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0" y="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2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1279 1820 0 0,'0'0'5194'0'0,"-14"19"1154"0"0,14-18-6312 0 0,0-1 0 0 0,0 0 0 0 0,0 1 0 0 0,0-1 1 0 0,0 0-1 0 0,1 1 0 0 0,-1-1 0 0 0,0 0 0 0 0,0 1 0 0 0,0-1 0 0 0,1 0 0 0 0,-1 0 1 0 0,0 1-1 0 0,0-1 0 0 0,1 0 0 0 0,-1 0 0 0 0,0 1 0 0 0,0-1 0 0 0,1 0 0 0 0,-1 0 1 0 0,0 0-1 0 0,1 0 0 0 0,-1 1 0 0 0,0-1 0 0 0,1 0 0 0 0,-1 0 0 0 0,0 0 0 0 0,1 0 1 0 0,-1 0-1 0 0,0 0 0 0 0,1 0 0 0 0,-1 0 0 0 0,0 0 0 0 0,1 0 0 0 0,-1 0 1 0 0,0 0-1 0 0,1 0 0 0 0,0-1 0 0 0,20-8 604 0 0,24-23-272 0 0,-40 28-264 0 0,33-28 155 0 0,55-61-1 0 0,-83 83-234 0 0,30-38 3 0 0,-1-1 1 0 0,-3-1-1 0 0,-2-3 0 0 0,-2 0 0 0 0,-3-2 1 0 0,-2-1-1 0 0,-2-2 0 0 0,26-94 1 0 0,-35 92-51 0 0,-3-1 0 0 0,-3-1 1 0 0,-2 0-1 0 0,-3 0 1 0 0,-5-93-1 0 0,-4 106-63 0 0,1 37 17 0 0,-5 13 27 0 0,7 0 39 0 0,-1 1 1 0 0,0-1 0 0 0,1 1-1 0 0,-1 0 1 0 0,1 0 0 0 0,-1-1-1 0 0,1 1 1 0 0,-2 4-1 0 0,-18 48 16 0 0,2 1-1 0 0,-22 110 1 0 0,35-135-8 0 0,-175 954 171 0 0,147-769-105 0 0,-49 273 61 0 0,2-167-64 0 0,64-269 12 0 0,-3-1 0 0 0,-1-1 0 0 0,-3-1 0 0 0,-32 48 0 0 0,46-82 119 0 0,-1-1 1 0 0,-22 25 0 0 0,27-34-149 0 0,1 0 0 0 0,-1 0 0 0 0,0 0 1 0 0,-1-1-1 0 0,1 1 0 0 0,-1-2 1 0 0,0 1-1 0 0,0-1 0 0 0,-8 3 0 0 0,12-5-39 0 0,0 0-1 0 0,0-1 1 0 0,0 0-1 0 0,0 0 1 0 0,0 0-1 0 0,0 0 1 0 0,0 0 0 0 0,0 0-1 0 0,0-1 1 0 0,0 1-1 0 0,0-1 1 0 0,0 0-1 0 0,0 0 1 0 0,0 0-1 0 0,1 0 1 0 0,-1-1-1 0 0,0 1 1 0 0,1-1-1 0 0,-1 1 1 0 0,1-1-1 0 0,0 0 1 0 0,-1 0-1 0 0,1 0 1 0 0,0 0-1 0 0,0-1 1 0 0,-3-4 0 0 0,-1-1-6 0 0,1-1 1 0 0,-1 0 0 0 0,2 0 0 0 0,-1 0-1 0 0,1-1 1 0 0,-4-13 0 0 0,-1-16-1 0 0,2 1 0 0 0,1-1 0 0 0,2 0 1 0 0,1-63-1 0 0,22-155-81 0 0,5 74-148 0 0,82-312 1 0 0,-63 353 140 0 0,6 2 1 0 0,111-222-1 0 0,-118 284 41 0 0,4 2 1 0 0,3 2-1 0 0,3 2 0 0 0,63-66 0 0 0,-72 93 12 0 0,2 1 1 0 0,1 2-1 0 0,2 3 0 0 0,2 1 0 0 0,2 3 0 0 0,85-44 0 0 0,-111 67 12 0 0,1 1 0 0 0,0 1 0 0 0,1 1 0 0 0,0 2 0 0 0,1 0 0 0 0,-1 2 0 0 0,1 1 0 0 0,0 2 0 0 0,56 1 0 0 0,-68 3 18 0 0,0-1 0 0 0,-1 2 1 0 0,1 0-1 0 0,0 2 0 0 0,-1-1 0 0 0,0 2 0 0 0,0 0 0 0 0,-1 1 0 0 0,1 1 0 0 0,-1 0 0 0 0,-1 1 1 0 0,0 0-1 0 0,0 1 0 0 0,-1 1 0 0 0,0 0 0 0 0,-1 1 0 0 0,0 1 0 0 0,11 14 0 0 0,-14-14 12 0 0,0 1 1 0 0,-1 0-1 0 0,0 0 0 0 0,-2 1 0 0 0,1-1 0 0 0,-2 2 0 0 0,0-1 0 0 0,-1 1 0 0 0,0-1 1 0 0,2 28-1 0 0,-5-21 1 0 0,0 1 0 0 0,-2 0 0 0 0,-1 0 0 0 0,-1-1 0 0 0,-1 0 0 0 0,-12 43 0 0 0,1-23-9 0 0,-2-2 1 0 0,-2 1 0 0 0,-1-2-1 0 0,-2-1 1 0 0,-2-1-1 0 0,-2 0 1 0 0,-39 43 0 0 0,21-32 6 0 0,-1-3 0 0 0,-2-2 0 0 0,-71 51 0 0 0,82-70 3 0 0,-1-1 0 0 0,-1-1 0 0 0,-1-2 0 0 0,-1-2 0 0 0,-76 23 0 0 0,103-37-13 0 0,-1-1-1 0 0,1-1 0 0 0,0 0 0 0 0,-1-1 0 0 0,1 0 1 0 0,-1-1-1 0 0,1 0 0 0 0,-1-1 0 0 0,1-1 0 0 0,-1 0 1 0 0,1-1-1 0 0,0 0 0 0 0,0-1 0 0 0,0-1 1 0 0,1 0-1 0 0,-1-1 0 0 0,1 0 0 0 0,1 0 0 0 0,-1-2 1 0 0,1 1-1 0 0,0-1 0 0 0,-13-13 0 0 0,21 17-11 0 0,0 1-1 0 0,0-1 0 0 0,0 0 1 0 0,0 0-1 0 0,0 0 0 0 0,1-1 1 0 0,0 1-1 0 0,0-1 0 0 0,0 1 1 0 0,0-1-1 0 0,1 1 0 0 0,-1-1 1 0 0,1 0-1 0 0,1 0 0 0 0,-1 0 1 0 0,1 0-1 0 0,-1 1 0 0 0,2-7 1 0 0,-1 10 8 0 0,0 1 1 0 0,1-1 0 0 0,-1 1 0 0 0,0-1 0 0 0,1 1 0 0 0,-1-1-1 0 0,1 1 1 0 0,-1 0 0 0 0,1-1 0 0 0,-1 1 0 0 0,1 0-1 0 0,-1-1 1 0 0,1 1 0 0 0,-1 0 0 0 0,1-1 0 0 0,0 1 0 0 0,-1 0-1 0 0,1 0 1 0 0,-1 0 0 0 0,1-1 0 0 0,0 1 0 0 0,-1 0-1 0 0,1 0 1 0 0,0 0 0 0 0,-1 0 0 0 0,1 0 0 0 0,-1 0 0 0 0,1 0-1 0 0,0 1 1 0 0,-1-1 0 0 0,1 0 0 0 0,-1 0 0 0 0,1 0-1 0 0,0 1 1 0 0,-1-1 0 0 0,1 0 0 0 0,-1 0 0 0 0,2 1 0 0 0,22 10-13 0 0,-13-2 18 0 0,1 1 0 0 0,-1 0 0 0 0,-1 0 0 0 0,0 1 0 0 0,-1 1 0 0 0,13 18 0 0 0,41 79 142 0 0,-55-93-118 0 0,28 62 102 0 0,-4 2 0 0 0,31 114 0 0 0,-39-113-54 0 0,14 56-4 0 0,-23-75-290 0 0,3-1 0 0 0,45 102 0 0 0,-59-155-93 0 0,0-1-1 0 0,1 1 1 0 0,0-1 0 0 0,0 0-1 0 0,0 0 1 0 0,1 0-1 0 0,0-1 1 0 0,11 9 0 0 0,-12-11-220 0 0,0-1 0 0 0,0 0 0 0 0,0 0 0 0 0,0-1 0 0 0,1 1 0 0 0,-1-1 0 0 0,1-1 0 0 0,-1 1 0 0 0,1-1 0 0 0,-1 0 0 0 0,1 0 0 0 0,0 0 0 0 0,0-1 0 0 0,5 0 0 0 0,19-2-3962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0.9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457 227 2392 0 0,'3'-10'830'0'0,"-1"0"-1"0"0,0-1 1 0 0,-1 1-1 0 0,0-1 1 0 0,0 1 0 0 0,-1-1-1 0 0,-1 0 1 0 0,0 1-1 0 0,0-1 1 0 0,-1 1-1 0 0,-3-11 1 0 0,1 10-408 0 0,0 0 1 0 0,0 1-1 0 0,-1-1 0 0 0,-1 2 1 0 0,0-1-1 0 0,-7-10 0 0 0,12 20-404 0 0,0-1 0 0 0,0 0 0 0 0,0 0 0 0 0,0 0 0 0 0,0 1 0 0 0,0-1 0 0 0,0 1-1 0 0,0-1 1 0 0,0 1 0 0 0,0-1 0 0 0,-1 1 0 0 0,1 0 0 0 0,0-1 0 0 0,0 1 0 0 0,0 0 0 0 0,-1 0-1 0 0,1 0 1 0 0,0 0 0 0 0,0 0 0 0 0,-1 0 0 0 0,1 0 0 0 0,0 0 0 0 0,-2 1 0 0 0,0 0-2 0 0,-1 0 0 0 0,0 0 0 0 0,0 0 0 0 0,1 1 1 0 0,-1-1-1 0 0,-3 3 0 0 0,-7 6 23 0 0,1 0 0 0 0,0 1-1 0 0,0 0 1 0 0,1 1 0 0 0,-14 18 0 0 0,-48 73 199 0 0,50-69-150 0 0,-11 17 64 0 0,-42 81 0 0 0,67-113-133 0 0,2 0 0 0 0,0 0 0 0 0,2 0 0 0 0,0 1 0 0 0,1 0 0 0 0,0 0 0 0 0,2 1 0 0 0,-1 28 0 0 0,4-43-9 0 0,0 0 0 0 0,0 0 0 0 0,1 0 0 0 0,0 0 0 0 0,0 0 0 0 0,1 0 0 0 0,0 0 0 0 0,0 0 0 0 0,0-1 0 0 0,0 1 0 0 0,1-1 0 0 0,0 1 0 0 0,4 4 0 0 0,-5-7-2 0 0,0-1-1 0 0,1 0 1 0 0,-1 1 0 0 0,1-1 0 0 0,-1 0-1 0 0,1 0 1 0 0,0 0 0 0 0,0-1 0 0 0,0 1-1 0 0,0-1 1 0 0,0 0 0 0 0,0 1-1 0 0,0-1 1 0 0,0-1 0 0 0,1 1 0 0 0,-1 0-1 0 0,0-1 1 0 0,1 0 0 0 0,-1 1 0 0 0,0-1-1 0 0,1-1 1 0 0,-1 1 0 0 0,0 0-1 0 0,1-1 1 0 0,2-1 0 0 0,5-1 3 0 0,-1 0 0 0 0,0-1 0 0 0,0-1 0 0 0,0 0 0 0 0,-1 0 1 0 0,0 0-1 0 0,0-1 0 0 0,0-1 0 0 0,-1 0 0 0 0,0 0 0 0 0,0 0 0 0 0,10-13 0 0 0,-2-1 2 0 0,0 0 0 0 0,-1-1 0 0 0,22-47-1 0 0,-11 9 675 0 0,-4-2 1 0 0,24-101-1 0 0,-41 152-692 0 0,-4 19-4 0 0,-1 17-5 0 0,0-25 14 0 0,-7 80 40 0 0,4-48 3 0 0,0 1 1 0 0,2-1 0 0 0,7 59-1 0 0,-4-76-136 0 0,1 0-1 0 0,0-1 0 0 0,1 1 0 0 0,1-1 0 0 0,0 0 0 0 0,1 0 0 0 0,11 18 0 0 0,-14-27-78 0 0,0-1-1 0 0,0 0 0 0 0,0 0 0 0 0,0 0 0 0 0,1 0 0 0 0,0 0 0 0 0,0-1 1 0 0,0 1-1 0 0,0-1 0 0 0,0 0 0 0 0,1-1 0 0 0,0 1 0 0 0,-1-1 0 0 0,1 0 1 0 0,0 0-1 0 0,0 0 0 0 0,0 0 0 0 0,0-1 0 0 0,0 0 0 0 0,1 0 0 0 0,-1-1 1 0 0,0 1-1 0 0,0-1 0 0 0,8-1 0 0 0,-3-1-85 0 0,-1 0-1 0 0,0 0 1 0 0,0-1-1 0 0,0 0 1 0 0,0-1-1 0 0,0 0 1 0 0,-1 0-1 0 0,0-1 1 0 0,0 0-1 0 0,0 0 1 0 0,0-1-1 0 0,7-8 1 0 0,4-4-55 0 0,-1 0 1 0 0,0-2-1 0 0,17-26 1 0 0,8-20 1732 0 0,61-130 1 0 0,-73 133 21 0 0,-30 60-1403 0 0,0 0 1 0 0,1 1-1 0 0,-1-1 0 0 0,1 1 0 0 0,0-1 0 0 0,0 1 0 0 0,0 0 1 0 0,0-1-1 0 0,0 1 0 0 0,4-2 0 0 0,-5 3-33 0 0,0 1 0 0 0,0 0-1 0 0,0-1 1 0 0,0 1 0 0 0,0 0 0 0 0,0 0 0 0 0,0 0-1 0 0,0 0 1 0 0,0 0 0 0 0,0 0 0 0 0,0 0-1 0 0,0 0 1 0 0,1 0 0 0 0,-1 0 0 0 0,0 0 0 0 0,0 1-1 0 0,0-1 1 0 0,0 0 0 0 0,0 1 0 0 0,0-1-1 0 0,0 1 1 0 0,0-1 0 0 0,-1 1 0 0 0,1 0-1 0 0,0-1 1 0 0,0 1 0 0 0,0 0 0 0 0,0 0 0 0 0,-1-1-1 0 0,1 1 1 0 0,0 0 0 0 0,-1 0 0 0 0,1 0-1 0 0,-1 0 1 0 0,1 1 0 0 0,4 6 30 0 0,-1 0-1 0 0,0-1 0 0 0,0 1 1 0 0,-1 0-1 0 0,0 1 1 0 0,-1-1-1 0 0,0 1 1 0 0,2 13-1 0 0,3 74 310 0 0,-6-82-306 0 0,0 24 514 0 0,-2-1 1 0 0,-1 1-1 0 0,-3-1 0 0 0,-15 69 1 0 0,19-104-336 0 0,1-2-204 0 0,-1 0 0 0 0,0 0 0 0 0,1 0 0 0 0,-1 0 0 0 0,0-1-1 0 0,1 1 1 0 0,-1 0 0 0 0,0-1 0 0 0,1 1 0 0 0,-1 0 0 0 0,1-1-1 0 0,-1 1 1 0 0,1 0 0 0 0,-1-1 0 0 0,1 1 0 0 0,-1-1 0 0 0,1 1 0 0 0,-1-1-1 0 0,1 0 1 0 0,-1 1 0 0 0,1-1 0 0 0,0 1 0 0 0,0-1 0 0 0,-1 0-1 0 0,1 1 1 0 0,0-1 0 0 0,0 0 0 0 0,0 1 0 0 0,-1-1 0 0 0,1 0 0 0 0,0 0-1 0 0,-1-27 100 0 0,1 22-93 0 0,1-13-1 0 0,1 0-1 0 0,0 0 0 0 0,1 0 1 0 0,12-34-1 0 0,-1 12-31 0 0,21-41 1 0 0,-20 52-14 0 0,0 2 0 0 0,2 0 0 0 0,39-49 0 0 0,-43 62-1 0 0,1 0-1 0 0,0 1 1 0 0,1 1-1 0 0,1 0 1 0 0,0 1-1 0 0,0 0 1 0 0,30-14-1 0 0,-39 23 16 0 0,-1 0 0 0 0,1 1 0 0 0,0 0 0 0 0,0 0 0 0 0,0 0 0 0 0,0 1 0 0 0,0 0 0 0 0,0 0 0 0 0,0 1 1 0 0,0 0-1 0 0,0 0 0 0 0,0 1 0 0 0,0-1 0 0 0,14 5 0 0 0,-17-4 7 0 0,1 1 0 0 0,-1 0 1 0 0,0 0-1 0 0,0 1 0 0 0,0-1 0 0 0,0 1 1 0 0,0 0-1 0 0,0 0 0 0 0,-1 0 1 0 0,1 0-1 0 0,-1 1 0 0 0,5 6 0 0 0,-4-3 8 0 0,0 0 0 0 0,0 0-1 0 0,-1 0 1 0 0,1 0-1 0 0,-2 1 1 0 0,4 14 0 0 0,-2 3 18 0 0,-1-1 1 0 0,-1 1-1 0 0,-2 44 1 0 0,-6 19 75 0 0,2-40-61 0 0,3 61 0 0 0,1-106-42 0 0,1 0 0 0 0,-1 1-1 0 0,1-1 1 0 0,-1 0 0 0 0,1 1 0 0 0,0-1 0 0 0,0 0 0 0 0,0 0 0 0 0,1 0 0 0 0,-1 0 0 0 0,1 0-1 0 0,0 0 1 0 0,0 0 0 0 0,2 2 0 0 0,-2-3-58 0 0,0 0-1 0 0,0-1 1 0 0,0 0-1 0 0,0 1 1 0 0,0-1-1 0 0,0 0 1 0 0,0 0-1 0 0,0 0 1 0 0,1 0-1 0 0,-1 0 1 0 0,0-1-1 0 0,1 1 1 0 0,-1-1-1 0 0,0 1 1 0 0,1-1-1 0 0,-1 0 1 0 0,1 0-1 0 0,-1 0 1 0 0,0 0-1 0 0,4-1 1 0 0,11-2-733 0 0,0-1 0 0 0,-1-1 1 0 0,0 0-1 0 0,0-1 0 0 0,30-17 0 0 0,-8 1-2176 0 0,40-30-1 0 0,-21 9-1392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497 233 224 0 0,'11'-222'14276'0'0,"-13"212"-13635"0"0,-4 13-285 0 0,-4 16-106 0 0,-77 296 1503 0 0,56-188-1266 0 0,-30 123 284 0 0,-117 411 450 0 0,175-650-924 0 0,0 0 0 0 0,-2-1 0 0 0,1 1 0 0 0,-1-1 0 0 0,-9 14 0 0 0,13-24-274 0 0,0 1 1 0 0,1 0 0 0 0,-1-1 0 0 0,0 1 0 0 0,1 0-1 0 0,-1-1 1 0 0,0 1 0 0 0,0-1 0 0 0,0 1-1 0 0,1-1 1 0 0,-1 1 0 0 0,0-1 0 0 0,0 0 0 0 0,0 0-1 0 0,0 1 1 0 0,-2-1 0 0 0,1 1 35 0 0,1-1-44 0 0,0 0-1 0 0,0 0 0 0 0,0 0 1 0 0,0 0-1 0 0,0 0 1 0 0,0 0-1 0 0,0 0 1 0 0,0 0-1 0 0,0 0 1 0 0,0-1-1 0 0,0 1 1 0 0,0 0-1 0 0,0 0 1 0 0,0-1-1 0 0,0 1 1 0 0,1-1-1 0 0,-1 1 0 0 0,0-1 1 0 0,0 1-1 0 0,0-1 1 0 0,-1-1-1 0 0,1 1 24 0 0,-3-2-21 0 0,0 0 0 0 0,1 0 0 0 0,-1-1 0 0 0,1 1-1 0 0,-1-1 1 0 0,1 0 0 0 0,1 0 0 0 0,-1 0 0 0 0,0-1 0 0 0,1 1 0 0 0,0-1 0 0 0,0 1-1 0 0,0-1 1 0 0,1 1 0 0 0,-2-9 0 0 0,-1-7-14 0 0,0 0-1 0 0,0-27 0 0 0,4 24-7 0 0,0 0-1 0 0,2 0 1 0 0,1 0-1 0 0,0 1 1 0 0,2-1-1 0 0,1 1 0 0 0,8-22 1 0 0,-1 8-25 0 0,3 1 0 0 0,0 0 1 0 0,31-45-1 0 0,-32 58 12 0 0,2 0-1 0 0,0 1 1 0 0,1 0 0 0 0,1 1-1 0 0,1 2 1 0 0,1 0 0 0 0,41-27-1 0 0,-50 37 2 0 0,1 1 0 0 0,0 0 1 0 0,0 0-1 0 0,1 1 0 0 0,0 1 0 0 0,0 1 0 0 0,0 0 0 0 0,0 0 0 0 0,1 1 0 0 0,-1 1 0 0 0,1 1 0 0 0,0 0 0 0 0,-1 1 1 0 0,1 0-1 0 0,29 5 0 0 0,-37-3 12 0 0,1 0 0 0 0,-1 1 0 0 0,1-1 0 0 0,-1 1-1 0 0,0 1 1 0 0,0-1 0 0 0,0 1 0 0 0,-1 1 0 0 0,1-1 0 0 0,-1 1 0 0 0,0 0 0 0 0,0 0 0 0 0,-1 1 0 0 0,7 7 0 0 0,-9-8 6 0 0,0-1 0 0 0,-1 1 1 0 0,1-1-1 0 0,-1 1 0 0 0,0 0 0 0 0,0 0 1 0 0,-1 0-1 0 0,1 0 0 0 0,-1 0 0 0 0,0 0 1 0 0,-1 1-1 0 0,1-1 0 0 0,-1 0 0 0 0,0 0 0 0 0,0 0 1 0 0,-1 1-1 0 0,1-1 0 0 0,-1 0 0 0 0,0 0 1 0 0,-1 0-1 0 0,1 0 0 0 0,-4 7 0 0 0,2-5-2 0 0,0 0-1 0 0,-1 0 1 0 0,0 0-1 0 0,0-1 0 0 0,-1 1 1 0 0,1-1-1 0 0,-2 0 1 0 0,1 0-1 0 0,-1-1 0 0 0,1 1 1 0 0,-1-1-1 0 0,-1 0 0 0 0,1-1 1 0 0,-1 0-1 0 0,0 0 1 0 0,0 0-1 0 0,0-1 0 0 0,0 0 1 0 0,-1 0-1 0 0,1-1 1 0 0,-1 0-1 0 0,0 0 0 0 0,1-1 1 0 0,-1 0-1 0 0,0 0 1 0 0,0-1-1 0 0,0 0 0 0 0,0 0 1 0 0,0-1-1 0 0,1 0 1 0 0,-1 0-1 0 0,0-1 0 0 0,1 0 1 0 0,-1-1-1 0 0,1 1 1 0 0,-1-1-1 0 0,1-1 0 0 0,-13-8 1 0 0,-18-13-133 0 0,36 24 88 0 0,5 3-188 0 0,6 3 216 0 0,0 1 0 0 0,-1 0 1 0 0,0 0-1 0 0,0 1 0 0 0,0 0 0 0 0,-1 1 1 0 0,12 15-1 0 0,44 69 24 0 0,-43-59 10 0 0,33 50-238 0 0,97 117-1 0 0,-129-176-658 0 0,2-1 0 0 0,0-1 0 0 0,1-1 0 0 0,1-1 0 0 0,1-1 0 0 0,1-1 0 0 0,0-2 0 0 0,56 25 0 0 0,-19-18-3491 0 0,2-5-2111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2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1044 168 0 0,'40'-55'7841'0'0,"44"-75"0"0"0,-61 91-5578 0 0,-22 37-1728 0 0,-4 3-418 0 0,-3 2-73 0 0,0 0-1 0 0,-1 1 1 0 0,1 0 0 0 0,1 0 0 0 0,-1 0-1 0 0,-8 9 1 0 0,-32 36 134 0 0,31-33-106 0 0,-23 27 117 0 0,-36 51 0 0 0,61-76-158 0 0,2 0 0 0 0,0 0 0 0 0,1 1 0 0 0,1 1 0 0 0,1 0 0 0 0,-7 24 0 0 0,14-40-23 0 0,0 1 0 0 0,0-1-1 0 0,0 0 1 0 0,1 0 0 0 0,0 1-1 0 0,0-1 1 0 0,0 1 0 0 0,0-1-1 0 0,1 0 1 0 0,-1 1-1 0 0,1-1 1 0 0,0 0 0 0 0,0 0-1 0 0,1 1 1 0 0,-1-1 0 0 0,1 0-1 0 0,2 4 1 0 0,-1-5 1 0 0,-1 0 1 0 0,1 0-1 0 0,0 0 0 0 0,0-1 0 0 0,0 1 1 0 0,0-1-1 0 0,0 1 0 0 0,0-1 1 0 0,1 0-1 0 0,-1 0 0 0 0,1-1 0 0 0,-1 1 1 0 0,1-1-1 0 0,0 1 0 0 0,0-1 1 0 0,-1 0-1 0 0,1-1 0 0 0,8 1 1 0 0,1 0 1 0 0,1-1 0 0 0,0-1 0 0 0,-1-1 0 0 0,1 0 0 0 0,-1 0 0 0 0,0-1 0 0 0,0-1 1 0 0,0 0-1 0 0,0-1 0 0 0,-1 0 0 0 0,1-1 0 0 0,12-9 0 0 0,-3 1-18 0 0,-1-1 0 0 0,0 0 0 0 0,-1-2-1 0 0,-1 0 1 0 0,25-29 0 0 0,-23 20-122 0 0,0-1 1 0 0,-2-1-1 0 0,20-40 1 0 0,-29 49 78 0 0,-1-1 0 0 0,-1 0 0 0 0,-1-1 0 0 0,-1 1 1 0 0,0-1-1 0 0,3-28 0 0 0,-8 41 32 0 0,-1 0-1 0 0,0-1 1 0 0,0 1-1 0 0,0 0 1 0 0,-1 0-1 0 0,0 0 1 0 0,0 0-1 0 0,-1 0 1 0 0,0 0-1 0 0,-1 0 1 0 0,0 1-1 0 0,-5-11 1 0 0,5 14 9 0 0,0-1-1 0 0,0 1 1 0 0,-1 0 0 0 0,1 0 0 0 0,-1 0-1 0 0,0 0 1 0 0,0 0 0 0 0,-1 1 0 0 0,1 0-1 0 0,-1 0 1 0 0,0 0 0 0 0,1 0 0 0 0,-1 1-1 0 0,0 0 1 0 0,-1 0 0 0 0,1 0 0 0 0,0 1-1 0 0,0 0 1 0 0,-7-1 0 0 0,-1 1-4 0 0,0 0 1 0 0,0 1-1 0 0,0 0 0 0 0,0 1 1 0 0,0 0-1 0 0,0 2 0 0 0,0-1 1 0 0,1 1-1 0 0,-1 1 1 0 0,1 0-1 0 0,0 1 0 0 0,0 1 1 0 0,-14 8-1 0 0,15-8 8 0 0,1 0 0 0 0,0 1 1 0 0,1 0-1 0 0,0 1 0 0 0,0 0 0 0 0,0 0 0 0 0,1 1 0 0 0,0 0 0 0 0,1 0 1 0 0,0 1-1 0 0,0 0 0 0 0,1 1 0 0 0,1-1 0 0 0,-8 20 0 0 0,12-26 9 0 0,-1 1 0 0 0,1 0 0 0 0,0 0 0 0 0,0 0 0 0 0,1 0 0 0 0,-1 0 0 0 0,1 0 1 0 0,0 0-1 0 0,1 0 0 0 0,-1 0 0 0 0,1 0 0 0 0,0 0 0 0 0,0 0 0 0 0,0-1 0 0 0,1 1 0 0 0,0 0 0 0 0,0-1 0 0 0,0 1 0 0 0,0-1 0 0 0,1 1 0 0 0,0-1 0 0 0,0 0 0 0 0,0 0 0 0 0,0 0 0 0 0,0-1 0 0 0,1 1 0 0 0,0-1 0 0 0,0 0 0 0 0,0 0 0 0 0,7 4 0 0 0,3 1 4 0 0,-1-1-1 0 0,1-1 1 0 0,0 0 0 0 0,1-1 0 0 0,-1-1-1 0 0,1 0 1 0 0,0-1 0 0 0,0-1 0 0 0,16 1-1 0 0,23-1-29 0 0,0-2 0 0 0,1-3-1 0 0,-1-2 1 0 0,0-3-1 0 0,-1-2 1 0 0,0-2 0 0 0,-1-2-1 0 0,0-3 1 0 0,-1-2-1 0 0,90-48 1 0 0,-83 34-117 0 0,-2-2 0 0 0,-2-3 1 0 0,-1-2-1 0 0,-2-3 0 0 0,-2-1 0 0 0,-1-3 1 0 0,-3-2-1 0 0,60-83 0 0 0,-82 97 82 0 0,-1 0 0 0 0,30-68 0 0 0,-43 83 112 0 0,-2 0 0 0 0,0-1 1 0 0,-1 1-1 0 0,-1-2 0 0 0,-1 1 1 0 0,-1 0-1 0 0,0-24 0 0 0,-3 44-50 0 0,0-3 7 0 0,1 0 0 0 0,-1 1 1 0 0,0-1-1 0 0,-1 0 0 0 0,1 0 1 0 0,0 0-1 0 0,-1 1 0 0 0,0-1 1 0 0,0 0-1 0 0,0 1 0 0 0,0-1 1 0 0,-1 1-1 0 0,0-1 0 0 0,-3-5 1 0 0,4 9-12 0 0,0-1 1 0 0,-1 0-1 0 0,1 1 1 0 0,-1 0-1 0 0,1-1 1 0 0,0 1-1 0 0,-1 0 1 0 0,1 0-1 0 0,-1 0 1 0 0,1 0-1 0 0,0 0 1 0 0,-1 0-1 0 0,1 0 1 0 0,-1 0-1 0 0,1 1 1 0 0,0-1 0 0 0,-1 1-1 0 0,1-1 1 0 0,0 1-1 0 0,-1-1 1 0 0,1 1-1 0 0,0 0 1 0 0,0-1-1 0 0,-1 1 1 0 0,1 0-1 0 0,0 0 1 0 0,-1 1-1 0 0,-10 11 1 0 0,0-1 0 0 0,1 2 0 0 0,1-1 0 0 0,-17 30-1 0 0,-27 68 64 0 0,46-94-37 0 0,-28 74 307 0 0,3 1 0 0 0,4 1 0 0 0,-25 143 0 0 0,-18 297 1372 0 0,69-508-1629 0 0,-40 407 1143 0 0,-14 120-125 0 0,-26-5-464 0 0,5-217-426 0 0,66-293-159 0 0,-1 0 0 0 0,-2-1 0 0 0,-1 0 0 0 0,-2-2 0 0 0,-2 0 0 0 0,-38 51 1 0 0,50-75-21 0 0,-1 0 0 0 0,0 0 0 0 0,-1-1 0 0 0,0 0 0 0 0,-1-1 0 0 0,-17 11 0 0 0,22-16-15 0 0,1 0-1 0 0,-1 0 0 0 0,0-1 1 0 0,1 0-1 0 0,-1 0 0 0 0,0 0 1 0 0,0-1-1 0 0,-1 0 0 0 0,1 0 1 0 0,0-1-1 0 0,0 0 1 0 0,0 0-1 0 0,0 0 0 0 0,-1-1 1 0 0,1 0-1 0 0,-7-1 0 0 0,-1-3-3 0 0,0-1 0 0 0,1 0 1 0 0,-1-1-1 0 0,1 0 0 0 0,1-1 0 0 0,0-1 0 0 0,0 0 0 0 0,0 0 0 0 0,1-1 0 0 0,1 0 0 0 0,0-1 0 0 0,-17-24 0 0 0,9 9-6 0 0,1 0 0 0 0,1-1 0 0 0,1-1 1 0 0,2-1-1 0 0,-11-32 0 0 0,16 33 3 0 0,0 0 0 0 0,2-1 0 0 0,1 0 0 0 0,1 0 0 0 0,2 0 0 0 0,1 0 0 0 0,1 0-1 0 0,1-1 1 0 0,2 1 0 0 0,1 0 0 0 0,1 0 0 0 0,10-32 0 0 0,-2 22-8 0 0,2 0 0 0 0,1 1 0 0 0,2 1 0 0 0,2 1 0 0 0,1 0 0 0 0,2 2 0 0 0,53-64 0 0 0,-12 30-11 0 0,2 3 1 0 0,3 2-1 0 0,3 4 1 0 0,98-62 0 0 0,-74 62-911 0 0,2 4 0 0 0,3 4 1 0 0,126-44-1 0 0,-95 54-2397 0 0,-45 24-6588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3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552 275 1484 0 0,'7'-27'2800'0'0,"-2"-1"0"0"0,2-45 0 0 0,-6 64-2409 0 0,-1 0-1 0 0,0 0 1 0 0,-1 0-1 0 0,0 1 1 0 0,-1-1 0 0 0,0 0-1 0 0,0 0 1 0 0,-1 1 0 0 0,0-1-1 0 0,0 1 1 0 0,-1 0-1 0 0,-6-11 1 0 0,9 17-350 0 0,-1 0 1 0 0,1 1-1 0 0,-1-1 1 0 0,1 0-1 0 0,-1 1 0 0 0,0-1 1 0 0,0 1-1 0 0,0-1 1 0 0,1 1-1 0 0,-1 0 0 0 0,-1 0 1 0 0,1 0-1 0 0,0 0 1 0 0,0 0-1 0 0,0 0 0 0 0,0 1 1 0 0,-5-1-1 0 0,2 0-8 0 0,1 1-1 0 0,-1 0 0 0 0,1 0 1 0 0,-1 1-1 0 0,1 0 0 0 0,-1 0 1 0 0,1 0-1 0 0,-7 2 1 0 0,-6 4-5 0 0,2 1 0 0 0,-1 0 0 0 0,-23 17 0 0 0,3 2 4 0 0,1 1-1 0 0,1 2 0 0 0,1 1 0 0 0,2 1 0 0 0,1 2 0 0 0,2 1 0 0 0,1 2 0 0 0,-25 45 0 0 0,39-59-10 0 0,2 0 0 0 0,-14 39 0 0 0,22-53-10 0 0,0 0 0 0 0,1 0-1 0 0,0 1 1 0 0,1 0 0 0 0,0-1 0 0 0,0 1 0 0 0,1 0 0 0 0,0-1-1 0 0,3 19 1 0 0,-2-24-3 0 0,0-1-1 0 0,-1 0 1 0 0,1 0 0 0 0,1 0-1 0 0,-1-1 1 0 0,0 1 0 0 0,1 0-1 0 0,-1 0 1 0 0,1-1 0 0 0,0 1-1 0 0,0 0 1 0 0,0-1 0 0 0,0 0-1 0 0,0 0 1 0 0,0 1-1 0 0,1-1 1 0 0,-1-1 0 0 0,4 3-1 0 0,-1-2 4 0 0,-1 0 0 0 0,0-1-1 0 0,0 1 1 0 0,1-1 0 0 0,-1 0 0 0 0,0 0-1 0 0,1-1 1 0 0,-1 1 0 0 0,1-1-1 0 0,-1 0 1 0 0,8-1 0 0 0,1-1 9 0 0,0-1 1 0 0,1 0 0 0 0,-1-1 0 0 0,-1-1-1 0 0,1 0 1 0 0,0 0 0 0 0,16-11 0 0 0,-14 5-22 0 0,1 0 1 0 0,-2-1 0 0 0,1-1 0 0 0,-2-1 0 0 0,0 0 0 0 0,-1 0-1 0 0,0-1 1 0 0,-1-1 0 0 0,13-23 0 0 0,-3 0 248 0 0,-2-1 1 0 0,26-83-1 0 0,-40 108-80 0 0,12-28-1 0 0,-12 34-163 0 0,-4 7-6 0 0,0 19-2 0 0,-6 36 40 0 0,2-29-18 0 0,1 0 0 0 0,1 0 0 0 0,1 1 0 0 0,6 45 0 0 0,-3-57 0 0 0,0-1 1 0 0,0 1-1 0 0,2-1 1 0 0,-1 0-1 0 0,2 0 1 0 0,0 0-1 0 0,0-1 1 0 0,1 0-1 0 0,0 0 1 0 0,1-1-1 0 0,15 17 1 0 0,-16-21-361 0 0,0 0 0 0 0,0 0-1 0 0,1 0 1 0 0,0-1 0 0 0,0 0 0 0 0,0-1 0 0 0,1 1 0 0 0,0-2-1 0 0,0 1 1 0 0,0-1 0 0 0,0-1 0 0 0,0 1 0 0 0,0-2 0 0 0,1 1-1 0 0,-1-1 1 0 0,18-1 0 0 0,11-3-3772 0 0,5-4-1977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1419 1476 0 0,'-44'40'7257'0'0,"26"-24"-3285"0"0,-19 20 1 0 0,13-19-1003 0 0,89-87-2560 0 0,-29 32-344 0 0,-2 0 0 0 0,56-85 1 0 0,-50 53-62 0 0,-4-3 1 0 0,36-99-1 0 0,29-161-106 0 0,-76 237 86 0 0,33-141-105 0 0,-56 229 77 0 0,-1-1 0 0 0,2 1 0 0 0,-1 0 0 0 0,1-1 0 0 0,1 1 0 0 0,3-7 0 0 0,-5 12-15 0 0,0 5 19 0 0,0 2 32 0 0,0 0 0 0 0,0 0 1 0 0,-1-1-1 0 0,1 1 0 0 0,-1 0 0 0 0,1 0 0 0 0,-1 0 0 0 0,0 1 0 0 0,-1-1 1 0 0,1 6-1 0 0,1 48-29 0 0,-2-51 32 0 0,-4 158 16 0 0,0-76 38 0 0,15 174 1 0 0,-11-258-47 0 0,1-1 0 0 0,0 1 0 0 0,0 0 0 0 0,0-1 0 0 0,1 1 1 0 0,0-1-1 0 0,0 0 0 0 0,0 0 0 0 0,0 0 0 0 0,0 0 0 0 0,1 0 0 0 0,0 0 0 0 0,6 6 0 0 0,-6-8-2 0 0,-1 0 1 0 0,1 0-1 0 0,0 0 0 0 0,-1 0 1 0 0,1-1-1 0 0,0 1 0 0 0,0-1 1 0 0,0 0-1 0 0,0 0 0 0 0,1 0 1 0 0,-1-1-1 0 0,0 1 0 0 0,0-1 1 0 0,0 1-1 0 0,1-1 0 0 0,-1 0 1 0 0,0 0-1 0 0,0-1 0 0 0,1 1 0 0 0,-1-1 1 0 0,3 0-1 0 0,7-3-3 0 0,-1 0 1 0 0,-1-1-1 0 0,1 0 0 0 0,-1 0 0 0 0,0-2 0 0 0,0 1 1 0 0,-1-1-1 0 0,1-1 0 0 0,14-14 0 0 0,-1-2-93 0 0,-1-1-1 0 0,29-41 0 0 0,2-14-146 0 0,60-117 0 0 0,29-97 35 0 0,-121 245 178 0 0,-13 26-49 0 0,1 0 0 0 0,1 1 0 0 0,18-27 0 0 0,-29 49 74 0 0,0 1 1 0 0,0-1-1 0 0,0 0 1 0 0,0 1-1 0 0,0-1 1 0 0,0 0-1 0 0,0 1 1 0 0,0-1-1 0 0,0 1 1 0 0,0-1-1 0 0,0 0 0 0 0,0 1 1 0 0,1-1-1 0 0,-1 0 1 0 0,0 0-1 0 0,0 1 1 0 0,0-1-1 0 0,1 0 1 0 0,-1 1-1 0 0,0-1 1 0 0,0 0-1 0 0,1 0 0 0 0,-1 1 1 0 0,0-1-1 0 0,0 0 1 0 0,1 0-1 0 0,-1 0 1 0 0,0 1-1 0 0,1-1 1 0 0,-1 0-1 0 0,0 0 1 0 0,1 0-1 0 0,-1 0 0 0 0,0 0 1 0 0,1 0-1 0 0,-1 0 1 0 0,0 0-1 0 0,1 0 1 0 0,-1 1-1 0 0,0-2 1 0 0,1 1-1 0 0,-1 0 1 0 0,1 0-1 0 0,-1 0 1 0 0,0 0-1 0 0,1 0 0 0 0,-1 0 1 0 0,0 0-1 0 0,1 0 1 0 0,-1 0-1 0 0,0-1 1 0 0,1 1-1 0 0,-1 0 1 0 0,0 0-1 0 0,0-1 1 0 0,1 1-1 0 0,-1 0 0 0 0,0 0 1 0 0,0-1-1 0 0,1 1 1 0 0,-1 0-1 0 0,0 0 1 0 0,0-1-1 0 0,0 1 1 0 0,1 0-1 0 0,-1-1 1 0 0,2 31-4 0 0,-2-29 3 0 0,-3 65 2 0 0,-3-1 0 0 0,-24 103-1 0 0,-107 443 1256 0 0,127-562-1157 0 0,-3 53 1 0 0,11-85-72 0 0,2 0 1 0 0,0 0 0 0 0,1 0 0 0 0,1 0 0 0 0,0 0 0 0 0,9 31-1 0 0,-9-43-42 0 0,0 0 0 0 0,0-1-1 0 0,0 1 1 0 0,1 0-1 0 0,-1-1 1 0 0,1 1 0 0 0,0-1-1 0 0,1 0 1 0 0,-1 0-1 0 0,0 0 1 0 0,1-1 0 0 0,0 1-1 0 0,0-1 1 0 0,0 0 0 0 0,9 5-1 0 0,-5-4-218 0 0,-1-1 0 0 0,1 0 0 0 0,0-1 0 0 0,0 0 1 0 0,0 0-1 0 0,0-1 0 0 0,0 1 0 0 0,0-2 0 0 0,11 1 0 0 0,4-3-785 0 0,0 0 0 0 0,0-2 0 0 0,0 0 0 0 0,-1-2 0 0 0,0 0 1 0 0,28-13-1 0 0,-3-1-2243 0 0,0-5-1202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5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1235 2712 0 0,'11'-16'1511'0'0,"0"0"0"0"0,-1-1 0 0 0,-1 0 0 0 0,13-34-1 0 0,-18 40-812 0 0,0 0 0 0 0,-2 0 0 0 0,1 0 0 0 0,-1 0 0 0 0,-1 0 0 0 0,0-1 0 0 0,-1 1 0 0 0,0-1 0 0 0,-2-16 0 0 0,2 27-673 0 0,-1 0 0 0 0,1 0 0 0 0,0 0 0 0 0,0 0-1 0 0,-1 0 1 0 0,1 0 0 0 0,0 0 0 0 0,-1 1 0 0 0,1-1 0 0 0,-1 0 0 0 0,0 0-1 0 0,1 0 1 0 0,-1 0 0 0 0,1 1 0 0 0,-1-1 0 0 0,0 0 0 0 0,0 0 0 0 0,0 1-1 0 0,1-1 1 0 0,-1 1 0 0 0,0-1 0 0 0,0 1 0 0 0,0-1 0 0 0,0 1 0 0 0,0 0-1 0 0,0-1 1 0 0,0 1 0 0 0,0 0 0 0 0,0 0 0 0 0,0-1 0 0 0,0 1-1 0 0,0 0 1 0 0,0 0 0 0 0,0 0 0 0 0,0 0 0 0 0,0 0 0 0 0,0 1 0 0 0,0-1-1 0 0,0 0 1 0 0,0 0 0 0 0,0 1 0 0 0,0-1 0 0 0,0 1 0 0 0,-1 0 0 0 0,-5 1 20 0 0,0 1 1 0 0,0 1 0 0 0,1-1 0 0 0,-9 7 0 0 0,-5 4 63 0 0,2 2 0 0 0,-1 0 0 0 0,2 1 0 0 0,-18 22 0 0 0,8-5 50 0 0,-33 55-1 0 0,40-54-51 0 0,-26 60 0 0 0,40-79-80 0 0,0 0 0 0 0,1 0 0 0 0,1 0 0 0 0,1 1 0 0 0,0 0 0 0 0,-1 26 0 0 0,4-39-29 0 0,0-1 1 0 0,0 1-1 0 0,1-1 0 0 0,-1 0 1 0 0,1 1-1 0 0,-1-1 0 0 0,1 1 1 0 0,0-1-1 0 0,0 0 1 0 0,0 0-1 0 0,1 1 0 0 0,-1-1 1 0 0,1 0-1 0 0,0 0 0 0 0,0 0 1 0 0,0-1-1 0 0,0 1 0 0 0,1 0 1 0 0,-1-1-1 0 0,0 0 0 0 0,1 1 1 0 0,0-1-1 0 0,0 0 0 0 0,0 0 1 0 0,0 0-1 0 0,0-1 0 0 0,0 1 1 0 0,0-1-1 0 0,0 0 0 0 0,0 0 1 0 0,1 0-1 0 0,-1 0 0 0 0,1 0 1 0 0,5 0-1 0 0,1 0-142 0 0,0-1 0 0 0,0 0 0 0 0,1-1 0 0 0,-1 0 0 0 0,0 0 0 0 0,0-1 0 0 0,0 0 0 0 0,0-1 1 0 0,-1 0-1 0 0,18-8 0 0 0,-8 0-104 0 0,-1-1 1 0 0,0 0-1 0 0,0-1 1 0 0,-1-1 0 0 0,-1 0-1 0 0,-1-2 1 0 0,0 1-1 0 0,0-2 1 0 0,18-29-1 0 0,-8 6 712 0 0,-1-1-1 0 0,-2-2 1 0 0,21-59-1 0 0,-28 66-52 0 0,-14 33-363 0 0,0 22 2 0 0,-4 2 136 0 0,-8 39 0 0 0,0-9 48 0 0,9-39-187 0 0,-5 29 132 0 0,-1 58 0 0 0,7-88-156 0 0,1 1 1 0 0,1-1-1 0 0,0 0 1 0 0,1 1-1 0 0,0-1 1 0 0,1 0-1 0 0,0 0 1 0 0,0-1-1 0 0,1 1 1 0 0,7 12-1 0 0,-8-19-14 0 0,1 1 0 0 0,-1-1 0 0 0,1 0 0 0 0,0 0 0 0 0,0 0 0 0 0,0-1 0 0 0,1 1 0 0 0,-1-1 1 0 0,1 0-1 0 0,0 0 0 0 0,0-1 0 0 0,0 1 0 0 0,0-1 0 0 0,0 0 0 0 0,1-1 0 0 0,-1 1 0 0 0,1-1 0 0 0,-1 0 0 0 0,1-1 0 0 0,5 1 0 0 0,4 0-15 0 0,0-1 0 0 0,-1 0 0 0 0,1-2 0 0 0,0 1 0 0 0,-1-2 0 0 0,24-6 0 0 0,-16 1-167 0 0,1 0 0 0 0,-1-2 0 0 0,-1 0 0 0 0,0-2 0 0 0,0 0 0 0 0,26-22 0 0 0,-21 13-120 0 0,-2-2 1 0 0,0-1-1 0 0,-2 0 0 0 0,20-28 0 0 0,3-15-232 0 0,-3-2-1 0 0,-3-1 0 0 0,31-79 0 0 0,-23 37 765 0 0,-4-1 0 0 0,-5-2 0 0 0,-6-1 0 0 0,31-212 0 0 0,-43 128 1875 0 0,-22 181-2020 0 0,2 19-92 0 0,-1 0 0 0 0,1 0 0 0 0,0 0-1 0 0,-1 0 1 0 0,1 0 0 0 0,-1 0 0 0 0,1 0 0 0 0,0 0-1 0 0,-1 0 1 0 0,1 0 0 0 0,-1 0 0 0 0,1 0 0 0 0,0 0-1 0 0,-1 0 1 0 0,1 1 0 0 0,-1-1 0 0 0,1 0 0 0 0,0 0-1 0 0,-1 0 1 0 0,1 1 0 0 0,0-1 0 0 0,-1 0 0 0 0,1 0-1 0 0,0 1 1 0 0,-1-1 0 0 0,1 0 0 0 0,0 1 0 0 0,-1 0-1 0 0,-5 8 11 0 0,0 1 0 0 0,0 1 0 0 0,1-1 0 0 0,0 1 0 0 0,1 0 0 0 0,0 0 0 0 0,-3 16 0 0 0,5-20-10 0 0,-49 197 372 0 0,10 1 0 0 0,-21 277 0 0 0,58-422-293 0 0,3-1-1 0 0,2 1 0 0 0,3 0 0 0 0,18 96 0 0 0,-17-137-56 0 0,0 1-1 0 0,1-1 1 0 0,1-1-1 0 0,1 1 0 0 0,0-1 1 0 0,2-1-1 0 0,0 0 1 0 0,1 0-1 0 0,14 16 1 0 0,-19-25-12 0 0,1-1 1 0 0,0-1 0 0 0,0 1-1 0 0,1-1 1 0 0,-1-1-1 0 0,1 1 1 0 0,1-1-1 0 0,-1-1 1 0 0,10 5 0 0 0,-11-7-4 0 0,0 0 0 0 0,0 0 0 0 0,0 0 0 0 0,0-1 0 0 0,0 0 0 0 0,1-1 0 0 0,-1 0 0 0 0,0 0 0 0 0,0 0 0 0 0,0-1 0 0 0,0 0 0 0 0,0 0 0 0 0,10-3 1 0 0,-1-2-7 0 0,1-1 0 0 0,-2-1 0 0 0,1 0 0 0 0,-1-1 0 0 0,0 0 0 0 0,-1-1 0 0 0,0-1 1 0 0,-1 0-1 0 0,0-1 0 0 0,-1 0 0 0 0,0-1 0 0 0,13-19 0 0 0,-2 0-33 0 0,-2-1-1 0 0,-1-1 0 0 0,-2 0 1 0 0,20-54-1 0 0,-27 59 47 0 0,-2 0 0 0 0,-1 0 1 0 0,-1 0-1 0 0,-2-1 0 0 0,-1 0 0 0 0,-1 0 1 0 0,-1-1-1 0 0,-2 1 0 0 0,-1 0 0 0 0,-8-47 1 0 0,6 65 48 0 0,0-11 53 0 0,-11-34 1 0 0,6 40-116 0 0,2 14-5 0 0,5 2 2 0 0,-5 0-7 0 0,3 2 5 0 0,1 0 1 0 0,-1 1-1 0 0,1-1 1 0 0,-1 0-1 0 0,1 1 1 0 0,0 0-1 0 0,0-1 1 0 0,0 1-1 0 0,0 0 1 0 0,0 0-1 0 0,0 0 1 0 0,0 0-1 0 0,1 0 1 0 0,-1 1-1 0 0,1-1 1 0 0,-1 0-1 0 0,1 1 1 0 0,0-1-1 0 0,0 1 1 0 0,0-1-1 0 0,0 1 1 0 0,1 0-1 0 0,-1 4 1 0 0,-1 0 4 0 0,1 0 0 0 0,0 0 1 0 0,1-1-1 0 0,0 1 0 0 0,0 0 1 0 0,0 0-1 0 0,1 0 0 0 0,0 0 1 0 0,0 0-1 0 0,1-1 0 0 0,0 1 1 0 0,4 11-1 0 0,-1-9-27 0 0,0-1 0 0 0,0 0 0 0 0,0 1 0 0 0,1-2-1 0 0,0 1 1 0 0,0-1 0 0 0,1 0 0 0 0,10 8 0 0 0,-1-3-135 0 0,1 0 0 0 0,0-2 1 0 0,0 0-1 0 0,1 0 0 0 0,0-2 1 0 0,1 0-1 0 0,0-2 0 0 0,24 6 0 0 0,-23-7-72 0 0,1-2 0 0 0,-1-1 0 0 0,0-1 0 0 0,1 0 0 0 0,-1-1 0 0 0,36-6 0 0 0,-44 4 198 0 0,-1 0-1 0 0,1-1 1 0 0,-1 0-1 0 0,1-1 0 0 0,-1 0 1 0 0,0-1-1 0 0,-1 0 1 0 0,1 0-1 0 0,-1-1 1 0 0,0-1-1 0 0,-1 0 1 0 0,1 0-1 0 0,7-9 1 0 0,-12 11 218 0 0,-1-1 1 0 0,1 1 0 0 0,-1-1 0 0 0,-1 1-1 0 0,1-1 1 0 0,-1-1 0 0 0,5-11 0 0 0,-7 14-73 0 0,0 0 0 0 0,0 0 0 0 0,-1 0 0 0 0,1 0 1 0 0,-1 0-1 0 0,0-1 0 0 0,0 1 0 0 0,0 0 1 0 0,0 0-1 0 0,-1 0 0 0 0,1 0 0 0 0,-1 0 0 0 0,0 0 1 0 0,-2-4-1 0 0,2 6-31 0 0,-3 3-14 0 0,-2 1-29 0 0,-1 0 0 0 0,1 0-1 0 0,-1 1 1 0 0,1 0 0 0 0,0 0 0 0 0,0 1 0 0 0,1-1-1 0 0,-1 1 1 0 0,1 1 0 0 0,0-1 0 0 0,-9 10 0 0 0,-7 10 299 0 0,-23 33 1 0 0,26-33-167 0 0,-17 24 163 0 0,2 1 0 0 0,-39 78 0 0 0,58-96-246 0 0,0 0 1 0 0,2 1-1 0 0,2 1 1 0 0,1 0-1 0 0,-9 58 1 0 0,18-84-72 0 0,-1 0 1 0 0,1 1-1 0 0,0-1 1 0 0,0 0 0 0 0,0 1-1 0 0,1-1 1 0 0,1 0-1 0 0,-1 0 1 0 0,1 0-1 0 0,0 0 1 0 0,1 0 0 0 0,0 0-1 0 0,0 0 1 0 0,0-1-1 0 0,6 9 1 0 0,-4-9-63 0 0,0-1 1 0 0,0 0 0 0 0,0 0-1 0 0,0 0 1 0 0,1-1-1 0 0,0 0 1 0 0,0 0 0 0 0,0 0-1 0 0,0-1 1 0 0,0 0-1 0 0,1 0 1 0 0,0 0 0 0 0,-1-1-1 0 0,1 0 1 0 0,13 2-1 0 0,0-2-470 0 0,1 0-1 0 0,-1-2 1 0 0,0 0-1 0 0,1-1 0 0 0,-1-1 1 0 0,0-1-1 0 0,0-1 1 0 0,0 0-1 0 0,-1-2 0 0 0,1 0 1 0 0,-1-2-1 0 0,31-15 1 0 0,-26 9 18 0 0,0 0 0 0 0,0-2 1 0 0,-2 0-1 0 0,0-1 1 0 0,-1-2-1 0 0,0 0 0 0 0,-2-1 1 0 0,29-39-1 0 0,-34 39 649 0 0,-1-2-1 0 0,-1 0 0 0 0,-1 0 1 0 0,-1-1-1 0 0,10-33 1 0 0,-11 24 998 0 0,-1-1-1 0 0,-3 0 1 0 0,4-50 0 0 0,-3-20 1799 0 0,-6 100-2698 0 0,-1 4-226 0 0,0 0 0 0 0,-1 0 1 0 0,1 0-1 0 0,0 0 0 0 0,0 0 0 0 0,0 1 0 0 0,0-1 0 0 0,1 0 0 0 0,-1 0 0 0 0,0 1 0 0 0,0-1 0 0 0,1 1 1 0 0,-1-1-1 0 0,1 1 0 0 0,-1-1 0 0 0,1 2 0 0 0,-1 0 47 0 0,-12 35 459 0 0,1 0 0 0 0,-9 63 1 0 0,-2 81 15 0 0,20-157-567 0 0,1-1 0 0 0,2 1 0 0 0,0 0 0 0 0,2-1 0 0 0,6 37 1 0 0,-6-54-233 0 0,0 1 1 0 0,1-1 0 0 0,-1 1 0 0 0,2-1 0 0 0,-1 0 0 0 0,1 0-1 0 0,0 0 1 0 0,0-1 0 0 0,6 7 0 0 0,-6-8-194 0 0,0-1-1 0 0,1 0 1 0 0,-1 0 0 0 0,1-1-1 0 0,0 0 1 0 0,0 1 0 0 0,0-2 0 0 0,1 1-1 0 0,-1-1 1 0 0,0 1 0 0 0,1-1 0 0 0,0-1-1 0 0,8 3 1 0 0,16-2-4236 0 0,1-1-2372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5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2952 0 0,'1'-47'8174'0'0,"7"-54"-1"0"0,-8 99-7194 0 0,3 4-404 0 0,3 3-322 0 0,0 0 0 0 0,-1 1 0 0 0,1 0 0 0 0,-1 0 0 0 0,-1 1-1 0 0,1-1 1 0 0,-1 1 0 0 0,0 0 0 0 0,3 8 0 0 0,11 18 473 0 0,67 108 765 0 0,92 137-939 0 0,-171-269-1136 0 0,1 0 0 0 0,0 0-1 0 0,0-1 1 0 0,1 0 0 0 0,0 0-1 0 0,0-1 1 0 0,1 0 0 0 0,11 7 0 0 0,-18-13 303 0 0,0-1 1 0 0,-1 1-1 0 0,1-1 0 0 0,0 0 1 0 0,0 1-1 0 0,0-1 1 0 0,-1 0-1 0 0,1 0 1 0 0,0 0-1 0 0,0 0 1 0 0,0-1-1 0 0,-1 1 1 0 0,1 0-1 0 0,0-1 1 0 0,0 1-1 0 0,-1-1 1 0 0,1 0-1 0 0,0 0 1 0 0,-1 1-1 0 0,1-1 1 0 0,2-2-1 0 0,9-8-4764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5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653 134 2300 0 0,'0'-1'194'0'0,"-6"-19"4715"0"0,-15-34 0 0 0,20 50-4423 0 0,-1 0 0 0 0,0 0 0 0 0,-1 0 0 0 0,1 0-1 0 0,-1 1 1 0 0,0-1 0 0 0,1 1 0 0 0,-1-1-1 0 0,-1 1 1 0 0,1 0 0 0 0,-1 0 0 0 0,1 1 0 0 0,-1-1-1 0 0,-5-3 1 0 0,4 5-273 0 0,1 0-1 0 0,0 0 1 0 0,-1 1-1 0 0,1-1 1 0 0,0 1-1 0 0,-1 0 1 0 0,1 0-1 0 0,-1 0 1 0 0,1 1-1 0 0,0 0 1 0 0,-1-1-1 0 0,1 2 1 0 0,0-1-1 0 0,0 0 1 0 0,0 1-1 0 0,0 0 1 0 0,0 0-1 0 0,-4 2 1 0 0,-8 6 446 0 0,0 1 1 0 0,-24 20 0 0 0,38-29-596 0 0,-45 40 348 0 0,2 1 0 0 0,2 2 0 0 0,2 3 0 0 0,3 1 0 0 0,1 1-1 0 0,-43 82 1 0 0,54-83-972 0 0,-30 50-6556 0 0,54-96 6234 0 0,-1 3 168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5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216 360 1896 0 0,'-29'-68'6215'0'0,"-16"-44"2566"0"0,-3-5-2443 0 0,27 70-8313 0 0,20 46 1687 0 0,0 0 1 0 0,0 0-1 0 0,1 0 1 0 0,-1 0-1 0 0,0-1 1 0 0,0 2-1 0 0,-1-1 1 0 0,1 0-1 0 0,0 0 1 0 0,0 0-1 0 0,0 0 1 0 0,-1 1-1 0 0,1-1 1 0 0,0 0-1 0 0,-1 1 1 0 0,1 0-1 0 0,0-1 1 0 0,-1 1-1 0 0,1 0 1 0 0,-1-1-1 0 0,1 1 1 0 0,-2 0-1 0 0,3 0 266 0 0,-20 0-4810 0 0,-3 1-2552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36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1 2496 0 0,'-347'42'18267'0'0,"336"-39"-16929"0"0,15 1-505 0 0,15 0-295 0 0,266 5 914 0 0,-159-9-1238 0 0,551 14-2610 0 0,-214-5-8221 0 0,-296-6 896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2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69 318 1392 0 0,'-59'-89'9756'0'0,"58"88"-9724"0"0,0 0 3 0 0,0 0 1 0 0,0-1 0 0 0,1 1 0 0 0,-1-1 0 0 0,0 1-1 0 0,0-1 1 0 0,1 0 0 0 0,-1 1 0 0 0,1-1-1 0 0,-1 0 1 0 0,1 1 0 0 0,0-1 0 0 0,0 0-1 0 0,0 1 1 0 0,0-1 0 0 0,0 0 0 0 0,0 0-1 0 0,0 1 1 0 0,0-1 0 0 0,1 0 0 0 0,-1 1 0 0 0,1-1-1 0 0,-1 0 1 0 0,1 1 0 0 0,0-1 0 0 0,-1 1-1 0 0,1-1 1 0 0,0 1 0 0 0,0-1 0 0 0,0 1-1 0 0,0 0 1 0 0,1-1 0 0 0,-1 1 0 0 0,0 0-1 0 0,0 0 1 0 0,1 0 0 0 0,1-1 0 0 0,7-5-43 0 0,-1 1 1 0 0,2 0-1 0 0,-1 1 1 0 0,16-6-1 0 0,-14 5 95 0 0,48-19 23 0 0,1 2 0 0 0,1 2-1 0 0,1 4 1 0 0,85-14 0 0 0,-107 26-93 0 0,1 1 0 0 0,0 2 0 0 0,-1 1 0 0 0,1 3 0 0 0,0 1 0 0 0,-1 2 0 0 0,75 20 1 0 0,-101-21 61 0 0,0 1 1 0 0,0 1 0 0 0,-1 0-1 0 0,0 1 1 0 0,0 1-1 0 0,0 0 1 0 0,13 11 0 0 0,-23-15-189 0 0,1 0 1 0 0,-1 0 0 0 0,0 0 0 0 0,0 1-1 0 0,-1-1 1 0 0,1 1 0 0 0,-1 0-1 0 0,0 0 1 0 0,3 9 0 0 0,-4-10-363 0 0,-1 1-1 0 0,0 0 1 0 0,0-1 0 0 0,0 1 0 0 0,-1 0 0 0 0,1 0 0 0 0,-1 0-1 0 0,0 0 1 0 0,-1-1 0 0 0,1 1 0 0 0,-1 0 0 0 0,0 0 0 0 0,-1 4 0 0 0,-3 4-3409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3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73 1296 0 0,'-61'-71'11226'0'0,"59"69"-10061"0"0,0 3-881 0 0,1 0-244 0 0,0-1 0 0 0,0 0 0 0 0,1 1 0 0 0,-1-1 0 0 0,0 1 0 0 0,1-1 0 0 0,-1 1 0 0 0,1-1 0 0 0,-1 1 0 0 0,0 0 0 0 0,1-1 0 0 0,-1 1 1 0 0,1 0-1 0 0,0 0 0 0 0,-1-1 0 0 0,1 1 0 0 0,-1 0 0 0 0,1 0 0 0 0,0 1 0 0 0,-1 21 805 0 0,7 206 3037 0 0,-10-122-3290 0 0,-21 129 0 0 0,23-224-697 0 0,-22 185 403 0 0,24-112-2954 0 0,1-83 2257 0 0,-1 0 1 0 0,0 0-1 0 0,0 1 1 0 0,1-1-1 0 0,0 0 1 0 0,-1 0-1 0 0,1 0 1 0 0,0 1 0 0 0,1 2-1 0 0,-2-5 280 0 0,1 0 1 0 0,-1 0-1 0 0,0 0 0 0 0,0 0 1 0 0,0 1-1 0 0,0-1 0 0 0,0 0 0 0 0,1 0 1 0 0,-1 0-1 0 0,0 0 0 0 0,0 0 1 0 0,0 1-1 0 0,1-1 0 0 0,-1 0 0 0 0,0 0 1 0 0,0 0-1 0 0,0 0 0 0 0,1 0 1 0 0,-1 0-1 0 0,0 0 0 0 0,0 0 0 0 0,1 0 1 0 0,-1 0-1 0 0,0 0 0 0 0,0 0 1 0 0,1 0-1 0 0,-1 0 0 0 0,0 0 1 0 0,0 0-1 0 0,0 0 0 0 0,1 0 0 0 0,-1 0 1 0 0,0 0-1 0 0,10-13-3486 0 0,-5 0-585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4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1 328 168 0 0,'17'-83'4068'0'0,"26"-102"2678"0"0,-26 128-4597 0 0,-16 55-362 0 0,3 6-887 0 0,-4-4-875 0 0,1 0-1 0 0,-1 0 0 0 0,0 0 1 0 0,0 0-1 0 0,1 0 0 0 0,-1 0 1 0 0,0 0-1 0 0,1 0 0 0 0,-1 1 1 0 0,0-1-1 0 0,0 0 0 0 0,1 0 1 0 0,-1 0-1 0 0,0 1 0 0 0,0-1 0 0 0,0 0 1 0 0,1 0-1 0 0,-1 0 0 0 0,0 1 1 0 0,0-1-1 0 0,0 0 0 0 0,0 0 1 0 0,1 1-1 0 0,-1-1 0 0 0,0 0 1 0 0,0 1-1 0 0,0-1 0 0 0,0 0 1 0 0,0 0-1 0 0,0 1 0 0 0,0-1 1 0 0,0 0-1 0 0,0 1 0 0 0,0 0 1 0 0,2 54 1551 0 0,-8 92 0 0 0,-1-34-1179 0 0,-16 250 116 0 0,20-335-460 0 0,-6 41 215 0 0,9-68-244 0 0,2-17 52 0 0,3-6-76 0 0,1 0 0 0 0,1 0 0 0 0,1 1 0 0 0,18-35 0 0 0,-5 18 49 0 0,40-53 0 0 0,-53 80-58 0 0,2-1 0 0 0,0 1 0 0 0,19-17 0 0 0,-24 24 1 0 0,0 0 1 0 0,1 0 0 0 0,-1 1 0 0 0,1 0 0 0 0,0 0-1 0 0,0 0 1 0 0,0 0 0 0 0,0 1 0 0 0,0 0-1 0 0,8-1 1 0 0,-11 3 5 0 0,-1 0-1 0 0,0 0 1 0 0,1 0 0 0 0,-1 0-1 0 0,1 0 1 0 0,-1 1-1 0 0,0-1 1 0 0,1 1-1 0 0,-1 0 1 0 0,0-1 0 0 0,1 1-1 0 0,-1 0 1 0 0,0 0-1 0 0,0 1 1 0 0,0-1-1 0 0,0 0 1 0 0,0 1-1 0 0,0-1 1 0 0,0 1 0 0 0,0 0-1 0 0,-1-1 1 0 0,1 1-1 0 0,-1 0 1 0 0,1 0-1 0 0,-1 0 1 0 0,0 0 0 0 0,0 1-1 0 0,1 2 1 0 0,2 2 3 0 0,-1 0 1 0 0,-1 0-1 0 0,1 0 1 0 0,-1 1-1 0 0,-1-1 1 0 0,1 1-1 0 0,-1 8 1 0 0,0 18 4 0 0,-3 1 0 0 0,-5 34 0 0 0,-3 48-2 0 0,10-113 2 0 0,0 0 0 0 0,0 0 0 0 0,1 0-1 0 0,-1 1 1 0 0,1-1 0 0 0,0 0 0 0 0,0 0 0 0 0,3 5 0 0 0,-3-7 0 0 0,0 0 0 0 0,0-1 1 0 0,0 1-1 0 0,1 0 0 0 0,-1 0 1 0 0,0-1-1 0 0,1 1 1 0 0,0-1-1 0 0,-1 1 0 0 0,1-1 1 0 0,0 0-1 0 0,0 1 0 0 0,0-1 1 0 0,0 0-1 0 0,0 0 1 0 0,3 0-1 0 0,-4 0-4 0 0,0-1 0 0 0,0 1 0 0 0,1-1 0 0 0,-1 0 0 0 0,0 0 1 0 0,1 0-1 0 0,-1 1 0 0 0,0-2 0 0 0,1 1 0 0 0,-1 0 0 0 0,0 0 0 0 0,1 0 0 0 0,-1 0 0 0 0,0-1 1 0 0,1 1-1 0 0,0-1 0 0 0,3-1 3 0 0,8 0 0 0 0,0-2 0 0 0,0 0 0 0 0,0 0 0 0 0,-1-1 0 0 0,0 0 0 0 0,0-1 0 0 0,17-12 0 0 0,-5 1 2 0 0,-1 0 1 0 0,28-28 0 0 0,-35 30 1 0 0,-1-2 0 0 0,0 0-1 0 0,-2 0 1 0 0,18-29 0 0 0,-25 36 0 0 0,-1-1-1 0 0,0 0 1 0 0,0 0 0 0 0,-1 0-1 0 0,-1 0 1 0 0,1-1 0 0 0,-2 0-1 0 0,0 0 1 0 0,1-22 0 0 0,-2 32-13 0 0,-1 1 0 0 0,0-1 0 0 0,0 1 1 0 0,0-1-1 0 0,-1 1 0 0 0,1-1 0 0 0,0 1 0 0 0,0-1 1 0 0,-1 1-1 0 0,1 0 0 0 0,-1-1 0 0 0,1 1 0 0 0,-1-1 1 0 0,0 1-1 0 0,0 0 0 0 0,1 0 0 0 0,-1-1 1 0 0,0 1-1 0 0,-2-2 0 0 0,2 3 3 0 0,0-1-1 0 0,0 1 1 0 0,0-1-1 0 0,-1 1 1 0 0,1-1-1 0 0,0 1 1 0 0,0 0-1 0 0,0 0 1 0 0,-1-1 0 0 0,1 1-1 0 0,0 0 1 0 0,0 0-1 0 0,-1 0 1 0 0,1 1-1 0 0,0-1 1 0 0,0 0 0 0 0,0 0-1 0 0,-3 1 1 0 0,-2 2-1 0 0,1-1 1 0 0,-1 1 0 0 0,0 0-1 0 0,1 0 1 0 0,-1 1-1 0 0,1-1 1 0 0,-7 8 0 0 0,2-1-4 0 0,0 1 0 0 0,1 0 0 0 0,0 1 0 0 0,1 0 0 0 0,0 0 0 0 0,-7 18 0 0 0,10-21 7 0 0,1 0 0 0 0,1 1-1 0 0,-1-1 1 0 0,2 1 0 0 0,-1 0-1 0 0,1-1 1 0 0,1 1 0 0 0,0 0-1 0 0,0 0 1 0 0,2 10 0 0 0,0-14 1 0 0,0 0 0 0 0,1 0 0 0 0,0 0-1 0 0,0 0 1 0 0,0 0 0 0 0,1 0 0 0 0,0-1 0 0 0,0 0 0 0 0,1 1 0 0 0,-1-1 0 0 0,1 0 0 0 0,0 0 0 0 0,0-1 0 0 0,1 1 0 0 0,-1-1 0 0 0,1 0 0 0 0,0-1 0 0 0,0 1 0 0 0,1-1 0 0 0,-1 0 0 0 0,8 3 0 0 0,9 4 13 0 0,1 0 1 0 0,0-2-1 0 0,0-1 1 0 0,26 4-1 0 0,-26-6-201 0 0,-1-2 0 0 0,1 0-1 0 0,25 0 1 0 0,-35-4-1048 0 0,0 0 0 0 0,19-4 0 0 0,-22 3-1097 0 0,-1 0-1 0 0,1-1 1 0 0,16-8 0 0 0,-14 5-3017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6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123 551 996 0 0,'-24'-35'8306'0'0,"23"34"-7191"0"0,0 1-1030 0 0,0 1-1 0 0,1-1 1 0 0,-1 1 0 0 0,0-1-1 0 0,1 0 1 0 0,-1 1 0 0 0,1-1 0 0 0,-1 1-1 0 0,1 0 1 0 0,-1-1 0 0 0,1 1-1 0 0,0-1 1 0 0,-1 1 0 0 0,1 0 0 0 0,-1-1-1 0 0,1 1 1 0 0,0 0 0 0 0,0 0-1 0 0,0-1 1 0 0,-1 1 0 0 0,1 0-1 0 0,0-1 1 0 0,0 3 0 0 0,-4 22 848 0 0,4-22-721 0 0,-11 178 3495 0 0,2-27-2905 0 0,7-133-705 0 0,2-8 72 0 0,-1 0-1 0 0,-1 0 1 0 0,0 0-1 0 0,-1 0 1 0 0,-5 13-1 0 0,8-25-158 0 0,0-1 0 0 0,0 1 0 0 0,0-1 0 0 0,-1 1 0 0 0,1-1-1 0 0,0 1 1 0 0,0-1 0 0 0,0 0 0 0 0,-1 1 0 0 0,1-1-1 0 0,0 1 1 0 0,0-1 0 0 0,-1 0 0 0 0,1 1 0 0 0,0-1 0 0 0,-1 0-1 0 0,1 1 1 0 0,0-1 0 0 0,-1 0 0 0 0,1 1 0 0 0,-1-1 0 0 0,1 0-1 0 0,0 0 1 0 0,-1 0 0 0 0,1 1 0 0 0,-1-1 0 0 0,1 0-1 0 0,-1 0 1 0 0,1 0 0 0 0,-1 0 0 0 0,1 0 0 0 0,-1 0 0 0 0,1 0-1 0 0,-1 0 1 0 0,1 0 0 0 0,0 0 0 0 0,-1 0 0 0 0,1 0 0 0 0,-1 0-1 0 0,1 0 1 0 0,-1-1 0 0 0,1 1 0 0 0,-1 0 0 0 0,1 0 0 0 0,0 0-1 0 0,-1-1 1 0 0,0 1 0 0 0,0-1 0 0 0,0 0 1 0 0,-1-1 0 0 0,1 1-1 0 0,0 0 1 0 0,0-1-1 0 0,0 1 1 0 0,0-1-1 0 0,0 1 1 0 0,0-1-1 0 0,-1-1 1 0 0,-1-9 3 0 0,-1-1 0 0 0,2 1 0 0 0,0 0 0 0 0,0-1 1 0 0,1-18-1 0 0,5-65-18 0 0,-3 78 12 0 0,3-33-18 0 0,3 1 0 0 0,1 0 0 0 0,3 0 0 0 0,2 1 0 0 0,2 0 0 0 0,37-79-1 0 0,-38 100 0 0 0,1 0-1 0 0,2 1 0 0 0,0 1 0 0 0,2 0 1 0 0,1 2-1 0 0,0 0 0 0 0,2 1 0 0 0,1 1 0 0 0,1 1 1 0 0,0 1-1 0 0,54-32 0 0 0,-65 46 11 0 0,0-1 0 0 0,0 2 0 0 0,1 0 0 0 0,0 0 0 0 0,0 1 0 0 0,0 1 0 0 0,0 1 0 0 0,22-2 0 0 0,-31 4 1 0 0,0 0 0 0 0,0 0 0 0 0,0 0 0 0 0,0 1 0 0 0,-1 0 0 0 0,1 0 0 0 0,0 0-1 0 0,0 1 1 0 0,-1 0 0 0 0,1 0 0 0 0,-1 0 0 0 0,6 4 0 0 0,-7-4 1 0 0,0 1 1 0 0,0-1-1 0 0,-1 1 1 0 0,1 0-1 0 0,-1 0 1 0 0,0 0-1 0 0,1 0 1 0 0,-1 0-1 0 0,-1 1 1 0 0,1-1-1 0 0,-1 1 1 0 0,1-1-1 0 0,-1 1 1 0 0,0-1-1 0 0,0 1 1 0 0,0 0-1 0 0,-1 0 1 0 0,1 4-1 0 0,-1-2 13 0 0,0 1 0 0 0,-1 0 0 0 0,0 0 0 0 0,0-1 0 0 0,0 1 0 0 0,-1 0 0 0 0,-4 11 0 0 0,-23 43 13 0 0,11-31-20 0 0,-2-1-1 0 0,0-1 0 0 0,-2-1 0 0 0,-50 47 0 0 0,25-33-9 0 0,-99 66-1 0 0,141-104 7 0 0,1 0-1 0 0,-1 0 1 0 0,0 0-1 0 0,1 0 0 0 0,-1-1 1 0 0,-1 0-1 0 0,1 0 1 0 0,0 0-1 0 0,0-1 0 0 0,-1 0 1 0 0,1 0-1 0 0,-1 0 1 0 0,1-1-1 0 0,-1 0 0 0 0,1 0 1 0 0,-10-1-1 0 0,13 0-1 0 0,0 0 0 0 0,1 0-1 0 0,-1 0 1 0 0,0 0 0 0 0,1 0-1 0 0,-1 0 1 0 0,1-1 0 0 0,0 1-1 0 0,-1-1 1 0 0,1 1 0 0 0,0-1 0 0 0,0 0-1 0 0,0 1 1 0 0,0-1 0 0 0,0 0-1 0 0,0 0 1 0 0,1 1 0 0 0,-1-1 0 0 0,0 0-1 0 0,1 0 1 0 0,-1-3 0 0 0,-1-2-1 0 0,1 4-2 0 0,1 0 0 0 0,0 0 0 0 0,0 0 0 0 0,0 0 0 0 0,0 0 0 0 0,0 0 0 0 0,0 0 0 0 0,1 0 0 0 0,-1 0 0 0 0,1 0 0 0 0,0 0 0 0 0,0 0 0 0 0,0 0 0 0 0,1 1 0 0 0,-1-1 0 0 0,0 0 0 0 0,1 1 0 0 0,0-1 0 0 0,3-3-1 0 0,-3 4 4 0 0,0 1-1 0 0,1-1 0 0 0,-1 1 0 0 0,1-1 0 0 0,-1 1 1 0 0,1 0-1 0 0,-1 0 0 0 0,1 0 0 0 0,0 0 0 0 0,-1 1 0 0 0,1-1 1 0 0,0 1-1 0 0,0 0 0 0 0,0-1 0 0 0,-1 1 0 0 0,1 1 1 0 0,0-1-1 0 0,0 0 0 0 0,-1 1 0 0 0,1-1 0 0 0,0 1 0 0 0,0 0 1 0 0,-1 0-1 0 0,1 0 0 0 0,-1 0 0 0 0,1 0 0 0 0,-1 0 1 0 0,1 1-1 0 0,-1-1 0 0 0,0 1 0 0 0,0 0 0 0 0,0 0 0 0 0,0 0 1 0 0,0 0-1 0 0,0 0 0 0 0,2 3 0 0 0,5 6 5 0 0,-1 1 0 0 0,0 0 0 0 0,-1 1 0 0 0,0-1 0 0 0,-1 1 0 0 0,7 20 0 0 0,19 86 33 0 0,-24-79-22 0 0,19 49 0 0 0,-23-79-177 0 0,0 0-1 0 0,1-1 1 0 0,0 0-1 0 0,0 0 1 0 0,1 0-1 0 0,0 0 1 0 0,1-1-1 0 0,0 0 1 0 0,0 0-1 0 0,1-1 1 0 0,10 8-1 0 0,-14-12 5 0 0,1 0-1 0 0,0 0 1 0 0,0-1-1 0 0,0 1 0 0 0,0-1 1 0 0,0 0-1 0 0,0 0 1 0 0,1-1-1 0 0,-1 0 0 0 0,1 0 1 0 0,-1 0-1 0 0,1 0 0 0 0,-1-1 1 0 0,1 0-1 0 0,-1 0 1 0 0,1-1-1 0 0,0 0 0 0 0,-1 0 1 0 0,0 0-1 0 0,1 0 1 0 0,-1-1-1 0 0,10-4 0 0 0,1-2 26 0 0,0 0 1 0 0,-1-2-1 0 0,0 0 0 0 0,0 0 0 0 0,-1-2 0 0 0,-1 0 0 0 0,0 0 0 0 0,0-1 0 0 0,-2-1 0 0 0,13-17 1 0 0,-10 11 296 0 0,-2 0 0 0 0,0-1 1 0 0,-2 0-1 0 0,0-1 1 0 0,-1 0-1 0 0,-2-1 1 0 0,7-29-1 0 0,-12 44 57 0 0,0-1 0 0 0,-1 1-1 0 0,-1 0 1 0 0,1-12 0 0 0,-2 18-162 0 0,1-1 0 0 0,0 0 0 0 0,-1 1 0 0 0,1-1 1 0 0,-1 1-1 0 0,0-1 0 0 0,0 1 0 0 0,0-1 0 0 0,0 1 0 0 0,0 0 0 0 0,0 0 0 0 0,-1-1 0 0 0,1 1 0 0 0,-1 0 1 0 0,1 0-1 0 0,-4-3 0 0 0,4 5-48 0 0,0-1 0 0 0,0 1 0 0 0,0 0 1 0 0,0-1-1 0 0,0 1 0 0 0,0 0 0 0 0,0-1 0 0 0,0 1 1 0 0,-1 0-1 0 0,1 0 0 0 0,0 0 0 0 0,0 0 0 0 0,0 0 1 0 0,0 0-1 0 0,0 0 0 0 0,0 1 0 0 0,0-1 1 0 0,0 0-1 0 0,-2 1 0 0 0,-18 7 106 0 0,20-7-109 0 0,-10 5 38 0 0,1 1 0 0 0,-1 0 0 0 0,1 0 0 0 0,0 1 0 0 0,1 1-1 0 0,0 0 1 0 0,0 0 0 0 0,-13 19 0 0 0,3-1 0 0 0,1 1 1 0 0,-16 35-1 0 0,26-48-22 0 0,2 0 0 0 0,0 1 0 0 0,1 0-1 0 0,0 0 1 0 0,-3 26 0 0 0,7-37-13 0 0,0 0 0 0 0,0 0 0 0 0,1 1 0 0 0,0-1 0 0 0,0 0 0 0 0,0 0 0 0 0,1 1 0 0 0,0-1 0 0 0,0 0 0 0 0,0 0 0 0 0,1 0 0 0 0,-1 0 0 0 0,1 0 0 0 0,1 0 0 0 0,-1 0 0 0 0,0-1 0 0 0,1 1 0 0 0,0-1 1 0 0,0 0-1 0 0,1 0 0 0 0,5 6 0 0 0,-7-8-11 0 0,0 0 0 0 0,1-1 1 0 0,-1 1-1 0 0,1-1 0 0 0,0 1 0 0 0,-1-1 1 0 0,1 0-1 0 0,0 0 0 0 0,0 0 1 0 0,0 0-1 0 0,0-1 0 0 0,-1 1 1 0 0,1-1-1 0 0,0 1 0 0 0,0-1 0 0 0,0 0 1 0 0,0 0-1 0 0,0-1 0 0 0,0 1 1 0 0,0-1-1 0 0,0 1 0 0 0,0-1 1 0 0,0 0-1 0 0,0 0 0 0 0,0 0 1 0 0,-1 0-1 0 0,1-1 0 0 0,0 1 0 0 0,-1-1 1 0 0,1 0-1 0 0,1-2 0 0 0,3-1-5 0 0,0-1 0 0 0,-1 0-1 0 0,0-1 1 0 0,-1 1-1 0 0,1-1 1 0 0,-1 0 0 0 0,-1 0-1 0 0,1-1 1 0 0,4-12 0 0 0,19-54 4 0 0,18-80 0 0 0,-39 140-19 0 0,-1 11-4 0 0,-5 5 21 0 0,0-1 0 0 0,0 0 0 0 0,0 0 0 0 0,0 0 0 0 0,0 1 0 0 0,0-1 0 0 0,-1 0-1 0 0,1 1 1 0 0,-1-1 0 0 0,1 1 0 0 0,-1-1 0 0 0,1 1 0 0 0,-1-1 0 0 0,0 1-1 0 0,0 1 1 0 0,8 56-11 0 0,9 50 51 0 0,-13-94-15 0 0,0 0 0 0 0,1 0 0 0 0,1 0 1 0 0,14 28-1 0 0,-18-41-25 0 0,0 0 1 0 0,0 0-1 0 0,-1 0 0 0 0,1 0 0 0 0,0 0 1 0 0,0 0-1 0 0,1-1 0 0 0,3 3 1 0 0,-4-2-10 0 0,15-8-5 0 0,-13 3 13 0 0,-1 0-1 0 0,1 0 1 0 0,-1 0 0 0 0,1-1 0 0 0,-1 0-1 0 0,0 0 1 0 0,0 1 0 0 0,-1-2-1 0 0,1 1 1 0 0,-1 0 0 0 0,0 0-1 0 0,0-1 1 0 0,2-7 0 0 0,2-1 2 0 0,4-10-2 0 0,41-80 3 0 0,-43 89-3 0 0,0 0 1 0 0,1 1 0 0 0,1 0-1 0 0,1 1 1 0 0,12-13-1 0 0,-21 23 2 0 0,0 0-1 0 0,1 0 0 0 0,-1 0 1 0 0,1 0-1 0 0,-1 0 0 0 0,1 1 1 0 0,0-1-1 0 0,0 1 1 0 0,-1 0-1 0 0,1 0 0 0 0,0 0 1 0 0,0 0-1 0 0,0 0 0 0 0,0 1 1 0 0,0-1-1 0 0,0 1 0 0 0,1 0 1 0 0,-1 0-1 0 0,0 0 1 0 0,0 0-1 0 0,0 1 0 0 0,0-1 1 0 0,0 1-1 0 0,6 1 0 0 0,-5 0 1 0 0,0 1 0 0 0,0-1 0 0 0,0 0 1 0 0,0 1-1 0 0,-1 0 0 0 0,1 0 0 0 0,-1 0 0 0 0,0 0 0 0 0,0 1 0 0 0,0-1 0 0 0,0 1 0 0 0,0 0 0 0 0,-1 0 0 0 0,0 0 0 0 0,1 0 0 0 0,0 5 0 0 0,1 0 7 0 0,-1 0 0 0 0,-1 0 1 0 0,0 0-1 0 0,0 0 0 0 0,0 0 0 0 0,-1 0 1 0 0,-1 1-1 0 0,0-1 0 0 0,0 1 0 0 0,-1-1 1 0 0,0 0-1 0 0,0 0 0 0 0,-1 1 0 0 0,0-1 0 0 0,-1 0 1 0 0,0 0-1 0 0,0-1 0 0 0,-1 1 0 0 0,0-1 1 0 0,-1 0-1 0 0,0 0 0 0 0,0 0 0 0 0,-1 0 1 0 0,0-1-1 0 0,-8 8 0 0 0,13-14-3 0 0,1 0-1 0 0,-1-1 1 0 0,1 1 0 0 0,-1 0 0 0 0,1-1 0 0 0,-1 1-1 0 0,0 0 1 0 0,1-1 0 0 0,-1 1 0 0 0,0-1-1 0 0,0 1 1 0 0,1-1 0 0 0,-1 0 0 0 0,0 1-1 0 0,0-1 1 0 0,0 0 0 0 0,0 1 0 0 0,1-1-1 0 0,-1 0 1 0 0,0 0 0 0 0,0 0 0 0 0,0 0-1 0 0,0 0 1 0 0,0 0 0 0 0,0 0 0 0 0,1 0-1 0 0,-3-1 1 0 0,3 1-4 0 0,-1-1 0 0 0,0 0 0 0 0,1 0 0 0 0,-1 1 0 0 0,1-1-1 0 0,-1 0 1 0 0,1 0 0 0 0,0 0 0 0 0,-1 0 0 0 0,1 0 0 0 0,0 0 0 0 0,0 0 0 0 0,0 0 0 0 0,-1 0-1 0 0,1 0 1 0 0,0 0 0 0 0,0 0 0 0 0,0 0 0 0 0,1 0 0 0 0,-1 0 0 0 0,0 0 0 0 0,0 0 0 0 0,0 1-1 0 0,1-2 1 0 0,5-19 3 0 0,1 1-1 0 0,1 0 1 0 0,1 1-1 0 0,0 0 1 0 0,17-25-1 0 0,-3 5 0 0 0,-7 12-10 0 0,1 0 0 0 0,2 1-1 0 0,0 1 1 0 0,2 1 0 0 0,1 1-1 0 0,0 1 1 0 0,27-20 0 0 0,-39 35 12 0 0,1 0 1 0 0,16-7 0 0 0,-23 12-5 0 0,-3 1 1 0 0,1 1 1 0 0,-1-1-1 0 0,0 1 1 0 0,0 0-1 0 0,0-1 1 0 0,1 1 0 0 0,-1 0-1 0 0,0 0 1 0 0,0 0-1 0 0,0 0 1 0 0,1 0 0 0 0,-1 0-1 0 0,0 1 1 0 0,0-1-1 0 0,0 0 1 0 0,1 0-1 0 0,-1 1 1 0 0,0-1 0 0 0,0 1-1 0 0,0-1 1 0 0,0 1-1 0 0,0 0 1 0 0,0-1-1 0 0,1 2 1 0 0,0 0 1 0 0,0-1-1 0 0,0 1 1 0 0,0 0 0 0 0,0 0-1 0 0,0 0 1 0 0,-1 0 0 0 0,1 1 0 0 0,-1-1-1 0 0,3 4 1 0 0,-2 0 1 0 0,-1 1 0 0 0,1-1 0 0 0,-1 1 1 0 0,0-1-1 0 0,-1 1 0 0 0,1 0 0 0 0,-1-1 0 0 0,-1 1 0 0 0,-1 10 0 0 0,-13 60 25 0 0,14-74-26 0 0,-4 15 4 0 0,-18 89 22 0 0,20-91 0 0 0,1 1 0 0 0,1-1 0 0 0,1 0 0 0 0,2 27 0 0 0,-2-41-22 0 0,1 0 0 0 0,-1 0 0 0 0,0 0-1 0 0,1 0 1 0 0,0 0 0 0 0,-1 0 0 0 0,1 0-1 0 0,0 0 1 0 0,0 0 0 0 0,0-1 0 0 0,0 1-1 0 0,0 0 1 0 0,0-1 0 0 0,1 1 0 0 0,-1-1-1 0 0,0 1 1 0 0,1-1 0 0 0,0 1-1 0 0,-1-1 1 0 0,1 0 0 0 0,0 0 0 0 0,-1 0-1 0 0,1 0 1 0 0,0 0 0 0 0,0 0 0 0 0,0-1-1 0 0,0 1 1 0 0,0 0 0 0 0,0-1 0 0 0,0 0-1 0 0,0 1 1 0 0,0-1 0 0 0,0 0 0 0 0,0 0-1 0 0,0 0 1 0 0,0 0 0 0 0,0-1 0 0 0,0 1-1 0 0,2-1 1 0 0,4 0-1 0 0,0-1-1 0 0,-1 0 1 0 0,1-1-1 0 0,-1 0 1 0 0,1 0-1 0 0,-1 0 1 0 0,0-1-1 0 0,13-9 1 0 0,-3-2-9 0 0,0 0 1 0 0,-1-2-1 0 0,-1 0 0 0 0,0 0 0 0 0,-1-2 1 0 0,-1 0-1 0 0,16-32 0 0 0,61-153-45 0 0,-80 177 49 0 0,133-393-200 0 0,-134 391 174 0 0,0-1-50 0 0,-9 30 75 0 0,0 0 0 0 0,0 0 0 0 0,0 0 0 0 0,0 0 0 0 0,0 0 0 0 0,0 0 0 0 0,-1 0 0 0 0,1 0 0 0 0,0 0 0 0 0,0 0 0 0 0,0 0 0 0 0,0 0 0 0 0,0 0 0 0 0,0 0 0 0 0,0 0 0 0 0,0 0 0 0 0,-7 17 18 0 0,-5 23 26 0 0,1-1 0 0 0,2 1-1 0 0,-4 52 1 0 0,2-17-2 0 0,-94 568 273 0 0,78-504 845 0 0,24-131-673 0 0,0-16-369 0 0,1-15-92 0 0,6-18-22 0 0,2 1 0 0 0,2 0 0 0 0,2 1 0 0 0,1 0 0 0 0,3 1 0 0 0,0 0 0 0 0,37-66 0 0 0,-38 81-7 0 0,2 1 1 0 0,0 1 0 0 0,1 0-1 0 0,1 1 1 0 0,32-29 0 0 0,-36 37-1 0 0,1 1 1 0 0,-1 1 0 0 0,2 0-1 0 0,0 1 1 0 0,0 0-1 0 0,0 1 1 0 0,1 1-1 0 0,0 1 1 0 0,25-7 0 0 0,-38 12 0 0 0,1 0-1 0 0,0 1 1 0 0,-1 0 0 0 0,1-1 0 0 0,0 1 0 0 0,-1 1 0 0 0,1-1 0 0 0,0 0 0 0 0,-1 1 0 0 0,1 0 0 0 0,-1 0 0 0 0,1 0 0 0 0,-1 0 0 0 0,7 4 0 0 0,-9-4 4 0 0,1 0 0 0 0,-1 0 0 0 0,0 0 0 0 0,0 0 0 0 0,0 0 0 0 0,1 0 0 0 0,-1 1-1 0 0,0-1 1 0 0,0 0 0 0 0,-1 1 0 0 0,1-1 0 0 0,0 1 0 0 0,0-1 0 0 0,-1 1 0 0 0,1-1 0 0 0,-1 1-1 0 0,1-1 1 0 0,-1 1 0 0 0,0 0 0 0 0,1-1 0 0 0,-1 1 0 0 0,0-1 0 0 0,0 1 0 0 0,0 0 0 0 0,-1-1 0 0 0,1 1-1 0 0,0 0 1 0 0,0-1 0 0 0,-1 1 0 0 0,1-1 0 0 0,-1 1 0 0 0,0 0 0 0 0,1-1 0 0 0,-3 3 0 0 0,-3 8 2 0 0,-1 0 0 0 0,-1-1 0 0 0,0 0 0 0 0,0-1 0 0 0,-1 1 0 0 0,0-2 0 0 0,-1 1 0 0 0,-13 9 1 0 0,1-2 7 0 0,-2-1 1 0 0,-46 25-1 0 0,63-38-10 0 0,0 0 0 0 0,0 0 0 0 0,0-1-1 0 0,0 1 1 0 0,-1-2 0 0 0,1 1 0 0 0,0-1-1 0 0,-1 0 1 0 0,1 0 0 0 0,-14-2 0 0 0,20 1-2 0 0,0 0 1 0 0,0 0-1 0 0,0 0 1 0 0,0-1-1 0 0,0 1 1 0 0,0 0-1 0 0,0-1 1 0 0,1 1-1 0 0,-1 0 0 0 0,0-1 1 0 0,0 0-1 0 0,0 1 1 0 0,0-1-1 0 0,0 1 1 0 0,1-1-1 0 0,-1 0 1 0 0,0 0-1 0 0,1 1 1 0 0,-1-1-1 0 0,0 0 0 0 0,1 0 1 0 0,-1 0-1 0 0,1 0 1 0 0,-1 0-1 0 0,1 0 1 0 0,0 0-1 0 0,-1 0 1 0 0,1 1-1 0 0,0-3 1 0 0,-1 2-2 0 0,1 1 1 0 0,0-1-1 0 0,0 0 1 0 0,0 1 0 0 0,0-1-1 0 0,0 0 1 0 0,1 1 0 0 0,-1-1-1 0 0,0 1 1 0 0,0-1-1 0 0,0 0 1 0 0,0 1 0 0 0,1-1-1 0 0,-1 1 1 0 0,0-1 0 0 0,1 1-1 0 0,-1-1 1 0 0,0 0-1 0 0,1 1 1 0 0,-1-1 0 0 0,1 1-1 0 0,-1 0 1 0 0,1-1 0 0 0,-1 1-1 0 0,1-1 1 0 0,-1 1-1 0 0,1 0 1 0 0,-1-1 0 0 0,1 1-1 0 0,-1 0 1 0 0,1 0 0 0 0,0-1-1 0 0,-1 1 1 0 0,1 0 0 0 0,-1 0-1 0 0,1 0 1 0 0,0 0-1 0 0,-1 0 1 0 0,1 0 0 0 0,0 0-1 0 0,-1 0 1 0 0,2 0 0 0 0,4 1 0 0 0,1 1 0 0 0,-1-1 0 0 0,0 2 1 0 0,1-1-1 0 0,-1 0 0 0 0,0 1 1 0 0,-1 0-1 0 0,1 1 0 0 0,0-1 1 0 0,-1 1-1 0 0,0 0 0 0 0,0 0 0 0 0,0 1 1 0 0,0 0-1 0 0,-1 0 0 0 0,4 5 1 0 0,12 16 13 0 0,-1 1 0 0 0,15 31 1 0 0,-8-15 2 0 0,-13-22-2 0 0,21 25 1 0 0,-29-40-2 0 0,1 0 1 0 0,0 0 0 0 0,1 0-1 0 0,-1 0 1 0 0,1-1-1 0 0,0 0 1 0 0,10 4 0 0 0,-14-8-207 0 0,0-1 0 0 0,0 1-1 0 0,0-1 1 0 0,0 0 0 0 0,1 0 0 0 0,-1 0 0 0 0,0 0 0 0 0,0 0 0 0 0,0-1 0 0 0,0 1 0 0 0,0-1 0 0 0,0 0 0 0 0,0 0 0 0 0,0 0 0 0 0,0 0 0 0 0,0-1 0 0 0,-1 1 0 0 0,1-1 0 0 0,0 0 0 0 0,-1 0 0 0 0,0 0 0 0 0,1 0 0 0 0,1-2 0 0 0,24-31-7498 0 0,-20 21 1984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7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249 642 2196 0 0,'15'-39'6202'0'0,"2"-18"-1266"0"0,-17 56-4906 0 0,0 0 0 0 0,1 0 1 0 0,-1 0-1 0 0,0 0 0 0 0,0 0 0 0 0,0 0 1 0 0,0 0-1 0 0,0 0 0 0 0,0 0 0 0 0,0-1 1 0 0,0 1-1 0 0,0 0 0 0 0,-1 0 0 0 0,1 0 1 0 0,0 0-1 0 0,-1 0 0 0 0,1 0 0 0 0,0 0 1 0 0,-1 0-1 0 0,0 0 0 0 0,1 0 0 0 0,-1 0 1 0 0,1 1-1 0 0,-1-1 0 0 0,0 0 0 0 0,0 0 1 0 0,0 0-1 0 0,1 1 0 0 0,-1-1 0 0 0,0 0 0 0 0,0 1 1 0 0,0-1-1 0 0,0 1 0 0 0,0-1 0 0 0,0 1 1 0 0,0 0-1 0 0,0-1 0 0 0,0 1 0 0 0,0 0 1 0 0,0 0-1 0 0,-1-1 0 0 0,1 1 0 0 0,0 0 1 0 0,-2 0-1 0 0,-3 0-1 0 0,-1 1 1 0 0,1-1-1 0 0,0 1 0 0 0,0 0 0 0 0,-1 0 1 0 0,-6 3-1 0 0,-2 2 32 0 0,1 0-1 0 0,0 0 0 0 0,0 2 1 0 0,1 0-1 0 0,0 0 1 0 0,0 1-1 0 0,-17 16 1 0 0,22-18-38 0 0,1 0 1 0 0,0 1-1 0 0,1-1 0 0 0,0 1 1 0 0,0 0-1 0 0,0 1 0 0 0,1 0 1 0 0,1-1-1 0 0,-1 1 0 0 0,1 1 1 0 0,1-1-1 0 0,-5 18 0 0 0,8-24-15 0 0,-1 1 0 0 0,1-1 0 0 0,0 0-1 0 0,0 1 1 0 0,0-1 0 0 0,0 0-1 0 0,1 1 1 0 0,0-1 0 0 0,-1 0 0 0 0,1 1-1 0 0,0-1 1 0 0,0 0 0 0 0,1 0-1 0 0,-1 0 1 0 0,1 0 0 0 0,0 0 0 0 0,-1 0-1 0 0,1 0 1 0 0,0-1 0 0 0,1 1 0 0 0,-1 0-1 0 0,0-1 1 0 0,1 0 0 0 0,-1 0-1 0 0,1 0 1 0 0,0 0 0 0 0,0 0 0 0 0,0 0-1 0 0,0-1 1 0 0,0 1 0 0 0,0-1-1 0 0,4 1 1 0 0,2 1-2 0 0,0 0 0 0 0,1-1 0 0 0,-1 0 0 0 0,0-1 0 0 0,1 0 0 0 0,-1 0 0 0 0,1-1 0 0 0,-1 0 0 0 0,0-1 0 0 0,15-2 0 0 0,-11-1 0 0 0,1 0-1 0 0,-1-1 0 0 0,0-1 1 0 0,-1 0-1 0 0,1 0 0 0 0,-1-1 1 0 0,0-1-1 0 0,-1 0 1 0 0,0 0-1 0 0,0-1 0 0 0,-1-1 1 0 0,0 0-1 0 0,0 0 1 0 0,-1-1-1 0 0,-1 0 0 0 0,0-1 1 0 0,0 1-1 0 0,6-15 0 0 0,-7 11-1 0 0,0 0-1 0 0,-2 0 1 0 0,1 0-1 0 0,-2 0 1 0 0,0-1-1 0 0,0 0 1 0 0,-2 0-1 0 0,0 0 0 0 0,-1 0 1 0 0,0 0-1 0 0,-2 0 1 0 0,0 0-1 0 0,0 0 1 0 0,-2 0-1 0 0,-6-26 0 0 0,8 41-6 0 0,1-1 2 0 0,0 0-1 0 0,-1 1 1 0 0,1-1 0 0 0,-1 0-1 0 0,0 1 1 0 0,1-1 0 0 0,-1 1-1 0 0,0-1 1 0 0,0 1-1 0 0,0-1 1 0 0,0 1 0 0 0,0-1-1 0 0,0 1 1 0 0,0 0 0 0 0,-1 0-1 0 0,1 0 1 0 0,-1 0 0 0 0,1-1-1 0 0,0 2 1 0 0,-3-2-1 0 0,-19-3-31 0 0,15 7 25 0 0,4 0 2 0 0,-1 0 3 0 0,0 1 0 0 0,0-1 0 0 0,0 1 0 0 0,0 0 1 0 0,1 1-1 0 0,-1-1 0 0 0,1 1 0 0 0,0-1 0 0 0,0 1 0 0 0,0 1 0 0 0,0-1 0 0 0,-4 8 0 0 0,-1 1-6 0 0,1 1-1 0 0,0 0 1 0 0,-6 16-1 0 0,9-19 12 0 0,1 0 0 0 0,0 0 0 0 0,1 0 0 0 0,1 1 0 0 0,-1-1 0 0 0,2 1 0 0 0,-1-1 0 0 0,2 1 0 0 0,0 15 0 0 0,1-22-1 0 0,0 0 1 0 0,-1-1 0 0 0,2 1 0 0 0,-1-1 0 0 0,0 1 0 0 0,1-1-1 0 0,0 1 1 0 0,0-1 0 0 0,1 0 0 0 0,-1 0 0 0 0,1 0-1 0 0,0 0 1 0 0,0 0 0 0 0,0-1 0 0 0,0 1 0 0 0,0-1-1 0 0,1 0 1 0 0,0 0 0 0 0,0 0 0 0 0,-1 0 0 0 0,2-1 0 0 0,-1 0-1 0 0,0 0 1 0 0,0 0 0 0 0,8 2 0 0 0,5 1 1 0 0,1-1 0 0 0,0-1 0 0 0,0 0 0 0 0,0-1 1 0 0,1-2-1 0 0,-1 1 0 0 0,0-2 0 0 0,0-1 0 0 0,0 0 0 0 0,30-8 1 0 0,-12 1 2 0 0,-1-2 1 0 0,0-2 0 0 0,-1-1 0 0 0,41-23-1 0 0,-39 15-13 0 0,-2-2 0 0 0,0-1 0 0 0,-2-1 0 0 0,-1-2 0 0 0,-1-1 0 0 0,-1-2 0 0 0,-2 0 0 0 0,-1-2 0 0 0,-2-1 0 0 0,-1-1 0 0 0,-1-1 0 0 0,-3-1 0 0 0,20-50 0 0 0,-36 81 2 0 0,1-3-5 0 0,0 0 0 0 0,-1 0 0 0 0,0-1 0 0 0,0 1 0 0 0,-1-1 0 0 0,-1 1 0 0 0,1-1 0 0 0,-1-17-1 0 0,-1 26 12 0 0,0 0-1 0 0,0 1 0 0 0,0-1 1 0 0,0 0-1 0 0,0 0 0 0 0,0 1 1 0 0,0-1-1 0 0,0 0 0 0 0,-1 1 1 0 0,1-1-1 0 0,0 0 0 0 0,0 1 1 0 0,0-1-1 0 0,-1 1 0 0 0,1-1 1 0 0,-1 0-1 0 0,1 1 0 0 0,0-1 0 0 0,-1 1 1 0 0,1-1-1 0 0,-1 1 0 0 0,1-1 1 0 0,-1 1-1 0 0,1-1 0 0 0,-1 1 1 0 0,1 0-1 0 0,-1-1 0 0 0,0 1 1 0 0,1 0-1 0 0,-1-1 0 0 0,0 1 1 0 0,1 0-1 0 0,-1 0 0 0 0,0 0 1 0 0,1 0-1 0 0,-1-1 0 0 0,0 1 0 0 0,1 0 1 0 0,-1 0-1 0 0,0 0 0 0 0,1 0 1 0 0,-1 1-1 0 0,-1-1 0 0 0,0 1 5 0 0,0 0 0 0 0,0 0-1 0 0,0 0 1 0 0,0 0-1 0 0,1 0 1 0 0,-1 1 0 0 0,0-1-1 0 0,-2 3 1 0 0,-7 8 114 0 0,0 1 0 0 0,1 1 0 0 0,0 0 0 0 0,1 0 0 0 0,-12 26 0 0 0,-28 81 512 0 0,47-114-606 0 0,-82 236 907 0 0,11 3 0 0 0,11 3 0 0 0,10 3 0 0 0,-32 446 0 0 0,77-594-765 0 0,1-33-26 0 0,6 137 1 0 0,1-205-127 0 0,3 23 94 0 0,-4-25-102 0 0,0 0 0 0 0,1 0-1 0 0,-1 1 1 0 0,1-1 0 0 0,-1 0 0 0 0,1 0 0 0 0,-1 0 0 0 0,1 0 0 0 0,0 0 0 0 0,-1 0 0 0 0,1 0 0 0 0,0 0 0 0 0,0 0 0 0 0,0 0 0 0 0,0 0 0 0 0,0 0 0 0 0,0-1 0 0 0,2 2 0 0 0,-1-1 0 0 0,0 0 1 0 0,1-1-1 0 0,-1 1 1 0 0,0-1-1 0 0,1 0 1 0 0,-1 1 0 0 0,1-1-1 0 0,-1 0 1 0 0,0 0-1 0 0,1-1 1 0 0,-1 1-1 0 0,1 0 1 0 0,-1-1-1 0 0,0 1 1 0 0,5-3 0 0 0,-2 1 2 0 0,0-1 0 0 0,0 0 0 0 0,0 0 0 0 0,-1 0 0 0 0,1 0 0 0 0,6-7 0 0 0,2-4-6 0 0,-1 0 0 0 0,0-1 0 0 0,11-18 0 0 0,-14 18-25 0 0,-1 1-1 0 0,-1-1 1 0 0,0 0 0 0 0,-1-1-1 0 0,0 1 1 0 0,-2-1 0 0 0,1 0-1 0 0,-2-1 1 0 0,0 1 0 0 0,-1 0-1 0 0,-1-1 1 0 0,-1 0 0 0 0,0 1-1 0 0,-1-1 1 0 0,0 1 0 0 0,-2-1-1 0 0,0 1 1 0 0,-1 0-1 0 0,-7-20 1 0 0,1 10 20 0 0,-1-1 0 0 0,-2 1-1 0 0,0 1 1 0 0,-2 1 0 0 0,-1 0-1 0 0,0 0 1 0 0,-2 2 0 0 0,-1 0-1 0 0,-1 1 1 0 0,-29-24 0 0 0,-126-83-38 0 0,40 31 32 0 0,131 95 8 0 0,1-1 1 0 0,-1 0 0 0 0,1 0 0 0 0,0 0-1 0 0,-1-1 1 0 0,1 1 0 0 0,1-1-1 0 0,-1 0 1 0 0,1 1 0 0 0,-1-1-1 0 0,1 0 1 0 0,0-1 0 0 0,-2-4 0 0 0,4 5-7 0 0,-1 0 0 0 0,1 1 0 0 0,0-1 0 0 0,0 1 0 0 0,0-1 0 0 0,0 0 0 0 0,1 1 1 0 0,0-1-1 0 0,-1 1 0 0 0,1-1 0 0 0,0 1 0 0 0,1-1 0 0 0,-1 1 0 0 0,1-1 0 0 0,-1 1 0 0 0,1 0 1 0 0,2-3-1 0 0,10-12-158 0 0,0 1 1 0 0,1 0-1 0 0,1 2 1 0 0,0-1-1 0 0,1 2 1 0 0,21-14-1 0 0,-7 4-119 0 0,37-27-2283 0 0,121-67 0 0 0,-7 24-6452 0 0,-135 74 4589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8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360 168 1408 0 0,'2'-8'839'0'0,"0"-1"1"0"0,-1 0-1 0 0,0 1 1 0 0,0-1-1 0 0,-1 0 0 0 0,0 0 1 0 0,0 1-1 0 0,-1-1 0 0 0,-3-10 1 0 0,4 16-725 0 0,-1-1 1 0 0,0 0 0 0 0,0 1 0 0 0,0-1 0 0 0,-1 1-1 0 0,1-1 1 0 0,-1 1 0 0 0,0 0 0 0 0,0-1 0 0 0,0 1-1 0 0,0 0 1 0 0,-1 1 0 0 0,1-1 0 0 0,-1 0 0 0 0,0 1 0 0 0,1-1-1 0 0,-1 1 1 0 0,0 0 0 0 0,-1 0 0 0 0,1 0 0 0 0,0 0-1 0 0,-7-2 1 0 0,5 3-83 0 0,1 0 0 0 0,-1 1-1 0 0,0 0 1 0 0,1 0 0 0 0,-1 0 0 0 0,0 0-1 0 0,1 1 1 0 0,-1 0 0 0 0,1 0-1 0 0,-1 0 1 0 0,1 1 0 0 0,-1-1 0 0 0,-6 4-1 0 0,-3 2 20 0 0,1 1 0 0 0,-21 15 0 0 0,16-10-31 0 0,1 2 1 0 0,1 0 0 0 0,1 1 0 0 0,0 0 0 0 0,1 1 0 0 0,1 1 0 0 0,0 0 0 0 0,1 1-1 0 0,2 0 1 0 0,-12 26 0 0 0,21-40-16 0 0,-1 0 1 0 0,0 0-1 0 0,1 0 0 0 0,0 0 0 0 0,1 0 1 0 0,-1 0-1 0 0,1 0 0 0 0,0 0 0 0 0,0 1 0 0 0,0-1 1 0 0,1 0-1 0 0,0 0 0 0 0,0 0 0 0 0,0 0 1 0 0,1 0-1 0 0,-1 0 0 0 0,1 0 0 0 0,4 6 1 0 0,-5-8-3 0 0,1 0 0 0 0,0-1 0 0 0,1 1 0 0 0,-1-1 0 0 0,0 1 0 0 0,1-1 0 0 0,-1 0 0 0 0,1 0 0 0 0,-1 0 0 0 0,1 0 0 0 0,0 0 0 0 0,0-1 0 0 0,0 1 0 0 0,0-1 0 0 0,0 0 0 0 0,0 0 0 0 0,1 0 0 0 0,-1 0 0 0 0,0-1 0 0 0,1 1 0 0 0,-1-1 0 0 0,0 0 0 0 0,1 0 0 0 0,-1 0 0 0 0,0 0 0 0 0,0-1 0 0 0,1 1 1 0 0,-1-1-1 0 0,6-2 0 0 0,-1 0-1 0 0,0 0 1 0 0,0-1-1 0 0,0 0 1 0 0,-1-1-1 0 0,1 0 1 0 0,-1 0 0 0 0,0 0-1 0 0,-1-1 1 0 0,1 0-1 0 0,-1 0 1 0 0,0-1-1 0 0,-1 0 1 0 0,0 0-1 0 0,0 0 1 0 0,0 0 0 0 0,4-12-1 0 0,6-10-6 0 0,-2-2 0 0 0,18-61 1 0 0,-1-11 1274 0 0,-29 101-1072 0 0,1 8-148 0 0,-1-6-50 0 0,-1 0 0 0 0,0 1 0 0 0,1-1 0 0 0,-1 0 0 0 0,0 1 0 0 0,1-1 0 0 0,-1 0 0 0 0,0 1 0 0 0,0-1 0 0 0,1 1 0 0 0,-1-1 0 0 0,0 0 0 0 0,0 1 0 0 0,0-1 0 0 0,0 1 0 0 0,0-1 0 0 0,1 1 0 0 0,-1-1 0 0 0,0 1 0 0 0,0-1 0 0 0,0 1 0 0 0,0-1 0 0 0,0 0 0 0 0,0 1 0 0 0,-1 0 0 0 0,2 36 234 0 0,0-1 1 0 0,10 52 0 0 0,-9-76-208 0 0,1 0 1 0 0,0 0-1 0 0,1 0 1 0 0,0 0-1 0 0,1-1 1 0 0,0 1-1 0 0,1-1 1 0 0,0-1-1 0 0,0 1 1 0 0,1-1-1 0 0,11 12 1 0 0,-15-19-139 0 0,1 0 0 0 0,0 1 0 0 0,0-2 0 0 0,0 1 0 0 0,0 0 0 0 0,0-1 0 0 0,0 0 0 0 0,1 0 0 0 0,-1 0 0 0 0,1 0 0 0 0,-1-1 0 0 0,1 0 0 0 0,-1 0 1 0 0,10 1-1 0 0,-9-2-721 0 0,0 0 1 0 0,1 0 0 0 0,-1-1 0 0 0,0 0-1 0 0,0 0 1 0 0,1 0 0 0 0,-1 0 0 0 0,6-3-1 0 0,8-5-3919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29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62 536 0 0,'-8'-7'3806'0'0,"8"6"-3652"0"0,-1 1 0 0 0,0-1 0 0 0,0 1-1 0 0,1-1 1 0 0,-1 1 0 0 0,0-1-1 0 0,0 1 1 0 0,1-1 0 0 0,-1 0 0 0 0,1 0-1 0 0,-1 1 1 0 0,1-1 0 0 0,-1 0-1 0 0,1 0 1 0 0,-1 0 0 0 0,1 1 0 0 0,0-1-1 0 0,-1 0 1 0 0,1 0 0 0 0,0 0 0 0 0,0 0-1 0 0,0 0 1 0 0,-1 0 0 0 0,1 0-1 0 0,0 1 1 0 0,0-1 0 0 0,0 0 0 0 0,1 0-1 0 0,-1 0 1 0 0,0 0 0 0 0,1-1 0 0 0,15 7 410 0 0,-10-3-474 0 0,0 2 0 0 0,-1-1 0 0 0,1 0 0 0 0,-1 1 0 0 0,0 0 0 0 0,0 0 0 0 0,0 1 0 0 0,-1 0 1 0 0,1-1-1 0 0,-1 1 0 0 0,0 1 0 0 0,4 6 0 0 0,-2-2 27 0 0,-1 0 0 0 0,0 1 0 0 0,0 0 1 0 0,-1 0-1 0 0,5 19 0 0 0,-8-25-25 0 0,-1 1 1 0 0,1 0 0 0 0,-1 0-1 0 0,0 0 1 0 0,0-1 0 0 0,-1 1-1 0 0,1 0 1 0 0,-1 0 0 0 0,-1-1 0 0 0,1 1-1 0 0,-1-1 1 0 0,0 1 0 0 0,-4 8-1 0 0,2-6 69 0 0,-1 0 0 0 0,0 0 0 0 0,-1-1 0 0 0,1 1 0 0 0,-1-1 0 0 0,-1 0 0 0 0,-10 8 0 0 0,16-14-69 0 0,-3-1-4 0 0,4 0-86 0 0,-1 0 0 0 0,1 0 0 0 0,-1 0 0 0 0,1 0 0 0 0,-1 0 0 0 0,1 0-1 0 0,-1 0 1 0 0,1 0 0 0 0,-1 0 0 0 0,1 0 0 0 0,-1 0 0 0 0,1 0 0 0 0,-1-1 0 0 0,1 1 0 0 0,-1 0 0 0 0,1 0 0 0 0,-1-1 0 0 0,1 1 0 0 0,0 0 0 0 0,-1 0 0 0 0,0-1 0 0 0,1-2 3 0 0,-1 0 0 0 0,1 1 0 0 0,-1-1 0 0 0,1 0 0 0 0,0 1 0 0 0,0-1 0 0 0,0 0 1 0 0,0 0-1 0 0,0 1 0 0 0,1-1 0 0 0,-1 0 0 0 0,1 1 0 0 0,1-4 0 0 0,16-40 10 0 0,-9 28-7 0 0,-2-2-7 0 0,2 1-1 0 0,0 0 1 0 0,1 1-1 0 0,1 0 1 0 0,0 1-1 0 0,2 0 1 0 0,0 0-1 0 0,0 2 1 0 0,28-25-1 0 0,-38 37 0 0 0,1 0 1 0 0,1 1-1 0 0,-1-1 0 0 0,0 1 0 0 0,1-1 0 0 0,-1 1 0 0 0,1 0 0 0 0,-1 1 1 0 0,1-1-1 0 0,0 1 0 0 0,0 0 0 0 0,0 0 0 0 0,0 1 0 0 0,0 0 0 0 0,0-1 1 0 0,0 1-1 0 0,0 1 0 0 0,-1-1 0 0 0,1 1 0 0 0,0 0 0 0 0,0 0 0 0 0,0 0 1 0 0,0 1-1 0 0,8 4 0 0 0,-6-2 3 0 0,0 0-1 0 0,-1 0 1 0 0,0 1 0 0 0,0 0 0 0 0,0 0 0 0 0,0 0 0 0 0,-1 1-1 0 0,0 0 1 0 0,0 0 0 0 0,-1 0 0 0 0,0 1 0 0 0,0 0 0 0 0,0-1-1 0 0,-1 1 1 0 0,4 10 0 0 0,-3-6 5 0 0,-1 0-1 0 0,0 0 1 0 0,0 1 0 0 0,0 16-1 0 0,-2-23-2 0 0,-1 1-1 0 0,-1-1 1 0 0,1 1-1 0 0,-1-1 0 0 0,0 0 1 0 0,0 1-1 0 0,0-1 1 0 0,-1 0-1 0 0,1 1 1 0 0,-1-1-1 0 0,-5 7 0 0 0,0 2 29 0 0,6-11-28 0 0,-1 0-1 0 0,1 0 1 0 0,0-1-1 0 0,-1 1 1 0 0,0-1-1 0 0,0 0 1 0 0,1 1-1 0 0,-1-1 1 0 0,0 0-1 0 0,-1 0 1 0 0,-2 2-1 0 0,4-3 21 0 0,0-1-25 0 0,1 0 0 0 0,-1-1 0 0 0,1 1 1 0 0,-1 0-1 0 0,1-1 0 0 0,0 1 0 0 0,-1 0 0 0 0,1-1 1 0 0,0 1-1 0 0,-1-1 0 0 0,1 1 0 0 0,0-1 0 0 0,-1 1 1 0 0,1-1-1 0 0,0 1 0 0 0,0-1 0 0 0,0 1 1 0 0,-1-1-1 0 0,1 1 0 0 0,0-1 0 0 0,0 1 0 0 0,0-1 1 0 0,0 1-1 0 0,0-1 0 0 0,0 1 0 0 0,0-1 0 0 0,0 1 1 0 0,0-1-1 0 0,0 1 0 0 0,0-1 0 0 0,1 1 1 0 0,-1-1-1 0 0,0 1 0 0 0,0-1 0 0 0,0 1 0 0 0,1-1 1 0 0,0 0-1 0 0,6-22-6 0 0,4 1 1 0 0,1 0 0 0 0,1 0 0 0 0,1 2 0 0 0,0-1 0 0 0,2 2 0 0 0,0 0 0 0 0,1 0 1 0 0,28-21-1 0 0,-34 31 5 0 0,1 2 0 0 0,0-1 0 0 0,1 2 0 0 0,0 0 0 0 0,23-8 0 0 0,-30 12-5 0 0,-3 1 14 0 0,0 0 0 0 0,1 1 0 0 0,-1 0 0 0 0,0-1 0 0 0,1 1 0 0 0,-1 1 0 0 0,1-1 0 0 0,-1 0 0 0 0,0 1-1 0 0,1 0 1 0 0,-1 0 0 0 0,0 0 0 0 0,0 0 0 0 0,1 0 0 0 0,-1 1 0 0 0,0-1 0 0 0,0 1 0 0 0,-1 0 0 0 0,1 0 0 0 0,0 0 0 0 0,0 0 0 0 0,-1 0 0 0 0,0 1 0 0 0,1-1 0 0 0,-1 1 0 0 0,0-1 0 0 0,0 1 0 0 0,0 0-1 0 0,0 0 1 0 0,1 4 0 0 0,-1 0 112 0 0,0 1 0 0 0,0-1 0 0 0,-1 1-1 0 0,0-1 1 0 0,0 1 0 0 0,0-1 0 0 0,-1 1 0 0 0,-1 0-1 0 0,-1 14 1 0 0,-4 4 84 0 0,-13 40-1 0 0,10-40-361 0 0,-5 30 0 0 0,12-46-336 0 0,-2 21-1396 0 0,4-30 1579 0 0,0 0-1 0 0,1 0 0 0 0,-1 1 0 0 0,0-1 0 0 0,0 0 0 0 0,1 0 1 0 0,-1 1-1 0 0,1-1 0 0 0,-1 0 0 0 0,1 0 0 0 0,0 0 0 0 0,-1 0 1 0 0,1 0-1 0 0,0 0 0 0 0,0 0 0 0 0,0 0 0 0 0,0 0 0 0 0,-1 0 1 0 0,1 0-1 0 0,0 0 0 0 0,2 0 0 0 0,9 4-4457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0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297 741 1856 0 0,'3'-8'1093'0'0,"-1"0"0"0"0,-1 0 0 0 0,0 0 0 0 0,0 0 0 0 0,0-12 0 0 0,-1 18-887 0 0,0-1-1 0 0,-1 0 1 0 0,1 0-1 0 0,-1 0 1 0 0,0 1 0 0 0,0-1-1 0 0,0 0 1 0 0,0 1-1 0 0,0-1 1 0 0,0 1 0 0 0,-1-1-1 0 0,1 1 1 0 0,-1 0-1 0 0,1 0 1 0 0,-1-1 0 0 0,0 1-1 0 0,0 0 1 0 0,-4-2-1 0 0,4 3-158 0 0,0 0 0 0 0,0 0 0 0 0,0 0 0 0 0,0 1 0 0 0,0-1 0 0 0,0 1 0 0 0,0-1 0 0 0,0 1 0 0 0,0 0 0 0 0,0 0 0 0 0,0 0 0 0 0,0 0 0 0 0,-1 0 0 0 0,1 1 0 0 0,0-1 0 0 0,0 1 0 0 0,-2 0 0 0 0,-34 14 220 0 0,20-3-229 0 0,1 1-1 0 0,1 0 1 0 0,0 1 0 0 0,1 0-1 0 0,1 2 1 0 0,0-1-1 0 0,1 2 1 0 0,1 0 0 0 0,0 0-1 0 0,1 1 1 0 0,1 1-1 0 0,-12 32 1 0 0,19-43-24 0 0,1-1 0 0 0,-1 0 0 0 0,2 1 1 0 0,-1-1-1 0 0,1 1 0 0 0,1-1 0 0 0,-1 15 0 0 0,1-20-10 0 0,1 1 0 0 0,-1-1-1 0 0,0 1 1 0 0,1-1 0 0 0,0 0-1 0 0,-1 1 1 0 0,1-1 0 0 0,0 0-1 0 0,0 1 1 0 0,1-1 0 0 0,-1 0-1 0 0,0 0 1 0 0,1 0 0 0 0,-1 0 0 0 0,1 0-1 0 0,-1-1 1 0 0,1 1 0 0 0,0 0-1 0 0,0-1 1 0 0,0 1 0 0 0,0-1-1 0 0,0 0 1 0 0,0 1 0 0 0,0-1 0 0 0,0 0-1 0 0,1 0 1 0 0,3 0 0 0 0,-2 0-5 0 0,1 0 1 0 0,0 0-1 0 0,0-1 1 0 0,-1 0 0 0 0,1 0-1 0 0,0 0 1 0 0,0 0-1 0 0,-1-1 1 0 0,1 0-1 0 0,0 0 1 0 0,-1 0 0 0 0,1-1-1 0 0,-1 1 1 0 0,1-1-1 0 0,-1 0 1 0 0,0 0 0 0 0,0-1-1 0 0,0 1 1 0 0,0-1-1 0 0,4-4 1 0 0,4-3-17 0 0,-1-1 0 0 0,0 0-1 0 0,0-1 1 0 0,14-22 0 0 0,-6 2 16 0 0,-1-1 1 0 0,-2-1-1 0 0,17-49 1 0 0,-28 72 32 0 0,5-19 21 0 0,-9 28 5 0 0,-10 28 208 0 0,-28 98 980 0 0,33-107-1168 0 0,1 0 0 0 0,0 1 0 0 0,2 0-1 0 0,0-1 1 0 0,2 23 0 0 0,-1-34-60 0 0,1-1 0 0 0,-1 1 0 0 0,2-1 0 0 0,-1 1 0 0 0,1-1 0 0 0,-1 0 0 0 0,1 0 0 0 0,1 0 0 0 0,-1 0 0 0 0,1 0 0 0 0,0 0 0 0 0,0 0 0 0 0,0-1 0 0 0,1 0 0 0 0,-1 1 0 0 0,1-1-1 0 0,6 4 1 0 0,-6-5-10 0 0,0-1-1 0 0,0 1 1 0 0,1-1-1 0 0,-1 0 0 0 0,0-1 1 0 0,1 1-1 0 0,-1-1 0 0 0,1 0 1 0 0,0 0-1 0 0,-1 0 0 0 0,1-1 1 0 0,0 1-1 0 0,0-1 1 0 0,-1 0-1 0 0,1-1 0 0 0,0 1 1 0 0,0-1-1 0 0,-1 0 0 0 0,1 0 1 0 0,6-3-1 0 0,1-1-7 0 0,-1 0-1 0 0,1-1 1 0 0,-1 0 0 0 0,-1-1-1 0 0,1 0 1 0 0,-1-1 0 0 0,-1 0-1 0 0,1 0 1 0 0,-1-1-1 0 0,-1 0 1 0 0,0-1 0 0 0,12-17-1 0 0,4-12-3 0 0,-1-1-1 0 0,18-44 1 0 0,-40 83 4 0 0,32-77-24 0 0,-3-2 0 0 0,31-127 0 0 0,11-173-198 0 0,-67 346 189 0 0,-5 32 21 0 0,-9 32 39 0 0,-7 38 580 0 0,3 1 0 0 0,-6 97 0 0 0,9-70-196 0 0,-2 5-3 0 0,4 1 0 0 0,11 191 0 0 0,-2-284-375 0 0,0 0-1 0 0,0 0 1 0 0,1 0-1 0 0,0-1 1 0 0,1 1-1 0 0,7 16 1 0 0,-9-23-24 0 0,1 1 0 0 0,0-1 0 0 0,-1 1 0 0 0,1-1 0 0 0,0 1 0 0 0,0-1 0 0 0,0 0 0 0 0,1 0 0 0 0,-1 0 1 0 0,0 0-1 0 0,1-1 0 0 0,-1 1 0 0 0,1-1 0 0 0,0 1 0 0 0,-1-1 0 0 0,1 0 0 0 0,0 0 0 0 0,0 0 1 0 0,0 0-1 0 0,0-1 0 0 0,0 1 0 0 0,0-1 0 0 0,0 0 0 0 0,3 0 0 0 0,3 0-6 0 0,-1-2-1 0 0,1 1 1 0 0,-1-1-1 0 0,0 0 1 0 0,1-1-1 0 0,-1 0 1 0 0,0 0-1 0 0,-1 0 1 0 0,1-1-1 0 0,-1-1 1 0 0,0 1-1 0 0,0-1 1 0 0,0 0-1 0 0,0-1 1 0 0,-1 0-1 0 0,10-11 1 0 0,5-7-9 0 0,-2-1 0 0 0,0-1 0 0 0,15-30 1 0 0,-13 20 4 0 0,-1-1 1 0 0,19-50 0 0 0,-34 72 2 0 0,0 0 1 0 0,-1 0-1 0 0,-1 0 0 0 0,0 0 0 0 0,-1-1 1 0 0,0 1-1 0 0,-1-1 0 0 0,-1 0 0 0 0,-3-20 1 0 0,3 32-3 0 0,-1 1 0 0 0,1 0 0 0 0,-1-1 1 0 0,0 1-1 0 0,0 0 0 0 0,0 0 1 0 0,0 0-1 0 0,-1 0 0 0 0,1 0 1 0 0,-1 0-1 0 0,0 0 0 0 0,0 1 0 0 0,0-1 1 0 0,0 1-1 0 0,0-1 0 0 0,-1 1 1 0 0,1 0-1 0 0,-1 0 0 0 0,1 0 1 0 0,-1 0-1 0 0,0 0 0 0 0,0 0 0 0 0,0 1 1 0 0,-3-2-1 0 0,2 2-1 0 0,0 0 0 0 0,0 1 0 0 0,0-1 0 0 0,0 1 0 0 0,0 0 0 0 0,0 0 0 0 0,0 0 0 0 0,1 1 0 0 0,-1-1 0 0 0,0 1 0 0 0,0 0 1 0 0,0 0-1 0 0,0 0 0 0 0,1 1 0 0 0,-1-1 0 0 0,1 1 0 0 0,-1 0 0 0 0,1 0 0 0 0,0 0 0 0 0,-5 4 0 0 0,6-4 0 0 0,-1 0 0 0 0,1 0 0 0 0,-1 0 0 0 0,1 1 0 0 0,0 0 0 0 0,0-1 0 0 0,0 1 0 0 0,0 0 1 0 0,0 0-1 0 0,1 0 0 0 0,-1 0 0 0 0,1 0 0 0 0,0 0 0 0 0,0 0 0 0 0,0 1 0 0 0,0-1 0 0 0,0 0 0 0 0,1 1 0 0 0,-1-1 0 0 0,1 0 1 0 0,0 1-1 0 0,0-1 0 0 0,1 0 0 0 0,-1 1 0 0 0,1-1 0 0 0,-1 0 0 0 0,1 1 0 0 0,0-1 0 0 0,0 0 0 0 0,1 0 0 0 0,-1 0 0 0 0,3 5 0 0 0,1 0 1 0 0,-1-1 0 0 0,1 0 0 0 0,0 0 0 0 0,1 0 0 0 0,0 0-1 0 0,0-1 1 0 0,0 0 0 0 0,1 0 0 0 0,-1-1 0 0 0,1 0-1 0 0,13 7 1 0 0,-5-6-3 0 0,0 0 0 0 0,1-1 0 0 0,-1-1 0 0 0,1 0 0 0 0,0-1 0 0 0,1-1-1 0 0,-1 0 1 0 0,0-1 0 0 0,0-1 0 0 0,1-1 0 0 0,-1 0 0 0 0,0-1 0 0 0,0-1 0 0 0,0 0 0 0 0,0-1-1 0 0,0-1 1 0 0,-1 0 0 0 0,0-1 0 0 0,0-1 0 0 0,23-14 0 0 0,-34 18 4 0 0,-1 1 0 0 0,1-1 0 0 0,-1 0 0 0 0,0 0 0 0 0,0 0 1 0 0,0 0-1 0 0,-1 0 0 0 0,1 0 0 0 0,-1-1 0 0 0,0 0 0 0 0,0 1 0 0 0,0-1 0 0 0,0 0 0 0 0,0 0 1 0 0,-1 0-1 0 0,0 0 0 0 0,1-5 0 0 0,-2 8-1 0 0,0 1 0 0 0,0-1 0 0 0,0 0 0 0 0,0 1 0 0 0,0-1 0 0 0,0 1 0 0 0,0-1 0 0 0,-1 1 0 0 0,1-1 0 0 0,0 1 0 0 0,0-1 0 0 0,-1 1 0 0 0,1-1 0 0 0,0 1 0 0 0,0 0 0 0 0,-1-1 0 0 0,1 1 0 0 0,-1-1 0 0 0,1 1 0 0 0,0 0 0 0 0,-1-1 0 0 0,1 1 0 0 0,-1 0 0 0 0,1-1 0 0 0,-1 1 0 0 0,1 0 0 0 0,-1 0 0 0 0,1 0 0 0 0,-1-1-1 0 0,1 1 1 0 0,-1 0 0 0 0,1 0 0 0 0,-1 0 0 0 0,1 0 0 0 0,-1 0 0 0 0,0 0 0 0 0,1 0 0 0 0,-1 0 0 0 0,1 0 0 0 0,-1 0 0 0 0,1 0 0 0 0,-1 1 0 0 0,0-1 0 0 0,-21 7-1 0 0,12-2 1 0 0,0 1 1 0 0,1 0-1 0 0,-1 0 1 0 0,1 1-1 0 0,0 1 0 0 0,1 0 1 0 0,0 0-1 0 0,0 0 1 0 0,-11 18-1 0 0,1 0 12 0 0,1 2 0 0 0,-15 33 0 0 0,19-34 3 0 0,1 1 1 0 0,-11 41-1 0 0,20-60-2 0 0,1 1-1 0 0,0-1 0 0 0,0 1 1 0 0,1 0-1 0 0,1 0 0 0 0,-1-1 1 0 0,2 1-1 0 0,-1 0 0 0 0,1 0 1 0 0,1-1-1 0 0,3 14 1 0 0,-3-19-8 0 0,-1-1 1 0 0,1 0 0 0 0,-1 0 0 0 0,1 0 0 0 0,0-1 0 0 0,0 1 0 0 0,1 0 0 0 0,-1-1 0 0 0,0 0 0 0 0,1 1 0 0 0,-1-1 0 0 0,1 0 0 0 0,0 0 0 0 0,0 0 0 0 0,0-1 0 0 0,0 1 0 0 0,0-1-1 0 0,0 1 1 0 0,0-1 0 0 0,0 0 0 0 0,1 0 0 0 0,-1-1 0 0 0,0 1 0 0 0,1-1 0 0 0,-1 1 0 0 0,1-1 0 0 0,-1 0 0 0 0,6-1 0 0 0,1 1-52 0 0,0-2 1 0 0,0 1-1 0 0,1-1 1 0 0,-1-1-1 0 0,-1 0 1 0 0,1 0-1 0 0,0-1 1 0 0,11-6-1 0 0,-3-1-118 0 0,-1-1-1 0 0,0-1 0 0 0,-1 0 1 0 0,0-1-1 0 0,-2-1 1 0 0,1 0-1 0 0,-2-1 0 0 0,0-1 1 0 0,-1 0-1 0 0,13-24 1 0 0,8-22-137 0 0,41-110 1 0 0,-49 101 827 0 0,-24 70-57 0 0,-10 19 300 0 0,-38 145 1302 0 0,42-138-1974 0 0,1 0 1 0 0,1 0-1 0 0,1 1 0 0 0,2 46 1 0 0,1-64-193 0 0,0 0 1 0 0,0-1 0 0 0,1 1-1 0 0,0-1 1 0 0,0 1 0 0 0,1-1-1 0 0,0 0 1 0 0,0 1 0 0 0,0-1 0 0 0,1-1-1 0 0,0 1 1 0 0,0-1 0 0 0,0 1-1 0 0,0-1 1 0 0,1 0 0 0 0,0-1-1 0 0,0 1 1 0 0,9 5 0 0 0,-8-7-692 0 0,0 1 1 0 0,0-1-1 0 0,0 0 1 0 0,12 3-1 0 0,-12-4-456 0 0,1-1 0 0 0,-1 0-1 0 0,0 0 1 0 0,1 0 0 0 0,8-1-1 0 0,2-2-5299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1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0 202 1536 0 0,'7'-44'5103'0'0,"-6"30"-3771"0"0,1 1 0 0 0,0-1 0 0 0,1 1 1 0 0,1 0-1 0 0,9-24 0 0 0,-13 36-1305 0 0,1 0 0 0 0,-1 1 0 0 0,1-1 0 0 0,-1 0 0 0 0,1 0 0 0 0,-1 0-1 0 0,1 1 1 0 0,0-1 0 0 0,-1 0 0 0 0,1 1 0 0 0,0-1 0 0 0,0 0 0 0 0,-1 1 0 0 0,1-1 0 0 0,0 1 0 0 0,0-1 0 0 0,0 1 0 0 0,0 0-1 0 0,0-1 1 0 0,0 1 0 0 0,0 0 0 0 0,-1 0 0 0 0,1 0 0 0 0,0-1 0 0 0,0 1 0 0 0,0 0 0 0 0,0 0 0 0 0,0 0 0 0 0,0 1 0 0 0,0-1 0 0 0,0 0-1 0 0,0 0 1 0 0,0 0 0 0 0,0 1 0 0 0,0-1 0 0 0,0 0 0 0 0,0 1 0 0 0,-1-1 0 0 0,1 1 0 0 0,1 0 0 0 0,3 2 124 0 0,-1 0 0 0 0,0 0 0 0 0,0 0 0 0 0,-1 0 0 0 0,1 1 0 0 0,3 5 1 0 0,0-1-31 0 0,-2 1 1 0 0,1 0-1 0 0,-1 0 1 0 0,0 1 0 0 0,-1 0-1 0 0,0 0 1 0 0,-1 0 0 0 0,0 0-1 0 0,0 0 1 0 0,-1 1 0 0 0,-1-1-1 0 0,0 1 1 0 0,0 0-1 0 0,-1-1 1 0 0,0 1 0 0 0,-3 14-1 0 0,0-3-17 0 0,-2-1 1 0 0,0 0-1 0 0,-1 0 0 0 0,-1 0 0 0 0,-1-1 0 0 0,-1 0 0 0 0,-12 20 0 0 0,0-6 138 0 0,20-32-228 0 0,2-4 12 0 0,14-21-68 0 0,0 2 0 0 0,29-30 0 0 0,1-2-131 0 0,8-11 32 0 0,-26 33 91 0 0,-1-2-1 0 0,42-69 1 0 0,-65 96 48 0 0,0 0-1 0 0,0 0 1 0 0,-1-1-1 0 0,1 1 1 0 0,1-12-1 0 0,-4 16 3 0 0,0 0 1 0 0,1 0-1 0 0,-1 0 0 0 0,0 0 1 0 0,0 0-1 0 0,0 0 0 0 0,-1 0 1 0 0,1 0-1 0 0,0 0 0 0 0,-1-1 1 0 0,1 1-1 0 0,-1 0 0 0 0,0 0 1 0 0,0 1-1 0 0,0-1 0 0 0,0 0 1 0 0,0 0-1 0 0,0 0 0 0 0,0 1 1 0 0,-2-3-1 0 0,2 3 0 0 0,-1 1 1 0 0,1-1-1 0 0,-1 0 0 0 0,1 0 1 0 0,-1 1-1 0 0,1-1 1 0 0,-1 1-1 0 0,1-1 0 0 0,-1 1 1 0 0,0 0-1 0 0,1 0 0 0 0,-1 0 1 0 0,0 0-1 0 0,1 0 0 0 0,-1 0 1 0 0,1 0-1 0 0,-1 0 0 0 0,0 1 1 0 0,1-1-1 0 0,-1 0 0 0 0,-2 2 1 0 0,-32 14 37 0 0,27-10 32 0 0,-1 1-1 0 0,1 0 1 0 0,0 1-1 0 0,1 0 1 0 0,0 0-1 0 0,0 1 1 0 0,1 0-1 0 0,0 0 1 0 0,1 1-1 0 0,-9 16 1 0 0,7-11-2 0 0,1 0 0 0 0,1 1 0 0 0,1 0 1 0 0,0-1-1 0 0,1 2 0 0 0,-3 29 0 0 0,6-40-49 0 0,1 1 0 0 0,0-1 0 0 0,0 1 0 0 0,1-1 0 0 0,-1 1-1 0 0,1-1 1 0 0,1 1 0 0 0,0-1 0 0 0,0 0 0 0 0,0 0 0 0 0,0 0 0 0 0,5 8 0 0 0,-4-9-4 0 0,0-1 0 0 0,0 0 1 0 0,0 0-1 0 0,1-1 0 0 0,-1 1 1 0 0,1-1-1 0 0,0 1 0 0 0,0-1 1 0 0,0 0-1 0 0,0-1 0 0 0,0 1 1 0 0,1-1-1 0 0,-1 0 0 0 0,1 0 1 0 0,0 0-1 0 0,7 2 0 0 0,-6-3-238 0 0,0 0 1 0 0,0 0-1 0 0,0-1 0 0 0,-1 0 0 0 0,1 0 0 0 0,0 0 1 0 0,0-1-1 0 0,0 0 0 0 0,-1 0 0 0 0,1 0 0 0 0,0-1 1 0 0,-1 1-1 0 0,1-1 0 0 0,-1-1 0 0 0,10-5 0 0 0,-10 5-663 0 0,0 0 0 0 0,-1-1 0 0 0,1 0 0 0 0,-1 0 0 0 0,0 0-1 0 0,0 0 1 0 0,0 0 0 0 0,-1-1 0 0 0,1 0 0 0 0,2-6 0 0 0,3-6-4569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1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68 3140 0 0,'-82'-42'10352'0'0,"29"17"-6296"0"0,51 24-4111 0 0,-20 2-3146 0 0,12-2-2481 0 0,-6 1-524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1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1 52 0 0,'-104'21'11502'0'0,"97"-17"-9583"0"0,13 0-1378 0 0,14 1-253 0 0,79 3-46 0 0,127-4 0 0 0,-142-5-1466 0 0,45 1-4353 0 0,-63-3-4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2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43 367 804 0 0,'-6'7'1323'0'0,"0"1"0"0"0,1 0 0 0 0,0-1 0 0 0,0 2-1 0 0,-4 9 1 0 0,8-14-1074 0 0,0-1 0 0 0,-1 1-1 0 0,1-1 1 0 0,1 1 0 0 0,-1 0-1 0 0,1-1 1 0 0,-1 1 0 0 0,1 0 0 0 0,0-1-1 0 0,0 1 1 0 0,1 0 0 0 0,-1 0-1 0 0,1-1 1 0 0,0 1 0 0 0,1 4-1 0 0,-1-6-188 0 0,0-1 0 0 0,0 1 0 0 0,0-1 0 0 0,0 1 0 0 0,0-1-1 0 0,0 0 1 0 0,0 1 0 0 0,1-1 0 0 0,-1 0 0 0 0,1 0-1 0 0,-1 0 1 0 0,1 0 0 0 0,-1 0 0 0 0,1 0 0 0 0,-1 0-1 0 0,1-1 1 0 0,0 1 0 0 0,-1 0 0 0 0,1-1 0 0 0,0 1-1 0 0,0-1 1 0 0,-1 0 0 0 0,1 0 0 0 0,3 0 0 0 0,-1 1 45 0 0,2-1-70 0 0,-1 0 1 0 0,1 0 0 0 0,-1 0-1 0 0,1 0 1 0 0,-1-1-1 0 0,1 0 1 0 0,-1 0 0 0 0,0-1-1 0 0,1 1 1 0 0,-1-1 0 0 0,0 0-1 0 0,0-1 1 0 0,0 1-1 0 0,0-1 1 0 0,4-3 0 0 0,3-4 4 0 0,0 1 0 0 0,0-1 0 0 0,19-22 0 0 0,-22 20-30 0 0,0 0 0 0 0,-1 0 0 0 0,0-1 0 0 0,-1 0-1 0 0,0-1 1 0 0,5-15 0 0 0,23-87 33 0 0,-19 52-95 0 0,7-69 1 0 0,-23 131 44 0 0,-1 1 6 0 0,1 1 1 0 0,0-1 1 0 0,0 1-1 0 0,0 0 1 0 0,0 0-1 0 0,0-1 0 0 0,-1 1 1 0 0,1 0-1 0 0,0 0 0 0 0,0-1 1 0 0,0 1-1 0 0,-1 0 0 0 0,1 0 1 0 0,0 0-1 0 0,0 0 1 0 0,-1-1-1 0 0,1 1 0 0 0,0 0 1 0 0,0 0-1 0 0,-1 0 0 0 0,1 0 1 0 0,0 0-1 0 0,0 0 1 0 0,-1 0-1 0 0,1 0 0 0 0,0 0 1 0 0,-1 0-1 0 0,1 0 0 0 0,0 0 1 0 0,0 0-1 0 0,-1 0 1 0 0,1 0-1 0 0,0 0 0 0 0,0 0 1 0 0,-1 0-1 0 0,1 0 0 0 0,0 0 1 0 0,-1 0-1 0 0,1 0 0 0 0,0 1 1 0 0,0-1-1 0 0,-1 0 1 0 0,1 0-1 0 0,0 0 0 0 0,0 0 1 0 0,0 1-1 0 0,-1-1 0 0 0,1 0 1 0 0,0 0-1 0 0,0 0 1 0 0,0 1-1 0 0,0-1 0 0 0,0 0 1 0 0,-1 0-1 0 0,1 1 0 0 0,0-1 1 0 0,0 0-1 0 0,0 1 1 0 0,0-1-1 0 0,0 0 0 0 0,0 1 1 0 0,-5 11 5 0 0,-16 44 557 0 0,-16 67 0 0 0,31-100-470 0 0,2 1 0 0 0,0 1-1 0 0,2-1 1 0 0,0 0 0 0 0,4 40 0 0 0,-1-55-138 0 0,0 0-1 0 0,1 0 1 0 0,0 0 0 0 0,0 0 0 0 0,1-1 0 0 0,1 1 0 0 0,-1-1 0 0 0,1 0 0 0 0,1 0 0 0 0,-1 0 0 0 0,11 12 0 0 0,-12-17-232 0 0,0 0-1 0 0,0 0 1 0 0,0 0-1 0 0,0 0 1 0 0,1-1-1 0 0,-1 1 1 0 0,1-1-1 0 0,0 0 1 0 0,0 0-1 0 0,0-1 1 0 0,5 3-1 0 0,-5-3-265 0 0,1-1 0 0 0,-1 1 1 0 0,0-1-1 0 0,1 0 0 0 0,-1 0 0 0 0,0 0 0 0 0,1 0 1 0 0,-1-1-1 0 0,0 1 0 0 0,1-1 0 0 0,-1-1 0 0 0,7-2 1 0 0,8-4-2891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2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96 1700 0 0,'8'-12'1389'0'0,"-3"5"-330"0"0,0-1 0 0 0,-1 0-1 0 0,0 0 1 0 0,0 0 0 0 0,3-14 0 0 0,-6 22-1003 0 0,-1-1 0 0 0,0 0-1 0 0,0 1 1 0 0,0-1 0 0 0,0 0 0 0 0,0 0-1 0 0,1 1 1 0 0,-1-1 0 0 0,-1 0 0 0 0,1 1-1 0 0,0-1 1 0 0,0 0 0 0 0,0 1 0 0 0,0-1-1 0 0,0 0 1 0 0,-1 1 0 0 0,1-1 0 0 0,0 0-1 0 0,-1 1 1 0 0,1-1 0 0 0,0 0-1 0 0,-1 1 1 0 0,1-1 0 0 0,-1 1 0 0 0,1-1-1 0 0,-1 1 1 0 0,1-1 0 0 0,-2 0 0 0 0,1 0 0 0 0,0 1 0 0 0,-1-1 0 0 0,1 1 0 0 0,-1 0 0 0 0,0-1 1 0 0,1 1-1 0 0,-1 0 0 0 0,1 0 0 0 0,-1 0 0 0 0,1 0 0 0 0,-1 0 0 0 0,-2 1 1 0 0,-3 0 77 0 0,0 0 0 0 0,1 1 0 0 0,-1 0-1 0 0,-10 5 1 0 0,2 1 39 0 0,0 1 0 0 0,1 0 0 0 0,0 0-1 0 0,-20 19 1 0 0,29-24-139 0 0,1-1-1 0 0,1 1 1 0 0,-1 0-1 0 0,0 0 1 0 0,1 1-1 0 0,0-1 1 0 0,0 1-1 0 0,0 0 1 0 0,1-1-1 0 0,0 1 1 0 0,-1 0-1 0 0,2 1 1 0 0,-1-1-1 0 0,1 0 1 0 0,-1 0-1 0 0,2 1 1 0 0,-1-1-1 0 0,0 8 1 0 0,2-9-10 0 0,0 0 0 0 0,0 0 0 0 0,0 0 0 0 0,1 0 0 0 0,-1 0 0 0 0,1 0 0 0 0,0 0 0 0 0,0-1 0 0 0,1 1 0 0 0,-1-1 0 0 0,1 1 0 0 0,0-1 0 0 0,0 0 0 0 0,0 0 0 0 0,0 0 0 0 0,4 2 0 0 0,8 7 62 0 0,2-1 0 0 0,19 10 0 0 0,-27-16-38 0 0,1 1 63 0 0,5 3 161 0 0,0-1-1 0 0,0 2 1 0 0,-1 0-1 0 0,13 12 0 0 0,-26-20-212 0 0,0-1-1 0 0,0 0 0 0 0,0 0 0 0 0,-1 0 0 0 0,1 0 1 0 0,-1 0-1 0 0,1 1 0 0 0,-1-1 0 0 0,1 0 0 0 0,-1 1 1 0 0,1-1-1 0 0,-1 0 0 0 0,0 1 0 0 0,0-1 0 0 0,0 0 0 0 0,0 1 1 0 0,0-1-1 0 0,0 0 0 0 0,0 1 0 0 0,-1-1 0 0 0,1 0 1 0 0,0 1-1 0 0,-1-1 0 0 0,1 0 0 0 0,-1 0 0 0 0,1 1 0 0 0,-1-1 1 0 0,1 0-1 0 0,-1 0 0 0 0,0 0 0 0 0,0 0 0 0 0,0 0 1 0 0,0 0-1 0 0,0 0 0 0 0,0 0 0 0 0,-1 2 0 0 0,-3 1 56 0 0,0 1 0 0 0,0-1 0 0 0,0 0 0 0 0,-1 0 0 0 0,-10 5 0 0 0,8-5-55 0 0,0-1 0 0 0,0 1-1 0 0,-1-1 1 0 0,1-1-1 0 0,-1 0 1 0 0,0 0 0 0 0,1 0-1 0 0,-18-1 1 0 0,23-1-182 0 0,1 0 0 0 0,-1 0 0 0 0,1-1-1 0 0,-1 1 1 0 0,1-1 0 0 0,-1 0 0 0 0,1 1 0 0 0,0-1 0 0 0,-1 0 0 0 0,1-1 0 0 0,0 1 0 0 0,0 0 0 0 0,0-1 0 0 0,0 1 0 0 0,0-1 0 0 0,0 0-1 0 0,0 1 1 0 0,0-1 0 0 0,1 0 0 0 0,-1 0 0 0 0,-2-4 0 0 0,0-1-1274 0 0,1 0 1 0 0,-1 0-1 0 0,1-1 1 0 0,1 1-1 0 0,-3-9 1 0 0,-1-8-4619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2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73 564 0 0,'-6'-17'3280'0'0,"-11"-36"5221"0"0,16 51-7137 0 0,0 8-2801 0 0,0 0 162 0 0,1 0 0 0 0,0 0 0 0 0,0 1 1 0 0,1 6-1 0 0,-1-10-2219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4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114 938 32 0 0,'-6'3'1725'0'0,"-12"7"2363"0"0,-26 19 0 0 0,39-26-3794 0 0,1 1 0 0 0,0-1 0 0 0,1 1 0 0 0,-1-1 0 0 0,1 1 0 0 0,-1 0 0 0 0,1 1 0 0 0,0-1 0 0 0,1 1 0 0 0,-1-1 0 0 0,-2 8 0 0 0,4-11-258 0 0,1 0 0 0 0,-1 0 1 0 0,1 0-1 0 0,0 0 0 0 0,0 0 1 0 0,-1 1-1 0 0,1-1 0 0 0,0 0 1 0 0,0 0-1 0 0,0 1 1 0 0,0-1-1 0 0,0 0 0 0 0,0 0 1 0 0,1 0-1 0 0,-1 1 0 0 0,0-1 1 0 0,1 0-1 0 0,-1 0 0 0 0,0 0 1 0 0,1 0-1 0 0,-1 0 0 0 0,1 0 1 0 0,0 0-1 0 0,-1 0 1 0 0,1 0-1 0 0,0 0 0 0 0,0 0 1 0 0,0 0-1 0 0,0 0 0 0 0,-1 0 1 0 0,1-1-1 0 0,0 1 0 0 0,0 0 1 0 0,1-1-1 0 0,-1 1 0 0 0,0-1 1 0 0,0 1-1 0 0,0-1 1 0 0,0 1-1 0 0,2-1 0 0 0,2 1 8 0 0,0 0 0 0 0,0 0 0 0 0,0-1 0 0 0,0 1 0 0 0,0-1 0 0 0,0 0 0 0 0,0-1 0 0 0,8-1 0 0 0,0-1-13 0 0,1-1 0 0 0,-1-1 1 0 0,0 0-1 0 0,-1-1 0 0 0,1 0 1 0 0,-1-1-1 0 0,0 0 0 0 0,12-11 0 0 0,-8 5-10 0 0,0-1 0 0 0,-2-1-1 0 0,0 0 1 0 0,23-33 0 0 0,-12 7-11 0 0,-1-2 0 0 0,-2-1 0 0 0,31-88 0 0 0,-31 68-25 0 0,-2-2-1 0 0,-4-1 0 0 0,-2 0 1 0 0,6-90-1 0 0,-20 156 18 0 0,0-1 1 0 0,0 1 0 0 0,1-1 1 0 0,-1 1-1 0 0,0-1 1 0 0,0 0-1 0 0,0 1 0 0 0,0-1 1 0 0,0 1-1 0 0,-1-1 1 0 0,1 0-1 0 0,0 1 0 0 0,-1-1 1 0 0,1 1-1 0 0,-1-1 1 0 0,1 1-1 0 0,-1-1 1 0 0,0 1-1 0 0,0-1 0 0 0,0 1 1 0 0,0 0-1 0 0,0 0 1 0 0,0-1-1 0 0,-1 0 0 0 0,1 2-2 0 0,0 0-1 0 0,0 0 1 0 0,0 0-1 0 0,0 0 0 0 0,0 0 1 0 0,-1 0-1 0 0,1 0 0 0 0,0 1 1 0 0,0-1-1 0 0,0 0 0 0 0,0 1 1 0 0,1-1-1 0 0,-1 1 0 0 0,0-1 1 0 0,0 1-1 0 0,-2 1 1 0 0,3-2-1 0 0,-7 4 11 0 0,0 1 0 0 0,1-1 0 0 0,0 2 0 0 0,0-1-1 0 0,0 1 1 0 0,0 0 0 0 0,1 0 0 0 0,-7 9 0 0 0,-32 59 81 0 0,38-63-79 0 0,-13 24 22 0 0,2 0 1 0 0,2 2-1 0 0,2-1 1 0 0,-18 75-1 0 0,27-90-21 0 0,0 1-1 0 0,2-1 1 0 0,0 1-1 0 0,2 0 1 0 0,0-1 0 0 0,1 1-1 0 0,1-1 1 0 0,2 1-1 0 0,0-1 1 0 0,10 32-1 0 0,-12-47-1 0 0,1-1 0 0 0,-1 1 0 0 0,1-1 0 0 0,0 1 0 0 0,1-1-1 0 0,-1 0 1 0 0,1 0 0 0 0,0 0 0 0 0,0-1 0 0 0,1 1-1 0 0,-1-1 1 0 0,1 0 0 0 0,0 0 0 0 0,0-1 0 0 0,0 1-1 0 0,1-1 1 0 0,-1 0 0 0 0,8 2 0 0 0,-5-3-3 0 0,-1 1 1 0 0,1-2-1 0 0,0 1 1 0 0,0-1-1 0 0,0 0 0 0 0,1-1 1 0 0,-1 0-1 0 0,0 0 1 0 0,0-1-1 0 0,0 0 0 0 0,0 0 1 0 0,0-1-1 0 0,11-4 1 0 0,-4 1-24 0 0,0-2 1 0 0,0 1-1 0 0,-1-2 1 0 0,0 0-1 0 0,0-1 1 0 0,-1 0-1 0 0,-1-1 1 0 0,15-13-1 0 0,-10 5-39 0 0,0 0 1 0 0,-2-1-1 0 0,0-1 1 0 0,21-38-1 0 0,-12 12-37 0 0,-3-1-1 0 0,-2-1 1 0 0,-2-1-1 0 0,15-72 1 0 0,-13 28-60 0 0,13-190 0 0 0,-32 244 100 0 0,-1 37 40 0 0,-1 4 23 0 0,-2 4-6 0 0,0-1 1 0 0,1 1-1 0 0,-1 0 0 0 0,1 0 0 0 0,1 0 0 0 0,-1 1 1 0 0,1-1-1 0 0,0 1 0 0 0,0-1 0 0 0,-1 9 0 0 0,-4 11 25 0 0,-30 105 276 0 0,6 3 1 0 0,6 0-1 0 0,-9 165 1 0 0,33-188 186 0 0,1-111-491 0 0,0 0 0 0 0,0 1 0 0 0,0-1 0 0 0,0 1 0 0 0,0-1 0 0 0,0 1-1 0 0,0-1 1 0 0,0 0 0 0 0,0 1 0 0 0,0-1 0 0 0,1 1 0 0 0,-1-1 0 0 0,0 1 0 0 0,0-1 0 0 0,0 0 0 0 0,1 1 0 0 0,-1-1 0 0 0,0 0 0 0 0,0 1 0 0 0,1-1 0 0 0,-1 0 0 0 0,0 1 0 0 0,1-1 0 0 0,-1 0 0 0 0,0 0 0 0 0,1 1 0 0 0,-1-1 0 0 0,1 0 0 0 0,-1 0 0 0 0,0 0 0 0 0,1 1 0 0 0,-1-1 0 0 0,1 0 0 0 0,-1 0 0 0 0,1 0 0 0 0,-1 0 0 0 0,0 0 0 0 0,1 0 0 0 0,-1 0 0 0 0,1 0 0 0 0,-1 0 0 0 0,1 0 0 0 0,-1 0 0 0 0,0 0 0 0 0,2-1 0 0 0,-1 1-1 0 0,1 0 1 0 0,-1-1 0 0 0,1 1-1 0 0,0-1 1 0 0,-1 0-1 0 0,1 0 1 0 0,-1 1-1 0 0,0-1 1 0 0,1 0-1 0 0,1-2 1 0 0,11-15 4 0 0,-2 0 0 0 0,0 0 0 0 0,-1-2 1 0 0,0 1-1 0 0,7-23 0 0 0,13-23-9 0 0,-21 47 6 0 0,8-17-12 0 0,24-33 1 0 0,-36 60-10 0 0,0 0 1 0 0,0 0-1 0 0,1 0 1 0 0,0 1-1 0 0,1 0 1 0 0,0 0-1 0 0,0 1 1 0 0,0 0-1 0 0,10-5 1 0 0,-16 10 15 0 0,0 0 0 0 0,1 0 0 0 0,-1 0 0 0 0,0 0 0 0 0,0 1 0 0 0,0-1 0 0 0,1 1 0 0 0,-1 0 0 0 0,0-1 0 0 0,1 1-1 0 0,-1 0 1 0 0,0 0 0 0 0,1 1 0 0 0,-1-1 0 0 0,0 0 0 0 0,1 1 0 0 0,-1 0 0 0 0,0-1 0 0 0,0 1 0 0 0,0 0 0 0 0,0 0 0 0 0,0 0 0 0 0,0 0 0 0 0,0 1 0 0 0,0-1 0 0 0,0 0 0 0 0,0 1 0 0 0,0-1 0 0 0,-1 1 0 0 0,1 0 0 0 0,-1 0 0 0 0,1-1 0 0 0,-1 1 0 0 0,0 0-1 0 0,2 4 1 0 0,2 3 6 0 0,0 0 0 0 0,-1 0 0 0 0,0 1-1 0 0,-1 0 1 0 0,0 0 0 0 0,3 14 0 0 0,-3 5 14 0 0,0 0 1 0 0,-2 30 0 0 0,-1-34-4 0 0,0 0 0 0 0,2 0 0 0 0,7 37 0 0 0,-8-59-7 0 0,0 0 0 0 0,0 1 0 0 0,0-1 0 0 0,0 0 0 0 0,1 0 0 0 0,-1 0 1 0 0,1 0-1 0 0,0 0 0 0 0,0-1 0 0 0,0 1 0 0 0,0 0 0 0 0,0-1 0 0 0,1 1 0 0 0,-1-1 0 0 0,1 0 0 0 0,-1 0 0 0 0,1 0 0 0 0,5 3 0 0 0,-3-3-5 0 0,0-1 1 0 0,0 1-1 0 0,0-1 1 0 0,0 0-1 0 0,0 0 1 0 0,1 0-1 0 0,-1-1 1 0 0,0 1-1 0 0,0-1 1 0 0,1-1-1 0 0,5 0 1 0 0,0-1 3 0 0,1 0 0 0 0,0-1 0 0 0,0-1 1 0 0,-1 0-1 0 0,0 0 0 0 0,0-1 0 0 0,0-1 1 0 0,-1 0-1 0 0,20-14 0 0 0,-17 9-6 0 0,0-1 0 0 0,-1-1 1 0 0,-1 0-1 0 0,0-1 0 0 0,0 0 0 0 0,-1-1 0 0 0,-1 0 1 0 0,-1 0-1 0 0,0-1 0 0 0,-1 0 0 0 0,0-1 0 0 0,-2 1 1 0 0,0-1-1 0 0,0 0 0 0 0,1-23 0 0 0,-9 10-18 0 0,3 29 15 0 0,0-1 0 0 0,-1 1 0 0 0,1 1 0 0 0,0-1 0 0 0,-1 0-1 0 0,1 0 1 0 0,-1 0 0 0 0,1 0 0 0 0,-1 0 0 0 0,1 0 0 0 0,-1 0 0 0 0,0 1-1 0 0,1-1 1 0 0,-1 0 0 0 0,0 0 0 0 0,0 1 0 0 0,1-1 0 0 0,-1 1-1 0 0,0-1 1 0 0,0 1 0 0 0,0-1 0 0 0,0 1 0 0 0,0-1 0 0 0,0 1 0 0 0,0 0-1 0 0,0-1 1 0 0,0 1 0 0 0,-2 0 0 0 0,-2 0 0 0 0,-1 1 1 0 0,1-1-1 0 0,-1 1 0 0 0,1 0 1 0 0,-1 1-1 0 0,1 0 1 0 0,0-1-1 0 0,-1 2 0 0 0,1-1 1 0 0,0 1-1 0 0,1-1 0 0 0,-1 1 1 0 0,-8 7-1 0 0,6-4 8 0 0,0 1 0 0 0,0 0 0 0 0,1 0 0 0 0,0 1 0 0 0,0 0 0 0 0,1 0 0 0 0,-9 17 0 0 0,10-15 9 0 0,-1 0 1 0 0,2 1-1 0 0,0-1 1 0 0,0 1-1 0 0,0 0 1 0 0,-1 21 0 0 0,4-25-2 0 0,0 1 1 0 0,0-1 0 0 0,1 0-1 0 0,0 0 1 0 0,0 0-1 0 0,0 0 1 0 0,1-1 0 0 0,0 1-1 0 0,0 0 1 0 0,7 12 0 0 0,-3-10-1 0 0,0-1 0 0 0,1 1 1 0 0,0-2-1 0 0,0 1 0 0 0,1-1 1 0 0,0 0-1 0 0,0 0 0 0 0,1-1 0 0 0,0 0 1 0 0,0-1-1 0 0,0 0 0 0 0,0 0 1 0 0,1-1-1 0 0,0 0 0 0 0,18 4 1 0 0,-12-4-569 0 0,1 0 0 0 0,0-1 0 0 0,1-1 0 0 0,-1-1 0 0 0,0 0 0 0 0,1-2 0 0 0,-1 1 0 0 0,32-7 0 0 0,-38 4-932 0 0,-1 0 0 0 0,1-1-1 0 0,12-6 1 0 0,4-4-3826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4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1 1896 0 0,'-291'12'12772'0'0,"285"-11"-12383"0"0,0-1 1 0 0,0 2-1 0 0,0-1 0 0 0,-11 4 1 0 0,40 3 104 0 0,152-5-3095 0 0,-58-9-3528 0 0,-54 2 154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5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29 149 1024 0 0,'-3'-4'796'0'0,"0"0"0"0"0,0 0 1 0 0,0-1-1 0 0,0 1 0 0 0,1-1 0 0 0,-1 0 0 0 0,1 0 1 0 0,1 0-1 0 0,-1 0 0 0 0,-1-9 0 0 0,3 13-768 0 0,0 0 0 0 0,0 1 0 0 0,0-1 0 0 0,0 0 0 0 0,0 0 0 0 0,1 1 0 0 0,-1-1 0 0 0,0 0 0 0 0,0 0 0 0 0,1 1 0 0 0,-1-1 0 0 0,0 0 0 0 0,1 1 0 0 0,-1-1 0 0 0,1 0 0 0 0,-1 1 0 0 0,1-1 0 0 0,-1 1 0 0 0,1-1 0 0 0,-1 1 0 0 0,1-1 0 0 0,0 1 0 0 0,-1-1 0 0 0,1 1 0 0 0,0-1 0 0 0,-1 1 0 0 0,1 0 0 0 0,0 0 0 0 0,0-1 0 0 0,-1 1 0 0 0,1 0 0 0 0,0 0 0 0 0,0 0 0 0 0,-1 0 0 0 0,1 0 0 0 0,0 0 0 0 0,0 0 0 0 0,0 0 0 0 0,26 1 116 0 0,-20 1-109 0 0,0 0 1 0 0,-1 1 0 0 0,1 0-1 0 0,-1 0 1 0 0,0 1 0 0 0,0-1 0 0 0,0 1-1 0 0,-1 1 1 0 0,1-1 0 0 0,-1 1-1 0 0,0 0 1 0 0,0 0 0 0 0,0 0-1 0 0,-1 1 1 0 0,0 0 0 0 0,0 0 0 0 0,-1 0-1 0 0,1 0 1 0 0,-1 0 0 0 0,3 12-1 0 0,-3-11 49 0 0,-1 0-1 0 0,0 0 1 0 0,0 1-1 0 0,0-1 1 0 0,-1 1 0 0 0,-1 0-1 0 0,1-1 1 0 0,-1 1-1 0 0,0 0 1 0 0,-1-1-1 0 0,0 1 1 0 0,0-1-1 0 0,-1 1 1 0 0,0-1-1 0 0,0 1 1 0 0,0-1-1 0 0,-1 0 1 0 0,-6 11 0 0 0,5-12 22 0 0,0 0 0 0 0,0 0 0 0 0,-1 0 0 0 0,0 0 0 0 0,0-1 0 0 0,0 0 0 0 0,-10 8 0 0 0,13-12 232 0 0,-3-2-159 0 0,4 2-174 0 0,1-1 0 0 0,0 0 0 0 0,-1 0 0 0 0,1 0 0 0 0,-1 0 0 0 0,1 0 0 0 0,0 0 0 0 0,-1 0 0 0 0,1 0 0 0 0,-1 0 0 0 0,1 0 0 0 0,0 0 0 0 0,-1 0 0 0 0,1-1 0 0 0,-1 1 0 0 0,1 0 0 0 0,0 0 0 0 0,-1 0 0 0 0,1 0 0 0 0,0-1 0 0 0,-1 1 0 0 0,1 0 0 0 0,0 0 0 0 0,-1-1 0 0 0,1 1 0 0 0,-1-1 0 0 0,1-8 15 0 0,0 0 0 0 0,0 0 1 0 0,1 0-1 0 0,0-1 0 0 0,0 1 0 0 0,1 0 0 0 0,0 0 0 0 0,7-15 0 0 0,34-70 125 0 0,-33 74-156 0 0,2 1 1 0 0,0 0-1 0 0,1 0 0 0 0,15-16 0 0 0,-22 29 7 0 0,-1 0 0 0 0,1 0 1 0 0,1 1-1 0 0,-1-1 0 0 0,1 1 1 0 0,-1 1-1 0 0,2-1 0 0 0,-1 1 1 0 0,0 1-1 0 0,1-1 0 0 0,-1 1 0 0 0,1 1 1 0 0,0-1-1 0 0,10-1 0 0 0,-14 4 4 0 0,-1-1-1 0 0,1 1 0 0 0,0 0 0 0 0,-1 0 0 0 0,1 1 0 0 0,0-1 0 0 0,-1 1 1 0 0,1-1-1 0 0,-1 1 0 0 0,1 0 0 0 0,-1 1 0 0 0,1-1 0 0 0,-1 1 0 0 0,1-1 1 0 0,-1 1-1 0 0,6 4 0 0 0,-5-2 1 0 0,0 0-1 0 0,0 0 1 0 0,-1 0-1 0 0,0 1 1 0 0,1-1-1 0 0,-1 1 1 0 0,-1 0 0 0 0,1 0-1 0 0,-1 0 1 0 0,3 7-1 0 0,0 4 7 0 0,-1 1 0 0 0,-1 0 0 0 0,0 0 0 0 0,-2 0 0 0 0,0 0 0 0 0,-1 22-1 0 0,-1-26 14 0 0,0 0-1 0 0,-1 0 1 0 0,-1-1-1 0 0,0 1 1 0 0,-1-1-1 0 0,0 1 1 0 0,-1-1-1 0 0,-1 0 1 0 0,1-1-1 0 0,-2 1 1 0 0,-13 17-1 0 0,20-28-13 0 0,-1 0-1 0 0,1 0 0 0 0,-1-1 0 0 0,0 1 0 0 0,0 0 0 0 0,1-1 1 0 0,-1 1-1 0 0,0 0 0 0 0,0-1 0 0 0,0 1 0 0 0,0-1 0 0 0,0 1 1 0 0,1-1-1 0 0,-1 1 0 0 0,0-1 0 0 0,0 0 0 0 0,0 0 0 0 0,0 1 1 0 0,0-1-1 0 0,0 0 0 0 0,-1 0 0 0 0,1 0 0 0 0,0 0 0 0 0,0 0 0 0 0,0 0 1 0 0,0 0-1 0 0,-1-1 0 0 0,1 0-3 0 0,0 1 0 0 0,0-1 0 0 0,0 0 0 0 0,0 0 0 0 0,0 0 0 0 0,0 0 0 0 0,0 0 0 0 0,0 0 0 0 0,0 0 0 0 0,0 0 0 0 0,1 0 0 0 0,-1 0 0 0 0,1 0 0 0 0,-1 0 0 0 0,1-1 0 0 0,-1 1 0 0 0,1 0 0 0 0,-1 0-1 0 0,1-1 1 0 0,0 1 0 0 0,0-2 0 0 0,-1-8-1 0 0,1 0-1 0 0,0 0 0 0 0,0 1 0 0 0,2-1 1 0 0,-1 0-1 0 0,1 1 0 0 0,1-1 0 0 0,4-11 1 0 0,1-2-5 0 0,2 1 0 0 0,18-32 0 0 0,-19 40-5 0 0,1 1 0 0 0,0 0 0 0 0,1 0 0 0 0,1 1 0 0 0,0 0 0 0 0,0 1 0 0 0,26-19 0 0 0,-32 26 8 0 0,1 1 0 0 0,-1 0-1 0 0,1 0 1 0 0,0 0 0 0 0,0 1-1 0 0,1 0 1 0 0,-1 0 0 0 0,0 1-1 0 0,1 0 1 0 0,0 0 0 0 0,-1 1-1 0 0,1 0 1 0 0,0 0 0 0 0,0 1 0 0 0,0 0-1 0 0,0 0 1 0 0,-1 1 0 0 0,1 0-1 0 0,13 4 1 0 0,-17-4 4 0 0,0 0 0 0 0,0 1-1 0 0,-1 0 1 0 0,1 0 0 0 0,0 0 0 0 0,-1 0-1 0 0,1 0 1 0 0,-1 1 0 0 0,0 0 0 0 0,0-1 0 0 0,0 1-1 0 0,0 1 1 0 0,0-1 0 0 0,-1 0 0 0 0,1 0-1 0 0,2 6 1 0 0,-3-3 24 0 0,1 0-1 0 0,-1 0 1 0 0,-1 0-1 0 0,1 0 1 0 0,-1 0-1 0 0,0 0 1 0 0,0 1-1 0 0,-1-1 1 0 0,-1 13 0 0 0,-1 0 49 0 0,-1 0-1 0 0,-1 0 1 0 0,-1 0 0 0 0,-1 0 0 0 0,0-1 0 0 0,-10 18 0 0 0,-12 21 69 0 0,-9 19-395 0 0,37-75 168 0 0,-1-1 0 0 0,1 1 0 0 0,0 0 0 0 0,-1 0 0 0 0,1-1 0 0 0,0 1 0 0 0,0 0 0 0 0,0 0 0 0 0,0 0 0 0 0,0-1 0 0 0,0 1 0 0 0,0 0 0 0 0,0 0 0 0 0,0 0 0 0 0,0-1 0 0 0,0 1 0 0 0,0 0 0 0 0,0 0 0 0 0,1 0 0 0 0,-1-1 0 0 0,0 1 0 0 0,1 0 0 0 0,-1 0 0 0 0,1-1 0 0 0,-1 1 0 0 0,0 0 0 0 0,1-1 0 0 0,0 1 0 0 0,-1-1 0 0 0,1 1 0 0 0,-1 0 0 0 0,1-1 0 0 0,0 1 0 0 0,-1-1 0 0 0,1 0 0 0 0,0 1 0 0 0,-1-1 0 0 0,1 0 0 0 0,0 1 0 0 0,0-1 0 0 0,0 0 0 0 0,-1 0 0 0 0,1 1 0 0 0,0-1 0 0 0,0 0 0 0 0,1 0 0 0 0,3 1-804 0 0,0-1 0 0 0,0 0-1 0 0,0 0 1 0 0,1 0 0 0 0,5-1 0 0 0,7-2-3494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6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383 132 2156 0 0,'2'-4'603'0'0,"-1"-1"0"0"0,1 1 0 0 0,-1 0-1 0 0,1-1 1 0 0,-2 1 0 0 0,1-1 0 0 0,0 1 0 0 0,-1-1-1 0 0,0 1 1 0 0,0-1 0 0 0,0 0 0 0 0,0 1 0 0 0,-1-1-1 0 0,-2-7 1 0 0,2 8-448 0 0,-1 1 0 0 0,1-1-1 0 0,-1 1 1 0 0,0 0 0 0 0,0-1 0 0 0,0 1-1 0 0,0 0 1 0 0,-1 0 0 0 0,1 1-1 0 0,-1-1 1 0 0,0 0 0 0 0,1 1 0 0 0,-1 0-1 0 0,0 0 1 0 0,-1-1 0 0 0,1 2 0 0 0,-7-4-1 0 0,7 4-123 0 0,0 0 0 0 0,1 1 0 0 0,-1-1 0 0 0,0 1 0 0 0,0 0 0 0 0,0 0 1 0 0,0 0-1 0 0,0 0 0 0 0,0 0 0 0 0,0 1 0 0 0,0 0 0 0 0,-5 1 0 0 0,-31 13 147 0 0,16-4-112 0 0,0 2 1 0 0,1 0 0 0 0,1 1 0 0 0,0 1-1 0 0,-19 18 1 0 0,29-23-37 0 0,0 1 0 0 0,1 0 0 0 0,0 0 0 0 0,1 2 0 0 0,0-1 0 0 0,0 1-1 0 0,2 0 1 0 0,0 0 0 0 0,-10 27 0 0 0,15-36-13 0 0,1 0 0 0 0,0 0 0 0 0,0 0 0 0 0,1 0 0 0 0,-1 0 0 0 0,1 1 0 0 0,0-1 1 0 0,0 0-1 0 0,0 0 0 0 0,0 1 0 0 0,1-1 0 0 0,0 0 0 0 0,0 0 0 0 0,0 0 0 0 0,0 0 0 0 0,1 0 0 0 0,0 0 0 0 0,-1 0 0 0 0,1 0 0 0 0,1-1 0 0 0,-1 1 0 0 0,6 6 0 0 0,-5-7-4 0 0,1 0-1 0 0,0 0 0 0 0,0 0 0 0 0,0 0 0 0 0,0 0 0 0 0,1-1 1 0 0,-1 1-1 0 0,1-1 0 0 0,-1-1 0 0 0,1 1 0 0 0,0-1 1 0 0,0 1-1 0 0,0-1 0 0 0,0-1 0 0 0,0 1 0 0 0,0-1 1 0 0,0 1-1 0 0,0-2 0 0 0,6 0 0 0 0,-4 0-7 0 0,-1 0 0 0 0,0-1 0 0 0,1 0 0 0 0,-1 0 0 0 0,0 0-1 0 0,0-1 1 0 0,-1 0 0 0 0,1 0 0 0 0,0-1 0 0 0,-1 1 0 0 0,0-1 0 0 0,0-1 0 0 0,0 1 0 0 0,0-1 0 0 0,-1 1-1 0 0,6-9 1 0 0,5-7 3 0 0,-2-1-1 0 0,21-42 0 0 0,-33 61-5 0 0,36-90 98 0 0,-20 44 73 0 0,-17 46-139 0 0,-5 22-19 0 0,-6 23-415 0 0,-6 47 0 0 0,14-72 194 0 0,2 1 1 0 0,0 0-1 0 0,1-1 1 0 0,1 1-1 0 0,4 20 1 0 0,-5-38-71 0 0,0 1 0 0 0,1-1-1 0 0,-1 0 1 0 0,1 1 0 0 0,-1-1 0 0 0,1 0 0 0 0,0 0 0 0 0,0 1 0 0 0,-1-1-1 0 0,1 0 1 0 0,0 0 0 0 0,2 1 0 0 0,3 1-4450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6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17 106 996 0 0,'4'-13'2530'0'0,"1"1"0"0"0,1-1 0 0 0,11-19 0 0 0,-16 32-2486 0 0,0-1 0 0 0,-1 0-1 0 0,1 0 1 0 0,0 1-1 0 0,0-1 1 0 0,0 0 0 0 0,0 1-1 0 0,0-1 1 0 0,-1 1-1 0 0,1-1 1 0 0,0 1 0 0 0,0 0-1 0 0,0-1 1 0 0,0 1-1 0 0,0 0 1 0 0,0 0 0 0 0,1-1-1 0 0,-1 1 1 0 0,0 0 0 0 0,0 0-1 0 0,0 0 1 0 0,0 1-1 0 0,2-1 1 0 0,19 8 440 0 0,-17-4-382 0 0,-1 0-1 0 0,0 0 0 0 0,0 1 1 0 0,-1-1-1 0 0,1 1 1 0 0,-1 0-1 0 0,0 0 0 0 0,0 0 1 0 0,-1 0-1 0 0,1 1 1 0 0,-1-1-1 0 0,0 1 0 0 0,-1-1 1 0 0,1 1-1 0 0,-1 0 1 0 0,0-1-1 0 0,-1 1 0 0 0,1 7 1 0 0,-1-1 30 0 0,0 1 0 0 0,-1-1 0 0 0,-1 0 0 0 0,1 0 0 0 0,-2 1 0 0 0,0-1 0 0 0,-6 15 0 0 0,0-7 0 0 0,-1 0 1 0 0,-1 0-1 0 0,-1-1 0 0 0,0-1 1 0 0,-2 0-1 0 0,0-1 1 0 0,-26 25-1 0 0,38-41-65 0 0,2-6-55 0 0,0 4-13 0 0,0 0 0 0 0,0 0-1 0 0,0 0 1 0 0,0 0 0 0 0,0 1 0 0 0,0-1 0 0 0,1 0 0 0 0,-1 0 0 0 0,0 0 0 0 0,0 1 0 0 0,1-1 0 0 0,-1 0 0 0 0,0 0 0 0 0,1 1 0 0 0,-1-1 0 0 0,1 0 0 0 0,-1 1-1 0 0,1-1 1 0 0,-1 1 0 0 0,1-1 0 0 0,0 0 0 0 0,40-44-149 0 0,2 2 0 0 0,55-42 0 0 0,-31 27 110 0 0,-53 46 78 0 0,16-13 174 0 0,-1-2 0 0 0,-2-1 0 0 0,42-53 0 0 0,-68 80-84 0 0,-4 1-115 0 0,0 0-1 0 0,0 0 1 0 0,0 0-1 0 0,0 1 1 0 0,0 0 0 0 0,0-1-1 0 0,0 1 1 0 0,0 0-1 0 0,0 0 1 0 0,0 1-1 0 0,1-1 1 0 0,-1 0-1 0 0,0 1 1 0 0,1 0-1 0 0,-1 0 1 0 0,1 0 0 0 0,0 0-1 0 0,0 0 1 0 0,-3 3-1 0 0,-9 9 46 0 0,-19 26 0 0 0,33-40-57 0 0,-15 20 31 0 0,1 0-1 0 0,1 1 1 0 0,-17 36-1 0 0,26-50-7 0 0,1 1-1 0 0,0 0 0 0 0,1 0 0 0 0,-1 0 0 0 0,2 0 0 0 0,-1 0 0 0 0,1 0 1 0 0,0 0-1 0 0,1 1 0 0 0,-1-1 0 0 0,2 0 0 0 0,-1 1 0 0 0,1-1 0 0 0,4 13 1 0 0,-4-18-12 0 0,0 0 0 0 0,0 0 0 0 0,1 0 0 0 0,0 0 0 0 0,-1 0 0 0 0,1 0 0 0 0,0 0 0 0 0,0-1 0 0 0,1 1 0 0 0,-1-1 0 0 0,1 0 0 0 0,-1 1 0 0 0,1-1 0 0 0,0 0 0 0 0,-1 0 1 0 0,1-1-1 0 0,0 1 0 0 0,0-1 0 0 0,0 1 0 0 0,1-1 0 0 0,-1 0 0 0 0,0 0 0 0 0,0 0 0 0 0,1-1 0 0 0,-1 1 0 0 0,0-1 0 0 0,1 0 0 0 0,-1 0 0 0 0,1 0 0 0 0,-1 0 0 0 0,0 0 0 0 0,4-2 0 0 0,3 1-5 0 0,0-1-1 0 0,0-1 0 0 0,0 0 1 0 0,0 0-1 0 0,0-1 0 0 0,-1 0 0 0 0,0-1 1 0 0,0 0-1 0 0,14-10 0 0 0,-3-2-7 0 0,0-2 0 0 0,-1 0 0 0 0,0-1-1 0 0,17-25 1 0 0,55-94 218 0 0,-89 136-175 0 0,13-13 88 0 0,-19 23-32 0 0,-1 4-92 0 0,-2 7 71 0 0,1-1 0 0 0,1 1-1 0 0,0 0 1 0 0,2 0 0 0 0,0 0 0 0 0,1 0-1 0 0,0 31 1 0 0,3-42-74 0 0,0 0 0 0 0,-1-1 0 0 0,2 1 0 0 0,-1-1 0 0 0,1 0 0 0 0,0 1-1 0 0,0-1 1 0 0,1 0 0 0 0,0 0 0 0 0,7 10 0 0 0,-7-12-68 0 0,0-1 0 0 0,0 1-1 0 0,1 0 1 0 0,0-1 0 0 0,0 0 0 0 0,0 0 0 0 0,0 0-1 0 0,0-1 1 0 0,0 1 0 0 0,1-1 0 0 0,-1 0-1 0 0,1 0 1 0 0,0-1 0 0 0,-1 1 0 0 0,1-1 0 0 0,5 1-1 0 0,-4-1-557 0 0,0 0-1 0 0,0-1 1 0 0,0 0-1 0 0,0 0 1 0 0,9-1-1 0 0,-11 1-353 0 0,-1-1 0 0 0,1 0 0 0 0,-1 0 0 0 0,1-1 1 0 0,-1 1-1 0 0,5-3 0 0 0,6-4-4634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7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102 104 1980 0 0,'-14'-14'2788'0'0,"2"-1"-611"0"0,-1 3-249 0 0,1-2-272 0 0,2 6-240 0 0,1-2-288 0 0,1 1-196 0 0,1 3-208 0 0,0-1 240 0 0,-3-2-704 0 0,12 20-4912 0 0,8-1-4245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8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1 142 164 0 0,'0'-12'5084'0'0,"0"9"-4697"0"0,0 0 0 0 0,0-1 0 0 0,1 1 0 0 0,-1 0 0 0 0,1-1 0 0 0,0 1 0 0 0,0 0 0 0 0,0 0 0 0 0,0 0 0 0 0,1 0 0 0 0,-1 0 0 0 0,1 0 0 0 0,0 0 0 0 0,0 0 0 0 0,0 0 0 0 0,4-4 0 0 0,-2 4-270 0 0,0 0 0 0 0,0 0 0 0 0,1 0 1 0 0,-1 0-1 0 0,0 1 0 0 0,1 0 1 0 0,0 0-1 0 0,0 0 0 0 0,-1 0 0 0 0,1 1 1 0 0,6-2-1 0 0,-7 2-85 0 0,0 1-1 0 0,0-1 1 0 0,0 1-1 0 0,1 0 1 0 0,-1 0 0 0 0,0 0-1 0 0,0 0 1 0 0,0 1 0 0 0,0-1-1 0 0,0 1 1 0 0,0 0 0 0 0,0 1-1 0 0,0-1 1 0 0,0 1 0 0 0,0-1-1 0 0,6 5 1 0 0,-5-2 6 0 0,-1-1-1 0 0,0 1 1 0 0,0 0-1 0 0,0 0 1 0 0,0 1-1 0 0,-1-1 1 0 0,0 1 0 0 0,0 0-1 0 0,0-1 1 0 0,0 1-1 0 0,2 7 1 0 0,-1 0 25 0 0,0 1-1 0 0,-1-1 1 0 0,0 1 0 0 0,-1 0-1 0 0,0 0 1 0 0,-1 0 0 0 0,-1 0 0 0 0,0 0-1 0 0,0 0 1 0 0,-4 14 0 0 0,3-18-19 0 0,-1 0 1 0 0,-1 0-1 0 0,1 0 1 0 0,-1-1-1 0 0,-1 1 1 0 0,0-1-1 0 0,0 0 1 0 0,0 0-1 0 0,-1 0 1 0 0,0-1 0 0 0,-1 0-1 0 0,0 0 1 0 0,-8 8-1 0 0,14-14-37 0 0,-1 0-1 0 0,1-1 1 0 0,-1 1-1 0 0,1-1 1 0 0,-1 1-1 0 0,0-1 0 0 0,1 1 1 0 0,-1-1-1 0 0,1 0 1 0 0,-1 1-1 0 0,0-1 1 0 0,1 0-1 0 0,-1 1 1 0 0,0-1-1 0 0,1 0 1 0 0,-1 0-1 0 0,0 1 1 0 0,0-1-1 0 0,1 0 1 0 0,-1 0-1 0 0,0 0 1 0 0,0 0-1 0 0,1 0 1 0 0,-1 0-1 0 0,0 0 1 0 0,0 0-1 0 0,1-1 1 0 0,-1 1-1 0 0,0 0 1 0 0,1 0-1 0 0,-1-1 1 0 0,0 1-1 0 0,1 0 1 0 0,-1-1-1 0 0,0 1 1 0 0,1-1-1 0 0,-1 1 1 0 0,1 0-1 0 0,-1-1 1 0 0,1 0-1 0 0,-1 1 1 0 0,1-1-1 0 0,-1 1 0 0 0,1-1 1 0 0,-1 1-1 0 0,1-1 1 0 0,0 0-1 0 0,-1 1 1 0 0,1-1-1 0 0,0 0 1 0 0,0 0-1 0 0,-1-1 1 0 0,0-2 0 0 0,0 0 1 0 0,1 0-1 0 0,-1 0 1 0 0,1 0-1 0 0,0 0 1 0 0,0 0-1 0 0,0-1 1 0 0,1-3-1 0 0,4-13 5 0 0,0 1 0 0 0,2-1 0 0 0,0 2 0 0 0,1-1 0 0 0,1 1-1 0 0,1 0 1 0 0,20-30 0 0 0,-20 36-15 0 0,0 0 1 0 0,0 1-1 0 0,1 0 0 0 0,1 0 0 0 0,0 1 0 0 0,1 1 1 0 0,0 0-1 0 0,0 1 0 0 0,1 0 0 0 0,24-10 0 0 0,-34 17 1 0 0,-1 0 0 0 0,1 1 0 0 0,0-1 0 0 0,1 1 0 0 0,-1 0 0 0 0,0 0-1 0 0,0 1 1 0 0,0-1 0 0 0,1 1 0 0 0,-1 0 0 0 0,0 0 0 0 0,0 0 0 0 0,1 0-1 0 0,-1 1 1 0 0,0 0 0 0 0,0 0 0 0 0,0 0 0 0 0,0 0 0 0 0,0 1 0 0 0,0 0-1 0 0,0-1 1 0 0,0 1 0 0 0,0 1 0 0 0,-1-1 0 0 0,1 0 0 0 0,-1 1 0 0 0,0 0-1 0 0,0 0 1 0 0,0 0 0 0 0,0 0 0 0 0,0 0 0 0 0,-1 1 0 0 0,1-1 0 0 0,-1 1-1 0 0,0 0 1 0 0,0 0 0 0 0,0 0 0 0 0,-1-1 0 0 0,1 2 0 0 0,-1-1 0 0 0,1 5-1 0 0,2 7 26 0 0,-1 1 0 0 0,-1 0 0 0 0,-1-1 0 0 0,0 1 0 0 0,-1 0 0 0 0,0-1 0 0 0,-2 1 0 0 0,0 0 0 0 0,-1-1 0 0 0,0 1 0 0 0,-9 21 0 0 0,3-23 123 0 0,8-14-143 0 0,1-1-1 0 0,0 0 1 0 0,-1 0 0 0 0,1 1 0 0 0,-1-1-1 0 0,1 0 1 0 0,0 0 0 0 0,-1 0 0 0 0,1 0-1 0 0,-1 0 1 0 0,1 1 0 0 0,-1-1 0 0 0,1 0 0 0 0,0 0-1 0 0,-1 0 1 0 0,1 0 0 0 0,-1 0 0 0 0,1-1-1 0 0,-1 1 1 0 0,1 0 0 0 0,0 0 0 0 0,-1 0 0 0 0,1 0-1 0 0,-1 0 1 0 0,0-1 0 0 0,1 0-2 0 0,-1 0 1 0 0,1 0 0 0 0,0 1-1 0 0,-1-1 1 0 0,1 0 0 0 0,0 0-1 0 0,0 0 1 0 0,0 0-1 0 0,0 0 1 0 0,0 0 0 0 0,0 0-1 0 0,0 0 1 0 0,0 0 0 0 0,0 0-1 0 0,0-1 1 0 0,1-9-5 0 0,0 0 1 0 0,1 0 0 0 0,0 0-1 0 0,0 0 1 0 0,1 0-1 0 0,1 1 1 0 0,-1-1-1 0 0,2 1 1 0 0,5-10 0 0 0,0 1-2 0 0,2 1 0 0 0,0 0 0 0 0,23-25 0 0 0,-25 33-7 0 0,0 0-1 0 0,1 0 0 0 0,0 2 0 0 0,0-1 0 0 0,1 1 0 0 0,0 1 0 0 0,0 0 0 0 0,1 0 1 0 0,0 2-1 0 0,24-9 0 0 0,-35 14 10 0 0,0-1 1 0 0,0 0-1 0 0,0 1 1 0 0,0-1-1 0 0,0 1 0 0 0,0 0 1 0 0,0 0-1 0 0,0 0 1 0 0,0 0-1 0 0,0 0 0 0 0,0 0 1 0 0,0 0-1 0 0,0 0 1 0 0,0 1-1 0 0,0-1 1 0 0,0 1-1 0 0,-1 0 0 0 0,1-1 1 0 0,0 1-1 0 0,0 0 1 0 0,0 0-1 0 0,-1 0 0 0 0,1 1 1 0 0,0-1-1 0 0,-1 0 1 0 0,1 0-1 0 0,-1 1 1 0 0,0-1-1 0 0,1 1 0 0 0,-1-1 1 0 0,0 1-1 0 0,0 0 1 0 0,0 0-1 0 0,0-1 1 0 0,0 1-1 0 0,0 0 0 0 0,-1 0 1 0 0,1 0-1 0 0,-1 0 1 0 0,1 0-1 0 0,-1 0 0 0 0,1 4 1 0 0,0 5 4 0 0,-1 0-1 0 0,0 0 1 0 0,0 0 0 0 0,-1 1-1 0 0,-1-1 1 0 0,-3 13-1 0 0,-10 32 20 0 0,9-35 3 0 0,0 1-1 0 0,1 0 1 0 0,2-1 0 0 0,-2 29-1 0 0,5-48-16 0 0,0 0 0 0 0,0 0 0 0 0,0 0 0 0 0,1 0 1 0 0,-1 0-1 0 0,0 0 0 0 0,1 0 0 0 0,0 0 0 0 0,-1 0 0 0 0,1 0 0 0 0,0-1 0 0 0,0 1 0 0 0,0 0 0 0 0,0-1 0 0 0,1 1 0 0 0,-1-1 0 0 0,0 1 0 0 0,1-1 1 0 0,-1 1-1 0 0,0-1 0 0 0,1 0 0 0 0,0 0 0 0 0,-1 0 0 0 0,1 0 0 0 0,0 0 0 0 0,0 0 0 0 0,3 1 0 0 0,-1-1-5 0 0,0 0 1 0 0,1 0-1 0 0,-1-1 0 0 0,1 1 1 0 0,-1-1-1 0 0,0 0 0 0 0,1-1 1 0 0,-1 1-1 0 0,1-1 0 0 0,-1 0 1 0 0,0 0-1 0 0,1 0 0 0 0,4-2 0 0 0,-2-1-18 0 0,0 1 0 0 0,0-1 0 0 0,0-1-1 0 0,0 1 1 0 0,0-1 0 0 0,9-10 0 0 0,4-6-39 0 0,-1-1 0 0 0,-2-1-1 0 0,17-28 1 0 0,-23 36 65 0 0,6-13-4 0 0,-1-1 0 0 0,24-59 0 0 0,-23 41 181 0 0,-17 45-173 0 0,2-5 9 0 0,-12 21-15 0 0,0 0 1 0 0,0 1-1 0 0,1 0 1 0 0,1 0-1 0 0,1 1 1 0 0,-10 29 0 0 0,13-32 9 0 0,1-1 0 0 0,0 1 0 0 0,1 0-1 0 0,0 0 1 0 0,1 0 0 0 0,0 0 0 0 0,1 0 0 0 0,1 0 0 0 0,4 25 0 0 0,-4-34-9 0 0,0 0-1 0 0,0-1 0 0 0,1 1 1 0 0,-1-1-1 0 0,1 0 0 0 0,-1 0 0 0 0,1 1 1 0 0,0-1-1 0 0,0 0 0 0 0,1-1 1 0 0,-1 1-1 0 0,1 0 0 0 0,-1-1 1 0 0,1 1-1 0 0,0-1 0 0 0,0 0 1 0 0,0 0-1 0 0,0 0 0 0 0,0 0 1 0 0,1 0-1 0 0,-1-1 0 0 0,0 1 1 0 0,1-1-1 0 0,-1 0 0 0 0,1 0 1 0 0,0-1-1 0 0,-1 1 0 0 0,1-1 1 0 0,0 1-1 0 0,-1-1 0 0 0,5-1 1 0 0,-1 1 0 0 0,1 0 1 0 0,-1-1-1 0 0,1 0 1 0 0,-1-1-1 0 0,1 0 1 0 0,-1 0-1 0 0,0-1 1 0 0,0 1-1 0 0,0-2 1 0 0,0 1-1 0 0,0-1 1 0 0,-1 0-1 0 0,0 0 1 0 0,8-7-1 0 0,-2-1-4 0 0,0-2 0 0 0,0 1-1 0 0,-2-2 1 0 0,0 1 0 0 0,15-28-1 0 0,29-85-36 0 0,-39 88-5 0 0,-14 38 44 0 0,-3 3-1 0 0,1 1-1 0 0,0-1 1 0 0,0 1-1 0 0,0-1 1 0 0,0 1 0 0 0,0 0-1 0 0,-1 5 1 0 0,1-2 11 0 0,-4 7-19 0 0,-6 17 47 0 0,-13 57 0 0 0,23-79-42 0 0,-1 0 0 0 0,1 0-1 0 0,1 0 1 0 0,-1 1 0 0 0,1-1-1 0 0,1 0 1 0 0,0 0 0 0 0,0 0-1 0 0,0 0 1 0 0,1 0 0 0 0,0 0-1 0 0,6 12 1 0 0,-7-17-124 0 0,0-1-1 0 0,0 0 1 0 0,1 1 0 0 0,-1-1 0 0 0,1 0 0 0 0,0 0-1 0 0,0 0 1 0 0,-1 0 0 0 0,1 0 0 0 0,1 0-1 0 0,-1 0 1 0 0,0-1 0 0 0,0 1 0 0 0,1-1-1 0 0,-1 0 1 0 0,1 0 0 0 0,-1 0 0 0 0,1 0 0 0 0,-1 0-1 0 0,1 0 1 0 0,0 0 0 0 0,3-1 0 0 0,-2 1-421 0 0,-1-1 0 0 0,1-1 0 0 0,0 1 0 0 0,0-1 0 0 0,0 1 1 0 0,0-1-1 0 0,0 0 0 0 0,0-1 0 0 0,-1 1 0 0 0,1-1 1 0 0,0 1-1 0 0,-1-1 0 0 0,1 0 0 0 0,5-5 0 0 0,6-6-3648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39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57 133 1624 0 0,'41'-111'12295'0'0,"-40"110"-11721"0"0,-1 16-193 0 0,-4 16 362 0 0,-1 0-1 0 0,-16 51 1 0 0,8-33-427 0 0,-42 144 669 0 0,55-191-804 0 0,3-27-139 0 0,7-2-76 0 0,1 1 0 0 0,2 1 1 0 0,0 0-1 0 0,26-36 1 0 0,-28 47 3 0 0,0 0 1 0 0,1 0 0 0 0,1 1 0 0 0,0 1 0 0 0,0 0 0 0 0,1 1-1 0 0,1 0 1 0 0,19-10 0 0 0,-30 19 26 0 0,0 0 1 0 0,0 0 0 0 0,0 0-1 0 0,0 1 1 0 0,0 0-1 0 0,0 0 1 0 0,1 0-1 0 0,-1 0 1 0 0,0 1-1 0 0,1-1 1 0 0,-1 1-1 0 0,0 0 1 0 0,1 0-1 0 0,-1 1 1 0 0,1-1-1 0 0,-1 1 1 0 0,0 0-1 0 0,0 0 1 0 0,0 1-1 0 0,1-1 1 0 0,-1 1-1 0 0,0 0 1 0 0,-1 0-1 0 0,1 0 1 0 0,0 1-1 0 0,-1-1 1 0 0,1 1-1 0 0,-1 0 1 0 0,0 0-1 0 0,1 0 1 0 0,-2 0-1 0 0,1 1 1 0 0,0-1-1 0 0,-1 1 1 0 0,1 0-1 0 0,-1-1 1 0 0,0 1-1 0 0,2 6 1 0 0,0 2-9 0 0,0-1 0 0 0,-1 1 0 0 0,-1-1 0 0 0,3 21 0 0 0,-5-27 29 0 0,1 0-1 0 0,-1 0 0 0 0,-1 0 0 0 0,1 0 0 0 0,-1 0 0 0 0,0 0 0 0 0,0 0 1 0 0,0 0-1 0 0,-1 0 0 0 0,0 0 0 0 0,0 0 0 0 0,-5 8 0 0 0,7-12-13 0 0,-1 0 0 0 0,1-1-1 0 0,-1 1 1 0 0,0-1 0 0 0,1 1-1 0 0,-1-1 1 0 0,1 1-1 0 0,-1-1 1 0 0,0 1 0 0 0,0-1-1 0 0,1 1 1 0 0,-1-1 0 0 0,0 0-1 0 0,0 1 1 0 0,1-1 0 0 0,-1 0-1 0 0,0 0 1 0 0,0 0 0 0 0,0 0-1 0 0,1 0 1 0 0,-1 0-1 0 0,0 0 1 0 0,0 0 0 0 0,0 0-1 0 0,1 0 1 0 0,-1 0 0 0 0,-1 0-1 0 0,1-1-13 0 0,0 1 12 0 0,1-1-1 0 0,-1 1 0 0 0,1-1 0 0 0,-1 0 1 0 0,1 1-1 0 0,0-1 0 0 0,-1 0 0 0 0,1 1 1 0 0,0-1-1 0 0,-1 0 0 0 0,1 0 0 0 0,0 1 1 0 0,0-1-1 0 0,0 0 0 0 0,0 0 1 0 0,0 1-1 0 0,0-1 0 0 0,0 0 0 0 0,0 0 1 0 0,0 0-1 0 0,0 1 0 0 0,0-1 0 0 0,0 0 1 0 0,0 0-1 0 0,1-1 0 0 0,4-21 6 0 0,-1 8-10 0 0,2-1 0 0 0,0 1 0 0 0,0 1 1 0 0,2-1-1 0 0,0 1 0 0 0,0 0 0 0 0,1 1 0 0 0,21-23 1 0 0,-16 21-17 0 0,0 0 1 0 0,2 1 0 0 0,0 1 0 0 0,0 1 0 0 0,1 0 0 0 0,28-15 0 0 0,-38 24 9 0 0,0 0 1 0 0,0 0-1 0 0,1 0 1 0 0,-1 1-1 0 0,0 0 1 0 0,1 1-1 0 0,-1 0 1 0 0,1 0-1 0 0,11 0 1 0 0,-15 1 8 0 0,-1 0-1 0 0,0 1 1 0 0,0-1 0 0 0,1 1-1 0 0,-1 0 1 0 0,0 0 0 0 0,0 0 0 0 0,0 0-1 0 0,0 0 1 0 0,0 1 0 0 0,0-1-1 0 0,0 1 1 0 0,-1 0 0 0 0,1 0 0 0 0,-1 0-1 0 0,1 0 1 0 0,-1 1 0 0 0,1-1-1 0 0,-1 1 1 0 0,0-1 0 0 0,0 1 0 0 0,-1 0-1 0 0,1-1 1 0 0,1 5 0 0 0,0 0 18 0 0,0 0 1 0 0,-1 0-1 0 0,0 1 1 0 0,0-1-1 0 0,-1 1 1 0 0,0-1-1 0 0,0 1 1 0 0,-1 0-1 0 0,-1 13 1 0 0,-2 4 58 0 0,-10 40 0 0 0,0 3-12 0 0,11-57-154 0 0,1-9-67 0 0,1 1 1 0 0,-1-1 0 0 0,1 0 0 0 0,0 0 0 0 0,-1 0 0 0 0,1 1 0 0 0,0-1 0 0 0,1 0 0 0 0,-1 0 0 0 0,0 1 0 0 0,1-1 0 0 0,-1 0-1 0 0,1 0 1 0 0,-1 0 0 0 0,1 1 0 0 0,2 2 0 0 0,-2-4-156 0 0,-1 0 1 0 0,1-1-1 0 0,0 1 0 0 0,-1-1 1 0 0,1 1-1 0 0,0-1 0 0 0,0 1 1 0 0,-1-1-1 0 0,1 0 0 0 0,0 0 1 0 0,0 1-1 0 0,0-1 1 0 0,0 0-1 0 0,-1 0 0 0 0,1 0 1 0 0,0 0-1 0 0,0 0 0 0 0,1 0 1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0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2 170 340 0 0,'-1'-10'1139'0'0,"0"-1"1"0"0,1 1-1 0 0,0-1 1 0 0,1 1-1 0 0,0-1 1 0 0,1 1-1 0 0,5-20 1 0 0,-6 26-1054 0 0,1 0 1 0 0,-1 1-1 0 0,1-1 1 0 0,0 0-1 0 0,0 1 1 0 0,1-1-1 0 0,-1 1 0 0 0,1 0 1 0 0,0 0-1 0 0,-1 0 1 0 0,1 0-1 0 0,1 0 1 0 0,-1 1-1 0 0,0-1 1 0 0,1 1-1 0 0,-1 0 1 0 0,1 0-1 0 0,-1 0 1 0 0,1 0-1 0 0,0 1 0 0 0,0 0 1 0 0,8-2-1 0 0,-8 2-49 0 0,0 0 0 0 0,0 1 0 0 0,0 0-1 0 0,0-1 1 0 0,1 2 0 0 0,-1-1 0 0 0,0 0 0 0 0,0 1-1 0 0,0 0 1 0 0,0 0 0 0 0,0 0 0 0 0,0 0-1 0 0,0 1 1 0 0,-1-1 0 0 0,7 5 0 0 0,-4-2 22 0 0,-1 0 0 0 0,0 0 0 0 0,0 0 0 0 0,0 1 0 0 0,-1 0 0 0 0,1 0 0 0 0,-1 0 0 0 0,-1 0 0 0 0,5 7 0 0 0,-1 2 44 0 0,-1-1 1 0 0,-1 1-1 0 0,1-1 0 0 0,-2 2 0 0 0,0-1 1 0 0,-1 0-1 0 0,0 1 0 0 0,0 16 1 0 0,-3-10 384 0 0,-1 1 0 0 0,-1-1 1 0 0,-1 0-1 0 0,-7 26 1 0 0,9-45-99 0 0,-2 5 580 0 0,2-16-903 0 0,1 1 0 0 0,0-1 0 0 0,0 1 0 0 0,1 0 0 0 0,0 0 0 0 0,1-1 0 0 0,0 1 0 0 0,4-13 0 0 0,29-64-15 0 0,-32 78-34 0 0,5-10-27 0 0,-1 0 0 0 0,2 1-1 0 0,0 0 1 0 0,1 0 0 0 0,1 1-1 0 0,1 0 1 0 0,0 1 0 0 0,17-17-1 0 0,-28 30 7 0 0,0 1 1 0 0,1-1-1 0 0,-1 0 0 0 0,0 0 0 0 0,0 0 0 0 0,1 1 0 0 0,-1-1 1 0 0,0 1-1 0 0,1-1 0 0 0,-1 1 0 0 0,1 0 0 0 0,-1-1 0 0 0,1 1 1 0 0,-1 0-1 0 0,1 0 0 0 0,-1 0 0 0 0,0 0 0 0 0,1 0 0 0 0,-1 0 0 0 0,1 1 1 0 0,-1-1-1 0 0,1 0 0 0 0,-1 1 0 0 0,0-1 0 0 0,1 1 0 0 0,-1-1 1 0 0,0 1-1 0 0,1 0 0 0 0,-1-1 0 0 0,0 1 0 0 0,0 0 0 0 0,0 0 1 0 0,1 0-1 0 0,-1 0 0 0 0,0 0 0 0 0,0 0 0 0 0,-1 0 0 0 0,1 1 0 0 0,1 0 1 0 0,2 4 2 0 0,-1-1 1 0 0,0 1 0 0 0,1-1-1 0 0,-2 1 1 0 0,1 0 0 0 0,-1 0 0 0 0,2 9-1 0 0,1 12-5 0 0,-2 1-1 0 0,0 45 1 0 0,-2-38-2 0 0,5 38 0 0 0,-6-70-42 0 0,1 0 1 0 0,-1 0 0 0 0,1 0 0 0 0,0 0 0 0 0,0-1-1 0 0,0 1 1 0 0,0 0 0 0 0,0 0 0 0 0,1 0-1 0 0,-1-1 1 0 0,1 1 0 0 0,0-1 0 0 0,0 1 0 0 0,0-1-1 0 0,0 0 1 0 0,0 0 0 0 0,0 0 0 0 0,1 0 0 0 0,-1 0-1 0 0,1 0 1 0 0,-1-1 0 0 0,1 1 0 0 0,0-1-1 0 0,3 2 1 0 0,-2-2-22 0 0,0 0 0 0 0,0-1 0 0 0,0 1 0 0 0,0-1 0 0 0,0 0 0 0 0,0 0 0 0 0,0 0 0 0 0,0-1 0 0 0,-1 1 0 0 0,1-1 1 0 0,0 0-1 0 0,0 0 0 0 0,0 0 0 0 0,-1-1 0 0 0,1 1 0 0 0,-1-1 0 0 0,1 0 0 0 0,5-4 0 0 0,0-1-8 0 0,-1 0 0 0 0,0 0 1 0 0,-1-1-1 0 0,0 0 1 0 0,0-1-1 0 0,0 1 0 0 0,-1-1 1 0 0,-1-1-1 0 0,1 1 0 0 0,-1-1 1 0 0,-1 0-1 0 0,5-13 0 0 0,3-16 289 0 0,12-77 0 0 0,-15 70 471 0 0,-9 45-672 0 0,1 1 0 0 0,-1-1 0 0 0,0 0 0 0 0,0 1-1 0 0,0-1 1 0 0,0 0 0 0 0,1 1 0 0 0,-1-1 0 0 0,0 0 0 0 0,0 0-1 0 0,0 1 1 0 0,0-1 0 0 0,0 0 0 0 0,-1 1 0 0 0,1-1-1 0 0,0 0 1 0 0,0 1 0 0 0,0-1 0 0 0,-1-1 0 0 0,-7 9 47 0 0,-9 19-38 0 0,10-11-6 0 0,0 1 0 0 0,1 0 0 0 0,0 0 1 0 0,1 1-1 0 0,1-1 0 0 0,1 1 0 0 0,0 0 0 0 0,1 0 0 0 0,1 0 0 0 0,1 0 0 0 0,2 23 0 0 0,-2-36-35 0 0,1-1-1 0 0,0 1 0 0 0,-1-1 1 0 0,1 1-1 0 0,1-1 1 0 0,-1 1-1 0 0,0-1 0 0 0,1 0 1 0 0,0 0-1 0 0,-1 0 0 0 0,1 0 1 0 0,1 0-1 0 0,-1 0 0 0 0,0 0 1 0 0,1 0-1 0 0,-1-1 0 0 0,1 0 1 0 0,0 1-1 0 0,0-1 0 0 0,0 0 1 0 0,0 0-1 0 0,0 0 0 0 0,0-1 1 0 0,0 1-1 0 0,1-1 1 0 0,-1 0-1 0 0,1 0 0 0 0,-1 0 1 0 0,1 0-1 0 0,-1-1 0 0 0,1 1 1 0 0,-1-1-1 0 0,1 0 0 0 0,4 0 1 0 0,1-1-144 0 0,-1 0 1 0 0,0 0 0 0 0,0-1-1 0 0,1 0 1 0 0,-1 0 0 0 0,0-1-1 0 0,-1 0 1 0 0,1-1 0 0 0,0 0-1 0 0,-1 0 1 0 0,0 0 0 0 0,0-1-1 0 0,11-9 1 0 0,-6 1 57 0 0,0 0-1 0 0,-1-1 1 0 0,0 0 0 0 0,-1-1 0 0 0,12-24 0 0 0,32-82 2365 0 0,-53 117-2170 0 0,5-12 416 0 0,-9 28-284 0 0,-8 16-234 0 0,-30 98 176 0 0,37-110-193 0 0,1 0 1 0 0,0 0-1 0 0,2 1 1 0 0,0-1 0 0 0,0 0-1 0 0,3 19 1 0 0,-2-31-245 0 0,1 1 0 0 0,0 0 1 0 0,0-1-1 0 0,1 1 0 0 0,-1-1 1 0 0,1 0-1 0 0,0 1 0 0 0,3 3 1 0 0,-4-6-224 0 0,0 0 0 0 0,1 0 0 0 0,-1 0 0 0 0,1-1 0 0 0,-1 1 0 0 0,1-1 0 0 0,-1 1 0 0 0,1-1 0 0 0,0 0 0 0 0,0 0 0 0 0,3 2 0 0 0,5 1-3659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1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82 102 1348 0 0,'1'-2'2250'0'0,"3"-23"3305"0"0,-3 20-2397 0 0,-2 18-2975 0 0,-43 282 3496 0 0,43-289-3529 0 0,1-1 0 0 0,-1 1 0 0 0,0-1 0 0 0,-1 0-1 0 0,1 1 1 0 0,-1-1 0 0 0,0 0 0 0 0,-4 6 0 0 0,5-10 74 0 0,-2-2-98 0 0,2 1-123 0 0,1 0 1 0 0,0 0 0 0 0,-1 0 0 0 0,1 0 0 0 0,-1 0-1 0 0,1 0 1 0 0,0 0 0 0 0,-1 0 0 0 0,1-1-1 0 0,-1 1 1 0 0,1 0 0 0 0,0 0 0 0 0,-1 0 0 0 0,1 0-1 0 0,0 0 1 0 0,-1-1 0 0 0,1 1 0 0 0,0 0-1 0 0,-1 0 1 0 0,1-1 0 0 0,0 1 0 0 0,0 0 0 0 0,-1-1-1 0 0,1 1 1 0 0,0 0 0 0 0,-1-1 0 0 0,-2-7 1 0 0,1-1 1 0 0,0 0-1 0 0,0 0 0 0 0,1 0 1 0 0,0 0-1 0 0,0 0 1 0 0,1 0-1 0 0,2-17 1 0 0,0 4-37 0 0,2-1 0 0 0,9-32 0 0 0,-9 41 12 0 0,1 0 0 0 0,0 1-1 0 0,2-1 1 0 0,-1 1 0 0 0,13-18-1 0 0,-16 26 11 0 0,1 1 0 0 0,-1-1 0 0 0,1 1 0 0 0,0 0 0 0 0,0 0 0 0 0,0 0-1 0 0,0 1 1 0 0,1-1 0 0 0,-1 1 0 0 0,1 0 0 0 0,0 0 0 0 0,0 1 0 0 0,0-1-1 0 0,0 1 1 0 0,1 0 0 0 0,9-2 0 0 0,-11 4 5 0 0,0-1-1 0 0,0 1 1 0 0,1 0 0 0 0,-1 0 0 0 0,0 1 0 0 0,0-1-1 0 0,0 1 1 0 0,0 0 0 0 0,0 0 0 0 0,0 0-1 0 0,0 1 1 0 0,0-1 0 0 0,0 1 0 0 0,0 0-1 0 0,-1 0 1 0 0,5 3 0 0 0,-3-1-1 0 0,-1 0 0 0 0,0 1 0 0 0,0-1 0 0 0,0 1 0 0 0,0 0 0 0 0,-1 0 0 0 0,1 0 0 0 0,-1 0 1 0 0,-1 0-1 0 0,4 8 0 0 0,-2-1 11 0 0,0-1 0 0 0,-1 1 0 0 0,-1 0 0 0 0,0 0 0 0 0,0 1 1 0 0,-1-1-1 0 0,-1 0 0 0 0,0 0 0 0 0,0 1 0 0 0,-4 17 0 0 0,2-23 16 0 0,0 1 1 0 0,-1 0-1 0 0,0-1 0 0 0,0 1 0 0 0,-1-1 0 0 0,0 0 0 0 0,0 0 1 0 0,-1 0-1 0 0,1-1 0 0 0,-2 0 0 0 0,1 1 0 0 0,-7 4 0 0 0,12-10-19 0 0,-1-1-1 0 0,1 1 1 0 0,-1-1-1 0 0,1 1 1 0 0,-1-1-1 0 0,0 0 1 0 0,1 1-1 0 0,-1-1 1 0 0,1 0-1 0 0,-1 1 1 0 0,0-1-1 0 0,1 0 1 0 0,-1 0-1 0 0,0 0 1 0 0,1 0-1 0 0,-1 0 1 0 0,0 1-1 0 0,1-1 1 0 0,-1 0-1 0 0,0 0 1 0 0,1-1-1 0 0,-1 1 1 0 0,-1 0-1 0 0,1 0-1 0 0,0-1 0 0 0,0 0-1 0 0,0 1 1 0 0,-1-1-1 0 0,1 1 1 0 0,0-1 0 0 0,0 0-1 0 0,0 0 1 0 0,0 0 0 0 0,0 0-1 0 0,0 0 1 0 0,0 0-1 0 0,0 0 1 0 0,1 0 0 0 0,-1 0-1 0 0,0 0 1 0 0,1 0 0 0 0,-1 0-1 0 0,0-1 1 0 0,1 1-1 0 0,0 0 1 0 0,-1 0 0 0 0,1-1-1 0 0,-1-1 1 0 0,2-27-24 0 0,0 25 14 0 0,1-11-5 0 0,2-1-1 0 0,0 1 1 0 0,0 0-1 0 0,2 0 0 0 0,0 1 1 0 0,1-1-1 0 0,0 1 1 0 0,2 1-1 0 0,11-18 0 0 0,-5 12-12 0 0,0 1-1 0 0,2 0 1 0 0,0 1-1 0 0,0 1 1 0 0,34-25-1 0 0,-46 38 16 0 0,1 0 0 0 0,0 1 1 0 0,0 0-1 0 0,0 0 0 0 0,0 0 0 0 0,0 0 0 0 0,1 1 1 0 0,-1 0-1 0 0,1 0 0 0 0,0 1 0 0 0,-1 0 0 0 0,9 0 1 0 0,-12 1 11 0 0,0 0 0 0 0,0 1 0 0 0,-1-1 0 0 0,1 1 0 0 0,0 0 1 0 0,-1-1-1 0 0,1 1 0 0 0,0 1 0 0 0,-1-1 0 0 0,1 0 0 0 0,-1 1 1 0 0,1-1-1 0 0,-1 1 0 0 0,0-1 0 0 0,0 1 0 0 0,0 0 0 0 0,0 0 1 0 0,0 0-1 0 0,0 1 0 0 0,0-1 0 0 0,-1 0 0 0 0,1 1 0 0 0,-1-1 1 0 0,0 1-1 0 0,1-1 0 0 0,-1 1 0 0 0,0 2 0 0 0,2 5 0 0 0,0-1 0 0 0,-1 0-1 0 0,0 1 1 0 0,0 0 0 0 0,-1-1 0 0 0,0 12-1 0 0,-5 51 18 0 0,2-43 2 0 0,1-1 0 0 0,4 38 0 0 0,-3-63-101 0 0,1 0 0 0 0,-1-1 0 0 0,1 1 0 0 0,0 0 0 0 0,0-1-1 0 0,0 1 1 0 0,0 0 0 0 0,0-1 0 0 0,0 0 0 0 0,1 1 0 0 0,-1-1 0 0 0,1 0 0 0 0,-1 1 0 0 0,1-1 0 0 0,0 0 0 0 0,0 0 0 0 0,0 0 0 0 0,0-1 0 0 0,1 1 0 0 0,-1 0 0 0 0,0-1 0 0 0,1 0 0 0 0,-1 1 0 0 0,1-1 0 0 0,-1 0 0 0 0,5 1 0 0 0,-4-1-214 0 0,1-1-1 0 0,-1 1 0 0 0,1-1 1 0 0,0 0-1 0 0,-1 0 1 0 0,1 0-1 0 0,0 0 0 0 0,-1-1 1 0 0,1 0-1 0 0,0 1 1 0 0,-1-1-1 0 0,1 0 1 0 0,-1-1-1 0 0,1 1 0 0 0,-1-1 1 0 0,0 1-1 0 0,0-1 1 0 0,1 0-1 0 0,3-4 1 0 0,-1 1-732 0 0,0-1 1 0 0,-1 1-1 0 0,8-11 1 0 0,3-6-1857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1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113 281 2028 0 0,'27'-115'5246'0'0,"6"-33"1367"0"0,-32 130-5921 0 0,-8 28-293 0 0,-8 29-174 0 0,-82 369 1899 0 0,65-252-1830 0 0,10-68 1741 0 0,22-86-1511 0 0,5-31-221 0 0,1 9-279 0 0,2 1 1 0 0,0 0-1 0 0,0 0 1 0 0,2 1 0 0 0,23-33-1 0 0,-27 43-32 0 0,1 0 0 0 0,0 0 0 0 0,0 1 0 0 0,0 0 0 0 0,1 0 0 0 0,0 1 0 0 0,0 0 0 0 0,1 1 0 0 0,0 0 0 0 0,0 0 0 0 0,0 1 0 0 0,0 0 1 0 0,18-5-1 0 0,-21 8 3 0 0,0 0 0 0 0,-1 0 0 0 0,1 1 0 0 0,0 0 0 0 0,0 0 0 0 0,-1 1 0 0 0,1-1 0 0 0,0 1 0 0 0,0 1 0 0 0,-1-1 0 0 0,1 1 0 0 0,-1 0 0 0 0,1 0 0 0 0,-1 0 0 0 0,0 1 0 0 0,0 0 0 0 0,0 0 0 0 0,0 0 0 0 0,-1 1 0 0 0,1-1 0 0 0,-1 1 0 0 0,0 0 0 0 0,0 1 0 0 0,0-1 0 0 0,-1 1 0 0 0,1-1 0 0 0,2 6 0 0 0,-2-3 16 0 0,0 0-1 0 0,0 0 1 0 0,-1 0 0 0 0,0 0 0 0 0,0 0-1 0 0,-1 1 1 0 0,0-1 0 0 0,0 1 0 0 0,0 0-1 0 0,-1-1 1 0 0,-1 1 0 0 0,1 0 0 0 0,-1 0-1 0 0,0 0 1 0 0,-1-1 0 0 0,0 1 0 0 0,0 0-1 0 0,-1-1 1 0 0,-4 13 0 0 0,4-16 8 0 0,-1 1 0 0 0,0-1 0 0 0,0 0 1 0 0,0 0-1 0 0,0 0 0 0 0,-1 0 0 0 0,1-1 0 0 0,-1 1 0 0 0,0-1 1 0 0,0 0-1 0 0,0 0 0 0 0,-1 0 0 0 0,1-1 0 0 0,-1 0 0 0 0,1 1 0 0 0,-1-2 1 0 0,0 1-1 0 0,0 0 0 0 0,0-1 0 0 0,0 0 0 0 0,0 0 0 0 0,0-1 1 0 0,-8 1-1 0 0,2-1-5 0 0,0 0 0 0 0,0 0 0 0 0,1-1 1 0 0,-1 0-1 0 0,1-1 0 0 0,-1 0 0 0 0,1-1 0 0 0,0 0 1 0 0,-1-1-1 0 0,-12-7 0 0 0,14 7-317 0 0,1-1-1 0 0,0-1 1 0 0,1 1-1 0 0,-1-1 1 0 0,1 0-1 0 0,-8-9 1 0 0,12 11-307 0 0,0 0 1 0 0,1 0-1 0 0,-1 0 0 0 0,1-1 0 0 0,-4-7 1 0 0,5 8-296 0 0,0 0 0 0 0,0 0 0 0 0,0 0 0 0 0,0 0 0 0 0,1 0 0 0 0,-1 0 0 0 0,1-6 0 0 0,2-6-4879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2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0 109 2288 0 0,'27'5'5511'0'0,"-25"-5"-4749"0"0,9 11 749 0 0,-9-5-1221 0 0,0 1 0 0 0,1 0 0 0 0,0-1 1 0 0,0 0-1 0 0,1 1 0 0 0,-1-1 0 0 0,1-1 0 0 0,1 1 0 0 0,-1 0 0 0 0,1-1 0 0 0,0 0 0 0 0,0 0 0 0 0,7 5 0 0 0,-10-9-34 0 0,1-1-30 0 0,0-1-181 0 0,0 1 0 0 0,0 0 0 0 0,0-1 0 0 0,-1 0 0 0 0,1 1 0 0 0,0-1 1 0 0,0 0-1 0 0,-1-1 0 0 0,1 1 0 0 0,-1 0 0 0 0,1-1 0 0 0,-1 1 0 0 0,1-1 0 0 0,-1 0 1 0 0,0 0-1 0 0,0 0 0 0 0,0 0 0 0 0,3-4 0 0 0,2-4 176 0 0,-1-1 1 0 0,0 0-1 0 0,-1 0 0 0 0,0-1 1 0 0,-1 0-1 0 0,0 0 1 0 0,-1 0-1 0 0,3-18 0 0 0,-6 28-185 0 0,-6 0 27 0 0,6 1-62 0 0,-1 1 0 0 0,1 0 0 0 0,0 0 0 0 0,-1 0 0 0 0,1-1 0 0 0,-1 1 0 0 0,1 0 0 0 0,-1 0 0 0 0,1 0 0 0 0,0 0 0 0 0,-1 0 0 0 0,1 0 0 0 0,-1 0 0 0 0,1 0 0 0 0,-1 0-1 0 0,1 0 1 0 0,-1 0 0 0 0,1 0 0 0 0,0 0 0 0 0,-1 0 0 0 0,1 0 0 0 0,-1 0 0 0 0,1 0 0 0 0,-1 1 0 0 0,-6 2 5 0 0,0 0 0 0 0,1 1 0 0 0,-1 0 0 0 0,1 0-1 0 0,0 1 1 0 0,0 0 0 0 0,1 0 0 0 0,-1 0 0 0 0,1 1 0 0 0,-4 6 0 0 0,-8 9-16 0 0,-18 34 0 0 0,24-36 9 0 0,1 1 1 0 0,0 0-1 0 0,-9 30 0 0 0,17-43 25 0 0,-1 0-1 0 0,2 0 1 0 0,-1 1-1 0 0,1-1 0 0 0,0 0 1 0 0,1 0-1 0 0,-1 1 1 0 0,2-1-1 0 0,-1 0 0 0 0,1 0 1 0 0,0 1-1 0 0,0-1 1 0 0,1 0-1 0 0,3 10 0 0 0,-4-15-6 0 0,1 0 0 0 0,-1 1-1 0 0,1-1 1 0 0,-1 0 0 0 0,1 1-1 0 0,0-1 1 0 0,0 0 0 0 0,0 0-1 0 0,0-1 1 0 0,0 1 0 0 0,0 0-1 0 0,0-1 1 0 0,1 1 0 0 0,-1-1 0 0 0,4 2-1 0 0,-1-1 4 0 0,1-1-1 0 0,-1 1 1 0 0,0-1 0 0 0,0 0-1 0 0,1-1 1 0 0,-1 1-1 0 0,9-1 1 0 0,-1-1 4 0 0,1-1-1 0 0,-1 0 1 0 0,0-1-1 0 0,0 0 1 0 0,19-8 0 0 0,-11 2-4 0 0,0-2 1 0 0,-1 0-1 0 0,-1 0 1 0 0,0-2-1 0 0,-1-1 1 0 0,26-24-1 0 0,-23 18 4 0 0,-1-2 0 0 0,-2 0-1 0 0,0-1 1 0 0,25-42 0 0 0,-39 58-27 0 0,1-1 0 0 0,-2 0 1 0 0,1 0-1 0 0,-1 0 0 0 0,0-1 1 0 0,-1 1-1 0 0,0-1 0 0 0,0 1 1 0 0,-1-1-1 0 0,0 0 0 0 0,0 0 1 0 0,-1 0-1 0 0,-2-14 0 0 0,2 21 0 0 0,0 1 0 0 0,-1 0 0 0 0,1-1 0 0 0,-1 1 0 0 0,0 0 0 0 0,0-1 0 0 0,1 1-1 0 0,-1 0 1 0 0,0 0 0 0 0,0 0 0 0 0,0 0 0 0 0,0 0 0 0 0,0 0 0 0 0,0 0 0 0 0,0 0-1 0 0,-1 0 1 0 0,1 0 0 0 0,0 0 0 0 0,0 1 0 0 0,-1-1 0 0 0,1 0 0 0 0,-1 1 0 0 0,1 0 0 0 0,-3-1-1 0 0,-25-3-21 0 0,29 4 25 0 0,-2 0 0 0 0,1 0 0 0 0,-1 0-1 0 0,1 0 1 0 0,-1 0 0 0 0,0 0 0 0 0,1 0-1 0 0,-1 0 1 0 0,1 0 0 0 0,-1 1 0 0 0,1-1 0 0 0,-1 1-1 0 0,1-1 1 0 0,-1 1 0 0 0,1 0 0 0 0,-1-1-1 0 0,1 1 1 0 0,0 0 0 0 0,-1 0 0 0 0,1 0 0 0 0,0 0-1 0 0,0 0 1 0 0,0 0 0 0 0,0 1 0 0 0,0-1-1 0 0,0 0 1 0 0,0 0 0 0 0,0 1 0 0 0,0-1 0 0 0,1 1-1 0 0,-1-1 1 0 0,0 1 0 0 0,1-1 0 0 0,-1 1-1 0 0,1-1 1 0 0,0 1 0 0 0,0-1 0 0 0,-1 1 0 0 0,1-1-1 0 0,0 1 1 0 0,0 0 0 0 0,0-1 0 0 0,1 1-1 0 0,-1-1 1 0 0,0 1 0 0 0,0 0 0 0 0,1-1 0 0 0,-1 1-1 0 0,1-1 1 0 0,0 0 0 0 0,-1 1 0 0 0,1-1-1 0 0,0 1 1 0 0,0-1 0 0 0,0 0 0 0 0,0 0 0 0 0,0 1-1 0 0,0-1 1 0 0,0 0 0 0 0,0 0 0 0 0,1 0-1 0 0,-1 0 1 0 0,0 0 0 0 0,1 0 0 0 0,-1-1 0 0 0,0 1-1 0 0,1 0 1 0 0,-1-1 0 0 0,4 2 0 0 0,7 2-10 0 0,1 0 1 0 0,0 0 0 0 0,0-1-1 0 0,0-1 1 0 0,0 0 0 0 0,1-1 0 0 0,-1 0-1 0 0,0-1 1 0 0,26-4 0 0 0,-15 1-1 0 0,-1-2 0 0 0,1-1 0 0 0,-1-1 0 0 0,36-15 0 0 0,-41 12 66 0 0,-1 0-1 0 0,0-1 1 0 0,18-15 0 0 0,-34 25-44 0 0,-1 1-11 0 0,-1-1 0 0 0,0 1 0 0 0,0-1 0 0 0,0 1 0 0 0,1 0 0 0 0,-1-1 0 0 0,0 1 0 0 0,0 0 0 0 0,0 0 0 0 0,0-1 0 0 0,0 1 0 0 0,0 0 0 0 0,1 0 0 0 0,-1 0 0 0 0,-1 0 0 0 0,-16 8 5 0 0,1 1 1 0 0,1 0-1 0 0,-1 2 1 0 0,2-1-1 0 0,-1 2 1 0 0,2 0-1 0 0,-1 1 1 0 0,2 0-1 0 0,0 1 1 0 0,0 1-1 0 0,2 0 1 0 0,0 1-1 0 0,0 0 0 0 0,2 0 1 0 0,0 1-1 0 0,0 0 1 0 0,-7 27-1 0 0,14-40 6 0 0,1 0 0 0 0,0 0 0 0 0,0 0 0 0 0,1 0 0 0 0,-1 1 0 0 0,1-1 0 0 0,0 0 0 0 0,0 0 0 0 0,0 1 0 0 0,1-1-1 0 0,0 0 1 0 0,-1 0 0 0 0,1 0 0 0 0,1 0 0 0 0,-1 0 0 0 0,1 0 0 0 0,2 5 0 0 0,-2-6-82 0 0,1 0 1 0 0,-1 0-1 0 0,1 0 0 0 0,0 0 1 0 0,0 0-1 0 0,0-1 1 0 0,0 1-1 0 0,0-1 0 0 0,1 0 1 0 0,-1 0-1 0 0,1 0 1 0 0,0-1-1 0 0,-1 1 0 0 0,1-1 1 0 0,0 0-1 0 0,0 0 1 0 0,0 0-1 0 0,6 0 0 0 0,0 0-523 0 0,1 0 0 0 0,0-1 0 0 0,-1 0 1 0 0,1-1-1 0 0,0-1 0 0 0,14-3 0 0 0,33-12-5242 0 0,-26 5 456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3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251 401 2140 0 0,'-26'5'5181'0'0,"24"-5"-3870"0"0,-2 0-183 0 0,-9 1-146 0 0,9 0-76 0 0,-32-13 5672 0 0,32 12-6522 0 0,0 0-1 0 0,0 0 0 0 0,0 1 1 0 0,0-1-1 0 0,0 1 1 0 0,0 0-1 0 0,0 1 0 0 0,1-1 1 0 0,-1 1-1 0 0,0-1 1 0 0,1 1-1 0 0,-1 0 0 0 0,1 1 1 0 0,-1-1-1 0 0,-2 3 1 0 0,-11 9-63 0 0,-22 23 1 0 0,33-32 42 0 0,1 1-35 0 0,0 0 0 0 0,0 1 0 0 0,0-1 1 0 0,-6 13-1 0 0,9-17 8 0 0,1 0 1 0 0,0 0-1 0 0,0 1 0 0 0,0-1 1 0 0,0 0-1 0 0,1 1 1 0 0,-1-1-1 0 0,0 0 0 0 0,1 1 1 0 0,0-1-1 0 0,0 1 1 0 0,-1-1-1 0 0,1 1 0 0 0,1-1 1 0 0,-1 1-1 0 0,0-1 1 0 0,1 0-1 0 0,0 5 0 0 0,1-5 1 0 0,0 0 0 0 0,0 1 0 0 0,0-1-1 0 0,0 0 1 0 0,0 0 0 0 0,0 0 0 0 0,0 0-1 0 0,1-1 1 0 0,-1 1 0 0 0,1 0 0 0 0,-1-1-1 0 0,1 0 1 0 0,0 0 0 0 0,-1 1 0 0 0,1-2-1 0 0,0 1 1 0 0,0 0 0 0 0,0-1-1 0 0,0 1 1 0 0,0-1 0 0 0,-1 0 0 0 0,1 0-1 0 0,0 0 1 0 0,0 0 0 0 0,3-1 0 0 0,4 0 2 0 0,-1 0 0 0 0,0 0 1 0 0,0-1-1 0 0,0-1 0 0 0,0 0 0 0 0,14-6 1 0 0,-10 2-27 0 0,-1-1 0 0 0,0-1 0 0 0,-1 1 0 0 0,0-2 0 0 0,0 0 0 0 0,-1 0-1 0 0,0-1 1 0 0,-1 0 0 0 0,0 0 0 0 0,-1-1 0 0 0,0-1 0 0 0,-1 1 0 0 0,0-1 0 0 0,-1 0 0 0 0,-1-1 0 0 0,0 1 0 0 0,0-1 0 0 0,-2 0 0 0 0,0 0 0 0 0,0-1 0 0 0,-1 1 0 0 0,-1 0 0 0 0,-1-1 0 0 0,0 1 0 0 0,0-1-1 0 0,-4-14 1 0 0,3 24-4 0 0,0 0-1 0 0,0 0 1 0 0,-1 1-1 0 0,0-1 0 0 0,-3-5 1 0 0,5 8 12 0 0,-1 1 1 0 0,0-1-1 0 0,0 1 1 0 0,0 0-1 0 0,0 0 0 0 0,0-1 1 0 0,0 1-1 0 0,0 0 1 0 0,0 0-1 0 0,0 0 1 0 0,0 0-1 0 0,-1 0 0 0 0,1 1 1 0 0,0-1-1 0 0,-1 0 1 0 0,1 1-1 0 0,-1-1 1 0 0,1 0-1 0 0,-1 1 0 0 0,1 0 1 0 0,-1-1-1 0 0,1 1 1 0 0,-2 0-1 0 0,-6 1 1 0 0,0 0 1 0 0,0 0-1 0 0,0 1 0 0 0,0 0 1 0 0,1 1-1 0 0,-1 0 1 0 0,1 0-1 0 0,0 1 0 0 0,0 0 1 0 0,0 1-1 0 0,0-1 0 0 0,1 1 1 0 0,0 1-1 0 0,0 0 0 0 0,0 0 1 0 0,1 0-1 0 0,-1 1 0 0 0,2-1 1 0 0,-1 1-1 0 0,-4 8 0 0 0,6-9 10 0 0,1-1-1 0 0,-1 1 1 0 0,1 0 0 0 0,0 0-1 0 0,1 0 1 0 0,0 0-1 0 0,0 0 1 0 0,0 1-1 0 0,1-1 1 0 0,-1 0-1 0 0,2 1 1 0 0,-1-1-1 0 0,1 1 1 0 0,0 0-1 0 0,0-1 1 0 0,0 1 0 0 0,1-1-1 0 0,0 1 1 0 0,1-1-1 0 0,-1 0 1 0 0,1 1-1 0 0,1-1 1 0 0,-1 0-1 0 0,1 0 1 0 0,0 0-1 0 0,0-1 1 0 0,1 1 0 0 0,5 7-1 0 0,-1-5 5 0 0,1 0 1 0 0,0 0-1 0 0,1 0 1 0 0,0-1-1 0 0,0-1 0 0 0,0 1 1 0 0,1-2-1 0 0,-1 0 1 0 0,1 0-1 0 0,1 0 0 0 0,-1-2 1 0 0,1 1-1 0 0,-1-2 1 0 0,23 3-1 0 0,-12-2 2 0 0,0-2-1 0 0,0-1 1 0 0,1 0 0 0 0,-1-2 0 0 0,0 0-1 0 0,0-2 1 0 0,25-6 0 0 0,-24 3-5 0 0,0-2 0 0 0,0 0 0 0 0,-1-2 0 0 0,0 0-1 0 0,0-2 1 0 0,-1 0 0 0 0,-1-1 0 0 0,-1-1 0 0 0,0-1 0 0 0,-1-1 0 0 0,20-23 0 0 0,-14 11 56 0 0,-2 0 0 0 0,-1-2 0 0 0,-1-1-1 0 0,-2 0 1 0 0,-1-1 0 0 0,23-64 0 0 0,-31 74 67 0 0,-7 18-91 0 0,1-1 0 0 0,-1 0-1 0 0,0 1 1 0 0,0-1-1 0 0,-1 0 1 0 0,2-10 0 0 0,-3 14-42 0 0,-3 2 4 0 0,1 1 1 0 0,0-1 0 0 0,0 1 0 0 0,0 0 0 0 0,0-1 0 0 0,0 1-1 0 0,0 0 1 0 0,1 0 0 0 0,-1 1 0 0 0,0-1 0 0 0,0 0 0 0 0,1 1-1 0 0,-1-1 1 0 0,0 0 0 0 0,-1 3 0 0 0,-24 30-6 0 0,20-24 0 0 0,-56 76 56 0 0,-53 98 0 0 0,-37 103 19 0 0,-27 98 109 0 0,134-268-49 0 0,-44 168 0 0 0,82-252-120 0 0,-27 129 69 0 0,33-144-44 0 0,0-1 0 0 0,2 0 0 0 0,0 0-1 0 0,0 0 1 0 0,2 1 0 0 0,0-1 0 0 0,6 24 0 0 0,-7-36-18 0 0,1-1 1 0 0,0 1-1 0 0,-1 0 1 0 0,2-1-1 0 0,-1 0 1 0 0,0 1-1 0 0,1-1 1 0 0,0 0-1 0 0,0 0 1 0 0,0-1-1 0 0,0 1 1 0 0,1 0-1 0 0,0-1 1 0 0,-1 0-1 0 0,1 0 1 0 0,0 0-1 0 0,0 0 1 0 0,1-1-1 0 0,-1 0 1 0 0,1 0-1 0 0,-1 0 1 0 0,1 0-1 0 0,-1-1 1 0 0,1 1-1 0 0,0-1 1 0 0,8 0-1 0 0,-5 0 24 0 0,-1-1-1 0 0,0 0 0 0 0,0-1 0 0 0,0 0 1 0 0,1 0-1 0 0,-1-1 0 0 0,0 1 1 0 0,0-2-1 0 0,-1 1 0 0 0,1-1 1 0 0,0 0-1 0 0,-1 0 0 0 0,1-1 0 0 0,-1 1 1 0 0,0-2-1 0 0,-1 1 0 0 0,10-9 1 0 0,-5 2 5 0 0,0-1 1 0 0,-1 0 0 0 0,-1 0 0 0 0,0-1 0 0 0,0 0-1 0 0,-1 0 1 0 0,-1-1 0 0 0,0 0 0 0 0,-1 0-1 0 0,-1 0 1 0 0,0 0 0 0 0,-1-1 0 0 0,0 0-1 0 0,-1 0 1 0 0,-1 0 0 0 0,-1 0 0 0 0,-2-29-1 0 0,0 20-26 0 0,-2 0-1 0 0,0 0 0 0 0,-2 0 0 0 0,-1 1 0 0 0,0-1 0 0 0,-2 2 0 0 0,-1-1 0 0 0,-1 1 1 0 0,0 1-1 0 0,-18-25 0 0 0,1 9-14 0 0,-1 2 1 0 0,-46-43 0 0 0,-74-52 26 0 0,110 98 7 0 0,-21-25-1930 0 0,59 57 1818 0 0,1-1 0 0 0,0 0 0 0 0,-1 1 0 0 0,1-1 0 0 0,0 1 0 0 0,-1-1 0 0 0,1 0 0 0 0,0 1 0 0 0,0-1 0 0 0,0 0 0 0 0,0 1 0 0 0,0-1 0 0 0,-1 0 0 0 0,1 0 0 0 0,1 1 0 0 0,-1-1 0 0 0,0 0 0 0 0,0 1 0 0 0,0-1 0 0 0,0 0 0 0 0,0 1 0 0 0,0-1 0 0 0,1 0 0 0 0,-1 1 0 0 0,0-1 0 0 0,1 1 0 0 0,-1-1 0 0 0,0 0 0 0 0,1 1 0 0 0,-1-1 0 0 0,1 1 0 0 0,-1-1 0 0 0,1 1 0 0 0,-1-1 0 0 0,1 1 0 0 0,-1 0 0 0 0,1-1 0 0 0,0 0 0 0 0,23-15-2316 0 0,-23 16 2296 0 0,49-21-5677 0 0,-37 17 3547 0 0,16-7-3669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4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97 770 2272 0 0,'-9'5'859'0'0,"0"1"-1"0"0,0 0 0 0 0,1 1 0 0 0,0 0 1 0 0,1 0-1 0 0,-13 15 0 0 0,17-18-665 0 0,0 0 0 0 0,0 1 0 0 0,1-1 0 0 0,-1 0 0 0 0,1 1 0 0 0,0-1-1 0 0,0 1 1 0 0,0 0 0 0 0,1 0 0 0 0,0 0 0 0 0,0 0 0 0 0,0 0 0 0 0,1 0-1 0 0,-1 0 1 0 0,1 0 0 0 0,1 5 0 0 0,-1-7-129 0 0,0-1 1 0 0,1 0-1 0 0,-1 1 1 0 0,1-1-1 0 0,0 0 0 0 0,-1 0 1 0 0,1 0-1 0 0,0 0 1 0 0,0 0-1 0 0,1 0 1 0 0,-1 0-1 0 0,0 0 0 0 0,1 0 1 0 0,-1 0-1 0 0,1-1 1 0 0,-1 1-1 0 0,1-1 0 0 0,0 1 1 0 0,3 1-1 0 0,-1-1 6 0 0,-1-1 0 0 0,1 1 0 0 0,-1-1 0 0 0,1 0 0 0 0,0 0 0 0 0,0 0 0 0 0,0-1 0 0 0,0 1 1 0 0,-1-1-1 0 0,8 0 0 0 0,1-1-3 0 0,-1-1 1 0 0,0 0-1 0 0,0 0 0 0 0,0-1 1 0 0,0-1-1 0 0,-1 0 1 0 0,12-5-1 0 0,-7-1-28 0 0,0 0 0 0 0,0 0-1 0 0,-1-2 1 0 0,0 0 0 0 0,-1 0-1 0 0,0-1 1 0 0,-1-1 0 0 0,0 0-1 0 0,-1-1 1 0 0,16-28 0 0 0,3-14-9 0 0,38-101 0 0 0,-65 149-38 0 0,29-83-57 0 0,-3-2 0 0 0,17-112 1 0 0,-25 58 732 0 0,-22 145-640 0 0,1 2-26 0 0,0 1 1 0 0,-1 0-1 0 0,1-1 1 0 0,0 1-1 0 0,0 0 1 0 0,0-1-1 0 0,-1 1 1 0 0,1-1-1 0 0,0 1 1 0 0,-1 0-1 0 0,1 0 1 0 0,0-1-1 0 0,-1 1 1 0 0,1 0-1 0 0,0 0 1 0 0,-1-1-1 0 0,1 1 1 0 0,-1 0-1 0 0,1 0 1 0 0,0 0-1 0 0,-1 0 1 0 0,1-1-1 0 0,-1 1 1 0 0,1 0-1 0 0,-1 0 1 0 0,1 0-1 0 0,0 0 1 0 0,-1 0-1 0 0,1 0 1 0 0,-1 0-1 0 0,1 0 1 0 0,-1 0 0 0 0,1 1-1 0 0,0-1 1 0 0,-1 0-1 0 0,1 0 1 0 0,-1 0-1 0 0,1 0 1 0 0,-1 1-1 0 0,-12 9 5 0 0,12-9-1 0 0,-10 11 13 0 0,-1 0 0 0 0,2 2 0 0 0,0-1-1 0 0,0 1 1 0 0,-14 30 0 0 0,-28 80 110 0 0,41-90-109 0 0,1 0 0 0 0,2 1 1 0 0,1-1-1 0 0,2 2 0 0 0,-1 37 0 0 0,5-50-7 0 0,2 1-1 0 0,0-1 0 0 0,2 1 1 0 0,0-1-1 0 0,2 0 1 0 0,1 0-1 0 0,0-1 1 0 0,16 37-1 0 0,-17-51-12 0 0,0 0 0 0 0,0 1 0 0 0,0-2-1 0 0,1 1 1 0 0,1-1 0 0 0,-1 0 0 0 0,1 0-1 0 0,0-1 1 0 0,1 0 0 0 0,-1 0 0 0 0,1-1-1 0 0,0 0 1 0 0,1 0 0 0 0,-1-1-1 0 0,1 0 1 0 0,0 0 0 0 0,0-1 0 0 0,0 0-1 0 0,0-1 1 0 0,1 0 0 0 0,-1 0 0 0 0,1-1-1 0 0,-1 0 1 0 0,1-1 0 0 0,-1 0 0 0 0,1-1-1 0 0,-1 0 1 0 0,1 0 0 0 0,-1-1 0 0 0,1 0-1 0 0,-1 0 1 0 0,0-1 0 0 0,0-1 0 0 0,0 0-1 0 0,-1 0 1 0 0,1 0 0 0 0,12-10-1 0 0,-6 2-10 0 0,-1-1 0 0 0,0 0 0 0 0,0-1-1 0 0,-2-1 1 0 0,0 0 0 0 0,0-1 0 0 0,-1 0 0 0 0,13-28-1 0 0,-3-1-13 0 0,-2-1 0 0 0,15-57 0 0 0,-12 16 944 0 0,-21 85-836 0 0,-3 2-73 0 0,0 1 0 0 0,0-1 0 0 0,1 1 0 0 0,-1 0 0 0 0,0-1 0 0 0,1 1 0 0 0,-1 0 0 0 0,1 0 0 0 0,-1 0 0 0 0,1 0 0 0 0,-1 0-1 0 0,1 0 1 0 0,0 1 0 0 0,0-1 0 0 0,-1 0 0 0 0,1 1 0 0 0,0-1 0 0 0,0 1 0 0 0,-1 2 0 0 0,-18 35 216 0 0,17-33-184 0 0,-7 18 166 0 0,0 1 1 0 0,2 0-1 0 0,-8 38 0 0 0,13-47-135 0 0,1 0 0 0 0,1 0 0 0 0,0 0 0 0 0,1 1 0 0 0,0-1 0 0 0,6 29 0 0 0,-5-39-85 0 0,0-1 1 0 0,1 1-1 0 0,0-1 0 0 0,0 1 0 0 0,0-1 0 0 0,1 0 0 0 0,0 0 0 0 0,0 0 1 0 0,0 0-1 0 0,0 0 0 0 0,1-1 0 0 0,0 0 0 0 0,0 0 0 0 0,0 0 0 0 0,0 0 0 0 0,1 0 1 0 0,0-1-1 0 0,5 4 0 0 0,-6-5-262 0 0,-1-1 1 0 0,1 1-1 0 0,0-1 0 0 0,-1 0 1 0 0,1 0-1 0 0,0 0 1 0 0,0-1-1 0 0,0 1 0 0 0,0-1 1 0 0,-1 0-1 0 0,9-1 1 0 0,-7 0-382 0 0,-1 0 1 0 0,1 0-1 0 0,-1-1 1 0 0,1 1 0 0 0,-1-1-1 0 0,1 0 1 0 0,-1 0 0 0 0,0-1-1 0 0,0 1 1 0 0,0-1 0 0 0,4-4-1 0 0,11-11-3932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4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49 1872 0 0,'-10'-12'1976'0'0,"0"4"-275"0"0,3 1-509 0 0,0 0-84 0 0,0 1 336 0 0,-3-1-324 0 0,-5 5-704 0 0,10 9-400 0 0,3 10-1084 0 0,2-2-2984 0 0,2-5 731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5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37 660 0 0,'7'44'8401'0'0,"3"1"-4774"0"0,-4-27-3377 0 0,-2 0 1 0 0,0 0-1 0 0,-1 1 1 0 0,-1 0-1 0 0,-1-1 0 0 0,-1 1 1 0 0,-1 19-1 0 0,0-36-115 0 0,0 1-1 0 0,1-1 0 0 0,-1 0 1 0 0,0 0-1 0 0,0 0 0 0 0,0 0 1 0 0,0 0-1 0 0,0 0 0 0 0,-1 0 1 0 0,1 0-1 0 0,-1-1 0 0 0,1 1 1 0 0,-1 0-1 0 0,0-1 1 0 0,-3 3-1 0 0,4-3 126 0 0,-17 0 337 0 0,17-2-571 0 0,0 1-1 0 0,-1-1 0 0 0,1 0 1 0 0,0 0-1 0 0,-1 0 0 0 0,1 0 1 0 0,0 0-1 0 0,0 0 0 0 0,0 0 1 0 0,0 0-1 0 0,0 0 0 0 0,0 0 1 0 0,0-1-1 0 0,1 1 0 0 0,-1 0 1 0 0,0-1-1 0 0,1 1 0 0 0,-1-1 1 0 0,1 1-1 0 0,-1-3 0 0 0,0 0-2 0 0,1 0-1 0 0,-1-1 1 0 0,1 1-1 0 0,0 0 1 0 0,0-1-1 0 0,1 1 1 0 0,0-5-1 0 0,3-8 2 0 0,1 1-1 0 0,12-28 1 0 0,-11 31-26 0 0,1 0 0 0 0,0 1 0 0 0,1 0 0 0 0,0 0 0 0 0,1 1 0 0 0,0 0 0 0 0,1 0 0 0 0,0 1 0 0 0,1 0 0 0 0,0 1 0 0 0,0 1 0 0 0,1-1 0 0 0,0 2 1 0 0,1 0-1 0 0,-1 0 0 0 0,2 1 0 0 0,-1 1 0 0 0,18-6 0 0 0,-28 11 2 0 0,0-1 0 0 0,-1 1 0 0 0,1-1-1 0 0,0 1 1 0 0,-1 0 0 0 0,1 0 0 0 0,0 0 0 0 0,-1 1 0 0 0,1-1 0 0 0,0 1 0 0 0,-1-1 0 0 0,1 1 0 0 0,0 0 0 0 0,-1 0 0 0 0,1 0 0 0 0,-1 0 0 0 0,0 1 0 0 0,1-1 0 0 0,-1 1-1 0 0,0-1 1 0 0,0 1 0 0 0,0 0 0 0 0,0 0 0 0 0,0 0 0 0 0,0 0 0 0 0,-1 0 0 0 0,1 0 0 0 0,-1 0 0 0 0,1 1 0 0 0,-1-1 0 0 0,2 3 0 0 0,0 3 12 0 0,0 0 1 0 0,0 0-1 0 0,0 0 1 0 0,-1 0-1 0 0,0 0 1 0 0,-1 1-1 0 0,0-1 1 0 0,1 12-1 0 0,-4 5 129 0 0,-1 1-1 0 0,-1-1 0 0 0,-12 43 0 0 0,-3 13-4214 0 0,20-73 2002 0 0,0-2-3005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5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84 202 1596 0 0,'17'-23'9831'0'0,"-7"7"-6757"0"0,-8 14-2590 0 0,-2 2-451 0 0,0 0 0 0 0,0-1 0 0 0,0 1 1 0 0,1 0-1 0 0,-1 0 0 0 0,0-1 0 0 0,0 1 1 0 0,1 0-1 0 0,-1 0 0 0 0,0-1 0 0 0,1 1 1 0 0,-1 0-1 0 0,0 0 0 0 0,1-1 0 0 0,-1 1 1 0 0,0 0-1 0 0,1 0 0 0 0,-1 0 0 0 0,0 0 1 0 0,1 0-1 0 0,-1 0 0 0 0,1 0 0 0 0,-1 0 0 0 0,0 0 1 0 0,1 0-1 0 0,-1 0 0 0 0,0 0 0 0 0,1 0 1 0 0,-1 0-1 0 0,1 0 0 0 0,15 2 301 0 0,2 2-69 0 0,0 0-1 0 0,1-2 1 0 0,0 0-1 0 0,-1-1 1 0 0,23-1-1 0 0,-37 0-249 0 0,0-1 0 0 0,0 0 0 0 0,1 0 0 0 0,-1 0 0 0 0,0 0 0 0 0,0-1 0 0 0,0 1 0 0 0,0-1 0 0 0,0 0 0 0 0,-1 0 0 0 0,1 0 0 0 0,-1-1 0 0 0,1 0 0 0 0,-1 1 0 0 0,0-1-1 0 0,0 0 1 0 0,0 0 0 0 0,0-1 0 0 0,0 1 0 0 0,-1-1 0 0 0,3-4 0 0 0,-2 1-21 0 0,0 1-1 0 0,0 0 0 0 0,-1 0 1 0 0,0-1-1 0 0,0 0 0 0 0,-1 1 1 0 0,1-1-1 0 0,-2 0 1 0 0,1 0-1 0 0,-1 1 0 0 0,0-12 1 0 0,-1 17 2 0 0,1 0 1 0 0,-1-1 0 0 0,1 1 0 0 0,-1 0 0 0 0,1 0 0 0 0,-1 0-1 0 0,0-1 1 0 0,1 1 0 0 0,-1 0 0 0 0,0 0 0 0 0,0 0-1 0 0,0 0 1 0 0,0 0 0 0 0,0 0 0 0 0,0 0 0 0 0,0 1-1 0 0,0-1 1 0 0,0 0 0 0 0,-1 0 0 0 0,1 1 0 0 0,0-1-1 0 0,0 1 1 0 0,-1-1 0 0 0,-1 0 0 0 0,-29-4-37 0 0,24 6 44 0 0,-1-1 0 0 0,1 2 0 0 0,-1-1 1 0 0,1 1-1 0 0,0 1 0 0 0,0-1 0 0 0,0 2 1 0 0,0-1-1 0 0,-9 6 0 0 0,-6 4-1 0 0,-32 26 0 0 0,41-28 2 0 0,0 1-1 0 0,0 0 0 0 0,1 1 0 0 0,1 0 1 0 0,0 1-1 0 0,1 0 0 0 0,0 1 0 0 0,2 1 1 0 0,-1-1-1 0 0,-7 22 0 0 0,15-34 2 0 0,1 0 1 0 0,0 0-1 0 0,0 0 0 0 0,0 0 1 0 0,1 0-1 0 0,-1 1 0 0 0,1-1 1 0 0,0 0-1 0 0,0 1 0 0 0,0-1 1 0 0,0 0-1 0 0,1 0 1 0 0,-1 1-1 0 0,1-1 0 0 0,0 0 1 0 0,0 0-1 0 0,0 0 0 0 0,0 0 1 0 0,0 0-1 0 0,1 0 0 0 0,3 5 1 0 0,-1-3-136 0 0,0-1 0 0 0,0 1 0 0 0,1-1 0 0 0,0 0 0 0 0,0 0 0 0 0,0 0 0 0 0,0-1 1 0 0,0 0-1 0 0,1 0 0 0 0,10 4 0 0 0,0-2-720 0 0,0 1 1 0 0,0-2 0 0 0,1 0-1 0 0,30 2 1 0 0,-27-5-1995 0 0,38-2 0 0 0,-23-4-1708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7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248 729 148 0 0,'4'-8'1359'0'0,"-1"-1"-1"0"0,0 1 1 0 0,0-1 0 0 0,-1 0-1 0 0,0 0 1 0 0,-1 0 0 0 0,0-1-1 0 0,0-14 1 0 0,-1 23-1324 0 0,0 0 1 0 0,0 0 0 0 0,0 0-1 0 0,0 1 1 0 0,-1-1 0 0 0,1 0-1 0 0,0 0 1 0 0,0 1 0 0 0,-1-1-1 0 0,1 0 1 0 0,-1 0 0 0 0,1 1-1 0 0,0-1 1 0 0,-1 0 0 0 0,1 1-1 0 0,-1-1 1 0 0,0 1 0 0 0,1-1-1 0 0,-1 1 1 0 0,1-1 0 0 0,-1 1-1 0 0,0-1 1 0 0,0 1 0 0 0,1-1-1 0 0,-1 1 1 0 0,0 0 0 0 0,0-1-1 0 0,1 1 1 0 0,-1 0 0 0 0,0 0-1 0 0,0 0 1 0 0,1 0 0 0 0,-1-1-1 0 0,0 1 1 0 0,0 0 0 0 0,0 0-1 0 0,0 1 1 0 0,1-1 0 0 0,-1 0-1 0 0,0 0 1 0 0,-1 1 0 0 0,-29 6 315 0 0,31-7-349 0 0,-10 5 139 0 0,1 0-1 0 0,-1 1 1 0 0,0 0-1 0 0,1 0 1 0 0,1 1-1 0 0,-1 0 1 0 0,-11 12 0 0 0,-8 12 143 0 0,12-11-166 0 0,13-16-91 0 0,-13 17 108 0 0,2 1-1 0 0,-17 28 0 0 0,29-45-104 0 0,-1 1 1 0 0,1-1-1 0 0,-1 0 0 0 0,1 1 0 0 0,1-1 1 0 0,-1 1-1 0 0,1-1 0 0 0,0 1 0 0 0,0 0 1 0 0,1-1-1 0 0,0 1 0 0 0,0 0 0 0 0,0-1 1 0 0,0 1-1 0 0,1 0 0 0 0,3 9 0 0 0,-4-13-18 0 0,1 1-1 0 0,0-1 0 0 0,1 0 1 0 0,-1 0-1 0 0,0 0 1 0 0,1 0-1 0 0,-1 0 1 0 0,1 0-1 0 0,-1 0 0 0 0,1 0 1 0 0,0-1-1 0 0,0 1 1 0 0,0-1-1 0 0,0 1 1 0 0,0-1-1 0 0,0 0 0 0 0,0 0 1 0 0,0 1-1 0 0,1-2 1 0 0,-1 1-1 0 0,0 0 0 0 0,4 0 1 0 0,21 4 3 0 0,-18-7-24 0 0,-4 0 4 0 0,3 0-12 0 0,-1-1 0 0 0,1 1 0 0 0,-1-2 0 0 0,0 1 0 0 0,0-1 0 0 0,0 0 0 0 0,0 0 0 0 0,-1-1 0 0 0,1 0 0 0 0,-1 0 0 0 0,0 0 0 0 0,8-11 0 0 0,4-6-44 0 0,-2-1 0 0 0,17-30 0 0 0,-19 30 44 0 0,27-56 167 0 0,-5 7 909 0 0,-35 71-960 0 0,-2 3-67 0 0,-13 32 39 0 0,-15 55 1 0 0,25-70-17 0 0,0 0 0 0 0,1 0 0 0 0,1 0 0 0 0,0 38 0 0 0,2-54-38 0 0,0 0-1 0 0,1 0 1 0 0,-1 1-1 0 0,1-1 1 0 0,0 0-1 0 0,0 0 1 0 0,0 1-1 0 0,0-1 1 0 0,0 0-1 0 0,1 0 1 0 0,-1-1 0 0 0,1 1-1 0 0,0 0 1 0 0,0 0-1 0 0,0-1 1 0 0,0 1-1 0 0,0-1 1 0 0,1 0-1 0 0,-1 1 1 0 0,1-1 0 0 0,-1 0-1 0 0,1-1 1 0 0,0 1-1 0 0,0 0 1 0 0,0-1-1 0 0,0 1 1 0 0,0-1-1 0 0,0 0 1 0 0,0 0-1 0 0,0 0 1 0 0,1-1 0 0 0,-1 1-1 0 0,0-1 1 0 0,1 0-1 0 0,-1 0 1 0 0,0 0-1 0 0,0 0 1 0 0,7-1-1 0 0,-2-1-7 0 0,1 0-1 0 0,0 0 0 0 0,-1-1 0 0 0,1 0 0 0 0,-1-1 0 0 0,0 0 1 0 0,0 0-1 0 0,0 0 0 0 0,-1-1 0 0 0,0 0 0 0 0,0-1 0 0 0,10-9 0 0 0,0-2-14 0 0,-1-1 0 0 0,-1-1 0 0 0,18-26 0 0 0,-23 29 6 0 0,0-1 1 0 0,-1 0 0 0 0,0-1-1 0 0,7-22 1 0 0,-13 31-8 0 0,-1 0 0 0 0,0-1-1 0 0,0 1 1 0 0,0 0 0 0 0,-2-1-1 0 0,1 1 1 0 0,-1-1 0 0 0,0 1 0 0 0,-1 0-1 0 0,-3-17 1 0 0,3 22 2 0 0,0 1 0 0 0,-1-1 1 0 0,1 0-1 0 0,-1 1 0 0 0,0 0 0 0 0,0-1 1 0 0,0 1-1 0 0,-1 0 0 0 0,1 0 0 0 0,-1 0 0 0 0,0 0 1 0 0,0 1-1 0 0,0-1 0 0 0,0 1 0 0 0,0-1 0 0 0,0 1 1 0 0,-7-3-1 0 0,8 4 4 0 0,0 0 0 0 0,-1 0 0 0 0,0 0-1 0 0,1 0 1 0 0,-1 0 0 0 0,0 1 0 0 0,1-1 0 0 0,-1 1 0 0 0,0 0 0 0 0,1 0 0 0 0,-1 0 0 0 0,0 0 0 0 0,0 0 0 0 0,1 0 0 0 0,-1 1-1 0 0,0-1 1 0 0,1 1 0 0 0,-1 0 0 0 0,0 0 0 0 0,1 0 0 0 0,-1 0 0 0 0,1 0 0 0 0,-1 1 0 0 0,-3 2 0 0 0,5-3 2 0 0,0 0-1 0 0,0 0 1 0 0,0-1 0 0 0,1 1 0 0 0,-1 0 0 0 0,0 0 0 0 0,0 0-1 0 0,1 0 1 0 0,-1 0 0 0 0,1 0 0 0 0,-1 0 0 0 0,1 0-1 0 0,-1 1 1 0 0,1-1 0 0 0,0 0 0 0 0,-1 0 0 0 0,1 0 0 0 0,0 0-1 0 0,0 1 1 0 0,0-1 0 0 0,0 0 0 0 0,0 2 0 0 0,1-1 2 0 0,-1 0-1 0 0,1 1 1 0 0,0-1 0 0 0,0 0 0 0 0,0 0 0 0 0,0 0 0 0 0,0 0 0 0 0,0 0-1 0 0,1 0 1 0 0,2 3 0 0 0,1 0-1 0 0,0 0-1 0 0,0 0 1 0 0,1 0-1 0 0,-1-1 0 0 0,1 0 1 0 0,8 4-1 0 0,0-1-51 0 0,1-1-1 0 0,0-1 0 0 0,0 0 1 0 0,0-1-1 0 0,1-1 1 0 0,-1 0-1 0 0,28 1 0 0 0,-16-4-25 0 0,1-1 0 0 0,-1-1 0 0 0,40-9-1 0 0,-59 10 74 0 0,-6 0 5 0 0,16-6 24 0 0,-4 1 2 0 0,-16 6-39 0 0,-19 12 4 0 0,7 0 10 0 0,0 0-1 0 0,0 1 1 0 0,2 1-1 0 0,-1 0 1 0 0,2 1-1 0 0,0 0 1 0 0,1 0-1 0 0,0 1 1 0 0,1 1-1 0 0,1 0 1 0 0,1 0-1 0 0,-10 32 1 0 0,17-45 0 0 0,-1-1 0 0 0,0 0 0 0 0,1 1 0 0 0,0-1 1 0 0,0 1-1 0 0,0-1 0 0 0,0 1 0 0 0,0-1 0 0 0,1 1 1 0 0,0-1-1 0 0,-1 0 0 0 0,1 1 0 0 0,1-1 0 0 0,-1 0 1 0 0,0 0-1 0 0,1 0 0 0 0,3 6 0 0 0,-2-5 7 0 0,0 0-1 0 0,1-1 0 0 0,-1 1 0 0 0,1-1 1 0 0,0 0-1 0 0,0 0 0 0 0,0 0 0 0 0,1-1 1 0 0,-1 1-1 0 0,1-1 0 0 0,6 2 0 0 0,-2 0 3 0 0,0-2 0 0 0,1 1 1 0 0,-1-1-1 0 0,1-1 0 0 0,0 0 0 0 0,-1 0 0 0 0,1-1 0 0 0,0 0 0 0 0,0 0 0 0 0,-1-1 0 0 0,1-1 0 0 0,13-3 0 0 0,-8-1-16 0 0,1-1 0 0 0,-1-1 1 0 0,-1 0-1 0 0,1-1 0 0 0,-1 0 0 0 0,-1-2 1 0 0,0 1-1 0 0,0-2 0 0 0,-1 1 0 0 0,0-2 1 0 0,-1 1-1 0 0,9-16 0 0 0,6-10 2 0 0,-2 0 1 0 0,-2-2-1 0 0,21-52 0 0 0,-3-10 242 0 0,-5-1 0 0 0,30-144-1 0 0,-57 209 14 0 0,20-97 352 0 0,-28 133-647 0 0,-14 16 80 0 0,-15 44-118 0 0,3 1 1 0 0,2 1 0 0 0,-19 74-1 0 0,-14 90 124 0 0,53-199 3 0 0,0 1-1 0 0,2-1 1 0 0,1 1-1 0 0,1 0 1 0 0,1 0-1 0 0,9 48 1 0 0,-6-59-21 0 0,1-1-1 0 0,1 1 1 0 0,-1-1 0 0 0,2-1-1 0 0,0 1 1 0 0,1-1 0 0 0,0-1-1 0 0,1 1 1 0 0,20 21 0 0 0,-22-27-26 0 0,1 0 0 0 0,-1-1 1 0 0,1 0-1 0 0,0 0 0 0 0,1-1 0 0 0,-1 0 1 0 0,12 5-1 0 0,-15-8-29 0 0,1 0 0 0 0,0 0 0 0 0,0-1 0 0 0,0 1 1 0 0,0-1-1 0 0,1 0 0 0 0,-1-1 0 0 0,0 0 0 0 0,0 0 0 0 0,0 0 1 0 0,1-1-1 0 0,6-1 0 0 0,-5 0-44 0 0,-1-1 1 0 0,0 0-1 0 0,0 0 1 0 0,0 0-1 0 0,0-1 1 0 0,0 0-1 0 0,0-1 1 0 0,-1 0-1 0 0,0 0 1 0 0,0 0-1 0 0,-1 0 0 0 0,1-1 1 0 0,-1 0-1 0 0,0 0 1 0 0,-1-1-1 0 0,8-11 1 0 0,3-10-35 0 0,-1-1-1 0 0,17-53 1 0 0,-25 66 153 0 0,12-42 359 0 0,-17 56-396 0 0,-13 10 7 0 0,7 2 15 0 0,0 1 1 0 0,0-1-1 0 0,1 1 1 0 0,1 0-1 0 0,0 0 1 0 0,0 1-1 0 0,1-1 0 0 0,0 0 1 0 0,1 23-1 0 0,1-28-2 0 0,0 1 0 0 0,1-1-1 0 0,0 0 1 0 0,0 1-1 0 0,0-1 1 0 0,1 0 0 0 0,0 0-1 0 0,0 0 1 0 0,0 0 0 0 0,1 0-1 0 0,0-1 1 0 0,0 1-1 0 0,1-1 1 0 0,0 0 0 0 0,0 0-1 0 0,0 0 1 0 0,0 0 0 0 0,1-1-1 0 0,9 8 1 0 0,-9-9-17 0 0,0 1 0 0 0,1-1-1 0 0,-1 0 1 0 0,1-1 0 0 0,0 1 0 0 0,0-1 0 0 0,0 0 0 0 0,0-1-1 0 0,0 1 1 0 0,0-1 0 0 0,0 0 0 0 0,1-1 0 0 0,-1 0 0 0 0,7 0 0 0 0,-3-1-18 0 0,0-1 0 0 0,0 0 1 0 0,0 0-1 0 0,-1-1 0 0 0,1-1 1 0 0,-1 1-1 0 0,0-1 0 0 0,9-6 0 0 0,8-7-66 0 0,0-1-1 0 0,-2 0 0 0 0,0-2 0 0 0,35-38 0 0 0,-56 54 53 0 0,83-93 433 0 0,-85 96-365 0 0,0 7-3 0 0,-2 6-35 0 0,-188 382 2779 0 0,93-203-1916 0 0,47-90-522 0 0,-69 135 323 0 0,87-181-463 0 0,-3-1 0 0 0,-46 58 0 0 0,65-95-170 0 0,0-1-1 0 0,-1 0 0 0 0,0-1 1 0 0,-1 0-1 0 0,-1-1 1 0 0,0-1-1 0 0,-39 20 0 0 0,47-28-21 0 0,-1 0 0 0 0,1-1 0 0 0,-1-1 0 0 0,0 0-1 0 0,0 0 1 0 0,0-1 0 0 0,0 0 0 0 0,0-1 0 0 0,-1 0-1 0 0,1-1 1 0 0,0 0 0 0 0,0-1 0 0 0,-1 0 0 0 0,1-1-1 0 0,0 0 1 0 0,0 0 0 0 0,-17-8 0 0 0,23 8-14 0 0,1 1 0 0 0,0-1 0 0 0,0-1 0 0 0,0 1 0 0 0,0-1-1 0 0,0 1 1 0 0,0-1 0 0 0,1 0 0 0 0,0 0 0 0 0,-1-1 0 0 0,1 1 0 0 0,0-1 0 0 0,0 1 0 0 0,1-1 0 0 0,-1 0 0 0 0,1 0 0 0 0,0 0 0 0 0,0-1 0 0 0,0 1 0 0 0,1 0 0 0 0,0-1 0 0 0,-1 1 0 0 0,1-6 0 0 0,0 3-32 0 0,1 1 1 0 0,0 0-1 0 0,1 0 1 0 0,0 0-1 0 0,0 0 1 0 0,0 0-1 0 0,0 0 1 0 0,1 0-1 0 0,0 0 1 0 0,0 0-1 0 0,1 1 1 0 0,0-1-1 0 0,0 1 1 0 0,0 0-1 0 0,0 0 1 0 0,1 0-1 0 0,5-6 1 0 0,8-6-391 0 0,1 1 0 0 0,0 0 0 0 0,1 1-1 0 0,1 1 1 0 0,0 1 0 0 0,1 1 0 0 0,35-16 0 0 0,165-50-4803 0 0,-183 66 4028 0 0,82-24-5696 0 0,-59 19 207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8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27 1428 0 0,'0'0'2064'0'0,"17"-27"8747"0"0,-17 28-10785 0 0,0-1 0 0 0,0 0 0 0 0,0 0 0 0 0,0 0 0 0 0,1 0 0 0 0,-1 0 0 0 0,0 0 0 0 0,0 0 0 0 0,0 1 0 0 0,0-1 0 0 0,0 0 0 0 0,0 0 0 0 0,0 0 0 0 0,0 0 0 0 0,0 0 0 0 0,0 0 0 0 0,0 0 0 0 0,1 0 0 0 0,-1 0 0 0 0,0 0 0 0 0,0 0 0 0 0,0 1 0 0 0,0-1 0 0 0,0 0 0 0 0,0 0 0 0 0,0 0 0 0 0,1 0 0 0 0,-1 0 0 0 0,0 0 0 0 0,0 0 0 0 0,0 0 0 0 0,0 0 0 0 0,0 0 0 0 0,0 0 0 0 0,1 0 0 0 0,-1 0 0 0 0,0 0 0 0 0,0 0 0 0 0,0 0 0 0 0,0 0 0 0 0,0 0 0 0 0,0-1 0 0 0,0 1 0 0 0,1 0 0 0 0,-1 0 0 0 0,0 0 0 0 0,0 0 0 0 0,0 0 0 0 0,0 0 0 0 0,0 0 0 0 0,0 0 0 0 0,0 0 0 0 0,0 0 0 0 0,0 0 0 0 0,0-1 0 0 0,1 1 0 0 0,-1 0 0 0 0,0 0 0 0 0,0 0 0 0 0,0 0 0 0 0,0 0 0 0 0,0 0 0 0 0,0 0 0 0 0,0-1 0 0 0,0 1 0 0 0,0 0 0 0 0,2 17 796 0 0,-3 23 191 0 0,1-40-974 0 0,-19 148 1839 0 0,0 1-1432 0 0,19-145-458 0 0,-1 1 0 0 0,1 0 1 0 0,0-1-1 0 0,0 1 1 0 0,0 0-1 0 0,1-1 0 0 0,0 1 1 0 0,0-1-1 0 0,0 1 1 0 0,0-1-1 0 0,1 0 0 0 0,0 1 1 0 0,0-1-1 0 0,4 7 1 0 0,-4-10-173 0 0,0 0 1 0 0,0 0 0 0 0,0 0 0 0 0,1 0 0 0 0,-1 0 0 0 0,0-1 0 0 0,1 1 0 0 0,-1-1 0 0 0,0 1 0 0 0,1-1 0 0 0,-1 0 0 0 0,1 0 0 0 0,-1 0 0 0 0,0 0 0 0 0,1 0 0 0 0,-1-1 0 0 0,0 1 0 0 0,1-1 0 0 0,-1 0 0 0 0,0 1 0 0 0,3-3 0 0 0,2 1-1113 0 0,-1-1-1 0 0,0-1 1 0 0,0 1 0 0 0,0-1-1 0 0,10-9 1 0 0,-2-1-4564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9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83 115 1052 0 0,'-54'-110'13422'0'0,"51"108"-13166"0"0,3 2-261 0 0,0 0 1 0 0,-1-1-1 0 0,1 1 0 0 0,0 0 1 0 0,-1 0-1 0 0,1 0 0 0 0,0-1 1 0 0,-1 1-1 0 0,1 0 0 0 0,0 0 1 0 0,-1 0-1 0 0,1 0 1 0 0,-1 0-1 0 0,1-1 0 0 0,0 1 1 0 0,-1 0-1 0 0,1 0 0 0 0,-1 0 1 0 0,1 0-1 0 0,0 0 1 0 0,-1 0-1 0 0,1 0 0 0 0,-1 1 1 0 0,0 0-174 0 0,-1 0 1 0 0,1 0-1 0 0,0 1 1 0 0,0-1-1 0 0,0 1 1 0 0,0-1-1 0 0,0 1 0 0 0,0-1 1 0 0,0 1-1 0 0,0-1 1 0 0,1 1-1 0 0,-1 0 1 0 0,0-1-1 0 0,1 1 1 0 0,0 0-1 0 0,-1 3 1 0 0,0 1-1031 0 0,1-1 1 0 0,0 1-1 0 0,0 0 1 0 0,1 9-1 0 0,2-2-1951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49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1 512 0 0,'8'13'4643'0'0,"20"41"821"0"0,-20-34-4587 0 0,-1-1 1 0 0,8 36-1 0 0,-12-45-615 0 0,-1 1 0 0 0,-1-1 1 0 0,0 0-1 0 0,0 1 0 0 0,-1-1 0 0 0,0 1 0 0 0,-1-1 0 0 0,-1 1 1 0 0,1-1-1 0 0,-1 0 0 0 0,-1 0 0 0 0,0 1 0 0 0,-6 11 1 0 0,9-21-186 0 0,-1 1 1 0 0,1-1 0 0 0,-1 0 0 0 0,0 0 0 0 0,1 1 0 0 0,-1-1 0 0 0,0 0 0 0 0,0 0-1 0 0,0 0 1 0 0,0 0 0 0 0,0 0 0 0 0,0 0 0 0 0,0 0 0 0 0,-1 0 0 0 0,1-1-1 0 0,0 1 1 0 0,0 0 0 0 0,-1-1 0 0 0,1 1 0 0 0,0 0 0 0 0,-1-1 0 0 0,1 0 0 0 0,-2 1-1 0 0,1-1-60 0 0,1-1-1 0 0,0 1 1 0 0,0 0-1 0 0,0-1 1 0 0,0 1-1 0 0,1-1 1 0 0,-1 1-1 0 0,0-1 1 0 0,0 1-1 0 0,0-1 1 0 0,0 0-1 0 0,0 1 1 0 0,1-1-1 0 0,-1 0 0 0 0,0 0 1 0 0,1 0-1 0 0,-1 1 1 0 0,0-1-1 0 0,1 0 1 0 0,-1 0-1 0 0,1 0 1 0 0,0 0-1 0 0,-1 0 1 0 0,1 0-1 0 0,0 0 1 0 0,-1 0-1 0 0,1 0 1 0 0,0 0-1 0 0,0 0 1 0 0,0-2-1 0 0,-1-9-5 0 0,0 0 0 0 0,1 0 0 0 0,1 0 1 0 0,0 0-1 0 0,1 1 0 0 0,0-1 0 0 0,0 0 0 0 0,1 1 0 0 0,1-1 0 0 0,0 1 0 0 0,0 0 1 0 0,1 0-1 0 0,1 1 0 0 0,7-11 0 0 0,-6 10-23 0 0,0 0-1 0 0,1 0 1 0 0,1 1-1 0 0,0 0 1 0 0,0 1-1 0 0,1 0 1 0 0,0 0 0 0 0,1 1-1 0 0,-1 1 1 0 0,2 0-1 0 0,-1 0 1 0 0,19-8-1 0 0,-25 13 11 0 0,0 1 0 0 0,-1-1 0 0 0,1 1 0 0 0,0 0-1 0 0,0 0 1 0 0,0 0 0 0 0,0 1 0 0 0,0-1 0 0 0,0 1-1 0 0,0 1 1 0 0,0-1 0 0 0,0 1 0 0 0,0 0 0 0 0,0 0-1 0 0,0 0 1 0 0,0 0 0 0 0,-1 1 0 0 0,1 0 0 0 0,-1 0-1 0 0,1 0 1 0 0,-1 1 0 0 0,1 0 0 0 0,-1-1-1 0 0,0 1 1 0 0,0 1 0 0 0,-1-1 0 0 0,1 1 0 0 0,-1-1-1 0 0,1 1 1 0 0,-1 0 0 0 0,-1 0 0 0 0,1 0 0 0 0,0 1-1 0 0,-1-1 1 0 0,0 1 0 0 0,0-1 0 0 0,0 1 0 0 0,-1 0-1 0 0,1 0 1 0 0,-1 0 0 0 0,0 5 0 0 0,1 10-15 0 0,-1 0 0 0 0,0 0 1 0 0,-6 36-1 0 0,3-30-1704 0 0,0 39-1 0 0,3-60 1180 0 0,-1 0-1 0 0,1 0 1 0 0,0 0 0 0 0,0 0-1 0 0,3 7 1 0 0,-3-11 38 0 0,-1 1 0 0 0,1 0-1 0 0,0-1 1 0 0,0 1 0 0 0,0-1 0 0 0,0 1 0 0 0,1-1 0 0 0,-1 1-1 0 0,0-1 1 0 0,3 3 0 0 0,5 1-3996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0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356 545 2380 0 0,'7'-13'2033'0'0,"0"-1"-1"0"0,-2 0 0 0 0,6-19 1 0 0,-10 29-1769 0 0,0 0 0 0 0,0 1 0 0 0,-1-1 0 0 0,1 0 0 0 0,-1 0 0 0 0,0 0 0 0 0,0 0 1 0 0,0 1-1 0 0,-1-1 0 0 0,1 0 0 0 0,-1 0 0 0 0,0 0 0 0 0,0 1 0 0 0,0-1 0 0 0,0 0 0 0 0,-1 1 0 0 0,0-1 0 0 0,-2-3 0 0 0,3 6-234 0 0,0 0-1 0 0,0 0 1 0 0,0 0-1 0 0,0 0 0 0 0,0 0 1 0 0,0 1-1 0 0,-1-1 1 0 0,1 0-1 0 0,0 1 0 0 0,0-1 1 0 0,-1 1-1 0 0,1 0 0 0 0,0-1 1 0 0,-1 1-1 0 0,1 0 1 0 0,0 0-1 0 0,-1-1 0 0 0,-1 1 1 0 0,-26 5 147 0 0,11 2-135 0 0,1 0-1 0 0,0 1 1 0 0,1 1 0 0 0,0 0-1 0 0,0 1 1 0 0,1 1 0 0 0,0 1-1 0 0,-14 14 1 0 0,8-5-27 0 0,2 0 0 0 0,0 1-1 0 0,1 0 1 0 0,-23 42 0 0 0,33-50-21 0 0,1 1 0 0 0,0 0 1 0 0,-8 26-1 0 0,13-35 16 0 0,1 1 0 0 0,-1-1 0 0 0,1 0 0 0 0,1 1 0 0 0,-1-1 0 0 0,1 1 0 0 0,0-1 0 0 0,0 1 0 0 0,1 0 0 0 0,0-1 0 0 0,0 0 0 0 0,3 8 1 0 0,-3-12-6 0 0,0 1-1 0 0,0-1 1 0 0,0 0 0 0 0,0 1 0 0 0,1-1 0 0 0,-1 0 0 0 0,1 0 0 0 0,0 0 0 0 0,-1 0 0 0 0,1-1 0 0 0,0 1 0 0 0,0 0 0 0 0,0-1 0 0 0,1 1 0 0 0,-1-1 0 0 0,4 2 0 0 0,-1-1 4 0 0,0 0 0 0 0,0-1 0 0 0,0 0 0 0 0,0 0 0 0 0,0 0 1 0 0,0 0-1 0 0,10-1 0 0 0,1-1 6 0 0,0-1-1 0 0,0-1 1 0 0,-1 0 0 0 0,22-8 0 0 0,-18 5-40 0 0,-1-1 0 0 0,0-1 0 0 0,-1-1 0 0 0,1-1 0 0 0,-2 0 1 0 0,0-1-1 0 0,27-24 0 0 0,-24 17-48 0 0,-1-1 1 0 0,-1-1 0 0 0,0-1 0 0 0,-2 0-1 0 0,16-29 1 0 0,-9 9-40 0 0,-3-1 1 0 0,-1-1-1 0 0,-3-1 1 0 0,-1 0-1 0 0,-2-1 0 0 0,8-60 1 0 0,-11 40 317 0 0,1-84 1 0 0,-10 149-206 0 0,0-1-1 0 0,0 0 1 0 0,0 1 0 0 0,0-1-1 0 0,0 0 1 0 0,0 1 0 0 0,0-1-1 0 0,0 1 1 0 0,0-1 0 0 0,0 0-1 0 0,0 1 1 0 0,0-1-1 0 0,-1 1 1 0 0,1-1 0 0 0,0 0-1 0 0,0 1 1 0 0,-1-1 0 0 0,1 1-1 0 0,0-1 1 0 0,-1 1 0 0 0,1-1-1 0 0,0 1 1 0 0,-1-1 0 0 0,-9 7-2 0 0,-7 24-2 0 0,-8 33 47 0 0,3 0 1 0 0,3 2-1 0 0,3 0 0 0 0,-9 77 0 0 0,25-141-43 0 0,-15 136 15 0 0,15-122 13 0 0,0-1 0 0 0,0 0-1 0 0,1 1 1 0 0,1-1 0 0 0,1 0-1 0 0,0 0 1 0 0,7 21 0 0 0,-8-31-16 0 0,0 1 1 0 0,0-1 0 0 0,1 0 0 0 0,-1 0 0 0 0,1 0 0 0 0,0 0 0 0 0,0 0-1 0 0,1-1 1 0 0,-1 1 0 0 0,1-1 0 0 0,-1 0 0 0 0,1 0 0 0 0,0 0 0 0 0,7 3-1 0 0,-4-3 3 0 0,-1 0 0 0 0,2 0 0 0 0,-1-1-1 0 0,0 0 1 0 0,0 0 0 0 0,1-1-1 0 0,-1 0 1 0 0,13 0 0 0 0,-2-2 3 0 0,0-1 1 0 0,0 0 0 0 0,-1-1 0 0 0,1-1 0 0 0,-1 0 0 0 0,0-2 0 0 0,19-8 0 0 0,-22 8-16 0 0,0-2 1 0 0,-1 1 0 0 0,1-2 0 0 0,-2 0-1 0 0,1 0 1 0 0,-1-2 0 0 0,-1 1 0 0 0,0-1-1 0 0,0-1 1 0 0,12-17 0 0 0,-16 19-1 0 0,-1 0 0 0 0,0-1 0 0 0,0 0 0 0 0,-1 0 0 0 0,-1 0 0 0 0,0 0 0 0 0,0-1 0 0 0,-1 1 0 0 0,0-1 1 0 0,-1 0-1 0 0,-1 0 0 0 0,0 0 0 0 0,-1-23 0 0 0,1 34-3 0 0,-1 0-1 0 0,0 0 1 0 0,0 0 0 0 0,0 0-1 0 0,-1 0 1 0 0,1 0-1 0 0,0 0 1 0 0,0 0 0 0 0,0 0-1 0 0,-1 0 1 0 0,1 0 0 0 0,0 0-1 0 0,-1 0 1 0 0,1 0 0 0 0,-1 0-1 0 0,1 0 1 0 0,-1 0 0 0 0,0 1-1 0 0,1-1 1 0 0,-1 0 0 0 0,0 0-1 0 0,1 1 1 0 0,-1-1 0 0 0,0 0-1 0 0,0 1 1 0 0,0-1 0 0 0,0 1-1 0 0,0-1 1 0 0,0 1 0 0 0,0-1-1 0 0,1 1 1 0 0,-1 0 0 0 0,0-1-1 0 0,0 1 1 0 0,0 0 0 0 0,-1 0-1 0 0,1 0 1 0 0,-1 0 0 0 0,-2 0-1 0 0,1 1 0 0 0,0 0 1 0 0,-1 0-1 0 0,1 0 1 0 0,0 0-1 0 0,0 1 0 0 0,0-1 1 0 0,0 1-1 0 0,0 0 1 0 0,-4 3-1 0 0,-6 5 5 0 0,1 1-1 0 0,0 0 1 0 0,0 1-1 0 0,2 1 1 0 0,-1 0 0 0 0,1 0-1 0 0,-15 29 1 0 0,19-32-2 0 0,1 1 0 0 0,1-1 0 0 0,-1 1 0 0 0,2 0 0 0 0,-1 0 0 0 0,2 1 0 0 0,-1-1 0 0 0,2 1 0 0 0,-1-1 0 0 0,2 1 0 0 0,-1-1 1 0 0,3 14-1 0 0,-2-20 9 0 0,1-1-1 0 0,0 1 1 0 0,0-1 0 0 0,1 0 0 0 0,0 0 0 0 0,-1 0 0 0 0,1 0 0 0 0,0 0 0 0 0,1 0 0 0 0,-1 0 0 0 0,1-1 0 0 0,0 1 0 0 0,0-1 0 0 0,4 4-1 0 0,-2-3 4 0 0,1 0 0 0 0,0 0-1 0 0,0 0 1 0 0,0 0 0 0 0,0-1-1 0 0,1 0 1 0 0,-1-1 0 0 0,10 3-1 0 0,1-1-138 0 0,1-1-1 0 0,0 0 1 0 0,0-2 0 0 0,0 0-1 0 0,0-1 1 0 0,21-2 0 0 0,-16-1-300 0 0,0 0 1 0 0,-1-2-1 0 0,0 0 1 0 0,0-1-1 0 0,0-2 1 0 0,-1 0-1 0 0,37-20 1 0 0,-45 20 268 0 0,1-1 0 0 0,-1-1 0 0 0,0 0 1 0 0,-1 0-1 0 0,0-2 0 0 0,-1 1 0 0 0,0-2 0 0 0,-1 1 0 0 0,0-1 0 0 0,-1-1 1 0 0,13-25-1 0 0,-14 24 495 0 0,-1-1-1 0 0,-1 1 1 0 0,0-1 0 0 0,-1 0 0 0 0,-1 0 0 0 0,0-1 0 0 0,-1 1 0 0 0,-1-1-1 0 0,-1 0 1 0 0,-1-26 0 0 0,0 40-222 0 0,-4 2 7 0 0,4 1-122 0 0,0-1 1 0 0,0 1-1 0 0,0 0 0 0 0,-1 0 0 0 0,1 0 1 0 0,0 0-1 0 0,0-1 0 0 0,-1 1 0 0 0,1 0 1 0 0,0 0-1 0 0,0 0 0 0 0,-1 0 0 0 0,1 0 1 0 0,0 0-1 0 0,0 0 0 0 0,-1 0 0 0 0,1 0 1 0 0,0 0-1 0 0,0 0 0 0 0,-1 0 0 0 0,1 0 1 0 0,0 0-1 0 0,0 0 0 0 0,-1 0 0 0 0,1 0 1 0 0,0 0-1 0 0,0 0 0 0 0,-1 0 0 0 0,1 1 1 0 0,0-1-1 0 0,0 0 0 0 0,-1 0 0 0 0,1 0 1 0 0,0 0-1 0 0,0 1 0 0 0,0-1 1 0 0,-1 0-1 0 0,-7 10 128 0 0,0-1 0 0 0,1 1 1 0 0,0 1-1 0 0,0 0 0 0 0,1-1 1 0 0,-8 22-1 0 0,-23 80 1130 0 0,23-69-953 0 0,-23 87 907 0 0,-29 178 0 0 0,9 138-127 0 0,56-429-1198 0 0,-1 2-768 0 0,0 1 1 0 0,-1-1 0 0 0,-9 31 0 0 0,12-50 810 0 0,0 0 0 0 0,0 1 1 0 0,-1-1-1 0 0,1 0 0 0 0,0 1 1 0 0,0-1-1 0 0,0 0 0 0 0,-1 1 1 0 0,1-1-1 0 0,0 0 0 0 0,0 1 1 0 0,-1-1-1 0 0,1 0 0 0 0,0 0 0 0 0,0 0 1 0 0,-1 1-1 0 0,1-1 0 0 0,0 0 1 0 0,-1 0-1 0 0,1 0 0 0 0,0 0 1 0 0,-1 1-1 0 0,1-1 0 0 0,0 0 1 0 0,-1 0-1 0 0,1 0 0 0 0,0 0 1 0 0,-1 0-1 0 0,1 0 0 0 0,-1 0 1 0 0,1 0-1 0 0,0 0 0 0 0,-1 0 1 0 0,1 0-1 0 0,0 0 0 0 0,-1-1 1 0 0,1 1-1 0 0,0 0 0 0 0,-1 0 1 0 0,1 0-1 0 0,0 0 0 0 0,-1-1 1 0 0,1 1-1 0 0,0 0 0 0 0,-1 0 0 0 0,1 0 1 0 0,0-1-1 0 0,0 1 0 0 0,-1 0 1 0 0,1-1-1 0 0,0 1 0 0 0,-1-1 1 0 0,-11-14-2982 0 0,5 1-617 0 0,0-3-1624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0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1 132 932 0 0,'6'-10'861'0'0,"0"0"-1"0"0,0 1 1 0 0,1-1-1 0 0,0 1 1 0 0,1 1 0 0 0,15-14-1 0 0,-16 15-597 0 0,2 1-1 0 0,-1 1 0 0 0,1 0 1 0 0,0 0-1 0 0,0 1 1 0 0,0 0-1 0 0,1 0 1 0 0,-1 1-1 0 0,1 0 0 0 0,0 1 1 0 0,0 0-1 0 0,18-1 1 0 0,-9 2-100 0 0,-1 2 1 0 0,0 0 0 0 0,0 0 0 0 0,0 2 0 0 0,0 1-1 0 0,0 0 1 0 0,18 7 0 0 0,-24-7-36 0 0,0 1 0 0 0,0 0 0 0 0,-1 1 0 0 0,0 0 0 0 0,0 1 1 0 0,0 0-1 0 0,-1 1 0 0 0,0 0 0 0 0,0 1 0 0 0,15 17 0 0 0,-22-23 4 0 0,-1 0-1 0 0,1 1 1 0 0,-1 0 0 0 0,0-1-1 0 0,0 1 1 0 0,0 0 0 0 0,0 0-1 0 0,-1 0 1 0 0,0 0 0 0 0,1 1-1 0 0,-2-1 1 0 0,1 0-1 0 0,0 0 1 0 0,-1 1 0 0 0,0-1-1 0 0,0 0 1 0 0,0 1 0 0 0,0-1-1 0 0,-1 0 1 0 0,0 1-1 0 0,-2 7 1 0 0,0-5 3 0 0,0 0 0 0 0,-1 0 0 0 0,0-1-1 0 0,0 0 1 0 0,0 0 0 0 0,-1 0 0 0 0,0 0 0 0 0,0-1-1 0 0,0 1 1 0 0,-1-1 0 0 0,0-1 0 0 0,-7 6 0 0 0,-6 2-246 0 0,0 0 0 0 0,-1-1 0 0 0,0-1 0 0 0,-1-1 0 0 0,0-1 0 0 0,0 0 0 0 0,-26 4 0 0 0,44-11-802 0 0,3-1 755 0 0,0-1 0 0 0,-1 1 0 0 0,1 0 1 0 0,-1 0-1 0 0,1 0 0 0 0,0 0 0 0 0,-1 0 0 0 0,1-1 1 0 0,0 1-1 0 0,-1 0 0 0 0,1 0 0 0 0,0-1 0 0 0,-1 1 1 0 0,1 0-1 0 0,0 0 0 0 0,0-1 0 0 0,-1 1 0 0 0,1 0 1 0 0,0-1-1 0 0,0 1 0 0 0,0 0 0 0 0,-1-1 0 0 0,1 1 1 0 0,0-1-1 0 0,13-15-5203 0 0,-3 6 1136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1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191 106 2000 0 0,'28'-25'11667'0'0,"-27"25"-10936"0"0,-2 32 312 0 0,3-20-914 0 0,-2-9-82 0 0,1 0-1 0 0,-1 1 1 0 0,1-1-1 0 0,-1 0 1 0 0,1 0-1 0 0,0 0 1 0 0,0 0-1 0 0,1 0 1 0 0,-1-1-1 0 0,1 1 1 0 0,-1 0-1 0 0,1 0 1 0 0,0-1-1 0 0,0 1 1 0 0,0-1-1 0 0,0 0 1 0 0,0 0-1 0 0,0 1 1 0 0,1-2-1 0 0,-1 1 1 0 0,4 2 0 0 0,-4-3 117 0 0,7-3-70 0 0,-9 2-89 0 0,1 0 1 0 0,0 0-1 0 0,-1 0 1 0 0,1 0-1 0 0,0 0 1 0 0,-1 0-1 0 0,1 0 1 0 0,-1 0-1 0 0,1 0 1 0 0,0 0-1 0 0,-1 0 1 0 0,1 0-1 0 0,0-1 1 0 0,-1 1-1 0 0,1 0 1 0 0,-1 0-1 0 0,1-1 1 0 0,-1 1-1 0 0,1-1 1 0 0,-1 1-1 0 0,1 0 1 0 0,-1-1-1 0 0,1 1 1 0 0,-1-1-1 0 0,1 1 1 0 0,-1-1-1 0 0,0 1 1 0 0,1-1-1 0 0,-1 1 1 0 0,1-2-1 0 0,1-5 5 0 0,-1 0-1 0 0,0 1 1 0 0,-1-1 0 0 0,1 0-1 0 0,-1 0 1 0 0,0 0 0 0 0,-1 0-1 0 0,0 0 1 0 0,0 0-1 0 0,0 1 1 0 0,-1-1 0 0 0,0 0-1 0 0,0 1 1 0 0,-1-1 0 0 0,0 1-1 0 0,0 0 1 0 0,-1 0 0 0 0,1 0-1 0 0,-1 0 1 0 0,0 1-1 0 0,-1-1 1 0 0,1 1 0 0 0,-1 0-1 0 0,-9-6 1 0 0,11 9-10 0 0,0 0 0 0 0,0 1 0 0 0,0 0 0 0 0,0 0 0 0 0,0 0 0 0 0,0 0 0 0 0,0 0 0 0 0,0 1 0 0 0,-1-1 0 0 0,1 1 0 0 0,0 0 0 0 0,0 0 0 0 0,-1 0 0 0 0,1 1 0 0 0,0-1 0 0 0,0 1-1 0 0,-1-1 1 0 0,1 1 0 0 0,0 0 0 0 0,0 0 0 0 0,0 1 0 0 0,0-1 0 0 0,0 1 0 0 0,1-1 0 0 0,-1 1 0 0 0,-3 3 0 0 0,-5 3 4 0 0,1 0 0 0 0,0 1 0 0 0,0 0 0 0 0,1 1 0 0 0,-7 11 0 0 0,6-9 2 0 0,1 0 1 0 0,1 1 0 0 0,1 0-1 0 0,0 1 1 0 0,0 0 0 0 0,1 0-1 0 0,1 0 1 0 0,0 1 0 0 0,-4 27-1 0 0,8-36 9 0 0,0-1 1 0 0,1 1-1 0 0,0 0 0 0 0,0-1 0 0 0,0 1 1 0 0,0-1-1 0 0,1 1 0 0 0,0 0 0 0 0,0-1 0 0 0,1 0 1 0 0,0 1-1 0 0,0-1 0 0 0,0 0 0 0 0,0 0 1 0 0,1 0-1 0 0,0 0 0 0 0,0 0 0 0 0,0 0 0 0 0,1-1 1 0 0,-1 0-1 0 0,1 1 0 0 0,0-2 0 0 0,0 1 1 0 0,1 0-1 0 0,-1-1 0 0 0,1 0 0 0 0,0 0 0 0 0,-1 0 1 0 0,9 3-1 0 0,-3-2-20 0 0,0 0 1 0 0,0-1-1 0 0,0 0 0 0 0,0-1 1 0 0,0 0-1 0 0,1 0 0 0 0,-1-1 0 0 0,0-1 1 0 0,1 0-1 0 0,-1 0 0 0 0,1-1 1 0 0,-1 0-1 0 0,0-1 0 0 0,1 0 1 0 0,-1 0-1 0 0,15-7 0 0 0,-13 4-52 0 0,0-1-1 0 0,0 0 0 0 0,0-1 0 0 0,-1-1 1 0 0,0 1-1 0 0,0-2 0 0 0,-1 0 1 0 0,0 0-1 0 0,-1 0 0 0 0,1-1 0 0 0,-2-1 1 0 0,10-15-1 0 0,-5 4 83 0 0,-1-1 1 0 0,0-1-1 0 0,-2 0 0 0 0,-2 0 1 0 0,0-1-1 0 0,-1 0 0 0 0,-1 0 1 0 0,3-35-1 0 0,-6 42 24 0 0,-2 28-24 0 0,-2 32 22 0 0,-39 266 437 0 0,40-307-453 0 0,-1 0 0 0 0,1 1 0 0 0,-1-1 0 0 0,1 0 0 0 0,-1 0 0 0 0,0 0 0 0 0,1 0 0 0 0,-1 0 0 0 0,0 0 0 0 0,0 0 0 0 0,0 0 0 0 0,-1 1 0 0 0,2-2-28 0 0,0 0 0 0 0,-1 1 0 0 0,1-1 0 0 0,0 0-1 0 0,0 0 1 0 0,0 0 0 0 0,-1 0 0 0 0,1 1 0 0 0,0-1 0 0 0,0 0 0 0 0,-1 0 0 0 0,1 0-1 0 0,0 0 1 0 0,0 0 0 0 0,-1 0 0 0 0,1 0 0 0 0,0 0 0 0 0,0 0 0 0 0,-1 0 0 0 0,1 0 0 0 0,0 0-1 0 0,0 0 1 0 0,-1 0 0 0 0,1 0 0 0 0,0 0 0 0 0,-1 0 0 0 0,1 0 0 0 0,0 0 0 0 0,0 0-1 0 0,-1 0 1 0 0,1 0 0 0 0,0 0 0 0 0,0-1 0 0 0,0 1 0 0 0,-1 0 0 0 0,1 0 0 0 0,0 0 0 0 0,0 0-1 0 0,0-1 1 0 0,-1 1 0 0 0,1 0 0 0 0,0 0 0 0 0,0 0 0 0 0,0-1 0 0 0,0 1 0 0 0,0 0-1 0 0,-1 0 1 0 0,1-1 0 0 0,0 1 0 0 0,0 0 0 0 0,0 0 0 0 0,0-1 0 0 0,0 1 0 0 0,0 0-1 0 0,0 0 1 0 0,0-1 0 0 0,0 1 0 0 0,0 0 0 0 0,0-1 0 0 0,0 1 0 0 0,0 0 0 0 0,0-13-3 0 0,0 0 1 0 0,0 0 0 0 0,1 0 0 0 0,1 0 0 0 0,0 1-1 0 0,1-1 1 0 0,0 1 0 0 0,1-1 0 0 0,0 1-1 0 0,1 0 1 0 0,0 1 0 0 0,1-1 0 0 0,11-14-1 0 0,-7 10-27 0 0,1 1-1 0 0,0 0 0 0 0,1 1 0 0 0,1 0 0 0 0,0 1 0 0 0,1 1 0 0 0,0 0 0 0 0,30-18 0 0 0,-42 29 23 0 0,1-1 1 0 0,0 0-1 0 0,0 1 0 0 0,0 0 1 0 0,0 0-1 0 0,0 0 0 0 0,0 0 1 0 0,0 0-1 0 0,0 0 1 0 0,0 1-1 0 0,1 0 0 0 0,-1-1 1 0 0,0 1-1 0 0,0 0 0 0 0,0 1 1 0 0,1-1-1 0 0,-1 1 0 0 0,0-1 1 0 0,0 1-1 0 0,0 0 0 0 0,0 0 1 0 0,0 0-1 0 0,0 1 0 0 0,0-1 1 0 0,0 1-1 0 0,4 3 0 0 0,-3-2 13 0 0,-1 0 0 0 0,0 0-1 0 0,0 1 1 0 0,0-1-1 0 0,-1 1 1 0 0,1 0-1 0 0,-1 0 1 0 0,0 0-1 0 0,0 0 1 0 0,0 0-1 0 0,-1 1 1 0 0,1-1-1 0 0,-1 0 1 0 0,0 1-1 0 0,0-1 1 0 0,-1 1-1 0 0,1-1 1 0 0,-1 7-1 0 0,-1 6 94 0 0,-1 0 0 0 0,-1 0 0 0 0,-8 29-1 0 0,7-31-523 0 0,0 1-1 0 0,1 1 1 0 0,-1 26 0 0 0,4-41 224 0 0,0 0 1 0 0,0 0-1 0 0,0-1 0 0 0,1 1 1 0 0,-1 0-1 0 0,0-1 1 0 0,1 1-1 0 0,0 0 1 0 0,-1-1-1 0 0,1 1 1 0 0,0 0-1 0 0,0-1 1 0 0,0 1-1 0 0,0-1 1 0 0,0 0-1 0 0,0 1 1 0 0,1-1-1 0 0,-1 0 1 0 0,0 0-1 0 0,1 1 1 0 0,-1-1-1 0 0,1 0 1 0 0,-1 0-1 0 0,1-1 1 0 0,-1 1-1 0 0,1 0 1 0 0,2 0-1 0 0,1 1-459 0 0,-1-1 0 0 0,1 0 0 0 0,-1 0 0 0 0,1 0 0 0 0,0-1 0 0 0,-1 1 0 0 0,1-1 0 0 0,4-1-1 0 0,11-3-2335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3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222 543 1216 0 0,'9'-14'1362'0'0,"-1"-1"0"0"0,0-1 0 0 0,-1 0 0 0 0,0 1 0 0 0,-2-2 0 0 0,0 1 0 0 0,0-1 0 0 0,-2 0 0 0 0,0 0 0 0 0,1-30 0 0 0,-4 46-1320 0 0,0 0-1 0 0,0-1 0 0 0,0 1 1 0 0,0 0-1 0 0,0 0 1 0 0,0-1-1 0 0,0 1 1 0 0,0 0-1 0 0,-1 0 0 0 0,1-1 1 0 0,0 1-1 0 0,-1 0 1 0 0,1 0-1 0 0,-1 0 0 0 0,0 0 1 0 0,1 0-1 0 0,-1 0 1 0 0,0 0-1 0 0,0 0 1 0 0,1 0-1 0 0,-1 0 0 0 0,0 0 1 0 0,0 0-1 0 0,-2-1 1 0 0,1 1-21 0 0,0 1 1 0 0,1 0-1 0 0,-1-1 1 0 0,0 1-1 0 0,0 0 1 0 0,0 0-1 0 0,0 0 1 0 0,0 0-1 0 0,0 0 1 0 0,1 0-1 0 0,-1 0 1 0 0,0 1-1 0 0,0-1 1 0 0,-3 2-1 0 0,-4 2-3 0 0,0 0 0 0 0,0 0 0 0 0,1 1-1 0 0,-1 0 1 0 0,-7 7 0 0 0,-6 5 21 0 0,1 2 0 0 0,1 0-1 0 0,-34 42 1 0 0,46-51-27 0 0,1 1 1 0 0,0 0-1 0 0,0 0 0 0 0,1 1 0 0 0,0 0 1 0 0,1 0-1 0 0,1 0 0 0 0,0 1 0 0 0,0-1 1 0 0,-2 22-1 0 0,6-30-2 0 0,-1 0-1 0 0,1 0 1 0 0,0 0 0 0 0,0 0-1 0 0,1 0 1 0 0,-1 0-1 0 0,1 0 1 0 0,0-1 0 0 0,0 1-1 0 0,0 0 1 0 0,0 0 0 0 0,1-1-1 0 0,0 1 1 0 0,0 0-1 0 0,0-1 1 0 0,0 0 0 0 0,0 1-1 0 0,0-1 1 0 0,1 0 0 0 0,3 3-1 0 0,-2-3-3 0 0,0 0-1 0 0,1 0 0 0 0,-1 0 0 0 0,1-1 0 0 0,0 1 1 0 0,0-1-1 0 0,0 0 0 0 0,0-1 0 0 0,0 1 1 0 0,0-1-1 0 0,0 0 0 0 0,1 0 0 0 0,-1-1 0 0 0,10 0 1 0 0,-6 0-50 0 0,0 0-1 0 0,0-1 1 0 0,0-1 0 0 0,0 0 0 0 0,0 0 0 0 0,-1 0 0 0 0,1-1 0 0 0,0-1 0 0 0,-1 1-1 0 0,9-7 1 0 0,-5 3-13 0 0,-1-1 0 0 0,1 0 0 0 0,-2-1 0 0 0,1-1 0 0 0,-2 1 0 0 0,11-13 0 0 0,-4 1-38 0 0,-1-1 0 0 0,-1 0 0 0 0,-2-1 0 0 0,0 0 1 0 0,-1-1-1 0 0,13-40 0 0 0,-9 11 133 0 0,-2 0-1 0 0,-2-1 1 0 0,-3 0 0 0 0,3-92 0 0 0,-11 93 251 0 0,-15 60-276 0 0,11-3-12 0 0,1 0-1 0 0,0 0 0 0 0,0 0 1 0 0,0 1-1 0 0,0-1 1 0 0,1 1-1 0 0,0 0 0 0 0,0 0 1 0 0,-3 7-1 0 0,3-4-4 0 0,-17 44 60 0 0,2 1-1 0 0,-13 73 1 0 0,24-93-21 0 0,2 0 0 0 0,1 1 0 0 0,2-1 0 0 0,1 0 0 0 0,6 41 0 0 0,-5-67-19 0 0,0 0 0 0 0,1-1 0 0 0,0 0 0 0 0,0 1 1 0 0,1-1-1 0 0,-1 0 0 0 0,2 0 0 0 0,-1 0 0 0 0,0 0 0 0 0,1-1 0 0 0,0 0 0 0 0,0 1 0 0 0,1-1 1 0 0,0-1-1 0 0,-1 1 0 0 0,2-1 0 0 0,-1 0 0 0 0,0 0 0 0 0,13 6 0 0 0,-9-5-22 0 0,0-1-1 0 0,0-1 0 0 0,1 1 1 0 0,-1-2-1 0 0,1 1 1 0 0,0-1-1 0 0,0-1 1 0 0,0 0-1 0 0,-1 0 0 0 0,1-1 1 0 0,1 0-1 0 0,18-4 1 0 0,-20 3-11 0 0,-1-1 1 0 0,1-1-1 0 0,-1 1 1 0 0,0-1-1 0 0,0-1 1 0 0,0 0 0 0 0,0 0-1 0 0,-1 0 1 0 0,0-1-1 0 0,0 0 1 0 0,0 0-1 0 0,0-1 1 0 0,-1 0 0 0 0,0 0-1 0 0,0-1 1 0 0,0 0-1 0 0,8-14 1 0 0,-7 9 27 0 0,-1-1-1 0 0,0 0 1 0 0,-1 0 0 0 0,0-1-1 0 0,-1 1 1 0 0,-1-1 0 0 0,0 0 0 0 0,-1 0-1 0 0,0 0 1 0 0,-1-21 0 0 0,-1 35-7 0 0,1-6 25 0 0,-1 1-1 0 0,0-1 1 0 0,0 1 0 0 0,-1-1 0 0 0,1 1 0 0 0,-1 0-1 0 0,0-1 1 0 0,-1 1 0 0 0,1 0 0 0 0,-1-1 0 0 0,0 1-1 0 0,0 0 1 0 0,-4-6 0 0 0,5 11-28 0 0,1-1 0 0 0,-1 1 1 0 0,0-1-1 0 0,1 1 0 0 0,-1-1 0 0 0,0 1 0 0 0,0-1 1 0 0,1 1-1 0 0,-1 0 0 0 0,0-1 0 0 0,0 1 0 0 0,0 0 1 0 0,1-1-1 0 0,-1 1 0 0 0,0 0 0 0 0,0 0 0 0 0,0 0 1 0 0,0 0-1 0 0,0 0 0 0 0,1 0 0 0 0,-1 0 0 0 0,0 0 0 0 0,0 0 1 0 0,0 1-1 0 0,0-1 0 0 0,-1 1 0 0 0,-19 10 18 0 0,13-5-12 0 0,0 1 1 0 0,1 0-1 0 0,0 0 1 0 0,1 0-1 0 0,0 1 1 0 0,0 0-1 0 0,0 0 1 0 0,1 1 0 0 0,0-1-1 0 0,1 1 1 0 0,-4 11-1 0 0,1-1-1 0 0,1 1 0 0 0,0-1 0 0 0,2 1 0 0 0,-3 29 0 0 0,6-43 10 0 0,1 0 0 0 0,0 0-1 0 0,0 0 1 0 0,1 0 0 0 0,-1 0-1 0 0,1 0 1 0 0,1 0 0 0 0,-1 0-1 0 0,5 9 1 0 0,-5-11-6 0 0,1-1-1 0 0,-1 0 1 0 0,1 0-1 0 0,0 0 1 0 0,0 0 0 0 0,1 0-1 0 0,-1 0 1 0 0,1-1-1 0 0,-1 1 1 0 0,1-1 0 0 0,0 1-1 0 0,0-1 1 0 0,0 0-1 0 0,0 0 1 0 0,0 0 0 0 0,0-1-1 0 0,4 2 1 0 0,-2-1-10 0 0,-1-1 1 0 0,0 0-1 0 0,0-1 1 0 0,1 1-1 0 0,-1-1 1 0 0,0 1-1 0 0,1-1 1 0 0,-1-1-1 0 0,0 1 1 0 0,1 0 0 0 0,-1-1-1 0 0,0 0 1 0 0,1 0-1 0 0,-1-1 1 0 0,0 1-1 0 0,0-1 1 0 0,0 0-1 0 0,0 0 1 0 0,-1 0-1 0 0,1 0 1 0 0,6-5-1 0 0,-3 2-35 0 0,11-8-55 0 0,0-1-1 0 0,-1-1 1 0 0,-1-1 0 0 0,20-24 0 0 0,-24 26 41 0 0,0-1 1 0 0,2 2-1 0 0,0 0 0 0 0,0 0 1 0 0,1 1-1 0 0,28-16 0 0 0,-40 25 39 0 0,23-3-61 0 0,-24 6 70 0 0,0 0-1 0 0,1 0 1 0 0,-1 0-1 0 0,0 0 1 0 0,0 0 0 0 0,0 0-1 0 0,1 1 1 0 0,-1-1 0 0 0,0 1-1 0 0,0-1 1 0 0,0 1 0 0 0,0 0-1 0 0,0 0 1 0 0,0 0-1 0 0,0 0 1 0 0,0 0 0 0 0,1 2-1 0 0,1 0 3 0 0,-1 0-1 0 0,0 0 0 0 0,0 0 0 0 0,0 1 1 0 0,-1-1-1 0 0,1 1 0 0 0,-1 0 0 0 0,2 4 0 0 0,2 4 9 0 0,-1 1-1 0 0,-1 0 1 0 0,0 0-1 0 0,3 22 0 0 0,-6-25 8 0 0,0 0-1 0 0,-1 1 0 0 0,0-1 0 0 0,-2 20 1 0 0,1-24 4 0 0,0-1 1 0 0,0 0-1 0 0,-1 0 1 0 0,1 1 0 0 0,-1-1-1 0 0,0 0 1 0 0,-1 0 0 0 0,1 0-1 0 0,-1-1 1 0 0,-5 7 0 0 0,8-10-19 0 0,-1 0 1 0 0,1 0 0 0 0,-1 0 0 0 0,1-1 0 0 0,-1 1 0 0 0,1 0-1 0 0,-1-1 1 0 0,0 1 0 0 0,1 0 0 0 0,-1-1 0 0 0,0 1-1 0 0,0-1 1 0 0,0 1 0 0 0,1-1 0 0 0,-1 0 0 0 0,0 1-1 0 0,0-1 1 0 0,0 0 0 0 0,0 1 0 0 0,0-1 0 0 0,0 0 0 0 0,0 0-1 0 0,1 0 1 0 0,-1 0 0 0 0,0 0 0 0 0,0 0 0 0 0,0 0-1 0 0,0 0 1 0 0,0 0 0 0 0,0 0 0 0 0,0-1 0 0 0,0 1-1 0 0,0 0 1 0 0,1-1 0 0 0,-1 1 0 0 0,0 0 0 0 0,0-1 0 0 0,0 1-1 0 0,0-1 1 0 0,1 0 0 0 0,-1 1 0 0 0,0-1 0 0 0,0 0-1 0 0,-1-1-5 0 0,1 0-1 0 0,-1 0 0 0 0,1 0 0 0 0,0 0 0 0 0,0-1 1 0 0,0 1-1 0 0,0 0 0 0 0,0 0 0 0 0,0-1 0 0 0,1 1 1 0 0,-1 0-1 0 0,1-1 0 0 0,0 1 0 0 0,-1-4 0 0 0,3-9-21 0 0,1 0-1 0 0,0 1 0 0 0,1 0 0 0 0,0 0 0 0 0,1 0 1 0 0,1 0-1 0 0,0 1 0 0 0,1 0 0 0 0,15-23 0 0 0,-6 14-8 0 0,1 1-1 0 0,1 0 1 0 0,0 1-1 0 0,31-25 1 0 0,-47 43 26 0 0,0 0 0 0 0,1 0 0 0 0,-1 0 1 0 0,0 1-1 0 0,1-1 0 0 0,-1 1 0 0 0,1 0 0 0 0,0-1 1 0 0,-1 1-1 0 0,1 0 0 0 0,0 1 0 0 0,0-1 1 0 0,0 0-1 0 0,0 1 0 0 0,0 0 0 0 0,-1-1 1 0 0,1 1-1 0 0,4 1 0 0 0,-5-1 8 0 0,0 1 1 0 0,0 0-1 0 0,1 0 0 0 0,-1 0 1 0 0,0 0-1 0 0,0 1 0 0 0,-1-1 1 0 0,1 0-1 0 0,0 1 0 0 0,0-1 1 0 0,-1 1-1 0 0,1 0 0 0 0,0-1 1 0 0,-1 1-1 0 0,0 0 1 0 0,1 0-1 0 0,-1 0 0 0 0,0 0 1 0 0,0 0-1 0 0,0 0 0 0 0,-1 0 1 0 0,1 1-1 0 0,0 2 0 0 0,3 8 31 0 0,-2 0-1 0 0,0 1 0 0 0,-1-1 0 0 0,0 26 1 0 0,-2-24-2 0 0,2-1 1 0 0,0 0 0 0 0,0 0 0 0 0,5 17-1 0 0,-6-29-86 0 0,1-1-1 0 0,-1 1 1 0 0,1 0-1 0 0,0 0 1 0 0,0-1 0 0 0,-1 1-1 0 0,1-1 1 0 0,1 1-1 0 0,-1-1 1 0 0,0 1-1 0 0,0-1 1 0 0,0 1-1 0 0,1-1 1 0 0,-1 0 0 0 0,1 0-1 0 0,-1 0 1 0 0,1 0-1 0 0,-1 0 1 0 0,1 0-1 0 0,-1 0 1 0 0,1 0-1 0 0,0-1 1 0 0,0 1-1 0 0,-1-1 1 0 0,1 1 0 0 0,0-1-1 0 0,0 0 1 0 0,0 0-1 0 0,0 1 1 0 0,-1-1-1 0 0,1 0 1 0 0,0-1-1 0 0,0 1 1 0 0,2-1 0 0 0,1 0-295 0 0,0 0 0 0 0,0 0 0 0 0,0-1 0 0 0,0 0 0 0 0,0 0 1 0 0,0 0-1 0 0,-1 0 0 0 0,1-1 0 0 0,-1 0 0 0 0,0 0 1 0 0,8-7-1 0 0,1-3-951 0 0,-1-2 1 0 0,-1 1 0 0 0,0-2-1 0 0,9-16 1 0 0,-6 6-1292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3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94 344 3392 0 0,'31'-88'6999'0'0,"34"-166"0"0"0,-65 252-6483 0 0,-2 4-407 0 0,-2 3-77 0 0,-1 0 0 0 0,1 0 1 0 0,0 0-1 0 0,0 1 0 0 0,1-1 0 0 0,-1 1 0 0 0,1 0 1 0 0,-2 7-1 0 0,-20 59 149 0 0,16-42 58 0 0,-26 77 1208 0 0,-32 170-1 0 0,63-253-1372 0 0,0-3 110 0 0,-3 36-1 0 0,7-52-153 0 0,0 0-1 0 0,0-1 0 0 0,0 1 0 0 0,0 0 1 0 0,1 0-1 0 0,0-1 0 0 0,0 1 1 0 0,0 0-1 0 0,1-1 0 0 0,0 1 1 0 0,-1-1-1 0 0,2 0 0 0 0,2 6 0 0 0,-2-7-62 0 0,0 1 0 0 0,1-1 1 0 0,0 0-1 0 0,0 0 0 0 0,0 0 0 0 0,0 0 0 0 0,0-1 0 0 0,0 0 0 0 0,1 1 0 0 0,-1-2 0 0 0,1 1 0 0 0,-1 0 0 0 0,1-1 0 0 0,0 0 0 0 0,0 0 0 0 0,-1 0 0 0 0,1-1 0 0 0,0 0 0 0 0,0 0 0 0 0,6-1 0 0 0,7 0-835 0 0,0-1-1 0 0,0-1 1 0 0,-1-1-1 0 0,20-6 0 0 0,-27 6-586 0 0,0 0-1 0 0,1-1 1 0 0,-2 0-1 0 0,1 0 1 0 0,14-10-1 0 0,-3-3-4841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3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41 1392 0 0,'-197'-27'14957'0'0,"194"27"-14217"0"0,6 0-581 0 0,60 5-743 0 0,89-4 0 0 0,-9-13-7171 0 0,-98 4 1834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4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1 456 1560 0 0,'3'25'8892'0'0,"-3"-24"-8663"0"0,1 1-1 0 0,-1-1 1 0 0,0 0-1 0 0,1 0 1 0 0,0 0-1 0 0,-1 0 0 0 0,1 0 1 0 0,0 0-1 0 0,0 0 1 0 0,-1 0-1 0 0,1 0 1 0 0,1 1-1 0 0,1-1-181 0 0,-1 1-1 0 0,0-1 0 0 0,1-1 1 0 0,-1 1-1 0 0,0 0 0 0 0,1 0 1 0 0,-1-1-1 0 0,1 0 0 0 0,0 1 1 0 0,-1-1-1 0 0,1 0 0 0 0,-1 0 1 0 0,1 0-1 0 0,4-2 0 0 0,8 1-10 0 0,0-1 0 0 0,-1-1 0 0 0,1 0 0 0 0,-1-1-1 0 0,0 0 1 0 0,0-1 0 0 0,0-1 0 0 0,0-1 0 0 0,-1 0-1 0 0,0 0 1 0 0,-1-1 0 0 0,0-1 0 0 0,0 0 0 0 0,-1 0-1 0 0,0-2 1 0 0,0 1 0 0 0,-1-1 0 0 0,-1-1 0 0 0,0 1 0 0 0,10-18-1 0 0,-5 5-49 0 0,-1-1 0 0 0,-2 0 0 0 0,16-47 0 0 0,10-81 438 0 0,-37 152-424 0 0,0 0 0 0 0,0 0-1 0 0,1 1 1 0 0,-1-1 0 0 0,0 0-1 0 0,0 0 1 0 0,0 0 0 0 0,0 0-1 0 0,0 1 1 0 0,0-1-1 0 0,0 0 1 0 0,-1 0 0 0 0,1 0-1 0 0,0 0 1 0 0,0 1 0 0 0,0-1-1 0 0,-1 0 1 0 0,1 0 0 0 0,-1 1-1 0 0,0-2 1 0 0,1 1 0 0 0,-1 1 1 0 0,1 0-1 0 0,-1-1 0 0 0,1 1 0 0 0,-1 0 1 0 0,0 0-1 0 0,1-1 0 0 0,-1 1 1 0 0,1 0-1 0 0,-1 0 0 0 0,0 0 1 0 0,1 0-1 0 0,-1 0 0 0 0,0 0 0 0 0,1 0 1 0 0,-1 0-1 0 0,1 0 0 0 0,-1 0 1 0 0,0 0-1 0 0,0 1 0 0 0,-2 0 2 0 0,0 0 0 0 0,0 0 0 0 0,0 0 0 0 0,0 1 0 0 0,1-1 0 0 0,-1 1 0 0 0,0 0 0 0 0,1 0 0 0 0,-3 3 0 0 0,3-4 0 0 0,0 1 0 0 0,0 0 0 0 0,0 0 0 0 0,1 0 0 0 0,-1 0 0 0 0,1 1 0 0 0,0-1 0 0 0,-1 0 0 0 0,1 0 0 0 0,0 1 0 0 0,1-1 0 0 0,-1 1 0 0 0,0-1 0 0 0,1 1 0 0 0,-1-1 0 0 0,1 1 0 0 0,0 0 0 0 0,-1-1-1 0 0,1 1 1 0 0,1-1 0 0 0,-1 1 0 0 0,0 0 0 0 0,1-1 0 0 0,-1 1 0 0 0,2 2 0 0 0,0-1 6 0 0,0-1 0 0 0,0 1 0 0 0,0-1 0 0 0,0 0 0 0 0,1 0 0 0 0,0 0 0 0 0,-1-1 0 0 0,1 1 0 0 0,0-1 0 0 0,0 1-1 0 0,1-1 1 0 0,-1 0 0 0 0,0 0 0 0 0,1 0 0 0 0,6 2 0 0 0,8 2 10 0 0,0 0 1 0 0,0-2-1 0 0,0 0 1 0 0,1-1-1 0 0,-1-1 0 0 0,1 0 1 0 0,26-2-1 0 0,-30-1-20 0 0,0 0-1 0 0,0-1 1 0 0,-1 0-1 0 0,1-2 1 0 0,-1 1-1 0 0,1-2 1 0 0,-1 0 0 0 0,-1 0-1 0 0,24-14 1 0 0,-31 15 2 0 0,0 0 0 0 0,-1-1 1 0 0,1 1-1 0 0,-1-1 0 0 0,0 0 1 0 0,-1 0-1 0 0,1-1 0 0 0,-1 1 1 0 0,0-1-1 0 0,0 0 0 0 0,-1 0 1 0 0,0-1-1 0 0,0 1 0 0 0,0-1 1 0 0,-1 1-1 0 0,0-1 0 0 0,1-7 1 0 0,-2 13-2 0 0,-1 1 0 0 0,0-1 0 0 0,0 1 0 0 0,0-1 0 0 0,0 1 1 0 0,0 0-1 0 0,0-1 0 0 0,0 1 0 0 0,0-1 0 0 0,-1 1 0 0 0,1-1 0 0 0,0 1 1 0 0,0 0-1 0 0,0-1 0 0 0,0 1 0 0 0,-1-1 0 0 0,1 1 0 0 0,0 0 0 0 0,0-1 1 0 0,0 1-1 0 0,-1-1 0 0 0,1 1 0 0 0,0 0 0 0 0,-1 0 0 0 0,1-1 0 0 0,0 1 1 0 0,-1 0-1 0 0,1-1 0 0 0,-1 1 0 0 0,1 0 0 0 0,0 0 0 0 0,-1 0 0 0 0,1 0 1 0 0,-1-1-1 0 0,1 1 0 0 0,0 0 0 0 0,-1 0 0 0 0,1 0 0 0 0,-1 0 0 0 0,1 0 0 0 0,-1 0 1 0 0,1 0-1 0 0,-1 0 0 0 0,1 0 0 0 0,0 0 0 0 0,-1 0 0 0 0,1 0 0 0 0,-1 1 1 0 0,1-1-1 0 0,-1 0 0 0 0,-20 8-17 0 0,7 1 21 0 0,0 0-1 0 0,2 1 1 0 0,-1 1-1 0 0,1 0 1 0 0,1 0 0 0 0,0 1-1 0 0,-18 26 1 0 0,12-17 10 0 0,7-7-1 0 0,0 0 0 0 0,1 1 1 0 0,0 0-1 0 0,1 0 1 0 0,1 1-1 0 0,0 0 0 0 0,1 0 1 0 0,-3 18-1 0 0,7-27-3 0 0,1-1 1 0 0,0 1-1 0 0,1-1 0 0 0,-1 1 1 0 0,1-1-1 0 0,1 1 0 0 0,-1-1 1 0 0,1 0-1 0 0,0 1 0 0 0,4 11 1 0 0,-3-14-8 0 0,0 0 1 0 0,0 0 0 0 0,0 0 0 0 0,1 0-1 0 0,0-1 1 0 0,-1 1 0 0 0,1-1 0 0 0,0 1-1 0 0,1-1 1 0 0,-1 0 0 0 0,1 0 0 0 0,-1 0-1 0 0,1-1 1 0 0,0 1 0 0 0,0-1 0 0 0,0 0-1 0 0,5 2 1 0 0,0-1-141 0 0,0 0 0 0 0,0-1 0 0 0,1 0 0 0 0,-1 0 1 0 0,1-1-1 0 0,0 0 0 0 0,-1 0 0 0 0,1-1 0 0 0,0-1 0 0 0,-1 0 0 0 0,1 0 0 0 0,-1-1 0 0 0,1 0 0 0 0,-1 0 0 0 0,0-1 0 0 0,1-1 1 0 0,-2 1-1 0 0,18-11 0 0 0,-14 7 81 0 0,0-1 0 0 0,0 0 0 0 0,-1-1-1 0 0,0 0 1 0 0,0-1 0 0 0,-1 0 0 0 0,-1 0 0 0 0,0-1 0 0 0,0-1 0 0 0,-1 1 0 0 0,0-1 0 0 0,7-17 0 0 0,-10 18 144 0 0,7-16 1470 0 0,18-56 0 0 0,-29 81-1437 0 0,-3-2 16 0 0,2 4-133 0 0,0 0 1 0 0,1 0 0 0 0,-1 0 0 0 0,0-1-1 0 0,0 1 1 0 0,0 0 0 0 0,0 0 0 0 0,-1 0-1 0 0,1-1 1 0 0,0 1 0 0 0,0 0-1 0 0,0 0 1 0 0,0 0 0 0 0,0-1 0 0 0,0 1-1 0 0,0 0 1 0 0,0 0 0 0 0,0 0 0 0 0,0-1-1 0 0,0 1 1 0 0,-1 0 0 0 0,1 0 0 0 0,0 0-1 0 0,0 0 1 0 0,0 0 0 0 0,0-1-1 0 0,-1 1 1 0 0,1 0 0 0 0,0 0 0 0 0,0 0-1 0 0,0 0 1 0 0,0 0 0 0 0,-1 0 0 0 0,1 0-1 0 0,0 0 1 0 0,-1 0 0 0 0,-3 2 9 0 0,-1 0 1 0 0,1 0-1 0 0,-1 1 1 0 0,1 0-1 0 0,0 0 1 0 0,0 0-1 0 0,0 0 0 0 0,1 1 1 0 0,-1 0-1 0 0,1-1 1 0 0,0 1-1 0 0,0 0 1 0 0,0 1-1 0 0,-2 4 1 0 0,-2 4-1 0 0,0 0 0 0 0,1 0 0 0 0,-8 27 0 0 0,12-34 2 0 0,0 0 0 0 0,1 0 0 0 0,0 0 0 0 0,1 0-1 0 0,-1 0 1 0 0,1 1 0 0 0,0-1 0 0 0,0 0-1 0 0,1 0 1 0 0,0 0 0 0 0,0 1 0 0 0,2 5-1 0 0,-1-9 2 0 0,-1 0 0 0 0,1 0 0 0 0,-1 0 0 0 0,1 0 0 0 0,0 0 0 0 0,0 0 0 0 0,0 0 0 0 0,1-1 0 0 0,-1 1 0 0 0,1-1 0 0 0,-1 0-1 0 0,1 1 1 0 0,0-1 0 0 0,0-1 0 0 0,0 1 0 0 0,0 0 0 0 0,0-1 0 0 0,0 1 0 0 0,0-1 0 0 0,1 0 0 0 0,-1 0 0 0 0,7 1 0 0 0,-2-1-3 0 0,0 0 0 0 0,0-1 0 0 0,0 0 1 0 0,0 0-1 0 0,1-1 0 0 0,-1 0 1 0 0,0-1-1 0 0,-1 0 0 0 0,1 0 1 0 0,0 0-1 0 0,0-1 0 0 0,-1 0 0 0 0,1-1 1 0 0,-1 1-1 0 0,0-1 0 0 0,0-1 1 0 0,-1 0-1 0 0,12-9 0 0 0,-9 5-44 0 0,0 1 1 0 0,-1-1-1 0 0,0-1 0 0 0,0 1 1 0 0,-1-1-1 0 0,-1-1 0 0 0,1 1 0 0 0,-2-1 1 0 0,1-1-1 0 0,-2 1 0 0 0,7-21 1 0 0,-8 20-31 0 0,-1 1 1 0 0,0-1 0 0 0,-1 0 0 0 0,0 0 0 0 0,0 0 0 0 0,-2 0 0 0 0,-2-19 0 0 0,3 27 46 0 0,-1 0 0 0 0,0 0 0 0 0,-1 0 0 0 0,1 0 0 0 0,-1 0 0 0 0,1 0 1 0 0,-1 0-1 0 0,0 0 0 0 0,-1 1 0 0 0,1-1 0 0 0,0 1 0 0 0,-1 0 0 0 0,0 0 1 0 0,0 0-1 0 0,0 0 0 0 0,0 0 0 0 0,0 0 0 0 0,-1 1 0 0 0,1 0 0 0 0,-1-1 1 0 0,0 1-1 0 0,0 1 0 0 0,1-1 0 0 0,-8-2 0 0 0,6 3-73 0 0,0 1 0 0 0,0-1 0 0 0,0 1 1 0 0,1 0-1 0 0,-1 0 0 0 0,0 0 0 0 0,0 1 0 0 0,1-1 0 0 0,-1 1 0 0 0,0 1 0 0 0,1-1 0 0 0,-1 0 0 0 0,0 1 1 0 0,1 0-1 0 0,0 0 0 0 0,-5 4 0 0 0,6-5-240 0 0,1 0-1 0 0,-1 1 1 0 0,1 0 0 0 0,-1 0-1 0 0,1 0 1 0 0,0 0 0 0 0,0 0 0 0 0,0 0-1 0 0,0 0 1 0 0,0 1 0 0 0,0-1 0 0 0,1 0-1 0 0,-1 1 1 0 0,1 0 0 0 0,0-1-1 0 0,0 1 1 0 0,0 0 0 0 0,0 0 0 0 0,0 0-1 0 0,0 0 1 0 0,1-1 0 0 0,0 1 0 0 0,-1 0-1 0 0,1 0 1 0 0,0 0 0 0 0,1 4 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5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1 209 528 0 0,'9'-7'1502'0'0,"0"0"0"0"0,0-1 0 0 0,-1 0 1 0 0,0-1-1 0 0,-1 0 0 0 0,0 0 0 0 0,0 0 0 0 0,6-12 0 0 0,9-18 2972 0 0,-21 38-4223 0 0,1-5 281 0 0,-8 16-333 0 0,-4 5-140 0 0,0 0-1 0 0,0 1 0 0 0,2 1 1 0 0,-11 25-1 0 0,16-33-46 0 0,0 0 0 0 0,0 0 0 0 0,1 1 0 0 0,0-1-1 0 0,1 1 1 0 0,-1-1 0 0 0,2 1 0 0 0,0 0 0 0 0,0 0-1 0 0,2 15 1 0 0,-1-22-22 0 0,0 1 0 0 0,0-1 0 0 0,1 0 0 0 0,-1 1 0 0 0,1-1 0 0 0,-1 0 0 0 0,1 0 0 0 0,0 0 0 0 0,0 0 0 0 0,1 0 0 0 0,-1 0 0 0 0,0 0 0 0 0,1-1-1 0 0,0 0 1 0 0,-1 1 0 0 0,1-1 0 0 0,0 0 0 0 0,0 0 0 0 0,0 0 0 0 0,1-1 0 0 0,-1 1 0 0 0,0-1 0 0 0,1 0 0 0 0,-1 0 0 0 0,1 0 0 0 0,-1 0 0 0 0,1 0 0 0 0,-1-1 0 0 0,1 0 0 0 0,0 0 0 0 0,6 0 0 0 0,0-1-71 0 0,-1 1 0 0 0,1-2 0 0 0,-1 1 0 0 0,0-1 0 0 0,0-1 0 0 0,0 0 0 0 0,0 0 1 0 0,0 0-1 0 0,-1-1 0 0 0,0-1 0 0 0,11-6 0 0 0,-6 1 36 0 0,-1-1 0 0 0,0 0 0 0 0,-1-1 0 0 0,0 0 0 0 0,-1-1 0 0 0,12-18 1 0 0,-6 4 15 0 0,-1 0 1 0 0,15-41-1 0 0,-3 9 271 0 0,-27 57-237 0 0,-6 25-31 0 0,1-9 39 0 0,2 0 0 0 0,0 0 1 0 0,0 1-1 0 0,2-1 1 0 0,-1 0-1 0 0,2 1 0 0 0,0-1 1 0 0,1 1-1 0 0,0-1 0 0 0,1 1 1 0 0,4 14-1 0 0,-4-23-4 0 0,-1 0-1 0 0,1-1 0 0 0,0 1 1 0 0,0-1-1 0 0,1 0 1 0 0,0 0-1 0 0,0 0 0 0 0,0 0 1 0 0,0 0-1 0 0,1 0 1 0 0,0-1-1 0 0,0 0 0 0 0,0 0 1 0 0,0 0-1 0 0,1 0 1 0 0,-1-1-1 0 0,1 1 0 0 0,0-1 1 0 0,0 0-1 0 0,0-1 1 0 0,1 1-1 0 0,-1-1 1 0 0,1 0-1 0 0,-1-1 0 0 0,1 1 1 0 0,0-1-1 0 0,-1 0 1 0 0,1 0-1 0 0,11-1 0 0 0,-8 0 1 0 0,0-1-1 0 0,0-1 0 0 0,0 1 0 0 0,0-2 0 0 0,-1 1 0 0 0,1-1 1 0 0,-1 0-1 0 0,0-1 0 0 0,0 0 0 0 0,0 0 0 0 0,0 0 0 0 0,-1-1 1 0 0,0-1-1 0 0,0 1 0 0 0,0-1 0 0 0,0 0 0 0 0,-1-1 0 0 0,6-7 1 0 0,-5 6-10 0 0,-1-1 1 0 0,0 0 0 0 0,0 0-1 0 0,-1-1 1 0 0,0 1 0 0 0,-1-1-1 0 0,0 0 1 0 0,0 0 0 0 0,-1-1 0 0 0,0 1-1 0 0,-1-1 1 0 0,0 1 0 0 0,-1-1-1 0 0,0-19 1 0 0,-1 26-5 0 0,-1-1 1 0 0,0 1-1 0 0,0 0 0 0 0,0-1 0 0 0,0 1 0 0 0,0 0 1 0 0,-1 0-1 0 0,0 0 0 0 0,0 0 0 0 0,0 0 0 0 0,0 0 1 0 0,-1 0-1 0 0,1 0 0 0 0,-1 1 0 0 0,0 0 0 0 0,0-1 1 0 0,0 1-1 0 0,-1 0 0 0 0,1 0 0 0 0,-1 1 1 0 0,0-1-1 0 0,1 1 0 0 0,-1 0 0 0 0,0 0 0 0 0,-1 0 1 0 0,-5-2-1 0 0,2 2-5 0 0,0 0 0 0 0,0 0 0 0 0,0 1 0 0 0,-1 0 0 0 0,1 0 0 0 0,0 1 0 0 0,0 0 1 0 0,-1 0-1 0 0,1 1 0 0 0,0 0 0 0 0,0 1 0 0 0,-1 0 0 0 0,-10 4 0 0 0,17-5-36 0 0,0-1 0 0 0,1 1-1 0 0,-1 0 1 0 0,0 0 0 0 0,0 0 0 0 0,0 1 0 0 0,1-1-1 0 0,-1 0 1 0 0,1 1 0 0 0,-1-1 0 0 0,1 1 0 0 0,-1-1-1 0 0,1 1 1 0 0,0 0 0 0 0,0-1 0 0 0,0 1 0 0 0,-2 3-1 0 0,3-4-7 0 0,0 1 0 0 0,-1-1-1 0 0,1 0 1 0 0,0 0 0 0 0,0 0-1 0 0,0 0 1 0 0,0 0 0 0 0,0 1-1 0 0,0-1 1 0 0,1 0 0 0 0,-1 0-1 0 0,0 0 1 0 0,1 0 0 0 0,-1 0 0 0 0,0 0-1 0 0,1 0 1 0 0,0 0 0 0 0,-1 0-1 0 0,1 0 1 0 0,-1 0 0 0 0,1 0-1 0 0,0 0 1 0 0,0 0 0 0 0,0 0-1 0 0,-1 0 1 0 0,1-1 0 0 0,0 1-1 0 0,0 0 1 0 0,0-1 0 0 0,0 1-1 0 0,0-1 1 0 0,2 1 0 0 0,6 4-189 0 0,0-2 1 0 0,0 1-1 0 0,0-2 1 0 0,0 1-1 0 0,1-1 1 0 0,-1 0 0 0 0,14 0-1 0 0,71-2-272 0 0,-66-1 396 0 0,24-2 45 0 0,-1-3 0 0 0,0-1 0 0 0,0-3 0 0 0,62-20 0 0 0,-103 26 276 0 0,0 1 0 0 0,0-1 0 0 0,-1-1 0 0 0,1 0 0 0 0,16-11 0 0 0,-26 16-194 0 0,0-1-1 0 0,1 1 1 0 0,-1 0-1 0 0,1 0 0 0 0,-1 0 1 0 0,0-1-1 0 0,1 1 1 0 0,-1 0-1 0 0,0 0 1 0 0,0-1-1 0 0,1 1 0 0 0,-1 0 1 0 0,0 0-1 0 0,0-1 1 0 0,1 1-1 0 0,-1 0 1 0 0,0-1-1 0 0,0 1 0 0 0,0-1 1 0 0,0 1-1 0 0,1 0 1 0 0,-1-1-1 0 0,0 1 1 0 0,0 0-1 0 0,0-1 0 0 0,0 1 1 0 0,0-1-1 0 0,0 1 1 0 0,0 0-1 0 0,0-1 1 0 0,0 1-1 0 0,0-1 0 0 0,0 1 1 0 0,0 0-1 0 0,-1-1 1 0 0,1 1-1 0 0,0 0 1 0 0,0-1-1 0 0,0 1 0 0 0,0-1 1 0 0,-1 1-1 0 0,1 0 1 0 0,0-1-1 0 0,0 1 1 0 0,-1 0-1 0 0,1 0 1 0 0,0-1-1 0 0,0 1 0 0 0,-1 0 1 0 0,1 0-1 0 0,0-1 1 0 0,-1 1-1 0 0,1 0 1 0 0,0 0-1 0 0,-1 0 0 0 0,1 0 1 0 0,-1-1-1 0 0,1 1 1 0 0,0 0-1 0 0,-1 0 1 0 0,1 0-1 0 0,0 0 0 0 0,-1 0 1 0 0,0 0-1 0 0,-27-2 74 0 0,14 4-73 0 0,0 1 0 0 0,1 0-1 0 0,-22 9 1 0 0,32-11-7 0 0,0 1 1 0 0,0-1-1 0 0,0 1 1 0 0,0-1-1 0 0,0 1 1 0 0,0 0-1 0 0,0 0 0 0 0,1 0 1 0 0,-1 1-1 0 0,1-1 1 0 0,0 0-1 0 0,-1 1 1 0 0,1 0-1 0 0,0 0 1 0 0,0-1-1 0 0,1 1 1 0 0,-1 0-1 0 0,1 0 1 0 0,-1 1-1 0 0,1-1 1 0 0,-1 4-1 0 0,1-1 10 0 0,1 0 0 0 0,0-1 0 0 0,0 1 0 0 0,1 0 0 0 0,-1 0 0 0 0,1 0 1 0 0,0 0-1 0 0,1 0 0 0 0,0-1 0 0 0,-1 1 0 0 0,5 6 0 0 0,4 8 56 0 0,20 31-1 0 0,-11-20 17 0 0,-17-28-72 0 0,1 1 115 0 0,0 0 0 0 0,-1 1 0 0 0,1 0 0 0 0,-1 0 0 0 0,0-1 0 0 0,0 1 0 0 0,-1 1 0 0 0,1-1 0 0 0,-1 0 0 0 0,0 6 0 0 0,-1-10-67 0 0,0 0 1 0 0,-1 1 0 0 0,1-1 0 0 0,-1 1 0 0 0,1-1-1 0 0,-1 1 1 0 0,1-1 0 0 0,-1 0 0 0 0,0 0 0 0 0,0 1-1 0 0,0-1 1 0 0,0 0 0 0 0,0 0 0 0 0,0 0 0 0 0,0 0-1 0 0,0 0 1 0 0,0 0 0 0 0,-1 0 0 0 0,1 0 0 0 0,-2 1-1 0 0,-27 11 410 0 0,12-7-307 0 0,-1-1-1 0 0,1-1 0 0 0,-1 0 1 0 0,0-2-1 0 0,-25 1 0 0 0,31-3-559 0 0,0-1 0 0 0,-1 0 0 0 0,1 0 0 0 0,0-1 0 0 0,1-1 0 0 0,-1 0 0 0 0,0-1 0 0 0,-18-8 0 0 0,14-1-2760 0 0,10 2-2146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7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303 272 1764 0 0,'0'-3'1538'0'0,"9"-87"8458"0"0,-9 90-9978 0 0,0 0 0 0 0,0-1 0 0 0,0 1 0 0 0,0 0 1 0 0,0-1-1 0 0,0 1 0 0 0,0 0 0 0 0,0 0 0 0 0,0-1 0 0 0,0 1 0 0 0,-1 0 1 0 0,1 0-1 0 0,0 0 0 0 0,0-1 0 0 0,0 1 0 0 0,0 0 0 0 0,0 0 0 0 0,0-1 1 0 0,-1 1-1 0 0,1 0 0 0 0,0 0 0 0 0,0 0 0 0 0,0 0 0 0 0,0-1 0 0 0,-1 1 1 0 0,1 0-1 0 0,0 0 0 0 0,0 0 0 0 0,-1 0 0 0 0,1 0 0 0 0,0-1 0 0 0,0 1 1 0 0,0 0-1 0 0,-1 0 0 0 0,1 0 0 0 0,0 0 0 0 0,0 0 0 0 0,-1 0 0 0 0,1 0 0 0 0,0 0 1 0 0,0 0-1 0 0,-1 0 0 0 0,1 0 0 0 0,0 0 0 0 0,0 0 0 0 0,-1 0 0 0 0,-16 8 226 0 0,-14 15-137 0 0,-101 98 202 0 0,113-101-293 0 0,2 0 0 0 0,0 1 0 0 0,2 1 0 0 0,-22 40 0 0 0,34-56-3 0 0,0 0 0 0 0,0 1 0 0 0,1-1 0 0 0,0 1 0 0 0,0-1 0 0 0,1 1 0 0 0,-1 0 0 0 0,2 0 0 0 0,-1 0-1 0 0,1 10 1 0 0,0-15-4 0 0,1 1 0 0 0,-1-1 0 0 0,1 0 0 0 0,-1 0 0 0 0,1 1 0 0 0,0-1 0 0 0,0 0 0 0 0,0 0 0 0 0,0 0 0 0 0,0 0 0 0 0,0 0 0 0 0,1 0 0 0 0,-1 0 0 0 0,1-1 0 0 0,-1 1 0 0 0,1 0 0 0 0,0-1 0 0 0,0 1 0 0 0,-1-1 0 0 0,1 0 0 0 0,0 1 0 0 0,0-1 0 0 0,0 0 0 0 0,1 0 0 0 0,-1 0 0 0 0,0-1 0 0 0,0 1 0 0 0,0 0 0 0 0,1-1 0 0 0,-1 1 0 0 0,0-1 0 0 0,1 0 0 0 0,4 0 0 0 0,4 0 4 0 0,1 0 0 0 0,-1-1 0 0 0,0-1-1 0 0,1 1 1 0 0,-1-2 0 0 0,0 0 0 0 0,0 0 0 0 0,0-1-1 0 0,0 0 1 0 0,-1-1 0 0 0,0 0 0 0 0,0-1 0 0 0,0 0-1 0 0,0 0 1 0 0,-1-1 0 0 0,0 0 0 0 0,-1-1 0 0 0,1 0-1 0 0,-2 0 1 0 0,1-1 0 0 0,8-12 0 0 0,-9 10-16 0 0,0 0 0 0 0,-1 0 0 0 0,0-1 0 0 0,0 1 0 0 0,-1-1 0 0 0,-1-1 0 0 0,0 1 0 0 0,-1-1 0 0 0,0 1 0 0 0,-1-1 0 0 0,0 0 0 0 0,-1 0 0 0 0,0 0 0 0 0,-1 0 0 0 0,-1 0 0 0 0,0 0 0 0 0,-1 0 0 0 0,-5-21 0 0 0,4 26-10 0 0,0-1 0 0 0,0 0 0 0 0,-1 1 0 0 0,0 0 0 0 0,0 0 1 0 0,-1 0-1 0 0,0 0 0 0 0,-9-11 0 0 0,11 17 8 0 0,1 0 1 0 0,0 0 0 0 0,-1 0 0 0 0,1 0 0 0 0,-1 0 0 0 0,0 1 0 0 0,1-1 0 0 0,-1 1 0 0 0,0 0-1 0 0,0 0 1 0 0,0 0 0 0 0,0 0 0 0 0,0 0 0 0 0,0 0 0 0 0,0 1 0 0 0,-1 0 0 0 0,1-1 0 0 0,0 1-1 0 0,0 0 1 0 0,0 1 0 0 0,0-1 0 0 0,-1 1 0 0 0,1-1 0 0 0,0 1 0 0 0,0 0 0 0 0,0 0 0 0 0,0 0-1 0 0,-4 3 1 0 0,3-3 5 0 0,1 1-1 0 0,-1 0 1 0 0,1 0-1 0 0,0 0 0 0 0,0 0 1 0 0,0 0-1 0 0,0 1 1 0 0,0 0-1 0 0,1-1 0 0 0,-1 1 1 0 0,1 0-1 0 0,-1 0 1 0 0,1 0-1 0 0,0 0 0 0 0,0 1 1 0 0,1-1-1 0 0,-1 1 1 0 0,-2 6-1 0 0,4-7 4 0 0,0-1 1 0 0,0 1-1 0 0,-1 0 0 0 0,2-1 1 0 0,-1 1-1 0 0,0 0 0 0 0,1-1 1 0 0,-1 1-1 0 0,1-1 1 0 0,0 1-1 0 0,-1-1 0 0 0,1 1 1 0 0,1-1-1 0 0,-1 1 0 0 0,0-1 1 0 0,0 0-1 0 0,1 0 0 0 0,0 0 1 0 0,-1 0-1 0 0,1 0 1 0 0,0 0-1 0 0,0 0 0 0 0,0 0 1 0 0,0-1-1 0 0,0 1 0 0 0,0-1 1 0 0,1 1-1 0 0,2 0 0 0 0,12 7 12 0 0,0-1-1 0 0,1-1 1 0 0,0 0-1 0 0,0-1 1 0 0,1-2-1 0 0,-1 0 0 0 0,1 0 1 0 0,0-2-1 0 0,26 1 1 0 0,-12-3 1 0 0,0-2 1 0 0,0-1 0 0 0,0-1-1 0 0,52-14 1 0 0,-71 14-18 0 0,1-1-1 0 0,-2-1 1 0 0,1 0-1 0 0,0 0 1 0 0,-1-1-1 0 0,0-1 1 0 0,-1 0-1 0 0,0-1 1 0 0,13-12-1 0 0,-20 16 30 0 0,1 0 0 0 0,-1-1 0 0 0,-1 1 0 0 0,1-1 0 0 0,-1 0 0 0 0,0 0 0 0 0,0-1 0 0 0,-1 1 0 0 0,0-1 0 0 0,0 0 0 0 0,-1 0-1 0 0,1 0 1 0 0,-1 0 0 0 0,-1 0 0 0 0,0 0 0 0 0,0-1 0 0 0,0 1 0 0 0,-1 0 0 0 0,0-1 0 0 0,-1-11 0 0 0,1 17-21 0 0,-1-1-1 0 0,1 1 1 0 0,-1 0 0 0 0,1 0-1 0 0,-1 0 1 0 0,0-1 0 0 0,0 1-1 0 0,0 0 1 0 0,0 0 0 0 0,0 0-1 0 0,0 1 1 0 0,0-1 0 0 0,-1 0-1 0 0,1 0 1 0 0,-1 1 0 0 0,1-1-1 0 0,-1 0 1 0 0,0 1 0 0 0,1 0-1 0 0,-5-3 1 0 0,3 3-4 0 0,-1 0 0 0 0,1 0 0 0 0,0 0 0 0 0,-1 0 0 0 0,0 0 0 0 0,1 1 0 0 0,-1 0 0 0 0,1 0 0 0 0,-1 0 1 0 0,1 0-1 0 0,-8 1 0 0 0,-3 3 2 0 0,-1 0 0 0 0,1 0 0 0 0,0 1 0 0 0,-27 14 0 0 0,29-12 3 0 0,0 0 1 0 0,0 0-1 0 0,1 2 0 0 0,-16 13 1 0 0,24-19-7 0 0,0 0 1 0 0,0 0 0 0 0,0 0-1 0 0,1 0 1 0 0,-1 0-1 0 0,1 0 1 0 0,0 1 0 0 0,0-1-1 0 0,0 1 1 0 0,0 0 0 0 0,1-1-1 0 0,-1 1 1 0 0,1 0-1 0 0,0 0 1 0 0,0 0 0 0 0,1 0-1 0 0,-1 0 1 0 0,1 0 0 0 0,0 8-1 0 0,1-9 4 0 0,0 0 0 0 0,0 0 0 0 0,0 0 0 0 0,1 0 0 0 0,-1 0 0 0 0,1 0 0 0 0,0-1 0 0 0,-1 1 0 0 0,1 0 0 0 0,1-1 0 0 0,-1 0 0 0 0,0 1 0 0 0,1-1 0 0 0,-1 0 0 0 0,1 0 0 0 0,-1 0 0 0 0,1 0 0 0 0,5 2 0 0 0,3 1 9 0 0,1 0-1 0 0,-1 0 1 0 0,19 4 0 0 0,-10-4-3 0 0,1-1 0 0 0,0-1 0 0 0,0-1 0 0 0,0-1 0 0 0,0-1 1 0 0,0 0-1 0 0,-1-2 0 0 0,1 0 0 0 0,0-2 0 0 0,-1 0 0 0 0,1-1 1 0 0,-1-1-1 0 0,0-1 0 0 0,-1-1 0 0 0,0-1 0 0 0,28-16 1 0 0,22-30 450 0 0,-68 54-368 0 0,-15 12-67 0 0,8-6-23 0 0,5-5-6 0 0,-113 101 67 0 0,102-89-58 0 0,0 1-1 0 0,1 1 1 0 0,1 0 0 0 0,0 0 0 0 0,1 1 0 0 0,-13 27 0 0 0,20-38-25 0 0,0 1 1 0 0,1 0-1 0 0,-1 0 1 0 0,1 0 0 0 0,0 0-1 0 0,1 0 1 0 0,-1 1-1 0 0,1-1 1 0 0,0 0 0 0 0,0 0-1 0 0,1 0 1 0 0,-1 0-1 0 0,1 1 1 0 0,0-1 0 0 0,1 0-1 0 0,-1-1 1 0 0,1 1 0 0 0,0 0-1 0 0,0 0 1 0 0,0-1-1 0 0,1 1 1 0 0,0-1 0 0 0,0 1-1 0 0,0-1 1 0 0,0 0-1 0 0,1-1 1 0 0,-1 1 0 0 0,7 4-1 0 0,-1 0-418 0 0,0-2-1 0 0,0 1 1 0 0,1-1 0 0 0,0 0-1 0 0,11 4 1 0 0,-7-4-1235 0 0,0-1-1 0 0,0 0 1 0 0,18 3-1 0 0,-6-5-4005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5:59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317 292 1304 0 0,'1'-4'714'0'0,"1"-1"0"0"0,-1 1 0 0 0,0-1 0 0 0,0 0 0 0 0,-1 1 0 0 0,0-1 0 0 0,1 0 0 0 0,-1 1 0 0 0,-1-1 0 0 0,1 0 0 0 0,-2-8 0 0 0,1 12-675 0 0,0 0-1 0 0,1 1 1 0 0,-1-1-1 0 0,0 0 1 0 0,1 0-1 0 0,-1 1 1 0 0,0-1-1 0 0,0 0 1 0 0,1 1-1 0 0,-1-1 1 0 0,0 1-1 0 0,0-1 1 0 0,0 1-1 0 0,0-1 1 0 0,0 1-1 0 0,0 0 1 0 0,0-1-1 0 0,0 1 1 0 0,0 0 0 0 0,0 0-1 0 0,0 0 1 0 0,0 0-1 0 0,0 0 1 0 0,0 0-1 0 0,0 0 1 0 0,0 0-1 0 0,0 0 1 0 0,0 0-1 0 0,-1 1 1 0 0,-9 2 124 0 0,0 0 1 0 0,0 1 0 0 0,1 1-1 0 0,0-1 1 0 0,0 2 0 0 0,0-1-1 0 0,0 1 1 0 0,1 1 0 0 0,-15 13-1 0 0,-1 2 138 0 0,2 1 0 0 0,-25 33 0 0 0,34-39-203 0 0,0 2 1 0 0,-17 31-1 0 0,28-43-74 0 0,0-1 0 0 0,0 0 0 0 0,0 1-1 0 0,1 0 1 0 0,0-1 0 0 0,0 1-1 0 0,1 0 1 0 0,0 0 0 0 0,0 0 0 0 0,1 0-1 0 0,-1 1 1 0 0,3 11 0 0 0,-2-16-14 0 0,1 0 1 0 0,0 0 0 0 0,0 0 0 0 0,0 0-1 0 0,0 0 1 0 0,0 0 0 0 0,1-1 0 0 0,0 1 0 0 0,-1 0-1 0 0,1-1 1 0 0,0 1 0 0 0,0-1 0 0 0,0 0-1 0 0,1 1 1 0 0,1 1 0 0 0,1-1-14 0 0,0 0 1 0 0,0 0-1 0 0,-1 0 0 0 0,1-1 1 0 0,1 0-1 0 0,-1 0 0 0 0,11 3 0 0 0,-2-3-181 0 0,1 0-1 0 0,0 0 1 0 0,0-2 0 0 0,-1 1-1 0 0,26-4 1 0 0,-20 0-112 0 0,0-1 1 0 0,0-1 0 0 0,0 0-1 0 0,-1-1 1 0 0,0-1 0 0 0,0-1-1 0 0,-1-1 1 0 0,0-1 0 0 0,-1 0 0 0 0,1-1-1 0 0,18-17 1 0 0,-18 12 489 0 0,0-1-1 0 0,-2 0 1 0 0,0-2 0 0 0,-1 0-1 0 0,0 0 1 0 0,-2-2 0 0 0,-1 0-1 0 0,0 0 1 0 0,10-26 0 0 0,1-21 1582 0 0,-22 66-1674 0 0,-2 2-93 0 0,1-1-1 0 0,0 1 1 0 0,0 0 0 0 0,0-1 0 0 0,-1 1 0 0 0,1 0-1 0 0,0 0 1 0 0,-1-1 0 0 0,1 1 0 0 0,0 0-1 0 0,-1 0 1 0 0,1 0 0 0 0,0-1 0 0 0,-1 1-1 0 0,1 0 1 0 0,0 0 0 0 0,-1 0 0 0 0,1 0-1 0 0,0 0 1 0 0,-1 0 0 0 0,1 0 0 0 0,0 0 0 0 0,-1 0-1 0 0,1 0 1 0 0,-1 0 0 0 0,0 0 0 0 0,-6 4 24 0 0,-1 1 0 0 0,1 0 0 0 0,0 1 1 0 0,0-1-1 0 0,1 1 0 0 0,-1 1 0 0 0,1-1 1 0 0,1 1-1 0 0,-1 0 0 0 0,1 0 0 0 0,0 1 0 0 0,-4 8 1 0 0,1 1 36 0 0,0 0-1 0 0,1 0 1 0 0,0 0 0 0 0,-7 37 0 0 0,13-48-39 0 0,0 1 0 0 0,0-1 1 0 0,1 0-1 0 0,0 1 0 0 0,0-1 0 0 0,1 1 1 0 0,0-1-1 0 0,0 0 0 0 0,0 0 0 0 0,1 1 1 0 0,0-1-1 0 0,0 0 0 0 0,0 0 0 0 0,1-1 1 0 0,5 10-1 0 0,-5-11-12 0 0,-1-1 0 0 0,1 0 0 0 0,0 0 1 0 0,0 0-1 0 0,0 0 0 0 0,0 0 0 0 0,0-1 0 0 0,1 1 0 0 0,-1-1 1 0 0,1 0-1 0 0,0 0 0 0 0,-1 0 0 0 0,1-1 0 0 0,0 1 0 0 0,0-1 1 0 0,0 0-1 0 0,0 0 0 0 0,0 0 0 0 0,1-1 0 0 0,-1 1 0 0 0,0-1 0 0 0,0 0 1 0 0,0 0-1 0 0,0-1 0 0 0,6 0 0 0 0,-3-1-7 0 0,-1 1 1 0 0,1-1-1 0 0,-1 0 1 0 0,1 0-1 0 0,-1-1 0 0 0,0 0 1 0 0,0 0-1 0 0,0 0 0 0 0,0-1 1 0 0,-1 0-1 0 0,1 0 0 0 0,7-9 1 0 0,-7 7-7 0 0,0-2 0 0 0,0 1-1 0 0,-1-1 1 0 0,0 0 0 0 0,0 0 0 0 0,-1 0 0 0 0,0 0 0 0 0,4-15-1 0 0,-4 8-11 0 0,0 1 0 0 0,-2-1 0 0 0,0 1 0 0 0,0-1 0 0 0,-1 0 0 0 0,-1 1 0 0 0,-1-1 0 0 0,0 0 0 0 0,0 1 0 0 0,-2-1 0 0 0,-7-24 0 0 0,9 33-2 0 0,-2 1 1 0 0,1-1-1 0 0,0 1 0 0 0,-1 0 0 0 0,0 0 0 0 0,0 0 0 0 0,-1 0 0 0 0,0 1 0 0 0,1-1 0 0 0,-1 1 0 0 0,-1 0 0 0 0,1 0 0 0 0,-10-6 0 0 0,11 8 5 0 0,0 0 0 0 0,-1 0-1 0 0,1 1 1 0 0,-1 0 0 0 0,0 0-1 0 0,1 0 1 0 0,-1 0 0 0 0,0 0-1 0 0,0 1 1 0 0,1-1 0 0 0,-1 1 0 0 0,0 0-1 0 0,0 0 1 0 0,0 1 0 0 0,1-1-1 0 0,-1 1 1 0 0,0-1 0 0 0,0 1-1 0 0,1 1 1 0 0,-1-1 0 0 0,1 0-1 0 0,-6 4 1 0 0,1 0 7 0 0,0 0 0 0 0,1 1 0 0 0,-1 0 0 0 0,1 0 0 0 0,0 1 0 0 0,1 0 0 0 0,-1 0 1 0 0,1 1-1 0 0,1-1 0 0 0,0 1 0 0 0,0 1 0 0 0,0-1 0 0 0,1 1 0 0 0,0 0 0 0 0,1 0 0 0 0,0 0 0 0 0,0 0 0 0 0,-2 18 0 0 0,4-20 4 0 0,0 0 0 0 0,0-1 0 0 0,1 1 0 0 0,0 0 0 0 0,0 0-1 0 0,0 0 1 0 0,1 0 0 0 0,0-1 0 0 0,1 1 0 0 0,0-1 0 0 0,0 1 0 0 0,0-1-1 0 0,0 1 1 0 0,1-1 0 0 0,0 0 0 0 0,1 0 0 0 0,-1 0 0 0 0,1-1 0 0 0,0 1 0 0 0,1-1-1 0 0,-1 0 1 0 0,1 0 0 0 0,0 0 0 0 0,0-1 0 0 0,1 0 0 0 0,-1 0 0 0 0,8 4-1 0 0,-5-4 3 0 0,0-1 0 0 0,0-1 0 0 0,0 1 0 0 0,0-1 0 0 0,0-1 0 0 0,1 1 0 0 0,-1-1 0 0 0,0-1 0 0 0,1 0 0 0 0,-1 0 0 0 0,1 0 0 0 0,-1-1 0 0 0,1 0 0 0 0,-1-1 0 0 0,0 0 0 0 0,0 0 0 0 0,0-1 0 0 0,11-5 0 0 0,-2 0-3 0 0,0-1 0 0 0,-1 0 0 0 0,0-1 1 0 0,-1 0-1 0 0,-1-2 0 0 0,1 0 1 0 0,16-18-1 0 0,-10 6-25 0 0,-2 0 1 0 0,-1-1-1 0 0,-1-1 1 0 0,-1-1-1 0 0,16-35 0 0 0,-15 21 151 0 0,-1-1-1 0 0,-2 0 1 0 0,9-46 0 0 0,-21 68 39 0 0,-2 20-168 0 0,0 0 1 0 0,0-1-1 0 0,0 1 0 0 0,0 0 0 0 0,0-1 1 0 0,0 1-1 0 0,0-1 0 0 0,0 1 1 0 0,-1 0-1 0 0,1-1 0 0 0,0 1 0 0 0,0 0 1 0 0,0 0-1 0 0,0-1 0 0 0,-1 1 1 0 0,1 0-1 0 0,0-1 0 0 0,0 1 0 0 0,-1 0 1 0 0,1 0-1 0 0,0-1 0 0 0,0 1 1 0 0,-1 0-1 0 0,1 0 0 0 0,-1-1 0 0 0,0 2 2 0 0,-1-1-1 0 0,0 1 0 0 0,1-1 0 0 0,0 1 1 0 0,-1-1-1 0 0,1 1 0 0 0,-1 0 0 0 0,1-1 1 0 0,0 1-1 0 0,-1 0 0 0 0,1 0 0 0 0,0 0 0 0 0,0 0 1 0 0,0 0-1 0 0,0 0 0 0 0,0 1 0 0 0,0-1 1 0 0,-2 2-1 0 0,-23 30 25 0 0,0 1-1 0 0,2 2 1 0 0,2 0 0 0 0,1 1 0 0 0,2 1-1 0 0,2 1 1 0 0,1 1 0 0 0,2 0-1 0 0,-17 84 1 0 0,28-107 11 0 0,0 1 1 0 0,2-1-1 0 0,0 1 0 0 0,1 0 0 0 0,0-1 0 0 0,6 29 1 0 0,-6-42-32 0 0,1 0 0 0 0,0-1 1 0 0,0 1-1 0 0,0 0 1 0 0,1 0-1 0 0,-1-1 1 0 0,1 1-1 0 0,0-1 1 0 0,0 0-1 0 0,0 1 0 0 0,1-1 1 0 0,-1 0-1 0 0,1 0 1 0 0,-1 0-1 0 0,1-1 1 0 0,0 1-1 0 0,0-1 0 0 0,1 1 1 0 0,-1-1-1 0 0,0 0 1 0 0,1 0-1 0 0,-1-1 1 0 0,1 1-1 0 0,-1-1 1 0 0,1 1-1 0 0,0-1 0 0 0,0 0 1 0 0,0-1-1 0 0,0 1 1 0 0,-1-1-1 0 0,1 1 1 0 0,0-1-1 0 0,0-1 0 0 0,0 1 1 0 0,6-1-1 0 0,4-2-7 0 0,0 0-1 0 0,0 0 1 0 0,0-1 0 0 0,-1-1-1 0 0,1 0 1 0 0,-1-1-1 0 0,0 0 1 0 0,-1-1-1 0 0,0-1 1 0 0,0 0-1 0 0,0-1 1 0 0,-1 0 0 0 0,0 0-1 0 0,-1-1 1 0 0,0-1-1 0 0,12-16 1 0 0,-1-2 204 0 0,-1-2 1 0 0,-1 0-1 0 0,-2-1 1 0 0,-1-1-1 0 0,16-45 0 0 0,-29 59 74 0 0,-3 19-275 0 0,0 0-1 0 0,0-1 1 0 0,0 1-1 0 0,0 0 0 0 0,0 0 1 0 0,0-1-1 0 0,0 1 1 0 0,-1 0-1 0 0,1 0 1 0 0,0-1-1 0 0,0 1 1 0 0,0 0-1 0 0,0 0 0 0 0,0-1 1 0 0,-1 1-1 0 0,1 0 1 0 0,0 0-1 0 0,0 0 1 0 0,0 0-1 0 0,-1-1 1 0 0,1 1-1 0 0,0 0 0 0 0,0 0 1 0 0,-1 0-1 0 0,1 0 1 0 0,0 0-1 0 0,0 0 1 0 0,-1-1-1 0 0,1 1 1 0 0,0 0-1 0 0,0 0 0 0 0,-1 0 1 0 0,-1 1 2 0 0,0-1 0 0 0,0 1 0 0 0,0-1 0 0 0,0 1 0 0 0,1 0-1 0 0,-1 0 1 0 0,0 0 0 0 0,0 0 0 0 0,1 0 0 0 0,-1 0 0 0 0,0 1 0 0 0,1-1 0 0 0,0 0 0 0 0,-2 2 0 0 0,-6 8 0 0 0,0-1-1 0 0,1 1 1 0 0,1 0 0 0 0,0 1 0 0 0,0 0-1 0 0,1 0 1 0 0,1 0 0 0 0,0 1 0 0 0,0-1-1 0 0,2 1 1 0 0,-1 1 0 0 0,2-1 0 0 0,0 0-1 0 0,0 1 1 0 0,1 20 0 0 0,1-30 2 0 0,0 0 0 0 0,0-1 0 0 0,1 1 0 0 0,-1 0 1 0 0,1-1-1 0 0,0 1 0 0 0,0 0 0 0 0,0-1 0 0 0,0 1 0 0 0,1-1 0 0 0,0 0 1 0 0,-1 1-1 0 0,1-1 0 0 0,0 0 0 0 0,1 0 0 0 0,-1 0 0 0 0,0 0 0 0 0,1-1 1 0 0,0 1-1 0 0,0-1 0 0 0,-1 1 0 0 0,1-1 0 0 0,1 0 0 0 0,-1 0 1 0 0,0 0-1 0 0,0-1 0 0 0,1 1 0 0 0,-1-1 0 0 0,1 1 0 0 0,-1-1 0 0 0,1-1 1 0 0,0 1-1 0 0,-1 0 0 0 0,1-1 0 0 0,5 0 0 0 0,-3 1-12 0 0,0-2 0 0 0,-1 1-1 0 0,1-1 1 0 0,0 0 0 0 0,-1 0 0 0 0,1 0 0 0 0,-1-1-1 0 0,0 0 1 0 0,1 0 0 0 0,-1 0 0 0 0,0-1-1 0 0,6-3 1 0 0,-1-1 3 0 0,-1 0-1 0 0,0 0 0 0 0,0-1 1 0 0,12-13-1 0 0,-4-1 9 0 0,-1 0-1 0 0,0-1 1 0 0,-2 0 0 0 0,-1-1-1 0 0,-1-1 1 0 0,-1 0 0 0 0,-1 0-1 0 0,8-33 1 0 0,-8 22 106 0 0,-26 52-30 0 0,3 3-56 0 0,0 0 0 0 0,0 1 0 0 0,2 0 0 0 0,1 1 0 0 0,0 0 0 0 0,-10 38 0 0 0,17-50-9 0 0,1-1 0 0 0,0 0 1 0 0,0 1-1 0 0,1-1 0 0 0,0 1 1 0 0,1-1-1 0 0,0 1 0 0 0,1 10 1 0 0,-1-16-75 0 0,1 0 0 0 0,-1-1 0 0 0,1 1-1 0 0,0-1 1 0 0,0 1 0 0 0,0-1 0 0 0,0 1 0 0 0,0-1 0 0 0,0 1 0 0 0,1-1 0 0 0,-1 0 0 0 0,1 0 0 0 0,-1 0 0 0 0,1 0-1 0 0,0 0 1 0 0,0 0 0 0 0,0 0 0 0 0,0-1 0 0 0,0 1 0 0 0,0-1 0 0 0,1 1 0 0 0,-1-1 0 0 0,0 0 0 0 0,1 0 0 0 0,-1 0 0 0 0,1 0-1 0 0,0 0 1 0 0,-1 0 0 0 0,1-1 0 0 0,3 1 0 0 0,1-1-353 0 0,-1 1-1 0 0,1-1 1 0 0,0 0-1 0 0,0-1 1 0 0,-1 1-1 0 0,1-1 1 0 0,-1-1 0 0 0,1 1-1 0 0,0-1 1 0 0,-1 0-1 0 0,0-1 1 0 0,11-5-1 0 0,-7 2 7 0 0,-1 0 0 0 0,0-1 0 0 0,-1 0 0 0 0,0 0-1 0 0,0-1 1 0 0,0 0 0 0 0,7-11 0 0 0,-1 0 265 0 0,-1 0 1 0 0,16-34-1 0 0,10-37 3247 0 0,-14 20 1203 0 0,-25 69-4052 0 0,0 9-127 0 0,-2 0 1 0 0,1-1-1 0 0,-1 1 1 0 0,0 0 0 0 0,-5 10-1 0 0,-4 16 237 0 0,-29 156 584 0 0,40-190-952 0 0,0 1 0 0 0,0-1 1 0 0,0 1-1 0 0,0-1 0 0 0,0 0 1 0 0,0 1-1 0 0,0-1 0 0 0,0 1 1 0 0,-1-1-1 0 0,1 1 0 0 0,0-1 1 0 0,0 1-1 0 0,0-1 0 0 0,0 1 1 0 0,-1-1-1 0 0,1 0 0 0 0,0 1 1 0 0,-1-1-1 0 0,1 1 0 0 0,0-1 1 0 0,-1 0-1 0 0,1 1 0 0 0,0-1 1 0 0,-1 0-1 0 0,1 0 0 0 0,-1 1 1 0 0,1-1-1 0 0,0 0 0 0 0,-1 0 1 0 0,1 0-1 0 0,-1 1 0 0 0,1-1 1 0 0,-1 0-1 0 0,1 0 0 0 0,-1 0 1 0 0,1 0-1 0 0,-1 0 0 0 0,1 0 1 0 0,-1 0-1 0 0,1 0 0 0 0,-1 0 1 0 0,1 0-1 0 0,-1 0 0 0 0,1 0 1 0 0,-1-1-1 0 0,0 1-21 0 0,1-1 1 0 0,-1 1-1 0 0,0-1 1 0 0,1 1-1 0 0,-1-1 0 0 0,0 0 1 0 0,1 1-1 0 0,-1-1 0 0 0,1 0 1 0 0,-1 0-1 0 0,1 0 0 0 0,0 1 1 0 0,-1-1-1 0 0,1 0 1 0 0,0 0-1 0 0,-1 0 0 0 0,1 0 1 0 0,0 0-1 0 0,0 1 0 0 0,0-1 1 0 0,0 0-1 0 0,0 0 0 0 0,0-1 1 0 0,1-9-66 0 0,1 0 0 0 0,1 1 0 0 0,-1-1 0 0 0,2 1 0 0 0,-1-1 0 0 0,2 1 0 0 0,-1 0 0 0 0,1 0 0 0 0,1 1 0 0 0,0 0 0 0 0,0 0 0 0 0,12-14 0 0 0,-5 10 38 0 0,1 0 0 0 0,0 0 1 0 0,0 2-1 0 0,2 0 1 0 0,-1 0-1 0 0,29-13 0 0 0,-43 23 43 0 0,1 0 0 0 0,0 0 0 0 0,-1 0 0 0 0,1 1 0 0 0,0-1 0 0 0,0 1 0 0 0,0-1 0 0 0,-1 1 0 0 0,1 0 0 0 0,0 0 0 0 0,0 0 0 0 0,0 0 0 0 0,0 0 0 0 0,0 0 0 0 0,0 0 0 0 0,-1 0 0 0 0,1 1 0 0 0,0-1 0 0 0,0 1 0 0 0,0-1 0 0 0,-1 1 0 0 0,1 0 0 0 0,0 0 0 0 0,-1 0 0 0 0,1 0 0 0 0,0 0 0 0 0,-1 0 0 0 0,1 0 0 0 0,-1 1 0 0 0,0-1 0 0 0,1 0 0 0 0,-1 1 0 0 0,0-1 0 0 0,0 1 0 0 0,0-1 0 0 0,0 1 0 0 0,0 0 0 0 0,0-1 0 0 0,0 4 0 0 0,3 4 2 0 0,-1 0 0 0 0,0 0 1 0 0,-1 0-1 0 0,0 0 1 0 0,0 0-1 0 0,0 14 1 0 0,-1-6 39 0 0,-1 0-1 0 0,0 1 1 0 0,-2-1 0 0 0,0 0 0 0 0,0 0 0 0 0,-7 21 0 0 0,8-37-38 0 0,1 0 0 0 0,0-1 0 0 0,0 1-1 0 0,0 0 1 0 0,0-1 0 0 0,-1 1 0 0 0,1 0 0 0 0,0-1 0 0 0,-1 1 0 0 0,1 0 0 0 0,0-1 0 0 0,-1 1 0 0 0,1-1 0 0 0,-1 1 0 0 0,1-1 0 0 0,-1 1 0 0 0,1-1-1 0 0,-1 1 1 0 0,1-1 0 0 0,-1 1 0 0 0,0-1 0 0 0,1 0 0 0 0,-1 1 0 0 0,0-1 0 0 0,1 0 0 0 0,-1 1 0 0 0,0-1 0 0 0,1 0 0 0 0,-1 0 0 0 0,0 0 0 0 0,0 0-1 0 0,1 0 1 0 0,-1 0 0 0 0,0 0 0 0 0,1 0 0 0 0,-1 0 0 0 0,0 0 0 0 0,0 0 0 0 0,1 0 0 0 0,-1 0 0 0 0,0-1 0 0 0,1 1 0 0 0,-1 0 0 0 0,0 0 0 0 0,1-1-1 0 0,-1 1 1 0 0,1-1 0 0 0,-1 1 0 0 0,0 0 0 0 0,1-1 0 0 0,-1 1 0 0 0,1-1 0 0 0,-1 1 0 0 0,1-1 0 0 0,-1 0 0 0 0,1 1 0 0 0,0-1 0 0 0,-1 1 0 0 0,1-1-1 0 0,-1-1 1 0 0,0-2 4 0 0,0 0 1 0 0,1 0-1 0 0,-1 0 0 0 0,1 0 0 0 0,0 0 0 0 0,0 0 0 0 0,0 0 0 0 0,0 0 0 0 0,2-7 0 0 0,-1 5 3 0 0,1-7-27 0 0,1 0 1 0 0,0 0-1 0 0,1 0 0 0 0,0 1 1 0 0,1-1-1 0 0,1 1 1 0 0,0 0-1 0 0,0 1 0 0 0,15-20 1 0 0,-11 18-12 0 0,1 0 1 0 0,1 0-1 0 0,0 1 1 0 0,1 1-1 0 0,0 0 0 0 0,1 1 1 0 0,17-10-1 0 0,-28 18 21 0 0,0 0 0 0 0,1 1 0 0 0,-1-1 0 0 0,1 1 0 0 0,-1 0 0 0 0,1 0 0 0 0,-1 0-1 0 0,1 1 1 0 0,0-1 0 0 0,-1 1 0 0 0,1 0 0 0 0,0 0 0 0 0,-1 0 0 0 0,1 0 0 0 0,6 2 0 0 0,-8-1 11 0 0,1 0 1 0 0,-1 0 0 0 0,0-1-1 0 0,0 1 1 0 0,0 1 0 0 0,0-1-1 0 0,0 0 1 0 0,-1 0 0 0 0,1 1-1 0 0,0-1 1 0 0,0 1 0 0 0,-1 0-1 0 0,1-1 1 0 0,-1 1 0 0 0,0 0-1 0 0,1 0 1 0 0,-1 0 0 0 0,0 0 0 0 0,0 0-1 0 0,0 0 1 0 0,0 0 0 0 0,-1 0-1 0 0,1 0 1 0 0,0 1 0 0 0,-1-1-1 0 0,0 0 1 0 0,1 4 0 0 0,-1 9-66 0 0,-1-1 1 0 0,0 0 0 0 0,-1 1 0 0 0,-1-1 0 0 0,-5 17-1 0 0,-4 27-6162 0 0,12-47 2297 0 0,1 0-1735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0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40 192 392 0 0,'8'-23'6115'0'0,"-5"17"-4388"0"0,-1-1 0 0 0,0 1 0 0 0,0-1 0 0 0,-1 1 0 0 0,2-9 1 0 0,0 87-598 0 0,-7-36-949 0 0,-1 1 1 0 0,-19 66-1 0 0,21-88-41 0 0,2-14-73 0 0,1 1 0 0 0,0-1 0 0 0,0 1 0 0 0,-1-1 0 0 0,1 1 1 0 0,-1 0-1 0 0,1-1 0 0 0,-1 0 0 0 0,1 1 0 0 0,-1-1 0 0 0,0 1 0 0 0,0-1 0 0 0,0 0 0 0 0,0 1 1 0 0,0-1-1 0 0,0 0 0 0 0,-1 1 0 0 0,0-1 21 0 0,-7-9 131 0 0,8-1-209 0 0,0 1 0 0 0,0 0 1 0 0,0 0-1 0 0,1 0 0 0 0,1 0 1 0 0,-1 0-1 0 0,1-1 0 0 0,1 1 1 0 0,-1 0-1 0 0,1 1 0 0 0,6-14 1 0 0,0 1-110 0 0,0 0 0 0 0,2 1 0 0 0,16-26 0 0 0,-19 35 75 0 0,1 0 0 0 0,-1 1 0 0 0,2 0 0 0 0,-1 0 0 0 0,1 0-1 0 0,0 1 1 0 0,1 1 0 0 0,0-1 0 0 0,0 2 0 0 0,1-1 0 0 0,0 1 0 0 0,0 1 0 0 0,0 0-1 0 0,1 1 1 0 0,-1 0 0 0 0,17-3 0 0 0,-26 6 24 0 0,1 1-1 0 0,0-1 0 0 0,0 1 1 0 0,0 0-1 0 0,0 0 0 0 0,0 0 1 0 0,0 0-1 0 0,0 1 1 0 0,-1-1-1 0 0,1 1 0 0 0,0 0 1 0 0,0 0-1 0 0,0 0 1 0 0,-1 0-1 0 0,1 0 0 0 0,-1 0 1 0 0,1 1-1 0 0,-1-1 0 0 0,1 1 1 0 0,-1 0-1 0 0,0 0 1 0 0,0 0-1 0 0,0 0 0 0 0,0 0 1 0 0,0 0-1 0 0,0 0 1 0 0,0 1-1 0 0,-1-1 0 0 0,1 1 1 0 0,-1-1-1 0 0,0 1 0 0 0,0 0 1 0 0,0 0-1 0 0,0-1 1 0 0,0 1-1 0 0,-1 0 0 0 0,1 5 1 0 0,1 2 27 0 0,-1 1 0 0 0,-1 0 0 0 0,0 0 0 0 0,0 0 0 0 0,-1 0 0 0 0,0 0 0 0 0,-1 0 0 0 0,-5 16-1 0 0,-21 67-1258 0 0,27-93 1060 0 0,1 0 0 0 0,-1 1 0 0 0,1-1 0 0 0,-1 1 0 0 0,1-1 0 0 0,0 0 0 0 0,0 1 0 0 0,0-1 0 0 0,-1 1 0 0 0,1-1-1 0 0,1 1 1 0 0,-1-1 0 0 0,0 0 0 0 0,0 1 0 0 0,0-1 0 0 0,1 1 0 0 0,-1-1 0 0 0,1 0 0 0 0,-1 1 0 0 0,1-1 0 0 0,0 0 0 0 0,1 3 0 0 0,-1-3-10 0 0,0-1-1 0 0,1 1 1 0 0,-1 0-1 0 0,0 0 1 0 0,1-1-1 0 0,-1 1 1 0 0,1 0-1 0 0,-1-1 1 0 0,1 1-1 0 0,-1-1 1 0 0,1 0-1 0 0,-1 0 1 0 0,1 0-1 0 0,0 1 1 0 0,-1-1-1 0 0,1-1 1 0 0,1 1-1 0 0,5-1-367 0 0,0 0 0 0 0,0-1 0 0 0,0 0 0 0 0,0-1 0 0 0,0 1 0 0 0,10-6 0 0 0,11-9 56 0 0,-1 0-1 0 0,50-40 1 0 0,-49 31 1946 0 0,0-2 0 0 0,-2 0 1 0 0,-1-2-1 0 0,26-38 0 0 0,-42 53-53 0 0,-1 1 0 0 0,13-29 1 0 0,-22 42-1382 0 0,0 1 0 0 0,0 0 0 0 0,0-1 1 0 0,1 1-1 0 0,-1 0 0 0 0,0-1 0 0 0,0 1 0 0 0,0 0 1 0 0,0-1-1 0 0,0 1 0 0 0,0 0 0 0 0,0-1 1 0 0,0 1-1 0 0,0 0 0 0 0,0-1 0 0 0,0 1 1 0 0,0 0-1 0 0,0-1 0 0 0,0 1 0 0 0,0 0 1 0 0,0-1-1 0 0,0 1 0 0 0,0 0 0 0 0,-1-1 0 0 0,1 1 1 0 0,0 0-1 0 0,0-1 0 0 0,0 1 0 0 0,-1 0 1 0 0,1 0-1 0 0,0-1 0 0 0,0 1 0 0 0,-1 0 1 0 0,1 0-1 0 0,0-1 0 0 0,-15 0 229 0 0,-13 7-157 0 0,27-6-79 0 0,-8 4 4 0 0,0 0 0 0 0,1 0 0 0 0,-1 1 0 0 0,1 0 0 0 0,0 0 0 0 0,0 1 0 0 0,0 0 0 0 0,1 1 0 0 0,0 0 0 0 0,0 0 0 0 0,-10 15 0 0 0,15-21-7 0 0,1 1-1 0 0,0-1 0 0 0,1 0 1 0 0,-1 1-1 0 0,0-1 0 0 0,0 1 0 0 0,0-1 1 0 0,1 1-1 0 0,-1-1 0 0 0,1 1 1 0 0,-1 0-1 0 0,1-1 0 0 0,0 1 1 0 0,0 0-1 0 0,-1-1 0 0 0,1 1 0 0 0,0 0 1 0 0,1-1-1 0 0,-1 1 0 0 0,0 0 1 0 0,0-1-1 0 0,1 1 0 0 0,-1-1 1 0 0,1 1-1 0 0,-1 0 0 0 0,1-1 0 0 0,0 1 1 0 0,0-1-1 0 0,-1 1 0 0 0,3 1 1 0 0,2 3 4 0 0,0-1 1 0 0,1 0 0 0 0,-1 0 0 0 0,1 0 0 0 0,10 6-1 0 0,3 1-22 0 0,-12-5 0 0 0,1-1-1 0 0,-1 1 0 0 0,-1 1 1 0 0,1-1-1 0 0,-1 1 1 0 0,-1 0-1 0 0,1 0 1 0 0,-1 1-1 0 0,3 8 1 0 0,-6-13 53 0 0,-1-1 0 0 0,1 1 1 0 0,-1-1-1 0 0,0 1 0 0 0,0 0 1 0 0,0-1-1 0 0,-1 1 0 0 0,0 0 0 0 0,1-1 1 0 0,-1 1-1 0 0,0 0 0 0 0,-1 0 0 0 0,1-1 1 0 0,-1 1-1 0 0,0 0 0 0 0,1 0 1 0 0,-2-1-1 0 0,1 1 0 0 0,0-1 0 0 0,-1 1 1 0 0,1-1-1 0 0,-1 0 0 0 0,0 0 1 0 0,0 1-1 0 0,-1-1 0 0 0,-3 4 0 0 0,0-2 52 0 0,-1 0-1 0 0,0 0 0 0 0,1-1 1 0 0,-1 1-1 0 0,-1-2 0 0 0,1 1 1 0 0,-1-1-1 0 0,1 0 0 0 0,-1-1 1 0 0,0 1-1 0 0,0-2 0 0 0,0 1 0 0 0,0-1 1 0 0,-16 0-1 0 0,7-1-220 0 0,0 0-1 0 0,0-2 0 0 0,0 0 1 0 0,0 0-1 0 0,0-2 1 0 0,-17-6-1 0 0,28 8-295 0 0,-1 0 0 0 0,1-1 1 0 0,1 0-1 0 0,-1-1 0 0 0,0 1 0 0 0,1-1 0 0 0,0 0 0 0 0,-6-5 0 0 0,8 5-729 0 0,-1 0 0 0 0,1 0 0 0 0,0 0 0 0 0,0 0 0 0 0,0 0 0 0 0,-3-7 0 0 0,1-1-5048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1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91 425 2464 0 0,'-2'0'1835'0'0,"-4"-1"-816"0"0,3 1-744 0 0,0-1-1 0 0,1 1 1 0 0,-1-1 0 0 0,0 1-1 0 0,0 0 1 0 0,0 0 0 0 0,0 0 0 0 0,0 1-1 0 0,0-1 1 0 0,1 1 0 0 0,-1-1 0 0 0,0 1-1 0 0,0 0 1 0 0,1 0 0 0 0,-1 0-1 0 0,0 0 1 0 0,1 1 0 0 0,-1-1 0 0 0,1 1-1 0 0,0-1 1 0 0,0 1 0 0 0,-1 0-1 0 0,-2 3 1 0 0,4-3-235 0 0,-1-1 0 0 0,1 1-1 0 0,-1 0 1 0 0,1 0 0 0 0,0 0 0 0 0,0 0 0 0 0,-1 0-1 0 0,1 0 1 0 0,1 0 0 0 0,-1 0 0 0 0,-1 3 0 0 0,2-4-8 0 0,0 0 0 0 0,0 0 1 0 0,0 0-1 0 0,0 0 1 0 0,0 0-1 0 0,0 0 0 0 0,0 0 1 0 0,0 0-1 0 0,0 0 1 0 0,1 0-1 0 0,-1 0 0 0 0,0 0 1 0 0,1 0-1 0 0,-1 0 1 0 0,0 0-1 0 0,1 0 0 0 0,0 0 1 0 0,-1 0-1 0 0,1-1 1 0 0,-1 1-1 0 0,1 0 0 0 0,0 0 1 0 0,-1-1-1 0 0,1 1 1 0 0,0 0-1 0 0,0-1 0 0 0,1 2 1 0 0,0-2-13 0 0,0 0 0 0 0,0 1 0 0 0,0-1 0 0 0,0 0 0 0 0,0 0 0 0 0,-1 0 0 0 0,1 0 0 0 0,0-1 0 0 0,0 1 0 0 0,0 0 1 0 0,0-1-1 0 0,-1 1 0 0 0,4-2 0 0 0,26-10 105 0 0,-28 11-109 0 0,4-3-1 0 0,1-1 1 0 0,-1 1-1 0 0,0-1 1 0 0,0 0-1 0 0,0-1 0 0 0,-1 0 1 0 0,0 0-1 0 0,0 0 1 0 0,0-1-1 0 0,-1 1 0 0 0,0-2 1 0 0,0 1-1 0 0,-1 0 1 0 0,0-1-1 0 0,0 0 0 0 0,3-11 1 0 0,3-10-8 0 0,-2 0-1 0 0,-1 0 1 0 0,4-41 0 0 0,-4-34 153 0 0,-3 22 426 0 0,-4 81-585 0 0,0 0-1 0 0,0 0 1 0 0,0 0 0 0 0,0 0-1 0 0,0 0 1 0 0,0 0-1 0 0,0 0 1 0 0,0 0-1 0 0,0 0 1 0 0,0 0 0 0 0,-1 0-1 0 0,1 0 1 0 0,0 0-1 0 0,-1 0 1 0 0,1 0-1 0 0,-1-1 1 0 0,1 2-2 0 0,-1 0 1 0 0,1 0-1 0 0,0 0 1 0 0,0 0-1 0 0,-1-1 1 0 0,1 1-1 0 0,0 0 1 0 0,-1 0 0 0 0,1 0-1 0 0,0 0 1 0 0,-1 0-1 0 0,1 0 1 0 0,0 0-1 0 0,-1 0 1 0 0,1 0-1 0 0,0 0 1 0 0,-1 0-1 0 0,1 0 1 0 0,0 0-1 0 0,-1 0 1 0 0,1 0-1 0 0,0 1 1 0 0,0-1-1 0 0,-1 0 1 0 0,1 0-1 0 0,0 0 1 0 0,-1 0-1 0 0,1 1 1 0 0,-15 12 11 0 0,7-3-1 0 0,0 0 1 0 0,0 1 0 0 0,1 0-1 0 0,1 0 1 0 0,0 1-1 0 0,-8 20 1 0 0,4-4-9 0 0,-10 51-1 0 0,17-67 4 0 0,1 1 0 0 0,1-1-1 0 0,0 1 1 0 0,1 0 0 0 0,0-1-1 0 0,0 1 1 0 0,2 0-1 0 0,0-1 1 0 0,0 1 0 0 0,1-1-1 0 0,6 15 1 0 0,-7-21 0 0 0,1 0 1 0 0,0 0-1 0 0,0 0 0 0 0,0-1 1 0 0,1 1-1 0 0,0-1 0 0 0,0 0 1 0 0,0 0-1 0 0,1-1 0 0 0,0 1 1 0 0,0-1-1 0 0,0 0 1 0 0,0 0-1 0 0,1-1 0 0 0,-1 1 1 0 0,1-1-1 0 0,0 0 0 0 0,0-1 1 0 0,0 0-1 0 0,0 0 0 0 0,1 0 1 0 0,-1 0-1 0 0,9 0 0 0 0,-7-1-20 0 0,0 0 0 0 0,1-1 0 0 0,-1 0 0 0 0,0-1 0 0 0,0 1 0 0 0,0-1 0 0 0,0-1 0 0 0,0 0 0 0 0,0 0 0 0 0,0-1 0 0 0,0 1 0 0 0,-1-2 0 0 0,9-4 0 0 0,-5 2-1 0 0,-2-1 0 0 0,1-1 1 0 0,-1 1-1 0 0,0-1 1 0 0,0-1-1 0 0,-1 0 1 0 0,0 0-1 0 0,7-12 1 0 0,3-8 64 0 0,-2-1 1 0 0,-1-1-1 0 0,-1 0 1 0 0,-2-1 0 0 0,12-46-1 0 0,-1-9 1125 0 0,-22 85-1144 0 0,-9 10 19 0 0,-5 23-23 0 0,2 1 0 0 0,-15 64-1 0 0,-1 72 15 0 0,19-127 1453 0 0,8-39-1106 0 0,-1 3 348 0 0,0-2-400 0 0,5-13-179 0 0,23-61 58 0 0,37-67 0 0 0,-51 114-236 0 0,1 0 0 0 0,1 0 1 0 0,2 2-1 0 0,0 0 0 0 0,1 0 1 0 0,25-22-1 0 0,-35 37 7 0 0,-6 5 10 0 0,1-1-1 0 0,0 1 1 0 0,0-1 0 0 0,0 1-1 0 0,0 0 1 0 0,0 0-1 0 0,0 0 1 0 0,1 1 0 0 0,-1-1-1 0 0,1 1 1 0 0,-1 0-1 0 0,1 0 1 0 0,0 0 0 0 0,-1 0-1 0 0,6 0 1 0 0,11 0-29 0 0,-17 2 33 0 0,0-1 0 0 0,0 0-1 0 0,0 1 1 0 0,0 0 0 0 0,0 0-1 0 0,0 0 1 0 0,0 0 0 0 0,0 0-1 0 0,-1 0 1 0 0,1 1 0 0 0,0 0-1 0 0,-1-1 1 0 0,1 1 0 0 0,-1 0-1 0 0,0 0 1 0 0,0 0 0 0 0,3 4-1 0 0,-2-2 4 0 0,1 1 0 0 0,-2 0 0 0 0,1 0 0 0 0,-1 0-1 0 0,1 0 1 0 0,-1 0 0 0 0,-1 1 0 0 0,3 9 0 0 0,-1 5 20 0 0,-1-1 1 0 0,-1 1-1 0 0,-1 0 0 0 0,-3 25 1 0 0,-4 19 46 0 0,-3 43 282 0 0,10-106-345 0 0,0-1 0 0 0,0 1 1 0 0,1-1-1 0 0,-1 1 0 0 0,0 0 0 0 0,0-1 1 0 0,1 1-1 0 0,-1-1 0 0 0,0 1 0 0 0,1 0 1 0 0,-1-1-1 0 0,0 1 0 0 0,1-1 0 0 0,-1 0 1 0 0,1 1-1 0 0,-1-1 0 0 0,1 1 1 0 0,-1-1-1 0 0,1 1 0 0 0,-1-1 0 0 0,1 0 1 0 0,-1 0-1 0 0,1 1 0 0 0,0-1 0 0 0,-1 0 1 0 0,1 0-1 0 0,-1 0 0 0 0,1 1 0 0 0,0-1 1 0 0,0 0-1 0 0,1 0 1 0 0,0 0 1 0 0,0 1-1 0 0,0-1 0 0 0,0 0 1 0 0,0 0-1 0 0,0-1 1 0 0,0 1-1 0 0,0 0 0 0 0,0-1 1 0 0,3 0-1 0 0,4-4-407 0 0,1 1 0 0 0,-1-1-1 0 0,-1-1 1 0 0,1 0 0 0 0,-1 0-1 0 0,0 0 1 0 0,0-1 0 0 0,11-14 0 0 0,-12 13-1386 0 0,0-1 1 0 0,-1 0 0 0 0,0-1-1 0 0,9-19 1 0 0,-7 7-3924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1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 2080 0 0,'-29'1'1936'0'0,"9"1"-407"0"0,0 0-385 0 0,3-1-200 0 0,3 1-228 0 0,-1 2-96 0 0,3-3-176 0 0,0 6 236 0 0,0 3-268 0 0,9 4-464 0 0,8 1-556 0 0,0-7-396 0 0,3 3-1800 0 0,1-5-829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2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338 122 2536 0 0,'2'-11'1300'0'0,"1"0"-1"0"0,-2-1 1 0 0,0 1-1 0 0,0 0 1 0 0,-1 0-1 0 0,0-1 1 0 0,-3-15 0 0 0,3 26-1262 0 0,0 1 0 0 0,0-1 0 0 0,0 0 0 0 0,-1 1 1 0 0,1-1-1 0 0,0 0 0 0 0,0 0 0 0 0,-1 1 1 0 0,1-1-1 0 0,0 0 0 0 0,-1 1 0 0 0,1-1 0 0 0,-1 1 1 0 0,1-1-1 0 0,-1 1 0 0 0,1-1 0 0 0,-1 1 1 0 0,1-1-1 0 0,-1 1 0 0 0,0-1 0 0 0,1 1 1 0 0,-1-1-1 0 0,1 1 0 0 0,-1 0 0 0 0,0-1 0 0 0,0 1 1 0 0,0 0-1 0 0,-1 0-5 0 0,0 0 1 0 0,0 0 0 0 0,1 0-1 0 0,-1 0 1 0 0,0 0-1 0 0,0 0 1 0 0,0 1-1 0 0,1-1 1 0 0,-1 1-1 0 0,-3 1 1 0 0,-3 2 8 0 0,1 0 0 0 0,0 0 0 0 0,-12 10 0 0 0,-19 17 58 0 0,2 2-1 0 0,-44 53 1 0 0,65-69-79 0 0,2 1-1 0 0,0 1 1 0 0,0 0 0 0 0,2 1 0 0 0,1 0-1 0 0,0 1 1 0 0,-9 31 0 0 0,17-46-9 0 0,0 0 1 0 0,1 1 0 0 0,0-1 0 0 0,0 0 0 0 0,1 0-1 0 0,0 1 1 0 0,0-1 0 0 0,0 0 0 0 0,1 1 0 0 0,0-1-1 0 0,0 0 1 0 0,1 0 0 0 0,3 9 0 0 0,-3-10-2 0 0,0-1 0 0 0,0 0 0 0 0,1 0 0 0 0,0 0 0 0 0,0 0 0 0 0,0 0 0 0 0,0-1 0 0 0,0 0 0 0 0,1 1 0 0 0,-1-1 0 0 0,1 0 0 0 0,0-1 0 0 0,0 1 0 0 0,0-1 0 0 0,0 1 0 0 0,1-1 0 0 0,7 2 0 0 0,-8-3-4 0 0,1 0-1 0 0,-1 0 0 0 0,0 0 1 0 0,1-1-1 0 0,-1 0 1 0 0,0 0-1 0 0,0 0 1 0 0,1 0-1 0 0,-1-1 1 0 0,0 0-1 0 0,1 1 1 0 0,-1-2-1 0 0,0 1 0 0 0,0 0 1 0 0,0-1-1 0 0,0 0 1 0 0,0 0-1 0 0,-1 0 1 0 0,1 0-1 0 0,0-1 1 0 0,-1 1-1 0 0,6-6 1 0 0,0-1-9 0 0,0-1 1 0 0,0 1-1 0 0,-1-2 1 0 0,0 1-1 0 0,-1-1 1 0 0,6-12-1 0 0,9-21 132 0 0,25-76-1 0 0,-8 16 954 0 0,-38 103-1076 0 0,-8 22 2 0 0,-1 7 33 0 0,2 0 0 0 0,1 0 0 0 0,0 0 0 0 0,3 1 0 0 0,0 38 0 0 0,2-57-43 0 0,2 0 1 0 0,-1 0-1 0 0,1 1 1 0 0,1-2-1 0 0,-1 1 1 0 0,2 0-1 0 0,8 18 1 0 0,-8-22-49 0 0,0 1 0 0 0,0-2-1 0 0,0 1 1 0 0,1 0 0 0 0,0-1 0 0 0,0 0-1 0 0,0 0 1 0 0,1 0 0 0 0,0-1 0 0 0,0 0 0 0 0,0 0-1 0 0,10 5 1 0 0,-11-7-271 0 0,0 0-1 0 0,1 0 0 0 0,-1-1 1 0 0,0 1-1 0 0,1-1 0 0 0,-1 0 1 0 0,0-1-1 0 0,1 1 1 0 0,-1-1-1 0 0,1 0 0 0 0,10-2 1 0 0,-10 1-731 0 0,1-1 1 0 0,-1 1 0 0 0,0-2-1 0 0,0 1 1 0 0,11-6 0 0 0,0-2-2883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3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62 108 172 0 0,'-15'-10'9965'0'0,"9"6"-7361"0"0,11 13-2510 0 0,1 1 0 0 0,-2-1 1 0 0,1 1-1 0 0,-1 1 1 0 0,-1-1-1 0 0,0 0 1 0 0,0 1-1 0 0,-1-1 1 0 0,0 1-1 0 0,-1 0 1 0 0,0 0-1 0 0,-1 0 1 0 0,0-1-1 0 0,-1 1 1 0 0,-3 18-1 0 0,3-24 5 0 0,-1 1-1 0 0,0-1 1 0 0,0 1-1 0 0,-1-1 1 0 0,0 0-1 0 0,0 1 1 0 0,0-2-1 0 0,0 1 1 0 0,-1 0-1 0 0,0-1 1 0 0,0 1-1 0 0,0-1 1 0 0,-5 4-1 0 0,7-7 86 0 0,-2-1-58 0 0,4 1-113 0 0,-1-1 0 0 0,0 0 1 0 0,1 0-1 0 0,-1 0 1 0 0,0 0-1 0 0,0 0 1 0 0,1 0-1 0 0,-1 0 0 0 0,0 0 1 0 0,1 0-1 0 0,-1 0 1 0 0,0 0-1 0 0,1 0 1 0 0,-1 0-1 0 0,0-1 0 0 0,1 1 1 0 0,-1 0-1 0 0,0 0 1 0 0,1-1-1 0 0,-1 1 1 0 0,0 0-1 0 0,1-1 0 0 0,-1 1 1 0 0,1-1-1 0 0,-1 1 1 0 0,1-1-1 0 0,-1 1 1 0 0,1-1-1 0 0,-1 1 1 0 0,1-1-1 0 0,0 0 0 0 0,-1 1 1 0 0,1-1-1 0 0,0 1 1 0 0,-1-1-1 0 0,1 0 1 0 0,0 1-1 0 0,0-1 0 0 0,0 0 1 0 0,0 1-1 0 0,-1-1 1 0 0,1 0-1 0 0,0 0 1 0 0,0 1-1 0 0,0-1 0 0 0,0 0 1 0 0,1 1-1 0 0,-1-1 1 0 0,0-1-1 0 0,1-7-15 0 0,1 0 0 0 0,0 0 0 0 0,0 0-1 0 0,1 0 1 0 0,0 0 0 0 0,0 1 0 0 0,1-1 0 0 0,0 1 0 0 0,0 0-1 0 0,1 0 1 0 0,1 0 0 0 0,-1 1 0 0 0,1 0 0 0 0,0 0-1 0 0,1 0 1 0 0,-1 1 0 0 0,1 0 0 0 0,1 0 0 0 0,-1 0 0 0 0,1 1-1 0 0,0 1 1 0 0,0-1 0 0 0,0 1 0 0 0,1 0 0 0 0,10-2 0 0 0,-15 5 0 0 0,0 0 1 0 0,0 1 0 0 0,0-1 0 0 0,0 1 0 0 0,0 0-1 0 0,1 0 1 0 0,-1 0 0 0 0,0 1 0 0 0,0 0 0 0 0,0-1-1 0 0,0 1 1 0 0,0 1 0 0 0,0-1 0 0 0,0 1 0 0 0,0-1 0 0 0,-1 1-1 0 0,4 2 1 0 0,-1 0 2 0 0,-1 0 0 0 0,1 1 0 0 0,-1-1 0 0 0,-1 1 0 0 0,1 0 0 0 0,-1 0 0 0 0,0 1 0 0 0,0-1 0 0 0,0 1 0 0 0,3 7 0 0 0,-4-6 9 0 0,1 1-1 0 0,-1 0 1 0 0,-1-1 0 0 0,1 1-1 0 0,-1 1 1 0 0,-1-1 0 0 0,0 0 0 0 0,1 10-1 0 0,-2-13 6 0 0,0 0 0 0 0,0 0 0 0 0,-1 0 0 0 0,1 0 0 0 0,-1 0 0 0 0,0 0 0 0 0,-1 0-1 0 0,1-1 1 0 0,-1 1 0 0 0,0 0 0 0 0,0-1 0 0 0,-1 1 0 0 0,-3 5 0 0 0,6-9-8 0 0,-1 0 0 0 0,0 1 1 0 0,0-1-1 0 0,0 0 0 0 0,-1 1 1 0 0,1-1-1 0 0,0 0 0 0 0,0 0 0 0 0,-1 0 1 0 0,1 0-1 0 0,-1 0 0 0 0,1 0 0 0 0,-1-1 1 0 0,1 1-1 0 0,-1 0 0 0 0,1-1 1 0 0,-1 1-1 0 0,-2 0 0 0 0,3-1-4 0 0,0 0 0 0 0,0-1 0 0 0,0 1 0 0 0,0 0 0 0 0,0 0 0 0 0,0-1-1 0 0,0 1 1 0 0,0-1 0 0 0,0 1 0 0 0,0-1 0 0 0,0 1 0 0 0,0-1 0 0 0,0 0 0 0 0,0 1 0 0 0,0-1 0 0 0,1 0-1 0 0,-1 0 1 0 0,0 0 0 0 0,0 1 0 0 0,0-3 0 0 0,-2-1-3 0 0,1 0 1 0 0,0-1-1 0 0,0 1 1 0 0,0-1-1 0 0,1 0 0 0 0,-1 1 1 0 0,1-1-1 0 0,0 0 0 0 0,1 0 1 0 0,-1-5-1 0 0,1-1-10 0 0,2-1-1 0 0,-1 1 1 0 0,1 0-1 0 0,1 0 0 0 0,0 0 1 0 0,1 1-1 0 0,6-14 1 0 0,39-68-64 0 0,-43 80 54 0 0,1 1 0 0 0,1 0 0 0 0,0 1 0 0 0,1 0 0 0 0,-1 0 0 0 0,2 1 1 0 0,0 0-1 0 0,0 0 0 0 0,0 1 0 0 0,1 1 0 0 0,0 0 0 0 0,18-8 1 0 0,-27 14 14 0 0,0 0 0 0 0,1 0 1 0 0,0 0-1 0 0,-1 1 1 0 0,1-1-1 0 0,-1 1 1 0 0,1-1-1 0 0,0 1 1 0 0,-1 0-1 0 0,1 0 1 0 0,0 1-1 0 0,-1-1 1 0 0,1 0-1 0 0,-1 1 1 0 0,1 0-1 0 0,-1-1 1 0 0,1 1-1 0 0,3 2 1 0 0,-3-1 4 0 0,0 0 0 0 0,0 1 0 0 0,0-1 0 0 0,0 1 0 0 0,0-1 0 0 0,-1 1 0 0 0,1 0 0 0 0,-1 0 0 0 0,0 0 0 0 0,0 0 0 0 0,3 6 0 0 0,-1 1 18 0 0,-1-1-1 0 0,0 0 1 0 0,0 1 0 0 0,-1 0-1 0 0,0-1 1 0 0,0 1 0 0 0,-1 0-1 0 0,0 17 1 0 0,-4-3 81 0 0,-1 0 1 0 0,-7 28 0 0 0,-3 13-1989 0 0,14-43-1091 0 0,0-21 2587 0 0,0 0 0 0 0,0 0 0 0 0,0 0 0 0 0,1 0 0 0 0,-1 0 0 0 0,0 0 0 0 0,1 0 0 0 0,-1 0 0 0 0,1-1 0 0 0,-1 1 0 0 0,1 0 0 0 0,-1 0 0 0 0,1 0 0 0 0,0 0 0 0 0,8 6-3439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4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258 624 1384 0 0,'4'-12'2221'0'0,"0"-1"-1"0"0,-1 1 0 0 0,0-1 1 0 0,1-12-1 0 0,-5-5-115 0 0,1 30-2083 0 0,0 0 0 0 0,0-1 0 0 0,0 1-1 0 0,0 0 1 0 0,0-1 0 0 0,0 1 0 0 0,0 0-1 0 0,0 0 1 0 0,0-1 0 0 0,0 1 0 0 0,0 0-1 0 0,0-1 1 0 0,-1 1 0 0 0,1 0 0 0 0,0 0-1 0 0,0 0 1 0 0,0-1 0 0 0,0 1-1 0 0,-1 0 1 0 0,1 0 0 0 0,0-1 0 0 0,0 1-1 0 0,-1 0 1 0 0,1 0 0 0 0,0 0 0 0 0,0 0-1 0 0,-1 0 1 0 0,1-1 0 0 0,0 1 0 0 0,0 0-1 0 0,-1 0 1 0 0,1 0 0 0 0,0 0 0 0 0,-1 0-1 0 0,1 0 1 0 0,0 0 0 0 0,0 0 0 0 0,-1 0-1 0 0,1 0 1 0 0,0 0 0 0 0,-1 0 0 0 0,1 0-1 0 0,-1 0 1 0 0,-7 3 24 0 0,0-1 0 0 0,-1 1 0 0 0,1 0 0 0 0,0 1 0 0 0,1 0-1 0 0,-1 0 1 0 0,0 1 0 0 0,1-1 0 0 0,0 2 0 0 0,-10 9 0 0 0,-11 12 27 0 0,-26 32 0 0 0,47-50-54 0 0,-6 5 10 0 0,2 1 0 0 0,0 1-1 0 0,-14 25 1 0 0,21-35-6 0 0,1 0-1 0 0,1 1 1 0 0,-1-1-1 0 0,1 0 0 0 0,0 1 1 0 0,0 0-1 0 0,1-1 1 0 0,0 1-1 0 0,0 0 1 0 0,1 0-1 0 0,0 0 1 0 0,0-1-1 0 0,1 10 1 0 0,0-13-15 0 0,-1-1 0 0 0,0 0 1 0 0,1 0-1 0 0,-1 0 0 0 0,1 0 1 0 0,0 0-1 0 0,0 0 0 0 0,-1 0 0 0 0,1 0 1 0 0,1 0-1 0 0,-1 0 0 0 0,0 0 1 0 0,0-1-1 0 0,1 1 0 0 0,-1 0 1 0 0,1-1-1 0 0,-1 0 0 0 0,1 1 1 0 0,0-1-1 0 0,-1 0 0 0 0,1 1 1 0 0,0-1-1 0 0,0 0 0 0 0,0 0 1 0 0,0-1-1 0 0,0 1 0 0 0,0 0 1 0 0,0-1-1 0 0,0 1 0 0 0,0-1 1 0 0,1 0-1 0 0,-1 1 0 0 0,0-1 1 0 0,0 0-1 0 0,0 0 0 0 0,0-1 1 0 0,0 1-1 0 0,1 0 0 0 0,-1-1 1 0 0,0 1-1 0 0,0-1 0 0 0,0 0 1 0 0,3-1-1 0 0,3-1 0 0 0,0-1-1 0 0,0 0 1 0 0,0 0-1 0 0,-1-1 1 0 0,0 0 0 0 0,0 0-1 0 0,0-1 1 0 0,-1 0 0 0 0,11-12-1 0 0,15-28 475 0 0,-3-1 0 0 0,38-80 0 0 0,-50 92 541 0 0,-16 33-946 0 0,-2 8-68 0 0,0 0 1 0 0,0 0-1 0 0,-1 0 1 0 0,0-1-1 0 0,0 1 1 0 0,0 0-1 0 0,-5 6 0 0 0,-4 13-1 0 0,5-6 35 0 0,-28 87 42 0 0,31-93-68 0 0,1-1 0 0 0,0 0-1 0 0,1 1 1 0 0,0-1 0 0 0,1 1-1 0 0,2 20 1 0 0,-2-31-7 0 0,0-1 1 0 0,0 1-1 0 0,0-1 0 0 0,1 1 1 0 0,-1-1-1 0 0,1 1 0 0 0,-1-1 1 0 0,1 1-1 0 0,-1-1 0 0 0,1 1 1 0 0,0-1-1 0 0,0 0 1 0 0,0 0-1 0 0,0 1 0 0 0,0-1 1 0 0,0 0-1 0 0,0 0 0 0 0,0 0 1 0 0,0 0-1 0 0,0 0 0 0 0,1 0 1 0 0,1 1-1 0 0,-1-2-1 0 0,0 1 1 0 0,1-1-1 0 0,-1 1 0 0 0,0-1 0 0 0,0 0 0 0 0,0 0 1 0 0,1 0-1 0 0,-1 0 0 0 0,0 0 0 0 0,0-1 0 0 0,1 1 1 0 0,-1 0-1 0 0,4-3 0 0 0,3 0 7 0 0,1-2-1 0 0,-1 1 0 0 0,0-1 1 0 0,-1-1-1 0 0,14-10 1 0 0,3-7-26 0 0,0-1-1 0 0,-1-2 1 0 0,-1 0 0 0 0,-2-1 0 0 0,-1-2 0 0 0,-1 0 0 0 0,16-33-1 0 0,1-12-18 0 0,48-141 1 0 0,-72 172 201 0 0,-2 1 0 0 0,-1-1 1 0 0,-2-1-1 0 0,-2 1 0 0 0,-2-57 1 0 0,-3 96-152 0 0,0 3-21 0 0,0 0-1 0 0,0 0 0 0 0,0 0 1 0 0,0 0-1 0 0,-1 0 0 0 0,1 0 1 0 0,0 0-1 0 0,0 0 0 0 0,-1 0 1 0 0,1 0-1 0 0,-1 0 0 0 0,1 1 1 0 0,-1-1-1 0 0,1 0 0 0 0,-2-1 1 0 0,2 2-2 0 0,0 0 1 0 0,-1 0 0 0 0,1 0-1 0 0,0-1 1 0 0,0 1 0 0 0,-1 0-1 0 0,1 0 1 0 0,0 0 0 0 0,-1 0-1 0 0,1 0 1 0 0,-1 0 0 0 0,1 0-1 0 0,0 0 1 0 0,-1 0 0 0 0,1 0-1 0 0,0 0 1 0 0,-1 0-1 0 0,1 0 1 0 0,0 0 0 0 0,-1 0-1 0 0,1 0 1 0 0,0 0 0 0 0,-1 1-1 0 0,1-1 1 0 0,-12 10-9 0 0,6-4 2 0 0,1 0 0 0 0,0 1-1 0 0,0-1 1 0 0,0 1 0 0 0,1 0 0 0 0,-7 15-1 0 0,-15 49-9 0 0,19-51 12 0 0,-65 227 21 0 0,62-197 37 0 0,1 0 0 0 0,3 1 1 0 0,0 53-1 0 0,6-90-15 0 0,0 1 1 0 0,1-1-1 0 0,1 0 1 0 0,0 0-1 0 0,1 0 0 0 0,7 21 1 0 0,-8-31-25 0 0,-1 0 1 0 0,1 0 0 0 0,0 0-1 0 0,1 0 1 0 0,-1 0-1 0 0,1 0 1 0 0,-1-1-1 0 0,1 1 1 0 0,0-1-1 0 0,0 0 1 0 0,1 0-1 0 0,-1 0 1 0 0,1 0-1 0 0,-1 0 1 0 0,1-1-1 0 0,0 0 1 0 0,0 0 0 0 0,0 0-1 0 0,0 0 1 0 0,1 0-1 0 0,-1-1 1 0 0,0 0-1 0 0,10 2 1 0 0,-8-3-6 0 0,0 0 1 0 0,0 0-1 0 0,0-1 1 0 0,0 0-1 0 0,0 0 1 0 0,0 0-1 0 0,0-1 1 0 0,0 1-1 0 0,0-2 1 0 0,0 1-1 0 0,-1 0 0 0 0,1-1 1 0 0,-1 0-1 0 0,0-1 1 0 0,7-5-1 0 0,2-1-8 0 0,-2-1 0 0 0,0-1 0 0 0,0 0-1 0 0,12-17 1 0 0,-9 8 127 0 0,-2 0-1 0 0,0 0 1 0 0,-1-1 0 0 0,-2-1 0 0 0,0 0-1 0 0,-1 0 1 0 0,-1-1 0 0 0,-2 0-1 0 0,0 0 1 0 0,4-41 0 0 0,-11 34 14 0 0,1 30-139 0 0,0-1 0 0 0,0 1 1 0 0,-1 0-1 0 0,1 0 0 0 0,-1-1 1 0 0,1 1-1 0 0,-1 0 0 0 0,1 0 1 0 0,-1 0-1 0 0,1 0 0 0 0,-1 0 0 0 0,0 0 1 0 0,0 0-1 0 0,1 0 0 0 0,-1 0 1 0 0,0 0-1 0 0,0 0 0 0 0,0 0 1 0 0,-2-1-1 0 0,1 1-8 0 0,-15 4-43 0 0,13 0 15 0 0,1 0 0 0 0,0 0 0 0 0,0 0 0 0 0,0 1 0 0 0,1-1 1 0 0,-1 1-1 0 0,1-1 0 0 0,0 1 0 0 0,0 0 0 0 0,0 0 1 0 0,0 0-1 0 0,1 0 0 0 0,0 0 0 0 0,0 0 0 0 0,0 1 1 0 0,0-1-1 0 0,0 0 0 0 0,1 0 0 0 0,0 1 0 0 0,0 7 1 0 0,1-8-34 0 0,-1 0 0 0 0,0 0 1 0 0,1-1-1 0 0,0 1 1 0 0,0 0-1 0 0,0-1 0 0 0,0 1 1 0 0,1-1-1 0 0,-1 1 1 0 0,1-1-1 0 0,0 0 1 0 0,0 1-1 0 0,0-1 0 0 0,1 0 1 0 0,-1-1-1 0 0,1 1 1 0 0,-1 0-1 0 0,1-1 0 0 0,0 1 1 0 0,0-1-1 0 0,0 0 1 0 0,0 0-1 0 0,1 0 0 0 0,-1 0 1 0 0,4 1-1 0 0,3 0-35 0 0,0 1 0 0 0,1-2 0 0 0,-1 0 1 0 0,1 0-1 0 0,-1 0 0 0 0,1-2 0 0 0,0 1 0 0 0,-1-1 0 0 0,1-1 0 0 0,0 0 0 0 0,-1 0 0 0 0,12-4 0 0 0,-14 2 89 0 0,0 1-1 0 0,0-2 0 0 0,0 1 1 0 0,0-1-1 0 0,-1 0 0 0 0,0-1 1 0 0,1 0-1 0 0,-2 0 1 0 0,1-1-1 0 0,-1 1 0 0 0,0-1 1 0 0,0-1-1 0 0,0 1 0 0 0,-1-1 1 0 0,7-10-1 0 0,25-58 990 0 0,-37 73-904 0 0,-4 0-60 0 0,4 2-13 0 0,0 0 0 0 0,0-1 0 0 0,-1 1 0 0 0,1 0-1 0 0,0 0 1 0 0,0 0 0 0 0,0 0 0 0 0,0-1 0 0 0,-1 1 0 0 0,1 0 0 0 0,0 0 0 0 0,0 0 0 0 0,0 0 0 0 0,-1 0 0 0 0,1 0-1 0 0,0-1 1 0 0,0 1 0 0 0,0 0 0 0 0,-1 0 0 0 0,1 0 0 0 0,0 0 0 0 0,0 0 0 0 0,-1 0 0 0 0,1 0 0 0 0,0 0 0 0 0,0 0-1 0 0,0 0 1 0 0,-1 0 0 0 0,1 0 0 0 0,0 0 0 0 0,0 0 0 0 0,-1 1 0 0 0,1-1 0 0 0,0 0 0 0 0,0 0 0 0 0,-1 0 0 0 0,-5 4 8 0 0,1 0 0 0 0,-1 1 1 0 0,1 0-1 0 0,0 0 0 0 0,0 0 1 0 0,0 0-1 0 0,0 1 0 0 0,-5 9 1 0 0,-29 56 19 0 0,33-57-17 0 0,-1 0 20 0 0,1 0 1 0 0,1 0 0 0 0,1 1 0 0 0,0 0 0 0 0,0-1-1 0 0,2 2 1 0 0,0-1 0 0 0,0 0 0 0 0,2 28 0 0 0,1-39-9 0 0,-1 0 1 0 0,1 0 0 0 0,0 0 0 0 0,0 0 0 0 0,1 0-1 0 0,-1 0 1 0 0,1 0 0 0 0,0-1 0 0 0,0 1 0 0 0,0-1-1 0 0,0 1 1 0 0,1-1 0 0 0,-1 0 0 0 0,6 5 0 0 0,-3-4-122 0 0,0 0 0 0 0,0 0 0 0 0,0-1 0 0 0,1 1 0 0 0,0-1 0 0 0,-1 0 0 0 0,1-1 0 0 0,11 4 1 0 0,-7-4-368 0 0,-1 0 1 0 0,1 0-1 0 0,0-1 1 0 0,0 0-1 0 0,0 0 1 0 0,0-1-1 0 0,-1-1 1 0 0,1 1 0 0 0,0-2-1 0 0,0 1 1 0 0,-1-1-1 0 0,10-4 1 0 0,-6 1-59 0 0,-2-1 1 0 0,1-1 0 0 0,-1 0 0 0 0,0 0 0 0 0,-1-1-1 0 0,1 0 1 0 0,-2-1 0 0 0,1 0 0 0 0,-1-1-1 0 0,0 0 1 0 0,-1 0 0 0 0,10-17 0 0 0,-5 6 1272 0 0,19-44 0 0 0,-1-24 4469 0 0,-17 50-2306 0 0,-13 37-2711 0 0,1-2 219 0 0,-7 10-328 0 0,-11 35 449 0 0,2 2 0 0 0,2 0-1 0 0,-8 46 1 0 0,14-60-358 0 0,4-17-362 0 0,0 0 0 0 0,1 23 0 0 0,3-21-822 0 0,-1-14 710 0 0,-1 1 0 0 0,0-1-1 0 0,1 1 1 0 0,-1-1 0 0 0,1 0 0 0 0,-1 1-1 0 0,1-1 1 0 0,-1 0 0 0 0,1 1 0 0 0,-1-1 0 0 0,1 0-1 0 0,-1 0 1 0 0,1 1 0 0 0,-1-1 0 0 0,1 0 0 0 0,-1 0-1 0 0,1 0 1 0 0,0 0 0 0 0,-1 0 0 0 0,1 0 0 0 0,-1 0-1 0 0,1 0 1 0 0,-1 0 0 0 0,1 0 0 0 0,0 0 0 0 0,-1 0-1 0 0,1 0 1 0 0,-1 0 0 0 0,1 0 0 0 0,-1-1 0 0 0,1 1-1 0 0,-1 0 1 0 0,1 0 0 0 0,-1-1 0 0 0,1 1 0 0 0,0-1-1 0 0,7-5-5788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5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1 114 2544 0 0,'22'-34'4873'0'0,"-16"24"-3406"0"0,1 0-1 0 0,0 0 1 0 0,0 0 0 0 0,18-16-1 0 0,-24 25-1442 0 0,0 0-1 0 0,0 0 1 0 0,0 1 0 0 0,0-1 0 0 0,0 1-1 0 0,0-1 1 0 0,0 1 0 0 0,0-1 0 0 0,0 1-1 0 0,1 0 1 0 0,-1-1 0 0 0,0 1 0 0 0,0 0-1 0 0,0 0 1 0 0,0 0 0 0 0,1 0 0 0 0,-1 0-1 0 0,0 0 1 0 0,0 0 0 0 0,0 0 0 0 0,0 1-1 0 0,1-1 1 0 0,-1 0 0 0 0,0 1 0 0 0,0-1-1 0 0,0 1 1 0 0,0-1 0 0 0,0 1-1 0 0,0-1 1 0 0,0 1 0 0 0,0 0 0 0 0,0 0-1 0 0,0-1 1 0 0,0 1 0 0 0,0 0 0 0 0,-1 0-1 0 0,1 0 1 0 0,0 0 0 0 0,0 1 0 0 0,2 2 41 0 0,0 0 0 0 0,-1 0 0 0 0,1 0 0 0 0,-1 1 0 0 0,0-1 0 0 0,0 1 0 0 0,2 7 0 0 0,-2-4 110 0 0,-1 0-1 0 0,-1 0 1 0 0,1 0-1 0 0,-1-1 1 0 0,-1 1-1 0 0,1 0 1 0 0,-1 0-1 0 0,-4 13 1 0 0,-2 2 577 0 0,-15 33 1 0 0,11-28-341 0 0,-4 10 766 0 0,14-37-364 0 0,8 2-428 0 0,-7-3-381 0 0,1 0 0 0 0,-1 0 0 0 0,1 0 0 0 0,-1 0 0 0 0,0 1 0 0 0,1-1 0 0 0,-1 0 0 0 0,0 0 0 0 0,1 0 0 0 0,-1 0 1 0 0,1 0-1 0 0,-1 0 0 0 0,0 0 0 0 0,1 0 0 0 0,-1 0 0 0 0,1 0 0 0 0,-1 0 0 0 0,0 0 0 0 0,1 0 0 0 0,-1 0 0 0 0,0-1 0 0 0,1 1 0 0 0,-1 0 0 0 0,1 0 0 0 0,-1 0 0 0 0,1-1 0 0 0,12-6 45 0 0,0-1 0 0 0,0-1 1 0 0,-1 0-1 0 0,0-1 0 0 0,12-12 0 0 0,50-60-28 0 0,-60 65 4 0 0,83-112 819 0 0,-96 127-753 0 0,-16 6-64 0 0,10-1-22 0 0,0 0 0 0 0,0 0 0 0 0,0 0 0 0 0,1 1 0 0 0,-1 0 0 0 0,1 0 0 0 0,0 0 0 0 0,0 1 0 0 0,-4 6 0 0 0,-2 1 2 0 0,0 0-17 0 0,0 0 0 0 0,1 1 0 0 0,1 1 0 0 0,-9 15 0 0 0,14-22 31 0 0,0 1 0 0 0,0 0 0 0 0,0-1 0 0 0,1 1 0 0 0,0 0 0 0 0,0 0 0 0 0,1 1 0 0 0,0-1 0 0 0,0 12 1 0 0,2-18-30 0 0,-1 0 1 0 0,0 0-1 0 0,0 0 1 0 0,1 0 0 0 0,-1 0-1 0 0,1 0 1 0 0,0 0 0 0 0,0 0-1 0 0,0 0 1 0 0,0 0 0 0 0,0 0-1 0 0,0 0 1 0 0,0-1 0 0 0,0 1-1 0 0,1 0 1 0 0,-1-1-1 0 0,1 1 1 0 0,-1-1 0 0 0,1 1-1 0 0,0-1 1 0 0,-1 0 0 0 0,1 0-1 0 0,0 0 1 0 0,0 0 0 0 0,0 0-1 0 0,0 0 1 0 0,0 0 0 0 0,0-1-1 0 0,0 1 1 0 0,0-1-1 0 0,0 1 1 0 0,0-1 0 0 0,0 0-1 0 0,0 0 1 0 0,4 0 0 0 0,0 0-510 0 0,0 0 1 0 0,0-1 0 0 0,0 0 0 0 0,0 0 0 0 0,0 0 0 0 0,-1-1 0 0 0,1 0-1 0 0,0 0 1 0 0,-1 0 0 0 0,1-1 0 0 0,7-4 0 0 0,-10 4-707 0 0,1 0 0 0 0,-1-1-1 0 0,1 1 1 0 0,-1-1 0 0 0,0 0 0 0 0,4-6-1 0 0,1-3-5186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5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93 3072 0 0,'-60'-50'14868'0'0,"38"28"-12252"0"0,21 21-2409 0 0,-11-12 30 0 0,1 6-5563 0 0,-16 7-2110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5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0 1656 0 0,'-167'10'14535'0'0,"163"-9"-13258"0"0,7 0-842 0 0,17 5-255 0 0,-1-2 1 0 0,1 0-1 0 0,0-1 0 0 0,1-1 1 0 0,35 0-1 0 0,-4 0-45 0 0,421 20-1933 0 0,-2-38-8275 0 0,-382 6 5228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06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22 6169 0 0,'0'0'9842'0'0,"-4"-7"-6095"0"0,1 2-6344 0 0,-9-5-12160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2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560 242 288 0 0,'-11'6'5334'0'0,"0"5"-2611"0"0,4-3-532 0 0,5-7-1750 0 0,-5 6 1483 0 0,5-6-1866 0 0,0-1 1 0 0,0 1-1 0 0,-1-1 0 0 0,1 1 0 0 0,-1-1 0 0 0,1 0 0 0 0,0 0 1 0 0,-1 0-1 0 0,1 0 0 0 0,-1 0 0 0 0,1-1 0 0 0,0 1 0 0 0,-1-1 1 0 0,1 1-1 0 0,0-1 0 0 0,0 0 0 0 0,-1 0 0 0 0,1 0 0 0 0,0 0 1 0 0,0-1-1 0 0,0 1 0 0 0,0 0 0 0 0,0-1 0 0 0,1 1 0 0 0,-1-1 1 0 0,0 0-1 0 0,-2-2 0 0 0,2-1-23 0 0,-1 1 0 0 0,1 0 1 0 0,0 0-1 0 0,0-1 0 0 0,1 1 0 0 0,-1-1 1 0 0,1 1-1 0 0,0-1 0 0 0,0 0 0 0 0,0 0 1 0 0,1 1-1 0 0,0-1 0 0 0,0-9 0 0 0,1-2 6 0 0,2 0-1 0 0,-1 0 0 0 0,2 0 0 0 0,6-19 1 0 0,-8 30-34 0 0,0-1 1 0 0,0 0-1 0 0,0 1 1 0 0,1 0-1 0 0,0 0 1 0 0,0-1-1 0 0,1 2 1 0 0,-1-1-1 0 0,1 0 1 0 0,0 1-1 0 0,0-1 1 0 0,0 1-1 0 0,1 0 1 0 0,9-6-1 0 0,-13 10-14 0 0,0-1 0 0 0,1 0 0 0 0,-1 1 0 0 0,0-1 0 0 0,0 1 0 0 0,1-1 0 0 0,-1 1-1 0 0,0 0 1 0 0,1 0 0 0 0,-1-1 0 0 0,1 1 0 0 0,-1 0 0 0 0,0 0 0 0 0,1 0 0 0 0,-1 0-1 0 0,1 1 1 0 0,-1-1 0 0 0,0 0 0 0 0,1 1 0 0 0,-1-1 0 0 0,0 1 0 0 0,1-1 0 0 0,1 2-1 0 0,-1-1 3 0 0,-1 1 0 0 0,1 0 0 0 0,0 0 0 0 0,-1-1 0 0 0,1 1 0 0 0,-1 0 0 0 0,1 0 0 0 0,-1 0 0 0 0,0 1-1 0 0,0-1 1 0 0,0 0 0 0 0,1 4 0 0 0,1 5 1 0 0,-1 1 0 0 0,0 0 0 0 0,0 0 0 0 0,-1 14-1 0 0,0 16 109 0 0,-2 0-1 0 0,-1 1 0 0 0,-3-1 0 0 0,-1 0 1 0 0,-3-1-1 0 0,-1 0 0 0 0,-2 0 1 0 0,-1-1-1 0 0,-23 44 0 0 0,31-73 90 0 0,-1 0 0 0 0,-1 0-1 0 0,1-1 1 0 0,-2 0 0 0 0,0 0 0 0 0,0-1 0 0 0,0 0-1 0 0,-1-1 1 0 0,-1 0 0 0 0,0 0 0 0 0,-15 9 0 0 0,17-12-69 0 0,-1-1 1 0 0,0 0-1 0 0,0-1 1 0 0,-1 0 0 0 0,1 0-1 0 0,-1-1 1 0 0,1 0 0 0 0,-1 0-1 0 0,0-1 1 0 0,1-1 0 0 0,-1 1-1 0 0,0-2 1 0 0,0 1 0 0 0,-17-4-1 0 0,4-2-131 0 0,1 0-1 0 0,0 0 1 0 0,0-2 0 0 0,0-1-1 0 0,1-1 1 0 0,1-1-1 0 0,-1-1 1 0 0,-25-19 0 0 0,45 30-608 0 0,2-3-651 0 0,-1 4 1201 0 0,0-1-1 0 0,0 1 1 0 0,0-1-1 0 0,0 1 1 0 0,0 0-1 0 0,0-1 1 0 0,0 1-1 0 0,0 0 1 0 0,0-1-1 0 0,0 1 1 0 0,0 0-1 0 0,0-1 1 0 0,1 1-1 0 0,-1 0 1 0 0,0-1-1 0 0,0 1 1 0 0,0 0-1 0 0,0-1 1 0 0,1 1-1 0 0,-1 0 1 0 0,0 0-1 0 0,0-1 1 0 0,1 1-1 0 0,-1 0 1 0 0,0 0-1 0 0,1-1 1 0 0,-1 1-1 0 0,51-17-9066 0 0,-33 11 4154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3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74 660 0 0,'46'-65'12573'0'0,"-46"65"-12473"0"0,7-9 2475 0 0,-4 10-1537 0 0,-2 8-346 0 0,-3 10 216 0 0,0-1 1 0 0,-1 0-1 0 0,-11 32 1 0 0,6-20-336 0 0,-56 160 1613 0 0,44-141-1941 0 0,2 1 0 0 0,3 1 0 0 0,-17 94 0 0 0,32-142-225 0 0,-1 1-1 0 0,1-1 1 0 0,0 1-1 0 0,0-1 1 0 0,0 1 0 0 0,0-1-1 0 0,1 1 1 0 0,0-1-1 0 0,-1 1 1 0 0,1-1 0 0 0,0 0-1 0 0,1 1 1 0 0,-1-1 0 0 0,1 0-1 0 0,2 5 1 0 0,-2-6-27 0 0,0 1 1 0 0,1-1 0 0 0,-1 0-1 0 0,1 0 1 0 0,-1 0-1 0 0,1-1 1 0 0,0 1 0 0 0,0-1-1 0 0,-1 1 1 0 0,1-1-1 0 0,0 0 1 0 0,0 0 0 0 0,1 0-1 0 0,-1 0 1 0 0,0-1-1 0 0,0 1 1 0 0,5-1 0 0 0,7 1-639 0 0,0-1 0 0 0,0-1 0 0 0,0 0 0 0 0,0-2 0 0 0,0 1 0 0 0,-1-2 0 0 0,24-7 0 0 0,-27 6-1208 0 0,1 1-1 0 0,-1-2 1 0 0,0 1 0 0 0,-1-1 0 0 0,18-14 0 0 0,-13 6-4674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3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141 127 2144 0 0,'-20'-2'1675'0'0,"-93"-18"9779"0"0,113 20-11427 0 0,0 0 1 0 0,-1 0-1 0 0,1 0 1 0 0,0 0 0 0 0,0 0-1 0 0,-1 0 1 0 0,1 0-1 0 0,0-1 1 0 0,-1 1 0 0 0,1 0-1 0 0,0 0 1 0 0,0 0-1 0 0,-1 0 1 0 0,1 0-1 0 0,0 0 1 0 0,0 0 0 0 0,-1-1-1 0 0,1 1 1 0 0,0 0-1 0 0,0 0 1 0 0,0 0-1 0 0,-1 0 1 0 0,1-1 0 0 0,0 1-1 0 0,0 0 1 0 0,0 0-1 0 0,0-1 1 0 0,-1 1 0 0 0,1 0-1 0 0,0 0 1 0 0,0-1-1 0 0,0 1 1 0 0,0 0-1 0 0,0 0 1 0 0,0-1 0 0 0,0 1-1 0 0,0 0 1 0 0,0-1-1 0 0,0 1 1 0 0,0 0 0 0 0,0 0-1 0 0,0-1 1 0 0,0 1-1 0 0,0 0 1 0 0,0 0-1 0 0,0-1 1 0 0,0 1 0 0 0,0 0-1 0 0,0-1 1 0 0,1 1-1 0 0,-1 0 1 0 0,0 0-1 0 0,0 0 1 0 0,0-1 0 0 0,0 1-1 0 0,0 0 1 0 0,1 0-1 0 0,-1-1 1 0 0,0 1 0 0 0,0 0-1 0 0,1 0 1 0 0,13-10 386 0 0,9 2-338 0 0,1 0 0 0 0,1 2-1 0 0,-1 1 1 0 0,1 1 0 0 0,32-2 0 0 0,-22 3-279 0 0,71-8-1063 0 0,22-2-1981 0 0,-44 1-2612 0 0,-51 5 986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5.2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281 576 1348 0 0,'14'-38'7041'0'0,"-12"33"-6539"0"0,-1-1 0 0 0,0 1 0 0 0,-1-1 0 0 0,1 0 0 0 0,-1 0 0 0 0,0 1 0 0 0,-2-12 0 0 0,2 17-478 0 0,0-1 0 0 0,-1 0 0 0 0,1 0 0 0 0,0 1 0 0 0,-1-1-1 0 0,1 0 1 0 0,0 1 0 0 0,-1-1 0 0 0,1 0 0 0 0,-1 1 0 0 0,1-1 0 0 0,-1 1 0 0 0,1-1 0 0 0,-1 0-1 0 0,1 1 1 0 0,-1 0 0 0 0,0-1 0 0 0,1 1 0 0 0,-1-1 0 0 0,0 1 0 0 0,1 0 0 0 0,-1-1-1 0 0,0 1 1 0 0,0 0 0 0 0,1 0 0 0 0,-1-1 0 0 0,0 1 0 0 0,0 0 0 0 0,1 0 0 0 0,-1 0 0 0 0,0 0-1 0 0,0 0 1 0 0,0 0 0 0 0,1 0 0 0 0,-1 1 0 0 0,0-1 0 0 0,0 0 0 0 0,1 0 0 0 0,-1 0-1 0 0,-1 1 1 0 0,-27 11 56 0 0,28-11-67 0 0,-19 10 22 0 0,1 1-1 0 0,0 2 0 0 0,0 0 0 0 0,2 0 1 0 0,0 2-1 0 0,0 0 0 0 0,2 1 1 0 0,0 1-1 0 0,1 0 0 0 0,1 1 1 0 0,0 0-1 0 0,-18 39 0 0 0,29-50-31 0 0,-1-1 0 0 0,1 0 0 0 0,0 1-1 0 0,1 0 1 0 0,0-1 0 0 0,-1 16 0 0 0,2-22 1 0 0,0 1 1 0 0,0 0 0 0 0,0 0 0 0 0,0 0 0 0 0,1-1 0 0 0,-1 1 0 0 0,0 0 0 0 0,1 0 0 0 0,-1-1 0 0 0,1 1 0 0 0,0 0 0 0 0,0-1 0 0 0,-1 1 0 0 0,1 0 0 0 0,0-1 0 0 0,0 0 0 0 0,1 1 0 0 0,-1-1 0 0 0,0 1 0 0 0,0-1 0 0 0,1 0 0 0 0,-1 0 0 0 0,0 0 0 0 0,1 0 0 0 0,0 0-1 0 0,-1 0 1 0 0,1 0 0 0 0,-1 0 0 0 0,1-1 0 0 0,0 1 0 0 0,-1-1 0 0 0,1 1 0 0 0,0-1 0 0 0,0 0 0 0 0,0 1 0 0 0,-1-1 0 0 0,1 0 0 0 0,2 0 0 0 0,6 0 2 0 0,-1-1 0 0 0,1 0 0 0 0,-1 0 0 0 0,0-1-1 0 0,1 0 1 0 0,-1-1 0 0 0,0 0 0 0 0,0-1 0 0 0,0 1 0 0 0,-1-2 0 0 0,15-8 0 0 0,-11 4-6 0 0,-1 0 0 0 0,0 0 0 0 0,-1-1 1 0 0,0 0-1 0 0,-1-1 0 0 0,0 0 1 0 0,10-16-1 0 0,-3-2-13 0 0,-1 0 0 0 0,-1-2 0 0 0,-2 1 0 0 0,-1-1 0 0 0,-1-1 0 0 0,7-42 0 0 0,4-39-32 0 0,9-165 0 0 0,-26 220-187 0 0,-4 56 191 0 0,-1 13 12 0 0,-43 224 1491 0 0,23-140-1069 0 0,4 1 1 0 0,-4 104-1 0 0,21-188-332 0 0,0-1 0 0 0,0 1 0 0 0,1 0 0 0 0,1-1 0 0 0,0 1 1 0 0,1-1-1 0 0,0 1 0 0 0,0-1 0 0 0,7 13 0 0 0,-8-18-36 0 0,1-1 0 0 0,0 0 1 0 0,1-1-1 0 0,-1 1 0 0 0,1-1 1 0 0,0 1-1 0 0,0-1 0 0 0,0 0 1 0 0,1-1-1 0 0,-1 1 0 0 0,1-1 1 0 0,0 0-1 0 0,0 0 0 0 0,0 0 1 0 0,0-1-1 0 0,1 0 0 0 0,-1 0 1 0 0,0 0-1 0 0,1 0 0 0 0,10 0 1 0 0,-5 0-15 0 0,1-2 0 0 0,-1 0 0 0 0,1 0 0 0 0,-1-1 0 0 0,1-1 1 0 0,-1 1-1 0 0,1-2 0 0 0,-1 0 0 0 0,0 0 0 0 0,0-1 0 0 0,0 0 1 0 0,-1-1-1 0 0,0-1 0 0 0,1 1 0 0 0,-2-1 0 0 0,1-1 0 0 0,-1 0 1 0 0,11-11-1 0 0,-4 3-16 0 0,0 0 1 0 0,-2-1-1 0 0,0-1 1 0 0,-1 0-1 0 0,-1-1 1 0 0,0-1-1 0 0,-1 0 0 0 0,15-39 1 0 0,-4-11-37 0 0,-20 62 22 0 0,-1-1 0 0 0,0 1 0 0 0,0 0 0 0 0,-1 0 0 0 0,0-1 0 0 0,0 1 0 0 0,-2-11 0 0 0,2 18 17 0 0,0-1 0 0 0,-1 0 0 0 0,1 0 0 0 0,0 1 1 0 0,0-1-1 0 0,-1 0 0 0 0,1 1 0 0 0,-1-1 0 0 0,1 0 0 0 0,0 1 0 0 0,-1-1 0 0 0,1 1 1 0 0,-1-1-1 0 0,1 1 0 0 0,-1-1 0 0 0,0 1 0 0 0,1-1 0 0 0,-1 1 0 0 0,1-1 0 0 0,-1 1 1 0 0,0 0-1 0 0,1-1 0 0 0,-1 1 0 0 0,0 0 0 0 0,0 0 0 0 0,1 0 0 0 0,-1-1 1 0 0,0 1-1 0 0,0 0 0 0 0,1 0 0 0 0,-1 0 0 0 0,0 0 0 0 0,0 0 0 0 0,1 0 0 0 0,-2 1 1 0 0,-23 6-12 0 0,25-7 12 0 0,-11 5 9 0 0,2 1 0 0 0,-1 0 0 0 0,1 1-1 0 0,0 0 1 0 0,0 1 0 0 0,1 0 0 0 0,-14 17 0 0 0,14-17-2 0 0,-1 3 8 0 0,1-1-1 0 0,0 1 1 0 0,1 1-1 0 0,0-1 1 0 0,1 1-1 0 0,0 0 1 0 0,1 1-1 0 0,0 0 1 0 0,1-1 0 0 0,-4 23-1 0 0,7-29-7 0 0,0-1 1 0 0,1 1-1 0 0,-1 0 0 0 0,2-1 1 0 0,-1 1-1 0 0,1 0 0 0 0,-1-1 1 0 0,1 1-1 0 0,1 0 0 0 0,-1-1 1 0 0,5 11-1 0 0,-3-12-6 0 0,-1 0 0 0 0,1 0-1 0 0,0-1 1 0 0,0 1 0 0 0,0-1 0 0 0,0 1 0 0 0,0-1-1 0 0,1 0 1 0 0,0 0 0 0 0,-1 0 0 0 0,1-1 0 0 0,0 1-1 0 0,0-1 1 0 0,1 0 0 0 0,-1 0 0 0 0,7 1 0 0 0,4 1-339 0 0,-1 0 0 0 0,1-1 0 0 0,0-1 0 0 0,1 0 0 0 0,-1-1 0 0 0,0-1 0 0 0,0 0 0 0 0,0-1 0 0 0,24-5 0 0 0,-20 2-756 0 0,-1-1 0 0 0,1 0-1 0 0,-1-2 1 0 0,-1 0-1 0 0,1-1 1 0 0,-1-1 0 0 0,20-13-1 0 0,-9 1-2256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5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114 267 1832 0 0,'4'-62'4328'0'0,"-4"1"0"0"0,-8-80-1 0 0,7 139-3300 0 0,-14 23 777 0 0,-8 76 1350 0 0,-14 139 0 0 0,26-150-2404 0 0,10-77-679 0 0,-18 157 760 0 0,17-135-720 0 0,1 1-1 0 0,2 0 0 0 0,6 37 1 0 0,-6-62-116 0 0,0-1 0 0 0,0 0 0 0 0,1 1 1 0 0,0-1-1 0 0,1 0 0 0 0,-1 0 0 0 0,1 0 1 0 0,0-1-1 0 0,1 1 0 0 0,-1-1 0 0 0,1 1 0 0 0,0-1 1 0 0,0-1-1 0 0,1 1 0 0 0,-1 0 0 0 0,8 5 1 0 0,-7-8-295 0 0,-1 1 1 0 0,0-1 0 0 0,0 0 0 0 0,1 0 0 0 0,-1 0 0 0 0,1-1 0 0 0,0 0 0 0 0,-1 0-1 0 0,1 0 1 0 0,0 0 0 0 0,0-1 0 0 0,0 1 0 0 0,0-1 0 0 0,-1-1 0 0 0,1 1 0 0 0,0-1-1 0 0,0 1 1 0 0,0-1 0 0 0,-1-1 0 0 0,1 1 0 0 0,-1-1 0 0 0,7-2 0 0 0,-4 1-907 0 0,-1 0 1 0 0,0-1 0 0 0,12-8 0 0 0,3-10-4811 0 0,-10 6 141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5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56 16 0 0,'-99'-20'10281'0'0,"46"8"-4969"0"0,50 12-3923 0 0,4-1-1365 0 0,-1 0 0 0 0,0 1 0 0 0,1-1 0 0 0,-1 1 0 0 0,0-1 0 0 0,1 1 0 0 0,-1-1 1 0 0,1 1-1 0 0,-1-1 0 0 0,1 1 0 0 0,-1 0 0 0 0,1-1 0 0 0,0 1 0 0 0,-1 0 0 0 0,1-1 0 0 0,-1 1 1 0 0,1 0-1 0 0,0 0 0 0 0,-1-1 0 0 0,1 1 0 0 0,1 0 0 0 0,15-4 132 0 0,39-2-441 0 0,62 1 0 0 0,0 7-3061 0 0,-15-1-3591 0 0,-75-1 2510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6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27 84 0 0,'-22'35'7421'0'0,"-3"21"-2372"0"0,24-54-4938 0 0,0-1 0 0 0,1 1 0 0 0,-1-1 0 0 0,1 0 0 0 0,-1 1 0 0 0,1-1-1 0 0,-1 1 1 0 0,1 0 0 0 0,0-1 0 0 0,0 1 0 0 0,0-1 0 0 0,0 1 0 0 0,0-1 0 0 0,0 1 0 0 0,0-1 0 0 0,1 1 0 0 0,-1-1 0 0 0,0 1 0 0 0,1-1 0 0 0,-1 1 0 0 0,1-1 0 0 0,0 1 0 0 0,-1-1 0 0 0,1 0 0 0 0,0 1 0 0 0,0-1 0 0 0,0 0-1 0 0,2 2 1 0 0,1-1-33 0 0,-1 0-1 0 0,1-1 1 0 0,-1 1-1 0 0,1-1 0 0 0,0 0 1 0 0,-1 0-1 0 0,1-1 1 0 0,0 1-1 0 0,0-1 0 0 0,0 0 1 0 0,0 0-1 0 0,0 0 0 0 0,-1 0 1 0 0,6-2-1 0 0,-4 2-66 0 0,1-2 0 0 0,-1 1 1 0 0,0-1-1 0 0,0 0 0 0 0,0 0 0 0 0,0 0 0 0 0,0-1 0 0 0,0 0 0 0 0,0 0 0 0 0,-1 0 0 0 0,1 0 0 0 0,-1-1 0 0 0,0 1 1 0 0,0-1-1 0 0,-1 0 0 0 0,1-1 0 0 0,-1 1 0 0 0,0 0 0 0 0,0-1 0 0 0,0 0 0 0 0,0 0 0 0 0,-1 0 0 0 0,0 0 1 0 0,0 0-1 0 0,0 0 0 0 0,-1-1 0 0 0,1-4 0 0 0,0-25-49 0 0,-2 33 34 0 0,-1 1 0 0 0,1-1 0 0 0,0 1 1 0 0,-1-1-1 0 0,1 0 0 0 0,-1 1 0 0 0,1 0 1 0 0,-1-1-1 0 0,0 1 0 0 0,0-1 1 0 0,0 1-1 0 0,0 0 0 0 0,1-1 0 0 0,-2 1 1 0 0,1 0-1 0 0,0 0 0 0 0,0 0 0 0 0,-2-1 1 0 0,2 1 3 0 0,-1 1 0 0 0,1-1 1 0 0,-1 1-1 0 0,1-1 0 0 0,-1 1 0 0 0,1 0 1 0 0,-1 0-1 0 0,0-1 0 0 0,1 1 1 0 0,-1 0-1 0 0,1 1 0 0 0,-1-1 1 0 0,0 0-1 0 0,1 0 0 0 0,-1 1 1 0 0,1-1-1 0 0,-1 1 0 0 0,-2 1 1 0 0,-27 13 24 0 0,19-6-8 0 0,0 0 0 0 0,0 1 0 0 0,1 1 0 0 0,0-1 0 0 0,1 2 0 0 0,0 0 0 0 0,1 0 0 0 0,0 0 0 0 0,1 1 0 0 0,0 0 0 0 0,1 1 0 0 0,1 0 0 0 0,0 0 0 0 0,1 1 0 0 0,-6 27 0 0 0,10-37-56 0 0,0 0 0 0 0,1 0 0 0 0,0 1 1 0 0,0-1-1 0 0,0 0 0 0 0,1 1 0 0 0,-1-1 0 0 0,1 0 1 0 0,1 0-1 0 0,-1 1 0 0 0,1-1 0 0 0,0 0 0 0 0,0 0 0 0 0,0-1 1 0 0,1 1-1 0 0,-1 0 0 0 0,1-1 0 0 0,0 0 0 0 0,1 1 0 0 0,-1-1 1 0 0,1 0-1 0 0,0-1 0 0 0,0 1 0 0 0,0-1 0 0 0,0 0 1 0 0,6 4-1 0 0,-4-4-585 0 0,-1 0 1 0 0,1 0-1 0 0,0-1 0 0 0,0 0 1 0 0,0 0-1 0 0,0-1 0 0 0,0 1 1 0 0,0-1-1 0 0,0-1 1 0 0,0 1-1 0 0,1-1 0 0 0,-1 0 1 0 0,0 0-1 0 0,9-2 1 0 0,4-2-4008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6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38 2500 0 0,'2'-5'1292'0'0,"0"0"0"0"0,1 0-1 0 0,0 0 1 0 0,0 0 0 0 0,5-6-1 0 0,-7 10-113 0 0,2 1-571 0 0,-2 0-461 0 0,1 1 0 0 0,0-1-1 0 0,0 1 1 0 0,0 0 0 0 0,-1-1 0 0 0,1 1-1 0 0,0 0 1 0 0,-1 0 0 0 0,1 0 0 0 0,-1 0-1 0 0,1 0 1 0 0,-1 0 0 0 0,1 1 0 0 0,-1-1-1 0 0,2 3 1 0 0,1 1 192 0 0,-1 0 0 0 0,1 0 0 0 0,-1 0-1 0 0,4 10 1 0 0,0 4 302 0 0,-1-1 0 0 0,4 23 0 0 0,-7-25-367 0 0,0 0 0 0 0,-1 0 0 0 0,-1 0 0 0 0,-1 0 0 0 0,0 1 0 0 0,-4 27 0 0 0,3-38-110 0 0,0 0-1 0 0,0 0 1 0 0,-1-1-1 0 0,0 1 1 0 0,0-1-1 0 0,0 1 0 0 0,0-1 1 0 0,-1 0-1 0 0,0 0 1 0 0,0 0-1 0 0,0 0 1 0 0,-1 0-1 0 0,0-1 1 0 0,1 1-1 0 0,-2-1 1 0 0,1 0-1 0 0,0-1 1 0 0,-1 1-1 0 0,0-1 1 0 0,0 0-1 0 0,-9 5 0 0 0,11-7-83 0 0,0 0-1 0 0,1 0 0 0 0,-1 0 1 0 0,0-1-1 0 0,0 1 0 0 0,0-1 1 0 0,0 0-1 0 0,0 0 0 0 0,0 0 1 0 0,0 0-1 0 0,-1-1 0 0 0,2 1 1 0 0,-1-1-1 0 0,0 1 0 0 0,0-1 1 0 0,0 0-1 0 0,0 0 0 0 0,0-1 1 0 0,1 1-1 0 0,-1-1 0 0 0,0 1 1 0 0,-2-3-1 0 0,3 3-63 0 0,0-1 0 0 0,1 0 1 0 0,-1 1-1 0 0,1-1 0 0 0,-1 0 0 0 0,1 0 1 0 0,0 1-1 0 0,0-1 0 0 0,0 0 0 0 0,0 0 1 0 0,0-1-1 0 0,0 1 0 0 0,0 0 0 0 0,0 0 1 0 0,1 0-1 0 0,-1-1 0 0 0,1 1 0 0 0,0 0 1 0 0,0 0-1 0 0,0-1 0 0 0,0 1 0 0 0,0 0 1 0 0,0 0-1 0 0,1-1 0 0 0,-1 1 0 0 0,1 0 1 0 0,-1 0-1 0 0,1 0 0 0 0,1-3 0 0 0,3-5-196 0 0,1 0 0 0 0,0 0-1 0 0,0 1 1 0 0,1 0-1 0 0,1 0 1 0 0,-1 1 0 0 0,1 0-1 0 0,1 0 1 0 0,-1 1 0 0 0,11-7-1 0 0,16-9-2426 0 0,51-25-1 0 0,-64 36 1359 0 0,142-66-9726 0 0,-142 66 7098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7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29 2744 0 0,'27'-28'10360'0'0,"-28"32"-10018"0"0,-1 0 0 0 0,1 1 1 0 0,-1-1-1 0 0,0 0 0 0 0,0 1 0 0 0,0-1 1 0 0,-5 6-1 0 0,0 2 277 0 0,-14 32 82 0 0,2 1 1 0 0,2 1-1 0 0,2 0 1 0 0,2 1-1 0 0,-9 56 1 0 0,13-61-110 0 0,8-40-381 0 0,10-21-282 0 0,-8 16 39 0 0,12-33-312 0 0,24-46 0 0 0,-32 72 309 0 0,0 1 0 0 0,1 0-1 0 0,0 0 1 0 0,1 0 0 0 0,-1 1 0 0 0,2 0-1 0 0,-1 0 1 0 0,1 1 0 0 0,17-12 0 0 0,-23 17 26 0 0,0 1 1 0 0,1 0-1 0 0,-1-1 1 0 0,0 1-1 0 0,1 0 1 0 0,-1 0-1 0 0,1 0 1 0 0,-1 0-1 0 0,1 1 0 0 0,0-1 1 0 0,-1 1-1 0 0,1-1 1 0 0,0 1-1 0 0,-1 0 1 0 0,1 0-1 0 0,0 0 1 0 0,-1 1-1 0 0,1-1 1 0 0,0 0-1 0 0,-1 1 0 0 0,1 0 1 0 0,-1 0-1 0 0,1 0 1 0 0,-1 0-1 0 0,1 0 1 0 0,-1 0-1 0 0,0 0 1 0 0,1 1-1 0 0,-1-1 1 0 0,0 1-1 0 0,0 0 0 0 0,0 0 1 0 0,0 0-1 0 0,0 0 1 0 0,-1 0-1 0 0,1 0 1 0 0,-1 0-1 0 0,1 0 1 0 0,-1 1-1 0 0,0-1 1 0 0,0 0-1 0 0,1 4 0 0 0,3 9 7 0 0,0 1 0 0 0,-2 0 0 0 0,0 1 0 0 0,-1-1-1 0 0,0 0 1 0 0,-2 1 0 0 0,1-1 0 0 0,-2 1-1 0 0,-1-1 1 0 0,-3 20 0 0 0,-2-19 41 0 0,6-17-37 0 0,1 1 0 0 0,0-1-1 0 0,0 0 1 0 0,0 0-1 0 0,0 0 1 0 0,-1 0 0 0 0,1 0-1 0 0,0 1 1 0 0,0-1-1 0 0,0 0 1 0 0,-1 0 0 0 0,1 0-1 0 0,0 0 1 0 0,0 0-1 0 0,-1 0 1 0 0,1 0-1 0 0,0 0 1 0 0,0 0 0 0 0,-1 0-1 0 0,1 0 1 0 0,0 0-1 0 0,0 0 1 0 0,-1 0 0 0 0,1 0-1 0 0,0 0 1 0 0,0 0-1 0 0,-1 0 1 0 0,1 0 0 0 0,0 0-1 0 0,0 0 1 0 0,0 0-1 0 0,-1 0 1 0 0,1-1-1 0 0,0 1 1 0 0,0 0 0 0 0,-1-1-2 0 0,0 0 1 0 0,0 0-1 0 0,1 0 1 0 0,-1 0 0 0 0,1 0-1 0 0,-1 0 1 0 0,1-1-1 0 0,-1 1 1 0 0,1 0 0 0 0,0 0-1 0 0,-1 0 1 0 0,1-1-1 0 0,0 1 1 0 0,0 0 0 0 0,0 0-1 0 0,0 0 1 0 0,0-1-1 0 0,0 1 1 0 0,1 0 0 0 0,-1 0-1 0 0,1-2 1 0 0,3-9-20 0 0,0 0 1 0 0,1 0-1 0 0,1 1 0 0 0,0 0 1 0 0,0 0-1 0 0,1 0 1 0 0,1 1-1 0 0,0 0 1 0 0,10-10-1 0 0,4-1-27 0 0,1 0 1 0 0,40-27-1 0 0,-52 40 32 0 0,0 2 1 0 0,1-1-1 0 0,-1 2 0 0 0,1 0 1 0 0,0 0-1 0 0,20-5 0 0 0,-26 9 10 0 0,0-1-1 0 0,0 1 0 0 0,0 1 1 0 0,0-1-1 0 0,0 1 1 0 0,1 0-1 0 0,-1 0 0 0 0,0 1 1 0 0,0 0-1 0 0,0 0 1 0 0,0 0-1 0 0,0 1 1 0 0,0 0-1 0 0,0 0 0 0 0,9 5 1 0 0,-11-5 4 0 0,-1 1 1 0 0,0 0-1 0 0,1 1 1 0 0,-1-1-1 0 0,0 0 1 0 0,0 1-1 0 0,-1 0 1 0 0,1 0-1 0 0,-1 0 1 0 0,1 0 0 0 0,-2 0-1 0 0,1 0 1 0 0,0 0-1 0 0,-1 1 1 0 0,1-1-1 0 0,-1 1 1 0 0,0-1-1 0 0,-1 1 1 0 0,1 7-1 0 0,0 9-153 0 0,-1 0 0 0 0,-6 41 0 0 0,4-50-82 0 0,1 1-683 0 0,-2 28-1602 0 0,3-38 1600 0 0,0-1 1 0 0,0 1-1 0 0,1-1 0 0 0,-1 0 1 0 0,1 1-1 0 0,0-1 1 0 0,0 1-1 0 0,2 3 0 0 0,1 1-3833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7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1 168 1976 0 0,'95'-163'15396'0'0,"-95"163"-15375"0"0,0 0 0 0 0,0 0 0 0 0,0-1 0 0 0,0 1 0 0 0,0 0-1 0 0,0 0 1 0 0,0 0 0 0 0,0-1 0 0 0,1 1 0 0 0,-1 0 0 0 0,0 0-1 0 0,0 0 1 0 0,0-1 0 0 0,0 1 0 0 0,0 0 0 0 0,0 0 0 0 0,0 0 0 0 0,0 0-1 0 0,1-1 1 0 0,-1 1 0 0 0,0 0 0 0 0,0 0 0 0 0,0 0 0 0 0,0 0-1 0 0,1 0 1 0 0,-1 0 0 0 0,0 0 0 0 0,0-1 0 0 0,0 1 0 0 0,0 0 0 0 0,1 0-1 0 0,-1 0 1 0 0,0 0 0 0 0,0 0 0 0 0,0 0 0 0 0,1 0 0 0 0,-1 0 0 0 0,0 0-1 0 0,0 0 1 0 0,0 0 0 0 0,1 0 0 0 0,-1 0 0 0 0,0 0 0 0 0,0 0-1 0 0,0 0 1 0 0,1 0 0 0 0,-1 0 0 0 0,0 1 0 0 0,3 11 513 0 0,-5 20-31 0 0,-4 2-138 0 0,3-20-299 0 0,0-1 0 0 0,1 1 0 0 0,1 0 0 0 0,0 0 0 0 0,1 0-1 0 0,0 0 1 0 0,5 26 0 0 0,-5-37-108 0 0,1 0 1 0 0,0 0-1 0 0,1-1 0 0 0,-1 1 0 0 0,0-1 0 0 0,1 1 1 0 0,-1-1-1 0 0,1 0 0 0 0,0 1 0 0 0,0-1 0 0 0,0 0 1 0 0,0 0-1 0 0,0 0 0 0 0,0-1 0 0 0,0 1 0 0 0,1 0 1 0 0,2 1-1 0 0,-1-1-373 0 0,-1-1 0 0 0,1 0 0 0 0,-1 1 0 0 0,1-1 0 0 0,-1 0 0 0 0,1-1 0 0 0,4 1 0 0 0,-6-1 34 0 0,-1 0 0 0 0,1 0 0 0 0,0 0 0 0 0,0 0 0 0 0,-1-1 0 0 0,1 1 0 0 0,0-1 0 0 0,-1 1 0 0 0,1-1 0 0 0,0 0 0 0 0,-1 1 0 0 0,1-1 0 0 0,-1 0 0 0 0,1 0 0 0 0,-1 0 0 0 0,1 0 0 0 0,1-2 0 0 0,-2 2-456 0 0,9-7-5315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7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52 1148 0 0,'-15'-9'2124'0'0,"0"-1"-368"0"0,3 3-471 0 0,-2 0-29 0 0,2 4-412 0 0,2-2-32 0 0,3 0 160 0 0,-10 0-320 0 0,4 8-472 0 0,3 7-380 0 0,3 6-1164 0 0,7-6-268 0 0,0 7-3797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8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1 2452 0 0,'0'0'2482'0'0,"20"16"4472"0"0,-16-5-6676 0 0,0-1 1 0 0,-1 1-1 0 0,0 0 1 0 0,-1 0-1 0 0,0 0 1 0 0,-1 1-1 0 0,0-1 1 0 0,-1 0-1 0 0,0 0 0 0 0,0 1 1 0 0,-1-1-1 0 0,-1 0 1 0 0,0 0-1 0 0,-1 0 1 0 0,0 0-1 0 0,0 0 1 0 0,-1-1-1 0 0,-1 0 1 0 0,1 1-1 0 0,-10 13 1 0 0,13-23-255 0 0,-3 4 242 0 0,1 0 1 0 0,-1 0-1 0 0,0 0 0 0 0,-1-1 0 0 0,1 1 1 0 0,-10 6-1 0 0,12-10 1 0 0,1 0-229 0 0,0-1 0 0 0,1 1 1 0 0,-1-1-1 0 0,0 0 0 0 0,0 0 0 0 0,1 0 0 0 0,-1 1 0 0 0,0-1 0 0 0,0 0 1 0 0,0 0-1 0 0,1 0 0 0 0,-1 0 0 0 0,0 0 0 0 0,0 0 0 0 0,0-1 0 0 0,0 1 1 0 0,1 0-1 0 0,-1 0 0 0 0,0 0 0 0 0,0-1 0 0 0,1 1 0 0 0,-1 0 1 0 0,0-1-1 0 0,0 1 0 0 0,1-1 0 0 0,-1 1 0 0 0,-1-2 0 0 0,2-1-8 0 0,0 0 0 0 0,-1 0 0 0 0,1 0 0 0 0,1 0 0 0 0,-1 0 0 0 0,0 0 0 0 0,1 0 0 0 0,-1 0 0 0 0,1 0 0 0 0,0 0-1 0 0,0 0 1 0 0,0 1 0 0 0,0-1 0 0 0,1 0 0 0 0,-1 0 0 0 0,3-2 0 0 0,33-47 138 0 0,-28 41-135 0 0,6-8-18 0 0,2 1-1 0 0,0 0 1 0 0,1 1 0 0 0,38-27-1 0 0,-44 35-13 0 0,1 1 1 0 0,0 1-1 0 0,0 0 0 0 0,1 0 1 0 0,0 2-1 0 0,0-1 0 0 0,1 2 1 0 0,-1 0-1 0 0,18-2 0 0 0,-27 5 1 0 0,-1 0-1 0 0,0 0 1 0 0,1 1 0 0 0,-1 0-1 0 0,1 0 1 0 0,-1 0-1 0 0,0 1 1 0 0,1-1-1 0 0,6 3 1 0 0,-3-1-2 0 0,-4-1-7 0 0,1 0 1 0 0,-1 1 0 0 0,0 0-1 0 0,0-1 1 0 0,0 2 0 0 0,0-1-1 0 0,0 0 1 0 0,0 1 0 0 0,0-1-1 0 0,-1 1 1 0 0,0 0 0 0 0,1 0 0 0 0,-1 1-1 0 0,0-1 1 0 0,0 1 0 0 0,-1-1-1 0 0,1 1 1 0 0,-1 0 0 0 0,0 0-1 0 0,0 0 1 0 0,0 0 0 0 0,-1 0-1 0 0,1 1 1 0 0,-1-1 0 0 0,0 0-1 0 0,1 5 1 0 0,-1 6 2 0 0,0 0 0 0 0,-1 0 0 0 0,0 0 0 0 0,-1 0 0 0 0,-1 0 0 0 0,-4 19 0 0 0,5-30-291 0 0,0 0-1 0 0,0 0 1 0 0,0 0-1 0 0,1 1 1 0 0,0-1-1 0 0,0 0 1 0 0,0 0 0 0 0,0 0-1 0 0,1 1 1 0 0,1 4-1 0 0,-1-8-61 0 0,0 0-1 0 0,0 0 0 0 0,0-1 1 0 0,1 1-1 0 0,-1 0 1 0 0,0 0-1 0 0,1-1 0 0 0,-1 1 1 0 0,1-1-1 0 0,-1 1 0 0 0,1-1 1 0 0,-1 1-1 0 0,1-1 0 0 0,-1 0 1 0 0,1 0-1 0 0,-1 0 1 0 0,1 0-1 0 0,0 0 0 0 0,2 0 1 0 0,14-5-3284 0 0,-2 0-1484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19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379 137 1260 0 0,'8'-14'4427'0'0,"9"-20"2080"0"0,-17 33-5700 0 0,4-9 3140 0 0,-3 9-3785 0 0,-1 0 0 0 0,0 0 0 0 0,1 0 0 0 0,-1 0 0 0 0,0 0 1 0 0,0 0-1 0 0,0 0 0 0 0,0 0 0 0 0,0 0 0 0 0,0 0 0 0 0,0 0 1 0 0,0 1-1 0 0,0-1 0 0 0,0 0 0 0 0,0 0 0 0 0,-1 0 0 0 0,1 0 1 0 0,0 0-1 0 0,-1 0 0 0 0,1 0 0 0 0,-1 0 0 0 0,1 0 0 0 0,-1 1 1 0 0,1-1-1 0 0,-1 0 0 0 0,1 0 0 0 0,-2 0 0 0 0,0 0-147 0 0,1 0 0 0 0,-1 0-1 0 0,0 0 1 0 0,0 1 0 0 0,1-1-1 0 0,-1 1 1 0 0,0-1-1 0 0,0 1 1 0 0,0 0 0 0 0,1 0-1 0 0,-1 0 1 0 0,0 0 0 0 0,0 0-1 0 0,0 0 1 0 0,0 0 0 0 0,1 1-1 0 0,-4 0 1 0 0,-10 3-15 0 0,0 2-1 0 0,0 0 1 0 0,1 0-1 0 0,0 2 1 0 0,1-1 0 0 0,-1 2-1 0 0,1 0 1 0 0,1 0-1 0 0,0 1 1 0 0,0 1 0 0 0,-13 15-1 0 0,-8 9-54 0 0,32-34 40 0 0,-1 1 71 0 0,-1 1 0 0 0,1 0 0 0 0,0 0-1 0 0,0 0 1 0 0,-4 7 0 0 0,29-9 19 0 0,-20-1 10 0 0,16 1-36 0 0,-16 0-46 0 0,-5 0-5 0 0,42-2 25 0 0,-30 1 1 0 0,0 0 0 0 0,0-1 0 0 0,1 0 0 0 0,-1-1 0 0 0,0 0 0 0 0,10-3 0 0 0,-16 3-11 0 0,0 0 0 0 0,0 1 0 0 0,0-1 0 0 0,-1 0 0 0 0,1-1 0 0 0,-1 1 0 0 0,0-1 0 0 0,0 1 0 0 0,1-1 0 0 0,-2 0 0 0 0,1 0 0 0 0,0 0 0 0 0,-1-1 0 0 0,1 1 0 0 0,-1-1 0 0 0,0 1 0 0 0,3-8 0 0 0,-3 7-16 0 0,-1 2 7 0 0,1 0 0 0 0,-1 0 0 0 0,0-1-1 0 0,0 1 1 0 0,0 0 0 0 0,-1-1 0 0 0,1 1 0 0 0,-1-1-1 0 0,1 1 1 0 0,-1 0 0 0 0,0-1 0 0 0,0 1 0 0 0,0-5-1 0 0,0 3-14 0 0,1 0 0 0 0,-1 0 0 0 0,0 0 1 0 0,-1 1-1 0 0,1-1 0 0 0,-1 0 0 0 0,1 0 0 0 0,-1 0 0 0 0,0 1 0 0 0,0-1 0 0 0,-1 0 0 0 0,1 1 0 0 0,-1-1 0 0 0,0 1 0 0 0,0 0 0 0 0,0-1 0 0 0,0 1 0 0 0,-1 0 0 0 0,1 0 0 0 0,-1 0 0 0 0,-5-4 0 0 0,4 5 4 0 0,-1 1 0 0 0,1 0 0 0 0,0 1 0 0 0,0-1 0 0 0,0 1 0 0 0,0-1 0 0 0,-1 1 0 0 0,1 1-1 0 0,0-1 1 0 0,0 0 0 0 0,0 1 0 0 0,0 0 0 0 0,0 0 0 0 0,-7 3 0 0 0,-5 2-15 0 0,0 2 0 0 0,1-1 0 0 0,0 2 0 0 0,1 0 0 0 0,-1 1 0 0 0,2 1 0 0 0,-1 0 0 0 0,-17 19 0 0 0,12-8-33 0 0,0 0 0 0 0,2 1 1 0 0,0 1-1 0 0,-17 33 0 0 0,31-50 58 0 0,0-1 0 0 0,0 1 1 0 0,0 0-1 0 0,1 0 0 0 0,0 0 0 0 0,0 0 0 0 0,1 0 0 0 0,0 1 1 0 0,0-1-1 0 0,0 0 0 0 0,2 12 0 0 0,-1-15 4 0 0,1-1 0 0 0,0 1 1 0 0,0-1-1 0 0,0 1 0 0 0,0-1 0 0 0,0 1 0 0 0,1-1 0 0 0,0 0 0 0 0,-1 1 1 0 0,1-1-1 0 0,1 0 0 0 0,-1 0 0 0 0,0-1 0 0 0,1 1 0 0 0,-1 0 0 0 0,1-1 1 0 0,0 1-1 0 0,0-1 0 0 0,0 0 0 0 0,0 0 0 0 0,0 0 0 0 0,0-1 0 0 0,1 1 1 0 0,4 1-1 0 0,6 2 7 0 0,1 0 0 0 0,0-1 0 0 0,0-1 0 0 0,0 0 0 0 0,0-1 0 0 0,0-1 0 0 0,0 0 0 0 0,1-1 0 0 0,26-4 0 0 0,-22 0 10 0 0,0 0 1 0 0,0-2-1 0 0,-1 0 0 0 0,0-1 1 0 0,0-1-1 0 0,29-17 0 0 0,-13 3-16 0 0,-2-2-1 0 0,-1-1 0 0 0,-1-1 1 0 0,-1-2-1 0 0,-2-1 0 0 0,45-59 1 0 0,-62 75-6 0 0,-2-2 1 0 0,14-24 0 0 0,-21 35-22 0 0,0 0 1 0 0,0 1-1 0 0,-1-1 1 0 0,1 0-1 0 0,-1 0 1 0 0,0 0 0 0 0,0 0-1 0 0,0 0 1 0 0,-1 0-1 0 0,0 0 1 0 0,1 0-1 0 0,-1 0 1 0 0,-1 0-1 0 0,1 0 1 0 0,-1 0 0 0 0,1 0-1 0 0,-2-4 1 0 0,0 6 9 0 0,1 0 0 0 0,0 0 1 0 0,-1 0-1 0 0,1 1 0 0 0,-1-1 0 0 0,1 1 1 0 0,-1-1-1 0 0,0 1 0 0 0,0-1 1 0 0,1 1-1 0 0,-1 0 0 0 0,0 0 0 0 0,0 0 1 0 0,0 0-1 0 0,-1 0 0 0 0,1 1 1 0 0,0-1-1 0 0,0 1 0 0 0,0-1 1 0 0,0 1-1 0 0,-1 0 0 0 0,1 0 0 0 0,-2 0 1 0 0,-4 0-7 0 0,1 0 0 0 0,0 0 0 0 0,0 1 0 0 0,-1 0 0 0 0,1 0 0 0 0,-8 4 0 0 0,11-5 13 0 0,1 2 1 0 0,-1-1-1 0 0,1 0 1 0 0,0 1 0 0 0,0-1-1 0 0,0 1 1 0 0,0 0-1 0 0,0 0 1 0 0,0 0 0 0 0,0 1-1 0 0,0-1 1 0 0,1 0-1 0 0,-1 1 1 0 0,1 0 0 0 0,0 0-1 0 0,0 0 1 0 0,0 0-1 0 0,0 0 1 0 0,1 0-1 0 0,-1 0 1 0 0,1 0 0 0 0,-2 5-1 0 0,2-4 4 0 0,1 1 0 0 0,0 0 0 0 0,0 0 0 0 0,0-1 0 0 0,0 1 0 0 0,1 0 0 0 0,-1 0 0 0 0,1-1 0 0 0,0 1 0 0 0,1 0 0 0 0,-1-1 0 0 0,1 1 0 0 0,0-1-1 0 0,0 0 1 0 0,0 0 0 0 0,4 5 0 0 0,11 15-29 0 0,1-1 1 0 0,1-1-1 0 0,35 31 0 0 0,-30-30-20 0 0,-1 1 0 0 0,22 30 0 0 0,-44-53 62 0 0,0 0 0 0 0,0 0 1 0 0,0 0-1 0 0,-1 1 0 0 0,1-1 1 0 0,0 0-1 0 0,-1 0 0 0 0,1 1 1 0 0,-1-1-1 0 0,1 1 0 0 0,-1-1 1 0 0,1 0-1 0 0,-1 1 0 0 0,0-1 1 0 0,0 1-1 0 0,0-1 0 0 0,0 1 1 0 0,0-1-1 0 0,0 0 0 0 0,0 1 1 0 0,0-1-1 0 0,-1 1 0 0 0,1-1 1 0 0,-1 2-1 0 0,-1-1 4 0 0,1 0 0 0 0,0 0 0 0 0,-1 0 0 0 0,1-1 0 0 0,-1 1 0 0 0,0-1 0 0 0,0 1 0 0 0,0-1 0 0 0,1 0 0 0 0,-1 1 0 0 0,0-1 0 0 0,0 0 0 0 0,-4 1 0 0 0,-4 1 21 0 0,0 0 0 0 0,0 0 0 0 0,0-1 0 0 0,0-1 0 0 0,-18 1-1 0 0,-157-12-998 0 0,124 0-2525 0 0,1-4-3815 0 0,29 4-1014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0.9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83 116 1548 0 0,'-2'-114'14625'0'0,"2"112"-14120"0"0,-7 30-64 0 0,-11 63 367 0 0,-31 177 40 0 0,46-244-912 0 0,0 0 1 0 0,2-1-1 0 0,1 1 1 0 0,2 0-1 0 0,0 0 1 0 0,1 0-1 0 0,1-1 1 0 0,11 34-1 0 0,-4-37-1033 0 0,-10-19 689 0 0,0 0 1 0 0,1 0-1 0 0,-1 0 0 0 0,0 1 1 0 0,0-1-1 0 0,1-1 0 0 0,-1 1 0 0 0,1 0 1 0 0,-1 0-1 0 0,1 0 0 0 0,0-1 1 0 0,-1 1-1 0 0,1-1 0 0 0,-1 1 1 0 0,1-1-1 0 0,0 0 0 0 0,-1 0 1 0 0,1 0-1 0 0,0 0 0 0 0,0 0 0 0 0,-1 0 1 0 0,1 0-1 0 0,3-1 0 0 0,8-5-4509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1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191 184 1560 0 0,'-23'3'3652'0'0,"-44"10"-1"0"0,-17 13-315 0 0,83-26-3314 0 0,0 1-1 0 0,0-1 1 0 0,0 1-1 0 0,0-1 1 0 0,0 1-1 0 0,0-1 1 0 0,0 1-1 0 0,0 0 1 0 0,1 0-1 0 0,-1-1 1 0 0,0 1-1 0 0,1 0 1 0 0,-1 0-1 0 0,0 0 1 0 0,1 0-1 0 0,-1 0 1 0 0,1 0-1 0 0,-1-1 1 0 0,1 1 0 0 0,0 0-1 0 0,-1 1 1 0 0,1-1-1 0 0,0 0 1 0 0,0 0-1 0 0,0 0 1 0 0,0 0-1 0 0,0 0 1 0 0,0 0-1 0 0,0 0 1 0 0,0 0-1 0 0,0 0 1 0 0,0 0-1 0 0,0 0 1 0 0,1 0-1 0 0,-1 0 1 0 0,0 0-1 0 0,1 0 1 0 0,-1 0-1 0 0,1 0 1 0 0,-1 0-1 0 0,1 0 1 0 0,0 0 0 0 0,-1 0-1 0 0,1-1 1 0 0,0 1-1 0 0,-1 0 1 0 0,1 0-1 0 0,0-1 1 0 0,0 1-1 0 0,0 0 1 0 0,0-1-1 0 0,0 1 1 0 0,1 0-1 0 0,6 2 37 0 0,0-1-1 0 0,0 1 0 0 0,1-1 1 0 0,-1-1-1 0 0,1 1 1 0 0,-1-1-1 0 0,16-1 0 0 0,64-6 104 0 0,-64 3-116 0 0,18-2-11 0 0,0-1-1 0 0,-1-3 1 0 0,0-1 0 0 0,0-2-1 0 0,43-19 1 0 0,-63 22 98 0 0,-1-1 0 0 0,0-1 0 0 0,0-1 0 0 0,-1-1 0 0 0,0 0 0 0 0,-1-2 0 0 0,-1 0 0 0 0,0-1 0 0 0,-1 0 0 0 0,-1-2 0 0 0,14-20 0 0 0,-16 21 387 0 0,-25 41-353 0 0,-6 10-164 0 0,-8 29 25 0 0,3 1-1 0 0,3 1 1 0 0,-14 77-1 0 0,21-50-32 0 0,-6 33 1229 0 0,28-151 1874 0 0,-3 9-3102 0 0,1-1 0 0 0,1 2-1 0 0,1-1 1 0 0,13-17 0 0 0,-16 25-16 0 0,0 1 0 0 0,1-1 0 0 0,0 2 0 0 0,1-1 1 0 0,0 1-1 0 0,0 0 0 0 0,0 0 0 0 0,1 1 1 0 0,0 1-1 0 0,0-1 0 0 0,1 1 0 0 0,10-3 1 0 0,-17 7 9 0 0,1 1 1 0 0,-1 0 0 0 0,1 0 0 0 0,-1 1 0 0 0,0-1 0 0 0,1 1-1 0 0,-1-1 1 0 0,1 1 0 0 0,-1 0 0 0 0,0 0 0 0 0,1 1 0 0 0,-1-1 0 0 0,0 1-1 0 0,0 0 1 0 0,0-1 0 0 0,0 1 0 0 0,0 1 0 0 0,-1-1 0 0 0,1 0 0 0 0,-1 1-1 0 0,4 3 1 0 0,-2 1 10 0 0,0 0-1 0 0,-1 1 1 0 0,1-1-1 0 0,-2 1 1 0 0,1-1-1 0 0,-1 1 1 0 0,0 0 0 0 0,-1 0-1 0 0,1 15 1 0 0,-1 7 4 0 0,-5 40 1 0 0,1-8-2 0 0,3-61 1 0 0,0 1 0 0 0,0-1-1 0 0,0 0 1 0 0,0 0 0 0 0,1 0-1 0 0,-1 1 1 0 0,0-1-1 0 0,1 0 1 0 0,-1 0 0 0 0,1 0-1 0 0,-1 0 1 0 0,1 1 0 0 0,-1-1-1 0 0,1 0 1 0 0,0 0 0 0 0,-1 0-1 0 0,1 0 1 0 0,0 0 0 0 0,0-1-1 0 0,0 1 1 0 0,0 0 0 0 0,0 0-1 0 0,0-1 1 0 0,0 1 0 0 0,0 0-1 0 0,0-1 1 0 0,0 1 0 0 0,0-1-1 0 0,1 1 1 0 0,-1-1 0 0 0,0 0-1 0 0,0 1 1 0 0,0-1 0 0 0,1 0-1 0 0,-1 0 1 0 0,0 0 0 0 0,0 0-1 0 0,1 0 1 0 0,-1 0 0 0 0,0 0-1 0 0,0 0 1 0 0,2-1 0 0 0,5 0 29 0 0,0-1 1 0 0,0 0 0 0 0,0 0 0 0 0,13-6 0 0 0,-2 0-14 0 0,-1-1 1 0 0,0-1-1 0 0,0-1 0 0 0,-2-1 0 0 0,1 0 1 0 0,-1-1-1 0 0,-1 0 0 0 0,0-2 1 0 0,-1 0-1 0 0,-1 0 0 0 0,0-1 1 0 0,-2-1-1 0 0,1 0 0 0 0,15-34 1 0 0,-7 1 288 0 0,-19 48-310 0 0,-26 5-11 0 0,17 2 15 0 0,0 1 0 0 0,1 0-1 0 0,0 0 1 0 0,0 0 0 0 0,0 1 0 0 0,0 0-1 0 0,1 0 1 0 0,1 1 0 0 0,-1 0 0 0 0,1 0-1 0 0,0 0 1 0 0,1 0 0 0 0,0 1 0 0 0,-4 14-1 0 0,6-19-10 0 0,1 1 1 0 0,0 0-1 0 0,0-1 0 0 0,0 1 0 0 0,1 0 0 0 0,0 0 0 0 0,0 0 0 0 0,0-1 1 0 0,0 1-1 0 0,1 0 0 0 0,0 0 0 0 0,0 0 0 0 0,2 4 0 0 0,-2-5-34 0 0,1-1 1 0 0,0 0-1 0 0,0 0 0 0 0,0 1 1 0 0,0-1-1 0 0,1 0 0 0 0,-1-1 0 0 0,1 1 1 0 0,0 0-1 0 0,-1-1 0 0 0,1 1 0 0 0,1-1 1 0 0,-1 0-1 0 0,0 0 0 0 0,0 0 0 0 0,1-1 1 0 0,-1 1-1 0 0,6 1 0 0 0,6 1-500 0 0,1 0-1 0 0,-1-1 0 0 0,1 0 0 0 0,0-2 1 0 0,-1 0-1 0 0,17 0 0 0 0,96-13-7092 0 0,-121 12 6975 0 0,41-7-5315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2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391 521 1216 0 0,'-1'0'340'0'0,"-1"0"1"0"0,1-1-1 0 0,-1 1 0 0 0,1 0 0 0 0,-1 0 1 0 0,1-1-1 0 0,0 1 0 0 0,-1-1 1 0 0,1 1-1 0 0,-1-1 0 0 0,1 1 0 0 0,0-1 1 0 0,0 0-1 0 0,-1 0 0 0 0,1 0 0 0 0,0 0 1 0 0,0 0-1 0 0,0 0 0 0 0,0 0 1 0 0,0 0-1 0 0,0 0 0 0 0,0 0 0 0 0,1 0 1 0 0,-1-1-1 0 0,0 1 0 0 0,0 0 1 0 0,1-1-1 0 0,-1 1 0 0 0,1 0 0 0 0,0-1 1 0 0,-1 1-1 0 0,1-3 0 0 0,-2-2 163 0 0,0 1 0 0 0,0-1 0 0 0,0 1-1 0 0,0 0 1 0 0,-1 0 0 0 0,0 0 0 0 0,0 0 0 0 0,-1 0 0 0 0,1 1-1 0 0,-1-1 1 0 0,-6-5 0 0 0,7 9-480 0 0,1 0 0 0 0,-1 0 1 0 0,1 1-1 0 0,-1-1 0 0 0,0 1 0 0 0,1 0 0 0 0,-1 0 1 0 0,0 0-1 0 0,1 0 0 0 0,-1 0 0 0 0,0 1 0 0 0,1-1 1 0 0,-1 1-1 0 0,1-1 0 0 0,-1 1 0 0 0,1 0 0 0 0,-1 0 1 0 0,1 0-1 0 0,-5 3 0 0 0,-14 7-11 0 0,1 1-1 0 0,0 1 1 0 0,1 1-1 0 0,0 1 1 0 0,1 1-1 0 0,1 0 1 0 0,0 1-1 0 0,1 1 1 0 0,1 0-1 0 0,1 1 1 0 0,0 1-1 0 0,2 0 1 0 0,-12 26-1 0 0,21-40-14 0 0,1-1-1 0 0,0 1 1 0 0,0 0-1 0 0,0 0 1 0 0,1 0-1 0 0,0 1 1 0 0,0-1-1 0 0,1 0 1 0 0,0 10-1 0 0,0-13 3 0 0,0-1 0 0 0,1 0-1 0 0,-1 0 1 0 0,1 0 0 0 0,0 0-1 0 0,-1 0 1 0 0,1 0 0 0 0,0 0-1 0 0,0 0 1 0 0,0 0 0 0 0,1-1 0 0 0,-1 1-1 0 0,0 0 1 0 0,1-1 0 0 0,-1 1-1 0 0,1-1 1 0 0,-1 1 0 0 0,1-1-1 0 0,0 0 1 0 0,0 1 0 0 0,0-1-1 0 0,-1 0 1 0 0,1 0 0 0 0,0 0-1 0 0,0-1 1 0 0,1 1 0 0 0,-1 0-1 0 0,0-1 1 0 0,0 1 0 0 0,3-1-1 0 0,4 1-33 0 0,0-1 0 0 0,0 0 0 0 0,0 0 0 0 0,0-1-1 0 0,0 0 1 0 0,0-1 0 0 0,0 0 0 0 0,0 0-1 0 0,0-1 1 0 0,-1 0 0 0 0,0-1 0 0 0,1 1-1 0 0,7-7 1 0 0,6-3-171 0 0,0-1-1 0 0,-1-1 1 0 0,25-25-1 0 0,-20 15 36 0 0,-1-2 0 0 0,-1 0 0 0 0,-2-2 0 0 0,-1-1 1 0 0,-1 0-1 0 0,-1-1 0 0 0,19-48 0 0 0,-8 6 172 0 0,-3-1 1 0 0,21-103-1 0 0,-28 94 553 0 0,-20 83-554 0 0,-1 0 0 0 0,1 0 0 0 0,0 0 0 0 0,0 0 1 0 0,0 0-1 0 0,0 0 0 0 0,0 0 0 0 0,0 0 0 0 0,-1 0 0 0 0,1 0 0 0 0,0 0 0 0 0,0 0 0 0 0,0 0 0 0 0,0 0 0 0 0,0 0 0 0 0,-1 0 0 0 0,1 0 0 0 0,0 0 0 0 0,0 0 1 0 0,0 0-1 0 0,0 0 0 0 0,0 0 0 0 0,0 0 0 0 0,0 0 0 0 0,-1-1 0 0 0,1 1 0 0 0,0 0 0 0 0,0 0 0 0 0,0 0 0 0 0,0 0 0 0 0,0 0 0 0 0,0 0 0 0 0,0 0 0 0 0,0 0 0 0 0,0-1 1 0 0,0 1-1 0 0,0 0 0 0 0,0 0 0 0 0,0 0 0 0 0,-1-1 0 0 0,-7 14 3 0 0,-104 299 141 0 0,102-277-124 0 0,2 0 1 0 0,1 1-1 0 0,2-1 0 0 0,2 2 1 0 0,1-1-1 0 0,2 0 1 0 0,5 42-1 0 0,-4-71 3 0 0,0 1 0 0 0,1 0 0 0 0,0 0 0 0 0,0-1 0 0 0,1 1 0 0 0,0-1 0 0 0,0 0 0 0 0,1 0 0 0 0,0 0 0 0 0,0-1 0 0 0,1 1 0 0 0,-1-1 0 0 0,12 11 0 0 0,-11-13-20 0 0,-1 0-1 0 0,1-1 1 0 0,0 1 0 0 0,1-1-1 0 0,-1 0 1 0 0,1-1 0 0 0,-1 1-1 0 0,1-1 1 0 0,0 0 0 0 0,0-1-1 0 0,0 1 1 0 0,0-1 0 0 0,0 0-1 0 0,0-1 1 0 0,0 1 0 0 0,0-1-1 0 0,0 0 1 0 0,10-2 0 0 0,-7 0-26 0 0,0 0 1 0 0,0-1-1 0 0,-1 0 0 0 0,1-1 1 0 0,-1 1-1 0 0,1-2 1 0 0,-1 1-1 0 0,-1-1 1 0 0,1 0-1 0 0,-1-1 1 0 0,0 1-1 0 0,0-2 1 0 0,0 1-1 0 0,10-14 1 0 0,-1-1-29 0 0,-1 0 0 0 0,-1-1 0 0 0,22-46 0 0 0,-23 39 871 0 0,14-54 1 0 0,-32 99-491 0 0,-3 4-267 0 0,1 0-1 0 0,1 0 1 0 0,-7 42 0 0 0,12-56-32 0 0,1 0 1 0 0,0 0 0 0 0,0 0 0 0 0,1 0-1 0 0,0 0 1 0 0,0 0 0 0 0,0-1-1 0 0,1 1 1 0 0,0 0 0 0 0,3 8-1 0 0,-3-11-40 0 0,0-1 0 0 0,-1 1 0 0 0,1-1 0 0 0,0 0 0 0 0,0 1 0 0 0,0-1 0 0 0,1 0 0 0 0,-1 0 0 0 0,0 0-1 0 0,1 0 1 0 0,-1-1 0 0 0,1 1 0 0 0,0-1 0 0 0,-1 0 0 0 0,1 1 0 0 0,0-1 0 0 0,0 0 0 0 0,0-1 0 0 0,0 1-1 0 0,0 0 1 0 0,0-1 0 0 0,5 0 0 0 0,0 1-431 0 0,0-1-1 0 0,0 0 1 0 0,0-1 0 0 0,0 0-1 0 0,-1 0 1 0 0,1-1 0 0 0,14-5-1 0 0,-16 5-799 0 0,0-1 0 0 0,0 0-1 0 0,0-1 1 0 0,0 1 0 0 0,9-9 0 0 0,4-5-4797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2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44 1844 0 0,'-7'-5'1315'0'0,"0"0"-1"0"0,-1 0 1 0 0,1 1-1 0 0,-1 0 1 0 0,0 0-1 0 0,-9-3 1 0 0,-25-2 1710 0 0,40 8-3000 0 0,1 1 1 0 0,-1 1-1 0 0,0-1 0 0 0,1 0 0 0 0,-1 0 0 0 0,0 1 0 0 0,1-1 0 0 0,-1 0 0 0 0,0 1 1 0 0,1 0-1 0 0,-1-1 0 0 0,1 1 0 0 0,-1 0 0 0 0,1 0 0 0 0,-1 0 0 0 0,1 0 0 0 0,0 0 0 0 0,-1 0 1 0 0,1 0-1 0 0,0 1 0 0 0,0-1 0 0 0,0 0 0 0 0,0 1 0 0 0,0-1 0 0 0,0 1 0 0 0,0-1 1 0 0,1 1-1 0 0,-1-1 0 0 0,0 1 0 0 0,1-1 0 0 0,-1 1 0 0 0,1 0 0 0 0,-1 2 0 0 0,0 3-452 0 0,0-1 0 0 0,0 1-1 0 0,1 0 1 0 0,0 0 0 0 0,0 0-1 0 0,2 10 1 0 0,4 13-4635 0 0,-1-15 594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3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0 3096 0 0,'11'36'7003'0'0,"-3"1"-3540"0"0,-5-12-3066 0 0,-2 0 0 0 0,0 0-1 0 0,-2 0 1 0 0,0 0 0 0 0,-6 30 0 0 0,5-43 507 0 0,-1 0 1 0 0,0 1 0 0 0,-1-1-1 0 0,0 0 1 0 0,-11 22 0 0 0,14-33-67 0 0,0-1-825 0 0,1 0 1 0 0,-1 0 0 0 0,1-1-1 0 0,-1 1 1 0 0,1 0-1 0 0,0-1 1 0 0,-1 1 0 0 0,1 0-1 0 0,-1-1 1 0 0,1 1 0 0 0,0-1-1 0 0,-1 1 1 0 0,1-1-1 0 0,0 1 1 0 0,0-1 0 0 0,-1 1-1 0 0,1-1 1 0 0,0 1 0 0 0,0-1-1 0 0,0 1 1 0 0,0-1-1 0 0,0 1 1 0 0,0-1 0 0 0,0 1-1 0 0,0-1 1 0 0,0 1 0 0 0,0-1-1 0 0,0 0 1 0 0,0 1-1 0 0,0-1 1 0 0,0 1 0 0 0,0-1-1 0 0,0 1 1 0 0,0-1-1 0 0,1 0 1 0 0,5-21 110 0 0,1 4-112 0 0,1 0 0 0 0,1 0-1 0 0,1 1 1 0 0,0 1-1 0 0,1-1 1 0 0,21-23 0 0 0,-24 32-24 0 0,0 0 0 0 0,0 0 0 0 0,0 1 0 0 0,1 0 0 0 0,0 0 0 0 0,1 1 0 0 0,-1 1 0 0 0,1-1 1 0 0,0 2-1 0 0,0-1 0 0 0,1 1 0 0 0,0 1 0 0 0,11-3 0 0 0,-16 5 6 0 0,-1 1 0 0 0,0 0 1 0 0,1 0-1 0 0,-1 0 0 0 0,1 1 0 0 0,-1 0 0 0 0,0 0 1 0 0,0 0-1 0 0,1 1 0 0 0,-1 0 0 0 0,0 0 0 0 0,0 0 1 0 0,0 0-1 0 0,-1 1 0 0 0,1 0 0 0 0,-1 0 0 0 0,1 0 1 0 0,-1 0-1 0 0,0 1 0 0 0,0 0 0 0 0,0 0 0 0 0,-1 0 1 0 0,1 0-1 0 0,-1 0 0 0 0,3 7 0 0 0,-3-6 7 0 0,0-1 0 0 0,0 1-1 0 0,-1 0 1 0 0,0 0 0 0 0,0 0-1 0 0,-1 0 1 0 0,1 0 0 0 0,-1 0 0 0 0,0 0-1 0 0,0 0 1 0 0,-1 1 0 0 0,1-1-1 0 0,-1 0 1 0 0,0 1 0 0 0,-1-1-1 0 0,1 0 1 0 0,-1 1 0 0 0,0-1 0 0 0,-1 0-1 0 0,1 0 1 0 0,-1 0 0 0 0,0 0-1 0 0,0 0 1 0 0,-1 0 0 0 0,-3 5-1 0 0,5-8 5 0 0,0-1 0 0 0,0 1-1 0 0,-1-1 1 0 0,1 1-1 0 0,0-1 1 0 0,-1 0 0 0 0,1 0-1 0 0,-1 0 1 0 0,1 0-1 0 0,-1 0 1 0 0,1 0-1 0 0,-1 0 1 0 0,0 0 0 0 0,0 0-1 0 0,-1 0 1 0 0,2-1-8 0 0,0 1-1 0 0,1-1 1 0 0,-1 0 0 0 0,0 0 0 0 0,0 1-1 0 0,0-1 1 0 0,1 0 0 0 0,-1 0 0 0 0,0 0 0 0 0,0 0-1 0 0,0 0 1 0 0,1 0 0 0 0,-1 0 0 0 0,0 0-1 0 0,0 0 1 0 0,0-1 0 0 0,1 1 0 0 0,-1 0 0 0 0,0 0-1 0 0,0-1 1 0 0,1 1 0 0 0,-1 0 0 0 0,0-1-1 0 0,1 1 1 0 0,-1-1 0 0 0,0 1 0 0 0,1-1 0 0 0,-1 1-1 0 0,1-1 1 0 0,-1 0 0 0 0,1 1 0 0 0,-1-1-1 0 0,1 0 1 0 0,-1 1 0 0 0,1-1 0 0 0,0 0 0 0 0,-1 1-1 0 0,1-1 1 0 0,0 0 0 0 0,-1 0 0 0 0,1 1-1 0 0,0-1 1 0 0,0 0 0 0 0,0 0 0 0 0,0 0 0 0 0,0 1-1 0 0,0-2 1 0 0,0 2 4 0 0,0-10-40 0 0,0 1 0 0 0,1 0 0 0 0,0 0 0 0 0,1 0 0 0 0,0 0 0 0 0,0 0 0 0 0,1 0 0 0 0,0 0 0 0 0,0 1 0 0 0,1-1 0 0 0,0 1 0 0 0,1 0 0 0 0,0 0 0 0 0,0 1 1 0 0,7-8-1 0 0,2-2-18 0 0,0 0 1 0 0,2 1 0 0 0,0 1 0 0 0,1 0-1 0 0,23-15 1 0 0,-37 28 45 0 0,0 0 1 0 0,0 0-1 0 0,0 0 0 0 0,0 1 1 0 0,0-1-1 0 0,0 1 1 0 0,1 0-1 0 0,-1 0 0 0 0,0 0 1 0 0,1 0-1 0 0,-1 1 0 0 0,1-1 1 0 0,-1 1-1 0 0,1 0 1 0 0,-1 0-1 0 0,0 0 0 0 0,1 0 1 0 0,-1 1-1 0 0,1-1 0 0 0,-1 1 1 0 0,0 0-1 0 0,1 0 1 0 0,-1 0-1 0 0,6 4 0 0 0,-5-3 14 0 0,-1 1 0 0 0,0-1 0 0 0,0 1 1 0 0,0 0-1 0 0,-1 0 0 0 0,1 0 0 0 0,-1 1 0 0 0,0-1 0 0 0,1 0 0 0 0,-2 1 0 0 0,1 0 0 0 0,0-1 0 0 0,-1 1 0 0 0,1 0 0 0 0,-1 0 0 0 0,0 0 0 0 0,0 0 0 0 0,-1 0 0 0 0,1 0 0 0 0,-1 0 0 0 0,0 6 0 0 0,-1 5 58 0 0,-1 0 0 0 0,0 0 0 0 0,-1 1 0 0 0,-8 20-1 0 0,6-18-1072 0 0,0 0 0 0 0,-3 29 0 0 0,10-25-1800 0 0,-2-22 2378 0 0,0 1 0 0 0,1 0 0 0 0,-1 0-1 0 0,1 0 1 0 0,-1-1 0 0 0,1 1 0 0 0,-1 0 0 0 0,1 0 0 0 0,-1-1 0 0 0,1 1 0 0 0,0 0-1 0 0,-1-1 1 0 0,1 1 0 0 0,0-1 0 0 0,-1 1 0 0 0,2 0 0 0 0,9 4-5603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4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34 319 700 0 0,'13'-21'6259'0'0,"8"-11"1675"0"0,-20 31-7414 0 0,5-4 489 0 0,-6 4-981 0 0,0 1 0 0 0,1-1 0 0 0,-1 1-1 0 0,0-1 1 0 0,1 1 0 0 0,-1-1 0 0 0,1 1 0 0 0,-1-1-1 0 0,1 1 1 0 0,-1-1 0 0 0,1 1 0 0 0,-1 0 0 0 0,1-1-1 0 0,-1 1 1 0 0,1 0 0 0 0,0-1 0 0 0,-1 1 0 0 0,1 0-1 0 0,-1 0 1 0 0,1 0 0 0 0,0-1 0 0 0,-1 1 0 0 0,1 0 0 0 0,0 0-1 0 0,-1 0 1 0 0,2 0 0 0 0,66 1 350 0 0,-61-1-346 0 0,0-1 0 0 0,-1 0 0 0 0,1 0 0 0 0,0 0 0 0 0,-1-1 0 0 0,1 0 0 0 0,-1-1-1 0 0,9-3 1 0 0,-12 4-26 0 0,-1 0 1 0 0,1-1-1 0 0,0 1 0 0 0,-1-1 0 0 0,1 1 0 0 0,-1-1 0 0 0,0 0 1 0 0,0 0-1 0 0,0 0 0 0 0,0 0 0 0 0,0 0 0 0 0,-1 0 0 0 0,3-6 1 0 0,-1-4-14 0 0,1 0 1 0 0,1-17-1 0 0,-2 12-26 0 0,-2 15 22 0 0,-1 1-1 0 0,1-1 1 0 0,-1 1-1 0 0,0-1 1 0 0,0 0-1 0 0,0 1 1 0 0,0-1-1 0 0,-1 1 1 0 0,1-1-1 0 0,-1 1 1 0 0,1-1-1 0 0,-2-2 1 0 0,1 4-27 0 0,-2 1 13 0 0,-2 0 21 0 0,1 1-1 0 0,-1 0 1 0 0,0 0 0 0 0,1 1 0 0 0,-1 0 0 0 0,1-1 0 0 0,0 1 0 0 0,0 1 0 0 0,-1-1-1 0 0,1 0 1 0 0,-6 7 0 0 0,-45 39 40 0 0,47-40-25 0 0,-12 12 37 0 0,0 0-1 0 0,-31 46 1 0 0,44-55-13 0 0,-1 1 0 0 0,2 0 0 0 0,0 0 0 0 0,0 0 1 0 0,1 1-1 0 0,1 0 0 0 0,0 0 0 0 0,-3 16 0 0 0,7-27-17 0 0,-1 0 0 0 0,1 0 0 0 0,0 0 0 0 0,0 0-1 0 0,0 0 1 0 0,0 0 0 0 0,0 0 0 0 0,1 0 0 0 0,-1 0-1 0 0,0 1 1 0 0,1-1 0 0 0,0 0 0 0 0,-1 0 0 0 0,1 0-1 0 0,0-1 1 0 0,0 1 0 0 0,0 0 0 0 0,0 0 0 0 0,1 0-1 0 0,-1-1 1 0 0,2 3 0 0 0,0-2-2 0 0,0 0 0 0 0,0 0 0 0 0,0-1 0 0 0,0 1 0 0 0,0-1 0 0 0,0 1 0 0 0,0-1 0 0 0,0 0 0 0 0,0-1 0 0 0,0 1 0 0 0,1 0 0 0 0,4-1 0 0 0,3 1-5 0 0,0-1 0 0 0,0-1 0 0 0,1 0 0 0 0,-1-1 0 0 0,0 0 0 0 0,0 0 0 0 0,11-5 0 0 0,-2-2-161 0 0,-1 0 0 0 0,0-1 0 0 0,0-2 0 0 0,-1 0 0 0 0,0 0 0 0 0,-1-2 0 0 0,-1 0 0 0 0,24-26 0 0 0,9-18-338 0 0,46-69 1 0 0,-60 79 419 0 0,-29 38 40 0 0,7-7-154 0 0,-12 17 176 0 0,-1-1 0 0 0,1 1 0 0 0,-1 0 0 0 0,1 0 1 0 0,-1-1-1 0 0,1 1 0 0 0,-1 0 0 0 0,1 0 0 0 0,-1 0 0 0 0,1 0 0 0 0,-1-1 1 0 0,1 1-1 0 0,-1 0 0 0 0,1 0 0 0 0,-1 0 0 0 0,1 0 0 0 0,-1 0 1 0 0,1 0-1 0 0,-1 0 0 0 0,1 1 0 0 0,-1-1 0 0 0,1 0 0 0 0,-1 0 1 0 0,1 0-1 0 0,-1 0 0 0 0,1 1 0 0 0,-1-1 0 0 0,1 0 0 0 0,-1 0 0 0 0,0 1 1 0 0,1-1-1 0 0,-1 0 0 0 0,1 1 0 0 0,0 0 6 0 0,-1 0 0 0 0,0 0 0 0 0,1-1 0 0 0,-1 1 0 0 0,0 0 0 0 0,1 0 1 0 0,-1 0-1 0 0,0 0 0 0 0,0 0 0 0 0,0 0 0 0 0,0-1 0 0 0,0 1 0 0 0,0 0 0 0 0,0 0 0 0 0,0 0 0 0 0,0 0 0 0 0,0 0 0 0 0,-1 1 0 0 0,1-1 1 0 0,-3 42 88 0 0,-1 0-1 0 0,-14 61 1 0 0,5-33 114 0 0,4-44 1771 0 0,9-27-1933 0 0,0 0 1 0 0,0 0-1 0 0,0 0 1 0 0,0-1 0 0 0,0 1-1 0 0,0 0 1 0 0,0 0 0 0 0,0 0-1 0 0,0 0 1 0 0,0 0 0 0 0,0 0-1 0 0,0 0 1 0 0,0 0 0 0 0,0 0-1 0 0,0 0 1 0 0,0 0-1 0 0,0 0 1 0 0,-1 0 0 0 0,1 0-1 0 0,0 0 1 0 0,0 0 0 0 0,0 0-1 0 0,0 0 1 0 0,0 0 0 0 0,0 0-1 0 0,0 0 1 0 0,0 0 0 0 0,0 0-1 0 0,0 0 1 0 0,0 0 0 0 0,0 0-1 0 0,6-15 563 0 0,3-5-648 0 0,2 1-1 0 0,1 0 0 0 0,0 0 1 0 0,1 1-1 0 0,29-30 1 0 0,-30 36 12 0 0,0 0 0 0 0,1 1 0 0 0,1 0 0 0 0,0 2 0 0 0,0-1 1 0 0,1 2-1 0 0,0 0 0 0 0,21-8 0 0 0,-32 15 21 0 0,0-1 1 0 0,0 1-1 0 0,0 0 0 0 0,0 0 0 0 0,0 1 0 0 0,0-1 1 0 0,1 1-1 0 0,-1 0 0 0 0,0 0 0 0 0,0 0 0 0 0,1 1 0 0 0,-1-1 1 0 0,0 1-1 0 0,0 0 0 0 0,5 2 0 0 0,-7-2 13 0 0,1 1-1 0 0,-1-1 1 0 0,1 1-1 0 0,-1-1 1 0 0,0 1-1 0 0,0 0 1 0 0,0 0-1 0 0,0 0 1 0 0,0 0-1 0 0,0 0 1 0 0,-1 1-1 0 0,1-1 1 0 0,-1 0-1 0 0,1 1 1 0 0,-1-1-1 0 0,0 1 1 0 0,0 0-1 0 0,0-1 1 0 0,0 1-1 0 0,-1 0 1 0 0,1 0-1 0 0,-1-1 1 0 0,1 6-1 0 0,-1 8 34 0 0,-1-1 0 0 0,0 1 0 0 0,-1-1 0 0 0,-8 30 0 0 0,6-29-87 0 0,1 1-1 0 0,0 0 1 0 0,0 17-1 0 0,3-32 11 0 0,0-1 0 0 0,0 1 0 0 0,0-1 0 0 0,0 1 1 0 0,1-1-1 0 0,-1 0 0 0 0,0 1 0 0 0,1-1 0 0 0,-1 1 0 0 0,1-1 0 0 0,0 0 0 0 0,-1 1 0 0 0,1-1 0 0 0,0 0 0 0 0,0 0 1 0 0,0 0-1 0 0,0 1 0 0 0,0-1 0 0 0,0 0 0 0 0,0 0 0 0 0,0 0 0 0 0,0-1 0 0 0,0 1 0 0 0,1 0 0 0 0,-1 0 0 0 0,0-1 1 0 0,1 1-1 0 0,-1 0 0 0 0,0-1 0 0 0,1 0 0 0 0,-1 1 0 0 0,1-1 0 0 0,-1 0 0 0 0,3 1 0 0 0,1-1-99 0 0,1 0 1 0 0,-1 0-1 0 0,1 0 0 0 0,-1 0 0 0 0,1-1 0 0 0,-1 0 0 0 0,8-2 1 0 0,4-3-108 0 0,1-1 1 0 0,-1-1 0 0 0,-1-1-1 0 0,1 0 1 0 0,-1-1-1 0 0,-1-1 1 0 0,15-12 0 0 0,5-8 13 0 0,51-58 1 0 0,-63 60 807 0 0,24-37 1 0 0,-6 6 1498 0 0,-41 60-2050 0 0,1-1 0 0 0,-1 0 0 0 0,1 1 0 0 0,-1-1 0 0 0,1 0 0 0 0,-1 0 0 0 0,0 1 0 0 0,1-1 0 0 0,-1 0 0 0 0,0 0 0 0 0,0 0 0 0 0,1 0 0 0 0,-1 1-1 0 0,0-1 1 0 0,0 0 0 0 0,0 0 0 0 0,0 0 0 0 0,0 0 0 0 0,0 1 0 0 0,0-1 0 0 0,-1-1 0 0 0,1 1-18 0 0,0 1 0 0 0,-1 0-1 0 0,1-1 1 0 0,0 1 0 0 0,-1 0-1 0 0,1 0 1 0 0,-1-1 0 0 0,1 1 0 0 0,0 0-1 0 0,-1 0 1 0 0,1-1 0 0 0,-1 1 0 0 0,1 0-1 0 0,-1 0 1 0 0,1 0 0 0 0,0 0 0 0 0,-1 0-1 0 0,1 0 1 0 0,-1 0 0 0 0,1 0-1 0 0,-1 0 1 0 0,1 0 0 0 0,-1 0 0 0 0,1 0-1 0 0,-1 0 1 0 0,1 0 0 0 0,0 0 0 0 0,-1 0-1 0 0,1 0 1 0 0,-1 0 0 0 0,1 1-1 0 0,-1-1 1 0 0,1 0 0 0 0,0 0 0 0 0,-1 1-1 0 0,1-1 1 0 0,0 0 0 0 0,-1 1 0 0 0,0-1-1 0 0,-19 23 25 0 0,18-21-28 0 0,1 0 0 0 0,0 0 0 0 0,0 0-1 0 0,0 0 1 0 0,0 1 0 0 0,1-1 0 0 0,-1 0 0 0 0,1 0 0 0 0,-1 0-1 0 0,1 1 1 0 0,0-1 0 0 0,0 0 0 0 0,0 1 0 0 0,0-1 0 0 0,0 3-1 0 0,7 32 40 0 0,-7-37-40 0 0,8 20 18 0 0,0 0 0 0 0,0 0-1 0 0,19 29 1 0 0,-14-26 8 0 0,14 34 1 0 0,-26-55-21 0 0,0 0 1 0 0,-1 0-1 0 0,1 1 1 0 0,-1-1-1 0 0,1 0 1 0 0,-1 0-1 0 0,1 0 1 0 0,-1 1-1 0 0,0-1 1 0 0,0 0-1 0 0,0 0 1 0 0,-1 0-1 0 0,1 1 1 0 0,0-1-1 0 0,-1 0 1 0 0,0 0-1 0 0,1 0 1 0 0,-1 0-1 0 0,0 0 1 0 0,0 0-1 0 0,-1 3 1 0 0,-1-3 32 0 0,1 1 1 0 0,-1 0-1 0 0,1-1 1 0 0,-1 1-1 0 0,0-1 1 0 0,0 0-1 0 0,0 0 1 0 0,0 0-1 0 0,-1 0 0 0 0,1-1 1 0 0,-6 3-1 0 0,-7 0 122 0 0,1 0 0 0 0,-1 0-1 0 0,0-2 1 0 0,-26 1-1 0 0,19-2-22 0 0,0 0 0 0 0,-27-5-1 0 0,44 4-244 0 0,0-1-1 0 0,-1 0 0 0 0,1-1 1 0 0,0 0-1 0 0,0 0 1 0 0,0 0-1 0 0,0-1 0 0 0,0 1 1 0 0,1-1-1 0 0,-1-1 0 0 0,1 1 1 0 0,-9-8-1 0 0,13 10-25 0 0,0 0 0 0 0,0 0 0 0 0,1 1 0 0 0,-1-1-1 0 0,0 0 1 0 0,0 0 0 0 0,1 0 0 0 0,-1 0 0 0 0,1 0 0 0 0,-1-1 0 0 0,1 1 0 0 0,0 0-1 0 0,-1 0 1 0 0,1 0 0 0 0,0 0 0 0 0,0 0 0 0 0,-1-1 0 0 0,1 1 0 0 0,0 0 0 0 0,0 0 0 0 0,1 0-1 0 0,-1 0 1 0 0,0-1 0 0 0,0 1 0 0 0,0 0 0 0 0,1 0 0 0 0,-1 0 0 0 0,1 0 0 0 0,-1 0-1 0 0,1 0 1 0 0,-1 0 0 0 0,1 0 0 0 0,1-2 0 0 0,1-1-884 0 0,0 0-1 0 0,1 1 1 0 0,-1-1-1 0 0,1 1 1 0 0,0 0 0 0 0,7-5-1 0 0,6-3-4103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5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80 2680 0 0,'-35'-51'11517'0'0,"23"32"-8929"0"0,11 18-2227 0 0,1 0-348 0 0,0 1 0 0 0,0 0 0 0 0,0 0 0 0 0,0-1 0 0 0,1 1 1 0 0,-1 0-1 0 0,0 0 0 0 0,0-1 0 0 0,0 1 0 0 0,0 0 1 0 0,-1 0-1 0 0,1-1 0 0 0,0 1 0 0 0,0 0 0 0 0,0 0 1 0 0,0-1-1 0 0,0 1 0 0 0,0 0 0 0 0,0 0 0 0 0,0-1 0 0 0,0 1 1 0 0,-1 0-1 0 0,1 0 0 0 0,0 0 0 0 0,0-1 0 0 0,0 1 1 0 0,0 0-1 0 0,-1 0 0 0 0,1 0 0 0 0,0-1 0 0 0,0 1 0 0 0,-1 0 1 0 0,1 0-1 0 0,0 0 0 0 0,0 0 0 0 0,-1 0 0 0 0,-8 5 360 0 0,-5 12-105 0 0,5 3-176 0 0,0 0 0 0 0,1 1 1 0 0,2 0-1 0 0,0 0 1 0 0,1 1-1 0 0,1 0 0 0 0,1-1 1 0 0,1 1-1 0 0,1 0 0 0 0,2 29 1 0 0,-1-46-94 0 0,0-1 1 0 0,1 1-1 0 0,0-1 1 0 0,0 0-1 0 0,0 0 0 0 0,0 1 1 0 0,1-1-1 0 0,0 0 1 0 0,-1 0-1 0 0,1-1 1 0 0,1 1-1 0 0,-1 0 0 0 0,1 0 1 0 0,-1-1-1 0 0,5 5 1 0 0,-5-7-184 0 0,0 0 1 0 0,-1 0 0 0 0,1 1 0 0 0,0-1-1 0 0,0 0 1 0 0,0 0 0 0 0,0-1 0 0 0,0 1-1 0 0,0 0 1 0 0,1-1 0 0 0,-1 1-1 0 0,0-1 1 0 0,0 0 0 0 0,0 0 0 0 0,1 1-1 0 0,-1-2 1 0 0,0 1 0 0 0,0 0-1 0 0,0 0 1 0 0,0-1 0 0 0,1 1 0 0 0,-1-1-1 0 0,0 1 1 0 0,0-1 0 0 0,0 0-1 0 0,0 0 1 0 0,0 0 0 0 0,0 0 0 0 0,-1 0-1 0 0,1-1 1 0 0,0 1 0 0 0,2-3 0 0 0,19-19-5675 0 0,-12 9 887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5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50 1276 0 0,'-6'-9'2329'0'0,"-11"-17"2622"0"0,16 25-4744 0 0,0 0 0 0 0,0 0 0 0 0,0 0 1 0 0,0 0-1 0 0,0 0 0 0 0,0 0 0 0 0,0 0 0 0 0,0 0 1 0 0,-1 0-1 0 0,1 1 0 0 0,0-1 0 0 0,0 0 1 0 0,-1 1-1 0 0,1-1 0 0 0,0 1 0 0 0,-1 0 1 0 0,-1-1-1 0 0,1 1-178 0 0,0 0 1 0 0,0 0 0 0 0,0 0-1 0 0,0 0 1 0 0,0 0-1 0 0,0 1 1 0 0,0-1-1 0 0,0 1 1 0 0,1 0 0 0 0,-1-1-1 0 0,0 1 1 0 0,0 0-1 0 0,0 0 1 0 0,1 0-1 0 0,-1 0 1 0 0,1 0 0 0 0,-1 0-1 0 0,1 1 1 0 0,-1-1-1 0 0,1 0 1 0 0,-1 1-1 0 0,1-1 1 0 0,0 1 0 0 0,0 0-1 0 0,0-1 1 0 0,0 1-1 0 0,0 0 1 0 0,0 0-1 0 0,1-1 1 0 0,-1 1 0 0 0,0 0-1 0 0,1 0 1 0 0,0 0-1 0 0,-1 0 1 0 0,1 0-1 0 0,0 3 1 0 0,0 2-877 0 0,0 1 0 0 0,0 0-1 0 0,1-1 1 0 0,0 1 0 0 0,1-1 0 0 0,0 1 0 0 0,0-1-1 0 0,3 9 1 0 0,0-4-2504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6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29 148 2556 0 0,'2'1'480'0'0,"-1"1"-1"0"0,1 0 1 0 0,-1 0-1 0 0,0 0 1 0 0,0 0-1 0 0,0 0 1 0 0,0 0-1 0 0,0 0 1 0 0,0 1-1 0 0,-1-1 1 0 0,1 0-1 0 0,-1 1 1 0 0,0-1 0 0 0,1 0-1 0 0,-1 0 1 0 0,0 1-1 0 0,0-1 1 0 0,-1 0-1 0 0,1 1 1 0 0,-1 1-1 0 0,-2 9 203 0 0,0-1 0 0 0,-8 21 0 0 0,-2 7 631 0 0,10-24-1163 0 0,1-7 85 0 0,0-1 0 0 0,1 1-1 0 0,-1 0 1 0 0,2 0 0 0 0,0 14-1 0 0,0-21-174 0 0,1 0 0 0 0,-1 0 0 0 0,1 1 0 0 0,-1-1 0 0 0,1 0 0 0 0,0 0 0 0 0,-1 0 0 0 0,1-1 0 0 0,0 1 0 0 0,1 0 0 0 0,-1 0 0 0 0,0 0 0 0 0,0-1 0 0 0,1 1 0 0 0,-1-1 0 0 0,1 1 0 0 0,-1-1 0 0 0,1 1 0 0 0,0-1 0 0 0,0 0 0 0 0,-1 0 0 0 0,1 0 0 0 0,0 0 0 0 0,0 0 0 0 0,0 0 0 0 0,0-1 0 0 0,0 1 0 0 0,0-1 0 0 0,3 1 0 0 0,3 1-9 0 0,1-2 1 0 0,0 1-1 0 0,-1-1 0 0 0,1 0 0 0 0,0-1 1 0 0,0 1-1 0 0,-1-2 0 0 0,1 0 1 0 0,-1 0-1 0 0,1 0 0 0 0,-1-1 0 0 0,0 0 1 0 0,0-1-1 0 0,0 1 0 0 0,0-2 0 0 0,-1 1 1 0 0,1-1-1 0 0,-1 0 0 0 0,0-1 0 0 0,-1 0 1 0 0,7-7-1 0 0,-1 1-52 0 0,-2 0 0 0 0,1-1 0 0 0,-2 0 0 0 0,0 0 0 0 0,0-1 0 0 0,-2 0 0 0 0,1-1 0 0 0,-2 0 0 0 0,0 0 0 0 0,6-24 1 0 0,-10 30-11 0 0,0 0 1 0 0,-1-1-1 0 0,0 1 1 0 0,-1-1-1 0 0,1 1 1 0 0,-2 0-1 0 0,-1-15 1 0 0,1 22 5 0 0,1-1 1 0 0,-1 1 0 0 0,0-1-1 0 0,1 1 1 0 0,-1 0 0 0 0,0-1 0 0 0,0 1-1 0 0,0 0 1 0 0,-1 0 0 0 0,1 0-1 0 0,-1 0 1 0 0,1 0 0 0 0,-1 0 0 0 0,1 0-1 0 0,-1 0 1 0 0,0 1 0 0 0,0-1-1 0 0,0 0 1 0 0,0 1 0 0 0,0 0 0 0 0,0 0-1 0 0,-1-1 1 0 0,1 1 0 0 0,0 0-1 0 0,-1 1 1 0 0,1-1 0 0 0,0 0 0 0 0,-1 1-1 0 0,1-1 1 0 0,-1 1 0 0 0,1 0 0 0 0,-4 0-1 0 0,-4 1 1 0 0,0 0 0 0 0,0 0 0 0 0,0 1 0 0 0,1 1 1 0 0,-1-1-1 0 0,1 2 0 0 0,-1-1 0 0 0,1 1 0 0 0,0 1 0 0 0,1-1 0 0 0,-12 9 0 0 0,6-3 6 0 0,0 1 0 0 0,1 0 0 0 0,1 1 0 0 0,0 0 0 0 0,-18 24 1 0 0,27-32 0 0 0,0 0 1 0 0,0 0 0 0 0,1 0 0 0 0,-1 1 0 0 0,1-1 0 0 0,0 1 0 0 0,1-1-1 0 0,-1 1 1 0 0,0 5 0 0 0,1-8 0 0 0,1 0 0 0 0,0 0 0 0 0,0 0-1 0 0,0-1 1 0 0,0 1 0 0 0,1 0 0 0 0,-1 0 0 0 0,0 0 0 0 0,1-1-1 0 0,-1 1 1 0 0,1 0 0 0 0,-1-1 0 0 0,1 1 0 0 0,0 0-1 0 0,0-1 1 0 0,0 1 0 0 0,0-1 0 0 0,0 1 0 0 0,0-1 0 0 0,0 0-1 0 0,1 1 1 0 0,-1-1 0 0 0,0 0 0 0 0,1 0 0 0 0,1 2 0 0 0,0-2 0 0 0,-1 0 0 0 0,1 0 0 0 0,0 0 0 0 0,-1 0 1 0 0,1-1-1 0 0,0 1 0 0 0,0-1 0 0 0,-1 1 1 0 0,1-1-1 0 0,0 0 0 0 0,0 0 0 0 0,0 0 1 0 0,3-1-1 0 0,33-7 14 0 0,-39 8-18 0 0,53-18-6 0 0,-2-1 1 0 0,70-37-1 0 0,3-2-104 0 0,-122 57 106 0 0,0 0 0 0 0,-1 1 0 0 0,1-1 0 0 0,0 0 0 0 0,0 1 0 0 0,0-1 0 0 0,0 1 0 0 0,0 0 0 0 0,0-1 0 0 0,0 1 1 0 0,0 0-1 0 0,0 0 0 0 0,0 0 0 0 0,0 1 0 0 0,0-1 0 0 0,0 0 0 0 0,0 1 0 0 0,0-1 0 0 0,0 1 0 0 0,0 0 0 0 0,0 0 0 0 0,0 0 0 0 0,0 0 0 0 0,-1 0 0 0 0,1 0 0 0 0,0 0 0 0 0,-1 0 0 0 0,1 1 0 0 0,-1-1 0 0 0,1 1 0 0 0,-1-1 0 0 0,0 1 0 0 0,0-1 0 0 0,1 1 0 0 0,-1 0 0 0 0,0 0 0 0 0,-1-1 0 0 0,1 1 0 0 0,0 0 0 0 0,0 0 0 0 0,-1 0 0 0 0,1 0 0 0 0,-1 3 1 0 0,3 7 15 0 0,-1 0 0 0 0,-1-1 0 0 0,0 1 1 0 0,0 0-1 0 0,-1 0 0 0 0,-1 0 1 0 0,-3 20-1 0 0,-1-8 127 0 0,-1-1 0 0 0,-15 40 0 0 0,20-62-133 0 0,1 0 0 0 0,0 0 0 0 0,-1 0 1 0 0,1 0-1 0 0,-1 0 0 0 0,1 0 0 0 0,-1 0 0 0 0,0 0 1 0 0,1 0-1 0 0,-1 0 0 0 0,0 0 0 0 0,0-1 0 0 0,1 1 1 0 0,-1 0-1 0 0,0-1 0 0 0,0 1 0 0 0,0 0 0 0 0,0-1 1 0 0,0 1-1 0 0,0-1 0 0 0,0 1 0 0 0,0-1 0 0 0,0 0 1 0 0,0 1-1 0 0,0-1 0 0 0,0 0 0 0 0,0 0 0 0 0,0 0 1 0 0,0 0-1 0 0,-1 0 0 0 0,1 0 0 0 0,0 0 0 0 0,0 0 1 0 0,0 0-1 0 0,0-1 0 0 0,0 1 0 0 0,0 0 0 0 0,0-1 1 0 0,0 1-1 0 0,0-1 0 0 0,0 1 0 0 0,0-1 0 0 0,0 1 1 0 0,0-1-1 0 0,0 0 0 0 0,1 1 0 0 0,-1-1 0 0 0,0 0 1 0 0,0 0-1 0 0,1 1 0 0 0,-1-1 0 0 0,0 0 0 0 0,1 0 1 0 0,-1 0-1 0 0,1 0 0 0 0,-1 0 0 0 0,1 0 0 0 0,-1 0 1 0 0,1 0-1 0 0,0 0 0 0 0,0 0 0 0 0,-1 0 0 0 0,1 0 1 0 0,0-1-1 0 0,0 1 0 0 0,0-1 0 0 0,1-8-8 0 0,0 0 1 0 0,1 0-1 0 0,0 0 0 0 0,0 1 0 0 0,1-1 1 0 0,0 1-1 0 0,1 0 0 0 0,5-12 0 0 0,4-2-35 0 0,28-41-1 0 0,-21 39 13 0 0,1 0 1 0 0,26-25 0 0 0,-34 38-2 0 0,0 1 0 0 0,0 0 0 0 0,1 1 0 0 0,0 1 0 0 0,28-14 0 0 0,-39 21 19 0 0,0 1-1 0 0,0 0 0 0 0,0 0 1 0 0,1 0-1 0 0,-1 0 0 0 0,0 1 1 0 0,0-1-1 0 0,0 1 0 0 0,1 0 0 0 0,-1 0 1 0 0,0 0-1 0 0,0 0 0 0 0,1 0 1 0 0,-1 1-1 0 0,0 0 0 0 0,0-1 1 0 0,0 1-1 0 0,0 0 0 0 0,4 2 1 0 0,-4-1 6 0 0,-1 0 0 0 0,1 0-1 0 0,-1 0 1 0 0,0 0 0 0 0,0 0 0 0 0,0 0 0 0 0,0 0 0 0 0,0 1 0 0 0,0-1 0 0 0,-1 1-1 0 0,1-1 1 0 0,-1 1 0 0 0,0 0 0 0 0,0 0 0 0 0,0-1 0 0 0,0 1 0 0 0,0 0 0 0 0,-1 0 0 0 0,1 0-1 0 0,-1 0 1 0 0,1 4 0 0 0,-2 7-18 0 0,0 0 0 0 0,0 0 0 0 0,-1 0 0 0 0,-7 24 0 0 0,4-18-896 0 0,-4 30 0 0 0,8-44 438 0 0,1-1 0 0 0,0 1 0 0 0,0-1 0 0 0,1 1 0 0 0,-1-1 0 0 0,1 0 0 0 0,0 1 0 0 0,1-1 0 0 0,-1 0 0 0 0,3 6 0 0 0,-1-7-75 0 0,-1-1 0 0 0,0 0 0 0 0,0 0 0 0 0,1 0 0 0 0,0-1 0 0 0,-1 1 1 0 0,1 0-1 0 0,0-1 0 0 0,0 0 0 0 0,1 0 0 0 0,-1 0 0 0 0,0 0 0 0 0,5 2 1 0 0,6 1-2694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7.3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161 641 1512 0 0,'18'-26'2656'0'0,"-2"-1"0"0"0,-1-1 0 0 0,-1-1 0 0 0,12-33 0 0 0,-17 29-608 0 0,-8 31-1852 0 0,-2 2-166 0 0,0 0 0 0 0,-1 0 0 0 0,1-1 0 0 0,0 1 0 0 0,0 0 1 0 0,0 0-1 0 0,0 0 0 0 0,-1 0 0 0 0,1 0 0 0 0,0 0 0 0 0,0 1 0 0 0,-2-1 0 0 0,-14 10 19 0 0,1 0-1 0 0,1 1 1 0 0,0 0 0 0 0,0 1 0 0 0,1 1 0 0 0,1 0-1 0 0,-19 24 1 0 0,13-13-12 0 0,2 2 0 0 0,0 0-1 0 0,2 0 1 0 0,-13 30 0 0 0,26-52-21 0 0,1 0-1 0 0,-1 0 1 0 0,1 0 0 0 0,0 0-1 0 0,0 0 1 0 0,0 0-1 0 0,1 0 1 0 0,-1 0 0 0 0,1 5-1 0 0,0-6-5 0 0,1-1 0 0 0,-1 0 0 0 0,1 0 0 0 0,-1 0 0 0 0,1 0 0 0 0,0 0 0 0 0,0 0 0 0 0,0 0 0 0 0,0 0 1 0 0,0-1-1 0 0,0 1 0 0 0,0 0 0 0 0,1-1 0 0 0,-1 1 0 0 0,1 0 0 0 0,-1-1 0 0 0,1 0 0 0 0,-1 1 0 0 0,3 0 0 0 0,-1 0-6 0 0,-1-1 0 0 0,0 0 0 0 0,1 1 0 0 0,-1-1 0 0 0,1 0 1 0 0,-1 0-1 0 0,1-1 0 0 0,0 1 0 0 0,-1 0 0 0 0,1-1 0 0 0,0 0 0 0 0,0 0 1 0 0,-1 0-1 0 0,1 0 0 0 0,0 0 0 0 0,3-1 0 0 0,-1 0-24 0 0,1 0 0 0 0,-1-1 0 0 0,0 0 0 0 0,1 0-1 0 0,-1-1 1 0 0,0 1 0 0 0,7-5 0 0 0,1-3-69 0 0,-1 0 1 0 0,1-1-1 0 0,-2 0 1 0 0,17-19-1 0 0,1-11 81 0 0,-1-1 0 0 0,-2 0-1 0 0,22-53 1 0 0,-46 92 6 0 0,0-3-9 0 0,-1 4-9 0 0,-4 6 20 0 0,1-1 1 0 0,1 0-1 0 0,-1 0 1 0 0,0 1-1 0 0,1-1 1 0 0,-1 0-1 0 0,1 1 1 0 0,-1 5-1 0 0,0-4 4 0 0,-7 23 39 0 0,-16 50-19 0 0,23-69 0 0 0,1 0-1 0 0,-1-1 1 0 0,2 1 0 0 0,-1 0-1 0 0,1 0 1 0 0,2 17-1 0 0,-2-24-8 0 0,1 1-1 0 0,-1-1 1 0 0,1 0-1 0 0,0 1 1 0 0,0-1-1 0 0,0 0 0 0 0,0 0 1 0 0,0 1-1 0 0,0-1 1 0 0,1 0-1 0 0,-1 0 1 0 0,1 0-1 0 0,-1-1 1 0 0,1 1-1 0 0,0 0 1 0 0,0-1-1 0 0,4 4 0 0 0,-2-3-1 0 0,0 0 0 0 0,0 0-1 0 0,0-1 1 0 0,1 1 0 0 0,-1-1-1 0 0,1 0 1 0 0,-1 0 0 0 0,1 0-1 0 0,4 0 1 0 0,2-1 1 0 0,0 0 1 0 0,-1 0-1 0 0,1-1 0 0 0,0-1 1 0 0,-1 0-1 0 0,1 0 0 0 0,16-7 1 0 0,-10 1-19 0 0,-1-1 1 0 0,0 0-1 0 0,-1-1 1 0 0,0-1-1 0 0,-1 0 1 0 0,0-1-1 0 0,-1 0 1 0 0,0-2-1 0 0,-1 1 1 0 0,21-31 0 0 0,-7 4-62 0 0,-2-2 0 0 0,38-86 0 0 0,-35 59 378 0 0,-2-2 0 0 0,-3 0 0 0 0,14-86-1 0 0,-36 157-309 0 0,-1 0 0 0 0,1 0 0 0 0,0 1 0 0 0,0-1 0 0 0,-1 0 0 0 0,1 0 0 0 0,0 1 0 0 0,-1-1 0 0 0,1 0 0 0 0,0 0 0 0 0,-1 0 0 0 0,1 1 0 0 0,0-1 0 0 0,-1 0 0 0 0,1 0 0 0 0,0 0 0 0 0,-1 0 0 0 0,1 0 0 0 0,0 0-1 0 0,-1 0 1 0 0,1 0 0 0 0,-1 0 0 0 0,1 0 0 0 0,0 0 0 0 0,-1 0 0 0 0,1 0 0 0 0,0 0 0 0 0,-1 0 0 0 0,1 0 0 0 0,0-1 0 0 0,-1 1 0 0 0,1 0 0 0 0,0 0 0 0 0,-1 0 0 0 0,1 0 0 0 0,0-1 0 0 0,-1 1 0 0 0,1 0 0 0 0,0 0-1 0 0,0-1 1 0 0,-1 1 0 0 0,1 0 0 0 0,0-1 0 0 0,0 1 0 0 0,0 0 0 0 0,-1 0 0 0 0,1-1 0 0 0,0 1 0 0 0,0-1 0 0 0,0 1 0 0 0,0 0 0 0 0,0-1 0 0 0,0 1 0 0 0,-1 0 0 0 0,1-1 0 0 0,0 1 0 0 0,0 0 0 0 0,0-1 0 0 0,0 1 0 0 0,1-1-1 0 0,-1 1 1 0 0,0 0 0 0 0,0-1 0 0 0,0 1 0 0 0,0 0 0 0 0,0-1 0 0 0,0 1 0 0 0,0 0 0 0 0,1-1 0 0 0,-23 19 16 0 0,1 9-9 0 0,1 2 0 0 0,2 0 0 0 0,-28 62 0 0 0,-30 103 51 0 0,35-66 14 0 0,36-104-16 0 0,0-1-1 0 0,1 1 1 0 0,0 39 0 0 0,4-58-51 0 0,0 0 0 0 0,0 0 0 0 0,1 0 0 0 0,0 0 0 0 0,0 0 0 0 0,0 0 0 0 0,1 0 0 0 0,-1 0 0 0 0,1-1 0 0 0,0 1 0 0 0,1-1 0 0 0,-1 1 0 0 0,1-1 0 0 0,0 0 0 0 0,0 0 0 0 0,0 0 0 0 0,1 0-1 0 0,-1 0 1 0 0,1-1 0 0 0,0 0 0 0 0,0 0 0 0 0,0 0 0 0 0,0 0 0 0 0,0 0 0 0 0,1-1 0 0 0,-1 0 0 0 0,1 0 0 0 0,0 0 0 0 0,0-1 0 0 0,0 1 0 0 0,6 0 0 0 0,0 0-101 0 0,0 0 1 0 0,0-1-1 0 0,0 0 1 0 0,0-1-1 0 0,1-1 1 0 0,-1 1 0 0 0,0-2-1 0 0,0 1 1 0 0,0-2-1 0 0,0 1 1 0 0,0-2-1 0 0,-1 1 1 0 0,14-7-1 0 0,-11 3 2 0 0,0-1-1 0 0,-1-1 1 0 0,1 0-1 0 0,-2 0 1 0 0,1-1-1 0 0,-1-1 1 0 0,-1 0-1 0 0,10-13 1 0 0,-5 3 264 0 0,0-2 0 0 0,-1 0 0 0 0,17-41 0 0 0,2-22 2072 0 0,-32 85-2151 0 0,-2 1-89 0 0,0 0 0 0 0,0 0 0 0 0,1 0 0 0 0,-1 0 0 0 0,0 1 0 0 0,0-1 0 0 0,1 0 1 0 0,-1 1-1 0 0,0-1 0 0 0,1 0 0 0 0,-1 1 0 0 0,0-1 0 0 0,1 1 0 0 0,-1-1 0 0 0,1 1 0 0 0,-1-1 1 0 0,1 1-1 0 0,-1-1 0 0 0,1 1 0 0 0,-1 0 0 0 0,0 0 0 0 0,-11 18 35 0 0,11-16-35 0 0,-15 25 63 0 0,-18 45 0 0 0,30-62-26 0 0,0-1 1 0 0,1 2 0 0 0,0-1-1 0 0,1 0 1 0 0,0 0-1 0 0,1 1 1 0 0,0 20 0 0 0,1-28-83 0 0,0-1 0 0 0,0 1 0 0 0,1-1 0 0 0,0 1 0 0 0,0 0 0 0 0,0-1 0 0 0,0 1 0 0 0,0-1 0 0 0,1 0 0 0 0,-1 1 0 0 0,1-1 0 0 0,0 0 0 0 0,0 0 0 0 0,0 0 0 0 0,1 0 0 0 0,-1-1 0 0 0,1 1 0 0 0,-1 0 0 0 0,1-1 0 0 0,0 0 0 0 0,0 0 0 0 0,0 0 0 0 0,0 0 0 0 0,0 0 0 0 0,1 0 0 0 0,-1-1 0 0 0,0 0 0 0 0,1 1 0 0 0,-1-1 0 0 0,1-1 0 0 0,0 1 1 0 0,-1 0-1 0 0,1-1 0 0 0,5 0 0 0 0,0 1-702 0 0,0-1 1 0 0,0-1-1 0 0,0 0 1 0 0,0 0-1 0 0,15-4 1 0 0,-14 2-882 0 0,0 0-1 0 0,0-1 1 0 0,-1 0 0 0 0,13-7 0 0 0,2-4-3966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7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112 164 24 0 0,'-51'-72'11346'0'0,"-6"-10"-3643"0"0,54 72-7444 0 0,16 12-17187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7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13 712 0 0,'13'-6'8253'0'0,"7"-1"283"0"0,-20 7-8435 0 0,1 1 0 0 0,0-1 1 0 0,-1 0-1 0 0,1 1 0 0 0,-1-1 0 0 0,1 0 1 0 0,0 1-1 0 0,-1-1 0 0 0,1 1 1 0 0,-1-1-1 0 0,1 0 0 0 0,-1 1 0 0 0,0 0 1 0 0,1-1-1 0 0,-1 1 0 0 0,1-1 1 0 0,-1 1-1 0 0,0-1 0 0 0,1 1 0 0 0,-1 0 1 0 0,0-1-1 0 0,0 1 0 0 0,0 0 1 0 0,1-1-1 0 0,-1 1 0 0 0,0 0 0 0 0,0-1 1 0 0,0 1-1 0 0,0 0 0 0 0,0 1 1 0 0,3 30 1233 0 0,-2 1 1 0 0,0 0 0 0 0,-3 0-1 0 0,-5 39 1 0 0,-33 127 49 0 0,35-175-1225 0 0,-11 40-106 0 0,-8 37-865 0 0,21-85-1911 0 0,0 33-1 0 0,6-28-1731 0 0,2-17-3464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8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85 200 76 0 0,'-13'-14'3249'0'0,"0"0"0"0"0,1-2 1 0 0,0 1-1 0 0,1-1 0 0 0,-10-21 0 0 0,20 36-3196 0 0,1 0 0 0 0,0-1 0 0 0,-1 1 0 0 0,1 0-1 0 0,0 0 1 0 0,0-1 0 0 0,0 1 0 0 0,0 0 0 0 0,0 0 0 0 0,0-1 0 0 0,0 1-1 0 0,0 0 1 0 0,0 0 0 0 0,1 0 0 0 0,-1-1 0 0 0,0 1 0 0 0,1 0 0 0 0,-1 0 0 0 0,1 0-1 0 0,-1 0 1 0 0,1 0 0 0 0,0 0 0 0 0,0 0 0 0 0,-1 0 0 0 0,1 0 0 0 0,0 0-1 0 0,0 0 1 0 0,0 0 0 0 0,0 0 0 0 0,0 1 0 0 0,0-1 0 0 0,0 0 0 0 0,0 1-1 0 0,2-2 1 0 0,4-1 14 0 0,-1-1-1 0 0,1 1 1 0 0,0 1-1 0 0,9-3 1 0 0,22-5 52 0 0,1 1 0 0 0,49-3 0 0 0,-70 11-129 0 0,0 0 0 0 0,1 1-1 0 0,-1 1 1 0 0,1 1 0 0 0,-1 0 0 0 0,0 2 0 0 0,19 5 0 0 0,-30-7 2 0 0,-1 1 0 0 0,1-1 0 0 0,-1 2 0 0 0,1-1 1 0 0,-1 1-1 0 0,0 0 0 0 0,0 0 0 0 0,0 0 0 0 0,-1 1 0 0 0,0 0 0 0 0,1 0 0 0 0,-2 1 0 0 0,1-1 1 0 0,-1 1-1 0 0,0 0 0 0 0,6 10 0 0 0,-5-4 7 0 0,-1-1-1 0 0,0 1 1 0 0,0 0-1 0 0,-2 1 1 0 0,1-1 0 0 0,-1 1-1 0 0,-1-1 1 0 0,0 22-1 0 0,-2 7 15 0 0,0-13 41 0 0,4 39 0 0 0,-3-65-39 0 0,1-1 0 0 0,-1 1 0 0 0,1-1-1 0 0,-1 1 1 0 0,1-1 0 0 0,-1 0 0 0 0,1 1 0 0 0,0-1 0 0 0,-1 0 0 0 0,1 0-1 0 0,0 1 1 0 0,0-1 0 0 0,0 0 0 0 0,0 0 0 0 0,0 0 0 0 0,1 0 0 0 0,-1 0-1 0 0,0 0 1 0 0,0 0 0 0 0,1-1 0 0 0,-1 1 0 0 0,0 0 0 0 0,1-1-1 0 0,-1 1 1 0 0,0-1 0 0 0,1 1 0 0 0,-1-1 0 0 0,1 0 0 0 0,-1 0 0 0 0,1 1-1 0 0,-1-1 1 0 0,1 0 0 0 0,2-1 0 0 0,1 1 4 0 0,1 0-1 0 0,0-1 1 0 0,0 1 0 0 0,-1-2 0 0 0,1 1-1 0 0,-1 0 1 0 0,7-4 0 0 0,1-1-4 0 0,0-1 1 0 0,-1 0 0 0 0,0-1 0 0 0,0-1 0 0 0,11-10-1 0 0,50-54 324 0 0,0 1 1673 0 0,-72 70-1764 0 0,4 6-200 0 0,-4-4-47 0 0,-1 0 0 0 0,0 0 0 0 0,0 0 0 0 0,1 0 0 0 0,-1 0 0 0 0,0 0 0 0 0,1 0 0 0 0,-1 0 0 0 0,0 0 0 0 0,0 0 0 0 0,1 1 0 0 0,-1-1 0 0 0,0 0 0 0 0,0 0 0 0 0,1 0 0 0 0,-1 0 0 0 0,0 1 0 0 0,0-1 0 0 0,0 0 0 0 0,1 0 0 0 0,-1 0 0 0 0,0 1 0 0 0,0-1 0 0 0,0 0 0 0 0,0 0 0 0 0,0 1 0 0 0,1-1 0 0 0,-1 0 0 0 0,0 1 0 0 0,0-1 0 0 0,0 0 0 0 0,0 0 0 0 0,0 1 0 0 0,0-1 0 0 0,0 0 0 0 0,0 1 0 0 0,0-1 0 0 0,0 0 0 0 0,0 1 0 0 0,-16 66 901 0 0,-2-1 0 0 0,-36 86 0 0 0,22-67-226 0 0,-33 101 684 0 0,-37 103 18 0 0,-19-9-348 0 0,104-246-1004 0 0,-1-1 0 0 0,-2-1 1 0 0,-1-1-1 0 0,-27 31 0 0 0,39-51-23 0 0,0-2 0 0 0,-1 1 0 0 0,0-1 1 0 0,0 0-1 0 0,-1-1 0 0 0,0-1 0 0 0,-1 1 0 0 0,0-2 0 0 0,0 0 0 0 0,0 0 0 0 0,-1-1 0 0 0,0 0 0 0 0,1-2 0 0 0,-25 5 0 0 0,34-7-3 0 0,0-1 0 0 0,-1 1 0 0 0,1-1 0 0 0,0 0 0 0 0,0-1 0 0 0,-1 1 0 0 0,1 0 0 0 0,0-1 0 0 0,0 0 0 0 0,0 0 0 0 0,0 0 0 0 0,0 0 0 0 0,0 0 0 0 0,0 0 0 0 0,0-1 0 0 0,0 0 0 0 0,0 1 0 0 0,1-1 0 0 0,-1 0 0 0 0,1 0 0 0 0,-1-1 0 0 0,1 1 0 0 0,0 0 0 0 0,0-1 0 0 0,0 1 0 0 0,0-1 0 0 0,0 0 0 0 0,1 0 0 0 0,-1 0 0 0 0,1 1 0 0 0,0-1 0 0 0,0-1 0 0 0,0 1 0 0 0,0 0 0 0 0,0 0 0 0 0,1 0 0 0 0,-1 0 0 0 0,1-1 0 0 0,0 1 0 0 0,0 0 0 0 0,0 0 0 0 0,1-5 0 0 0,1-6-210 0 0,1 1-1 0 0,0 0 1 0 0,1 0-1 0 0,1 0 1 0 0,0 0 0 0 0,0 0-1 0 0,1 1 1 0 0,1 0-1 0 0,0 1 1 0 0,1-1 0 0 0,11-12-1 0 0,4-3-648 0 0,2 1 0 0 0,1 1-1 0 0,32-25 1 0 0,3 4-2912 0 0,97-54 0 0 0,-5 17-5660 0 0,-95 54 2003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29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229 371 1576 0 0,'-12'-21'8269'0'0,"11"21"-8206"0"0,1-1 0 0 0,0 1 0 0 0,0-1 0 0 0,0 1 0 0 0,0-1 0 0 0,0 1 0 0 0,0-1 0 0 0,-1 1 0 0 0,1 0 0 0 0,0-1 0 0 0,0 1 0 0 0,-1-1 0 0 0,1 1 0 0 0,0 0 0 0 0,-1-1 0 0 0,1 1 0 0 0,0 0 0 0 0,-1-1 0 0 0,1 1 0 0 0,0 0 0 0 0,-1 0 0 0 0,1-1 0 0 0,-1 1 0 0 0,1 0 0 0 0,-1 0 0 0 0,1 0 0 0 0,-1-1 0 0 0,1 1 0 0 0,0 0 0 0 0,-1 0 0 0 0,1 0 0 0 0,-1 0 0 0 0,1 0 0 0 0,-1 0 0 0 0,1 0 0 0 0,-1 0 0 0 0,1 0 0 0 0,-1 0 0 0 0,1 0 0 0 0,-1 1 0 0 0,1-1 0 0 0,-1 0 0 0 0,1 0 0 0 0,0 0 0 0 0,-1 1 0 0 0,-17 20 626 0 0,14-14-406 0 0,-17 23 390 0 0,3-3-166 0 0,-26 46 1 0 0,40-65-460 0 0,1-1 1 0 0,-1 1-1 0 0,2 0 1 0 0,-1 0-1 0 0,1 0 1 0 0,0 1-1 0 0,1-1 1 0 0,0 0-1 0 0,0 1 1 0 0,0-1-1 0 0,2 12 1 0 0,-1-17-31 0 0,1 0 1 0 0,-1 0-1 0 0,1 0 1 0 0,0-1-1 0 0,0 1 1 0 0,0 0-1 0 0,0-1 0 0 0,0 1 1 0 0,1 0-1 0 0,-1-1 1 0 0,1 0-1 0 0,-1 1 1 0 0,1-1-1 0 0,0 0 1 0 0,0 0-1 0 0,0 0 1 0 0,0 0-1 0 0,0 0 1 0 0,1 0-1 0 0,-1-1 1 0 0,0 1-1 0 0,1-1 0 0 0,0 1 1 0 0,-1-1-1 0 0,1 0 1 0 0,0 0-1 0 0,-1 0 1 0 0,1-1-1 0 0,0 1 1 0 0,0-1-1 0 0,0 1 1 0 0,0-1-1 0 0,-1 0 1 0 0,1 0-1 0 0,4-1 0 0 0,0 1-4 0 0,0-1 0 0 0,0 0-1 0 0,-1 0 1 0 0,1-1 0 0 0,0 0-1 0 0,-1 0 1 0 0,1-1 0 0 0,-1 1 0 0 0,0-2-1 0 0,0 1 1 0 0,0 0 0 0 0,0-1-1 0 0,9-9 1 0 0,-8 6-15 0 0,-1-1 0 0 0,0 0 0 0 0,-1 0 0 0 0,0 0 1 0 0,0-1-1 0 0,0 0 0 0 0,-1 0 0 0 0,-1 0 0 0 0,0 0 0 0 0,0-1 0 0 0,0 1 1 0 0,-1-1-1 0 0,-1 0 0 0 0,0 1 0 0 0,0-16 0 0 0,-1 10-15 0 0,-1 0 0 0 0,0 0 0 0 0,-1 0 0 0 0,-1 1 0 0 0,0-1 0 0 0,-1 1 0 0 0,0 0 0 0 0,-1-1 0 0 0,-11-20 1 0 0,13 30 7 0 0,0 0 1 0 0,-1 0-1 0 0,1 1 1 0 0,-1-1-1 0 0,0 1 1 0 0,0-1-1 0 0,0 1 1 0 0,-1 1-1 0 0,1-1 1 0 0,-1 0-1 0 0,0 1 1 0 0,0 0-1 0 0,0 0 1 0 0,0 1-1 0 0,-1-1 1 0 0,1 1-1 0 0,-1 0 1 0 0,0 1 0 0 0,-11-3-1 0 0,10 4 1 0 0,0-1 1 0 0,-1 1-1 0 0,1 1 0 0 0,0-1 1 0 0,-1 1-1 0 0,1 0 0 0 0,0 1 0 0 0,0 0 1 0 0,0 0-1 0 0,0 0 0 0 0,0 1 1 0 0,0 0-1 0 0,1 0 0 0 0,-1 1 1 0 0,-9 7-1 0 0,12-8 3 0 0,1-1 0 0 0,-1 1 1 0 0,1 0-1 0 0,0 0 0 0 0,0 1 0 0 0,1-1 1 0 0,-1 1-1 0 0,1-1 0 0 0,-1 1 0 0 0,1 0 1 0 0,0 0-1 0 0,0 0 0 0 0,1 0 0 0 0,-2 5 0 0 0,2-6 7 0 0,1-1-1 0 0,0 1 0 0 0,0 0 0 0 0,0-1 0 0 0,0 1 0 0 0,0-1 0 0 0,0 1 0 0 0,1 0 1 0 0,0-1-1 0 0,-1 1 0 0 0,1-1 0 0 0,0 1 0 0 0,0-1 0 0 0,0 0 0 0 0,0 1 0 0 0,1-1 0 0 0,-1 0 1 0 0,0 0-1 0 0,1 0 0 0 0,0 0 0 0 0,0 0 0 0 0,-1 0 0 0 0,1 0 0 0 0,0-1 0 0 0,3 3 1 0 0,5 3 8 0 0,1-1 1 0 0,1 1 0 0 0,-1-2 0 0 0,1 1 0 0 0,0-2 0 0 0,0 1 0 0 0,1-2 0 0 0,18 4 0 0 0,14 0 10 0 0,46 0 0 0 0,-90-7-21 0 0,35 2 0 0 0,0-2 0 0 0,0-1 1 0 0,0-2-1 0 0,0-2 1 0 0,50-12-1 0 0,-67 12-6 0 0,-1-1 0 0 0,0-1 0 0 0,0 0-1 0 0,0-2 1 0 0,-1 0 0 0 0,0-1 0 0 0,-1 0 0 0 0,0-2 0 0 0,-1 1-1 0 0,0-2 1 0 0,23-25 0 0 0,-12 3 125 0 0,-1-2 0 0 0,-1 0 0 0 0,-2-1-1 0 0,-2-1 1 0 0,22-62 0 0 0,-41 100-88 0 0,-14 23-42 0 0,-7 27 7 0 0,-14 56 1 0 0,19-60 10 0 0,-18 57 55 0 0,-217 715 377 0 0,223-715-242 0 0,4-10 382 0 0,-44 111-1 0 0,58-182-82 0 0,-1-1 1 0 0,0 0-1 0 0,-14 19 1 0 0,20-33-270 0 0,0-1 0 0 0,0 1 0 0 0,0-1 0 0 0,-1 0 0 0 0,0-1 0 0 0,0 1 0 0 0,0-1 0 0 0,-1 1 0 0 0,1-2 0 0 0,-1 1 0 0 0,0-1 0 0 0,0 1 0 0 0,-13 3 0 0 0,17-6-186 0 0,0-1 0 0 0,-1 1 0 0 0,1-1 0 0 0,-1 0 0 0 0,1 0 1 0 0,0 0-1 0 0,-1 0 0 0 0,1 0 0 0 0,-1-1 0 0 0,1 1 0 0 0,0-1 0 0 0,-1 1 1 0 0,1-1-1 0 0,0 0 0 0 0,-1 0 0 0 0,1 0 0 0 0,0 0 0 0 0,0 0 1 0 0,0-1-1 0 0,0 1 0 0 0,0-1 0 0 0,0 1 0 0 0,1-1 0 0 0,-1 0 1 0 0,0 1-1 0 0,1-1 0 0 0,-1 0 0 0 0,1 0 0 0 0,0 0 0 0 0,-1 0 0 0 0,1-1 1 0 0,0 1-1 0 0,0 0 0 0 0,0-3 0 0 0,-2-4-6 0 0,0 0 1 0 0,0-1-1 0 0,1 1 0 0 0,1-1 0 0 0,0 1 1 0 0,0-1-1 0 0,1-11 0 0 0,1-2-4 0 0,2 0-1 0 0,1-1 1 0 0,1 1-1 0 0,0 1 1 0 0,2-1-1 0 0,19-40 1 0 0,-3 15-102 0 0,58-86 0 0 0,-47 86-35 0 0,2 2 0 0 0,2 1 0 0 0,2 3-1 0 0,2 1 1 0 0,89-68 0 0 0,-84 76-1049 0 0,2 2 1 0 0,1 2-1 0 0,71-29 0 0 0,-86 45-1360 0 0,40-9 0 0 0,-19 6-6007 0 0,-46 13 3580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9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91 932 0 0,'-5'-10'2716'0'0,"0"0"0"0"0,1 0 0 0 0,-5-17 0 0 0,4 10-944 0 0,2 5-773 0 0,0 7-117 0 0,3 21-562 0 0,-2 25 5 0 0,-3 1 1 0 0,-9 41 0 0 0,6-37-82 0 0,-87 426 1383 0 0,73-369-973 0 0,16-82 592 0 0,6-21-1227 0 0,0 0 0 0 0,0 0 0 0 0,0 1 0 0 0,0-1 0 0 0,0 0 0 0 0,0 0-1 0 0,0 1 1 0 0,-1-1 0 0 0,1 0 0 0 0,0 0 0 0 0,0 0 0 0 0,0 1 0 0 0,0-1 0 0 0,0 0 0 0 0,-1 0 0 0 0,1 0 0 0 0,0 1 0 0 0,0-1 0 0 0,0 0 0 0 0,0 0 0 0 0,-1 0 0 0 0,1 0 0 0 0,0 0 0 0 0,0 1 0 0 0,-1-1-1 0 0,1 0 1 0 0,0 0 0 0 0,0 0 0 0 0,-1 0 0 0 0,1 0 0 0 0,0 0 0 0 0,0 0 0 0 0,-1 0 0 0 0,1 0 0 0 0,0 0 0 0 0,0 0 0 0 0,0 0 0 0 0,-1 0 0 0 0,1 0 0 0 0,0 0 0 0 0,0 0 0 0 0,-1 0 0 0 0,1 0-1 0 0,0-1 1 0 0,0 1 0 0 0,-1 0 0 0 0,1 0 0 0 0,0 0 0 0 0,0 0 0 0 0,0 0 0 0 0,-1-1 0 0 0,1 1 0 0 0,0 0 0 0 0,0 0 0 0 0,0 0 0 0 0,0 0 0 0 0,0-1 0 0 0,-1 1 0 0 0,1 0 0 0 0,0 0 0 0 0,0-1-1 0 0,0 1 1 0 0,0 0 0 0 0,-1-1-8 0 0,1 0-1 0 0,0 0 1 0 0,0 0-1 0 0,0 0 0 0 0,0 0 1 0 0,-1 0-1 0 0,1 0 1 0 0,0 0-1 0 0,1 0 1 0 0,-1 0-1 0 0,0 0 0 0 0,0 0 1 0 0,0 0-1 0 0,0 0 1 0 0,1 0-1 0 0,-1 0 0 0 0,1-1 1 0 0,0 0 14 0 0,3-16-3 0 0,1 1 0 0 0,0 0 1 0 0,1 0-1 0 0,1 1 0 0 0,0 0 0 0 0,2 0 0 0 0,-1 0 0 0 0,2 1 1 0 0,0 1-1 0 0,13-14 0 0 0,-18 22-29 0 0,1 0 0 0 0,0 0 0 0 0,1 1 0 0 0,-1 0 0 0 0,1 0 0 0 0,0 1 0 0 0,1 0 0 0 0,-1 0 0 0 0,1 0 0 0 0,9-2 0 0 0,-11 4 0 0 0,0 1 0 0 0,1 0 0 0 0,0 0 1 0 0,-1 1-1 0 0,1-1 0 0 0,-1 1 0 0 0,1 1 0 0 0,-1-1 0 0 0,1 1 0 0 0,0 0 0 0 0,-1 1 1 0 0,0 0-1 0 0,1 0 0 0 0,6 3 0 0 0,-5-1 3 0 0,-1 0 0 0 0,-1 0 0 0 0,1 0 0 0 0,0 1 0 0 0,-1 0 0 0 0,0 1 0 0 0,0-1 0 0 0,-1 1 0 0 0,0 0 0 0 0,0 0 0 0 0,0 1 0 0 0,0 0 0 0 0,-1-1 0 0 0,0 2-1 0 0,-1-1 1 0 0,0 0 0 0 0,4 12 0 0 0,-5-14 31 0 0,-1 1-1 0 0,1 0 0 0 0,-1 0 1 0 0,0-1-1 0 0,-1 1 0 0 0,1 0 1 0 0,-1 0-1 0 0,0 0 0 0 0,-1 0 0 0 0,1 0 1 0 0,-1-1-1 0 0,-1 1 0 0 0,1 0 1 0 0,-1-1-1 0 0,0 1 0 0 0,0-1 1 0 0,0 1-1 0 0,-1-1 0 0 0,1 0 1 0 0,-2 0-1 0 0,1 0 0 0 0,0 0 0 0 0,-9 8 1 0 0,3-5 68 0 0,-1-1 1 0 0,1-1-1 0 0,-1 0 0 0 0,-1 0 1 0 0,1-1-1 0 0,-1 0 1 0 0,0-1-1 0 0,0 0 0 0 0,0 0 1 0 0,-1-1-1 0 0,1-1 1 0 0,-18 2-1 0 0,-2-2 34 0 0,0-1 1 0 0,0-1-1 0 0,-46-7 0 0 0,75 7-242 0 0,0 0-1 0 0,1 0 0 0 0,-1 0 1 0 0,0 0-1 0 0,1-1 0 0 0,-1 1 1 0 0,1 0-1 0 0,-1-1 1 0 0,0 1-1 0 0,1-1 0 0 0,-1 0 1 0 0,1 0-1 0 0,-1 1 0 0 0,1-1 1 0 0,0 0-1 0 0,-1 0 0 0 0,1 0 1 0 0,0 0-1 0 0,0-1 1 0 0,-1 1-1 0 0,1 0 0 0 0,0 0 1 0 0,0-1-1 0 0,0 1 0 0 0,1-1 1 0 0,-1 1-1 0 0,0-1 0 0 0,0 1 1 0 0,1-1-1 0 0,-1 1 1 0 0,1-1-1 0 0,-1-2 0 0 0,1 1-415 0 0,1-1-1 0 0,-1 0 1 0 0,1 0-1 0 0,0 1 1 0 0,0-1 0 0 0,0 1-1 0 0,0-1 1 0 0,1 0-1 0 0,-1 1 1 0 0,1 0-1 0 0,0-1 1 0 0,0 1-1 0 0,5-5 1 0 0,8-12-3800 0 0,2-4-2098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0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16 520 0 0,'11'-6'4249'0'0,"5"-3"-1607"0"0,-16 9-2513 0 0,1 0-1 0 0,-1 0 1 0 0,1 0-1 0 0,-1 0 1 0 0,1 0-1 0 0,-1 0 1 0 0,1 0-1 0 0,-1-1 1 0 0,1 1-1 0 0,-1 0 1 0 0,1 1-1 0 0,-1-1 1 0 0,1 0-1 0 0,-1 0 1 0 0,0 0-1 0 0,1 0 1 0 0,-1 0-1 0 0,1 0 1 0 0,-1 1-1 0 0,1-1 1 0 0,-1 0-1 0 0,0 0 1 0 0,1 0-1 0 0,-1 1 1 0 0,1-1-1 0 0,-1 0 1 0 0,0 1-1 0 0,1 0 1 0 0,0 1 55 0 0,-1 1 0 0 0,1 0 0 0 0,-1 0 1 0 0,0 0-1 0 0,0-1 0 0 0,0 1 0 0 0,0 0 1 0 0,-1 0-1 0 0,1-1 0 0 0,-2 4 0 0 0,1 3 79 0 0,0 5 50 0 0,1 0 0 0 0,1-1-1 0 0,0 1 1 0 0,1 0 0 0 0,1-1-1 0 0,0 1 1 0 0,0-1 0 0 0,9 21 0 0 0,-10-29-200 0 0,0-1 0 0 0,1 1 1 0 0,-1-1-1 0 0,1 1 1 0 0,0-1-1 0 0,0 0 1 0 0,0 0-1 0 0,1 0 1 0 0,0 0-1 0 0,-1-1 1 0 0,1 1-1 0 0,0-1 1 0 0,1 0-1 0 0,-1 0 1 0 0,0-1-1 0 0,1 1 1 0 0,0-1-1 0 0,-1 0 0 0 0,1 0 1 0 0,0-1-1 0 0,0 1 1 0 0,0-1-1 0 0,0 0 1 0 0,0 0-1 0 0,9-1 1 0 0,-9 0-57 0 0,0-1 0 0 0,0 0-1 0 0,-1 0 1 0 0,1 0 0 0 0,0-1 0 0 0,-1 0 0 0 0,1 0 0 0 0,-1 0 0 0 0,1 0 0 0 0,-1-1 0 0 0,0 1-1 0 0,0-1 1 0 0,0 0 0 0 0,5-6 0 0 0,2-2 19 0 0,0 0 0 0 0,-1-1 0 0 0,11-18 0 0 0,50-87 1731 0 0,-71 117-1802 0 0,0 0 0 0 0,0 0 0 0 0,0 0 0 0 0,0 0 0 0 0,0 0 0 0 0,0 0 0 0 0,0 0-1 0 0,0 0 1 0 0,0-1 0 0 0,0 1 0 0 0,0 0 0 0 0,0 0 0 0 0,0 0 0 0 0,0 0 0 0 0,0 0 0 0 0,0 0 0 0 0,0 0 0 0 0,0 0 0 0 0,1 0 0 0 0,-1-1 0 0 0,0 1 0 0 0,0 0-1 0 0,0 0 1 0 0,0 0 0 0 0,0 0 0 0 0,0 0 0 0 0,0 0 0 0 0,0 0 0 0 0,0 0 0 0 0,0 0 0 0 0,0 0 0 0 0,0 0 0 0 0,0 0 0 0 0,1 0 0 0 0,-1 0 0 0 0,0 0 0 0 0,0-1 0 0 0,0 1-1 0 0,0 0 1 0 0,0 0 0 0 0,0 0 0 0 0,0 0 0 0 0,0 0 0 0 0,0 0 0 0 0,1 0 0 0 0,-1 0 0 0 0,0 0 0 0 0,0 0 0 0 0,0 0 0 0 0,0 0 0 0 0,0 1 0 0 0,0-1 0 0 0,0 0-1 0 0,0 0 1 0 0,0 0 0 0 0,1 0 0 0 0,-1 0 0 0 0,0 0 0 0 0,0 0 0 0 0,0 0 0 0 0,0 0 0 0 0,0 0 0 0 0,0 0 0 0 0,0 0 0 0 0,0 0 0 0 0,0 0 0 0 0,0 1 0 0 0,0 9 59 0 0,-6 18-70 0 0,-241 597 1920 0 0,186-485-1126 0 0,-23 45-16 0 0,61-141-532 0 0,-1-1-1 0 0,-34 43 1 0 0,47-72-17 0 0,0-1 1 0 0,-1 0-1 0 0,-1 0 0 0 0,0-2 1 0 0,-26 19-1 0 0,32-25-48 0 0,0-1 0 0 0,-1 0 0 0 0,0 0 0 0 0,0 0 0 0 0,0-1 0 0 0,0 0-1 0 0,0-1 1 0 0,0 1 0 0 0,-1-2 0 0 0,1 1 0 0 0,-1-1 0 0 0,0-1 0 0 0,-14 0 0 0 0,20 0-122 0 0,-1 0 0 0 0,1-1 0 0 0,0 0 0 0 0,0 1 0 0 0,0-1 0 0 0,0 0 0 0 0,0-1 0 0 0,0 1 0 0 0,1 0 0 0 0,-1-1 0 0 0,0 0 0 0 0,1 1 1 0 0,-1-1-1 0 0,1 0 0 0 0,-1 0 0 0 0,1-1 0 0 0,0 1 0 0 0,-3-4 0 0 0,2 2-32 0 0,1-1-1 0 0,0 1 1 0 0,0-1 0 0 0,0 1 0 0 0,1-1 0 0 0,0 0 0 0 0,0 0 0 0 0,0 0-1 0 0,0 1 1 0 0,0-10 0 0 0,2-3-52 0 0,0 1 0 0 0,1 0 0 0 0,0 0 0 0 0,2 0 0 0 0,0 1 0 0 0,7-19 0 0 0,0 7-245 0 0,2 1 1 0 0,0 0-1 0 0,2 1 0 0 0,1 0 1 0 0,1 1-1 0 0,38-41 0 0 0,-9 18-3685 0 0,103-79-1 0 0,-78 77-662 0 0,-24 19-2249 0 0,-19 14-925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1.2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32 813 2484 0 0,'-11'8'7060'0'0,"0"4"-3456"0"0,3-5-1646 0 0,7-6-1282 0 0,1 4 119 0 0,0-5-780 0 0,0 0 0 0 0,0 0 0 0 0,0 0 0 0 0,0 1 0 0 0,0-1 0 0 0,0 0 0 0 0,0 0 0 0 0,0 0 0 0 0,-1 1 0 0 0,1-1 0 0 0,0 0 0 0 0,0 0 0 0 0,0 1 0 0 0,0-1 0 0 0,0 0 0 0 0,0 0 0 0 0,0 0 0 0 0,1 1 0 0 0,-1-1 0 0 0,0 0 0 0 0,0 0 0 0 0,0 0 0 0 0,0 1 0 0 0,0-1 0 0 0,0 0 0 0 0,0 0 0 0 0,0 0 0 0 0,0 1 0 0 0,1-1 0 0 0,-1 0 0 0 0,0 0 0 0 0,0 0 0 0 0,0 0 0 0 0,0 1 0 0 0,1-1 0 0 0,-1 0 0 0 0,0 0 0 0 0,1 0 0 0 0,5 4 74 0 0,0-1-1 0 0,1 1 0 0 0,-1-2 0 0 0,1 1 1 0 0,0-1-1 0 0,0 0 0 0 0,0 0 1 0 0,0-1-1 0 0,1 0 0 0 0,-1 0 0 0 0,0 0 1 0 0,0-1-1 0 0,1-1 0 0 0,8 0 1 0 0,1-1-42 0 0,-1-1 1 0 0,0 0 0 0 0,0-1 0 0 0,0-1 0 0 0,21-9 0 0 0,-26 8-38 0 0,1-1 1 0 0,-1 0 0 0 0,-1 0 0 0 0,0-2 0 0 0,0 1-1 0 0,0-1 1 0 0,-1 0 0 0 0,0-1 0 0 0,-1 0-1 0 0,0-1 1 0 0,6-12 0 0 0,2-3-8 0 0,-1-2 0 0 0,-2 0 0 0 0,16-45 0 0 0,10-57 192 0 0,35-211 0 0 0,-73 341-194 0 0,-1-1 1 0 0,0 1-1 0 0,0 0 1 0 0,0-1-1 0 0,1 1 0 0 0,-1-1 1 0 0,0 1-1 0 0,0 0 0 0 0,0-1 1 0 0,0 1-1 0 0,0 0 1 0 0,0-1-1 0 0,0 1 0 0 0,0-1 1 0 0,0 1-1 0 0,0 0 1 0 0,0-1-1 0 0,0 1 0 0 0,0-1 1 0 0,0 1-1 0 0,0 0 0 0 0,-1-1 1 0 0,1 1-1 0 0,0 0 1 0 0,0-1-1 0 0,0 1 0 0 0,0 0 1 0 0,-1-1-1 0 0,1 1 0 0 0,0 0 1 0 0,0-1-1 0 0,-1 1 1 0 0,1 0-1 0 0,0 0 0 0 0,-1-1 1 0 0,1 1-1 0 0,0 0 0 0 0,-1 0 1 0 0,-14 8 12 0 0,-12 23 4 0 0,-7 21-6 0 0,2 2 0 0 0,3 1 0 0 0,2 1 0 0 0,-35 109 0 0 0,50-128 5 0 0,-12 62-1 0 0,21-78 13 0 0,0-1-1 0 0,2 0 0 0 0,0 0 0 0 0,5 40 1 0 0,-4-54-18 0 0,1 0 1 0 0,1 0-1 0 0,-1 0 1 0 0,1 0 0 0 0,0-1-1 0 0,1 1 1 0 0,-1 0-1 0 0,1-1 1 0 0,0 0-1 0 0,0 1 1 0 0,1-1-1 0 0,0 0 1 0 0,-1-1 0 0 0,2 1-1 0 0,-1-1 1 0 0,0 0-1 0 0,1 0 1 0 0,0 0-1 0 0,0 0 1 0 0,0-1-1 0 0,1 0 1 0 0,-1 0 0 0 0,8 3-1 0 0,-3-3-64 0 0,0 0 1 0 0,0-1-1 0 0,0 0 0 0 0,0 0 1 0 0,0-1-1 0 0,0-1 0 0 0,0 1 1 0 0,0-2-1 0 0,0 1 0 0 0,0-1 1 0 0,0-1-1 0 0,0 0 0 0 0,14-5 1 0 0,-5 0-92 0 0,-1-1 0 0 0,0-1 1 0 0,-1 0-1 0 0,0-1 0 0 0,-1-1 0 0 0,0-1 1 0 0,0 0-1 0 0,-2-1 0 0 0,1-1 0 0 0,-2 0 1 0 0,0-1-1 0 0,19-27 0 0 0,4-13-164 0 0,-3-2-1 0 0,37-85 1 0 0,-34 60 653 0 0,-4-2-1 0 0,-3-2 1 0 0,23-118-1 0 0,-52 203-331 0 0,1 0 0 0 0,-1 0 1 0 0,0-1-1 0 0,0 1 0 0 0,0 0 0 0 0,0 0 0 0 0,0 0 0 0 0,0 0 0 0 0,0-1 0 0 0,0 1 0 0 0,0 0 0 0 0,0 0 0 0 0,-1-2 0 0 0,1 2-9 0 0,-1 1 0 0 0,1 0 0 0 0,0 0 0 0 0,0 0 0 0 0,-1-1 0 0 0,1 1 0 0 0,0 0 0 0 0,0 0 0 0 0,-1 0 0 0 0,1 0-1 0 0,0 0 1 0 0,0 0 0 0 0,-1-1 0 0 0,1 1 0 0 0,0 0 0 0 0,-1 0 0 0 0,1 0 0 0 0,0 0 0 0 0,0 0 0 0 0,-1 0 0 0 0,1 0-1 0 0,0 0 1 0 0,-1 0 0 0 0,1 0 0 0 0,0 0 0 0 0,0 0 0 0 0,-1 1 0 0 0,1-1 0 0 0,0 0 0 0 0,0 0 0 0 0,-1 0 0 0 0,1 0-1 0 0,0 1 1 0 0,-3 0 6 0 0,0 1 0 0 0,1 0 0 0 0,0 0 0 0 0,-1 0 0 0 0,1 0 0 0 0,0 0 0 0 0,0 0 0 0 0,0 1 0 0 0,-2 2 0 0 0,-19 35 9 0 0,2 0 0 0 0,1 1 0 0 0,-13 45 0 0 0,-32 135 9 0 0,45-123 333 0 0,-13 155 1 0 0,33-252-336 0 0,0 0 0 0 0,0 0-1 0 0,0 0 1 0 0,0 0 0 0 0,-1-1 0 0 0,1 1 0 0 0,1 0-1 0 0,-1 0 1 0 0,0 0 0 0 0,0 0 0 0 0,0 0 0 0 0,0 0-1 0 0,0 0 1 0 0,1-1 0 0 0,-1 1 0 0 0,0 0 0 0 0,1 0-1 0 0,-1 0 1 0 0,1-1 0 0 0,-1 1 0 0 0,1 0 0 0 0,-1 0-1 0 0,1-1 1 0 0,1 2 0 0 0,-1-2-11 0 0,0 1 1 0 0,0-1-1 0 0,0 0 0 0 0,0 0 0 0 0,0 0 1 0 0,0 0-1 0 0,0 0 0 0 0,0 0 1 0 0,1 0-1 0 0,-1 0 0 0 0,0 0 0 0 0,0-1 1 0 0,0 1-1 0 0,0 0 0 0 0,0-1 1 0 0,0 1-1 0 0,1-2 0 0 0,8-3 4 0 0,-1-1-1 0 0,1 0 1 0 0,9-10 0 0 0,-13 11 12 0 0,43-34-5 0 0,-28 20-31 0 0,2 1 0 0 0,0 1 1 0 0,1 1-1 0 0,35-18 0 0 0,-58 33 3 0 0,1 1-1 0 0,-1-1 1 0 0,1 1-1 0 0,-1-1 1 0 0,1 1-1 0 0,0 0 1 0 0,-1-1-1 0 0,1 1 1 0 0,-1 0-1 0 0,1 0 1 0 0,0 0-1 0 0,-1 0 1 0 0,1 1-1 0 0,0-1 1 0 0,-1 0-1 0 0,1 1 1 0 0,-1-1-1 0 0,1 1 1 0 0,0-1-1 0 0,1 2 1 0 0,-1 0 2 0 0,1-1 0 0 0,-1 1 1 0 0,0 0-1 0 0,1 1 0 0 0,-1-1 1 0 0,0 0-1 0 0,0 0 0 0 0,-1 1 1 0 0,1-1-1 0 0,1 4 0 0 0,2 5 16 0 0,0 1-1 0 0,-1-1 0 0 0,0 0 1 0 0,2 16-1 0 0,0 1-17 0 0,-3-9 38 0 0,2 0 0 0 0,0-1 0 0 0,12 31 0 0 0,-14-43-21 0 0,0-1-1 0 0,0 1 0 0 0,1-1 0 0 0,0 0 1 0 0,0 0-1 0 0,0 0 0 0 0,0 0 1 0 0,1-1-1 0 0,0 1 0 0 0,0-1 0 0 0,0 0 1 0 0,0-1-1 0 0,1 1 0 0 0,-1-1 1 0 0,8 3-1 0 0,-5-3 0 0 0,0 0-1 0 0,0-1 1 0 0,0 1 0 0 0,0-1-1 0 0,0-1 1 0 0,1 0 0 0 0,-1 0-1 0 0,1-1 1 0 0,-1 0 0 0 0,1 0-1 0 0,-1-1 1 0 0,1 0-1 0 0,-1 0 1 0 0,0-1 0 0 0,0 0-1 0 0,1 0 1 0 0,-1-1 0 0 0,-1-1-1 0 0,1 1 1 0 0,0-1 0 0 0,-1 0-1 0 0,10-8 1 0 0,-3 1 2 0 0,0-1 0 0 0,-1 0 1 0 0,0-1-1 0 0,-2 0 0 0 0,1-1 0 0 0,-1 0 0 0 0,-1-1 1 0 0,-1 0-1 0 0,13-28 0 0 0,-22 43-17 0 0,41-97 261 0 0,-36 85-131 0 0,-1-1-1 0 0,0 0 1 0 0,-1 0-1 0 0,-1 0 1 0 0,2-23 0 0 0,-4 36-124 0 0,0-1-1 0 0,0 1 1 0 0,0-1 0 0 0,0 0 0 0 0,0 1 0 0 0,0-1 0 0 0,0 1 0 0 0,0-1 0 0 0,0 0 0 0 0,0 1 0 0 0,0-1-1 0 0,-1 1 1 0 0,1-1 0 0 0,0 1 0 0 0,0-1 0 0 0,-1 0 0 0 0,1 1 0 0 0,0-1 0 0 0,-1 1 0 0 0,1-1-1 0 0,0 1 1 0 0,-1-1 0 0 0,1 1 0 0 0,-1 0 0 0 0,1-1 0 0 0,-1 1 0 0 0,1 0 0 0 0,-2-1 0 0 0,1 1-2 0 0,0 0 0 0 0,0 0 0 0 0,0 0 0 0 0,0 0 0 0 0,0 0 1 0 0,0 0-1 0 0,0 0 0 0 0,0 0 0 0 0,0 1 0 0 0,0-1 0 0 0,0 0 1 0 0,0 1-1 0 0,0-1 0 0 0,0 1 0 0 0,0 0 0 0 0,-4 2-4 0 0,0 1 0 0 0,0 0 0 0 0,1-1 0 0 0,-7 9 0 0 0,1 1 13 0 0,1 0 0 0 0,0 1-1 0 0,1 0 1 0 0,0 1 0 0 0,2 0 0 0 0,0 0-1 0 0,0 1 1 0 0,1-1 0 0 0,1 1 0 0 0,1 0 0 0 0,-3 31-1 0 0,6-43 21 0 0,0 1-1 0 0,0 0 0 0 0,0-1 0 0 0,1 1 0 0 0,-1-1 1 0 0,1 1-1 0 0,0-1 0 0 0,1 0 0 0 0,-1 1 0 0 0,1-1 1 0 0,0 0-1 0 0,0 0 0 0 0,0 0 0 0 0,0 0 0 0 0,6 6 0 0 0,-4-5 7 0 0,1-1 0 0 0,0 1 0 0 0,0-1 0 0 0,0 0-1 0 0,1-1 1 0 0,-1 1 0 0 0,1-1 0 0 0,0 0 0 0 0,0-1 0 0 0,6 3-1 0 0,6 0-337 0 0,0-1 0 0 0,1 0 0 0 0,0-2 0 0 0,0 0 1 0 0,-1-1-1 0 0,31-2 0 0 0,-24 0-1257 0 0,-1-2 0 0 0,33-8 1 0 0,-45 8-408 0 0,0-1 0 0 0,0 0 0 0 0,19-11 0 0 0,-6 2-4177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1.4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48 4536 0 0,'-163'-13'13180'0'0,"155"11"-11949"0"0,8 1-444 0 0,15-2-153 0 0,26 0-359 0 0,155 1-794 0 0,49 0-3072 0 0,-83-10-3548 0 0,-87 3 149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4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12 318 1140 0 0,'0'-3'534'0'0,"-5"-26"3392"0"0,-2-46 0 0 0,7 68-3658 0 0,0-1 0 0 0,0 1 0 0 0,1 0 0 0 0,0 0 0 0 0,0 0 0 0 0,1 0-1 0 0,-1 0 1 0 0,2 0 0 0 0,-1 0 0 0 0,1 0 0 0 0,0 1 0 0 0,4-8 0 0 0,-4 12-233 0 0,-1-1 0 0 0,0 1 1 0 0,1 0-1 0 0,0 0 1 0 0,-1 0-1 0 0,1 0 1 0 0,0 0-1 0 0,0 1 1 0 0,0-1-1 0 0,0 1 1 0 0,1 0-1 0 0,-1 0 1 0 0,0 0-1 0 0,0 0 1 0 0,1 1-1 0 0,-1-1 1 0 0,0 1-1 0 0,1 0 1 0 0,-1 0-1 0 0,0 0 1 0 0,1 0-1 0 0,-1 1 1 0 0,0-1-1 0 0,5 2 1 0 0,8 2 5 0 0,1 0 0 0 0,-1 2 0 0 0,20 8 1 0 0,-13-3-17 0 0,0 1-1 0 0,0 1 1 0 0,-1 0 0 0 0,-1 2 0 0 0,0 1 0 0 0,-1 1 0 0 0,23 24 0 0 0,-28-25-26 0 0,-1 1 1 0 0,0 0-1 0 0,-1 2 0 0 0,-1-1 1 0 0,-1 1-1 0 0,-1 1 0 0 0,0 0 1 0 0,12 37-1 0 0,-20-47-5 0 0,1 1-1 0 0,-1-1 1 0 0,-1 0-1 0 0,0 1 1 0 0,0-1 0 0 0,-1 1-1 0 0,-1-1 1 0 0,1 1-1 0 0,-2-1 1 0 0,-3 15 0 0 0,4-20 104 0 0,0 0 0 0 0,-1 0 0 0 0,0 0 0 0 0,0 0 0 0 0,-1 0 0 0 0,1-1 0 0 0,-1 1 0 0 0,0 0 0 0 0,-1-1 0 0 0,1 0 0 0 0,-1 0 0 0 0,1 0 0 0 0,-1 0 0 0 0,0-1 0 0 0,-1 0 0 0 0,1 1 0 0 0,0-1 0 0 0,-1-1 0 0 0,0 1 0 0 0,0-1 0 0 0,-5 2 0 0 0,7-3-43 0 0,1-1 0 0 0,0 1 0 0 0,0-1 0 0 0,0 0 1 0 0,0 0-1 0 0,0 0 0 0 0,0 0 0 0 0,-1 0 0 0 0,1-1 1 0 0,0 1-1 0 0,0-1 0 0 0,0 1 0 0 0,0-1 1 0 0,0 0-1 0 0,0 0 0 0 0,0 0 0 0 0,0 0 0 0 0,1 0 1 0 0,-1 0-1 0 0,0 0 0 0 0,1-1 0 0 0,-1 1 0 0 0,0 0 1 0 0,-1-3-1 0 0,-1 0 26 0 0,1 0 0 0 0,0 0 0 0 0,0 0 0 0 0,1 0 0 0 0,-1 0 0 0 0,1-1 0 0 0,0 1 0 0 0,0-1 0 0 0,-1-4 0 0 0,1-3-19 0 0,0 0-1 0 0,1 1 1 0 0,0-1 0 0 0,1 0-1 0 0,1 1 1 0 0,0-1-1 0 0,0 0 1 0 0,1 1-1 0 0,1-1 1 0 0,0 1-1 0 0,0 0 1 0 0,1 0-1 0 0,6-11 1 0 0,0 1-43 0 0,1 0 0 0 0,1 1 1 0 0,1 0-1 0 0,0 1 0 0 0,26-27 0 0 0,-21 27-68 0 0,1 1-1 0 0,1 1 1 0 0,0 1-1 0 0,1 1 1 0 0,1 1-1 0 0,0 0 1 0 0,1 2 0 0 0,0 0-1 0 0,37-11 1 0 0,-37 16-723 0 0,0 1 0 0 0,0 1 1 0 0,1 1-1 0 0,0 1 0 0 0,-1 1 1 0 0,35 2-1 0 0,54 2-2218 0 0,-110-2 3021 0 0,-1 0 0 0 0,0 0 0 0 0,1 0-1 0 0,-1 0 1 0 0,1-1 0 0 0,-1 1 0 0 0,0-1 0 0 0,1 1 0 0 0,-1-1 0 0 0,0 1-1 0 0,1-1 1 0 0,-1 0 0 0 0,0 1 0 0 0,0-1 0 0 0,0 0 0 0 0,0 0 0 0 0,0 0-1 0 0,0 0 1 0 0,0 0 0 0 0,2-2 0 0 0,-3 2 150 0 0,-8-6 554 0 0,5 6-652 0 0,0 1 1 0 0,0 0-1 0 0,0 1 1 0 0,1-1-1 0 0,-1 0 0 0 0,0 1 1 0 0,0 0-1 0 0,0 0 0 0 0,1-1 1 0 0,-1 2-1 0 0,1-1 1 0 0,-1 0-1 0 0,1 0 0 0 0,-1 1 1 0 0,1-1-1 0 0,0 1 0 0 0,-1 0 1 0 0,1 0-1 0 0,-4 4 0 0 0,-6 6 397 0 0,-20 26-1 0 0,25-28-344 0 0,-1 1-1 0 0,2 0 1 0 0,-1 0 0 0 0,2 0 0 0 0,-1 1 0 0 0,2-1-1 0 0,-1 1 1 0 0,2 1 0 0 0,-1-1 0 0 0,-1 19 0 0 0,4-25-93 0 0,1-1-1 0 0,0 1 1 0 0,0-1 0 0 0,0 1 0 0 0,1-1 0 0 0,0 1 0 0 0,0-1-1 0 0,0 1 1 0 0,1-1 0 0 0,-1 0 0 0 0,1 1 0 0 0,1-1 0 0 0,-1 0 0 0 0,1 0-1 0 0,0-1 1 0 0,0 1 0 0 0,0-1 0 0 0,1 1 0 0 0,-1-1 0 0 0,1 0-1 0 0,0 0 1 0 0,0-1 0 0 0,1 1 0 0 0,-1-1 0 0 0,1 0 0 0 0,6 4 0 0 0,2-1-18 0 0,0 0 0 0 0,0-1 1 0 0,1-1-1 0 0,0 0 1 0 0,0-1-1 0 0,0 0 0 0 0,0-1 1 0 0,16 0-1 0 0,-13-2-6 0 0,0 0 0 0 0,1-1 0 0 0,-1 0 0 0 0,1-2 0 0 0,-1 0 1 0 0,21-7-1 0 0,-34 9-18 0 0,1-1 0 0 0,0 0 0 0 0,-1 0 1 0 0,1 0-1 0 0,-1-1 0 0 0,0 1 1 0 0,0-1-1 0 0,0 0 0 0 0,0 0 0 0 0,0 0 1 0 0,-1-1-1 0 0,1 0 0 0 0,-1 1 1 0 0,0-1-1 0 0,0 0 0 0 0,0 0 0 0 0,-1-1 1 0 0,0 1-1 0 0,1 0 0 0 0,-2-1 0 0 0,3-5 1 0 0,-2 3-6 0 0,-1-1 0 0 0,0 0-1 0 0,0 0 1 0 0,-1 0 0 0 0,0 0 0 0 0,0 1 0 0 0,-1-1 0 0 0,0 0 0 0 0,0 0 0 0 0,-1 0 0 0 0,0 1 0 0 0,-5-13 0 0 0,1 7-17 0 0,0-1 0 0 0,-1 1 0 0 0,0 0 0 0 0,-1 0 0 0 0,-18-21-1 0 0,22 28 10 0 0,0 1 0 0 0,-1 0-1 0 0,0 1 1 0 0,0-1-1 0 0,0 1 1 0 0,-1 0-1 0 0,1 0 1 0 0,-1 1-1 0 0,0-1 1 0 0,0 1-1 0 0,-1 1 1 0 0,1-1 0 0 0,0 1-1 0 0,-13-3 1 0 0,15 5 11 0 0,1 0 0 0 0,-1-1 0 0 0,0 2 0 0 0,0-1 0 0 0,0 0 0 0 0,0 1 0 0 0,1-1 0 0 0,-1 1 0 0 0,0 0 0 0 0,0 1 0 0 0,1-1 0 0 0,-1 0 0 0 0,1 1 0 0 0,-1 0 0 0 0,-5 4 0 0 0,8-5-1 0 0,0 0 1 0 0,0 0-1 0 0,0 0 1 0 0,0 1 0 0 0,0-1-1 0 0,0 0 1 0 0,0 1-1 0 0,0-1 1 0 0,0 1-1 0 0,1-1 1 0 0,-1 1 0 0 0,1-1-1 0 0,-1 1 1 0 0,1-1-1 0 0,0 1 1 0 0,-1-1 0 0 0,1 1-1 0 0,0 0 1 0 0,0-1-1 0 0,0 1 1 0 0,0 0-1 0 0,0-1 1 0 0,1 1 0 0 0,-1-1-1 0 0,0 1 1 0 0,1 0-1 0 0,-1-1 1 0 0,1 1 0 0 0,-1-1-1 0 0,1 1 1 0 0,0-1-1 0 0,0 0 1 0 0,0 1-1 0 0,0-1 1 0 0,0 0 0 0 0,2 2-1 0 0,1 2-86 0 0,0 0 0 0 0,1-1 0 0 0,0 1 0 0 0,0-1 0 0 0,0-1 0 0 0,0 1 0 0 0,1-1 0 0 0,-1 0-1 0 0,1 0 1 0 0,0 0 0 0 0,12 3 0 0 0,5 0-565 0 0,41 7 0 0 0,-61-13 620 0 0,44 6-360 0 0,1-1 1 0 0,-1-3-1 0 0,1-2 1 0 0,0-2-1 0 0,-1-1 0 0 0,1-4 1 0 0,55-13-1 0 0,-89 16 498 0 0,0 0 0 0 0,0-1 1 0 0,-1 0-1 0 0,0-1 0 0 0,0-1 0 0 0,0 0 0 0 0,-1 0 0 0 0,0-2 0 0 0,0 1 0 0 0,-1-2 0 0 0,0 1 0 0 0,-1-1 0 0 0,0-1 0 0 0,-1 0 0 0 0,0 0 0 0 0,0-1 0 0 0,10-21 0 0 0,-9 18 457 0 0,-11 18-77 0 0,-15 31 248 0 0,9-19-477 0 0,-19 41 431 0 0,14-34-528 0 0,1 0 0 0 0,1 1 0 0 0,1 1-1 0 0,1 0 1 0 0,-6 32 0 0 0,13-51-136 0 0,0 0 0 0 0,1 0 0 0 0,-1 0 0 0 0,1 1-1 0 0,0-1 1 0 0,1 0 0 0 0,-1 0 0 0 0,1 0 0 0 0,0 0 0 0 0,0 0 0 0 0,1 0 0 0 0,0-1 0 0 0,-1 1 0 0 0,1 0 0 0 0,1-1 0 0 0,-1 1 0 0 0,1-1 0 0 0,0 0 0 0 0,0 0 0 0 0,0 0 0 0 0,0 0 0 0 0,1 0 0 0 0,0-1 0 0 0,-1 1 0 0 0,1-1 0 0 0,1 0 0 0 0,-1-1 0 0 0,0 1 0 0 0,1-1 0 0 0,-1 1 0 0 0,1-1 0 0 0,0 0 0 0 0,-1-1 0 0 0,10 2 0 0 0,-7 0-14 0 0,1-2 0 0 0,0 1-1 0 0,-1-1 1 0 0,1 0 0 0 0,0-1 0 0 0,0 0-1 0 0,0 0 1 0 0,0 0 0 0 0,-1-1 0 0 0,1-1-1 0 0,0 1 1 0 0,0-1 0 0 0,-1 0 0 0 0,1-1 0 0 0,-1 0-1 0 0,0 0 1 0 0,0-1 0 0 0,0 1 0 0 0,0-1-1 0 0,-1-1 1 0 0,1 0 0 0 0,-1 0 0 0 0,0 0-1 0 0,-1 0 1 0 0,1-1 0 0 0,-1 0 0 0 0,0 0 0 0 0,6-11-1 0 0,6-12-24 0 0,-1-2-1 0 0,-1 1 1 0 0,-2-2-1 0 0,-1 0 1 0 0,10-44-1 0 0,-18 63-177 0 0,-4 14 94 0 0,-5 26 72 0 0,-1 4 52 0 0,4-19-14 0 0,1-1 0 0 0,1 0 0 0 0,0 0 0 0 0,0 1 0 0 0,1-1 0 0 0,1 0 0 0 0,3 16 0 0 0,-3-22 2 0 0,0 0 0 0 0,0 0 0 0 0,0 0 0 0 0,0 0 0 0 0,1-1 0 0 0,0 1 0 0 0,0-1 0 0 0,0 0 1 0 0,0 0-1 0 0,1 0 0 0 0,-1 0 0 0 0,1 0 0 0 0,0-1 0 0 0,0 0 0 0 0,0 0 0 0 0,1 0 0 0 0,-1 0 1 0 0,7 2-1 0 0,1 0-2 0 0,0-1 0 0 0,-1 0 1 0 0,1-1-1 0 0,0 0 0 0 0,1-1 1 0 0,-1-1-1 0 0,0 0 0 0 0,1 0 1 0 0,-1-1-1 0 0,1-1 0 0 0,19-3 1 0 0,-24 3-9 0 0,0-1-1 0 0,1 0 1 0 0,-1-1 0 0 0,0 0 0 0 0,0 0 0 0 0,-1-1-1 0 0,1 1 1 0 0,-1-2 0 0 0,0 1 0 0 0,0-1 0 0 0,0 0-1 0 0,-1-1 1 0 0,1 1 0 0 0,-1-1 0 0 0,-1-1 0 0 0,1 1 0 0 0,8-14-1 0 0,-10 14-7 0 0,0-1-1 0 0,-1 0 0 0 0,0 0 1 0 0,0 0-1 0 0,0 0 0 0 0,-1 0 1 0 0,0 0-1 0 0,-1-1 0 0 0,1 1 1 0 0,-1-1-1 0 0,-1 0 1 0 0,0 1-1 0 0,0-1 0 0 0,0 1 1 0 0,-1-1-1 0 0,-2-11 0 0 0,2 15-6 0 0,0 0 0 0 0,0 0 0 0 0,-1 0 0 0 0,1 0 0 0 0,-1 0-1 0 0,0 1 1 0 0,0-1 0 0 0,0 0 0 0 0,-1 1 0 0 0,1 0 0 0 0,-1-1 0 0 0,0 1 0 0 0,0 0-1 0 0,0 1 1 0 0,0-1 0 0 0,-1 0 0 0 0,1 1 0 0 0,-1 0 0 0 0,1-1 0 0 0,-1 2-1 0 0,0-1 1 0 0,0 0 0 0 0,-6-1 0 0 0,8 2-16 0 0,-14 4-511 0 0,17-1 501 0 0,1 0 1 0 0,-1-1-1 0 0,1 1 1 0 0,0-1-1 0 0,-1 1 1 0 0,1-1-1 0 0,0 0 1 0 0,0 0-1 0 0,0 0 1 0 0,0 0 0 0 0,0 0-1 0 0,0 0 1 0 0,0-1-1 0 0,0 1 1 0 0,0 0-1 0 0,0-1 1 0 0,0 0-1 0 0,3 1 1 0 0,43-1-202 0 0,-40 0 197 0 0,26-4 89 0 0,1-1 0 0 0,-1-1 1 0 0,0-2-1 0 0,-1-2 1 0 0,1 0-1 0 0,-2-3 0 0 0,0 0 1 0 0,60-37-1 0 0,-91 50-60 0 0,-2 4-7 0 0,0-1 18 0 0,0 1-1 0 0,-1 0 1 0 0,1 0 0 0 0,-1-1-1 0 0,0 1 1 0 0,0-1 0 0 0,0 0-1 0 0,-1 1 1 0 0,1-1 0 0 0,-4 3 0 0 0,-9 15 13 0 0,12-17 26 0 0,1 0 1 0 0,0 0-1 0 0,0 1 1 0 0,0-1-1 0 0,1 1 1 0 0,0 0 0 0 0,-1-1-1 0 0,2 1 1 0 0,-1 0-1 0 0,0 0 1 0 0,1-1 0 0 0,0 1-1 0 0,0 0 1 0 0,1 0-1 0 0,-1 0 1 0 0,1-1 0 0 0,0 1-1 0 0,3 9 1 0 0,0-6 7 0 0,0 0 1 0 0,0 0 0 0 0,1 0 0 0 0,0-1 0 0 0,0 1-1 0 0,1-1 1 0 0,0 0 0 0 0,0-1 0 0 0,9 8 0 0 0,139 113 550 0 0,-153-126-536 0 0,0-1 0 0 0,0 1 0 0 0,0 0 0 0 0,0-1 0 0 0,0 1 0 0 0,0 0 0 0 0,0 0 0 0 0,-1 0 0 0 0,1 0-1 0 0,0 0 1 0 0,-1 0 0 0 0,1 0 0 0 0,0 0 0 0 0,-1 0 0 0 0,1 0 0 0 0,-1 0 0 0 0,0 0 0 0 0,1 0 0 0 0,-1 0 0 0 0,0 0-1 0 0,1 1 1 0 0,-1-1 0 0 0,0 0 0 0 0,0 0 0 0 0,0 0 0 0 0,0 0 0 0 0,0 1 0 0 0,-1-1 0 0 0,1 0 0 0 0,0 0 0 0 0,-1 2-1 0 0,0-1 32 0 0,-1-1-1 0 0,0 1 1 0 0,0 0-1 0 0,0 0 1 0 0,1-1-1 0 0,-2 1 1 0 0,1-1-1 0 0,0 0 1 0 0,0 0-1 0 0,0 0 1 0 0,0 0-1 0 0,-1 0 1 0 0,1 0-1 0 0,-3 0 1 0 0,-28 8 261 0 0,0-1 1 0 0,-67 5 0 0 0,-69-7-898 0 0,169-6 498 0 0,-39-2-1946 0 0,21-3-1247 0 0,3-4-4124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5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377 504 640 0 0,'-18'-9'3860'0'0,"3"0"-1946"0"0,0 2 0 0 0,0 0 0 0 0,-1 1 0 0 0,-32-8 1 0 0,42 13-1800 0 0,0 1 1 0 0,0 1-1 0 0,0-1 1 0 0,0 1-1 0 0,-1 0 1 0 0,1 0-1 0 0,0 1 1 0 0,1 0-1 0 0,-1 0 1 0 0,0 0-1 0 0,0 0 1 0 0,1 1-1 0 0,0 0 1 0 0,-9 6 0 0 0,-2 3 120 0 0,0 1 1 0 0,-28 29 0 0 0,35-33-166 0 0,1 1 0 0 0,-1 1 0 0 0,2-1-1 0 0,-1 1 1 0 0,1 1 0 0 0,1-1 0 0 0,0 1 0 0 0,-5 17-1 0 0,9-25-48 0 0,1 0-1 0 0,0 0 0 0 0,0 0 1 0 0,1 0-1 0 0,-1 0 0 0 0,1 0 1 0 0,0 0-1 0 0,0 0 1 0 0,0 1-1 0 0,0-1 0 0 0,1 0 1 0 0,0 0-1 0 0,0 0 0 0 0,0 0 1 0 0,0 0-1 0 0,0 0 0 0 0,1 0 1 0 0,0-1-1 0 0,0 1 0 0 0,0 0 1 0 0,0-1-1 0 0,1 1 0 0 0,-1-1 1 0 0,1 0-1 0 0,0 0 0 0 0,0 0 1 0 0,0 0-1 0 0,0-1 0 0 0,0 1 1 0 0,6 3-1 0 0,-1-2-6 0 0,1 0 0 0 0,-1 0 0 0 0,1-1 0 0 0,-1 0 0 0 0,1-1 0 0 0,0 0 0 0 0,0 0 0 0 0,1-1 0 0 0,-1 0 0 0 0,0 0 0 0 0,0-1 0 0 0,0 0 0 0 0,12-3 0 0 0,-4 1-6 0 0,-1-1-1 0 0,1-1 1 0 0,-1 0-1 0 0,0-1 1 0 0,0-1-1 0 0,22-12 1 0 0,-29 13-7 0 0,1-2-1 0 0,-1 1 1 0 0,0-1-1 0 0,0 0 1 0 0,0-1-1 0 0,-1 0 1 0 0,-1-1-1 0 0,1 1 1 0 0,-1-1 0 0 0,-1-1-1 0 0,0 1 1 0 0,0-1-1 0 0,-1 0 1 0 0,8-21-1 0 0,-9 17-17 0 0,0 0 0 0 0,0 0 0 0 0,-2 0 0 0 0,0-1 0 0 0,0 1 0 0 0,-1-1 0 0 0,-1 1-1 0 0,-1-1 1 0 0,0 1 0 0 0,0 0 0 0 0,-6-20 0 0 0,6 30 4 0 0,0 0-1 0 0,0 1 1 0 0,0-1 0 0 0,0 0-1 0 0,-1 1 1 0 0,0-1 0 0 0,0 1 0 0 0,0 0-1 0 0,0-1 1 0 0,0 1 0 0 0,-1 0-1 0 0,1 0 1 0 0,-1 1 0 0 0,0-1 0 0 0,0 0-1 0 0,0 1 1 0 0,0 0 0 0 0,0 0-1 0 0,0 0 1 0 0,-6-3 0 0 0,5 4 3 0 0,-1 0 0 0 0,0 0 0 0 0,0 0-1 0 0,0 0 1 0 0,0 1 0 0 0,0-1 0 0 0,0 1 0 0 0,0 1 0 0 0,0-1 0 0 0,0 1 0 0 0,0 0 0 0 0,0 0 0 0 0,0 0 0 0 0,0 0 0 0 0,-6 4 0 0 0,-4 1 0 0 0,1 1 1 0 0,0 0 0 0 0,1 1 0 0 0,-1 1-1 0 0,-15 13 1 0 0,23-18 18 0 0,1 1 0 0 0,-1 0 0 0 0,1 1 0 0 0,1-1 0 0 0,-1 1 0 0 0,1 0 0 0 0,0 0 0 0 0,0 0 0 0 0,0 1 0 0 0,1 0 0 0 0,0-1 0 0 0,1 1 0 0 0,-4 12 0 0 0,6-16-2 0 0,-1-1-1 0 0,1 0 1 0 0,0 1 0 0 0,0-1 0 0 0,0 0 0 0 0,1 1 0 0 0,-1-1 0 0 0,0 0 0 0 0,1 0 0 0 0,-1 1 0 0 0,1-1 0 0 0,0 0-1 0 0,0 0 1 0 0,0 0 0 0 0,0 0 0 0 0,0 0 0 0 0,2 2 0 0 0,0 0 2 0 0,0-1 0 0 0,0 1 1 0 0,1-1-1 0 0,-1 0 0 0 0,1 0 0 0 0,0-1 0 0 0,-1 1 0 0 0,7 2 1 0 0,1 0 2 0 0,0-1 0 0 0,0 0 1 0 0,0 0-1 0 0,1-1 0 0 0,22 3 1 0 0,-5-4-7 0 0,0-1 0 0 0,0-1 0 0 0,1-1 0 0 0,-1-2 0 0 0,0-1 0 0 0,-1-1 1 0 0,1-2-1 0 0,-1-1 0 0 0,40-16 0 0 0,-45 14-10 0 0,-1-1 0 0 0,0 0 0 0 0,-1-2 0 0 0,-1 0 0 0 0,0-2 0 0 0,0 0 0 0 0,-2-1 0 0 0,0-1-1 0 0,-1-1 1 0 0,0 0 0 0 0,21-33 0 0 0,-20 22 1 0 0,-1-1 0 0 0,-1 0 0 0 0,-2-1 0 0 0,-2-1 0 0 0,0 0 0 0 0,-2-1 0 0 0,-2 0 0 0 0,6-48 0 0 0,-12 55-113 0 0,-2 23 86 0 0,-8 6-17 0 0,7-3 46 0 0,1 0-1 0 0,-1 0 1 0 0,1 0-1 0 0,-1 0 1 0 0,1 1-1 0 0,-1-1 1 0 0,1 0-1 0 0,-1 0 1 0 0,1 0-1 0 0,-1 0 0 0 0,1 1 1 0 0,-1-1-1 0 0,1 0 1 0 0,-1 1-1 0 0,1-1 1 0 0,-1 0-1 0 0,1 1 1 0 0,0-1-1 0 0,-1 0 1 0 0,1 1-1 0 0,-1-1 1 0 0,1 1-1 0 0,0-1 0 0 0,-1 2 1 0 0,-15 28 50 0 0,1 1 0 0 0,2 1 1 0 0,1 0-1 0 0,-13 54 0 0 0,15-51 59 0 0,-62 237 1577 0 0,-63 470 1 0 0,133-724-1593 0 0,-13 111 961 0 0,-49 202-1 0 0,61-321-662 0 0,2-4-53 0 0,-1-1-1 0 0,1 0 1 0 0,-1 1 0 0 0,0-1 0 0 0,0 0-1 0 0,-1 0 1 0 0,1 0 0 0 0,-1-1 0 0 0,-5 8 0 0 0,6-11-292 0 0,1 0 1 0 0,0-1-1 0 0,-1 1 1 0 0,1 0-1 0 0,-1 0 1 0 0,1-1 0 0 0,-1 1-1 0 0,1-1 1 0 0,-1 1-1 0 0,1-1 1 0 0,-1 0 0 0 0,0 1-1 0 0,1-1 1 0 0,-1 0-1 0 0,0 0 1 0 0,1 0 0 0 0,-1 0-1 0 0,-1-1 1 0 0,-30-7 260 0 0,26 5-265 0 0,0 1 1 0 0,1-1 0 0 0,0-1-1 0 0,0 1 1 0 0,0-1 0 0 0,0 0-1 0 0,0 0 1 0 0,1-1 0 0 0,0 0-1 0 0,0 0 1 0 0,0 0 0 0 0,0 0-1 0 0,1-1 1 0 0,0 0 0 0 0,0 0-1 0 0,1 0 1 0 0,-1 0 0 0 0,2 0-1 0 0,-1-1 1 0 0,0 0 0 0 0,1 1-1 0 0,0-1 1 0 0,1 0 0 0 0,0 0-1 0 0,0 0 1 0 0,0 0 0 0 0,1-11-1 0 0,1-2-37 0 0,0 1 1 0 0,2 0-1 0 0,0 0 0 0 0,1-1 0 0 0,1 2 0 0 0,1-1 0 0 0,1 1 1 0 0,16-33-1 0 0,3 6-38 0 0,1 2 1 0 0,2 0 0 0 0,2 3-1 0 0,65-68 1 0 0,-21 36-632 0 0,115-84 1 0 0,46-4-3216 0 0,-69 69-4601 0 0,-130 70 526 0 0,-26 15 2216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6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472 320 1712 0 0,'0'0'97'0'0,"-5"-23"3810"0"0,-9-28-1 0 0,12 46-3530 0 0,1 0 0 0 0,-1 1 0 0 0,0-1 0 0 0,0 1 0 0 0,-1-1 0 0 0,1 1 0 0 0,-1 0 0 0 0,0 0 0 0 0,0 0 0 0 0,0 1-1 0 0,-1-1 1 0 0,-7-6 0 0 0,9 10-329 0 0,1-1 0 0 0,-1 1 0 0 0,0-1 0 0 0,1 1 0 0 0,-1 0 0 0 0,0 0 0 0 0,0-1 0 0 0,1 1 0 0 0,-1 0 0 0 0,0 1 0 0 0,0-1 0 0 0,0 0 0 0 0,1 0 0 0 0,-1 1 0 0 0,0-1 0 0 0,1 1 0 0 0,-1-1 0 0 0,0 1 0 0 0,1 0 0 0 0,-1 0 0 0 0,1 0 0 0 0,-1 0 0 0 0,-1 1 0 0 0,-33 29 581 0 0,32-28-543 0 0,-48 49 441 0 0,2 3 0 0 0,2 2 0 0 0,3 2 0 0 0,-54 92 0 0 0,94-142-485 0 0,0 0-1 0 0,0 1 1 0 0,1-1-1 0 0,0 1 1 0 0,1 0-1 0 0,0 1 0 0 0,0-1 1 0 0,0 14-1 0 0,2-20-28 0 0,1-1 0 0 0,0 1 0 0 0,0 0 0 0 0,1-1 1 0 0,-1 1-1 0 0,1 0 0 0 0,0-1 0 0 0,0 1 0 0 0,0-1 0 0 0,0 1 0 0 0,1-1 0 0 0,0 1 0 0 0,-1-1 0 0 0,1 0 0 0 0,0 0 0 0 0,0 0 0 0 0,1 0 0 0 0,-1 0 0 0 0,1 0 0 0 0,-1-1 0 0 0,1 1 1 0 0,0-1-1 0 0,0 0 0 0 0,0 0 0 0 0,0 0 0 0 0,7 3 0 0 0,2 0-31 0 0,1 0 1 0 0,-1-1 0 0 0,1-1 0 0 0,0 0-1 0 0,0 0 1 0 0,0-1 0 0 0,0-1-1 0 0,24-1 1 0 0,-3-2-271 0 0,-1-1 1 0 0,44-10-1 0 0,-50 7 107 0 0,0-1 0 0 0,0-1 0 0 0,0-2 0 0 0,-1-1 0 0 0,38-21 0 0 0,-48 22 141 0 0,-1 0 0 0 0,0-2-1 0 0,0 1 1 0 0,-1-2 0 0 0,0 0-1 0 0,-2 0 1 0 0,1-1-1 0 0,-1-1 1 0 0,13-21 0 0 0,-19 26 83 0 0,0 0 1 0 0,-1 0 0 0 0,0-1 0 0 0,0 0 0 0 0,-1 0 0 0 0,-1 0-1 0 0,3-12 1 0 0,-6 21-25 0 0,-4 1 17 0 0,4 0-35 0 0,0 1 0 0 0,0 0 1 0 0,0 0-1 0 0,-1-1 1 0 0,1 1-1 0 0,0 0 1 0 0,0 0-1 0 0,0 0 0 0 0,-1-1 1 0 0,1 1-1 0 0,0 0 1 0 0,0 0-1 0 0,-1 0 0 0 0,1 0 1 0 0,0 0-1 0 0,-1 0 1 0 0,1 0-1 0 0,0-1 0 0 0,0 1 1 0 0,-1 0-1 0 0,1 0 1 0 0,0 0-1 0 0,-1 0 1 0 0,1 0-1 0 0,0 0 0 0 0,0 0 1 0 0,-1 0-1 0 0,1 0 1 0 0,0 1-1 0 0,0-1 0 0 0,-1 0 1 0 0,1 0-1 0 0,-6 3 31 0 0,0 0-1 0 0,0 0 0 0 0,0 0 0 0 0,1 1 0 0 0,-1 0 1 0 0,1 0-1 0 0,0 1 0 0 0,0 0 0 0 0,1-1 1 0 0,-5 7-1 0 0,-5 7 234 0 0,-20 33 1 0 0,30-44-216 0 0,0 0 0 0 0,1 0 0 0 0,0 0 1 0 0,0 0-1 0 0,0 1 0 0 0,1-1 1 0 0,0 1-1 0 0,1 0 0 0 0,0 0 0 0 0,0 0 1 0 0,0 11-1 0 0,1-15-25 0 0,1 1 1 0 0,0-1-1 0 0,-1 0 1 0 0,1 1-1 0 0,1-1 0 0 0,-1 0 1 0 0,1 1-1 0 0,0-1 1 0 0,-1 0-1 0 0,2 0 1 0 0,-1 0-1 0 0,0 0 0 0 0,1-1 1 0 0,0 1-1 0 0,0-1 1 0 0,0 0-1 0 0,0 1 1 0 0,1-1-1 0 0,-1-1 0 0 0,8 6 1 0 0,0-2-7 0 0,1 0 0 0 0,0-1 0 0 0,0 0 0 0 0,1-1-1 0 0,-1 0 1 0 0,1-1 0 0 0,0 0 0 0 0,0-1 0 0 0,-1-1 0 0 0,1 0 0 0 0,20-1 0 0 0,-17-1-15 0 0,1-1 0 0 0,-1 0 0 0 0,0-1 0 0 0,0-1 0 0 0,0-1-1 0 0,-1 0 1 0 0,1-1 0 0 0,23-12 0 0 0,-33 13-4 0 0,1 1-1 0 0,-1-1 0 0 0,1 0 1 0 0,-2-1-1 0 0,1 1 1 0 0,0-1-1 0 0,-1-1 1 0 0,0 1-1 0 0,-1-1 1 0 0,0 1-1 0 0,0-1 1 0 0,0 0-1 0 0,0-1 0 0 0,-1 1 1 0 0,-1-1-1 0 0,1 1 1 0 0,2-16-1 0 0,-4 17-9 0 0,0-1 0 0 0,0 1 0 0 0,-1-1 0 0 0,0 1 1 0 0,0-1-1 0 0,-1 1 0 0 0,1-1 0 0 0,-1 1 0 0 0,-1 0 0 0 0,1-1 0 0 0,-1 1 0 0 0,0 0 0 0 0,-1 0 0 0 0,1 0 0 0 0,-1 0 0 0 0,0 1 0 0 0,-1-1 0 0 0,1 1 1 0 0,-1 0-1 0 0,0 0 0 0 0,-1 0 0 0 0,-7-7 0 0 0,9 10 2 0 0,0-1 1 0 0,-1 1-1 0 0,0 0 1 0 0,1 0-1 0 0,-1 0 1 0 0,0 1-1 0 0,0-1 1 0 0,0 1-1 0 0,0 0 1 0 0,0 0-1 0 0,0 0 1 0 0,0 1-1 0 0,-8-1 1 0 0,4 1-2 0 0,1 1 0 0 0,0 0 0 0 0,-1 0 1 0 0,1 1-1 0 0,0 0 0 0 0,0 0 0 0 0,-10 5 1 0 0,5-1 8 0 0,-1 1 0 0 0,1 0 0 0 0,0 1 0 0 0,1 0 0 0 0,0 1 0 0 0,0 0 0 0 0,-16 20 0 0 0,22-24 26 0 0,1 0 0 0 0,0 0 1 0 0,1 0-1 0 0,0 1 0 0 0,0 0 0 0 0,0 0 0 0 0,0 0 1 0 0,1 0-1 0 0,0 0 0 0 0,-2 10 0 0 0,4-14-15 0 0,0 0 0 0 0,0 1 0 0 0,0-1 0 0 0,0 0 0 0 0,0 1 0 0 0,0-1 0 0 0,1 0 0 0 0,-1 0 0 0 0,1 1 0 0 0,0-1 0 0 0,-1 0 0 0 0,1 0 0 0 0,0 0-1 0 0,0 0 1 0 0,1 0 0 0 0,-1 0 0 0 0,0 0 0 0 0,1 0 0 0 0,-1 0 0 0 0,1-1 0 0 0,-1 1 0 0 0,1 0 0 0 0,0-1 0 0 0,0 0 0 0 0,0 1 0 0 0,0-1 0 0 0,0 0 0 0 0,0 0 0 0 0,0 0 0 0 0,0 0 0 0 0,0 0 0 0 0,5 0-1 0 0,8 3-5 0 0,0 0-1 0 0,0-2 1 0 0,1 1-1 0 0,-1-2 0 0 0,1 0 1 0 0,-1-2-1 0 0,30-2 0 0 0,-2-4-29 0 0,64-18-1 0 0,-81 17-11 0 0,-1 0-1 0 0,0-1 1 0 0,-1-2 0 0 0,1 0 0 0 0,-2-2 0 0 0,0-1 0 0 0,-1 0-1 0 0,0-2 1 0 0,-1 0 0 0 0,-1-2 0 0 0,0 0 0 0 0,-2-1 0 0 0,0-1-1 0 0,-1-1 1 0 0,25-40 0 0 0,-23 26 22 0 0,-1-1 0 0 0,-2-1-1 0 0,-1 0 1 0 0,-2-1 0 0 0,-2 0-1 0 0,-1-1 1 0 0,-3 0 0 0 0,5-51-1 0 0,-12 89 16 0 0,0 0-1 0 0,0 0 0 0 0,1 0 0 0 0,-1 0 0 0 0,0 0 0 0 0,0 0 0 0 0,0 0 1 0 0,0 0-1 0 0,-1 0 0 0 0,1 0 0 0 0,0 0 0 0 0,0 1 0 0 0,0-1 0 0 0,-1 0 1 0 0,1 0-1 0 0,-1 0 0 0 0,0-1 0 0 0,1 2 1 0 0,-1 0 1 0 0,1 0-1 0 0,-1 0 0 0 0,1-1 1 0 0,0 2-1 0 0,-1-1 1 0 0,1 0-1 0 0,-1 0 0 0 0,1 0 1 0 0,0 0-1 0 0,-1 0 0 0 0,1 0 1 0 0,-1 0-1 0 0,1 0 1 0 0,0 1-1 0 0,-1-1 0 0 0,1 0 1 0 0,0 0-1 0 0,-1 0 0 0 0,1 1 1 0 0,0-1-1 0 0,-1 0 1 0 0,1 1-1 0 0,0-1 0 0 0,0 0 1 0 0,-1 1-1 0 0,-20 30 12 0 0,4 6 112 0 0,1 1-1 0 0,3 0 1 0 0,-11 47-1 0 0,9-17 122 0 0,-5 72 0 0 0,18-120-190 0 0,1 0 0 0 0,0 0 1 0 0,2 1-1 0 0,0-1 0 0 0,1 0 0 0 0,1-1 0 0 0,8 27 0 0 0,-9-38-37 0 0,1 0 0 0 0,0 0 0 0 0,1 0 0 0 0,-1-1 0 0 0,2 0 0 0 0,-1 1 0 0 0,1-1-1 0 0,0-1 1 0 0,0 1 0 0 0,1-1 0 0 0,0 0 0 0 0,0 0 0 0 0,0-1 0 0 0,1 1 0 0 0,0-1 0 0 0,0-1 0 0 0,0 1 0 0 0,0-1-1 0 0,1-1 1 0 0,8 4 0 0 0,-8-4-17 0 0,0-1-1 0 0,0 0 0 0 0,0 0 0 0 0,1 0 1 0 0,-1-1-1 0 0,1-1 0 0 0,-1 1 1 0 0,0-1-1 0 0,10-1 0 0 0,-12 0-9 0 0,-1-1 0 0 0,1 1 1 0 0,0-1-1 0 0,-1 0 0 0 0,1 0 0 0 0,-1-1 0 0 0,1 0 0 0 0,-1 0 0 0 0,0 0 0 0 0,0 0 1 0 0,-1-1-1 0 0,1 0 0 0 0,7-8 0 0 0,3-5 0 0 0,-1-1 1 0 0,-1-1 0 0 0,0 0-1 0 0,15-33 1 0 0,31-88-31 0 0,-54 123 42 0 0,-10 26 6 0 0,-10 29 21 0 0,12-27 3 0 0,0-1-1 0 0,0 1 1 0 0,1 0 0 0 0,1 0 0 0 0,0 0-1 0 0,0 0 1 0 0,1 0 0 0 0,2 20 0 0 0,-1-26-15 0 0,0 0 1 0 0,0 0 0 0 0,0-1 0 0 0,1 1-1 0 0,-1 0 1 0 0,1 0 0 0 0,0-1 0 0 0,1 1-1 0 0,-1-1 1 0 0,1 0 0 0 0,0 0 0 0 0,0 0-1 0 0,0 0 1 0 0,1 0 0 0 0,-1 0 0 0 0,1-1-1 0 0,0 0 1 0 0,0 0 0 0 0,0 0-1 0 0,0 0 1 0 0,6 2 0 0 0,0-1-13 0 0,0 1-1 0 0,1-1 1 0 0,0-1 0 0 0,0 0-1 0 0,0-1 1 0 0,0 0 0 0 0,0-1 0 0 0,1 0-1 0 0,18-1 1 0 0,-22 0-17 0 0,0-1 1 0 0,-1 0-1 0 0,1-1 1 0 0,-1 0 0 0 0,0 0-1 0 0,1-1 1 0 0,-1 0-1 0 0,0 0 1 0 0,0 0-1 0 0,-1-1 1 0 0,1 0-1 0 0,-1-1 1 0 0,0 1-1 0 0,0-1 1 0 0,7-7-1 0 0,-4 1-7 0 0,0 0 0 0 0,0 0 0 0 0,-2-1 0 0 0,1-1 0 0 0,9-21-1 0 0,20-68-14 0 0,-9 21-67 0 0,-27 80 83 0 0,-1 1 20 0 0,-1 0-1 0 0,1 0 0 0 0,0 0 0 0 0,0 0 1 0 0,0 0-1 0 0,0 0 0 0 0,0 1 1 0 0,0-1-1 0 0,0 0 0 0 0,0 0 0 0 0,0 0 1 0 0,-1 0-1 0 0,1 0 0 0 0,0 0 1 0 0,0 0-1 0 0,0 0 0 0 0,0 0 0 0 0,0 0 1 0 0,0 0-1 0 0,-1 0 0 0 0,1 0 1 0 0,0 0-1 0 0,0 0 0 0 0,0 0 0 0 0,0 0 1 0 0,0 0-1 0 0,0 0 0 0 0,-1 0 1 0 0,1 0-1 0 0,0 0 0 0 0,0 0 0 0 0,0 0 1 0 0,0 0-1 0 0,0 0 0 0 0,0 0 1 0 0,0-1-1 0 0,-1 1 0 0 0,1 0 1 0 0,0 0-1 0 0,0 0 0 0 0,0 0 0 0 0,0 0 1 0 0,0 0-1 0 0,0 0 0 0 0,0 0 1 0 0,0-1-1 0 0,0 1 0 0 0,0 0 0 0 0,0 0 1 0 0,0 0-1 0 0,0 0 0 0 0,0 0 1 0 0,-1 0-1 0 0,1 0 0 0 0,0-1 0 0 0,0 1 1 0 0,0 0-1 0 0,0 0 0 0 0,0 0 1 0 0,0 0-1 0 0,0 0 0 0 0,1 0 0 0 0,-1-1 1 0 0,0 1-1 0 0,-12 15 217 0 0,-9 24 192 0 0,15-26-338 0 0,1 0 1 0 0,1 0 0 0 0,0 0-1 0 0,0 0 1 0 0,1 1 0 0 0,1-1-1 0 0,-1 16 1 0 0,3-23-98 0 0,0 0-1 0 0,1 0 1 0 0,0 0 0 0 0,0 0-1 0 0,0 0 1 0 0,0 0-1 0 0,1 0 1 0 0,0 0 0 0 0,0 0-1 0 0,1-1 1 0 0,0 0 0 0 0,0 1-1 0 0,0-1 1 0 0,0 0-1 0 0,1 0 1 0 0,0 0 0 0 0,0-1-1 0 0,7 6 1 0 0,0-1-593 0 0,1 0 0 0 0,-1-1 0 0 0,2 0 1 0 0,-1-1-1 0 0,21 8 0 0 0,-22-11-1185 0 0,-1 0-1 0 0,1-1 1 0 0,0-1 0 0 0,14 3 0 0 0,-8-3-4772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7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65 129 2340 0 0,'1'-129'16460'0'0,"-3"200"-15265"0"0,-18 107-1 0 0,19-172-1182 0 0,0 5 58 0 0,-1 0 0 0 0,0-1 0 0 0,-1 1 0 0 0,0-1 0 0 0,-7 16 0 0 0,9-24-43 0 0,0-2-23 0 0,0 0 0 0 0,0 0 0 0 0,0 0 0 0 0,1 0 0 0 0,-1-1 0 0 0,0 1 0 0 0,0 0 0 0 0,0 0 0 0 0,0 0 0 0 0,1-1 0 0 0,-1 1 0 0 0,0 0 0 0 0,0-1 0 0 0,0 0 0 0 0,-1-3-11 0 0,1 0 1 0 0,0 0-1 0 0,0 0 1 0 0,0 0-1 0 0,0-1 0 0 0,1 1 1 0 0,0 0-1 0 0,-1 0 0 0 0,2-1 1 0 0,-1 1-1 0 0,0 0 1 0 0,1 0-1 0 0,0 0 0 0 0,0-1 1 0 0,0 1-1 0 0,0 0 0 0 0,1 0 1 0 0,0 1-1 0 0,2-5 1 0 0,3-7-46 0 0,1 0 0 0 0,1 1 0 0 0,18-22 1 0 0,-15 21 7 0 0,1 1 1 0 0,1 0-1 0 0,29-23 1 0 0,-35 32 28 0 0,-1 0 0 0 0,1 0 0 0 0,1 0 0 0 0,-1 1 0 0 0,1 0 0 0 0,0 1 0 0 0,0 0 0 0 0,0 1 0 0 0,17-4 0 0 0,-21 6 6 0 0,1 0 1 0 0,0 0-1 0 0,-1 0 0 0 0,1 1 0 0 0,0 0 0 0 0,-1 0 0 0 0,1 0 0 0 0,-1 1 1 0 0,1 0-1 0 0,-1 0 0 0 0,0 0 0 0 0,0 0 0 0 0,0 1 0 0 0,0 0 0 0 0,0 0 1 0 0,0 1-1 0 0,-1-1 0 0 0,0 1 0 0 0,1 0 0 0 0,-2 0 0 0 0,1 0 0 0 0,0 1 1 0 0,-1-1-1 0 0,0 1 0 0 0,0 0 0 0 0,3 7 0 0 0,-2-5 11 0 0,0 0 0 0 0,-1 1 0 0 0,0 0-1 0 0,-1-1 1 0 0,0 1 0 0 0,0 0 0 0 0,0 0 0 0 0,-1 0-1 0 0,-1 1 1 0 0,1-1 0 0 0,-1 0 0 0 0,0 0 0 0 0,-1 0-1 0 0,0 1 1 0 0,-1-1 0 0 0,1 0 0 0 0,-5 10 0 0 0,5-15 3 0 0,-1 1 0 0 0,1-1 1 0 0,-1 0-1 0 0,0 0 0 0 0,0 0 1 0 0,0 0-1 0 0,0 0 0 0 0,-1 0 1 0 0,1-1-1 0 0,-1 1 0 0 0,0-1 0 0 0,0 0 1 0 0,-3 3-1 0 0,5-5-7 0 0,-1 1 0 0 0,0 0 0 0 0,1 0 0 0 0,-1-1 0 0 0,0 1 0 0 0,0-1 1 0 0,0 0-1 0 0,1 1 0 0 0,-1-1 0 0 0,0 0 0 0 0,0 0 0 0 0,0 0 0 0 0,0 0 0 0 0,1 0 0 0 0,-1-1 0 0 0,0 1 0 0 0,0-1 0 0 0,0 1 0 0 0,1-1 0 0 0,-1 1 0 0 0,0-1 0 0 0,1 0 0 0 0,-1 0 0 0 0,0 0 1 0 0,-1-1-1 0 0,2 0-1 0 0,-1 1 0 0 0,1 0 0 0 0,0-1 0 0 0,0 1 0 0 0,0-1 0 0 0,0 0 0 0 0,0 1 0 0 0,0-1 0 0 0,0 0 0 0 0,1 1 0 0 0,-1-1 0 0 0,1 0 0 0 0,-1 0 1 0 0,1 1-1 0 0,0-1 0 0 0,0 0 0 0 0,-1 0 0 0 0,1 0 0 0 0,1 0 0 0 0,-1 0 0 0 0,0-2 0 0 0,10-38-109 0 0,-3 26 87 0 0,0 1-1 0 0,1 0 1 0 0,1 1 0 0 0,0-1 0 0 0,1 2-1 0 0,1-1 1 0 0,0 1 0 0 0,1 1 0 0 0,0 0-1 0 0,1 1 1 0 0,0 0 0 0 0,1 1 0 0 0,0 0-1 0 0,0 2 1 0 0,1-1 0 0 0,0 2-1 0 0,24-9 1 0 0,-35 15 32 0 0,0-1 0 0 0,0 2 0 0 0,0-1-1 0 0,0 0 1 0 0,0 1 0 0 0,0 0 0 0 0,1 0 0 0 0,-1 0-1 0 0,0 0 1 0 0,0 1 0 0 0,0 0 0 0 0,0 0 0 0 0,0 0-1 0 0,0 0 1 0 0,0 0 0 0 0,0 1 0 0 0,0 0 0 0 0,-1 0 0 0 0,1 0-1 0 0,-1 0 1 0 0,1 0 0 0 0,-1 1 0 0 0,0-1 0 0 0,0 1-1 0 0,0 0 1 0 0,0 0 0 0 0,3 5 0 0 0,-3-4 9 0 0,0 1 0 0 0,0 0 0 0 0,-1 0 0 0 0,1 1-1 0 0,-1-1 1 0 0,0 0 0 0 0,-1 1 0 0 0,1-1 0 0 0,-1 1 0 0 0,0-1 0 0 0,0 1 0 0 0,-1 0 0 0 0,0 0 0 0 0,0-1 0 0 0,0 1 0 0 0,-1 0 0 0 0,0-1 0 0 0,0 1 0 0 0,-3 8 0 0 0,-21 51-705 0 0,13-35-2073 0 0,1 0-3606 0 0,10-26 2827 0 0,-4 3-1436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8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1 226 2476 0 0,'2'-4'390'0'0,"20"-40"6376"0"0,53-81 1 0 0,-74 124-6693 0 0,-1 0 1 0 0,0 0-1 0 0,1 1 1 0 0,-1-1-1 0 0,1 0 1 0 0,-1 1-1 0 0,1-1 1 0 0,-1 1-1 0 0,1-1 1 0 0,0 0-1 0 0,-1 1 1 0 0,1-1 0 0 0,0 1-1 0 0,-1 0 1 0 0,1-1-1 0 0,0 1 1 0 0,0 0-1 0 0,0-1 1 0 0,-1 1-1 0 0,1 0 1 0 0,0 0-1 0 0,0-1 1 0 0,0 1-1 0 0,-1 0 1 0 0,1 0-1 0 0,0 0 1 0 0,0 0-1 0 0,1 0 1 0 0,-1 1 0 0 0,0 0 0 0 0,0 0 0 0 0,1 0 0 0 0,-1 0 0 0 0,0-1 0 0 0,0 1 0 0 0,0 1 0 0 0,-1-1 0 0 0,1 0 0 0 0,0 0 0 0 0,0 0 0 0 0,0 0 0 0 0,-1 1 0 0 0,1-1 0 0 0,0 2 0 0 0,2 6 225 0 0,0 1-1 0 0,0-1 0 0 0,2 16 0 0 0,5 145 928 0 0,-7-74-1012 0 0,-2-77 14 0 0,-3 32 0 0 0,-1-41-236 0 0,-2-11-16 0 0,-2-15 15 0 0,7 7-6 0 0,0-1 0 0 0,1 1 0 0 0,0 0 0 0 0,1-1-1 0 0,0 1 1 0 0,1 0 0 0 0,3-10 0 0 0,29-60-161 0 0,-34 77 166 0 0,12-25-54 0 0,2 1-1 0 0,1 0 1 0 0,26-30 0 0 0,-30 41 45 0 0,2 0 0 0 0,0 1 0 0 0,0 0 0 0 0,1 2 1 0 0,1-1-1 0 0,18-9 0 0 0,-30 19 12 0 0,1 0 1 0 0,-1 1-1 0 0,1 0 1 0 0,0 0-1 0 0,0 1 0 0 0,0-1 1 0 0,0 1-1 0 0,0 0 1 0 0,0 0-1 0 0,0 1 0 0 0,1-1 1 0 0,-1 1-1 0 0,0 0 0 0 0,0 1 1 0 0,9 1-1 0 0,-11-1 9 0 0,0 0-1 0 0,0 0 1 0 0,0 0-1 0 0,0 1 0 0 0,0 0 1 0 0,-1-1-1 0 0,1 1 1 0 0,-1 0-1 0 0,1 0 1 0 0,-1 0-1 0 0,0 0 1 0 0,1 1-1 0 0,-1-1 0 0 0,-1 1 1 0 0,1-1-1 0 0,0 1 1 0 0,0 0-1 0 0,-1 0 1 0 0,0-1-1 0 0,1 1 1 0 0,-1 0-1 0 0,0 0 0 0 0,-1 0 1 0 0,1 1-1 0 0,0-1 1 0 0,-1 0-1 0 0,0 3 1 0 0,1 12 18 0 0,-1 0 0 0 0,-1 0 0 0 0,-1 0 0 0 0,-1 0 0 0 0,0-1 0 0 0,-1 1 0 0 0,-9 22 0 0 0,-9 44-198 0 0,22-81-44 0 0,-1 0 0 0 0,1 0 0 0 0,-1 0 0 0 0,1 0 0 0 0,0 0 0 0 0,0 0 0 0 0,0 0 0 0 0,1 0 0 0 0,-1 0 0 0 0,1 0 0 0 0,-1 0 0 0 0,1 0 0 0 0,0 0 0 0 0,0 0 0 0 0,1 0 0 0 0,-1 0 0 0 0,0-1 0 0 0,1 1 0 0 0,0-1 0 0 0,-1 1 0 0 0,1-1 0 0 0,0 1 0 0 0,1-1 0 0 0,-1 0 0 0 0,0 0 0 0 0,0 0 0 0 0,1 0 0 0 0,-1-1 0 0 0,5 3 0 0 0,-3-2-11 0 0,0-1 1 0 0,0 0 0 0 0,0 1 0 0 0,0-1 0 0 0,0 0 0 0 0,1-1 0 0 0,-1 1 0 0 0,0-1 0 0 0,0 0 0 0 0,1 0-1 0 0,-1 0 1 0 0,0-1 0 0 0,1 1 0 0 0,-1-1 0 0 0,0 0 0 0 0,0-1 0 0 0,0 1 0 0 0,0-1 0 0 0,0 1-1 0 0,5-4 1 0 0,7-5 140 0 0,-2-1 0 0 0,1 0 0 0 0,-1-1 0 0 0,23-26 0 0 0,42-61 804 0 0,-41 45 2358 0 0,58-114 0 0 0,-95 166-2895 0 0,-1 2-167 0 0,0-1-1 0 0,0 1 0 0 0,0 0 1 0 0,0-1-1 0 0,0 1 0 0 0,-1-1 1 0 0,1 1-1 0 0,0 0 0 0 0,0-1 1 0 0,0 1-1 0 0,-1 0 1 0 0,1-1-1 0 0,0 1 0 0 0,0 0 1 0 0,-1-1-1 0 0,1 1 0 0 0,0 0 1 0 0,-1 0-1 0 0,1-1 0 0 0,0 1 1 0 0,-1 0-1 0 0,1 0 0 0 0,0 0 1 0 0,-1-1-1 0 0,1 1 0 0 0,-1 0 1 0 0,1 0-1 0 0,0 0 1 0 0,-1 0-1 0 0,1 0 0 0 0,-1 0 1 0 0,1 0-1 0 0,0 0 0 0 0,-1 0 1 0 0,1 0-1 0 0,-1 0 0 0 0,1 0 1 0 0,-1 0-1 0 0,1 0 0 0 0,0 0 1 0 0,-1 0-1 0 0,1 0 1 0 0,0 1-1 0 0,-1-1 0 0 0,-17 7 81 0 0,13-4-59 0 0,1 0-1 0 0,-1 0 1 0 0,1 0 0 0 0,0 0 0 0 0,0 1 0 0 0,0 0-1 0 0,1-1 1 0 0,0 2 0 0 0,-1-1 0 0 0,1 0-1 0 0,0 0 1 0 0,1 1 0 0 0,-1 0 0 0 0,1 0-1 0 0,0-1 1 0 0,0 1 0 0 0,-1 9 0 0 0,2-7 2 0 0,0-1 0 0 0,1 0-1 0 0,0 1 1 0 0,1-1 0 0 0,-1 0 0 0 0,1 1 0 0 0,0-1 0 0 0,1 0 0 0 0,-1 0 0 0 0,1 0-1 0 0,1 0 1 0 0,-1 0 0 0 0,1 0 0 0 0,4 6 0 0 0,9 12 15 0 0,0-1 0 0 0,29 30 0 0 0,1 1 1 0 0,-45-53-11 0 0,0 0-1 0 0,0 0 1 0 0,0 0 0 0 0,0 1 0 0 0,0-1 0 0 0,0 0 0 0 0,-1 1-1 0 0,1-1 1 0 0,0 1 0 0 0,-1-1 0 0 0,1 1 0 0 0,-1-1 0 0 0,0 1-1 0 0,1-1 1 0 0,-1 1 0 0 0,0-1 0 0 0,0 1 0 0 0,0-1-1 0 0,0 1 1 0 0,0-1 0 0 0,0 1 0 0 0,0-1 0 0 0,-1 1 0 0 0,1 0-1 0 0,-1-1 1 0 0,1 0 0 0 0,-1 1 0 0 0,1-1 0 0 0,-1 1 0 0 0,0-1-1 0 0,0 0 1 0 0,1 1 0 0 0,-1-1 0 0 0,0 0 0 0 0,0 0 0 0 0,-1 0-1 0 0,1 1 1 0 0,0-1 0 0 0,0 0 0 0 0,0-1 0 0 0,-1 1 0 0 0,1 0-1 0 0,0 0 1 0 0,-1-1 0 0 0,-2 2 0 0 0,-7 3 136 0 0,1-1 0 0 0,-1 0-1 0 0,0-1 1 0 0,-22 4 0 0 0,30-6-198 0 0,-112 16 472 0 0,98-15-874 0 0,-1-1 1 0 0,1-1 0 0 0,-1-1 0 0 0,-27-4-1 0 0,42 5 32 0 0,1-1-1 0 0,-1 0 0 0 0,0 0 1 0 0,1 0-1 0 0,-1 0 0 0 0,0 0 0 0 0,1 0 1 0 0,-1-1-1 0 0,1 1 0 0 0,-3-3 1 0 0,4 3-139 0 0,0 0 1 0 0,0-1 0 0 0,0 1 0 0 0,0 0-1 0 0,0 0 1 0 0,0-1 0 0 0,0 1 0 0 0,0 0-1 0 0,1-1 1 0 0,-1 1 0 0 0,1-1 0 0 0,-1-1-1 0 0,-1-9-5499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0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185 665 436 0 0,'-27'9'4079'0'0,"-52"22"1641"0"0,71-27-5348 0 0,-1 0 1 0 0,1 1 0 0 0,1 0 0 0 0,-1 0 0 0 0,1 0 0 0 0,-13 13 0 0 0,19-17-337 0 0,0 0 1 0 0,0 0-1 0 0,0 0 1 0 0,0 0 0 0 0,0 0-1 0 0,1 0 1 0 0,-1 0 0 0 0,0 0-1 0 0,1 0 1 0 0,-1 1 0 0 0,0-1-1 0 0,1 0 1 0 0,-1 0-1 0 0,1 1 1 0 0,0-1 0 0 0,-1 0-1 0 0,1 1 1 0 0,0-1 0 0 0,0 1-1 0 0,0-1 1 0 0,0 0-1 0 0,0 1 1 0 0,0-1 0 0 0,0 0-1 0 0,1 1 1 0 0,-1-1 0 0 0,0 0-1 0 0,1 1 1 0 0,-1-1 0 0 0,1 0-1 0 0,0 0 1 0 0,0 2-1 0 0,1-1-3 0 0,-1-1-1 0 0,1 1 0 0 0,0 0 0 0 0,0-1 0 0 0,0 1 1 0 0,1-1-1 0 0,-1 0 0 0 0,0 1 0 0 0,0-1 0 0 0,1 0 1 0 0,-1-1-1 0 0,1 1 0 0 0,-1 0 0 0 0,1-1 0 0 0,-1 1 0 0 0,4-1 1 0 0,7 1-5 0 0,-1 0 0 0 0,1-1 0 0 0,-1-1 0 0 0,0 0 0 0 0,1 0 0 0 0,-1-2 0 0 0,0 1 0 0 0,0-2 0 0 0,0 1 1 0 0,-1-2-1 0 0,1 1 0 0 0,-1-2 0 0 0,0 1 0 0 0,0-2 0 0 0,14-10 0 0 0,-11 5-27 0 0,0 0 0 0 0,-1-1 0 0 0,-1-1 0 0 0,0 0 0 0 0,0-1 0 0 0,-2 0 1 0 0,0-1-1 0 0,0 0 0 0 0,11-29 0 0 0,3-19 141 0 0,-4-1-1 0 0,21-113 1 0 0,-22 88 1087 0 0,-16 78-1082 0 0,-2 6-92 0 0,1-1 1 0 0,-1 1-1 0 0,0-1 1 0 0,-1 0-1 0 0,0-7 1 0 0,-12 25-39 0 0,-1 5-15 0 0,1 0 0 0 0,1 1 0 0 0,1 1 0 0 0,-16 36 0 0 0,16-31-2 0 0,-17 34 40 0 0,-32 96-1 0 0,53-133-18 0 0,1 0-1 0 0,1 0 0 0 0,1 0 0 0 0,0 0 0 0 0,1 1 0 0 0,2-1 0 0 0,0 1 1 0 0,1-1-1 0 0,4 21 0 0 0,-4-35-6 0 0,0-1 0 0 0,0 0-1 0 0,1 0 1 0 0,-1 0 0 0 0,1 0 0 0 0,1 0 0 0 0,-1-1 0 0 0,1 1-1 0 0,-1-1 1 0 0,1 1 0 0 0,1-1 0 0 0,-1 0 0 0 0,0 0-1 0 0,1-1 1 0 0,0 1 0 0 0,0-1 0 0 0,0 1 0 0 0,0-1 0 0 0,1 0-1 0 0,-1-1 1 0 0,1 1 0 0 0,0-1 0 0 0,0 0 0 0 0,0 0 0 0 0,0-1-1 0 0,0 1 1 0 0,0-1 0 0 0,0 0 0 0 0,0 0 0 0 0,0-1 0 0 0,1 0-1 0 0,-1 0 1 0 0,11-1 0 0 0,-4-1-11 0 0,-1 0 0 0 0,1 0 0 0 0,0-2 0 0 0,-1 1 0 0 0,0-2 0 0 0,1 1 0 0 0,-2-2 0 0 0,1 1 0 0 0,-1-1 0 0 0,12-9 0 0 0,-8 4-44 0 0,-1-1-1 0 0,0-1 0 0 0,-1 0 0 0 0,0 0 1 0 0,-1-1-1 0 0,11-18 0 0 0,1-9-73 0 0,-2-1 0 0 0,-2 0 0 0 0,-1-2 0 0 0,15-60 0 0 0,-13 31 134 0 0,-4-1 0 0 0,14-143 0 0 0,-31 199-41 0 0,-11 23-7 0 0,7 1 22 0 0,-1 0 0 0 0,2 0 0 0 0,-1 0 0 0 0,1 1-1 0 0,0 0 1 0 0,0 0 0 0 0,-5 14 0 0 0,2-6 1 0 0,-23 52 167 0 0,2 1-1 0 0,3 1 0 0 0,3 1 1 0 0,4 1-1 0 0,2 1 1 0 0,4 1-1 0 0,3-1 0 0 0,0 93 1 0 0,13-143 809 0 0,-3-21-759 0 0,1-1-50 0 0,1-2-125 0 0,0 1 0 0 0,0 0 0 0 0,-1-1 0 0 0,1 0 0 0 0,0 1 0 0 0,-1-1 0 0 0,1 0 0 0 0,-1 0 0 0 0,0-1 0 0 0,0 1 0 0 0,4-5 0 0 0,24-36 31 0 0,-17 22-57 0 0,6-6 7 0 0,0-2-18 0 0,2 1-1 0 0,1 1 1 0 0,28-28 0 0 0,-46 51-15 0 0,0 1 0 0 0,0-1 1 0 0,0 1-1 0 0,0 0 1 0 0,0 1-1 0 0,1-1 1 0 0,0 1-1 0 0,-1 0 1 0 0,1 0-1 0 0,0 0 1 0 0,8-1-1 0 0,-10 3 10 0 0,-1 0 1 0 0,0 0-1 0 0,1 0 1 0 0,-1 0-1 0 0,1 0 1 0 0,-1 1-1 0 0,1-1 1 0 0,-1 1-1 0 0,1-1 1 0 0,-1 1-1 0 0,0 0 1 0 0,0 0-1 0 0,1 0 1 0 0,-1 1-1 0 0,0-1 0 0 0,0 0 1 0 0,0 1-1 0 0,0 0 1 0 0,0-1-1 0 0,-1 1 1 0 0,1 0-1 0 0,0 0 1 0 0,-1 0-1 0 0,1 0 1 0 0,-1 0-1 0 0,2 3 1 0 0,3 7 10 0 0,-1 0 0 0 0,0 0 0 0 0,0 1 0 0 0,-1 0 0 0 0,4 25 0 0 0,-4-18-7 0 0,10 30 0 0 0,-11-44 17 0 0,-1 1-1 0 0,1-2 1 0 0,0 1 0 0 0,0 0-1 0 0,1 0 1 0 0,0-1-1 0 0,0 0 1 0 0,9 9 0 0 0,-8-10-4 0 0,0-1 0 0 0,0 0 0 0 0,0 0 0 0 0,0 0 0 0 0,0 0 1 0 0,1-1-1 0 0,-1 0 0 0 0,1 0 0 0 0,0-1 0 0 0,0 1 0 0 0,-1-1 0 0 0,1 0 1 0 0,0-1-1 0 0,0 0 0 0 0,0 0 0 0 0,0 0 0 0 0,0 0 0 0 0,0-1 1 0 0,8-2-1 0 0,-4 1-2 0 0,1-1 0 0 0,-1 0 0 0 0,0-1 0 0 0,0 0 0 0 0,0 0-1 0 0,-1-1 1 0 0,1 0 0 0 0,-1-1 0 0 0,16-13 0 0 0,-12 7-1 0 0,-1-1 0 0 0,-1 0 0 0 0,0-1 0 0 0,0 0 0 0 0,-2 0 0 0 0,0-1 0 0 0,0-1 1 0 0,-2 1-1 0 0,0-2 0 0 0,0 1 0 0 0,-2 0 0 0 0,0-1 0 0 0,-1 0 0 0 0,0 0 0 0 0,-2-1 0 0 0,1-18 0 0 0,-2 35-8 0 0,-1 0-1 0 0,0 1 1 0 0,0-1-1 0 0,0 0 1 0 0,0 0 0 0 0,0 0-1 0 0,0 0 1 0 0,0 0-1 0 0,0 0 1 0 0,0 0 0 0 0,0 0-1 0 0,0 0 1 0 0,-1 0 0 0 0,1 0-1 0 0,0 0 1 0 0,-1 1-1 0 0,1-1 1 0 0,-1 0 0 0 0,1 0-1 0 0,-1 0 1 0 0,1 1-1 0 0,-1-1 1 0 0,0 0 0 0 0,1 0-1 0 0,-1 1 1 0 0,0-1 0 0 0,1 1-1 0 0,-1-1 1 0 0,0 0-1 0 0,0 1 1 0 0,0 0 0 0 0,0-1-1 0 0,1 1 1 0 0,-1-1-1 0 0,0 1 1 0 0,0 0 0 0 0,-2-1-1 0 0,0 2 1 0 0,0-1 0 0 0,0 1 0 0 0,0-1 0 0 0,0 1 0 0 0,1 0 0 0 0,-1 0 0 0 0,0 1 0 0 0,0-1 0 0 0,1 0 0 0 0,-6 4 0 0 0,0 1 5 0 0,0 1 1 0 0,0 0-1 0 0,0 0 1 0 0,1 1-1 0 0,0 0 1 0 0,0 0-1 0 0,1 1 1 0 0,0-1-1 0 0,1 1 1 0 0,0 1-1 0 0,0-1 1 0 0,1 1-1 0 0,0 0 0 0 0,-4 14 1 0 0,7-19 6 0 0,0 0-1 0 0,0 0 1 0 0,0 0 0 0 0,1 0-1 0 0,-1 0 1 0 0,1 0 0 0 0,1 0-1 0 0,-1 0 1 0 0,1 0 0 0 0,-1 0-1 0 0,1 0 1 0 0,1-1 0 0 0,-1 1-1 0 0,1 0 1 0 0,0 0 0 0 0,0-1-1 0 0,0 1 1 0 0,0-1 0 0 0,1 0 0 0 0,0 0-1 0 0,0 0 1 0 0,0 0 0 0 0,0 0-1 0 0,1 0 1 0 0,0-1 0 0 0,-1 0-1 0 0,1 0 1 0 0,0 0 0 0 0,1 0-1 0 0,-1 0 1 0 0,9 3 0 0 0,3 0-242 0 0,0 0 1 0 0,0-1 0 0 0,1 0 0 0 0,0-1 0 0 0,0-1-1 0 0,27 1 1 0 0,-28-4-853 0 0,1 0 0 0 0,26-4 0 0 0,-32 2-383 0 0,0 0 1 0 0,0-1-1 0 0,0-1 1 0 0,13-5-1 0 0,4-5-5058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1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75 2268 0 0,'-248'23'13007'0'0,"239"-21"-11456"0"0,29-4-1209 0 0,39-4-452 0 0,196-39-2272 0 0,-86 11-4493 0 0,-113 21 1478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2.0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44 1884 0 0,'-16'-17'7664'0'0,"16"-8"-4094"0"0,1 23-3327 0 0,1 3-51 0 0,2 0-153 0 0,0 1 0 0 0,0 0 1 0 0,0 0-1 0 0,0 1 0 0 0,-1-1 0 0 0,1 1 0 0 0,-1 0 0 0 0,1-1 0 0 0,-1 2 0 0 0,0-1 0 0 0,0 0 0 0 0,0 1 0 0 0,-1-1 1 0 0,1 1-1 0 0,3 7 0 0 0,5 11 59 0 0,14 35 1 0 0,-22-49-69 0 0,37 116 232 0 0,2 4-95 0 0,-34-109-111 0 0,1 0-1 0 0,0-1 0 0 0,1 0 1 0 0,18 24-1 0 0,-27-40-44 0 0,0 0 0 0 0,0-1-1 0 0,1 1 1 0 0,-1-1 0 0 0,0 1-1 0 0,1-1 1 0 0,0 1 0 0 0,-1-1 0 0 0,1 0-1 0 0,0 0 1 0 0,-1 0 0 0 0,1 0 0 0 0,0 0-1 0 0,0 0 1 0 0,0 0 0 0 0,0 0 0 0 0,0-1-1 0 0,0 1 1 0 0,0-1 0 0 0,0 0-1 0 0,0 1 1 0 0,0-1 0 0 0,1 0 0 0 0,-1 0-1 0 0,0-1 1 0 0,0 1 0 0 0,0 0 0 0 0,0-1-1 0 0,0 1 1 0 0,0-1 0 0 0,0 1 0 0 0,0-1-1 0 0,0 0 1 0 0,0 0 0 0 0,0 0-1 0 0,-1 0 1 0 0,1 0 0 0 0,0-1 0 0 0,-1 1-1 0 0,4-3 1 0 0,5-5 22 0 0,-1-1 0 0 0,0 0 0 0 0,0-1-1 0 0,13-21 1 0 0,-22 32-33 0 0,35-62 90 0 0,39-88 0 0 0,-56 111 235 0 0,-16 31-289 0 0,-2 6-32 0 0,1 0-1 0 0,-1 0 0 0 0,1 0 1 0 0,0 0-1 0 0,0 0 0 0 0,0 0 0 0 0,0 0 1 0 0,0 0-1 0 0,0 0 0 0 0,1 1 1 0 0,-1-1-1 0 0,1 0 0 0 0,-1 1 1 0 0,3-3-1 0 0,-3 4-2 0 0,0-1 0 0 0,0 0 0 0 0,0 0 0 0 0,0 1 0 0 0,0-1 0 0 0,1 1 0 0 0,-1-1 0 0 0,0 1 0 0 0,0-1 0 0 0,0 1 0 0 0,1 0 0 0 0,-1 0 0 0 0,0-1 0 0 0,1 1 0 0 0,-1 0 0 0 0,0 0 0 0 0,0 0 0 0 0,1 1 0 0 0,-1-1 0 0 0,0 0 0 0 0,1 0 0 0 0,-1 1 0 0 0,0-1 0 0 0,0 0 0 0 0,0 1 0 0 0,1 0 1 0 0,-1-1-1 0 0,1 2 0 0 0,40 24 50 0 0,-24-12-33 0 0,2-3 16 0 0,1 0 0 0 0,42 16 0 0 0,-57-25-33 0 0,1 0 0 0 0,-1-1 0 0 0,0 1 0 0 0,1-1 0 0 0,-1-1 0 0 0,0 1 1 0 0,1-1-1 0 0,-1 0 0 0 0,1-1 0 0 0,-1 1 0 0 0,1-1 0 0 0,-1 0 0 0 0,0-1 0 0 0,1 0 0 0 0,10-4 1 0 0,-13 3-6 0 0,1 0 0 0 0,-1 0 0 0 0,0 0 0 0 0,-1 0 0 0 0,1 0 0 0 0,0-1 0 0 0,-1 0 0 0 0,0 0 0 0 0,0 0 0 0 0,0 0 1 0 0,0 0-1 0 0,-1-1 0 0 0,1 1 0 0 0,-1-1 0 0 0,0 1 0 0 0,-1-1 0 0 0,1 0 0 0 0,1-8 0 0 0,-2 8-6 0 0,0-1 1 0 0,-1 1-1 0 0,1 0 0 0 0,-1-1 0 0 0,0 1 0 0 0,0-1 0 0 0,-1 1 1 0 0,0 0-1 0 0,0-1 0 0 0,0 1 0 0 0,0 0 0 0 0,-1 0 0 0 0,0 0 1 0 0,0 0-1 0 0,0 0 0 0 0,-6-8 0 0 0,7 12 7 0 0,0 0 0 0 0,0 0 0 0 0,0 0 1 0 0,0 0-1 0 0,-1 0 0 0 0,1 0 0 0 0,0 0 0 0 0,-1 0 0 0 0,1 0 0 0 0,-1 1 0 0 0,1-1 0 0 0,0 1 0 0 0,-1-1 1 0 0,0 1-1 0 0,1 0 0 0 0,-1-1 0 0 0,1 1 0 0 0,-1 0 0 0 0,-2 0 0 0 0,0 0-3 0 0,0 1 1 0 0,-1-1-1 0 0,1 1 1 0 0,0 0-1 0 0,0 0 0 0 0,-5 2 1 0 0,-2 2 6 0 0,0 1-1 0 0,1 0 1 0 0,0 1 0 0 0,0 0 0 0 0,0 0-1 0 0,1 1 1 0 0,0 0 0 0 0,-12 14 0 0 0,5-3 14 0 0,0 1 1 0 0,2 1-1 0 0,-14 24 0 0 0,22-34 2 0 0,0 0-1 0 0,1 1 0 0 0,1-1 0 0 0,0 1 0 0 0,0 0 1 0 0,1 0-1 0 0,0 0 0 0 0,2 0 0 0 0,-2 16 0 0 0,3-23-7 0 0,0-1-1 0 0,0 0 1 0 0,1 0-1 0 0,-1 1 1 0 0,1-1-1 0 0,0 0 1 0 0,1 0-1 0 0,-1 0 0 0 0,1 0 1 0 0,-1 0-1 0 0,1 0 1 0 0,0 0-1 0 0,1 0 1 0 0,-1-1-1 0 0,1 1 1 0 0,-1-1-1 0 0,1 0 1 0 0,0 1-1 0 0,0-1 1 0 0,1-1-1 0 0,-1 1 1 0 0,0 0-1 0 0,1-1 1 0 0,0 0-1 0 0,-1 0 1 0 0,1 0-1 0 0,0 0 1 0 0,0 0-1 0 0,8 1 1 0 0,2 0-306 0 0,0 0 1 0 0,0-1 0 0 0,0 0 0 0 0,1-1 0 0 0,-1-1 0 0 0,1 0 0 0 0,-1-1 0 0 0,20-4 0 0 0,-11 0-1216 0 0,0 0-1 0 0,0-2 1 0 0,-1 0 0 0 0,30-15-1 0 0,-19 4-2528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2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287 124 1304 0 0,'3'-8'1102'0'0,"0"-1"-1"0"0,0 1 0 0 0,-1 0 1 0 0,0-1-1 0 0,0-9 1 0 0,-1 14-832 0 0,-1 1 0 0 0,0 0 0 0 0,0-1 1 0 0,-1 1-1 0 0,1 0 0 0 0,-1-1 0 0 0,0 1 0 0 0,0 0 1 0 0,0 0-1 0 0,0 0 0 0 0,0 0 0 0 0,0 0 1 0 0,-1 0-1 0 0,0 0 0 0 0,1 0 0 0 0,-4-3 0 0 0,4 5-228 0 0,0 1 0 0 0,0-1-1 0 0,0 0 1 0 0,0 1-1 0 0,0-1 1 0 0,0 1-1 0 0,0-1 1 0 0,0 1-1 0 0,0 0 1 0 0,0 0-1 0 0,-1-1 1 0 0,1 1-1 0 0,0 0 1 0 0,0 0-1 0 0,0 0 1 0 0,0 0-1 0 0,-1 0 1 0 0,1 0-1 0 0,0 0 1 0 0,0 1-1 0 0,0-1 1 0 0,-3 1-1 0 0,-23 10 541 0 0,12-3-291 0 0,0 2-1 0 0,0-1 1 0 0,1 2-1 0 0,0 0 0 0 0,1 1 1 0 0,0 0-1 0 0,-11 15 1 0 0,8-7-88 0 0,1 0 0 0 0,0 2 1 0 0,2-1-1 0 0,-14 31 1 0 0,23-44-152 0 0,1 0 0 0 0,0 0 1 0 0,0 0-1 0 0,1 1 1 0 0,0-1-1 0 0,1 1 1 0 0,0-1-1 0 0,0 1 1 0 0,1-1-1 0 0,0 1 0 0 0,2 15 1 0 0,-1-19-75 0 0,0-1 1 0 0,0 1-1 0 0,1-1 0 0 0,-1 0 1 0 0,1 1-1 0 0,0-1 0 0 0,0 0 1 0 0,1 0-1 0 0,-1 0 0 0 0,1 0 1 0 0,0-1-1 0 0,0 1 1 0 0,0-1-1 0 0,0 0 0 0 0,1 0 1 0 0,0 0-1 0 0,-1 0 0 0 0,1 0 1 0 0,0-1-1 0 0,0 0 0 0 0,0 0 1 0 0,1 0-1 0 0,5 2 1 0 0,0-1-405 0 0,0 0 1 0 0,0-1-1 0 0,1-1 1 0 0,-1 1-1 0 0,1-1 1 0 0,-1-1-1 0 0,1 0 1 0 0,0-1-1 0 0,17-3 1 0 0,-12 1-1102 0 0,-1-1 1 0 0,-1 0-1 0 0,20-9 1 0 0,-2-2-3203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2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207 233 1516 0 0,'19'-113'7039'0'0,"-1"6"-542"0"0,-18 96-5734 0 0,-6 10-244 0 0,-8 15-189 0 0,-6 26 137 0 0,2 1 0 0 0,1 1 1 0 0,-20 84-1 0 0,20-67-26 0 0,-16 58 343 0 0,5 1 0 0 0,-19 167 0 0 0,45-267-769 0 0,-2 66 254 0 0,4-76-453 0 0,0 1 1 0 0,1-1 0 0 0,0 0-1 0 0,1 0 1 0 0,-1 0-1 0 0,2 0 1 0 0,5 14 0 0 0,-7-20-14 0 0,0 0 0 0 0,0 0 0 0 0,1-1 0 0 0,-1 1 0 0 0,0-1 0 0 0,1 1 0 0 0,-1-1 0 0 0,1 1 1 0 0,0-1-1 0 0,-1 0 0 0 0,1 0 0 0 0,0 0 0 0 0,0 0 0 0 0,0 0 0 0 0,0 0 0 0 0,0 0 1 0 0,-1-1-1 0 0,2 1 0 0 0,-1-1 0 0 0,0 0 0 0 0,0 1 0 0 0,0-1 0 0 0,0 0 0 0 0,0 0 1 0 0,0 0-1 0 0,0 0 0 0 0,0-1 0 0 0,0 1 0 0 0,0 0 0 0 0,0-1 0 0 0,0 1 0 0 0,3-2 1 0 0,1 0-251 0 0,0-1 0 0 0,0 1 0 0 0,0-1 0 0 0,0 0 0 0 0,-1 0 0 0 0,1-1 0 0 0,-1 0 0 0 0,0 0 0 0 0,6-5 0 0 0,5-10 556 0 0,0-1 1 0 0,-1 0 0 0 0,20-35-1 0 0,26-71 6501 0 0,-54 112-5440 0 0,3-12 898 0 0,-10 26-2047 0 0,0 0 1 0 0,0 0-1 0 0,0 0 1 0 0,0 0-1 0 0,0 0 1 0 0,0 0-1 0 0,0 0 1 0 0,0 0-1 0 0,0 0 0 0 0,-1 0 1 0 0,1 0-1 0 0,0 0 1 0 0,0 0-1 0 0,0 0 1 0 0,0 0-1 0 0,0 0 0 0 0,0 0 1 0 0,0 0-1 0 0,0 0 1 0 0,0 0-1 0 0,0 0 1 0 0,0-1-1 0 0,0 1 1 0 0,0 0-1 0 0,0 0 0 0 0,0 0 1 0 0,0 0-1 0 0,0 0 1 0 0,0 0-1 0 0,0 0 1 0 0,0 0-1 0 0,0 0 0 0 0,0 0 1 0 0,0 0-1 0 0,0 0 1 0 0,0 0-1 0 0,0 0 1 0 0,0 0-1 0 0,0 0 0 0 0,0 0 1 0 0,0 0-1 0 0,0-1 1 0 0,-9 15 167 0 0,2 1-131 0 0,0 0 1 0 0,1 0 0 0 0,1 0 0 0 0,0 0-1 0 0,1 1 1 0 0,1 0 0 0 0,0 0 0 0 0,1 0 0 0 0,1 0-1 0 0,1 1 1 0 0,2 23 0 0 0,-2-36-34 0 0,1 0 0 0 0,0 0 0 0 0,0 0 0 0 0,0 0 0 0 0,1 0 0 0 0,0 0 0 0 0,-1-1 1 0 0,1 1-1 0 0,1-1 0 0 0,-1 1 0 0 0,0-1 0 0 0,1 0 0 0 0,0 0 0 0 0,-1 0 0 0 0,1 0 0 0 0,4 3 0 0 0,-2-3-6 0 0,0 0 1 0 0,1 0-1 0 0,-1 0 0 0 0,1-1 0 0 0,0 1 1 0 0,-1-1-1 0 0,1-1 0 0 0,0 1 0 0 0,0-1 1 0 0,7 1-1 0 0,-3-1-17 0 0,0-1 1 0 0,0 0-1 0 0,0 0 1 0 0,0-1-1 0 0,0 0 1 0 0,0-1-1 0 0,0 0 1 0 0,-1-1-1 0 0,1 0 1 0 0,-1 0-1 0 0,1-1 1 0 0,-1 0-1 0 0,9-6 1 0 0,-7 2-8 0 0,-1 0-1 0 0,-1-1 1 0 0,1 0 0 0 0,-1-1 0 0 0,-1 0 0 0 0,0 0 0 0 0,0 0-1 0 0,-1-1 1 0 0,-1 0 0 0 0,1-1 0 0 0,-2 0 0 0 0,0 0 0 0 0,5-14-1 0 0,-7 16-1 0 0,-1 1 0 0 0,0 0 0 0 0,0-1 0 0 0,-1 0 0 0 0,0 1 0 0 0,0-1-1 0 0,-1 0 1 0 0,-1 1 0 0 0,0-1 0 0 0,0 0 0 0 0,-1 1 0 0 0,0-1 0 0 0,0 1-1 0 0,-1 0 1 0 0,0 0 0 0 0,-1 0 0 0 0,0 0 0 0 0,-7-11 0 0 0,9 17 2 0 0,-1-1 0 0 0,0 0 0 0 0,0 1 1 0 0,-1-1-1 0 0,1 1 0 0 0,-1 0 1 0 0,1 0-1 0 0,-1 0 0 0 0,0 1 0 0 0,0-1 1 0 0,0 1-1 0 0,0 0 0 0 0,-1 0 0 0 0,-4-1 1 0 0,2 1-1 0 0,-1 1 0 0 0,1 0 0 0 0,0 0 0 0 0,-1 0 0 0 0,1 1 0 0 0,0 0 0 0 0,-1 0 0 0 0,-8 3 0 0 0,-1 0 1 0 0,0 1 0 0 0,1 1 0 0 0,0 1 0 0 0,0 0 0 0 0,0 1 0 0 0,1 1 0 0 0,-15 9 0 0 0,17-7-24 0 0,-1 0 0 0 0,1 0-1 0 0,1 1 1 0 0,0 1 0 0 0,-16 19-1 0 0,24-25-172 0 0,0-1 0 0 0,-1 1 0 0 0,2 0 0 0 0,-1 0 0 0 0,1 1-1 0 0,0-1 1 0 0,0 1 0 0 0,1-1 0 0 0,-1 1 0 0 0,2 0 0 0 0,-1 0 0 0 0,1 0-1 0 0,0 0 1 0 0,0 0 0 0 0,1 10 0 0 0,0-14-11 0 0,1 0 0 0 0,0 1-1 0 0,0-1 1 0 0,0 0 0 0 0,0 0 0 0 0,0 0 0 0 0,0 0-1 0 0,1 0 1 0 0,0 0 0 0 0,-1 0 0 0 0,1-1-1 0 0,0 1 1 0 0,1 0 0 0 0,-1-1 0 0 0,0 0 0 0 0,1 1-1 0 0,-1-1 1 0 0,1 0 0 0 0,-1 0 0 0 0,1-1 0 0 0,0 1-1 0 0,0-1 1 0 0,0 1 0 0 0,0-1 0 0 0,5 2-1 0 0,0-1-548 0 0,0 0 0 0 0,0-1-1 0 0,1 0 1 0 0,-1 0-1 0 0,1 0 1 0 0,-1-1-1 0 0,1-1 1 0 0,15-2 0 0 0,1-1-2672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3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0 147 820 0 0,'109'-136'11840'0'0,"-109"135"-11794"0"0,1 0 0 0 0,0 0 0 0 0,-1 0 0 0 0,1 1-1 0 0,0-1 1 0 0,0 0 0 0 0,-1 1 0 0 0,1-1-1 0 0,0 1 1 0 0,0-1 0 0 0,0 1 0 0 0,0-1-1 0 0,0 1 1 0 0,0-1 0 0 0,0 1 0 0 0,0 0-1 0 0,0 0 1 0 0,0-1 0 0 0,0 1 0 0 0,0 0-1 0 0,0 0 1 0 0,0 0 0 0 0,2 1 0 0 0,-1-1-15 0 0,-1 1 1 0 0,1-1 0 0 0,-1 1 0 0 0,1 0 0 0 0,-1 0 0 0 0,0 0-1 0 0,1 0 1 0 0,-1 0 0 0 0,0 0 0 0 0,0 0 0 0 0,0 0 0 0 0,0 1-1 0 0,2 1 1 0 0,1 3 44 0 0,-1 0 1 0 0,0 0-1 0 0,0 0 0 0 0,0 1 0 0 0,-1-1 0 0 0,2 8 0 0 0,0 7 249 0 0,-1 0 0 0 0,-1 0 0 0 0,0 0 0 0 0,-2 0-1 0 0,-1 0 1 0 0,-1 1 0 0 0,0-1 0 0 0,-2 0 0 0 0,-7 27 0 0 0,8-40 229 0 0,1 0 1 0 0,-1 0-1 0 0,0 0 1 0 0,-1-1-1 0 0,1 1 1 0 0,-7 8-1 0 0,9-15-218 0 0,-4 0 209 0 0,-1 0 6 0 0,8-12-232 0 0,6-5-256 0 0,1 1-1 0 0,0 1 1 0 0,2 0-1 0 0,-1 0 1 0 0,2 1-1 0 0,0 0 1 0 0,0 1-1 0 0,1 0 1 0 0,1 1-1 0 0,0 0 1 0 0,0 2 0 0 0,18-10-1 0 0,10-4-1422 0 0,1 3 0 0 0,0 1 0 0 0,61-16-1 0 0,-80 28-303 0 0,21-7-6437 0 0,-33 7 1280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3.5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99 3268 0 0,'-66'-9'4314'0'0,"24"4"-650"0"0,1-2 1 0 0,-42-12 0 0 0,82 19-3566 0 0,0 0 0 0 0,1 0-1 0 0,-1 0 1 0 0,0-1 0 0 0,0 1 0 0 0,0 0 0 0 0,0-1 0 0 0,0 1 0 0 0,1-1 0 0 0,-1 1 0 0 0,0-1 0 0 0,0 1-1 0 0,1-1 1 0 0,-1 0 0 0 0,-1 0 0 0 0,2 0-73 0 0,0 1-1 0 0,0 0 1 0 0,1-1-1 0 0,-1 1 1 0 0,0 0-1 0 0,0-1 1 0 0,0 1 0 0 0,0 0-1 0 0,0 0 1 0 0,0-1-1 0 0,1 1 1 0 0,-1 0-1 0 0,0 0 1 0 0,0-1-1 0 0,0 1 1 0 0,1 0 0 0 0,-1 0-1 0 0,0 0 1 0 0,0-1-1 0 0,0 1 1 0 0,1 0-1 0 0,-1 0 1 0 0,0 0 0 0 0,1 0-1 0 0,-1-1 1 0 0,0 1-1 0 0,0 0 1 0 0,1 0-1 0 0,0 0 1 0 0,33-9 405 0 0,-31 9-382 0 0,58-8 62 0 0,0 3 0 0 0,86 4 0 0 0,-83 1-356 0 0,-17 0-221 0 0,286-3-3812 0 0,-112-9-4309 0 0,-153 5 2829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4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628 21 1244 0 0,'0'0'1415'0'0,"-3"0"-200"0"0,-8-1-217 0 0,8 0-207 0 0,-17-10 2995 0 0,20 10-3553 0 0,-1 1 1 0 0,1-1-1 0 0,-1 1 1 0 0,0-1-1 0 0,1 0 0 0 0,-1 1 1 0 0,0-1-1 0 0,1 1 1 0 0,-1 0-1 0 0,0-1 1 0 0,0 1-1 0 0,0 0 0 0 0,1-1 1 0 0,-1 1-1 0 0,0 0 1 0 0,0 0-1 0 0,0 0 1 0 0,0-1-1 0 0,1 1 0 0 0,-3 0 1 0 0,-21 7 1365 0 0,-27 23-2311 0 0,34-19 1186 0 0,6-4-464 0 0,0 0 0 0 0,1 0 0 0 0,-1 1-1 0 0,2 1 1 0 0,-1 0 0 0 0,1 0 0 0 0,0 0 0 0 0,1 1-1 0 0,0 1 1 0 0,-11 19 0 0 0,19-28-5 0 0,-1 0-1 0 0,1 0 0 0 0,-1 0 1 0 0,1 0-1 0 0,-1 0 0 0 0,1 0 1 0 0,0 0-1 0 0,0 0 1 0 0,0 0-1 0 0,0 0 0 0 0,1 0 1 0 0,-1 0-1 0 0,1 0 1 0 0,-1 0-1 0 0,1-1 0 0 0,-1 1 1 0 0,1 0-1 0 0,0 0 0 0 0,0 0 1 0 0,0-1-1 0 0,0 1 1 0 0,0 0-1 0 0,2 1 0 0 0,3 5 16 0 0,1 0 0 0 0,-1-1 0 0 0,10 8 0 0 0,-12-12-12 0 0,14 14 5 0 0,0 0 1 0 0,-1 1 0 0 0,-1 0-1 0 0,25 38 1 0 0,-37-50-7 0 0,-1 0-1 0 0,0 0 1 0 0,0 1-1 0 0,0-1 1 0 0,-1 1-1 0 0,0 0 1 0 0,0 0-1 0 0,-1-1 1 0 0,0 1-1 0 0,0 0 1 0 0,-1 1-1 0 0,1-1 1 0 0,-2 0-1 0 0,1 0 1 0 0,-1 0-1 0 0,0 0 1 0 0,0 0-1 0 0,-1-1 1 0 0,0 1-1 0 0,0 0 1 0 0,-5 10-1 0 0,0-5 126 0 0,-1 1 0 0 0,0-1 0 0 0,-1 0 0 0 0,0-1 0 0 0,-1 0 0 0 0,0-1-1 0 0,0 0 1 0 0,-1 0 0 0 0,-1-1 0 0 0,0-1 0 0 0,0 0 0 0 0,0 0 0 0 0,-1-1 0 0 0,-16 5 0 0 0,9-3 151 0 0,0-2 0 0 0,-1 0 1 0 0,1-2-1 0 0,-2 0 0 0 0,1-1 1 0 0,0-2-1 0 0,-1 0 0 0 0,-41-2 1 0 0,53-1-182 0 0,1 0 0 0 0,0-1 0 0 0,-1 0 0 0 0,1-1 0 0 0,0 0 0 0 0,0 0 1 0 0,1-1-1 0 0,-1 0 0 0 0,-9-7 0 0 0,15 10-130 0 0,1 0 0 0 0,0-1 0 0 0,0 1 0 0 0,0-1 0 0 0,0 0 0 0 0,0 1-1 0 0,0-1 1 0 0,1 0 0 0 0,-1 0 0 0 0,1 0 0 0 0,-1 0 0 0 0,1-1 0 0 0,0 1 0 0 0,0 0 0 0 0,0 0 0 0 0,0-1 0 0 0,0 1-1 0 0,0-1 1 0 0,0 1 0 0 0,1-1 0 0 0,0 1 0 0 0,-1-1 0 0 0,1 1 0 0 0,0-1 0 0 0,0 0 0 0 0,0 1 0 0 0,1-1 0 0 0,-1 1-1 0 0,1-1 1 0 0,-1 1 0 0 0,1-1 0 0 0,0 1 0 0 0,0-1 0 0 0,0 1 0 0 0,0 0 0 0 0,0 0 0 0 0,1-1 0 0 0,1-1 0 0 0,3-4-341 0 0,0 0 1 0 0,1 0-1 0 0,1 0 1 0 0,-1 1 0 0 0,1 0-1 0 0,0 1 1 0 0,1 0-1 0 0,-1 0 1 0 0,15-7-1 0 0,12-4-2806 0 0,44-14-1 0 0,-41 17-556 0 0,-4-1-775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4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 87 1840 0 0,'1'-19'4049'0'0,"-1"3"122"0"0,-1 1 0 0 0,-2-20 0 0 0,3 33-3870 0 0,-10 30 322 0 0,-249 1096 7564 0 0,187-528-6382 0 0,55-415-1482 0 0,17-180-321 0 0,-1 19 38 0 0,-1-1 1 0 0,-1 0-1 0 0,-1 1 1 0 0,0-1-1 0 0,-1-1 1 0 0,-11 24-1 0 0,16-41-63 0 0,0-1 0 0 0,0 1 0 0 0,0-1 0 0 0,-1 1 0 0 0,1-1 0 0 0,0 1 0 0 0,-1-1 0 0 0,1 1 0 0 0,0-1 0 0 0,-1 0 0 0 0,1 1 0 0 0,0-1 0 0 0,-1 1 0 0 0,1-1 0 0 0,-1 0 0 0 0,1 1 0 0 0,-1-1 0 0 0,1 0 0 0 0,-1 0 0 0 0,1 1 0 0 0,-1-1 0 0 0,1 0 0 0 0,-1 0 1 0 0,0 0-1 0 0,1 0 0 0 0,-1 0 0 0 0,1 0 0 0 0,-1 1 0 0 0,1-1 0 0 0,-1-1 0 0 0,0 1 0 0 0,1 0 0 0 0,-1 0 0 0 0,1 0 0 0 0,-1 0 0 0 0,1 0 0 0 0,-1 0 0 0 0,1-1 0 0 0,-1 1 0 0 0,1 0 0 0 0,-1 0 0 0 0,1-1 0 0 0,-1 1 0 0 0,1 0 0 0 0,-1-1 0 0 0,0 0 0 0 0,-1-1-174 0 0,0 1 0 0 0,0-1-1 0 0,1 0 1 0 0,-1-1 0 0 0,0 1 0 0 0,1 0 0 0 0,-1 0-1 0 0,-1-5 1 0 0,-4-13-910 0 0,1 0 1 0 0,1-1-1 0 0,1 1 0 0 0,-1-22 0 0 0,-2-88-2864 0 0,5 82 2624 0 0,-2-51-1088 0 0,-9-285-3281 0 0,16 3 4953 0 0,0 325 1217 0 0,2 0 1 0 0,15-71 0 0 0,-14 105-316 0 0,0 1-1 0 0,0 0 1 0 0,2 0-1 0 0,1 1 1 0 0,1 0-1 0 0,0 0 1 0 0,2 1-1 0 0,22-30 1 0 0,-26 40-102 0 0,0 1 1 0 0,0 0 0 0 0,1 0 0 0 0,0 1 0 0 0,1 0-1 0 0,0 1 1 0 0,0 0 0 0 0,0 0 0 0 0,1 1 0 0 0,-1 0-1 0 0,1 1 1 0 0,0 0 0 0 0,1 1 0 0 0,-1 0 0 0 0,0 1-1 0 0,1 0 1 0 0,0 1 0 0 0,-1 0 0 0 0,1 1 0 0 0,14 2-1 0 0,1 1 180 0 0,0 1-1 0 0,0 1 1 0 0,-1 2-1 0 0,1 0 0 0 0,-2 2 1 0 0,1 1-1 0 0,36 20 0 0 0,-59-28-54 0 0,0-1 0 0 0,0 1-1 0 0,0 0 1 0 0,0 0 0 0 0,0 0-1 0 0,-1 0 1 0 0,1 0 0 0 0,-1 1-1 0 0,0-1 1 0 0,1 1 0 0 0,-1-1-1 0 0,0 1 1 0 0,0 0 0 0 0,-1 0-1 0 0,1 0 1 0 0,-1 0-1 0 0,3 6 1 0 0,-4-6-64 0 0,0-1 1 0 0,0 0-1 0 0,0 1 0 0 0,0-1 1 0 0,0 1-1 0 0,-1-1 0 0 0,1 1 1 0 0,0-1-1 0 0,-1 0 0 0 0,0 1 1 0 0,0-1-1 0 0,0 0 0 0 0,0 0 1 0 0,0 0-1 0 0,0 0 0 0 0,0 1 0 0 0,-1-2 1 0 0,1 1-1 0 0,-1 0 0 0 0,0 0 1 0 0,1 0-1 0 0,-1-1 0 0 0,0 1 1 0 0,0-1-1 0 0,-3 3 0 0 0,-16 9 86 0 0,0-1-1 0 0,-1-1 0 0 0,0-1 1 0 0,-1 0-1 0 0,-44 11 0 0 0,53-18-590 0 0,-6 2-1446 0 0,13-2-5163 0 0,19-10 3854 0 0,2 3-1002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5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167 165 1148 0 0,'9'-8'1256'0'0,"-1"-1"-1"0"0,0 0 1 0 0,0 0 0 0 0,-1-1-1 0 0,-1 0 1 0 0,1 0 0 0 0,-2-1-1 0 0,1 0 1 0 0,-1 0-1 0 0,5-20 1 0 0,-9 30-1210 0 0,-1 0 0 0 0,1 1 0 0 0,-1-1 0 0 0,0 0-1 0 0,1 0 1 0 0,-1 0 0 0 0,0 0 0 0 0,0 0 0 0 0,0 0 0 0 0,0 0 0 0 0,0 0-1 0 0,0 0 1 0 0,0 0 0 0 0,0 0 0 0 0,0 0 0 0 0,0 0 0 0 0,-1 0 0 0 0,1 0 0 0 0,0 0-1 0 0,-1 0 1 0 0,1 0 0 0 0,0 0 0 0 0,-1 0 0 0 0,1 1 0 0 0,-1-1 0 0 0,0 0-1 0 0,1 0 1 0 0,-1 0 0 0 0,0 1 0 0 0,1-1 0 0 0,-1 0 0 0 0,0 1 0 0 0,0-1 0 0 0,0 1-1 0 0,1-1 1 0 0,-1 1 0 0 0,0-1 0 0 0,0 1 0 0 0,-1-1 0 0 0,-1 0-20 0 0,0 1 0 0 0,1-1-1 0 0,-1 1 1 0 0,0 0 0 0 0,1 0 0 0 0,-1 0 0 0 0,0 0 0 0 0,0 0 0 0 0,1 0 0 0 0,-1 1 0 0 0,0 0 0 0 0,-3 1 0 0 0,-8 4-3 0 0,1 1 1 0 0,0 1 0 0 0,0 0 0 0 0,0 1 0 0 0,1 0 0 0 0,1 1 0 0 0,-1 0-1 0 0,2 1 1 0 0,0 0 0 0 0,0 1 0 0 0,1 0 0 0 0,0 1 0 0 0,1-1 0 0 0,0 2-1 0 0,1-1 1 0 0,1 1 0 0 0,-5 15 0 0 0,10-26-15 0 0,0-1 1 0 0,0 1 0 0 0,1 0-1 0 0,-1 0 1 0 0,1 0-1 0 0,-1 0 1 0 0,1 0-1 0 0,0-1 1 0 0,1 1-1 0 0,-1 0 1 0 0,0 0-1 0 0,1 0 1 0 0,-1 0-1 0 0,1 0 1 0 0,0-1-1 0 0,0 1 1 0 0,0 0-1 0 0,0-1 1 0 0,1 1 0 0 0,-1-1-1 0 0,1 1 1 0 0,0-1-1 0 0,-1 1 1 0 0,1-1-1 0 0,0 0 1 0 0,0 0-1 0 0,0 0 1 0 0,1 0-1 0 0,2 2 1 0 0,-1-2 4 0 0,0 0 0 0 0,1 0 1 0 0,-1 0-1 0 0,0-1 0 0 0,0 0 0 0 0,1 1 1 0 0,-1-2-1 0 0,1 1 0 0 0,-1 0 0 0 0,1-1 1 0 0,0 0-1 0 0,-1 0 0 0 0,1 0 0 0 0,-1 0 1 0 0,1-1-1 0 0,-1 0 0 0 0,1 0 0 0 0,5-2 1 0 0,-2 0 0 0 0,-1-1 1 0 0,0 0 0 0 0,1 0-1 0 0,-2 0 1 0 0,1-1 0 0 0,0 0-1 0 0,-1 0 1 0 0,0-1 0 0 0,10-11-1 0 0,3-7 130 0 0,21-35 0 0 0,-14 19-35 0 0,2-3 632 0 0,-27 42-686 0 0,2 16-30 0 0,-3 0 0 0 0,-1 1 0 0 0,0 0 0 0 0,-5 19 0 0 0,-1 11 89 0 0,6-38-211 0 0,1 1-1 0 0,0-1 1 0 0,1 1-1 0 0,0-1 0 0 0,0 0 1 0 0,1 1-1 0 0,4 13 1 0 0,-5-19-224 0 0,0 0 0 0 0,1 0 0 0 0,-1 0 1 0 0,1-1-1 0 0,-1 1 0 0 0,1-1 0 0 0,0 1 0 0 0,0-1 1 0 0,0 1-1 0 0,1-1 0 0 0,-1 0 0 0 0,0 0 0 0 0,1 0 1 0 0,-1 0-1 0 0,1-1 0 0 0,0 1 0 0 0,-1-1 0 0 0,1 1 1 0 0,0-1-1 0 0,0 0 0 0 0,0 0 0 0 0,0 0 0 0 0,0-1 0 0 0,4 1 1 0 0,9 0-3268 0 0,-1 1-1372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5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154 148 572 0 0,'3'-11'1604'0'0,"0"0"1"0"0,-1 0-1 0 0,0 0 0 0 0,-1-1 1 0 0,0 1-1 0 0,-1-1 0 0 0,0 1 1 0 0,-1-1-1 0 0,-3-17 1 0 0,4 26-1288 0 0,-3 4-265 0 0,0-1 1 0 0,1 1 0 0 0,-1-1-1 0 0,1 1 1 0 0,-1 0-1 0 0,1 0 1 0 0,-1 0 0 0 0,1 0-1 0 0,0 1 1 0 0,0-1 0 0 0,0 1-1 0 0,-1-1 1 0 0,1 1-1 0 0,0 0 1 0 0,-2 3 0 0 0,-28 34 101 0 0,26-30-84 0 0,-5 5-35 0 0,2 0 1 0 0,0 1-1 0 0,0 0 1 0 0,2 0-1 0 0,0 1 1 0 0,0 0-1 0 0,1 0 1 0 0,2 0-1 0 0,-1 1 1 0 0,-3 29-1 0 0,8-42-12 0 0,0 0-1 0 0,0 0 1 0 0,0 0 0 0 0,0 0-1 0 0,1 0 1 0 0,0 0 0 0 0,-1 0-1 0 0,1 0 1 0 0,1 0 0 0 0,-1-1-1 0 0,0 1 1 0 0,1 0 0 0 0,0-1-1 0 0,0 1 1 0 0,0-1 0 0 0,0 0-1 0 0,5 5 1 0 0,-4-5-5 0 0,1 0 1 0 0,0 0-1 0 0,0 0 1 0 0,0-1-1 0 0,0 1 1 0 0,0-1-1 0 0,0 0 1 0 0,1 0-1 0 0,-1-1 1 0 0,1 1-1 0 0,-1-1 1 0 0,10 1-1 0 0,-3-1-4 0 0,0 0 0 0 0,1-1 0 0 0,-1-1 0 0 0,0 0 0 0 0,0 0 0 0 0,0-1 0 0 0,0-1 0 0 0,0 1 0 0 0,0-2 0 0 0,0 0 0 0 0,16-8-1 0 0,-11 2-12 0 0,0-1 0 0 0,0 0 0 0 0,-1-1 0 0 0,0-1-1 0 0,-1-1 1 0 0,0 0 0 0 0,-1-1 0 0 0,19-28 0 0 0,-16 17 61 0 0,-1 0 0 0 0,-1-1 1 0 0,-1-1-1 0 0,17-54 0 0 0,-28 66 10 0 0,-2 16-71 0 0,0-1 0 0 0,0 1 1 0 0,0-1-1 0 0,0 1 0 0 0,0 0 1 0 0,0-1-1 0 0,0 1 0 0 0,0 0 1 0 0,0-1-1 0 0,0 1 0 0 0,-1 0 1 0 0,1-1-1 0 0,0 1 0 0 0,0 0 1 0 0,0-1-1 0 0,-1 1 0 0 0,1 0 1 0 0,0 0-1 0 0,0-1 1 0 0,-1 1-1 0 0,1 0 0 0 0,0 0 1 0 0,-1-1-1 0 0,0 1 0 0 0,0 0 1 0 0,0 0-1 0 0,0-1 1 0 0,0 1-1 0 0,0 0 1 0 0,0 0-1 0 0,0 1 1 0 0,0-1-1 0 0,0 0 1 0 0,0 0-1 0 0,-1 0 1 0 0,1 1-1 0 0,0-1 1 0 0,0 0-1 0 0,-1 2 0 0 0,-5 1 1 0 0,0 1-1 0 0,1 1 0 0 0,0-1 0 0 0,0 1 0 0 0,0 0 0 0 0,0 0 0 0 0,1 1 0 0 0,0 0 1 0 0,0 0-1 0 0,1 0 0 0 0,-7 11 0 0 0,3-3 11 0 0,0 1-1 0 0,1 0 1 0 0,0 0 0 0 0,-6 24-1 0 0,11-32 17 0 0,1 1-1 0 0,-1 0 0 0 0,1 0 0 0 0,0-1 1 0 0,1 1-1 0 0,0 0 0 0 0,0 0 0 0 0,1 0 0 0 0,0 0 1 0 0,0-1-1 0 0,1 1 0 0 0,4 13 0 0 0,-4-17-26 0 0,0 1-1 0 0,0-1 1 0 0,1 0-1 0 0,0 0 0 0 0,-1 0 1 0 0,1 0-1 0 0,1 0 1 0 0,-1 0-1 0 0,1-1 1 0 0,-1 0-1 0 0,1 0 0 0 0,0 0 1 0 0,0 0-1 0 0,0 0 1 0 0,1-1-1 0 0,-1 0 1 0 0,0 0-1 0 0,1 0 1 0 0,0 0-1 0 0,-1-1 0 0 0,7 2 1 0 0,2-1-355 0 0,0-1 1 0 0,0 0-1 0 0,-1-1 1 0 0,1 0-1 0 0,0 0 0 0 0,0-2 1 0 0,-1 0-1 0 0,1 0 1 0 0,14-5-1 0 0,4-3-2439 0 0,-2-2-1 0 0,43-22 0 0 0,-30 11-2971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6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743 364 616 0 0,'-46'-138'12287'0'0,"-3"-75"-5540"0"0,49 213-6737 0 0,0-1 1 0 0,0 0-1 0 0,0 1 1 0 0,0-1-1 0 0,0 0 0 0 0,-1 1 1 0 0,1-1-1 0 0,0 1 1 0 0,0-1-1 0 0,0 1 1 0 0,-1-1-1 0 0,1 0 0 0 0,0 1 1 0 0,-1-1-1 0 0,1 1 1 0 0,-1-1-1 0 0,1 1 1 0 0,0-1-1 0 0,-1 1 0 0 0,1 0 1 0 0,-1-1-1 0 0,1 1 1 0 0,-2-1-1 0 0,2 1-7 0 0,-1 0 1 0 0,1 0-1 0 0,-1 0 1 0 0,1 0-1 0 0,-1 1 0 0 0,1-1 1 0 0,-1 0-1 0 0,0 0 0 0 0,1 0 1 0 0,0 1-1 0 0,-1-1 1 0 0,1 0-1 0 0,-1 0 0 0 0,1 1 1 0 0,-1-1-1 0 0,1 1 0 0 0,-1-1 1 0 0,1 0-1 0 0,0 1 0 0 0,-1 0 1 0 0,-15 25 46 0 0,-10 37-13 0 0,4 0 1 0 0,-26 119 0 0 0,37-134-30 0 0,-194 1090 1522 0 0,174-706-772 0 0,0-4-403 0 0,28-410-368 0 0,-8 125 4313 0 0,11-140-3597 0 0,1-5-661 0 0,1 0 0 0 0,0 1-1 0 0,0-1 1 0 0,-1 0 0 0 0,1 0-1 0 0,-1 0 1 0 0,0 0 0 0 0,1 0-1 0 0,1-5 1 0 0,0 1 4 0 0,146-208 126 0 0,-1 3-1019 0 0,-131 185 679 0 0,-2 0 0 0 0,0-2 0 0 0,-2 0 0 0 0,0 0 0 0 0,-2-1 0 0 0,9-40-1 0 0,-17 53 105 0 0,0-1-1 0 0,-1 1 0 0 0,-1-1 0 0 0,0 0 0 0 0,-1 1 0 0 0,-1-1 0 0 0,-1 1 0 0 0,0-1 0 0 0,-1 1 0 0 0,-1-1 0 0 0,-1 1 0 0 0,0 0 0 0 0,-10-21 0 0 0,2 14 41 0 0,0 0 0 0 0,-2 1 0 0 0,0 0 0 0 0,-2 1 0 0 0,0 1-1 0 0,-2 1 1 0 0,0 0 0 0 0,-1 1 0 0 0,0 1 0 0 0,-37-22 0 0 0,5 8-20 0 0,-2 2-1 0 0,0 2 1 0 0,-91-29-1 0 0,63 24-3339 0 0,82 32 3290 0 0,-1 0 1 0 0,1 0-1 0 0,0 0 0 0 0,-1 0 0 0 0,1 0 1 0 0,0 0-1 0 0,-1-1 0 0 0,1 1 1 0 0,0 0-1 0 0,-1 0 0 0 0,1 0 1 0 0,0-1-1 0 0,-1 1 0 0 0,1 0 0 0 0,0 0 1 0 0,0-1-1 0 0,-1 1 0 0 0,1 0 1 0 0,0-1-1 0 0,0 1 0 0 0,-1 0 1 0 0,1-1-1 0 0,0 1 0 0 0,0 0 0 0 0,0-1 1 0 0,0 1-1 0 0,0 0 0 0 0,0-1 1 0 0,0 1-1 0 0,-1-1 0 0 0,9-9-1894 0 0,22-5-529 0 0,-27 14 2046 0 0,43-17-5577 0 0,-21 5 731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7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173 152 2048 0 0,'1'-2'401'0'0,"0"0"0"0"0,-1 0 0 0 0,1 0 0 0 0,-1 0 0 0 0,0 0 0 0 0,0 0-1 0 0,0-1 1 0 0,0 1 0 0 0,0 0 0 0 0,0 0 0 0 0,0 0 0 0 0,-1 0 0 0 0,1 0 0 0 0,-1 0 0 0 0,1 0-1 0 0,-1 0 1 0 0,0 0 0 0 0,0 0 0 0 0,1 0 0 0 0,-2 1 0 0 0,1-1 0 0 0,0 0 0 0 0,0 0 0 0 0,-2-1-1 0 0,2 2-329 0 0,1 1 0 0 0,-1-1-1 0 0,0 1 1 0 0,1-1-1 0 0,-1 1 1 0 0,0 0-1 0 0,0-1 1 0 0,1 1 0 0 0,-1 0-1 0 0,0-1 1 0 0,0 1-1 0 0,1 0 1 0 0,-1 0-1 0 0,0 0 1 0 0,0 0-1 0 0,0-1 1 0 0,1 1 0 0 0,-1 0-1 0 0,0 1 1 0 0,0-1-1 0 0,0 0 1 0 0,0 0-1 0 0,-1 1 1 0 0,-18 6 394 0 0,12-2-374 0 0,0 0 0 0 0,1 1 0 0 0,-1 0 0 0 0,1 0 0 0 0,0 0 0 0 0,1 1 0 0 0,-1 0 0 0 0,1 0 0 0 0,1 1 0 0 0,-1 0 0 0 0,-4 9 0 0 0,4-7-12 0 0,1 1 1 0 0,0 0 0 0 0,1 0-1 0 0,0 1 1 0 0,0-1-1 0 0,1 1 1 0 0,1 0-1 0 0,-2 15 1 0 0,4-22-41 0 0,0 0-1 0 0,0 0 1 0 0,0 0 0 0 0,1 0-1 0 0,0 0 1 0 0,0 0 0 0 0,0 0 0 0 0,0 0-1 0 0,1 0 1 0 0,0-1 0 0 0,0 1 0 0 0,0-1-1 0 0,0 1 1 0 0,1-1 0 0 0,0 0-1 0 0,0 0 1 0 0,0 0 0 0 0,0 0 0 0 0,1 0-1 0 0,-1-1 1 0 0,1 1 0 0 0,0-1 0 0 0,0 0-1 0 0,0-1 1 0 0,1 1 0 0 0,-1-1 0 0 0,1 1-1 0 0,-1-1 1 0 0,1-1 0 0 0,0 1-1 0 0,0-1 1 0 0,6 2 0 0 0,-4-2-22 0 0,1 1 0 0 0,-1-1 0 0 0,1-1 0 0 0,0 0 1 0 0,-1 0-1 0 0,1 0 0 0 0,0-1 0 0 0,-1 0 0 0 0,1 0 0 0 0,-1-1 0 0 0,0 0 1 0 0,1 0-1 0 0,-1-1 0 0 0,0 0 0 0 0,0 0 0 0 0,-1-1 0 0 0,1 0 0 0 0,-1 0 1 0 0,1 0-1 0 0,10-11 0 0 0,-10 7-19 0 0,-1-1 0 0 0,0 1 0 0 0,0-1 0 0 0,-1-1 0 0 0,0 1 0 0 0,0-1 0 0 0,-1 0 0 0 0,-1 0 0 0 0,1 0 0 0 0,-2-1 1 0 0,1 1-1 0 0,-1-1 0 0 0,0-19 0 0 0,-1 12 11 0 0,-1 1 0 0 0,-1-1 0 0 0,-1 1 0 0 0,-1 0 0 0 0,0 0 1 0 0,-1 0-1 0 0,-11-31 0 0 0,14 44-4 0 0,-1 0 0 0 0,0 0 0 0 0,0 1 0 0 0,0-1 0 0 0,0 0 0 0 0,0 1 0 0 0,-1 0 0 0 0,0-1 0 0 0,1 1 0 0 0,-1 0 0 0 0,-1 0 1 0 0,1 1-1 0 0,0-1 0 0 0,-1 1 0 0 0,1-1 0 0 0,-1 1 0 0 0,1 0 0 0 0,-1 0 0 0 0,-8-2 0 0 0,8 3-5 0 0,0 1 0 0 0,0-1 1 0 0,0 1-1 0 0,0 0 0 0 0,-1 0 0 0 0,1 1 0 0 0,0-1 1 0 0,0 1-1 0 0,0 0 0 0 0,0 0 0 0 0,0 0 0 0 0,0 0 1 0 0,0 1-1 0 0,1-1 0 0 0,-1 1 0 0 0,0 0 0 0 0,1 1 1 0 0,-1-1-1 0 0,1 0 0 0 0,-3 4 0 0 0,2-3-30 0 0,0 1 0 0 0,1-1 0 0 0,0 1 0 0 0,0 0 1 0 0,0 0-1 0 0,0 0 0 0 0,0 0 0 0 0,1 1 0 0 0,0-1 0 0 0,0 1 0 0 0,0-1 0 0 0,1 1 0 0 0,-1 0 0 0 0,1 0 0 0 0,0 0 0 0 0,0 0 0 0 0,1-1 0 0 0,0 1 0 0 0,0 0 0 0 0,0 0 0 0 0,1 7 0 0 0,-1-8-121 0 0,1 0 0 0 0,0 0-1 0 0,1 1 1 0 0,-1-1 0 0 0,0 0-1 0 0,1 0 1 0 0,0-1 0 0 0,0 1-1 0 0,0 0 1 0 0,1-1 0 0 0,-1 1 0 0 0,1-1-1 0 0,0 0 1 0 0,0 0 0 0 0,0 0-1 0 0,0 0 1 0 0,0 0 0 0 0,1-1-1 0 0,0 1 1 0 0,-1-1 0 0 0,1 0-1 0 0,0 0 1 0 0,0 0 0 0 0,6 1 0 0 0,1 0-18 0 0,-1-1 1 0 0,0-1 0 0 0,1 0-1 0 0,-1 0 1 0 0,1-1 0 0 0,-1 0-1 0 0,1-1 1 0 0,-1 0 0 0 0,1-1-1 0 0,-1 0 1 0 0,0 0 0 0 0,11-5 0 0 0,15-7 146 0 0,68-37 1 0 0,-27 11 301 0 0,-70 37-241 0 0,0 0 0 0 0,0 0 1 0 0,0 1-1 0 0,1-1 0 0 0,-1 2 1 0 0,1-1-1 0 0,11 0 0 0 0,-16 2 2 0 0,0 0 0 0 0,0 0 0 0 0,1 1 0 0 0,-1 0 0 0 0,0-1 0 0 0,0 1 0 0 0,0 0 0 0 0,0 0 0 0 0,0 1 0 0 0,0-1 0 0 0,0 1 0 0 0,0-1 0 0 0,-1 1 0 0 0,1 0 0 0 0,-1 0 0 0 0,1 0 0 0 0,-1 0 0 0 0,0 0 0 0 0,1 1 0 0 0,1 3 0 0 0,4 5 128 0 0,-2 0 1 0 0,1 0-1 0 0,-1 0 0 0 0,-1 1 0 0 0,0 0 0 0 0,-1 0 1 0 0,0 1-1 0 0,-1-1 0 0 0,0 1 0 0 0,1 13 0 0 0,-3-15 177 0 0,0 1 0 0 0,-1-1 0 0 0,0 1-1 0 0,-1-1 1 0 0,0 0 0 0 0,0 1-1 0 0,-2-1 1 0 0,1 0 0 0 0,-1 0 0 0 0,-1 0-1 0 0,-8 17 1 0 0,10-24-169 0 0,0-1 0 0 0,0 0 1 0 0,-1 0-1 0 0,1 0 0 0 0,-1 0 0 0 0,0 0 1 0 0,0 0-1 0 0,0 0 0 0 0,0-1 0 0 0,-1 0 1 0 0,-3 3-1 0 0,5-4-121 0 0,0 0-1 0 0,0 0 1 0 0,-1 0 0 0 0,1 0 0 0 0,0-1-1 0 0,-1 1 1 0 0,1 0 0 0 0,0-1 0 0 0,-1 0-1 0 0,1 0 1 0 0,0 1 0 0 0,-1-1 0 0 0,1-1-1 0 0,-1 1 1 0 0,1 0 0 0 0,0-1 0 0 0,-1 1 0 0 0,-2-2-1 0 0,4 2-66 0 0,0-1-1 0 0,0 0 0 0 0,-1 0 1 0 0,1 0-1 0 0,0 0 0 0 0,0 0 1 0 0,1 0-1 0 0,-1 0 1 0 0,0 0-1 0 0,0 0 0 0 0,0 0 1 0 0,1 0-1 0 0,-1 0 0 0 0,1-1 1 0 0,-1 1-1 0 0,1 0 0 0 0,-1-1 1 0 0,1 1-1 0 0,0 0 1 0 0,-1-1-1 0 0,1 1 0 0 0,0 0 1 0 0,0-1-1 0 0,0 1 0 0 0,0 0 1 0 0,0-1-1 0 0,1 1 0 0 0,-1-2 1 0 0,1-1-173 0 0,0-1-1 0 0,0 1 1 0 0,0 0 0 0 0,0 0 0 0 0,1 0 0 0 0,3-7 0 0 0,1 2-474 0 0,0 0 0 0 0,1 1 0 0 0,0 0 0 0 0,1 0 1 0 0,15-13-1 0 0,49-28-4008 0 0,-27 19-154 0 0,-21 14 478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8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60 2368 0 0,'37'-58'11775'0'0,"-36"56"-10325"0"0,-1 6-1390 0 0,1 1 1 0 0,-1-1 0 0 0,0 0-1 0 0,0 0 1 0 0,0 1 0 0 0,0-1-1 0 0,-1 0 1 0 0,0 0-1 0 0,0 0 1 0 0,-2 7 0 0 0,-1 8 35 0 0,-23 224 450 0 0,24-190-127 0 0,3-51-300 0 0,2-2-73 0 0,-1 0-45 0 0,-1 0 1 0 0,1 0-1 0 0,0 0 0 0 0,0-1 0 0 0,0 1 0 0 0,0 0 0 0 0,0 0 0 0 0,0 0 1 0 0,0-1-1 0 0,0 1 0 0 0,0 0 0 0 0,0-1 0 0 0,-1 1 0 0 0,1-1 0 0 0,0 1 1 0 0,0-1-1 0 0,0 0 0 0 0,-1 1 0 0 0,1-1 0 0 0,0 0 0 0 0,-1 1 0 0 0,1-1 1 0 0,-1 0-1 0 0,2-1 0 0 0,-1-1-2 0 0,125-138-281 0 0,-110 126 251 0 0,1 0 1 0 0,21-15 0 0 0,-31 25 7 0 0,-1 1 1 0 0,1 0-1 0 0,1 0 1 0 0,-1 0-1 0 0,1 1 0 0 0,-1 0 1 0 0,1 1-1 0 0,15-4 1 0 0,-19 6 18 0 0,0 0 0 0 0,0 0 0 0 0,0 0 0 0 0,0 0 0 0 0,0 1 0 0 0,0-1 0 0 0,-1 1 0 0 0,1 0 0 0 0,0 0 0 0 0,0 0 0 0 0,-1 1 0 0 0,1 0 0 0 0,-1-1 0 0 0,1 1 0 0 0,-1 0 0 0 0,0 1 0 0 0,1-1 0 0 0,-1 1 0 0 0,0-1 0 0 0,-1 1 0 0 0,1 0 0 0 0,0 0 0 0 0,-1 0 0 0 0,0 0 0 0 0,4 7 0 0 0,0 1 10 0 0,0 1 1 0 0,-1 1-1 0 0,-1-1 1 0 0,0 1-1 0 0,0-1 1 0 0,1 16 0 0 0,5 29 219 0 0,-10-55-153 0 0,1 0-44 0 0,1 1-28 0 0,5-12 58 0 0,11-18-92 0 0,1 2 0 0 0,1 0 0 0 0,29-28 0 0 0,-34 40 18 0 0,-1 0-1 0 0,1 1 1 0 0,1 1-1 0 0,0 0 1 0 0,1 1 0 0 0,28-13-1 0 0,-38 20 7 0 0,-1 1 1 0 0,1 0-1 0 0,0 0 0 0 0,0 0 0 0 0,0 1 0 0 0,0 0 0 0 0,0 1 1 0 0,0 0-1 0 0,0 0 0 0 0,12 1 0 0 0,-16 0 13 0 0,0-1 1 0 0,-1 1-1 0 0,1 0 0 0 0,-1 0 0 0 0,1 0 0 0 0,-1 0 1 0 0,1 1-1 0 0,-1-1 0 0 0,0 1 0 0 0,0-1 0 0 0,0 1 1 0 0,1 0-1 0 0,-2 0 0 0 0,1-1 0 0 0,0 2 0 0 0,0-1 1 0 0,-1 0-1 0 0,1 0 0 0 0,-1 0 0 0 0,1 1 0 0 0,-1-1 1 0 0,0 1-1 0 0,0-1 0 0 0,0 1 0 0 0,-1-1 1 0 0,1 1-1 0 0,0 0 0 0 0,-1-1 0 0 0,0 1 0 0 0,1 4 1 0 0,-1 40 144 0 0,-1-36-107 0 0,1 0 0 0 0,0 1 0 0 0,1-1 0 0 0,0 0 0 0 0,1 1 0 0 0,0-1 1 0 0,0 0-1 0 0,8 18 0 0 0,-7-25-34 0 0,0 0 1 0 0,0 0 0 0 0,0-1 0 0 0,0 1 0 0 0,0-1-1 0 0,1 0 1 0 0,0 0 0 0 0,0 0 0 0 0,0 0 0 0 0,0-1-1 0 0,0 1 1 0 0,0-1 0 0 0,0 0 0 0 0,1-1-1 0 0,-1 1 1 0 0,1-1 0 0 0,0 0 0 0 0,-1 0 0 0 0,1 0-1 0 0,0 0 1 0 0,7-1 0 0 0,-3 0-39 0 0,1 0 0 0 0,-1 0 0 0 0,1-1-1 0 0,-1 0 1 0 0,1-1 0 0 0,-1 0 0 0 0,0-1 0 0 0,0 0 0 0 0,15-6 0 0 0,-9 0 44 0 0,-1-1 1 0 0,-1 0-1 0 0,0-1 1 0 0,0 0-1 0 0,-1-1 1 0 0,0-1-1 0 0,-1 0 1 0 0,-1 0 0 0 0,0-1-1 0 0,-1 0 1 0 0,0-1-1 0 0,-2 0 1 0 0,1 0-1 0 0,-2 0 1 0 0,0-1-1 0 0,7-28 1 0 0,-12 41 36 0 0,-1 0 1 0 0,1 0-1 0 0,-1 0 1 0 0,1 0-1 0 0,-1 0 1 0 0,0 0-1 0 0,0 0 0 0 0,0 0 1 0 0,-1 0-1 0 0,1 0 1 0 0,-1 0-1 0 0,1 0 1 0 0,-1 0-1 0 0,-2-5 1 0 0,2 7-46 0 0,0 0 0 0 0,0 0 0 0 0,0 0 0 0 0,0 0 0 0 0,0 1 1 0 0,-1-1-1 0 0,1 0 0 0 0,0 0 0 0 0,0 1 0 0 0,-1-1 0 0 0,1 1 1 0 0,-1-1-1 0 0,1 1 0 0 0,0-1 0 0 0,-1 1 0 0 0,1 0 0 0 0,-1 0 1 0 0,1 0-1 0 0,-1-1 0 0 0,1 2 0 0 0,-1-1 0 0 0,1 0 0 0 0,0 0 1 0 0,-1 0-1 0 0,1 1 0 0 0,-1-1 0 0 0,1 0 0 0 0,0 1 0 0 0,-1 0 1 0 0,-1 0-1 0 0,-7 4-1 0 0,0-1 0 0 0,0 1 1 0 0,1 1-1 0 0,-1 0 1 0 0,1 0-1 0 0,1 1 0 0 0,-1 0 1 0 0,1 0-1 0 0,0 1 1 0 0,-8 10-1 0 0,2 1 8 0 0,0-1 0 0 0,1 2 0 0 0,-19 38 0 0 0,28-49-60 0 0,-1 0 0 0 0,2 1-1 0 0,-1 0 1 0 0,1 0 0 0 0,1 0 0 0 0,-3 14-1 0 0,5-21-90 0 0,0 0-1 0 0,0 1 1 0 0,0-1-1 0 0,0 0 1 0 0,1 1-1 0 0,-1-1 1 0 0,1 0-1 0 0,0 0 1 0 0,0 0-1 0 0,0 0 1 0 0,0 0-1 0 0,1 0 1 0 0,-1 0-1 0 0,1 0 1 0 0,-1 0-1 0 0,1 0 0 0 0,0-1 1 0 0,0 1-1 0 0,1-1 1 0 0,-1 1-1 0 0,0-1 1 0 0,1 0-1 0 0,-1 0 1 0 0,4 2-1 0 0,7 3-1174 0 0,1 0-1 0 0,-1-2 1 0 0,1 1 0 0 0,0-1-1 0 0,21 3 1 0 0,-2-2-3412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38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347 875 1236 0 0,'9'-15'2556'0'0,"-1"0"1"0"0,11-26-1 0 0,-18 37-2261 0 0,1 0 0 0 0,-1 0-1 0 0,0 0 1 0 0,0-1 0 0 0,0 1 0 0 0,0 0 0 0 0,-1-1 0 0 0,0 1-1 0 0,0 0 1 0 0,0 0 0 0 0,0-1 0 0 0,-1 1 0 0 0,0 0 0 0 0,0-1 0 0 0,0 1-1 0 0,-2-5 1 0 0,2 8-248 0 0,1 0 0 0 0,-1-1-1 0 0,0 1 1 0 0,0 0-1 0 0,0-1 1 0 0,0 1 0 0 0,-1 0-1 0 0,1 0 1 0 0,0 0-1 0 0,0 0 1 0 0,-1 0 0 0 0,1 0-1 0 0,-1 0 1 0 0,1 1 0 0 0,-1-1-1 0 0,1 0 1 0 0,-4 0-1 0 0,1 0 5 0 0,0 0-1 0 0,0 1 0 0 0,0 0 1 0 0,0-1-1 0 0,0 2 1 0 0,0-1-1 0 0,-4 1 0 0 0,-4 1 57 0 0,-1 1-1 0 0,1 0 1 0 0,-21 9-1 0 0,6 0 52 0 0,1 1 0 0 0,0 2-1 0 0,-42 30 1 0 0,58-38-120 0 0,1 0 0 0 0,0 1 0 0 0,0 1 0 0 0,1 0 0 0 0,0 0 0 0 0,1 0 0 0 0,-1 1 0 0 0,2 0 0 0 0,0 0 0 0 0,0 1 0 0 0,1 0 0 0 0,-5 13 0 0 0,9-21-19 0 0,0-1 0 0 0,0 1 0 0 0,1 0 0 0 0,-1 0 0 0 0,1 0 0 0 0,-1-1 0 0 0,1 1 0 0 0,0 0 0 0 0,0 0 0 0 0,0 0 0 0 0,1 0 0 0 0,-1 0 0 0 0,1 0 0 0 0,-1-1 0 0 0,1 1 0 0 0,0 0 0 0 0,0 0 0 0 0,0-1 0 0 0,1 1 0 0 0,-1-1 0 0 0,1 1 0 0 0,-1-1 0 0 0,1 0 0 0 0,4 5 0 0 0,-3-5-4 0 0,1 1 0 0 0,0-1-1 0 0,-1 0 1 0 0,1 0 0 0 0,0 0 0 0 0,0 0-1 0 0,1-1 1 0 0,-1 1 0 0 0,0-1-1 0 0,0 0 1 0 0,1 0 0 0 0,-1-1 0 0 0,1 0-1 0 0,-1 1 1 0 0,8-2 0 0 0,0 0-5 0 0,-1 0 1 0 0,0-1-1 0 0,0 0 0 0 0,0-1 1 0 0,0-1-1 0 0,0 1 0 0 0,-1-2 1 0 0,19-9-1 0 0,-14 5-21 0 0,0-2 1 0 0,0 1-1 0 0,-1-2 0 0 0,23-24 1 0 0,-7 1-114 0 0,-2-2 0 0 0,-1 0 1 0 0,31-60-1 0 0,-16 14-53 0 0,-4-1-1 0 0,54-174 1 0 0,-87 241 119 0 0,7-20 421 0 0,-1-2 0 0 0,-2 0 0 0 0,-2 0 0 0 0,4-57-1 0 0,-11 95-353 0 0,1 0 0 0 0,-1 0-1 0 0,0 0 1 0 0,0 0-1 0 0,0 0 1 0 0,0 1 0 0 0,0-1-1 0 0,0 0 1 0 0,0 0 0 0 0,-1 0-1 0 0,1 0 1 0 0,0 0-1 0 0,0 0 1 0 0,-1 0 0 0 0,1 0-1 0 0,0 0 1 0 0,-1 1 0 0 0,1-1-1 0 0,-1 0 1 0 0,1 0-1 0 0,-1 0 1 0 0,0 1 0 0 0,1-1-1 0 0,-1 0 1 0 0,0 1 0 0 0,1-1-1 0 0,-1 1 1 0 0,0-1 0 0 0,0 1-1 0 0,0-1 1 0 0,1 1-1 0 0,-1-1 1 0 0,0 1 0 0 0,0 0-1 0 0,0-1 1 0 0,0 1 0 0 0,0 0-1 0 0,0 0 1 0 0,0 0-1 0 0,0-1 1 0 0,1 1 0 0 0,-1 0-1 0 0,0 0 1 0 0,0 1 0 0 0,0-1-1 0 0,0 0 1 0 0,0 0-1 0 0,0 0 1 0 0,0 1 0 0 0,0-1-1 0 0,0 0 1 0 0,-1 1-1 0 0,-3 2 2 0 0,-1-1-1 0 0,1 1 0 0 0,0 0 1 0 0,0 0-1 0 0,0 0 0 0 0,0 1 0 0 0,-5 5 1 0 0,-12 15 12 0 0,2 0 1 0 0,0 1-1 0 0,2 1 1 0 0,1 1-1 0 0,1 0 0 0 0,-24 59 1 0 0,25-47-6 0 0,2 1 0 0 0,2 0 0 0 0,1 1 0 0 0,-8 75 0 0 0,16-92 33 0 0,1 0-1 0 0,1-1 1 0 0,1 1 0 0 0,1 0 0 0 0,1 0-1 0 0,7 26 1 0 0,-7-39-120 0 0,1-1-1 0 0,-1 1 1 0 0,2-1-1 0 0,0 0 1 0 0,0 0-1 0 0,1 0 0 0 0,0-1 1 0 0,0 0-1 0 0,1 0 1 0 0,1-1-1 0 0,-1 1 1 0 0,1-2-1 0 0,0 1 1 0 0,1-1-1 0 0,11 7 1 0 0,-7-6-431 0 0,1 0 0 0 0,0-2 0 0 0,0 0 0 0 0,0 0 0 0 0,1-1 0 0 0,-1-1 0 0 0,22 4 0 0 0,-21-6-935 0 0,0-1 0 0 0,0 0-1 0 0,0-1 1 0 0,23-3 0 0 0,3-4-3155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49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196 333 612 0 0,'-6'-9'2059'0'0,"0"1"0"0"0,-1 0 0 0 0,-13-12-1 0 0,19 19-1566 0 0,-2 1-411 0 0,1 0 0 0 0,0 0-1 0 0,0 0 1 0 0,0 0 0 0 0,-1 1 0 0 0,1-1 0 0 0,0 1 0 0 0,0 0 0 0 0,0-1 0 0 0,0 1-1 0 0,0 0 1 0 0,0 0 0 0 0,0 0 0 0 0,0 0 0 0 0,0 1 0 0 0,1-1 0 0 0,-1 0-1 0 0,0 1 1 0 0,1-1 0 0 0,-2 3 0 0 0,-11 11 242 0 0,0 0 0 0 0,2 1 0 0 0,0 0 0 0 0,0 1 0 0 0,-9 20-1 0 0,17-29-193 0 0,0 1-1 0 0,0-1 1 0 0,1 1-1 0 0,0-1 1 0 0,0 1-1 0 0,1 0 1 0 0,0 0-1 0 0,1 0 1 0 0,0 1-1 0 0,1-1 1 0 0,-1 0-1 0 0,2 0 1 0 0,2 16-1 0 0,-3-22-93 0 0,1 0-1 0 0,0 0 0 0 0,0 0 0 0 0,1 0 1 0 0,-1 0-1 0 0,0 0 0 0 0,1 0 0 0 0,0 0 0 0 0,0-1 1 0 0,0 1-1 0 0,0-1 0 0 0,0 1 0 0 0,0-1 1 0 0,1 0-1 0 0,-1 0 0 0 0,1 0 0 0 0,5 3 1 0 0,-2-2-9 0 0,0-1 0 0 0,-1 1 1 0 0,1-2-1 0 0,0 1 0 0 0,0-1 1 0 0,1 0-1 0 0,-1 0 0 0 0,11 0 1 0 0,7-2 3 0 0,-1-1 0 0 0,0-1 0 0 0,42-11 0 0 0,-50 10-21 0 0,0 0 0 0 0,-1-1 0 0 0,0-1 0 0 0,0 0 0 0 0,-1-1 0 0 0,0 0 0 0 0,0-1 0 0 0,0-1 0 0 0,-1 0 0 0 0,0 0 0 0 0,11-13 0 0 0,-15 13-5 0 0,0-1 1 0 0,-1 0-1 0 0,0 0 1 0 0,-1 0-1 0 0,0-1 1 0 0,0 1-1 0 0,-1-1 1 0 0,0-1 0 0 0,-1 1-1 0 0,-1-1 1 0 0,0 0-1 0 0,0 1 1 0 0,-1-1-1 0 0,0-15 1 0 0,-1 11-4 0 0,-1 0 1 0 0,-1 0 0 0 0,0 0-1 0 0,-1 0 1 0 0,-1 0-1 0 0,-8-24 1 0 0,8 29-8 0 0,-1 1-1 0 0,-1-1 1 0 0,0 1-1 0 0,0 0 1 0 0,-1 0-1 0 0,-1 1 1 0 0,1 0-1 0 0,-2 0 1 0 0,1 0-1 0 0,-10-7 1 0 0,14 13 5 0 0,-1 0 0 0 0,1 0 0 0 0,-1 1-1 0 0,0-1 1 0 0,0 1 0 0 0,0 0 0 0 0,0 0 0 0 0,-1 0 0 0 0,1 1 0 0 0,0-1 0 0 0,-1 1 0 0 0,1 0 0 0 0,-1 1 0 0 0,-7-1 0 0 0,5 1-2 0 0,0 0-1 0 0,1 1 1 0 0,-1 0 0 0 0,0 1 0 0 0,1-1 0 0 0,-1 1 0 0 0,1 1 0 0 0,0-1 0 0 0,-7 4 0 0 0,-2 3-2 0 0,1 0-1 0 0,1 0 1 0 0,0 1 0 0 0,0 1-1 0 0,1 0 1 0 0,0 1 0 0 0,-13 17-1 0 0,18-19 23 0 0,0 0 0 0 0,0 0 0 0 0,1 1 0 0 0,0-1 0 0 0,1 1-1 0 0,0 0 1 0 0,1 1 0 0 0,0-1 0 0 0,-2 18 0 0 0,5-23-9 0 0,0 0 1 0 0,0 0 0 0 0,1-1-1 0 0,0 1 1 0 0,0 0 0 0 0,1 0-1 0 0,0 0 1 0 0,0-1 0 0 0,0 1-1 0 0,0 0 1 0 0,1-1 0 0 0,0 1-1 0 0,0-1 1 0 0,1 0 0 0 0,0 0-1 0 0,0 0 1 0 0,0 0 0 0 0,0 0-1 0 0,1 0 1 0 0,-1-1-1 0 0,7 6 1 0 0,0-3 4 0 0,-1 0 0 0 0,1-1 0 0 0,0 0-1 0 0,0 0 1 0 0,0-1 0 0 0,1-1 0 0 0,0 0-1 0 0,0 0 1 0 0,0-1 0 0 0,0 0 0 0 0,1-1 0 0 0,17 1-1 0 0,5-1 0 0 0,-1-2-1 0 0,1-1 1 0 0,35-5-1 0 0,-40 2-4 0 0,1-2-1 0 0,-1 0 1 0 0,-1-2-1 0 0,1-1 1 0 0,-1-1-1 0 0,51-27 1 0 0,-61 26 0 0 0,0-1-1 0 0,-1 0 1 0 0,0-1-1 0 0,-1-1 1 0 0,-1 0-1 0 0,0-1 1 0 0,0-1-1 0 0,-2 0 1 0 0,0-1 0 0 0,15-27-1 0 0,-14 17 287 0 0,-1 0 1 0 0,-1 0-1 0 0,-2-1 0 0 0,0-1 0 0 0,6-36 1 0 0,-16 56-152 0 0,-5 9-46 0 0,-6 14-28 0 0,1 8-32 0 0,1 0-1 0 0,1 2 1 0 0,-8 35-1 0 0,-7 75 105 0 0,21-119-114 0 0,-52 562 1172 0 0,21-152-589 0 0,28-378-519 0 0,1 3 83 0 0,-3 1-1 0 0,-1-2 0 0 0,-29 95 1 0 0,32-134-52 0 0,1 1 0 0 0,-1-1 1 0 0,-1-1-1 0 0,0 1 0 0 0,0-1 1 0 0,-1 0-1 0 0,0 0 0 0 0,-1-1 1 0 0,0 0-1 0 0,0-1 0 0 0,-18 14 1 0 0,21-18-59 0 0,0 0-1 0 0,0 0 1 0 0,0 0 0 0 0,0-1 0 0 0,-1 0 0 0 0,1 0-1 0 0,-1 0 1 0 0,1-1 0 0 0,-1 0 0 0 0,0 0-1 0 0,0 0 1 0 0,0-1 0 0 0,0 1 0 0 0,1-1-1 0 0,-1-1 1 0 0,0 1 0 0 0,0-1 0 0 0,0 0 0 0 0,1-1-1 0 0,-1 1 1 0 0,1-1 0 0 0,-1 0 0 0 0,1 0-1 0 0,-9-5 1 0 0,9 3-10 0 0,-1 0 0 0 0,0 0 1 0 0,1 0-1 0 0,0 0 0 0 0,0-1 0 0 0,0 0 0 0 0,0 0 0 0 0,1-1 0 0 0,0 1 0 0 0,0-1 0 0 0,0 0 0 0 0,1 0 1 0 0,-4-8-1 0 0,4 5-20 0 0,0-1 0 0 0,0 0 1 0 0,1 0-1 0 0,0-1 0 0 0,1 1 1 0 0,0 0-1 0 0,1 0 1 0 0,0-12-1 0 0,3-1-20 0 0,0 0 0 0 0,1 0 0 0 0,2 1 0 0 0,0-1 0 0 0,1 1 0 0 0,2 1 0 0 0,11-24 0 0 0,4 3 44 0 0,1 1-1 0 0,2 1 1 0 0,2 1 0 0 0,1 1 0 0 0,2 2 0 0 0,2 2 0 0 0,62-52-1 0 0,-20 30-1600 0 0,2 3-1 0 0,164-84 1 0 0,-199 117-3126 0 0,-15 9-4686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0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84 683 2628 0 0,'-9'3'1974'0'0,"0"1"-1"0"0,0 1 1 0 0,-14 8 0 0 0,20-11-1648 0 0,0 1 0 0 0,0 0 0 0 0,0-1 0 0 0,0 1 0 0 0,1 0 1 0 0,-1 0-1 0 0,1 1 0 0 0,-1-1 0 0 0,1 0 0 0 0,0 1 0 0 0,-2 4 1 0 0,4-7-281 0 0,0 0 1 0 0,0 1 0 0 0,-1-1 0 0 0,1 0-1 0 0,0 0 1 0 0,0 0 0 0 0,0 1 0 0 0,0-1-1 0 0,0 0 1 0 0,1 0 0 0 0,-1 1 0 0 0,0-1-1 0 0,1 0 1 0 0,-1 0 0 0 0,0 0 0 0 0,1 0-1 0 0,-1 0 1 0 0,1 0 0 0 0,0 1 0 0 0,-1-1-1 0 0,1 0 1 0 0,0-1 0 0 0,0 1 0 0 0,0 0-1 0 0,-1 0 1 0 0,1 0 0 0 0,0 0 0 0 0,0-1-1 0 0,0 1 1 0 0,0 0 0 0 0,2 0 0 0 0,1 1 37 0 0,0 1 0 0 0,0-1 1 0 0,0-1-1 0 0,0 1 1 0 0,1 0-1 0 0,7 1 1 0 0,-1-2-46 0 0,0 0 1 0 0,0-1-1 0 0,0 0 1 0 0,-1-1 0 0 0,1 0-1 0 0,0-1 1 0 0,0 0-1 0 0,0 0 1 0 0,-1-1 0 0 0,1-1-1 0 0,-1 0 1 0 0,0 0-1 0 0,0-1 1 0 0,-1 0 0 0 0,1-1-1 0 0,-1 0 1 0 0,0 0-1 0 0,12-13 1 0 0,-6 5-33 0 0,-1 0-1 0 0,-1-1 1 0 0,0-1-1 0 0,-1 0 1 0 0,-1-1-1 0 0,-1 0 1 0 0,0 0-1 0 0,-1-1 1 0 0,8-25 0 0 0,4-22 31 0 0,-4-1 0 0 0,-2-1 0 0 0,-3 0 0 0 0,-4-1 0 0 0,1-118 0 0 0,-9 185-38 0 0,1 0 0 0 0,-1 0 0 0 0,0 0 0 0 0,0 0 0 0 0,0 0 0 0 0,0 1 0 0 0,0-1-1 0 0,0 0 1 0 0,0 0 0 0 0,0 0 0 0 0,0 0 0 0 0,-1 0 0 0 0,1 0 0 0 0,0 0 0 0 0,0 0 0 0 0,-1 0 0 0 0,1 1-1 0 0,-1-1 1 0 0,1 0 0 0 0,-1 0 0 0 0,1 0 0 0 0,-1 1 0 0 0,1-1 0 0 0,-1 0 0 0 0,-1 0 0 0 0,1 1-2 0 0,0 0 0 0 0,0 1 0 0 0,1-1 0 0 0,-1 1 0 0 0,0-1-1 0 0,0 1 1 0 0,0-1 0 0 0,0 1 0 0 0,0-1 0 0 0,1 1 0 0 0,-1 0 0 0 0,0-1 0 0 0,0 1 0 0 0,1 0 0 0 0,-1 0 0 0 0,1-1 0 0 0,-1 1 0 0 0,0 1 0 0 0,-6 9 22 0 0,1 0 0 0 0,-8 15-1 0 0,-11 40 336 0 0,2 0-1 0 0,4 1 1 0 0,2 1-1 0 0,-7 70 0 0 0,22-120-294 0 0,0 0 0 0 0,1 0 0 0 0,1 0 0 0 0,1 0 0 0 0,1 0 0 0 0,0 0 0 0 0,9 33 0 0 0,-8-43-37 0 0,0 0-1 0 0,0 0 0 0 0,1-1 0 0 0,0 1 1 0 0,0-1-1 0 0,0 1 0 0 0,1-1 0 0 0,0-1 1 0 0,1 1-1 0 0,0-1 0 0 0,0 0 0 0 0,0 0 1 0 0,0-1-1 0 0,1 1 0 0 0,0-1 0 0 0,0-1 1 0 0,1 0-1 0 0,10 5 0 0 0,-8-5-19 0 0,0-1 0 0 0,0 0-1 0 0,0-1 1 0 0,0 0 0 0 0,1-1-1 0 0,-1 0 1 0 0,1-1 0 0 0,-1 0-1 0 0,1 0 1 0 0,-1-1 0 0 0,1-1 0 0 0,-1 0-1 0 0,0 0 1 0 0,1-1 0 0 0,-1 0-1 0 0,-1-1 1 0 0,1 0 0 0 0,0 0-1 0 0,-1-1 1 0 0,0-1 0 0 0,0 1-1 0 0,-1-1 1 0 0,1-1 0 0 0,-1 0 0 0 0,9-10-1 0 0,2-4-10 0 0,-1 0 0 0 0,-1-2 0 0 0,-1 0-1 0 0,-1 0 1 0 0,-1-2 0 0 0,-1 0 0 0 0,14-37 0 0 0,-5 0 4 0 0,-3-2 0 0 0,10-65 0 0 0,-22 101-24 0 0,-3 0 0 0 0,0-1 0 0 0,-1 1 0 0 0,-3-57 0 0 0,0 84 21 0 0,0-1 0 0 0,-1 1 1 0 0,1-1-1 0 0,0 1 0 0 0,0 0 1 0 0,-1-1-1 0 0,1 1 0 0 0,-1-1 0 0 0,1 1 1 0 0,-1 0-1 0 0,0-1 0 0 0,1 1 0 0 0,-1 0 1 0 0,0 0-1 0 0,0 0 0 0 0,0-1 1 0 0,0 1-1 0 0,0 0 0 0 0,0 0 0 0 0,-2-1 1 0 0,2 2 2 0 0,0 0 0 0 0,-1-1 0 0 0,1 1 0 0 0,0 0 1 0 0,0 0-1 0 0,-1 0 0 0 0,1 0 0 0 0,0 0 0 0 0,-1 0 0 0 0,1 1 1 0 0,0-1-1 0 0,0 0 0 0 0,0 1 0 0 0,-1-1 0 0 0,1 1 1 0 0,0-1-1 0 0,0 1 0 0 0,0-1 0 0 0,0 1 0 0 0,0 0 0 0 0,0 0 1 0 0,0-1-1 0 0,0 1 0 0 0,-2 2 0 0 0,-2 2-2 0 0,-1 1 0 0 0,1 0 0 0 0,0 1 0 0 0,0-1 0 0 0,1 1 0 0 0,0 0 0 0 0,-5 10 0 0 0,-19 56 11 0 0,20-50-12 0 0,-15 49 67 0 0,3 2 0 0 0,4 0 0 0 0,2 0 0 0 0,4 1 0 0 0,-1 138 0 0 0,11-206-65 0 0,0 6 84 0 0,0 0 1 0 0,1 0-1 0 0,0 0 1 0 0,5 22-1 0 0,-5-34-75 0 0,-1 0 0 0 0,0 0 0 0 0,0 0 0 0 0,0-1 0 0 0,1 1 0 0 0,-1 0 0 0 0,0 0 0 0 0,1-1 0 0 0,-1 1 0 0 0,1 0 0 0 0,-1-1-1 0 0,1 1 1 0 0,-1 0 0 0 0,1-1 0 0 0,-1 1 0 0 0,1-1 0 0 0,0 1 0 0 0,-1-1 0 0 0,1 1 0 0 0,0-1 0 0 0,-1 1 0 0 0,1-1 0 0 0,0 0 0 0 0,0 1 0 0 0,-1-1 0 0 0,1 0-1 0 0,0 0 1 0 0,0 1 0 0 0,0-1 0 0 0,-1 0 0 0 0,1 0 0 0 0,0 0 0 0 0,0 0 0 0 0,0 0 0 0 0,-1 0 0 0 0,1 0 0 0 0,0-1 0 0 0,0 1 0 0 0,0 0 0 0 0,-1 0 0 0 0,1-1 0 0 0,0 1-1 0 0,0 0 1 0 0,-1-1 0 0 0,1 1 0 0 0,0-1 0 0 0,0 1 0 0 0,0-1 0 0 0,4-3-8 0 0,0 0 0 0 0,0 0 0 0 0,-1 0 0 0 0,0 0-1 0 0,5-6 1 0 0,81-122-40 0 0,-8 10 2 0 0,-70 107 32 0 0,1 0-1 0 0,0 0 1 0 0,1 2 0 0 0,0 0 0 0 0,24-16-1 0 0,-33 25-7 0 0,-4 3 15 0 0,0 0 0 0 0,1 0-1 0 0,-1 0 1 0 0,1 0 0 0 0,-1 0 0 0 0,1 0-1 0 0,-1 1 1 0 0,1-1 0 0 0,0 0 0 0 0,-1 1-1 0 0,1 0 1 0 0,0-1 0 0 0,-1 1 0 0 0,1 0-1 0 0,0 0 1 0 0,0 0 0 0 0,-1 0-1 0 0,3 0 1 0 0,-1 0 2 0 0,-1 0 0 0 0,1 0 0 0 0,-1 1 0 0 0,1-1-1 0 0,-1 0 1 0 0,1 1 0 0 0,-1 0 0 0 0,1 0 0 0 0,-1-1 0 0 0,1 2-1 0 0,-1-1 1 0 0,0 0 0 0 0,1 0 0 0 0,-1 1 0 0 0,0-1 0 0 0,0 1 0 0 0,0-1-1 0 0,0 1 1 0 0,-1 0 0 0 0,1 0 0 0 0,0 0 0 0 0,-1 0 0 0 0,1 0-1 0 0,-1 0 1 0 0,0 1 0 0 0,0-1 0 0 0,1 0 0 0 0,-2 1 0 0 0,2 3-1 0 0,3 10 17 0 0,-1 0 0 0 0,-1 0 0 0 0,2 30 0 0 0,1 1 32 0 0,-4-41-31 0 0,-1 1 0 0 0,1-1 0 0 0,0 0 0 0 0,1 0 0 0 0,-1 0 0 0 0,1 0 0 0 0,0 0 0 0 0,1-1 0 0 0,0 1-1 0 0,-1-1 1 0 0,2 0 0 0 0,-1 0 0 0 0,0 0 0 0 0,1-1 0 0 0,0 1 0 0 0,0-1 0 0 0,1-1 0 0 0,-1 1 0 0 0,1-1 0 0 0,-1 1 0 0 0,1-2 0 0 0,0 1 0 0 0,0-1-1 0 0,1 1 1 0 0,6 0 0 0 0,-7-1-14 0 0,0 0-1 0 0,1-1 0 0 0,-1 0 1 0 0,0 0-1 0 0,0-1 1 0 0,1 1-1 0 0,-1-1 1 0 0,0-1-1 0 0,0 1 0 0 0,1-1 1 0 0,-1 0-1 0 0,0-1 1 0 0,0 1-1 0 0,0-1 0 0 0,0 0 1 0 0,0-1-1 0 0,-1 1 1 0 0,1-1-1 0 0,-1-1 0 0 0,8-4 1 0 0,-6 1 0 0 0,1 0 0 0 0,-1 0 0 0 0,0 0 0 0 0,-1-1 0 0 0,1 0 0 0 0,-2-1 0 0 0,1 1 0 0 0,-1-1 0 0 0,-1 0 0 0 0,1 0 0 0 0,5-19 0 0 0,-5 12-8 0 0,0 1 0 0 0,0-1 1 0 0,-2-1-1 0 0,0 1 0 0 0,-1-1 1 0 0,0 1-1 0 0,-2-27 0 0 0,0 42 3 0 0,0 0-1 0 0,0 0 1 0 0,0 0-1 0 0,0-1 1 0 0,0 1-1 0 0,-1 0 1 0 0,1 0-1 0 0,0 0 1 0 0,-1 0-1 0 0,1 0 1 0 0,0 0-1 0 0,-1 0 1 0 0,0 0-1 0 0,1 0 1 0 0,-1 0-1 0 0,0 1 1 0 0,1-1-1 0 0,-1 0 1 0 0,0 0-1 0 0,0 0 1 0 0,1 1-1 0 0,-1-1 1 0 0,-1 0-1 0 0,1 1 15 0 0,-1-1 1 0 0,1 1-1 0 0,0 0 1 0 0,0 0-1 0 0,0 1 0 0 0,0-1 1 0 0,0 0-1 0 0,0 0 0 0 0,0 0 1 0 0,0 1-1 0 0,0-1 0 0 0,0 0 1 0 0,0 1-1 0 0,0-1 0 0 0,0 1 1 0 0,0-1-1 0 0,0 1 0 0 0,-1 1 1 0 0,-5 4 169 0 0,0 0 1 0 0,0 0-1 0 0,1 1 1 0 0,-5 7-1 0 0,1-1 71 0 0,1 0 0 0 0,1 0 1 0 0,0 1-1 0 0,0 0 0 0 0,2 1 0 0 0,-7 21 0 0 0,10-29-166 0 0,1 1 1 0 0,0-1-1 0 0,1 0 0 0 0,0 0 0 0 0,0 1 0 0 0,1-1 0 0 0,0 0 0 0 0,0 1 1 0 0,0-1-1 0 0,1 0 0 0 0,0 1 0 0 0,1-1 0 0 0,0 0 0 0 0,0 0 0 0 0,0 0 1 0 0,4 8-1 0 0,-2-10-50 0 0,0 0 0 0 0,0 0 1 0 0,0 0-1 0 0,0-1 0 0 0,1 0 1 0 0,0 0-1 0 0,0 0 0 0 0,0 0 1 0 0,0-1-1 0 0,1 0 0 0 0,-1 0 1 0 0,1 0-1 0 0,0-1 0 0 0,0 0 1 0 0,0 0-1 0 0,0 0 0 0 0,0-1 1 0 0,0 0-1 0 0,12 1 0 0 0,-1-1-48 0 0,0 0-1 0 0,1-1 0 0 0,-1-1 1 0 0,0-1-1 0 0,0 0 0 0 0,18-6 1 0 0,-15 3-396 0 0,-1-2 0 0 0,0 0 0 0 0,-1-1 0 0 0,1-1 1 0 0,-2-1-1 0 0,1 0 0 0 0,26-23 0 0 0,-33 24-385 0 0,-1 0 0 0 0,-1 0 0 0 0,0-1 1 0 0,0-1-1 0 0,10-15 0 0 0,-15 19-193 0 0,0-1 1 0 0,0 0-1 0 0,-1 0 0 0 0,1 0 1 0 0,-2 0-1 0 0,1 0 1 0 0,-1-1-1 0 0,0 1 1 0 0,0-10-1 0 0,-2-6-4656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1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90 3032 0 0,'-74'6'3451'0'0,"-105"5"6297"0"0,176-11-9275 0 0,20-5 209 0 0,42-8-695 0 0,82-7 0 0 0,-55 9-949 0 0,161-30-6728 0 0,-155 24 1386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1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30 136 0 0,'-12'-15'9004'0'0,"12"14"-8925"0"0,0 1 1 0 0,0-1-1 0 0,0 1 0 0 0,0-1 0 0 0,0 1 1 0 0,0-1-1 0 0,0 1 0 0 0,0-1 1 0 0,0 1-1 0 0,0-1 0 0 0,1 1 0 0 0,-1-1 1 0 0,0 1-1 0 0,0-1 0 0 0,0 1 0 0 0,1-1 1 0 0,-1 1-1 0 0,0-1 0 0 0,0 1 0 0 0,1-1 1 0 0,-1 1-1 0 0,1 0 0 0 0,-1-1 0 0 0,0 1 1 0 0,1-1-1 0 0,-1 1 0 0 0,1 0 1 0 0,0-1-1 0 0,0 1-4 0 0,0 0 1 0 0,0 0 0 0 0,0 0-1 0 0,0 0 1 0 0,0 0 0 0 0,0 0-1 0 0,-1 0 1 0 0,1 1 0 0 0,0-1-1 0 0,0 0 1 0 0,0 1 0 0 0,0-1-1 0 0,0 0 1 0 0,1 2 0 0 0,3 1 146 0 0,0 1 1 0 0,0 0-1 0 0,0 0 0 0 0,6 7 1 0 0,-1 2 29 0 0,-1-1 1 0 0,-1 1-1 0 0,0 1 1 0 0,-1 0-1 0 0,0 0 1 0 0,-1 0-1 0 0,-1 1 1 0 0,0 0-1 0 0,3 16 0 0 0,-4-10-130 0 0,0 0-1 0 0,-2 0 1 0 0,0 1-1 0 0,-2-1 1 0 0,0 0-1 0 0,-4 23 1 0 0,1-22-48 0 0,-1-1 0 0 0,-1 0 0 0 0,-1-1 0 0 0,-1 1 0 0 0,-13 25 0 0 0,8-18 43 0 0,9-21 34 0 0,1 0-1 0 0,-1 0 0 0 0,-1 0 0 0 0,-7 11 1 0 0,10-17 43 0 0,1-10-166 0 0,1 1 0 0 0,0-1 0 0 0,1 0 0 0 0,0 1 0 0 0,0-1 0 0 0,0 1 0 0 0,1 0 0 0 0,1-1 0 0 0,-1 2-1 0 0,1-1 1 0 0,7-9 0 0 0,7-12 17 0 0,34-38 0 0 0,-40 54-32 0 0,1-1 0 0 0,0 1-1 0 0,25-18 1 0 0,-30 25-11 0 0,-1 1 1 0 0,1 0-1 0 0,0 1 1 0 0,1 0 0 0 0,-1 0-1 0 0,1 1 1 0 0,-1 0-1 0 0,1 0 1 0 0,10-1-1 0 0,-15 4-3 0 0,-1 0 0 0 0,1 0 0 0 0,-1 0 0 0 0,1 1 0 0 0,-1-1 0 0 0,1 1 0 0 0,-1 0 0 0 0,1-1 0 0 0,-1 2 0 0 0,0-1 0 0 0,1 0 0 0 0,-1 1 0 0 0,0-1 0 0 0,0 1 0 0 0,0 0 0 0 0,0 0 0 0 0,0 1 0 0 0,-1-1 0 0 0,1 0-1 0 0,-1 1 1 0 0,1-1 0 0 0,-1 1 0 0 0,0 0 0 0 0,0 0 0 0 0,0 0 0 0 0,0 0 0 0 0,1 4 0 0 0,1 2 8 0 0,0 0-1 0 0,0 0 0 0 0,-1 0 1 0 0,-1 1-1 0 0,1-1 0 0 0,-2 1 0 0 0,1-1 1 0 0,-1 16-1 0 0,-1-18 7 0 0,0 0 0 0 0,0 0 0 0 0,-1 0 0 0 0,0-1 0 0 0,-1 1 0 0 0,0 0 0 0 0,0-1-1 0 0,0 1 1 0 0,-1-1 0 0 0,0 1 0 0 0,0-1 0 0 0,0 0 0 0 0,-1 0 0 0 0,0-1 0 0 0,-7 9 0 0 0,10-13 68 0 0,-2-2-41 0 0,2 1-35 0 0,0-1 0 0 0,0 0 0 0 0,-1 0 0 0 0,1 1 0 0 0,0-1 0 0 0,0 0 0 0 0,0 0 1 0 0,0 0-1 0 0,0 0 0 0 0,0 0 0 0 0,0-1 0 0 0,0 1 0 0 0,1 0 0 0 0,-1 0 0 0 0,0-1 0 0 0,1 1 0 0 0,-1 0 0 0 0,1-1 0 0 0,-1 1 0 0 0,1 0 0 0 0,0-1 0 0 0,-1 1 0 0 0,1-1 0 0 0,0 1 0 0 0,0 0 0 0 0,0-1 0 0 0,1-1 0 0 0,-1-11 6 0 0,2 1-1 0 0,-1 0 0 0 0,2 0 0 0 0,0 0 1 0 0,1 0-1 0 0,0 0 0 0 0,0 1 0 0 0,2-1 0 0 0,0 1 1 0 0,14-22-1 0 0,-10 19-10 0 0,2-1 0 0 0,-1 2-1 0 0,2 0 1 0 0,0 0 0 0 0,1 1 0 0 0,0 1 0 0 0,18-12 0 0 0,-24 18-4 0 0,1 1 0 0 0,-1 1 1 0 0,1-1-1 0 0,0 1 0 0 0,0 1 1 0 0,0 0-1 0 0,1 0 0 0 0,-1 1 1 0 0,19-3-1 0 0,-23 5 17 0 0,-1 0 0 0 0,1 0-1 0 0,-1 0 1 0 0,0 1 0 0 0,1-1 0 0 0,-1 1-1 0 0,1 0 1 0 0,-1 1 0 0 0,0-1 0 0 0,0 1 0 0 0,0-1-1 0 0,0 1 1 0 0,0 1 0 0 0,0-1 0 0 0,0 0 0 0 0,-1 1-1 0 0,1 0 1 0 0,-1 0 0 0 0,0 0 0 0 0,0 0-1 0 0,0 0 1 0 0,0 1 0 0 0,4 6 0 0 0,-3-4 35 0 0,-1 0 1 0 0,1 1-1 0 0,-1 0 1 0 0,-1-1-1 0 0,1 1 1 0 0,-1 0 0 0 0,0 0-1 0 0,-1 1 1 0 0,0-1-1 0 0,0 0 1 0 0,0 0-1 0 0,-2 11 1 0 0,-1 2 34 0 0,-1 0 0 0 0,-1 0 0 0 0,-7 22 0 0 0,7-29-73 0 0,-3 7-272 0 0,4-11-163 0 0,0 0 0 0 0,1 0 1 0 0,-3 16-1 0 0,8-1-3196 0 0,-3-23 3124 0 0,1 1-1 0 0,0-1 0 0 0,-1 0 1 0 0,1 1-1 0 0,0-1 1 0 0,0 0-1 0 0,0 0 0 0 0,0 1 1 0 0,0-1-1 0 0,0 0 1 0 0,1 0-1 0 0,-1 0 0 0 0,2 1 1 0 0,5 3-5472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3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324 754 244 0 0,'4'-10'1469'0'0,"0"0"0"0"0,0 0 0 0 0,-1 0 0 0 0,0-1 0 0 0,-1 1 0 0 0,1-14 1 0 0,-2 21-1251 0 0,-1-1 0 0 0,0 1 0 0 0,0 0 0 0 0,0 0 0 0 0,-1-1 0 0 0,1 1 0 0 0,-1 0 0 0 0,0 0 0 0 0,1-1 0 0 0,-1 1 0 0 0,-1 0 0 0 0,1 0 0 0 0,0 0 0 0 0,-1 0 0 0 0,0 1 0 0 0,1-1 0 0 0,-1 0 0 0 0,0 1 0 0 0,-1-1 0 0 0,1 1 0 0 0,0 0 0 0 0,-1-1 0 0 0,1 1 0 0 0,-3-2 0 0 0,2 4-148 0 0,0-1 1 0 0,0 1-1 0 0,1-1 1 0 0,-1 1-1 0 0,0 0 1 0 0,0 0-1 0 0,1 0 1 0 0,-1 1-1 0 0,0-1 1 0 0,0 1-1 0 0,1-1 1 0 0,-1 1-1 0 0,-4 2 1 0 0,-9 2 153 0 0,1 2 1 0 0,-1 0-1 0 0,1 1 1 0 0,1 1 0 0 0,0 0-1 0 0,0 1 1 0 0,0 0-1 0 0,2 1 1 0 0,-13 13-1 0 0,10-8-80 0 0,1 0-1 0 0,0 1 1 0 0,2 1-1 0 0,0 0 1 0 0,1 0-1 0 0,-15 34 1 0 0,24-46-116 0 0,0 0 0 0 0,0 0 0 0 0,0 1 0 0 0,1-1 0 0 0,0 1 0 0 0,0-1 0 0 0,0 1 0 0 0,1-1 0 0 0,1 9 0 0 0,-1-12-27 0 0,0-1 1 0 0,1 1 0 0 0,-1 0-1 0 0,1-1 1 0 0,0 1-1 0 0,0-1 1 0 0,0 1-1 0 0,0-1 1 0 0,0 0-1 0 0,1 0 1 0 0,-1 1-1 0 0,1-1 1 0 0,-1 0-1 0 0,1 0 1 0 0,0 0-1 0 0,0 0 1 0 0,0-1 0 0 0,0 1-1 0 0,0 0 1 0 0,0-1-1 0 0,0 0 1 0 0,1 1-1 0 0,-1-1 1 0 0,0 0-1 0 0,1 0 1 0 0,-1 0-1 0 0,3 0 1 0 0,0 0-29 0 0,-1 0-1 0 0,0 0 1 0 0,0-1 0 0 0,1 1-1 0 0,-1-1 1 0 0,0 0 0 0 0,1-1-1 0 0,-1 1 1 0 0,0-1 0 0 0,0 0-1 0 0,1 0 1 0 0,-1 0 0 0 0,0 0-1 0 0,5-3 1 0 0,-2 0-9 0 0,1 0 0 0 0,-1-1 0 0 0,0 1 0 0 0,-1-2 0 0 0,1 1 0 0 0,10-12 0 0 0,0-2-21 0 0,-2-1 1 0 0,0-1-1 0 0,23-45 0 0 0,13-32 23 0 0,-51 98 39 0 0,0-1-1 0 0,0 1 1 0 0,0 0 0 0 0,0-1 0 0 0,0 1 0 0 0,1-1-1 0 0,-1 1 1 0 0,0-1 0 0 0,0 1 0 0 0,1 0-1 0 0,-1-1 1 0 0,0 1 0 0 0,1-1 0 0 0,-1 1 0 0 0,0 0-1 0 0,1-1 1 0 0,-1 1 0 0 0,0 0 0 0 0,1 0 0 0 0,-1-1-1 0 0,1 1 1 0 0,-1 0 0 0 0,0 0 0 0 0,1 0-1 0 0,-1-1 1 0 0,2 1 0 0 0,-4 14 183 0 0,-11 35 97 0 0,10-41-267 0 0,0 2 24 0 0,1 0 0 0 0,0-1 0 0 0,0 1 0 0 0,1 0 0 0 0,0 0 0 0 0,1 0 0 0 0,1 10 0 0 0,-1-17-32 0 0,0 0 1 0 0,1 0 0 0 0,-1 0-1 0 0,1 0 1 0 0,0-1 0 0 0,0 1 0 0 0,0 0-1 0 0,0 0 1 0 0,0-1 0 0 0,1 1-1 0 0,-1-1 1 0 0,1 1 0 0 0,0-1-1 0 0,-1 0 1 0 0,1 1 0 0 0,0-1 0 0 0,1 0-1 0 0,-1 0 1 0 0,0 0 0 0 0,0-1-1 0 0,1 1 1 0 0,-1 0 0 0 0,1-1-1 0 0,0 0 1 0 0,-1 0 0 0 0,1 0 0 0 0,3 1-1 0 0,0 0-8 0 0,0-1 1 0 0,0 0-1 0 0,0 0 0 0 0,-1-1 0 0 0,1 0 0 0 0,0 0 1 0 0,0 0-1 0 0,0-1 0 0 0,0 0 0 0 0,0 0 0 0 0,-1 0 0 0 0,1-1 1 0 0,8-3-1 0 0,-5 1-6 0 0,-1-1 0 0 0,1 1 1 0 0,-1-2-1 0 0,-1 1 0 0 0,1-1 1 0 0,-1 0-1 0 0,11-13 0 0 0,-1-2-7 0 0,-1-1 0 0 0,-1 0 0 0 0,-1-1 0 0 0,-1 0 1 0 0,11-28-1 0 0,17-51-10 0 0,35-136 0 0 0,-53 141-112 0 0,17-146 1 0 0,-40 243 125 0 0,0-1 0 0 0,0 1 0 0 0,1-1-1 0 0,-1 0 1 0 0,0 1 0 0 0,0-1 0 0 0,0 0 0 0 0,0 1 0 0 0,0-1 0 0 0,0 1 0 0 0,0-1 0 0 0,0 0-1 0 0,-1 1 1 0 0,1-1 0 0 0,0 0 0 0 0,0 1 0 0 0,0-1 0 0 0,-1 1 0 0 0,1-1 0 0 0,0 0-1 0 0,-1 1 1 0 0,1-1 0 0 0,-1 0 0 0 0,1 1 6 0 0,-1 0 0 0 0,1 0 1 0 0,-1 0-1 0 0,1 0 0 0 0,-1 0 0 0 0,1 0 0 0 0,-1 0 0 0 0,1 1 0 0 0,-1-1 0 0 0,1 0 1 0 0,-1 0-1 0 0,1 0 0 0 0,-1 0 0 0 0,1 1 0 0 0,-1-1 0 0 0,1 0 0 0 0,-1 1 0 0 0,1-1 1 0 0,0 0-1 0 0,-1 1 0 0 0,0-1 0 0 0,-19 25 71 0 0,-3 35 430 0 0,3 1 0 0 0,-23 116 0 0 0,28-109-214 0 0,11-53-224 0 0,-31 156 454 0 0,29-132-357 0 0,2 0 1 0 0,0 55-1 0 0,5-81-117 0 0,0-1-1 0 0,1 1 1 0 0,1-1-1 0 0,0 0 1 0 0,0 0 0 0 0,1 0-1 0 0,1 0 1 0 0,0-1-1 0 0,0 1 1 0 0,2-1 0 0 0,-1-1-1 0 0,1 1 1 0 0,16 17-1 0 0,-18-22-37 0 0,0-1 0 0 0,1 1 1 0 0,-1-1-1 0 0,1-1 0 0 0,0 1 0 0 0,1-1 0 0 0,-1 0 0 0 0,1-1 0 0 0,-1 1 0 0 0,1-1 1 0 0,0-1-1 0 0,0 1 0 0 0,1-1 0 0 0,-1 0 0 0 0,0-1 0 0 0,1 0 0 0 0,-1 0 0 0 0,1-1 1 0 0,-1 0-1 0 0,1 0 0 0 0,-1 0 0 0 0,1-1 0 0 0,-1 0 0 0 0,10-3 0 0 0,-8 0-16 0 0,0 1-1 0 0,0-1 1 0 0,0-1-1 0 0,-1 0 0 0 0,0 0 1 0 0,0 0-1 0 0,0-1 1 0 0,-1 0-1 0 0,0-1 0 0 0,0 0 1 0 0,0 0-1 0 0,-1 0 1 0 0,8-13-1 0 0,4-8 23 0 0,-1-2 0 0 0,19-44 0 0 0,-29 57-15 0 0,-1 0-1 0 0,0-1 1 0 0,-1 0 0 0 0,5-34 0 0 0,-9 44-18 0 0,0 0-1 0 0,0 0 1 0 0,-1 0 0 0 0,0 0 0 0 0,-1 0 0 0 0,0 0 0 0 0,0 1 0 0 0,-1-1 0 0 0,0 0 0 0 0,0 0 0 0 0,0 1-1 0 0,-1-1 1 0 0,-7-12 0 0 0,9 18 16 0 0,0 1 0 0 0,-1-1 0 0 0,1 0-1 0 0,0 1 1 0 0,-1-1 0 0 0,1 1 0 0 0,-1-1-1 0 0,1 1 1 0 0,-1 0 0 0 0,0-1 0 0 0,1 1 0 0 0,-1 0-1 0 0,0 0 1 0 0,0 0 0 0 0,0 0 0 0 0,0 1-1 0 0,0-1 1 0 0,0 1 0 0 0,0-1 0 0 0,0 1 0 0 0,0-1-1 0 0,0 1 1 0 0,-4 0 0 0 0,4 1 5 0 0,-1 0-1 0 0,1-1 1 0 0,0 1 0 0 0,0 0 0 0 0,0 1 0 0 0,0-1-1 0 0,0 0 1 0 0,0 0 0 0 0,0 1 0 0 0,0 0 0 0 0,0-1-1 0 0,1 1 1 0 0,-1 0 0 0 0,0 0 0 0 0,1-1 0 0 0,0 1-1 0 0,-1 1 1 0 0,1-1 0 0 0,0 0 0 0 0,-1 3-1 0 0,1-2 8 0 0,0-1-1 0 0,1 1 0 0 0,-1 0 0 0 0,1 0 0 0 0,0 0 0 0 0,0 0 0 0 0,0 0 0 0 0,0 0 0 0 0,0 0 0 0 0,1-1 0 0 0,-1 1 0 0 0,1 0 1 0 0,0 0-1 0 0,-1 0 0 0 0,1-1 0 0 0,1 1 0 0 0,0 2 0 0 0,1 0-23 0 0,0-1 0 0 0,0 0 0 0 0,1 0 0 0 0,-1 0 0 0 0,1-1 0 0 0,0 1 0 0 0,0-1 1 0 0,8 6-1 0 0,1-1-122 0 0,0-2 0 0 0,1 1 1 0 0,0-1-1 0 0,0-1 1 0 0,24 5-1 0 0,-26-7 51 0 0,0-1 1 0 0,0-1-1 0 0,0 0 0 0 0,0-1 1 0 0,0 0-1 0 0,0 0 0 0 0,0-2 1 0 0,0 1-1 0 0,0-2 0 0 0,-1 1 0 0 0,1-2 1 0 0,-1 1-1 0 0,12-7 0 0 0,-14 6 73 0 0,0-1-1 0 0,0 0 1 0 0,0-1-1 0 0,-1 0 1 0 0,0 0-1 0 0,0-1 0 0 0,-1 0 1 0 0,1 0-1 0 0,-2-1 1 0 0,1 0-1 0 0,-1 0 1 0 0,0 0-1 0 0,-1-1 0 0 0,0 0 1 0 0,6-14-1 0 0,-11 22 20 0 0,6-18 22 0 0,-6 19-23 0 0,0-1-1 0 0,0 1 0 0 0,-1 0 1 0 0,1-1-1 0 0,0 1 1 0 0,0 0-1 0 0,0-1 1 0 0,0 1-1 0 0,-1 0 0 0 0,1-1 1 0 0,0 1-1 0 0,0 0 1 0 0,-1 0-1 0 0,1-1 1 0 0,0 1-1 0 0,-1 0 1 0 0,1 0-1 0 0,0-1 0 0 0,0 1 1 0 0,-1 0-1 0 0,1 0 1 0 0,0 0-1 0 0,-1 0 1 0 0,1 0-1 0 0,-1-1 0 0 0,1 1 1 0 0,0 0-1 0 0,-1 0 1 0 0,1 0-1 0 0,0 0 1 0 0,-1 0-1 0 0,1 0 0 0 0,0 0 1 0 0,-1 0-1 0 0,1 0 1 0 0,-1 0-1 0 0,1 1 1 0 0,0-1-1 0 0,-1 0 0 0 0,1 0 1 0 0,-1 0-1 0 0,-3 2 53 0 0,-1 0-1 0 0,1 0 0 0 0,0 1 1 0 0,0-1-1 0 0,0 1 1 0 0,1 0-1 0 0,-1 0 0 0 0,0 0 1 0 0,1 0-1 0 0,0 1 1 0 0,-3 3-1 0 0,-3 2 95 0 0,-14 16 83 0 0,1 2 1 0 0,1 0-1 0 0,1 2 0 0 0,1 0 0 0 0,2 1 1 0 0,-23 55-1 0 0,36-78-188 0 0,2 1-1 0 0,-1-1 1 0 0,1 1 0 0 0,0 0 0 0 0,1 0-1 0 0,0 0 1 0 0,0 0 0 0 0,1 9 0 0 0,0-13-30 0 0,0 0 1 0 0,1-1 0 0 0,0 1-1 0 0,0 0 1 0 0,0 0 0 0 0,0 0-1 0 0,0-1 1 0 0,1 1 0 0 0,0 0-1 0 0,-1-1 1 0 0,1 0 0 0 0,1 1 0 0 0,-1-1-1 0 0,0 0 1 0 0,1 0 0 0 0,0 0-1 0 0,0 0 1 0 0,4 3 0 0 0,-3-3-124 0 0,1 0 1 0 0,-1 0-1 0 0,1 0 1 0 0,0-1-1 0 0,0 1 0 0 0,-1-1 1 0 0,2 0-1 0 0,-1 0 1 0 0,0-1-1 0 0,0 0 1 0 0,1 0-1 0 0,-1 0 1 0 0,0-1-1 0 0,1 1 1 0 0,-1-1-1 0 0,1 0 1 0 0,-1-1-1 0 0,0 1 1 0 0,1-1-1 0 0,9-3 1 0 0,-6 0-46 0 0,-1 1 0 0 0,0-1 1 0 0,0 0-1 0 0,0-1 0 0 0,-1 0 1 0 0,1 0-1 0 0,-1-1 0 0 0,0 0 1 0 0,-1 0-1 0 0,0 0 0 0 0,0-1 1 0 0,6-7-1 0 0,7-13 164 0 0,-1 0-1 0 0,-1-1 1 0 0,-2-1-1 0 0,0-1 1 0 0,-2 0-1 0 0,-1 0 1 0 0,15-64-1 0 0,-18 52 710 0 0,-9 40-379 0 0,-1 2-297 0 0,-1 0 1 0 0,1 1-1 0 0,-1-1 0 0 0,1 1 1 0 0,-1 0-1 0 0,1 0 1 0 0,-1-1-1 0 0,1 1 0 0 0,0 0 1 0 0,-1 0-1 0 0,1 0 1 0 0,0 1-1 0 0,0-1 0 0 0,0 0 1 0 0,0 0-1 0 0,0 1 0 0 0,0-1 1 0 0,0 0-1 0 0,0 1 1 0 0,0 1-1 0 0,-16 33 700 0 0,16-33-673 0 0,-47 131 1119 0 0,41-113-1161 0 0,2 1 0 0 0,1-1-1 0 0,1 1 1 0 0,-1 32 0 0 0,4-50-208 0 0,1 1 0 0 0,0-1 0 0 0,0 1 0 0 0,0-1 0 0 0,0 1 0 0 0,0-1 0 0 0,1 0 0 0 0,0 0-1 0 0,0 0 1 0 0,0 0 0 0 0,4 6 0 0 0,-3-7-365 0 0,-1 0 0 0 0,1 0-1 0 0,-1 0 1 0 0,1 0 0 0 0,0-1-1 0 0,4 3 1 0 0,-5-3-400 0 0,1-1 1 0 0,-1 1 0 0 0,1-1-1 0 0,-1 0 1 0 0,1 0-1 0 0,-1 0 1 0 0,1 0-1 0 0,0-1 1 0 0,4 1-1 0 0,8 1-5347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4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1 212 1540 0 0,'13'-46'5618'0'0,"-10"35"-4562"0"0,0-1 1 0 0,0 1 0 0 0,1 1-1 0 0,0-1 1 0 0,1 0 0 0 0,1 1 0 0 0,6-10-1 0 0,-12 19-991 0 0,1 0-1 0 0,0 0 0 0 0,0 0 0 0 0,0-1 1 0 0,0 2-1 0 0,0-1 0 0 0,0 0 0 0 0,0 0 0 0 0,0 0 1 0 0,1 0-1 0 0,-1 1 0 0 0,0-1 0 0 0,0 0 0 0 0,1 1 1 0 0,-1-1-1 0 0,0 1 0 0 0,1 0 0 0 0,-1-1 1 0 0,1 1-1 0 0,-1 0 0 0 0,0 0 0 0 0,1 0 0 0 0,-1 0 1 0 0,1 0-1 0 0,-1 0 0 0 0,0 0 0 0 0,1 1 0 0 0,-1-1 1 0 0,1 0-1 0 0,-1 1 0 0 0,0-1 0 0 0,0 1 1 0 0,1-1-1 0 0,-1 1 0 0 0,0 0 0 0 0,0 0 0 0 0,1-1 1 0 0,-1 1-1 0 0,0 0 0 0 0,0 0 0 0 0,0 0 0 0 0,1 2 1 0 0,3 3 125 0 0,0-1 0 0 0,-1 1 0 0 0,1 0 0 0 0,-1 0 0 0 0,-1 0 1 0 0,1 1-1 0 0,2 7 0 0 0,-2-3-48 0 0,-1 0 1 0 0,-1 0-1 0 0,0 1 0 0 0,0-1 1 0 0,-1 1-1 0 0,0-1 1 0 0,-1 1-1 0 0,-1-1 1 0 0,0 0-1 0 0,0 1 0 0 0,-1-1 1 0 0,-1 0-1 0 0,1 1 1 0 0,-7 14-1 0 0,3-13-63 0 0,0 1 1 0 0,0-1-1 0 0,-1 0 0 0 0,-1-1 0 0 0,0 1 1 0 0,-1-2-1 0 0,0 1 0 0 0,-1-1 1 0 0,0-1-1 0 0,-21 18 0 0 0,15-17 9 0 0,10-10-103 0 0,10-10-49 0 0,111-131-528 0 0,-68 87 455 0 0,-2-3-1 0 0,59-97 1 0 0,-101 148 141 0 0,0 0-7 0 0,-1 1 1 0 0,1-1-1 0 0,-1 1 0 0 0,0-1 1 0 0,0 0-1 0 0,-1 0 1 0 0,1 0-1 0 0,-1 0 0 0 0,1-7 1 0 0,-16 13 82 0 0,10 1-15 0 0,0 0-1 0 0,0 0 1 0 0,0 0 0 0 0,1 1 0 0 0,-1-1 0 0 0,0 1 0 0 0,1 0-1 0 0,0 0 1 0 0,0 0 0 0 0,0 1 0 0 0,-4 4 0 0 0,-3 4 274 0 0,-1 1 58 0 0,1 0-1 0 0,1 0 1 0 0,0 1-1 0 0,0 0 0 0 0,-10 26 1 0 0,14-30-231 0 0,1 0 0 0 0,1 1 0 0 0,-1 0 0 0 0,2 0-1 0 0,0 0 1 0 0,0 0 0 0 0,1 0 0 0 0,0 0 0 0 0,1 14 0 0 0,0-20-121 0 0,1 0 0 0 0,0 0-1 0 0,0-1 1 0 0,1 1 0 0 0,-1-1 0 0 0,1 1 0 0 0,0-1 0 0 0,0 1 0 0 0,0-1-1 0 0,1 0 1 0 0,0 0 0 0 0,0 0 0 0 0,0-1 0 0 0,0 1 0 0 0,0-1 0 0 0,8 7 0 0 0,-6-7-41 0 0,0 1 0 0 0,1-1 0 0 0,-1 0 0 0 0,1-1 1 0 0,0 1-1 0 0,0-1 0 0 0,0 0 0 0 0,0 0 1 0 0,0-1-1 0 0,0 0 0 0 0,13 1 0 0 0,-12-2-275 0 0,0 0 0 0 0,0 0 0 0 0,0-1 0 0 0,0 0-1 0 0,0 0 1 0 0,-1-1 0 0 0,1 0 0 0 0,0 0 0 0 0,-1-1 0 0 0,12-5-1 0 0,-13 5-249 0 0,-1 0 0 0 0,0 1 0 0 0,0-2 0 0 0,0 1 0 0 0,0 0 0 0 0,0-1 0 0 0,-1 0 0 0 0,1 0 0 0 0,-1 0-1 0 0,0 0 1 0 0,-1-1 0 0 0,1 1 0 0 0,-1-1 0 0 0,0 1 0 0 0,3-8 0 0 0,-4 8-426 0 0,0 0 0 0 0,0 0 0 0 0,-1 0 0 0 0,0-1 0 0 0,1 1 0 0 0,-1 0 0 0 0,-1 0 0 0 0,0-6 0 0 0,-2-8-4739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4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308 131 244 0 0,'-206'-103'20025'0'0,"198"99"-19546"0"0,-23-17 635 0 0,30 20-1767 0 0,-11 2-5086 0 0,-2-1 2891 0 0,1-1-2049 0 0,-9 0-424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4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1 852 0 0,'-56'4'5545'0'0,"-77"2"9777"0"0,612-3-14411 0 0,4 14-5006 0 0,-308-8 213 0 0,-61-4-1499 0 0,-32-2-1487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6:54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3312 0 0,'27'11'8713'0'0,"0"-1"-2125"0"0,-25-9-5009 0 0,35 10 5055 0 0,-35-10-6381 0 0,3 2-8220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1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997 529 52 0 0,'0'0'2805'0'0,"0"15"1815"0"0,-8 0 13 0 0,-2-41-3868 0 0,8 15-750 0 0,0 1 0 0 0,1-1-1 0 0,0 0 1 0 0,1-1 0 0 0,0 1-1 0 0,1 0 1 0 0,2-16 0 0 0,23-83-167 0 0,-16 75 125 0 0,7-22-53 0 0,3 1 0 0 0,35-67 0 0 0,-53 119 72 0 0,1-1 1 0 0,-1 1-1 0 0,1 0 1 0 0,0 1-1 0 0,0-1 0 0 0,0 0 1 0 0,1 1-1 0 0,-1 0 1 0 0,1 0-1 0 0,0 0 1 0 0,6-4-1 0 0,-9 7 9 0 0,-1 0 0 0 0,1 0-1 0 0,0-1 1 0 0,-1 1 0 0 0,1 0 0 0 0,0 0-1 0 0,-1 0 1 0 0,1 0 0 0 0,0 0-1 0 0,-1 0 1 0 0,1 0 0 0 0,0 0 0 0 0,-1 0-1 0 0,1 1 1 0 0,0-1 0 0 0,-1 0 0 0 0,1 0-1 0 0,0 1 1 0 0,-1-1 0 0 0,1 0 0 0 0,-1 1-1 0 0,1-1 1 0 0,0 0 0 0 0,-1 1-1 0 0,1-1 1 0 0,-1 1 0 0 0,1-1 0 0 0,-1 1-1 0 0,0-1 1 0 0,1 1 0 0 0,0 1 0 0 0,10 16 17 0 0,-11-17-19 0 0,4 9 34 0 0,0 1 0 0 0,0 0-1 0 0,-1 1 1 0 0,-1-1-1 0 0,0 0 1 0 0,0 16-1 0 0,-2 71 146 0 0,-1-63-184 0 0,-7 138 69 0 0,-7 1 0 0 0,-8-2 0 0 0,-47 177 0 0 0,23-193 45 0 0,39-136-114 0 0,-1 1 0 0 0,0-1 0 0 0,-2-1 1 0 0,0 0-1 0 0,-19 23 0 0 0,28-38 7 0 0,-1-1 1 0 0,1 0 0 0 0,-1 0 0 0 0,0 0 0 0 0,0 0 0 0 0,0 0-1 0 0,-1-1 1 0 0,1 1 0 0 0,-1-1 0 0 0,1 0 0 0 0,-1 0-1 0 0,0 0 1 0 0,1-1 0 0 0,-1 1 0 0 0,0-1 0 0 0,0 0 0 0 0,0 0-1 0 0,-1 0 1 0 0,1 0 0 0 0,0-1 0 0 0,0 0 0 0 0,-7 0 0 0 0,-7-2-9 0 0,1-1 1 0 0,-1-1 0 0 0,1 0 0 0 0,0-1 0 0 0,-19-9 0 0 0,-88-44-46 0 0,106 48 37 0 0,-110-48-727 0 0,-245-77 1 0 0,308 113-769 0 0,26 7-3444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1.6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65 1552 0 0,'13'-64'11429'0'0,"-13"66"-10962"0"0,3 7-73 0 0,-1 0-1 0 0,-1 1 1 0 0,1-1 0 0 0,-2 1-1 0 0,0 17 1 0 0,-7 53 824 0 0,3-49-874 0 0,-45 318 1320 0 0,-8 98-996 0 0,55-423-643 0 0,2 1-1 0 0,4 41 1 0 0,-4-59-22 0 0,1 0 0 0 0,1 0 1 0 0,-1 0-1 0 0,1 0 0 0 0,0 0 1 0 0,1 0-1 0 0,0 0 0 0 0,0-1 1 0 0,0 1-1 0 0,1-1 0 0 0,0 0 1 0 0,0 0-1 0 0,8 8 0 0 0,-8-11-29 0 0,0 0 0 0 0,1 0 0 0 0,-1-1 0 0 0,1 1 0 0 0,-1-1 0 0 0,1 0 0 0 0,0 0 0 0 0,0 0 0 0 0,0-1 0 0 0,0 0 0 0 0,0 0 0 0 0,0 0 0 0 0,0-1 0 0 0,0 1 0 0 0,1-1 0 0 0,-1 0 0 0 0,0-1 0 0 0,0 1 0 0 0,7-3 0 0 0,5-1-360 0 0,0 0 1 0 0,-1-1 0 0 0,0-1 0 0 0,24-13 0 0 0,-17 7-465 0 0,1-2 1 0 0,-2-1 0 0 0,0-1-1 0 0,31-28 1 0 0,-33 24-1207 0 0,-1-1-1 0 0,20-25 1 0 0,-17 13-2502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1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278 171 436 0 0,'-176'-16'9493'0'0,"79"8"-5331"0"0,93 8-3497 0 0,5-2-518 0 0,0 0-131 0 0,1 0 1 0 0,-1 0-1 0 0,1 1 0 0 0,-1-1 0 0 0,1 0 0 0 0,0 1 0 0 0,0-1 0 0 0,0 1 0 0 0,0 0 0 0 0,0 0 0 0 0,0 0 0 0 0,0 0 0 0 0,1 0 1 0 0,2-1-1 0 0,42-10 64 0 0,-32 9-56 0 0,349-72-1050 0 0,-118 48-3489 0 0,-206 24 1451 0 0,-4 1-1176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2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481 197 872 0 0,'3'-35'5239'0'0,"-2"1"-1"0"0,-5-68 1 0 0,4 100-5125 0 0,-1 1 1 0 0,0-1-1 0 0,1 1 0 0 0,-1-1 0 0 0,0 1 0 0 0,0 0 0 0 0,0-1 1 0 0,0 1-1 0 0,0 0 0 0 0,0 0 0 0 0,0 0 0 0 0,0 0 0 0 0,-1 0 1 0 0,1 0-1 0 0,0 0 0 0 0,-1 0 0 0 0,-1 0 0 0 0,1-1 54 0 0,1 2-142 0 0,0-1 1 0 0,0 1-1 0 0,1 0 0 0 0,-1 0 0 0 0,0-1 1 0 0,0 1-1 0 0,0 0 0 0 0,0 0 1 0 0,0 0-1 0 0,0 0 0 0 0,0 0 0 0 0,0 0 1 0 0,0 0-1 0 0,0 1 0 0 0,0-1 0 0 0,0 0 1 0 0,0 1-1 0 0,0-1 0 0 0,-1 1 1 0 0,0 0 44 0 0,-4 1-8 0 0,-1 0 0 0 0,1 0-1 0 0,1 1 1 0 0,-1 0-1 0 0,0 0 1 0 0,1 1-1 0 0,-10 6 1 0 0,-33 35 135 0 0,34-32-146 0 0,-136 145 269 0 0,119-121-274 0 0,2 1-1 0 0,-38 65 1 0 0,61-91-44 0 0,0-1 1 0 0,0 1-1 0 0,1 1 1 0 0,1-1-1 0 0,0 1 1 0 0,1 0-1 0 0,0-1 1 0 0,-1 22-1 0 0,3-29-8 0 0,1-1 0 0 0,0 1-1 0 0,1-1 1 0 0,-1 1 0 0 0,1-1 0 0 0,0 1 0 0 0,0-1 0 0 0,0 0 0 0 0,1 1-1 0 0,0-1 1 0 0,-1 0 0 0 0,1 0 0 0 0,1 0 0 0 0,-1 0 0 0 0,1-1-1 0 0,-1 1 1 0 0,1 0 0 0 0,0-1 0 0 0,0 0 0 0 0,1 0 0 0 0,-1 0-1 0 0,1 0 1 0 0,-1 0 0 0 0,1-1 0 0 0,0 1 0 0 0,0-1 0 0 0,0 0-1 0 0,6 1 1 0 0,3 2-287 0 0,1-1-1 0 0,0-1 1 0 0,0-1-1 0 0,1 0 1 0 0,-1 0-1 0 0,0-2 1 0 0,1 0-1 0 0,-1 0 0 0 0,28-6 1 0 0,11-4-2325 0 0,64-21 1 0 0,-115 30 2522 0 0,52-17-3870 0 0,4-2-1917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2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423 170 256 0 0,'2'-8'869'0'0,"-1"0"0"0"0,0 0 0 0 0,0 0 0 0 0,-1-1 0 0 0,0 1 0 0 0,0 0 0 0 0,-1 0 0 0 0,0 0 0 0 0,-1 0 0 0 0,0 0 0 0 0,0 0 0 0 0,-6-13 0 0 0,7 18-696 0 0,-1 0 1 0 0,1 0 0 0 0,-1 0 0 0 0,0 0 0 0 0,0 0-1 0 0,0 0 1 0 0,0 0 0 0 0,0 1 0 0 0,-1-1 0 0 0,0 1-1 0 0,1-1 1 0 0,-1 1 0 0 0,0 0 0 0 0,0 0 0 0 0,0 0-1 0 0,0 1 1 0 0,0-1 0 0 0,0 1 0 0 0,-1 0 0 0 0,1 0-1 0 0,0 0 1 0 0,-1 0 0 0 0,1 0 0 0 0,-1 1 0 0 0,1-1-1 0 0,-1 1 1 0 0,1 0 0 0 0,-1 0 0 0 0,1 1 0 0 0,-1-1-1 0 0,-5 2 1 0 0,-5 2 42 0 0,0 1 0 0 0,1 0 1 0 0,0 1-1 0 0,0 0 0 0 0,0 1 0 0 0,1 0 0 0 0,0 1 0 0 0,0 1 0 0 0,-20 18 0 0 0,12-7-100 0 0,1 1 0 0 0,0 1 1 0 0,2 0-1 0 0,-16 28 0 0 0,24-35-83 0 0,1 0 1 0 0,0 1 0 0 0,1 0-1 0 0,1 0 1 0 0,1 1-1 0 0,0-1 1 0 0,1 1 0 0 0,-3 34-1 0 0,7-44-44 0 0,0 0 1 0 0,0 0-1 0 0,0 1 0 0 0,1-1 0 0 0,0 0 1 0 0,1 0-1 0 0,0 0 0 0 0,0 0 0 0 0,0-1 1 0 0,6 12-1 0 0,-5-14-39 0 0,0 1 1 0 0,0-1-1 0 0,1 1 1 0 0,-1-1-1 0 0,1 0 0 0 0,0 0 1 0 0,0-1-1 0 0,1 1 1 0 0,-1-1-1 0 0,1 0 0 0 0,-1 0 1 0 0,1-1-1 0 0,0 1 1 0 0,0-1-1 0 0,8 2 0 0 0,-6-1-82 0 0,0-2-1 0 0,0 1 1 0 0,0-1-1 0 0,0 0 0 0 0,0 0 1 0 0,0-1-1 0 0,0 0 0 0 0,0 0 1 0 0,0-1-1 0 0,0 0 1 0 0,10-3-1 0 0,-6 1-40 0 0,-1 0 0 0 0,0-1 1 0 0,0-1-1 0 0,0 0 0 0 0,-1 0 0 0 0,17-12 1 0 0,-6 0-12 0 0,-1 0 1 0 0,-1-1 0 0 0,0-1-1 0 0,-1-1 1 0 0,21-32-1 0 0,-9 4 756 0 0,-2-2 1 0 0,-2 0-1 0 0,-2-2 0 0 0,17-59 0 0 0,-38 108-15 0 0,-1 7-176 0 0,-2 17-2 0 0,-4 28-147 0 0,-14 141 205 0 0,21-94-1874 0 0,1-66-965 0 0,7 33 0 0 0,-3-39-3415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3.2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 1860 0 0,'6'-9'1984'0'0,"-1"1"0"0"0,-1-1 0 0 0,5-10 0 0 0,-5 19-1323 0 0,-1 1-526 0 0,-1 0 0 0 0,1 0-1 0 0,0 0 1 0 0,0 1 0 0 0,0-1 0 0 0,-1 1 0 0 0,1 0-1 0 0,-1-1 1 0 0,1 1 0 0 0,-1 1 0 0 0,0-1 0 0 0,0 0-1 0 0,0 0 1 0 0,0 1 0 0 0,0-1 0 0 0,0 1 0 0 0,-1-1-1 0 0,1 1 1 0 0,-1 0 0 0 0,1 3 0 0 0,10 23 334 0 0,-1 1 1 0 0,-2 0 0 0 0,-1 0-1 0 0,-2 1 1 0 0,-1 0-1 0 0,-1 0 1 0 0,-1 0-1 0 0,-2 0 1 0 0,-4 40 0 0 0,3-63-95 0 0,0 0 1 0 0,-1-1-1 0 0,0 1 1 0 0,-1-1-1 0 0,0 0 1 0 0,0 1-1 0 0,-3 7 1 0 0,4-13 31 0 0,-7-3-207 0 0,8 1-196 0 0,0 0 0 0 0,-1 0-1 0 0,1 0 1 0 0,0 1 0 0 0,-1-1 0 0 0,1 0 0 0 0,-1 0-1 0 0,1 0 1 0 0,-1 0 0 0 0,1 0 0 0 0,0 0 0 0 0,-1 0-1 0 0,1 0 1 0 0,-1 0 0 0 0,1 0 0 0 0,0 0 0 0 0,-1-1 0 0 0,1 1-1 0 0,-1 0 1 0 0,1 0 0 0 0,0 0 0 0 0,-1 0 0 0 0,1-1-1 0 0,0 1 1 0 0,-1 0 0 0 0,1 0 0 0 0,0-1 0 0 0,-1 1-1 0 0,1 0 1 0 0,0 0 0 0 0,-1-1 0 0 0,1 1 0 0 0,0 0 0 0 0,0-1-1 0 0,0 1 1 0 0,-1-1 0 0 0,-1-10 4 0 0,0-1 0 0 0,1 1 0 0 0,1-1 0 0 0,0 1 0 0 0,0-1 0 0 0,1 1 0 0 0,0-1 0 0 0,1 1 0 0 0,1 0 0 0 0,0-1 0 0 0,0 1-1 0 0,1 1 1 0 0,0-1 0 0 0,1 0 0 0 0,0 1 0 0 0,11-15 0 0 0,-7 10-29 0 0,1 1 1 0 0,1-1-1 0 0,1 2 0 0 0,0-1 0 0 0,1 2 1 0 0,0 0-1 0 0,1 0 0 0 0,0 1 0 0 0,1 1 0 0 0,19-11 1 0 0,-26 17 5 0 0,1 1 1 0 0,-1 0 0 0 0,1 0-1 0 0,0 0 1 0 0,0 1 0 0 0,0 1 0 0 0,0-1-1 0 0,0 1 1 0 0,0 1 0 0 0,0 0-1 0 0,1 0 1 0 0,-1 1 0 0 0,0 0 0 0 0,0 0-1 0 0,17 6 1 0 0,-20-5 9 0 0,1 1-1 0 0,0 0 1 0 0,-1 0-1 0 0,1 1 1 0 0,-1 0 0 0 0,0 0-1 0 0,0 0 1 0 0,-1 1 0 0 0,1 0-1 0 0,-1 0 1 0 0,0 0 0 0 0,0 0-1 0 0,-1 1 1 0 0,0 0-1 0 0,0 0 1 0 0,0 0 0 0 0,0 1-1 0 0,-1-1 1 0 0,0 1 0 0 0,3 10-1 0 0,-1 5 18 0 0,-1 1 0 0 0,-1-1 0 0 0,-1 1 0 0 0,-1-1 0 0 0,-1 1 0 0 0,-4 33 0 0 0,4-47-270 0 0,0 0 1 0 0,0 0 0 0 0,1 0 0 0 0,0 0 0 0 0,0 0 0 0 0,4 10-1 0 0,-5-18 166 0 0,1 0 0 0 0,-1 0 0 0 0,1-1 0 0 0,-1 1 0 0 0,1 0 0 0 0,0 0 0 0 0,-1-1 0 0 0,1 1 0 0 0,0-1 0 0 0,0 1 0 0 0,-1-1 0 0 0,1 1 0 0 0,0-1 0 0 0,0 1 0 0 0,0-1 0 0 0,0 0 0 0 0,0 1 0 0 0,-1-1 0 0 0,1 0-1 0 0,0 0 1 0 0,0 0 0 0 0,0 0 0 0 0,0 0 0 0 0,0 0 0 0 0,0 0 0 0 0,0 0 0 0 0,1 0 0 0 0,26-5-1906 0 0,-27 5 1920 0 0,15-4-2087 0 0,0-2 0 0 0,24-11 0 0 0,-34 15 1356 0 0,28-13-4414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3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312 154 1292 0 0,'-36'-38'6921'0'0,"-48"-66"0"0"0,83 103-6868 0 0,1 1-1 0 0,0-1 1 0 0,-1 0 0 0 0,1 1-1 0 0,-1-1 1 0 0,1 0 0 0 0,0 1-1 0 0,-1-1 1 0 0,0 1 0 0 0,1-1-1 0 0,-1 1 1 0 0,1-1 0 0 0,-1 1-1 0 0,1-1 1 0 0,-1 1 0 0 0,0 0-1 0 0,1-1 1 0 0,-1 1 0 0 0,0 0-1 0 0,0 0 1 0 0,1-1 0 0 0,-1 1-1 0 0,0 0 1 0 0,1 0 0 0 0,-1 0-1 0 0,-1 0 1 0 0,1 0-16 0 0,0 1-1 0 0,1 0 1 0 0,-1-1 0 0 0,0 1 0 0 0,0-1-1 0 0,1 1 1 0 0,-1 0 0 0 0,1-1 0 0 0,-1 1-1 0 0,1 0 1 0 0,-1 0 0 0 0,1 0 0 0 0,-1-1-1 0 0,1 1 1 0 0,0 0 0 0 0,-1 0 0 0 0,1 1-1 0 0,-7 40 859 0 0,-2 42 23 0 0,-30 136 0 0 0,19-125-707 0 0,-46 189 207 0 0,46-208-75 0 0,17-59 161 0 0,3-16-498 0 0,0-1 0 0 0,0 0 1 0 0,0 0-1 0 0,0 0 0 0 0,0 0 0 0 0,0 0 1 0 0,0 0-1 0 0,0 0 0 0 0,0 0 1 0 0,0 0-1 0 0,0 0 0 0 0,0 0 1 0 0,0 0-1 0 0,0 0 0 0 0,0 1 1 0 0,0-1-1 0 0,0 0 0 0 0,0 0 1 0 0,0 0-1 0 0,0 0 0 0 0,0 0 1 0 0,0 0-1 0 0,0 0 0 0 0,0 0 1 0 0,0 0-1 0 0,0 0 0 0 0,0 0 1 0 0,0 1-1 0 0,0-1 0 0 0,0 0 0 0 0,0 0 1 0 0,0 0-1 0 0,0 0 0 0 0,0 0 1 0 0,0 0-1 0 0,0 0 0 0 0,0 0 1 0 0,0 0-1 0 0,0 0 0 0 0,1 0 1 0 0,-1 0-1 0 0,0 0 0 0 0,0 0 1 0 0,0 0-1 0 0,0 0 0 0 0,0 0 1 0 0,0 0-1 0 0,0 0 0 0 0,0 0 1 0 0,0 0-1 0 0,0 0 0 0 0,0 0 1 0 0,0 0-1 0 0,1 0 0 0 0,-1 0 0 0 0,0 0 1 0 0,0 0-1 0 0,0 0 0 0 0,0 0 1 0 0,0 0-1 0 0,0 0 0 0 0,0 0 1 0 0,0 0-1 0 0,0 0 0 0 0,0 0 1 0 0,0 0-1 0 0,1 0 0 0 0,13-20 467 0 0,-5 6-516 0 0,7-9 43 0 0,2 0-1 0 0,0 1 1 0 0,2 1 0 0 0,0 1 0 0 0,37-29 0 0 0,-45 41-19 0 0,-1 0 0 0 0,1 1 0 0 0,0 0 0 0 0,0 0 0 0 0,1 2 1 0 0,0-1-1 0 0,0 2 0 0 0,1 0 0 0 0,-1 0 0 0 0,1 1 0 0 0,0 1 0 0 0,-1 0 0 0 0,24 1 0 0 0,-28 1 12 0 0,0 1 0 0 0,0 1 0 0 0,0 0 0 0 0,0 0 0 0 0,0 1 0 0 0,-1 0-1 0 0,1 0 1 0 0,-1 1 0 0 0,0 0 0 0 0,0 1 0 0 0,0 0 0 0 0,0 0 0 0 0,-1 0-1 0 0,0 1 1 0 0,0 0 0 0 0,0 1 0 0 0,-1-1 0 0 0,0 1 0 0 0,9 15 0 0 0,-10-15 9 0 0,-1 0 1 0 0,0 1-1 0 0,-1-1 1 0 0,1 1 0 0 0,-2 0-1 0 0,1 0 1 0 0,-1 0-1 0 0,0 1 1 0 0,-1-1-1 0 0,1 0 1 0 0,-2 1 0 0 0,1-1-1 0 0,-1 1 1 0 0,-1-1-1 0 0,0 0 1 0 0,0 1-1 0 0,0-1 1 0 0,-1 0 0 0 0,0 1-1 0 0,-1-1 1 0 0,-5 11-1 0 0,0-4 19 0 0,0 1 0 0 0,-2-2 0 0 0,0 1 0 0 0,-1-2-1 0 0,0 1 1 0 0,-1-1 0 0 0,0-1 0 0 0,-1 0 0 0 0,0-1-1 0 0,-19 12 1 0 0,21-16 4 0 0,0 0 0 0 0,-1-1-1 0 0,1-1 1 0 0,-1 1 0 0 0,0-2 0 0 0,0 0 0 0 0,0 0-1 0 0,-1-1 1 0 0,0-1 0 0 0,1 0 0 0 0,-1 0 0 0 0,0-2-1 0 0,0 1 1 0 0,-20-3 0 0 0,18-1 6 0 0,-1 0-1 0 0,1-1 1 0 0,-1-1 0 0 0,-14-6-1 0 0,22 8-73 0 0,1-1-1 0 0,-1 0 1 0 0,1 0-1 0 0,0-1 1 0 0,0 0-1 0 0,1 0 1 0 0,-1-1-1 0 0,1 0 1 0 0,-7-8-1 0 0,12 12-114 0 0,0 0 1 0 0,0 1-1 0 0,0-1 0 0 0,0 0 1 0 0,0 0-1 0 0,0 0 0 0 0,0 0 1 0 0,1 0-1 0 0,-1 0 0 0 0,1 0 1 0 0,0 0-1 0 0,-1 0 0 0 0,1 0 1 0 0,0-1-1 0 0,0 1 0 0 0,0 0 1 0 0,1 0-1 0 0,-1 0 0 0 0,0 0 1 0 0,1 0-1 0 0,-1 0 0 0 0,1 0 1 0 0,0 0-1 0 0,0 0 0 0 0,0 0 1 0 0,0 0-1 0 0,0 0 0 0 0,0 1 1 0 0,0-1-1 0 0,3-3 0 0 0,4-4-1364 0 0,0 1 0 0 0,1 0 0 0 0,0 0 0 0 0,12-8 0 0 0,-16 12 178 0 0,17-10-4660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4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290 235 2768 0 0,'-2'1'2502'0'0,"-23"19"3820"0"0,6 4-3727 0 0,18-22-2421 0 0,4 11 621 0 0,0-11-711 0 0,0 1 0 0 0,0-1 1 0 0,0 0-1 0 0,1 0 0 0 0,-1-1 0 0 0,0 1 0 0 0,1-1 0 0 0,-1 1 1 0 0,1-1-1 0 0,-1 0 0 0 0,1 0 0 0 0,0-1 0 0 0,-1 1 1 0 0,1-1-1 0 0,0 0 0 0 0,-1 1 0 0 0,1-2 0 0 0,0 1 0 0 0,0 0 1 0 0,5-2-1 0 0,9-1 46 0 0,0-2 1 0 0,34-11-1 0 0,-39 11-81 0 0,1-2-1 0 0,-1 1 1 0 0,0-2 0 0 0,-1 1-1 0 0,0-2 1 0 0,0 0 0 0 0,-1 0-1 0 0,18-19 1 0 0,-22 21 29 0 0,-1 0 0 0 0,-1 0 0 0 0,1-1 0 0 0,-1 0 0 0 0,0 0 0 0 0,-1 0 0 0 0,0-1 0 0 0,0 1 0 0 0,-1-1 0 0 0,0 0 0 0 0,0 0-1 0 0,-1 0 1 0 0,0 0 0 0 0,0-17 0 0 0,-2 22-34 0 0,0 0-1 0 0,-1 0 0 0 0,1 1 1 0 0,-1-1-1 0 0,0 0 0 0 0,0 1 0 0 0,0-1 1 0 0,-1 1-1 0 0,-1-4 0 0 0,2 6-37 0 0,0-1-1 0 0,1 1 0 0 0,-1 0 0 0 0,0-1 0 0 0,0 1 1 0 0,0 0-1 0 0,0 0 0 0 0,0 0 0 0 0,0 0 0 0 0,-1 0 1 0 0,1 0-1 0 0,0 0 0 0 0,0 0 0 0 0,-1 1 0 0 0,1-1 1 0 0,0 0-1 0 0,-1 1 0 0 0,1-1 0 0 0,-1 1 0 0 0,1-1 1 0 0,-1 1-1 0 0,1 0 0 0 0,-1 0 0 0 0,1 0 0 0 0,-1 0 1 0 0,-2 0-1 0 0,-13 3 42 0 0,1 1 0 0 0,-1 1 1 0 0,1 1-1 0 0,0 0 0 0 0,1 1 1 0 0,-1 1-1 0 0,1 0 0 0 0,1 1 1 0 0,-16 12-1 0 0,-22 20 291 0 0,-46 47-1 0 0,57-50-124 0 0,-44 57 1 0 0,68-74-183 0 0,1 1 1 0 0,2 1-1 0 0,0 0 0 0 0,-19 45 1 0 0,30-60-20 0 0,0-1-1 0 0,1 1 1 0 0,0-1 0 0 0,1 1-1 0 0,0 0 1 0 0,0 0 0 0 0,0-1-1 0 0,1 1 1 0 0,0 0 0 0 0,1 0 0 0 0,-1 0-1 0 0,2-1 1 0 0,1 10 0 0 0,-1-11 3 0 0,0-1 0 0 0,0 0 1 0 0,1 1-1 0 0,0-1 0 0 0,0 0 1 0 0,0-1-1 0 0,0 1 0 0 0,1-1 1 0 0,-1 1-1 0 0,1-1 0 0 0,0 0 1 0 0,1 0-1 0 0,-1-1 1 0 0,1 1-1 0 0,-1-1 0 0 0,1 0 1 0 0,0 0-1 0 0,11 4 0 0 0,7 1 29 0 0,1-1 0 0 0,1 0-1 0 0,-1-2 1 0 0,1-1-1 0 0,0-1 1 0 0,41-1 0 0 0,-16-3-620 0 0,0-3 0 0 0,67-12 1 0 0,-77 8-1401 0 0,73-25 1 0 0,-94 26-56 0 0,0-2 0 0 0,0 0 1 0 0,18-13-1 0 0,-13 7-3753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5.2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717 158 1856 0 0,'3'-6'806'0'0,"-1"0"-1"0"0,0 0 0 0 0,-1 0 1 0 0,1 0-1 0 0,-1-1 0 0 0,0 1 1 0 0,-1 0-1 0 0,0 0 1 0 0,0-1-1 0 0,0 1 0 0 0,0 0 1 0 0,-1 0-1 0 0,0-1 0 0 0,-3-8 1 0 0,2 11-661 0 0,1 1 0 0 0,-1-1 1 0 0,0 1-1 0 0,0 0 0 0 0,0 0 1 0 0,0 0-1 0 0,-1 0 0 0 0,1 0 0 0 0,-1 1 1 0 0,0-1-1 0 0,1 1 0 0 0,-1 0 1 0 0,0-1-1 0 0,0 1 0 0 0,-1 1 0 0 0,1-1 1 0 0,0 0-1 0 0,-1 1 0 0 0,1 0 1 0 0,-1-1-1 0 0,1 1 0 0 0,-1 1 0 0 0,0-1 1 0 0,1 1-1 0 0,-8-1 0 0 0,1 1-92 0 0,1 1 0 0 0,0 0 0 0 0,-1 1-1 0 0,1-1 1 0 0,0 2 0 0 0,0-1 0 0 0,0 1 0 0 0,1 1-1 0 0,-1 0 1 0 0,1 0 0 0 0,-14 9 0 0 0,-8 7 13 0 0,-43 38 0 0 0,22-11-47 0 0,2 1 0 0 0,1 2 0 0 0,3 2 0 0 0,3 3 0 0 0,2 1 0 0 0,-51 94-1 0 0,78-126-1 0 0,-14 39 1 0 0,25-56-8 0 0,0 0 0 0 0,0 0 0 0 0,0 0 0 0 0,1 0 0 0 0,0 1 0 0 0,0-1 0 0 0,1 0 0 0 0,0 1 0 0 0,0-1 0 0 0,1 0 0 0 0,1 8 0 0 0,-1-12-9 0 0,0-1 1 0 0,0 1-1 0 0,1-1 1 0 0,-1 1-1 0 0,1-1 0 0 0,-1 0 1 0 0,1 0-1 0 0,0 0 1 0 0,0 0-1 0 0,0 0 0 0 0,0 0 1 0 0,0 0-1 0 0,0 0 0 0 0,0-1 1 0 0,1 1-1 0 0,-1-1 1 0 0,1 0-1 0 0,-1 0 0 0 0,1 0 1 0 0,-1 0-1 0 0,1 0 0 0 0,0 0 1 0 0,0-1-1 0 0,-1 1 1 0 0,6-1-1 0 0,4 2-235 0 0,1-2-1 0 0,-1 0 1 0 0,1 0 0 0 0,18-4 0 0 0,109-26-3507 0 0,-47-1-2031 0 0,-37 9 57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5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369 815 2452 0 0,'1'-8'1323'0'0,"0"1"1"0"0,0-1-1 0 0,-1 0 0 0 0,-1 0 0 0 0,1 0 0 0 0,-1 0 1 0 0,-4-15-1 0 0,3 18-735 0 0,0-1 0 0 0,-1 1-1 0 0,1-1 1 0 0,-1 1 0 0 0,0 0 0 0 0,-7-8 0 0 0,9 12-533 0 0,0 0 0 0 0,0 0 0 0 0,0 0-1 0 0,0 1 1 0 0,0-1 0 0 0,-1 0 0 0 0,1 0 0 0 0,0 1 0 0 0,0-1 0 0 0,-1 1 0 0 0,1-1 0 0 0,-1 1 0 0 0,1 0-1 0 0,0-1 1 0 0,-1 1 0 0 0,1 0 0 0 0,-1 0 0 0 0,1 0 0 0 0,-3 0 0 0 0,1 0-18 0 0,0 1 0 0 0,0-1 0 0 0,-1 1 0 0 0,1 0 0 0 0,0 0-1 0 0,0 0 1 0 0,-4 1 0 0 0,-4 5 13 0 0,1-1-1 0 0,0 1 1 0 0,0 0-1 0 0,1 1 0 0 0,-1 0 1 0 0,-10 14-1 0 0,-46 62 60 0 0,55-68-89 0 0,-16 21 6 0 0,-24 45-1 0 0,43-67-19 0 0,1 0 0 0 0,0 0-1 0 0,2 0 1 0 0,-1 1 0 0 0,2 0 0 0 0,-5 26-1 0 0,8-38-47 0 0,1-1 0 0 0,0 1 1 0 0,-1 0-1 0 0,2-1 0 0 0,-1 1 0 0 0,0 0 0 0 0,1 0 0 0 0,-1-1 0 0 0,1 1 0 0 0,0-1 0 0 0,0 1 0 0 0,0-1 0 0 0,1 1 0 0 0,-1-1 0 0 0,1 0 0 0 0,0 0 0 0 0,0 1 0 0 0,0-1 0 0 0,0 0 0 0 0,1-1 0 0 0,-1 1 0 0 0,1 0 0 0 0,0-1 0 0 0,0 0 0 0 0,-1 1 0 0 0,2-1 0 0 0,-1 0 0 0 0,0 0 0 0 0,0-1 0 0 0,0 1 0 0 0,1-1 1 0 0,-1 0-1 0 0,1 1 0 0 0,3-1 0 0 0,1 1-57 0 0,0-1 1 0 0,0 0 0 0 0,0 0-1 0 0,0-1 1 0 0,0 0 0 0 0,0-1 0 0 0,0 1-1 0 0,0-2 1 0 0,0 1 0 0 0,-1-1-1 0 0,1 0 1 0 0,0-1 0 0 0,-1 0-1 0 0,1 0 1 0 0,6-4 0 0 0,-1-2 34 0 0,-1 0 0 0 0,0-1 0 0 0,0-1 0 0 0,-1 0 0 0 0,-1 0 0 0 0,0-1 0 0 0,0 0 0 0 0,-1-1 0 0 0,-1 0 0 0 0,0 0 0 0 0,10-25 0 0 0,3-15 1595 0 0,26-100 1 0 0,-41 135-828 0 0,5-15-191 0 0,-11 33-512 0 0,0 0 0 0 0,0 1-1 0 0,0-1 1 0 0,0 0 0 0 0,0 0 0 0 0,0 0-1 0 0,0 0 1 0 0,0 0 0 0 0,0 0 0 0 0,0 0-1 0 0,0 0 1 0 0,0 0 0 0 0,0 0 0 0 0,0 0-1 0 0,0 0 1 0 0,0 0 0 0 0,0 0 0 0 0,0 0-1 0 0,0 0 1 0 0,0 1 0 0 0,0-1 0 0 0,0 0-1 0 0,0 0 1 0 0,0 0 0 0 0,0 0 0 0 0,0 0-1 0 0,1 0 1 0 0,-1 0 0 0 0,0 0 0 0 0,0 0-1 0 0,0 0 1 0 0,0 0 0 0 0,0 0 0 0 0,0 0-1 0 0,0 0 1 0 0,0 0 0 0 0,0 0-1 0 0,0 0 1 0 0,0 0 0 0 0,0 0 0 0 0,0 0-1 0 0,0 0 1 0 0,1 0 0 0 0,-1 0 0 0 0,0 0-1 0 0,0 0 1 0 0,0 0 0 0 0,-2 21 21 0 0,-5 18 10 0 0,3 1 1 0 0,1 0-1 0 0,1 0 0 0 0,3 0 1 0 0,7 54-1 0 0,-7-88-105 0 0,0-1 0 0 0,0 0 0 0 0,1 1 0 0 0,0-1-1 0 0,0 0 1 0 0,0 0 0 0 0,0 0 0 0 0,1 0 0 0 0,0 0 0 0 0,0-1 0 0 0,0 1-1 0 0,1-1 1 0 0,-1 0 0 0 0,1 0 0 0 0,0 0 0 0 0,0 0 0 0 0,5 3 0 0 0,-4-5-139 0 0,0 1 0 0 0,0-1 0 0 0,1 0 0 0 0,-1 0 0 0 0,0 0 0 0 0,1-1 0 0 0,-1 0 0 0 0,1 0 0 0 0,0 0 0 0 0,-1-1 0 0 0,1 1 0 0 0,0-1 0 0 0,-1-1 0 0 0,1 1 0 0 0,-1-1 0 0 0,11-3 0 0 0,0-1-189 0 0,0 0-1 0 0,-1-1 0 0 0,1-1 0 0 0,-1-1 1 0 0,-1 0-1 0 0,0 0 0 0 0,0-2 0 0 0,23-19 1 0 0,-11 5-214 0 0,-1-2 1 0 0,-2 0-1 0 0,24-33 0 0 0,-14 10 156 0 0,-2-1-1 0 0,-2-1 1 0 0,-3-2-1 0 0,21-57 0 0 0,-12 9 1770 0 0,30-137 1 0 0,-53 170 1810 0 0,6-99 0 0 0,-14 113-1538 0 0,-4 52-1550 0 0,1 1-1 0 0,-1 0 1 0 0,0 0 0 0 0,0-1 0 0 0,0 1-1 0 0,0 0 1 0 0,0 0 0 0 0,0-1 0 0 0,0 1-1 0 0,0 0 1 0 0,0 0 0 0 0,-1-1 0 0 0,1 1-1 0 0,-1-2 1 0 0,-7 14 214 0 0,-9 36 121 0 0,-196 857 3032 0 0,187-734-3685 0 0,24-143-856 0 0,1 1 1 0 0,3 29-1 0 0,-2-52 766 0 0,1 1 0 0 0,0-1 0 0 0,0 0 0 0 0,0 1 0 0 0,1-1 0 0 0,0 0 0 0 0,3 7 1 0 0,-4-10-31 0 0,1 1 1 0 0,-1-1 0 0 0,1 0 0 0 0,0 0-1 0 0,0 0 1 0 0,-1 0 0 0 0,1 0-1 0 0,0 0 1 0 0,1 0 0 0 0,-1-1 0 0 0,0 1-1 0 0,0-1 1 0 0,1 0 0 0 0,-1 0 0 0 0,1 1-1 0 0,3 0 1 0 0,13 2-5108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6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290 207 1976 0 0,'8'-17'1560'0'0,"-1"0"0"0"0,-1 0 1 0 0,-1 0-1 0 0,0 0 0 0 0,-1-1 0 0 0,-1 0 0 0 0,0 0 0 0 0,-2 0 0 0 0,0-24 1 0 0,-1 38-1262 0 0,0 4-286 0 0,-1 0-1 0 0,1 0 1 0 0,0-1-1 0 0,0 1 1 0 0,-1 0-1 0 0,1 0 1 0 0,0-1 0 0 0,-1 1-1 0 0,1 0 1 0 0,0 0-1 0 0,-1 0 1 0 0,1-1-1 0 0,0 1 1 0 0,-1 0 0 0 0,1 0-1 0 0,0 0 1 0 0,-1 0-1 0 0,1 0 1 0 0,0 0-1 0 0,-1 0 1 0 0,1 0 0 0 0,0 0-1 0 0,-1 0 1 0 0,1 0-1 0 0,-1 0 1 0 0,1 0-1 0 0,0 0 1 0 0,-1 0 0 0 0,1 0-1 0 0,0 0 1 0 0,-1 1-1 0 0,1-1 1 0 0,-13 5 112 0 0,0 5-32 0 0,1 0 0 0 0,0 2 1 0 0,0-1-1 0 0,-14 20 0 0 0,-36 56 204 0 0,49-68-245 0 0,-85 141 177 0 0,87-139-201 0 0,1 0 0 0 0,1 1 0 0 0,1 0 0 0 0,1 1 0 0 0,-7 44-1 0 0,13-61-162 0 0,0 0 0 0 0,1 0 0 0 0,0 1 0 0 0,0-1 0 0 0,1 0 0 0 0,0 1-1 0 0,0-1 1 0 0,0 0 0 0 0,1 0 0 0 0,-1 0 0 0 0,2 0 0 0 0,-1 0-1 0 0,1 0 1 0 0,-1 0 0 0 0,2-1 0 0 0,-1 0 0 0 0,1 1 0 0 0,-1-1 0 0 0,7 5-1 0 0,-5-5-280 0 0,0 0 0 0 0,1-1 0 0 0,-1 0 0 0 0,1 0-1 0 0,1-1 1 0 0,-1 1 0 0 0,0-1 0 0 0,1 0-1 0 0,-1-1 1 0 0,1 0 0 0 0,0 0 0 0 0,0 0 0 0 0,0-1-1 0 0,0 0 1 0 0,0 0 0 0 0,0-1 0 0 0,7 0 0 0 0,19-4-2655 0 0,3-2-888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6.4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143 125 2528 0 0,'25'-122'12725'0'0,"-24"119"-12187"0"0,-3 6-337 0 0,-5 7 92 0 0,1 1 0 0 0,0 0-1 0 0,0 1 1 0 0,1 0 0 0 0,-6 20-1 0 0,-6 16 290 0 0,-9 13-198 0 0,3 1 1 0 0,-27 119 0 0 0,47-166-417 0 0,0 0 1 0 0,1 0-1 0 0,1 0 0 0 0,1 0 1 0 0,0 0-1 0 0,2 16 1 0 0,-1-28-155 0 0,-1 0 1 0 0,0 0 0 0 0,1 0 0 0 0,0 0 0 0 0,0 0 0 0 0,0 0 0 0 0,0 0-1 0 0,0-1 1 0 0,1 1 0 0 0,-1 0 0 0 0,1 0 0 0 0,-1-1 0 0 0,1 1-1 0 0,0-1 1 0 0,0 0 0 0 0,1 1 0 0 0,-1-1 0 0 0,0 0 0 0 0,1 0 0 0 0,-1-1-1 0 0,1 1 1 0 0,-1 0 0 0 0,1-1 0 0 0,0 1 0 0 0,0-1 0 0 0,0 0 0 0 0,0 0-1 0 0,0 0 1 0 0,0-1 0 0 0,0 1 0 0 0,0-1 0 0 0,0 1 0 0 0,0-1-1 0 0,0 0 1 0 0,5-1 0 0 0,-3 1-616 0 0,1-1 0 0 0,0 0 1 0 0,0 0-1 0 0,-1 0 0 0 0,1-1 0 0 0,5-2 0 0 0,12-7-3786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1 947 2104 0 0,'33'-71'6764'0'0,"8"-11"209"0"0,-40 80-6623 0 0,3 16-151 0 0,-4-11-177 0 0,1-1-1 0 0,-1 1 1 0 0,0 0-1 0 0,0-1 1 0 0,0 1-1 0 0,-1 0 1 0 0,1-1-1 0 0,0 1 1 0 0,-2 3-1 0 0,0 8 204 0 0,-3 28 314 0 0,-14 60 0 0 0,-3 27-259 0 0,21-113-240 0 0,0-1 1 0 0,1 0 0 0 0,1 1 0 0 0,0-1-1 0 0,1 0 1 0 0,5 21 0 0 0,-5-30-48 0 0,0-1 0 0 0,0 0 0 0 0,1 0 0 0 0,-1 0 0 0 0,1-1 0 0 0,0 1 0 0 0,1-1 0 0 0,-1 1 0 0 0,1-1 0 0 0,-1 0 0 0 0,1 0 0 0 0,1-1 0 0 0,-1 1 0 0 0,0-1 0 0 0,1 0 0 0 0,0 0 0 0 0,-1 0 0 0 0,1-1 0 0 0,0 0 0 0 0,1 0 0 0 0,-1 0 0 0 0,0-1 0 0 0,0 1 0 0 0,8 0 0 0 0,4 0-317 0 0,0 0 0 0 0,0-1 0 0 0,0 0 0 0 0,0-1 0 0 0,0-2 0 0 0,29-4 0 0 0,-26 1-109 0 0,0 0-1 0 0,0-1 1 0 0,0-1 0 0 0,-1 0-1 0 0,0-2 1 0 0,-1 0 0 0 0,29-20-1 0 0,-25 12 10 0 0,-1 0 0 0 0,0-1 0 0 0,-1-1 0 0 0,-2-1 0 0 0,19-25 0 0 0,1-10-111 0 0,-2-2 1 0 0,-4-2 0 0 0,50-122-1 0 0,-53 107 976 0 0,-4-2 0 0 0,17-86 1 0 0,-26 81 2395 0 0,10-162 0 0 0,-25 218-2078 0 0,0-5 193 0 0,-3-48 1 0 0,2 75-908 0 0,-1 4-42 0 0,0-1 1 0 0,1 0 0 0 0,-1 1 0 0 0,0-1-1 0 0,1 0 1 0 0,-1 1 0 0 0,0-1 0 0 0,1 1-1 0 0,-1-1 1 0 0,1 1 0 0 0,-1 0 0 0 0,1-1-1 0 0,-1 1 1 0 0,1 0 0 0 0,-1-1 0 0 0,1 1-1 0 0,0 0 1 0 0,-1-1 0 0 0,1 1 0 0 0,0 1-1 0 0,-9 20 17 0 0,7-15-7 0 0,-23 68 936 0 0,-24 123-1 0 0,31-118-491 0 0,-147 643 919 0 0,157-690-1363 0 0,-2 4-350 0 0,2 1-1 0 0,1-1 1 0 0,2 2 0 0 0,0 43-1 0 0,5-77 78 0 0,1 0-1 0 0,-1 1 1 0 0,1-1-1 0 0,0 0 1 0 0,1 0-1 0 0,-1 0 1 0 0,1 0-1 0 0,0 0 1 0 0,0 0-1 0 0,0 0 1 0 0,1-1-1 0 0,0 1 1 0 0,0-1-1 0 0,0 0 0 0 0,0 0 1 0 0,0 0-1 0 0,1 0 1 0 0,6 5-1 0 0,-4-5-259 0 0,0 0 1 0 0,-1-1-1 0 0,1 0 0 0 0,1 0 0 0 0,-1-1 0 0 0,0 1 0 0 0,1-1 0 0 0,-1-1 0 0 0,1 1 0 0 0,0-1 0 0 0,-1 0 0 0 0,1-1 0 0 0,0 0 0 0 0,9 0 0 0 0,24-5-4082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7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306 271 2548 0 0,'14'-24'1914'0'0,"-1"0"0"0"0,0 0 0 0 0,-2-1 0 0 0,-1-1 0 0 0,-1 0 0 0 0,-1 0 0 0 0,6-38 0 0 0,-14 63-1885 0 0,0 0 0 0 0,1 0-1 0 0,-1 0 1 0 0,0 0 0 0 0,0 1-1 0 0,1-1 1 0 0,-1 0 0 0 0,0 0-1 0 0,0 0 1 0 0,0 0 0 0 0,0 0-1 0 0,0 0 1 0 0,-1 0 0 0 0,1 0-1 0 0,0 0 1 0 0,0 0-1 0 0,-1 0 1 0 0,1 0 0 0 0,0 0-1 0 0,-1 1 1 0 0,1-1 0 0 0,-1 0-1 0 0,1 0 1 0 0,-1 0 0 0 0,1 1-1 0 0,-1-1 1 0 0,0 0 0 0 0,1 1-1 0 0,-1-1 1 0 0,0 0 0 0 0,0 1-1 0 0,1-1 1 0 0,-1 1 0 0 0,0-1-1 0 0,0 1 1 0 0,0 0 0 0 0,0-1-1 0 0,0 1 1 0 0,0 0 0 0 0,1-1-1 0 0,-1 1 1 0 0,0 0 0 0 0,0 0-1 0 0,0 0 1 0 0,0 0 0 0 0,0 0-1 0 0,0 0 1 0 0,0 0 0 0 0,0 0-1 0 0,0 0 1 0 0,0 1-1 0 0,0-1 1 0 0,-1 1 0 0 0,-10 4 25 0 0,1 1 1 0 0,0 0 0 0 0,0 1-1 0 0,0 0 1 0 0,1 0 0 0 0,0 2 0 0 0,-10 10-1 0 0,8-9-15 0 0,-20 20-1 0 0,1 1 1 0 0,1 2 0 0 0,2 1 0 0 0,2 1-1 0 0,1 1 1 0 0,-36 68 0 0 0,57-94-16 0 0,-1 0 1 0 0,1 0 0 0 0,1 0 0 0 0,0 1 0 0 0,0 0 0 0 0,1 0 0 0 0,0-1 0 0 0,1 1 0 0 0,1 0 0 0 0,0 21 0 0 0,1-28-49 0 0,-1 0-1 0 0,1 0 1 0 0,0 0 0 0 0,0 0-1 0 0,0 0 1 0 0,0-1 0 0 0,1 1-1 0 0,0 0 1 0 0,0-1 0 0 0,0 1-1 0 0,0-1 1 0 0,0 1 0 0 0,1-1-1 0 0,-1 0 1 0 0,1 0 0 0 0,0 0-1 0 0,0 0 1 0 0,0-1 0 0 0,0 1-1 0 0,1-1 1 0 0,-1 0 0 0 0,1 0-1 0 0,-1 0 1 0 0,1 0 0 0 0,0-1-1 0 0,-1 1 1 0 0,1-1-1 0 0,0 0 1 0 0,0 0 0 0 0,0 0-1 0 0,6 0 1 0 0,-4-1-74 0 0,0 0 0 0 0,0 0 0 0 0,0 0 0 0 0,0 0 0 0 0,-1-1 0 0 0,1 0 0 0 0,0-1 0 0 0,0 1 0 0 0,-1-1 0 0 0,1 0 0 0 0,6-4 0 0 0,-3 2 1 0 0,-1-2-1 0 0,1 1 0 0 0,-1-1 1 0 0,-1 0-1 0 0,1-1 0 0 0,6-7 1 0 0,6-10-71 0 0,-2 0 1 0 0,0-1-1 0 0,17-34 1 0 0,-23 36 206 0 0,12-35 1 0 0,7-14 1046 0 0,-10 21-752 0 0,-20 48-343 0 0,0 4-20 0 0,0 0 28 0 0,-1-1 0 0 0,1 1 0 0 0,0 0 0 0 0,0 0 0 0 0,-1 0 0 0 0,1 0 0 0 0,0 0 0 0 0,-1 0 0 0 0,1 0 0 0 0,-1 0 0 0 0,1 0 0 0 0,-1 1 0 0 0,0-1-1 0 0,1 0 1 0 0,-1 0 0 0 0,0 2 0 0 0,2 26-14 0 0,-2-22 13 0 0,14 129 121 0 0,-11-118-135 0 0,1 0 0 0 0,0 0 0 0 0,2-1 0 0 0,0 1 0 0 0,12 21 0 0 0,-15-33-357 0 0,0-1 0 0 0,1 0-1 0 0,-1 1 1 0 0,1-1-1 0 0,1-1 1 0 0,-1 1 0 0 0,10 7-1 0 0,-10-9-618 0 0,0-1 0 0 0,0 1-1 0 0,0-1 1 0 0,0 0 0 0 0,1 0-1 0 0,7 3 1 0 0,5-3-5127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8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87 1444 0 0,'12'-23'5865'0'0,"-8"15"-4410"0"0,8-10 3546 0 0,-12 18-4974 0 0,0 0 0 0 0,0 0 0 0 0,0 0 0 0 0,0 0 0 0 0,0 0 1 0 0,0 0-1 0 0,0 0 0 0 0,0 0 0 0 0,0 0 0 0 0,0 0 0 0 0,0 0 0 0 0,0 0 0 0 0,0 0 1 0 0,1 0-1 0 0,0 1 542 0 0,-1-1-542 0 0,0 0 0 0 0,0 0 0 0 0,0 0 0 0 0,0 0 1 0 0,0 0-1 0 0,0 0 0 0 0,0 0 0 0 0,0 0 0 0 0,0 0 0 0 0,0 1 0 0 0,0-1 0 0 0,0 0 1 0 0,0 0-1 0 0,0 0 0 0 0,0 0 0 0 0,0 14 99 0 0,-6 28 526 0 0,-1 0 1 0 0,-24 71-1 0 0,-40 81-370 0 0,36-102-138 0 0,3 2-84 0 0,32-94-55 0 0,-1 1 1 0 0,1 0 0 0 0,0 0-1 0 0,0 0 1 0 0,-1 0 0 0 0,1 0 0 0 0,0 0-1 0 0,0 0 1 0 0,0 0 0 0 0,0 0-1 0 0,0 0 1 0 0,0-1 0 0 0,0 1 0 0 0,0 0-1 0 0,1 0 1 0 0,-1 0 0 0 0,0 0-1 0 0,1 0 1 0 0,-1 0 0 0 0,0 0 0 0 0,1-1-1 0 0,-1 1 1 0 0,1 0 0 0 0,-1 0-1 0 0,1 0 1 0 0,-1-1 0 0 0,1 1 0 0 0,0 0-1 0 0,-1-1 1 0 0,1 1 0 0 0,0-1-1 0 0,0 1 1 0 0,-1-1 0 0 0,1 1 0 0 0,0-1-1 0 0,0 1 1 0 0,0-1 0 0 0,0 0-1 0 0,0 1 1 0 0,0-1 0 0 0,1 0 0 0 0,2 1 12 0 0,1-1 0 0 0,0 1-1 0 0,0-2 1 0 0,0 1 0 0 0,9-2 0 0 0,-9 2-17 0 0,15-4 6 0 0,0 0 0 0 0,0-1 0 0 0,0 0-1 0 0,-1-2 1 0 0,1-1 0 0 0,-2 0 0 0 0,1-1-1 0 0,-1-1 1 0 0,-1-1 0 0 0,1 0 0 0 0,-2-2 0 0 0,0 1-1 0 0,0-2 1 0 0,23-27 0 0 0,-17 14-26 0 0,-1-2 0 0 0,-1 0 0 0 0,-1-1 0 0 0,-2 0 0 0 0,-1-2 0 0 0,-2 0 0 0 0,19-60 0 0 0,10-37 56 0 0,-36 110-36 0 0,5-20-232 0 0,-12 37 154 0 0,3-6-11 0 0,-1 9 66 0 0,1 12-118 0 0,-2 1 155 0 0,-1 0-1 0 0,-1 0 1 0 0,-4 24-1 0 0,0 1 25 0 0,-5 43-6 0 0,3-41 88 0 0,0 75 0 0 0,7-104-148 0 0,0-1 0 0 0,1 0 0 0 0,1 1 0 0 0,0-1 0 0 0,1 0 0 0 0,0 0 0 0 0,0 0 0 0 0,1 0 0 0 0,0-1 0 0 0,1 0 0 0 0,8 13 0 0 0,-6-14-309 0 0,-1-1 0 0 0,1 0 0 0 0,1 0 0 0 0,0-1 1 0 0,0 0-1 0 0,0-1 0 0 0,1 1 0 0 0,14 7 0 0 0,-9-7-1103 0 0,1 0 0 0 0,0 0 0 0 0,1-2 0 0 0,29 7 0 0 0,-5-4-3509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9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184 161 208 0 0,'31'-139'15717'0'0,"-26"118"-13966"0"0,-6 21-1738 0 0,1 1 0 0 0,0-1 0 0 0,0 0 0 0 0,0 0 0 0 0,0 0-1 0 0,0 0 1 0 0,0 0 0 0 0,0 0 0 0 0,0 0 0 0 0,0 0 0 0 0,0 0 0 0 0,0 0-1 0 0,0 0 1 0 0,0 0 0 0 0,0 0 0 0 0,0 0 0 0 0,0 0 0 0 0,-1 0 0 0 0,1 0 0 0 0,0 0-1 0 0,0 0 1 0 0,0 0 0 0 0,0 0 0 0 0,0 0 0 0 0,0 0 0 0 0,0-1 0 0 0,0 1-1 0 0,0 0 1 0 0,0 0 0 0 0,0 0 0 0 0,0 0 0 0 0,0 0 0 0 0,0 0 0 0 0,0 0-1 0 0,0 0 1 0 0,0 0 0 0 0,0 0 0 0 0,0 0 0 0 0,0 0 0 0 0,-1 0 0 0 0,-8 32 289 0 0,-85 399 1163 0 0,-8 47-1035 0 0,91-368-338 0 0,11-96-65 0 0,0-1 0 0 0,0 0 0 0 0,2 0 0 0 0,0 1 0 0 0,0-1 0 0 0,6 16 0 0 0,-7-25-18 0 0,1 0-1 0 0,0 0 1 0 0,0 0-1 0 0,0-1 1 0 0,0 1 0 0 0,1-1-1 0 0,-1 1 1 0 0,1-1-1 0 0,0 0 1 0 0,0 0 0 0 0,0 0-1 0 0,0-1 1 0 0,1 1 0 0 0,-1-1-1 0 0,1 0 1 0 0,0 0-1 0 0,-1 0 1 0 0,1 0 0 0 0,0 0-1 0 0,0-1 1 0 0,0 0-1 0 0,0 0 1 0 0,1 0 0 0 0,-1 0-1 0 0,0-1 1 0 0,0 0 0 0 0,8 0-1 0 0,2 0 1 0 0,0-1 0 0 0,0-1 1 0 0,0-1-1 0 0,0 0 0 0 0,0 0 0 0 0,-1-2 0 0 0,15-5 1 0 0,1-4-35 0 0,-2-1 1 0 0,1 0 0 0 0,-2-2 0 0 0,0-2 0 0 0,-1 0 0 0 0,-1-1 0 0 0,36-40 0 0 0,-37 34 11 0 0,-1-1 0 0 0,-1 0 0 0 0,-2-2 0 0 0,-1-1 0 0 0,-1 0 0 0 0,23-61 0 0 0,-30 64-37 0 0,-2-2-1 0 0,7-49 0 0 0,-15 75 2 0 0,-2 3-46 0 0,-2 1 87 0 0,0 0 0 0 0,0 1 0 0 0,0-1 0 0 0,1 1 0 0 0,-1 0 0 0 0,1 0 1 0 0,-1 0-1 0 0,1 0 0 0 0,0 0 0 0 0,0 1 0 0 0,0 0 0 0 0,0-1 1 0 0,-4 6-1 0 0,-36 49-47 0 0,31-39 34 0 0,-12 16 1 0 0,-39 71-1 0 0,56-90 29 0 0,1-1 1 0 0,0 1-1 0 0,1 0 0 0 0,0 1 0 0 0,2-1 0 0 0,0 1 0 0 0,0-1 1 0 0,0 21-1 0 0,3-29-13 0 0,0-1 0 0 0,1 0 1 0 0,0 1-1 0 0,0-1 0 0 0,0 0 1 0 0,1 1-1 0 0,0-1 0 0 0,0 0 1 0 0,0 0-1 0 0,1 0 0 0 0,0-1 1 0 0,0 1-1 0 0,1-1 0 0 0,5 8 0 0 0,-3-6-203 0 0,1-1 0 0 0,-1 0 0 0 0,1-1 0 0 0,0 1-1 0 0,1-1 1 0 0,-1 0 0 0 0,1-1 0 0 0,0 0-1 0 0,12 4 1 0 0,1-1-481 0 0,1-1-1 0 0,0-1 0 0 0,0-1 1 0 0,0-1-1 0 0,0-1 1 0 0,0-1-1 0 0,35-2 0 0 0,-27-3-355 0 0,-1 0 0 0 0,1-2-1 0 0,-1-1 1 0 0,-1-1-1 0 0,1-1 1 0 0,34-18-1 0 0,-15 4-1826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19:59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373 972 2392 0 0,'13'-20'1235'0'0,"-2"-1"0"0"0,-1 0 0 0 0,9-25 0 0 0,-15 36-669 0 0,-1-1 1 0 0,0 1 0 0 0,-1-1-1 0 0,-1 0 1 0 0,1 0 0 0 0,-2 0-1 0 0,0 0 1 0 0,-2-21 0 0 0,2 29-446 0 0,-1 0-1 0 0,0 0 1 0 0,0 1 0 0 0,0-1 0 0 0,0 0-1 0 0,-1 1 1 0 0,1-1 0 0 0,-1 1 0 0 0,1-1-1 0 0,-1 1 1 0 0,0 0 0 0 0,0 0 0 0 0,0 0-1 0 0,0 0 1 0 0,-5-3 0 0 0,1 3 305 0 0,-2 3-262 0 0,-1 0 0 0 0,1 0 0 0 0,0 0 0 0 0,0 1 0 0 0,0 0 0 0 0,0 1 0 0 0,1 0 0 0 0,-1 0 0 0 0,1 1 0 0 0,-1-1 0 0 0,1 2 0 0 0,-12 8 0 0 0,-7 7 370 0 0,-47 46 0 0 0,43-36-322 0 0,3 1 0 0 0,-29 42 1 0 0,44-56-160 0 0,1 0-1 0 0,1 1 1 0 0,1 0 0 0 0,1 0 0 0 0,0 1 0 0 0,-8 33-1 0 0,14-46-27 0 0,1 1 0 0 0,0 0 0 0 0,0 0 0 0 0,1 0-1 0 0,0 0 1 0 0,0 1 0 0 0,0-1 0 0 0,1 0-1 0 0,0 0 1 0 0,1 0 0 0 0,0-1 0 0 0,0 1 0 0 0,0 0-1 0 0,0-1 1 0 0,6 10 0 0 0,-4-10-82 0 0,0-1 0 0 0,0 0 0 0 0,0 0 0 0 0,0 0 0 0 0,1-1 0 0 0,0 0 0 0 0,0 0 0 0 0,0 0 0 0 0,0 0 0 0 0,1-1 0 0 0,-1 0 0 0 0,1 0 0 0 0,0 0-1 0 0,0-1 1 0 0,0 0 0 0 0,0 0 0 0 0,9 1 0 0 0,-7-1-223 0 0,1-1 0 0 0,0 0 0 0 0,0-1 0 0 0,0 0 0 0 0,0 0 0 0 0,0-1 0 0 0,0 0 0 0 0,0 0 0 0 0,-1-1 0 0 0,14-5 0 0 0,-9 3-26 0 0,-1-2 0 0 0,0 0 1 0 0,0 0-1 0 0,-1-1 0 0 0,0-1 0 0 0,14-12 0 0 0,-2-1-132 0 0,-1-2 1 0 0,-1-1-1 0 0,-1 0 0 0 0,-1-1 0 0 0,18-35 0 0 0,-2-1-468 0 0,38-96 0 0 0,9-70-18 0 0,-58 153 1392 0 0,-5-1 0 0 0,15-104 1 0 0,-26 106 1924 0 0,-1-77 1 0 0,-7 98-1176 0 0,0 51-1199 0 0,0 0 0 0 0,0 0-1 0 0,0 1 1 0 0,0-1 0 0 0,-1 0-1 0 0,1 0 1 0 0,0 0 0 0 0,0 0 0 0 0,-1 1-1 0 0,1-1 1 0 0,0 0 0 0 0,-1 0 0 0 0,1 1-1 0 0,-1-1 1 0 0,1 0 0 0 0,-1 0 0 0 0,0 0-1 0 0,0-1 34 0 0,0 2-42 0 0,1 0 1 0 0,-1-1 0 0 0,0 1 0 0 0,1 0-1 0 0,-1 0 1 0 0,1 0 0 0 0,-1 0-1 0 0,1 0 1 0 0,-1 0 0 0 0,0 0-1 0 0,1 0 1 0 0,-1 0 0 0 0,1 0 0 0 0,-1 0-1 0 0,0 0 1 0 0,1 0 0 0 0,-1 0-1 0 0,1 1 1 0 0,-1-1 0 0 0,1 0 0 0 0,-1 0-1 0 0,1 1 1 0 0,-1-1 0 0 0,1 0-1 0 0,-1 1 1 0 0,0 0 0 0 0,1-1 0 0 0,-6 4 65 0 0,1 0 0 0 0,0 0 0 0 0,0 1 0 0 0,0-1 0 0 0,1 1 0 0 0,-1 1 0 0 0,1-1 1 0 0,1 1-1 0 0,-1-1 0 0 0,-3 8 0 0 0,-27 65 881 0 0,28-62-780 0 0,-26 68 303 0 0,5 2 0 0 0,2 1 0 0 0,5 1 0 0 0,4 0 0 0 0,-6 97 0 0 0,22-185-479 0 0,-5 158 322 0 0,5-138-272 0 0,2 1 0 0 0,0 0 0 0 0,2-1 0 0 0,0 0 0 0 0,11 32 0 0 0,-12-45-117 0 0,0-1 1 0 0,0 1-1 0 0,1-1 1 0 0,0 0 0 0 0,0 1-1 0 0,0-2 1 0 0,1 1-1 0 0,0-1 1 0 0,0 1-1 0 0,1-1 1 0 0,-1-1-1 0 0,1 1 1 0 0,0-1-1 0 0,0 0 1 0 0,1 0-1 0 0,-1-1 1 0 0,1 0-1 0 0,0 0 1 0 0,0 0-1 0 0,0-1 1 0 0,0 0-1 0 0,0-1 1 0 0,0 1-1 0 0,9-1 1 0 0,-2 0-835 0 0,1 0 0 0 0,-1-2-1 0 0,0 1 1 0 0,1-2 0 0 0,-1 0 0 0 0,0-1 0 0 0,0 0 0 0 0,0-1 0 0 0,0-1 0 0 0,-1 0 0 0 0,21-11-1 0 0,6-9-5618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00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331 30 4312 0 0,'-95'4'4603'0'0,"-123"3"4957"0"0,201-5-8723 0 0,24 1-269 0 0,29 1-217 0 0,196-12-447 0 0,-65 1-1262 0 0,111-5-2550 0 0,-93-4-3598 0 0,-130 9 2547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1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67 431 1652 0 0,'-13'-10'5734'0'0,"11"8"-5573"0"0,0 1 127 0 0,1 0 1 0 0,0 0-1 0 0,-1 1 0 0 0,1-1 1 0 0,0 0-1 0 0,-1 0 0 0 0,1 1 1 0 0,-1-1-1 0 0,1 1 0 0 0,-1-1 1 0 0,-2 1-1 0 0,3 0-214 0 0,0 0 0 0 0,0 1 0 0 0,0-1 0 0 0,0 0 1 0 0,1 1-1 0 0,-1-1 0 0 0,0 1 0 0 0,0-1 0 0 0,0 1 0 0 0,0 0 0 0 0,1-1 0 0 0,-1 1 1 0 0,0 0-1 0 0,1-1 0 0 0,-1 1 0 0 0,0 0 0 0 0,1 0 0 0 0,-1 0 0 0 0,1 0 1 0 0,-1 0-1 0 0,1 0 0 0 0,-1-1 0 0 0,1 1 0 0 0,0 0 0 0 0,0 0 0 0 0,-1 0 0 0 0,1 2 1 0 0,-4 13 62 0 0,1-1 0 0 0,0 1 0 0 0,1 0 0 0 0,1-1 1 0 0,0 1-1 0 0,1 0 0 0 0,1 0 0 0 0,5 29 0 0 0,-5-41-115 0 0,0 1-1 0 0,0-1 1 0 0,1 1-1 0 0,0-1 0 0 0,0 0 1 0 0,0 1-1 0 0,0-1 1 0 0,1 0-1 0 0,4 6 0 0 0,-6-9-12 0 0,1 1-1 0 0,-1-1 0 0 0,1 1 0 0 0,-1-1 0 0 0,1 0 0 0 0,0 0 0 0 0,-1 0 0 0 0,1 0 0 0 0,0 0 0 0 0,0 0 0 0 0,0 0 0 0 0,0-1 0 0 0,0 1 1 0 0,0-1-1 0 0,0 1 0 0 0,0-1 0 0 0,0 0 0 0 0,0 0 0 0 0,0 0 0 0 0,0 0 0 0 0,0 0 0 0 0,0 0 0 0 0,0 0 0 0 0,3-2 0 0 0,5-1-2 0 0,-1-1 0 0 0,1 0-1 0 0,-1-1 1 0 0,0 0 0 0 0,0 0 0 0 0,0-1-1 0 0,-1 0 1 0 0,0-1 0 0 0,0 1 0 0 0,0-2-1 0 0,8-10 1 0 0,3-5-10 0 0,0-2 0 0 0,23-41 1 0 0,-18 24 8 0 0,0-2 1 0 0,-3-1 0 0 0,-2 0 0 0 0,-2-2 0 0 0,13-56-1 0 0,-18 56 121 0 0,-7 31-56 0 0,0 0-1 0 0,-2-1 1 0 0,0 1-1 0 0,1-20 1 0 0,-19 66-94 0 0,3 15 45 0 0,1 0 1 0 0,-4 51 0 0 0,13-75-137 0 0,1 0 1 0 0,1 1 0 0 0,1-1-1 0 0,0 0 1 0 0,2 0 0 0 0,10 40-1 0 0,-9-48-305 0 0,1 0-1 0 0,0 0 1 0 0,1 0-1 0 0,10 14 1 0 0,-14-22-29 0 0,1-1-1 0 0,0 0 1 0 0,1 1 0 0 0,-1-1 0 0 0,1-1 0 0 0,-1 1 0 0 0,1-1-1 0 0,0 1 1 0 0,1-1 0 0 0,-1 0 0 0 0,0 0 0 0 0,1-1 0 0 0,0 0-1 0 0,7 3 1 0 0,5 0-2846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61 203 372 0 0,'26'-138'11638'0'0,"-24"123"-10841"0"0,-2 21-117 0 0,-2 20-270 0 0,-32 122 564 0 0,-12 62-462 0 0,43-195-385 0 0,0-1 200 0 0,13-24-238 0 0,9-19-66 0 0,-2-1 0 0 0,16-37 0 0 0,22-39-35 0 0,-35 75-3 0 0,47-71-25 0 0,-58 91 13 0 0,0 0 1 0 0,1 0-1 0 0,0 1 0 0 0,1 0 1 0 0,0 1-1 0 0,15-10 0 0 0,-24 17 27 0 0,0 1 0 0 0,0 0 0 0 0,0-1 0 0 0,0 1 0 0 0,0 0 0 0 0,0 0 0 0 0,1 1 0 0 0,-1-1 0 0 0,0 0 0 0 0,0 1 0 0 0,1-1 0 0 0,-1 1 0 0 0,0 0 0 0 0,1 0 0 0 0,-1 0 0 0 0,0 0 0 0 0,1 0 0 0 0,-1 0 0 0 0,1 1 0 0 0,-1-1 0 0 0,0 1 0 0 0,0 0 0 0 0,1-1 0 0 0,-1 1 0 0 0,0 0 0 0 0,0 0 0 0 0,0 0 0 0 0,0 1 0 0 0,0-1 0 0 0,2 3 0 0 0,0-1 63 0 0,-1 1 1 0 0,0 0-1 0 0,0 1 0 0 0,0-1 0 0 0,-1 0 0 0 0,1 1 0 0 0,-1 0 0 0 0,0-1 0 0 0,-1 1 0 0 0,1 0 1 0 0,-1 0-1 0 0,0 0 0 0 0,1 5 0 0 0,0 26 274 0 0,-1-1 1 0 0,-2 0-1 0 0,-1 0 0 0 0,-2 1 1 0 0,-9 36-1 0 0,5-26-157 0 0,-4 87-1 0 0,16-118-81 0 0,-3-12-83 0 0,0-2-14 0 0,-1 0 0 0 0,1-1 0 0 0,-1 1 0 0 0,1-1 0 0 0,-1 1 0 0 0,1 0 0 0 0,-1-1 0 0 0,1 1 0 0 0,-1-1 0 0 0,1 1 0 0 0,0-1 0 0 0,-1 0 0 0 0,1 1 0 0 0,0-1 0 0 0,0 0 0 0 0,-1 1 0 0 0,1-1 0 0 0,0 0 0 0 0,0 0 0 0 0,-1 1 0 0 0,1-1 0 0 0,0 0 0 0 0,0 0 0 0 0,-1 0 0 0 0,1 0 0 0 0,0 0 0 0 0,0 0-1 0 0,0-1 1 0 0,-1 1 0 0 0,2 0 0 0 0,20-6-132 0 0,-21 6 112 0 0,13-6-290 0 0,0 0 0 0 0,0-1-1 0 0,-1 0 1 0 0,0-1 0 0 0,-1 0-1 0 0,15-13 1 0 0,61-62-2322 0 0,-6-10-3285 0 0,-43 40 31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2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0 2276 0 0,'-41'3'1972'0'0,"7"-1"-427"0"0,-1 0-325 0 0,5 0-216 0 0,6 0-228 0 0,3-2-184 0 0,-1 2-124 0 0,7 0 192 0 0,-2 7-508 0 0,17 4-404 0 0,9-4-212 0 0,6-3-360 0 0,6 7-2076 0 0,3-2-921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3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1105 20 0 0,'-21'20'9615'0'0,"17"-15"-8765"0"0,1 0-1 0 0,-1 1 1 0 0,1 0-1 0 0,-4 7 1 0 0,7-11-769 0 0,-1 1 1 0 0,1-1 0 0 0,-1 1-1 0 0,1-1 1 0 0,0 1 0 0 0,0-1-1 0 0,0 1 1 0 0,0-1 0 0 0,0 0-1 0 0,1 1 1 0 0,-1-1 0 0 0,2 4-1 0 0,10 27 326 0 0,-10-29-377 0 0,0 0 0 0 0,1 1-1 0 0,-1-1 1 0 0,1 0 0 0 0,0 0-1 0 0,0 0 1 0 0,0-1 0 0 0,0 1 0 0 0,1-1-1 0 0,-1 1 1 0 0,1-1 0 0 0,0 0-1 0 0,0-1 1 0 0,0 1 0 0 0,1-1-1 0 0,-1 0 1 0 0,0 0 0 0 0,1 0-1 0 0,0 0 1 0 0,-1-1 0 0 0,1 0-1 0 0,8 1 1 0 0,-2-1-13 0 0,0-1 0 0 0,-1 0 0 0 0,1-1 0 0 0,0 0 0 0 0,0-1 0 0 0,-1 0 0 0 0,1-1 0 0 0,-1 0 0 0 0,15-6-1 0 0,6-6-60 0 0,0-1 0 0 0,-1-1 0 0 0,-1-2 0 0 0,0-1 0 0 0,-2-1 0 0 0,0-1 0 0 0,-2-2 0 0 0,0 0-1 0 0,35-47 1 0 0,-13 7-333 0 0,-2-2 0 0 0,-4-2 0 0 0,36-78 0 0 0,-48 82 310 0 0,-3 0-1 0 0,-2-2 1 0 0,-3-1 0 0 0,-3 0-1 0 0,-3-2 1 0 0,8-97 0 0 0,-22 161 89 0 0,-1-1 0 0 0,0 0 1 0 0,0 0-1 0 0,0 0 1 0 0,-1 0-1 0 0,-2-9 0 0 0,3 14-22 0 0,0 1 0 0 0,0 0-1 0 0,0-1 1 0 0,0 1 0 0 0,0-1-1 0 0,-1 1 1 0 0,1-1 0 0 0,0 1-1 0 0,0 0 1 0 0,0-1 0 0 0,-1 1-1 0 0,1 0 1 0 0,0-1 0 0 0,-1 1-1 0 0,1 0 1 0 0,0-1 0 0 0,-1 1-1 0 0,1 0 1 0 0,0 0 0 0 0,-1-1 0 0 0,1 1-1 0 0,-1 0 1 0 0,1 0 0 0 0,0 0-1 0 0,-1 0 1 0 0,1-1 0 0 0,-1 1-1 0 0,1 0 1 0 0,-1 0 0 0 0,1 0-1 0 0,-1 0 1 0 0,1 0 0 0 0,0 0-1 0 0,-1 0 1 0 0,1 0 0 0 0,-1 0-1 0 0,1 1 1 0 0,-1-1 0 0 0,1 0-1 0 0,-1 0 1 0 0,1 0 0 0 0,0 0-1 0 0,-1 1 1 0 0,-15 10 13 0 0,15-10-12 0 0,-10 10 21 0 0,0 1 0 0 0,1 0 0 0 0,1 1 0 0 0,0 0 0 0 0,0 0 0 0 0,-6 15-1 0 0,-36 87 94 0 0,49-111-115 0 0,-102 285 4 0 0,88-232 3 0 0,3 0 0 0 0,2 1 0 0 0,-4 72 0 0 0,14-114 18 0 0,1 0 0 0 0,0 0 0 0 0,1 0 0 0 0,1 0-1 0 0,0 0 1 0 0,2-1 0 0 0,6 22 0 0 0,-8-31-27 0 0,0 0 1 0 0,1-1-1 0 0,0 1 0 0 0,0-1 1 0 0,0 1-1 0 0,1-1 1 0 0,0 0-1 0 0,-1-1 0 0 0,2 1 1 0 0,-1 0-1 0 0,1-1 1 0 0,-1 0-1 0 0,1 0 0 0 0,0-1 1 0 0,1 1-1 0 0,-1-1 1 0 0,1 0-1 0 0,-1 0 0 0 0,1-1 1 0 0,0 0-1 0 0,10 3 1 0 0,-3-3-174 0 0,-1-1 0 0 0,1 0 0 0 0,1 0 1 0 0,-1-2-1 0 0,0 1 0 0 0,0-2 0 0 0,-1 0 0 0 0,1 0 1 0 0,0-1-1 0 0,0-1 0 0 0,-1 0 0 0 0,0 0 1 0 0,0-2-1 0 0,14-7 0 0 0,2-3-222 0 0,0-2-1 0 0,-2 0 1 0 0,0-2 0 0 0,37-37-1 0 0,-36 29 127 0 0,-1-3-1 0 0,-1 0 1 0 0,-2-1 0 0 0,32-57-1 0 0,-19 19-8 0 0,36-101 0 0 0,-36 64 1786 0 0,-5-2 0 0 0,26-161-1 0 0,-55 244-1069 0 0,-9 37-14 0 0,-11 44-50 0 0,-104 473 1708 0 0,56-232-1644 0 0,16-56 282 0 0,42-212 84 0 0,8-24-394 0 0,4-23-274 0 0,12-32-119 0 0,1 0-1 0 0,3 2 1 0 0,48-87-1 0 0,-56 115-34 0 0,2 0 0 0 0,0 1 0 0 0,2 1 0 0 0,0 0 0 0 0,1 2 0 0 0,0-1 0 0 0,2 2 0 0 0,0 0 0 0 0,1 2 0 0 0,32-20 0 0 0,-45 31 7 0 0,0 0 0 0 0,-1 0 0 0 0,1 1-1 0 0,0 0 1 0 0,0 0 0 0 0,1 0 0 0 0,-1 1-1 0 0,0 0 1 0 0,0 1 0 0 0,1-1 0 0 0,10 2-1 0 0,-13 0 8 0 0,-1-1 0 0 0,1 1-1 0 0,-1 0 1 0 0,1 1 0 0 0,-1-1-1 0 0,1 1 1 0 0,-1 0 0 0 0,0 0-1 0 0,0 0 1 0 0,0 1 0 0 0,0-1 0 0 0,0 1-1 0 0,-1 0 1 0 0,1 0 0 0 0,-1 1-1 0 0,0-1 1 0 0,1 1 0 0 0,-2-1-1 0 0,4 6 1 0 0,-1 0 4 0 0,0 2-1 0 0,0-1 1 0 0,-2 0 0 0 0,1 1 0 0 0,-1 0 0 0 0,-1 0-1 0 0,0 0 1 0 0,0 0 0 0 0,-1 0 0 0 0,0 0-1 0 0,-2 20 1 0 0,-3 11-14 0 0,-16 72 0 0 0,14-85 15 0 0,-8 32-5 0 0,5-26 6 0 0,-6 55 0 0 0,15-89 4 0 0,0 0 0 0 0,0 0 0 0 0,0 0 0 0 0,0 0 0 0 0,0 0 0 0 0,0 0 0 0 0,0 0-1 0 0,1-1 1 0 0,-1 1 0 0 0,0 0 0 0 0,0 0 0 0 0,1 0 0 0 0,-1 0 0 0 0,1-1 0 0 0,-1 1 0 0 0,1 0 0 0 0,-1 0 0 0 0,1-1 0 0 0,-1 1 0 0 0,1 0 0 0 0,0-1 0 0 0,-1 1 0 0 0,1 0 0 0 0,0-1-1 0 0,-1 1 1 0 0,1-1 0 0 0,0 0 0 0 0,0 1 0 0 0,0-1 0 0 0,-1 0 0 0 0,1 1 0 0 0,0-1 0 0 0,0 0 0 0 0,0 0 0 0 0,0 1 0 0 0,0-1 0 0 0,0 0 0 0 0,0 0 0 0 0,-1 0 0 0 0,1 0 0 0 0,0 0-1 0 0,0-1 1 0 0,0 1 0 0 0,1 0 0 0 0,18-4-15 0 0,0-1 0 0 0,-1-1 0 0 0,0 0 0 0 0,0-2 0 0 0,0 0 0 0 0,-1-1 0 0 0,0-1 0 0 0,-1 0-1 0 0,0-2 1 0 0,0 0 0 0 0,16-16 0 0 0,8-9-165 0 0,-2-3 0 0 0,66-85 1 0 0,-79 90 132 0 0,-2 0 0 0 0,-2-1 0 0 0,-1-1 0 0 0,-2-1 0 0 0,-1-1 0 0 0,18-63 0 0 0,-34 93 19 0 0,0 1-1 0 0,-1-1 1 0 0,0 0 0 0 0,0 0-1 0 0,-1 0 1 0 0,0 1 0 0 0,-1-1-1 0 0,-2-12 1 0 0,3 20 21 0 0,0 0 0 0 0,-1 0 0 0 0,1 1 0 0 0,0-1 0 0 0,-1 0 0 0 0,1 1 0 0 0,-1-1 0 0 0,1 0 0 0 0,-1 1 0 0 0,0-1 0 0 0,1 1 0 0 0,-1-1 0 0 0,1 1 0 0 0,-1-1 0 0 0,0 1 0 0 0,1-1 0 0 0,-1 1 0 0 0,0 0 0 0 0,0-1 0 0 0,1 1 0 0 0,-1 0-1 0 0,0 0 1 0 0,0-1 0 0 0,0 1 0 0 0,1 0 0 0 0,-1 0 0 0 0,0 0 0 0 0,0 0 0 0 0,0 0 0 0 0,0 0 0 0 0,1 0 0 0 0,-1 0 0 0 0,0 1 0 0 0,0-1 0 0 0,1 0 0 0 0,-1 0 0 0 0,0 1 0 0 0,-1 0 0 0 0,-27 11-52 0 0,22-8 45 0 0,1 1 0 0 0,0 0 0 0 0,0 0 0 0 0,0 0 0 0 0,1 1 0 0 0,0-1-1 0 0,0 1 1 0 0,0 1 0 0 0,1-1 0 0 0,-1 1 0 0 0,2-1 0 0 0,-1 1 0 0 0,1 1 0 0 0,0-1 0 0 0,0 0 0 0 0,-1 10 0 0 0,2-11 14 0 0,1 1 0 0 0,0-1 0 0 0,1 1 0 0 0,0-1 1 0 0,0 1-1 0 0,0-1 0 0 0,1 1 0 0 0,0-1 0 0 0,0 1 0 0 0,1-1 0 0 0,-1 0 0 0 0,1 0 0 0 0,1 1 1 0 0,-1-2-1 0 0,1 1 0 0 0,0 0 0 0 0,0 0 0 0 0,1-1 0 0 0,5 7 0 0 0,4 1-5 0 0,0-1 0 0 0,0 0 0 0 0,30 19-1 0 0,-30-23-21 0 0,-1 1-1 0 0,0 1 0 0 0,0 0 0 0 0,-1 0 0 0 0,0 1 1 0 0,9 12-1 0 0,-16-17 25 0 0,-1-1-1 0 0,0 1 1 0 0,0 0 0 0 0,-1 0-1 0 0,1 0 1 0 0,-1 0 0 0 0,-1 0-1 0 0,1 1 1 0 0,-1-1 0 0 0,0 1-1 0 0,-1-1 1 0 0,1 0 0 0 0,-1 1-1 0 0,0-1 1 0 0,-1 1 0 0 0,0-1-1 0 0,0 1 1 0 0,0-1 0 0 0,-1 0 0 0 0,-2 7-1 0 0,-7 13 32 0 0,0-1 0 0 0,-1-1 1 0 0,-25 37-1 0 0,3-4 1 0 0,-6 18-38 0 0,39-74 11 0 0,1 0 1 0 0,-1 0 0 0 0,1 0 0 0 0,-1 0-1 0 0,1 1 1 0 0,0-1 0 0 0,-1 0 0 0 0,1 0-1 0 0,0 0 1 0 0,0 0 0 0 0,0 0 0 0 0,0 0-1 0 0,0 1 1 0 0,0-1 0 0 0,0 0 0 0 0,0 0 0 0 0,0 2-1 0 0,1-3-1 0 0,-1 1-1 0 0,1 0 1 0 0,-1-1 0 0 0,0 1-1 0 0,1-1 1 0 0,-1 1-1 0 0,1-1 1 0 0,-1 1 0 0 0,1-1-1 0 0,0 1 1 0 0,-1-1-1 0 0,1 0 1 0 0,-1 1-1 0 0,1-1 1 0 0,0 0 0 0 0,-1 1-1 0 0,1-1 1 0 0,0 0-1 0 0,-1 0 1 0 0,2 0-1 0 0,2 1 4 0 0,0-1-1 0 0,0 0 0 0 0,0 0 0 0 0,1 0 0 0 0,-1 0 0 0 0,4-2 1 0 0,22-4 7 0 0,-1-2 1 0 0,0-1 0 0 0,46-21-1 0 0,76-51-41 0 0,-84 41-6 0 0,-2-4 1 0 0,88-76-1 0 0,-114 84 103 0 0,-1-1 1 0 0,-2-2-1 0 0,-2-2 0 0 0,47-72 1 0 0,-70 94 76 0 0,-2 1 0 0 0,8-22 1 0 0,-15 34-136 0 0,-1 2-3 0 0,-1 3-11 0 0,0 0 1 0 0,0 1-1 0 0,0-1 1 0 0,0 0-1 0 0,0 0 1 0 0,0 0 0 0 0,0 1-1 0 0,0-1 1 0 0,-1 0-1 0 0,1 0 1 0 0,0 1-1 0 0,0-1 1 0 0,-1 0-1 0 0,1 0 1 0 0,0 1 0 0 0,-1-1-1 0 0,1 0 1 0 0,-1 1-1 0 0,1-1 1 0 0,-1 1-1 0 0,1-1 1 0 0,-1 0 0 0 0,0 0-1 0 0,-5 1-18 0 0,5 0 16 0 0,0 0 1 0 0,-1 0-1 0 0,1 0 0 0 0,0 0 1 0 0,0 0-1 0 0,0 0 1 0 0,0 0-1 0 0,-1 0 1 0 0,1 1-1 0 0,0-1 1 0 0,0 0-1 0 0,0 1 0 0 0,0-1 1 0 0,0 1-1 0 0,0 0 1 0 0,0-1-1 0 0,-2 2 1 0 0,0 0-5 0 0,-10 5-2 0 0,0 1 0 0 0,0 0 0 0 0,1 1 0 0 0,0 0 0 0 0,1 1 0 0 0,-14 15 0 0 0,-53 71-13 0 0,50-58 43 0 0,-32 58-1 0 0,50-78 0 0 0,2 0 0 0 0,-1 1 0 0 0,2 0 0 0 0,1 1 0 0 0,-7 36 0 0 0,11-50-1 0 0,1 1 0 0 0,1-1-1 0 0,0 0 1 0 0,-1 1 0 0 0,2-1 0 0 0,-1 1 0 0 0,1-1-1 0 0,0 1 1 0 0,0-1 0 0 0,5 11 0 0 0,-5-14-11 0 0,1 0 1 0 0,-1-1-1 0 0,1 1 0 0 0,0 0 1 0 0,0-1-1 0 0,0 1 1 0 0,1-1-1 0 0,-1 1 1 0 0,1-1-1 0 0,-1 0 0 0 0,1 0 1 0 0,0 0-1 0 0,-1-1 1 0 0,1 1-1 0 0,0-1 1 0 0,0 1-1 0 0,0-1 0 0 0,1 0 1 0 0,-1 0-1 0 0,0 0 1 0 0,0-1-1 0 0,6 1 1 0 0,8 1 7 0 0,1-2 0 0 0,-1 0 0 0 0,0 0 0 0 0,1-2 0 0 0,-1 0 1 0 0,23-7-1 0 0,99-35 13 0 0,-134 43-29 0 0,60-25 10 0 0,-1-2-1 0 0,-1-3 1 0 0,-2-2-1 0 0,-2-4 0 0 0,-1-1 1 0 0,79-69-1 0 0,-48 19 53 0 0,-78 76-60 0 0,-1-1 0 0 0,0 0 1 0 0,-1-1-1 0 0,-1 1 1 0 0,12-26-1 0 0,-19 37-13 0 0,-1 0 0 0 0,1 0 0 0 0,0 0 0 0 0,-1 0 0 0 0,1 0 0 0 0,-1 0 0 0 0,0-1 0 0 0,0 1 0 0 0,0 0-1 0 0,0 0 1 0 0,0-1 0 0 0,0 1 0 0 0,0 0 0 0 0,-1 0 0 0 0,-1-4 0 0 0,2 6 10 0 0,0-1 0 0 0,0 1 1 0 0,0 0-1 0 0,0 0 0 0 0,0 0 1 0 0,0 0-1 0 0,0 0 0 0 0,0 0 0 0 0,0-1 1 0 0,0 1-1 0 0,0 0 0 0 0,0 0 0 0 0,0 0 1 0 0,0 0-1 0 0,-1 0 0 0 0,1 0 0 0 0,0 0 1 0 0,0 0-1 0 0,0 0 0 0 0,0-1 0 0 0,0 1 1 0 0,0 0-1 0 0,0 0 0 0 0,-1 0 0 0 0,1 0 1 0 0,0 0-1 0 0,0 0 0 0 0,0 0 0 0 0,0 0 1 0 0,0 0-1 0 0,0 0 0 0 0,-1 0 0 0 0,1 0 1 0 0,0 0-1 0 0,0 0 0 0 0,0 0 1 0 0,0 0-1 0 0,0 0 0 0 0,-1 0 0 0 0,1 0 1 0 0,0 0-1 0 0,0 0 0 0 0,0 1 0 0 0,-10 1-13 0 0,0 0 0 0 0,0 1-1 0 0,1 0 1 0 0,-1 1 0 0 0,1 0-1 0 0,0 0 1 0 0,0 1 0 0 0,1 0-1 0 0,-1 1 1 0 0,1 0-1 0 0,-13 12 1 0 0,-5 7-12 0 0,-46 55-1 0 0,51-54 38 0 0,1 2-1 0 0,1 0 1 0 0,-23 46-1 0 0,36-62 9 0 0,1-1 0 0 0,1 1 0 0 0,0 0 0 0 0,0 0 0 0 0,1 0 0 0 0,1 0 0 0 0,0 1 0 0 0,0-1 0 0 0,1 1 0 0 0,1-1 0 0 0,0 1 0 0 0,4 22 0 0 0,-3-30 0 0 0,0-1 1 0 0,1 0-1 0 0,-1 1 0 0 0,1-1 0 0 0,0 0 0 0 0,0 0 1 0 0,0 0-1 0 0,1 0 0 0 0,-1 0 0 0 0,1-1 0 0 0,0 1 0 0 0,0-1 1 0 0,5 5-1 0 0,-2-4-64 0 0,0 0 0 0 0,0 0-1 0 0,0 0 1 0 0,1-1 0 0 0,-1 0 0 0 0,1 0 0 0 0,12 3 0 0 0,2-2-654 0 0,1 0 0 0 0,0-1-1 0 0,0-1 1 0 0,34-2 0 0 0,-27-2-2352 0 0,41-6-1 0 0,-13-4-2843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4.2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147 18 2380 0 0,'-147'30'11921'0'0,"191"-26"-11024"0"0,90-9-223 0 0,170-11-2702 0 0,-248 12 1022 0 0,133-12-5051 0 0,-105 5 1680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5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68 2352 0 0,'-35'-27'6853'0'0,"25"18"-4385"0"0,0 1-1 0 0,-21-13 1 0 0,30 21-2453 0 0,0-1-1 0 0,0 1 1 0 0,0 0-1 0 0,0 0 1 0 0,0 0-1 0 0,1-1 1 0 0,-1 1-1 0 0,0 0 1 0 0,0 0-1 0 0,0 0 1 0 0,0 0-1 0 0,0 1 1 0 0,0-1-1 0 0,0 0 1 0 0,1 0-1 0 0,-1 0 1 0 0,0 1-1 0 0,0-1 1 0 0,0 0-1 0 0,0 1 1 0 0,1-1-1 0 0,-1 1 1 0 0,0-1 0 0 0,0 1-1 0 0,1 0 1 0 0,-1-1-1 0 0,0 1 1 0 0,1-1-1 0 0,-2 2 1 0 0,-14 24 207 0 0,-17 44 96 0 0,-51 117 5 0 0,72-156-292 0 0,2 1-1 0 0,1 0 1 0 0,2 1 0 0 0,-4 35-1 0 0,10-59-13 0 0,0-1 0 0 0,1 1 0 0 0,0 0 0 0 0,1-1-1 0 0,2 16 1 0 0,-2-21-7 0 0,0 0 0 0 0,0 1 0 0 0,0-1 0 0 0,1 0-1 0 0,-1 0 1 0 0,1 0 0 0 0,0 0 0 0 0,-1 0 0 0 0,1 0 0 0 0,1-1-1 0 0,-1 1 1 0 0,0-1 0 0 0,1 1 0 0 0,-1-1 0 0 0,1 0 0 0 0,4 3-1 0 0,-6-4-8 0 0,0 0-1 0 0,1-1 0 0 0,-1 1 1 0 0,0-1-1 0 0,0 1 0 0 0,1-1 0 0 0,-1 1 1 0 0,0-1-1 0 0,1 0 0 0 0,-1 0 1 0 0,0 0-1 0 0,1 0 0 0 0,-1 0 1 0 0,2 0-1 0 0,1 0-7 0 0,0 0-5 0 0,0 0-1 0 0,0 0 0 0 0,0 0 0 0 0,-1 0 0 0 0,1-1 0 0 0,0 0 1 0 0,0 0-1 0 0,0 0 0 0 0,-1 0 0 0 0,1-1 0 0 0,-1 1 0 0 0,1-1 1 0 0,-1 0-1 0 0,6-4 0 0 0,2-2-19 0 0,0 0 0 0 0,14-16 0 0 0,-14 12 16 0 0,0-1 0 0 0,-1 0-1 0 0,-1-1 1 0 0,10-17-1 0 0,28-64 4 0 0,-37 74 14 0 0,23-54-172 0 0,-32 72 122 0 0,0 5-102 0 0,2 2 141 0 0,-1 0 1 0 0,0 0-1 0 0,0 1 0 0 0,0-1 0 0 0,-1 1 1 0 0,0-1-1 0 0,1 1 0 0 0,-2-1 0 0 0,1 1 1 0 0,0 0-1 0 0,-1 0 0 0 0,0 5 1 0 0,5 32 9 0 0,-2-32 14 0 0,0-1 0 0 0,1 1 1 0 0,-1-1-1 0 0,2 1 0 0 0,-1-1 0 0 0,2 0 1 0 0,11 15-1 0 0,-13-19-2 0 0,0-1 0 0 0,0 0 0 0 0,1-1 0 0 0,-1 1 1 0 0,1-1-1 0 0,0 0 0 0 0,0 0 0 0 0,0 0 0 0 0,0-1 0 0 0,0 1 0 0 0,1-1 0 0 0,-1-1 1 0 0,1 1-1 0 0,-1-1 0 0 0,11 1 0 0 0,-8-1 3 0 0,0 0 0 0 0,1-1-1 0 0,-1 0 1 0 0,0-1 0 0 0,0 0 0 0 0,1 0 0 0 0,-1-1-1 0 0,0 0 1 0 0,0 0 0 0 0,0-1 0 0 0,-1 0 0 0 0,1 0 0 0 0,9-7-1 0 0,-7 4-6 0 0,-1-1 0 0 0,0 0 0 0 0,-1 0 0 0 0,1-1 0 0 0,-1 0 0 0 0,-1-1 0 0 0,0 0 0 0 0,12-18 0 0 0,-8 6 56 0 0,-1 0 1 0 0,0 0-1 0 0,-2-1 1 0 0,0-1-1 0 0,-2 1 1 0 0,0-1-1 0 0,-2 0 1 0 0,4-46-1 0 0,-8 44-32 0 0,-1 0-1 0 0,-1 0 1 0 0,-7-32-1 0 0,9 56-86 0 0,-1 0-1 0 0,1-1 0 0 0,0 1 1 0 0,-1-1-1 0 0,1 1 0 0 0,-1-1 0 0 0,1 1 1 0 0,-1 0-1 0 0,0-1 0 0 0,1 1 1 0 0,-1 0-1 0 0,0 0 0 0 0,0 0 1 0 0,0-1-1 0 0,0 1 0 0 0,0 0 0 0 0,0 0 1 0 0,0 0-1 0 0,0 1 0 0 0,-1-1 1 0 0,0-1-1 0 0,1 2-37 0 0,0 0-1 0 0,0 0 1 0 0,0 0 0 0 0,0 0-1 0 0,0-1 1 0 0,0 2 0 0 0,0-1-1 0 0,0 0 1 0 0,0 0-1 0 0,0 0 1 0 0,0 0 0 0 0,0 1-1 0 0,0-1 1 0 0,0 0 0 0 0,0 1-1 0 0,0-1 1 0 0,0 1 0 0 0,0-1-1 0 0,0 1 1 0 0,1 0 0 0 0,-1-1-1 0 0,0 1 1 0 0,0 0 0 0 0,1-1-1 0 0,-1 1 1 0 0,0 0 0 0 0,0 1-1 0 0,0-1-98 0 0,0 1 0 0 0,0 0 0 0 0,0-1-1 0 0,1 1 1 0 0,-1 0 0 0 0,1 0 0 0 0,-1-1 0 0 0,1 1-1 0 0,-1 0 1 0 0,1 0 0 0 0,0 0 0 0 0,0 0-1 0 0,0 0 1 0 0,0-1 0 0 0,0 1 0 0 0,1 0 0 0 0,0 3-1 0 0,10 29-2257 0 0,-9-31 2035 0 0,-1 0-1 0 0,1 0 1 0 0,0 0-1 0 0,-1-1 1 0 0,1 1-1 0 0,0-1 0 0 0,0 1 1 0 0,4 2-1 0 0,7 6-2431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6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325 196 2068 0 0,'3'-2'637'0'0,"-1"0"0"0"0,0 0-1 0 0,0 0 1 0 0,0 0 0 0 0,0 0-1 0 0,0 0 1 0 0,-1-1 0 0 0,1 1 0 0 0,-1-1-1 0 0,1 1 1 0 0,1-5 0 0 0,-2 3-255 0 0,0 0 0 0 0,0 1 1 0 0,-1-1-1 0 0,1 0 0 0 0,-1 0 1 0 0,0 0-1 0 0,0 1 0 0 0,0-1 1 0 0,0 0-1 0 0,-1 0 0 0 0,-1-6 1 0 0,1 8-335 0 0,1 1 0 0 0,-1 0 0 0 0,1 0 0 0 0,-1 0 1 0 0,1 0-1 0 0,-1 0 0 0 0,0 0 0 0 0,0 0 1 0 0,0 0-1 0 0,1 0 0 0 0,-1 0 0 0 0,0 0 0 0 0,0 0 1 0 0,0 0-1 0 0,0 1 0 0 0,-1-1 0 0 0,1 0 0 0 0,0 1 1 0 0,0-1-1 0 0,0 1 0 0 0,0 0 0 0 0,-1-1 0 0 0,-1 0 1 0 0,-27 0 305 0 0,29 1-353 0 0,-5 1 24 0 0,0 0 1 0 0,0 0 0 0 0,0 1-1 0 0,0 0 1 0 0,0 0 0 0 0,0 1-1 0 0,1-1 1 0 0,-1 1 0 0 0,-8 6-1 0 0,-2 3 5 0 0,-23 21 0 0 0,15-12-15 0 0,1 2 0 0 0,2 1 0 0 0,-25 33-1 0 0,39-46-3 0 0,-1 0 0 0 0,2 1-1 0 0,-1 0 1 0 0,2 0 0 0 0,0 1-1 0 0,0-1 1 0 0,1 1 0 0 0,1 0-1 0 0,0 0 1 0 0,-2 22-1 0 0,5-32-29 0 0,-1 1-1 0 0,1 0 0 0 0,0-1 0 0 0,1 1 0 0 0,-1 0 0 0 0,1-1 0 0 0,-1 1 0 0 0,1-1 0 0 0,0 1 0 0 0,1-1 0 0 0,-1 1 0 0 0,1-1 0 0 0,-1 0 1 0 0,1 1-1 0 0,0-1 0 0 0,0 0 0 0 0,0 0 0 0 0,0 0 0 0 0,1-1 0 0 0,-1 1 0 0 0,1-1 0 0 0,0 1 0 0 0,0-1 0 0 0,0 0 0 0 0,0 0 0 0 0,0 0 1 0 0,0 0-1 0 0,1 0 0 0 0,-1-1 0 0 0,0 0 0 0 0,1 1 0 0 0,-1-1 0 0 0,1-1 0 0 0,5 2 0 0 0,-1-1-121 0 0,0 0 0 0 0,0-1 0 0 0,0 0 0 0 0,1 0 0 0 0,-1-1 0 0 0,0 0 0 0 0,0 0 0 0 0,-1-1 0 0 0,1 0 0 0 0,0 0 0 0 0,0-1 0 0 0,-1 0 0 0 0,0 0 0 0 0,14-9 0 0 0,-7 2 58 0 0,-1-1 0 0 0,0-1 1 0 0,-1 0-1 0 0,0-1 0 0 0,-1 0 0 0 0,0-1 1 0 0,-1 0-1 0 0,-1-1 0 0 0,9-18 1 0 0,1-8 1019 0 0,-1-2 1 0 0,14-55 0 0 0,-32 97-925 0 0,5-16 200 0 0,-6 22-116 0 0,-12 41-130 0 0,11-40 32 0 0,-7 32 13 0 0,-5 40 1 0 0,13-67 5 0 0,0-1 0 0 0,0 1 0 0 0,1-1 0 0 0,1 1 0 0 0,0-1 0 0 0,0 1 0 0 0,1-1 0 0 0,0 0 0 0 0,5 12 0 0 0,-6-19-8 0 0,1 1 0 0 0,0-1 1 0 0,-1 1-1 0 0,2-1 0 0 0,-1 0 1 0 0,0 0-1 0 0,1 0 0 0 0,-1 0 1 0 0,1 0-1 0 0,0 0 0 0 0,0-1 0 0 0,0 1 1 0 0,0-1-1 0 0,0 0 0 0 0,6 3 1 0 0,-3-3-105 0 0,1 0 0 0 0,-1 0 0 0 0,0 0 0 0 0,1 0 1 0 0,-1-1-1 0 0,1 0 0 0 0,0-1 0 0 0,10 0 0 0 0,-2-1-205 0 0,0 0 0 0 0,1-2-1 0 0,-1 0 1 0 0,0 0 0 0 0,0-2-1 0 0,-1 0 1 0 0,18-8 0 0 0,-14 3 47 0 0,0 0 1 0 0,0-1 0 0 0,-1-1 0 0 0,-1-1 0 0 0,0-1 0 0 0,-1 0 0 0 0,0-1 0 0 0,-1 0-1 0 0,17-25 1 0 0,-18 22 637 0 0,-2-1 0 0 0,0-1 0 0 0,-1 0-1 0 0,-1 0 1 0 0,8-25 0 0 0,-15 40-206 0 0,0-1 0 0 0,-1 1 0 0 0,1-1 1 0 0,-1 0-1 0 0,0 1 0 0 0,-1-1 0 0 0,1 0 0 0 0,-1 0 0 0 0,0 1 1 0 0,-1-1-1 0 0,-1-7 0 0 0,2 11-71 0 0,-17 4 91 0 0,16-2-186 0 0,-1 1 0 0 0,0-1 0 0 0,0 1-1 0 0,1 0 1 0 0,-1 0 0 0 0,0 0-1 0 0,1 0 1 0 0,-1 0 0 0 0,0 0 0 0 0,1 0-1 0 0,0 1 1 0 0,-1-1 0 0 0,1 1 0 0 0,0-1-1 0 0,0 1 1 0 0,-2 2 0 0 0,-1 1 44 0 0,-8 10 16 0 0,1 0-1 0 0,1 1 0 0 0,1 0 0 0 0,0 0 0 0 0,-8 24 1 0 0,13-30-47 0 0,0 0 0 0 0,1 1-1 0 0,0-1 1 0 0,1 1 0 0 0,0 0 0 0 0,1-1 0 0 0,0 1 0 0 0,1 0 0 0 0,0 0 0 0 0,3 16 0 0 0,-3-23-17 0 0,1-1 1 0 0,0 1 0 0 0,1-1-1 0 0,-1 1 1 0 0,0-1-1 0 0,1 0 1 0 0,0 0-1 0 0,0 1 1 0 0,0-1 0 0 0,0 0-1 0 0,0-1 1 0 0,1 1-1 0 0,0 0 1 0 0,-1-1-1 0 0,1 1 1 0 0,0-1 0 0 0,0 0-1 0 0,0 0 1 0 0,0 0-1 0 0,0 0 1 0 0,1-1-1 0 0,-1 1 1 0 0,1-1-1 0 0,-1 0 1 0 0,1 0 0 0 0,-1 0-1 0 0,1 0 1 0 0,-1-1-1 0 0,1 1 1 0 0,0-1-1 0 0,5 0 1 0 0,2-1-47 0 0,0 1-1 0 0,0-1 1 0 0,0-1-1 0 0,0 0 1 0 0,0-1 0 0 0,-1 0-1 0 0,1 0 1 0 0,-1-1-1 0 0,14-8 1 0 0,-9 3-12 0 0,-1 0-1 0 0,0-2 1 0 0,-1 1 0 0 0,0-2 0 0 0,-1 0 0 0 0,0 0 0 0 0,-1-1 0 0 0,13-20-1 0 0,0-3 380 0 0,-2-1 0 0 0,20-45 0 0 0,-12 24 705 0 0,-29 55-1003 0 0,0 6-34 0 0,-1-1-1 0 0,0 1 1 0 0,0-1-1 0 0,0 0 1 0 0,0 1-1 0 0,0-1 1 0 0,-1 1-1 0 0,1-1 1 0 0,-2 3-1 0 0,-93 320 930 0 0,-21-5 237 0 0,101-282-1124 0 0,-129 312 514 0 0,108-274-300 0 0,-5-1 0 0 0,-71 101 0 0 0,90-147-44 0 0,0-1 0 0 0,-2 0-1 0 0,-1-2 1 0 0,-2-1 0 0 0,-32 24 0 0 0,46-40-136 0 0,0-1 1 0 0,0 0-1 0 0,-1 0 0 0 0,-1-2 1 0 0,1 0-1 0 0,-18 5 0 0 0,22-8-40 0 0,-1-1-1 0 0,1-1 1 0 0,0 0-1 0 0,-1 0 1 0 0,1-1-1 0 0,-1 0 1 0 0,1 0-1 0 0,-1-1 1 0 0,1-1-1 0 0,-12-3 0 0 0,16 4-30 0 0,0-1 0 0 0,0 0-1 0 0,1 0 1 0 0,-1 0 0 0 0,1-1-1 0 0,-1 0 1 0 0,1 0-1 0 0,0 0 1 0 0,0-1 0 0 0,0 1-1 0 0,1-1 1 0 0,0-1-1 0 0,-1 1 1 0 0,1 0 0 0 0,1-1-1 0 0,-1 0 1 0 0,1 0-1 0 0,-1 0 1 0 0,2 0 0 0 0,-1-1-1 0 0,0 1 1 0 0,1-1-1 0 0,0 1 1 0 0,0-1 0 0 0,1 0-1 0 0,0 0 1 0 0,0 0-1 0 0,0 0 1 0 0,1 0 0 0 0,-1 0-1 0 0,2 0 1 0 0,-1 0-1 0 0,1 0 1 0 0,-1 0 0 0 0,2 0-1 0 0,1-7 1 0 0,5-13-83 0 0,1-1 1 0 0,1 1 0 0 0,1 1 0 0 0,2 0-1 0 0,0 0 1 0 0,20-25 0 0 0,109-130-759 0 0,-51 81 115 0 0,165-139 0 0 0,126-63-412 0 0,-215 174 680 0 0,-166 126 453 0 0,171-139-262 0 0,-138 110 197 0 0,-2-2-1 0 0,53-66 0 0 0,-80 91 48 0 0,0 0 1 0 0,0 0-1 0 0,-1 0 1 0 0,0 0 0 0 0,0-1-1 0 0,-1 0 1 0 0,4-11-1 0 0,-7 18 14 0 0,0 1 1 0 0,0-1-1 0 0,0 1 0 0 0,0-1 0 0 0,0 1 0 0 0,0-1 0 0 0,0 1 0 0 0,0-1 0 0 0,0 1 0 0 0,0-1 1 0 0,0 1-1 0 0,0-1 0 0 0,0 1 0 0 0,0-1 0 0 0,0 1 0 0 0,0-1 0 0 0,-1 1 0 0 0,1-1 1 0 0,0 1-1 0 0,0 0 0 0 0,-1-1 0 0 0,1 1 0 0 0,0-1 0 0 0,-1 1 0 0 0,1 0 0 0 0,0-1 0 0 0,-1 1 1 0 0,1 0-1 0 0,0-1 0 0 0,-1 1 0 0 0,1 0 0 0 0,-1 0 0 0 0,1 0 0 0 0,0-1 0 0 0,-1 1 0 0 0,0 0 1 0 0,0 0-3 0 0,-1-1 1 0 0,1 1 0 0 0,0 0 0 0 0,-1 0 0 0 0,1 0 0 0 0,0 0 0 0 0,-1 0-1 0 0,1 0 1 0 0,-1 1 0 0 0,1-1 0 0 0,0 0 0 0 0,-1 1 0 0 0,-1 0 0 0 0,-5 3-5 0 0,1 0 1 0 0,-1 0-1 0 0,1 0 1 0 0,1 1 0 0 0,-1 0-1 0 0,1 0 1 0 0,-1 1-1 0 0,1 0 1 0 0,1 0-1 0 0,-1 0 1 0 0,1 1 0 0 0,0-1-1 0 0,1 1 1 0 0,0 1-1 0 0,0-1 1 0 0,0 0-1 0 0,1 1 1 0 0,0 0 0 0 0,1 0-1 0 0,-1 0 1 0 0,1 0-1 0 0,1 0 1 0 0,0 0-1 0 0,0 1 1 0 0,1-1 0 0 0,0 0-1 0 0,1 11 1 0 0,5 9-3 0 0,2 1 1 0 0,0-1-1 0 0,15 30 1 0 0,-11-29 205 0 0,-1 1 1 0 0,8 37 0 0 0,-18-64-53 0 0,-1 0 0 0 0,1-1 0 0 0,-1 1 0 0 0,0 0 0 0 0,0 0 0 0 0,0 0 0 0 0,0 0 0 0 0,0 0 0 0 0,-1 0 0 0 0,0 0-1 0 0,1 0 1 0 0,-1 0 0 0 0,0 0 0 0 0,0 0 0 0 0,-1-1 0 0 0,1 1 0 0 0,-3 4 0 0 0,1-4-33 0 0,0 1 0 0 0,0-1 0 0 0,-1 0-1 0 0,1 0 1 0 0,0-1 0 0 0,-1 1 0 0 0,0-1 0 0 0,0 0-1 0 0,1 0 1 0 0,-9 3 0 0 0,0-1-11 0 0,1-1 1 0 0,-1 0 0 0 0,0-1-1 0 0,0 0 1 0 0,0-1-1 0 0,0 0 1 0 0,-18-2-1 0 0,-32-9-109 0 0,26-1-3305 0 0,28 6 3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7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1 170 1072 0 0,'1'-3'3222'0'0,"12"-46"7677"0"0,2-6-4947 0 0,-2 3-4286 0 0,-12 50-2054 0 0,2-6-2126 0 0,-18 38-9844 0 0,8-16 7211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7.2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2320 0 0,'-3'17'4891'0'0,"-7"27"2949"0"0,9-41-7506 0 0,0 0 0 0 0,0 1-1 0 0,1-1 1 0 0,-1 1 0 0 0,1-1 0 0 0,-1 1 0 0 0,1 0 0 0 0,0-1 0 0 0,1 1 0 0 0,0 3 0 0 0,2 6-3003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9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37 1132 0 0,'-2'-24'8092'0'0,"-3"12"-3430"0"0,4 13-4581 0 0,-1 0 0 0 0,1 0 1 0 0,0 0-1 0 0,0 1 0 0 0,-1-1 1 0 0,1 1-1 0 0,0-1 0 0 0,0 1 0 0 0,1-1 1 0 0,-1 1-1 0 0,0-1 0 0 0,0 1 0 0 0,1 0 1 0 0,-1-1-1 0 0,1 1 0 0 0,0 0 1 0 0,-1-1-1 0 0,1 1 0 0 0,0 0 0 0 0,0 3 1 0 0,-3 51 482 0 0,3-39-404 0 0,-43 332 894 0 0,17-179-1152 0 0,10-80-1820 0 0,4-28-889 0 0,4-2-3607 0 0,8-46 2684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1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467 56 2768 0 0,'-4'-44'6918'0'0,"4"41"-6330"0"0,-1 3-505 0 0,1 0 0 0 0,0-1 0 0 0,0 1 0 0 0,0 0-1 0 0,0 0 1 0 0,0-1 0 0 0,0 1 0 0 0,-1 0 0 0 0,1 0 0 0 0,0-1 0 0 0,0 1-1 0 0,0 0 1 0 0,0 0 0 0 0,0-1 0 0 0,0 1 0 0 0,0 0 0 0 0,0 0-1 0 0,0-1 1 0 0,0 1 0 0 0,0 0 0 0 0,0-1 0 0 0,1 1 0 0 0,-1 0-1 0 0,0 0 1 0 0,0-1 0 0 0,0 1 0 0 0,0 0 0 0 0,0 0 0 0 0,0 0 0 0 0,1-1-1 0 0,-1 1 1 0 0,0 0 0 0 0,0 0 0 0 0,0 0 0 0 0,1-1 0 0 0,6 6 215 0 0,0 0 0 0 0,0 1 1 0 0,-1 0-1 0 0,1 0 0 0 0,10 13 1 0 0,28 43 788 0 0,-39-54-965 0 0,29 43 122 0 0,-3 0 0 0 0,-2 3 0 0 0,-3 0 1 0 0,-2 2-1 0 0,35 112 0 0 0,-49-121-194 0 0,-1-1 0 0 0,-2 1 0 0 0,-2 0 0 0 0,-3 1 0 0 0,-1-1 0 0 0,-2 1 0 0 0,-3-1 1 0 0,-10 58-1 0 0,-3-28 23 0 0,-4-2 1 0 0,-3-1 0 0 0,-3-1-1 0 0,-3 0 1 0 0,-47 82-1 0 0,28-71-772 0 0,-4-2-1 0 0,-3-3 0 0 0,-119 133 1 0 0,42-88-2395 0 0,36-52-2180 0 0,44-39 231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0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25 667 1848 0 0,'-11'-5'9833'0'0,"10"6"-9757"0"0,0 0 0 0 0,0 0-1 0 0,0 0 1 0 0,0 0 0 0 0,0 0 0 0 0,0 0-1 0 0,0 1 1 0 0,0-1 0 0 0,1 0 0 0 0,-1 1-1 0 0,0-1 1 0 0,1 0 0 0 0,-1 1 0 0 0,1-1-1 0 0,0 1 1 0 0,-1-1 0 0 0,1 1 0 0 0,0-1-1 0 0,0 1 1 0 0,0-1 0 0 0,0 1 0 0 0,0-1-1 0 0,0 1 1 0 0,1 1 0 0 0,7 47 519 0 0,-4-36-442 0 0,-2-3-101 0 0,1-1 1 0 0,0 0-1 0 0,0 0 0 0 0,1 0 0 0 0,1 0 0 0 0,0-1 0 0 0,0 1 0 0 0,0-1 0 0 0,2-1 1 0 0,11 15-1 0 0,-14-19-36 0 0,0 0 0 0 0,1 0 0 0 0,-1 0 1 0 0,0-1-1 0 0,1 0 0 0 0,0 0 0 0 0,0 0 1 0 0,0 0-1 0 0,0-1 0 0 0,0 0 0 0 0,1 0 1 0 0,-1 0-1 0 0,1-1 0 0 0,-1 0 0 0 0,1 0 1 0 0,-1 0-1 0 0,1-1 0 0 0,0 1 0 0 0,-1-1 1 0 0,1-1-1 0 0,8-1 0 0 0,5-2-3 0 0,0-2 1 0 0,-1 0-1 0 0,0-1 0 0 0,0-1 1 0 0,-1 0-1 0 0,0-2 0 0 0,0 0 0 0 0,-1 0 1 0 0,24-22-1 0 0,-16 11-8 0 0,-2-1 0 0 0,0-1 0 0 0,-2-1 0 0 0,0-1 0 0 0,18-31 0 0 0,-10 7 4 0 0,-3-1 0 0 0,-1 0 0 0 0,19-66 0 0 0,33-165 52 0 0,-56 180-310 0 0,-20 98 207 0 0,-1 6-28 0 0,-8 17 53 0 0,1 2 0 0 0,0-1 1 0 0,2 1-1 0 0,1 0 0 0 0,-5 42 1 0 0,1-12 12 0 0,-23 174 7 0 0,29-183 19 0 0,2 0 1 0 0,2-1-1 0 0,8 58 0 0 0,-7-90-103 0 0,0 0 0 0 0,0 0 0 0 0,1 0 0 0 0,1 0 0 0 0,-1-1 0 0 0,1 1 0 0 0,1-1 0 0 0,0 0 0 0 0,7 11 0 0 0,-9-17-59 0 0,0 1-1 0 0,0-1 1 0 0,1 1-1 0 0,-1-1 1 0 0,1 0-1 0 0,0 0 1 0 0,-1 0-1 0 0,1-1 0 0 0,1 0 1 0 0,-1 1-1 0 0,0-1 1 0 0,0-1-1 0 0,1 1 1 0 0,-1-1-1 0 0,1 1 1 0 0,-1-1-1 0 0,1-1 1 0 0,0 1-1 0 0,0-1 1 0 0,-1 1-1 0 0,1-1 1 0 0,5-1-1 0 0,3-1-447 0 0,-1-1-1 0 0,1 0 1 0 0,-1 0 0 0 0,0-1-1 0 0,0-1 1 0 0,-1 0 0 0 0,1 0-1 0 0,-1-1 1 0 0,-1-1-1 0 0,14-10 1 0 0,7-6-1635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1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113 170 1604 0 0,'14'-55'2976'0'0,"-5"21"-102"0"0,7-47 2080 0 0,-16 86-4500 0 0,-36 231 2471 0 0,14-106-2402 0 0,-40 262 75 0 0,36-227 64 0 0,26-163-610 0 0,-1-4-53 0 0,0 1 0 0 0,0-1 1 0 0,1 1-1 0 0,-1 0 0 0 0,1-1 1 0 0,-1 1-1 0 0,1-1 0 0 0,0 1 1 0 0,0-1-1 0 0,0 0 1 0 0,-1 1-1 0 0,1-1 0 0 0,1 1 1 0 0,-1-1-1 0 0,0-1 0 0 0,0-1-2 0 0,1-11-5 0 0,1-1 0 0 0,0 1-1 0 0,1-1 1 0 0,1 1 0 0 0,1 0-1 0 0,0 1 1 0 0,0-1 0 0 0,9-14-1 0 0,1-1-16 0 0,2 2 0 0 0,38-50 0 0 0,-43 61 10 0 0,1 2 0 0 0,1-1 0 0 0,1 2 0 0 0,0 0 1 0 0,1 0-1 0 0,0 2 0 0 0,1 0 0 0 0,0 1 0 0 0,1 1 1 0 0,24-11-1 0 0,-39 20 10 0 0,1 0-1 0 0,-1 1 1 0 0,0-1-1 0 0,0 1 1 0 0,0 0 0 0 0,1 0-1 0 0,-1 0 1 0 0,0 0-1 0 0,0 1 1 0 0,0-1 0 0 0,1 1-1 0 0,-1 0 1 0 0,0 0-1 0 0,0 0 1 0 0,0 0 0 0 0,0 0-1 0 0,0 1 1 0 0,-1-1-1 0 0,1 1 1 0 0,0 0 0 0 0,-1 0-1 0 0,1 0 1 0 0,2 3 0 0 0,-3-2 4 0 0,1 0 1 0 0,-1 1 0 0 0,0-1 0 0 0,0 1 0 0 0,-1 0 0 0 0,1 0 0 0 0,-1-1 0 0 0,0 1 0 0 0,0 0-1 0 0,0 0 1 0 0,0 0 0 0 0,0 8 0 0 0,0-1 30 0 0,2 13 83 0 0,-2-1 1 0 0,-1 0 0 0 0,-1 1 0 0 0,-7 46 0 0 0,2-23-2 0 0,-3 25 1 0 0,-5 88 72 0 0,14-158-164 0 0,2 0 25 0 0,-1 5-50 0 0,11 0 95 0 0,-8-6-155 0 0,0 0-1 0 0,0-1 1 0 0,0 1 0 0 0,0-1-1 0 0,0 0 1 0 0,-1-1 0 0 0,1 1-1 0 0,0-1 1 0 0,0 1-1 0 0,0-1 1 0 0,-1 0 0 0 0,1 0-1 0 0,0-1 1 0 0,3-1 0 0 0,17-5-1387 0 0,-15 6 553 0 0,-1-1 0 0 0,1-1 0 0 0,11-5 0 0 0,-17 7 190 0 0,0 0 0 0 0,-1 1 1 0 0,1-1-1 0 0,0 0 0 0 0,-1-1 0 0 0,0 1 1 0 0,0 0-1 0 0,3-4 0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2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104 127 1632 0 0,'-4'0'3814'0'0,"-30"-8"548"0"0,31 8-3178 0 0,-1-1-124 0 0,-12 0-111 0 0,12 1-111 0 0,-12-4 468 0 0,13 3-444 0 0,-13-1-337 0 0,12 2 41 0 0,24-6-563 0 0,14-4-472 0 0,56-8 0 0 0,-19 5-97 0 0,226-32-2622 0 0,-100 30-3202 0 0,-151 12 2775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3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381 148 36 0 0,'-67'9'12949'0'0,"62"-8"-12426"0"0,0 0 0 0 0,0 0-1 0 0,1 1 1 0 0,-1-1 0 0 0,0 1 0 0 0,-6 4-1 0 0,10-5-488 0 0,-1 0 1 0 0,0 0-1 0 0,1 0 0 0 0,-1 0 0 0 0,1 0 0 0 0,-1 0 0 0 0,1 1 0 0 0,0-1 1 0 0,-1 1-1 0 0,1-1 0 0 0,0 1 0 0 0,0-1 0 0 0,0 1 0 0 0,0 0 0 0 0,0 0 1 0 0,1-1-1 0 0,-1 1 0 0 0,0 0 0 0 0,1 0 0 0 0,0 0 0 0 0,-1 0 0 0 0,1 3 1 0 0,-1-4-23 0 0,1 1 1 0 0,0-1-1 0 0,0 1 1 0 0,0 0 0 0 0,0-1-1 0 0,0 1 1 0 0,1 0-1 0 0,-1-1 1 0 0,0 1-1 0 0,1-1 1 0 0,-1 1 0 0 0,1-1-1 0 0,0 1 1 0 0,-1-1-1 0 0,1 1 1 0 0,0-1 0 0 0,0 1-1 0 0,0-1 1 0 0,0 0-1 0 0,0 0 1 0 0,0 1-1 0 0,0-1 1 0 0,1 0 0 0 0,-1 0-1 0 0,0 0 1 0 0,0 0-1 0 0,1-1 1 0 0,-1 1 0 0 0,1 0-1 0 0,-1 0 1 0 0,3 0-1 0 0,0-1 3 0 0,1 0-1 0 0,0 0 0 0 0,0 0 0 0 0,0-1 1 0 0,0 0-1 0 0,0 0 0 0 0,-1 0 1 0 0,1 0-1 0 0,0-1 0 0 0,-1 1 0 0 0,8-5 1 0 0,-6 4-8 0 0,0-1 0 0 0,-1 1 1 0 0,1-1-1 0 0,-1-1 1 0 0,0 1-1 0 0,0 0 1 0 0,0-1-1 0 0,0 0 0 0 0,-1-1 1 0 0,1 1-1 0 0,-1-1 1 0 0,0 1-1 0 0,-1-1 0 0 0,1 0 1 0 0,-1-1-1 0 0,0 1 1 0 0,0-1-1 0 0,-1 1 0 0 0,1-1 1 0 0,-1 0-1 0 0,0 0 1 0 0,-1 0-1 0 0,0 0 1 0 0,0 0-1 0 0,1-7 0 0 0,-2 8-5 0 0,0-1 0 0 0,0 1-1 0 0,0 0 1 0 0,-1-1 0 0 0,0 1-1 0 0,0 0 1 0 0,0 0 0 0 0,0 0 0 0 0,-1 0-1 0 0,0 0 1 0 0,0 0 0 0 0,-1 0-1 0 0,1 0 1 0 0,-1 1 0 0 0,0-1-1 0 0,-3-3 1 0 0,-10-7-36 0 0,9 13 27 0 0,3 1-1 0 0,3 1 6 0 0,-1-1-1 0 0,1 1 1 0 0,-1-1-1 0 0,1 1 1 0 0,-1 0-1 0 0,0 0 0 0 0,1 0 1 0 0,-1 0-1 0 0,1 0 1 0 0,-1 0-1 0 0,1 0 1 0 0,-1 0-1 0 0,0 0 0 0 0,1 1 1 0 0,-1-1-1 0 0,-2 2 1 0 0,0-1-4 0 0,-7 3 47 0 0,0 0-1 0 0,0 1 1 0 0,1 0-1 0 0,0 0 1 0 0,0 1-1 0 0,0 0 1 0 0,1 1-1 0 0,0 0 1 0 0,-10 10 0 0 0,11-10-3 0 0,-19 17 115 0 0,2 1 0 0 0,1 0 0 0 0,1 2 0 0 0,1 1 0 0 0,2 1 0 0 0,1 0 0 0 0,-28 56-1 0 0,43-76-131 0 0,1-1-1 0 0,0 1 0 0 0,0 0 0 0 0,0 0 1 0 0,1 0-1 0 0,1 0 0 0 0,0 0 0 0 0,0 0 0 0 0,0 13 1 0 0,2-18-12 0 0,-1 0 0 0 0,1 0 0 0 0,0-1 1 0 0,0 1-1 0 0,0 0 0 0 0,0 0 0 0 0,1-1 0 0 0,-1 1 1 0 0,1-1-1 0 0,0 1 0 0 0,0-1 0 0 0,1 0 1 0 0,-1 0-1 0 0,0 0 0 0 0,1 0 0 0 0,0 0 0 0 0,0 0 1 0 0,0-1-1 0 0,0 1 0 0 0,0-1 0 0 0,1 0 1 0 0,-1 0-1 0 0,0 0 0 0 0,6 2 0 0 0,8 2 3 0 0,-1-1 0 0 0,1-1 0 0 0,0 0 0 0 0,0-1-1 0 0,0-1 1 0 0,0-1 0 0 0,33-1 0 0 0,-5-3-831 0 0,80-17 0 0 0,-101 15-152 0 0,0-1 0 0 0,27-10 0 0 0,-41 12-763 0 0,-1-1 0 0 0,0 1-1 0 0,0-2 1 0 0,14-10-1 0 0,-9 5-2960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4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111 949 244 0 0,'-1'-11'11193'0'0,"1"18"-10434"0"0,-1 0 0 0 0,1 0-1 0 0,0 0 1 0 0,2 13 0 0 0,1-1 20 0 0,12 35 1 0 0,-14-53-762 0 0,-1 0 0 0 0,1 0-1 0 0,-1 0 1 0 0,1 0 0 0 0,-1-1 0 0 0,1 1-1 0 0,-1 0 1 0 0,1 0 0 0 0,0 0-1 0 0,-1-1 1 0 0,1 1 0 0 0,0 0 0 0 0,0 0-1 0 0,0-1 1 0 0,0 1 0 0 0,0-1 0 0 0,-1 1-1 0 0,1-1 1 0 0,0 1 0 0 0,0-1-1 0 0,0 0 1 0 0,0 1 0 0 0,0-1 0 0 0,0 0-1 0 0,1 0 1 0 0,-1 0 0 0 0,0 0-1 0 0,0 0 1 0 0,0 0 0 0 0,0 0 0 0 0,0 0-1 0 0,0 0 1 0 0,0 0 0 0 0,0 0 0 0 0,0-1-1 0 0,0 1 1 0 0,0-1 0 0 0,0 1-1 0 0,1-1 1 0 0,5-2 20 0 0,-1 0-1 0 0,0 0 1 0 0,0-1-1 0 0,10-7 1 0 0,11-13-13 0 0,-1 0 0 0 0,-1-2 0 0 0,-2 0 0 0 0,0-2 0 0 0,-2 0 0 0 0,-1-2 0 0 0,18-35-1 0 0,2-13-33 0 0,49-144 0 0 0,45-271-203 0 0,-134 489 174 0 0,2 33 71 0 0,-36 417 2340 0 0,30-413-2316 0 0,-122 671 1535 0 0,58-371-1380 0 0,20-100-171 0 0,-8 39 60 0 0,20 3-2 0 0,35-260-91 0 0,0-1 27 0 0,0 1-1 0 0,1 0 1 0 0,0 0-1 0 0,4 23 1 0 0,-4-36-34 0 0,1 1 0 0 0,-1-1 0 0 0,1 1 0 0 0,0-1 0 0 0,0 1 0 0 0,0-1 0 0 0,0 0 0 0 0,0 1-1 0 0,0-1 1 0 0,1 0 0 0 0,-1 0 0 0 0,1 0 0 0 0,-1 0 0 0 0,1 0 0 0 0,0 0 0 0 0,0 0 0 0 0,0-1 0 0 0,0 1 0 0 0,0-1 0 0 0,0 1 0 0 0,0-1 0 0 0,1 0 0 0 0,-1 0 0 0 0,0 0 0 0 0,1 0 0 0 0,-1 0 0 0 0,1 0 0 0 0,-1-1 0 0 0,1 1 0 0 0,-1-1 0 0 0,1 0 0 0 0,3 0 0 0 0,5-1-2 0 0,0 0 1 0 0,0 0-1 0 0,-1-2 1 0 0,1 1-1 0 0,-1-1 1 0 0,0-1-1 0 0,0 0 1 0 0,0 0-1 0 0,0-1 1 0 0,-1 0-1 0 0,1-1 1 0 0,-1 0-1 0 0,-1 0 1 0 0,1-1-1 0 0,10-11 1 0 0,-8 6 2 0 0,0 0 0 0 0,0 0 0 0 0,-1-1 0 0 0,-1-1 1 0 0,0 0-1 0 0,0 0 0 0 0,-2 0 0 0 0,0-1 0 0 0,8-24 1 0 0,-12 26-4 0 0,0 0 0 0 0,-1 0 0 0 0,0 0 0 0 0,-1-1 0 0 0,0 1 0 0 0,-1-1 0 0 0,-1 1 1 0 0,-3-21-1 0 0,0 14 4 0 0,-1 0 0 0 0,-1 0 1 0 0,-1 1-1 0 0,-1 0 0 0 0,-10-19 1 0 0,-2 2 12 0 0,-3 0 1 0 0,-1 2 0 0 0,-1 1-1 0 0,-56-56 1 0 0,10 24-35 0 0,-80-56 0 0 0,-2-1-139 0 0,147 117 140 0 0,1 0-1 0 0,0-1 0 0 0,-1 0 1 0 0,2 0-1 0 0,-1 0 0 0 0,-4-8 0 0 0,9 13 8 0 0,0 0 0 0 0,-1 0 0 0 0,1 0 0 0 0,0 0 0 0 0,0 0 0 0 0,0 0-1 0 0,0-1 1 0 0,0 1 0 0 0,0 0 0 0 0,0 0 0 0 0,0 0 0 0 0,1 0 0 0 0,-1 0-1 0 0,0 0 1 0 0,1 0 0 0 0,-1 0 0 0 0,1 0 0 0 0,0-2 0 0 0,0 1-33 0 0,1-3-57 0 0,0 1 0 0 0,0 0 0 0 0,1 0 1 0 0,-1 0-1 0 0,1 0 0 0 0,0 0 0 0 0,0 0 0 0 0,1 1 0 0 0,-1-1 0 0 0,1 1 1 0 0,-1 0-1 0 0,8-5 0 0 0,5-1-541 0 0,33-16 0 0 0,-41 21 445 0 0,247-95-4469 0 0,-168 69 2 0 0,164-82 1 0 0,-210 89 1936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3 291 3744 0 0,'13'-13'885'0'0,"-2"-1"0"0"0,0 0 0 0 0,-1-1 0 0 0,0 0 0 0 0,-1-1 0 0 0,-1 1 0 0 0,0-2 0 0 0,-1 1 0 0 0,-1-1 0 0 0,0 0 0 0 0,-2 0 0 0 0,5-25 0 0 0,-7 29 458 0 0,-1 0 0 0 0,1-21-1 0 0,-2 31-893 0 0,-17 36 915 0 0,-6 17-771 0 0,3 0 1 0 0,-18 65-1 0 0,32-90-563 0 0,1 0 1 0 0,0 0-1 0 0,2 1 1 0 0,1-1-1 0 0,1 1 0 0 0,5 46 1 0 0,-3-61-12 0 0,1-1 1 0 0,0 1 0 0 0,1-1-1 0 0,0 1 1 0 0,0-1 0 0 0,2 0-1 0 0,-1 0 1 0 0,7 9 0 0 0,-9-15-61 0 0,0-1 0 0 0,1 0 1 0 0,-1 0-1 0 0,1 0 0 0 0,0 0 0 0 0,0 0 1 0 0,0-1-1 0 0,0 1 0 0 0,0-1 0 0 0,1 0 1 0 0,-1 0-1 0 0,1 0 0 0 0,-1-1 0 0 0,1 1 1 0 0,0-1-1 0 0,0 0 0 0 0,-1 0 1 0 0,1 0-1 0 0,0 0 0 0 0,0-1 0 0 0,0 1 1 0 0,0-1-1 0 0,0 0 0 0 0,6-1 0 0 0,0-1-294 0 0,-1 0-1 0 0,0 0 0 0 0,1-1 0 0 0,-1 0 0 0 0,-1-1 0 0 0,1 1 0 0 0,0-2 0 0 0,-1 0 1 0 0,0 0-1 0 0,0 0 0 0 0,0-1 0 0 0,-1 0 0 0 0,0 0 0 0 0,0-1 0 0 0,9-11 1 0 0,-1-2-844 0 0,0-1 1 0 0,-1 0 0 0 0,-2 0 0 0 0,19-42-1 0 0,-11 14-2354 0 0,-4-2-1506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4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239 157 1368 0 0,'-7'-13'1057'0'0,"-1"0"0"0"0,0 0 0 0 0,-1 0 0 0 0,0 1 0 0 0,-1 0 0 0 0,0 1 0 0 0,-13-11 0 0 0,15 16-659 0 0,0-1 0 0 0,-1 2 0 0 0,1-1 0 0 0,-1 1 0 0 0,0 0 0 0 0,-17-6 0 0 0,24 11-398 0 0,0-1 0 0 0,0 0 0 0 0,0 1 0 0 0,0 0 1 0 0,0-1-1 0 0,0 1 0 0 0,0 0 0 0 0,0 0 0 0 0,0 0 0 0 0,0 0 0 0 0,0 1 1 0 0,0-1-1 0 0,0 0 0 0 0,0 1 0 0 0,0 0 0 0 0,0-1 0 0 0,0 1 0 0 0,1 0 1 0 0,-1 0-1 0 0,0 0 0 0 0,0 0 0 0 0,1 0 0 0 0,-1 0 0 0 0,1 0 0 0 0,-1 1 1 0 0,1-1-1 0 0,-1 1 0 0 0,1-1 0 0 0,0 1 0 0 0,0-1 0 0 0,-2 3 0 0 0,0 2-649 0 0,0-1 0 0 0,1 1-1 0 0,0 0 1 0 0,-1 0-1 0 0,2 0 1 0 0,-1 0 0 0 0,1 0-1 0 0,-1 7 1 0 0,1 7-3717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5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1 181 3572 0 0,'15'-4'9748'0'0,"-12"4"-8725"0"0,3 2-741 0 0,-1-1 1 0 0,0 1-1 0 0,0 0 0 0 0,0 1 1 0 0,0-1-1 0 0,0 1 1 0 0,0 0-1 0 0,-1 0 1 0 0,0 0-1 0 0,1 1 1 0 0,-1 0-1 0 0,0 0 1 0 0,5 6-1 0 0,3 4 167 0 0,-1 1 1 0 0,19 30-1 0 0,-26-36-335 0 0,0 0 0 0 0,0 1-1 0 0,0-1 1 0 0,-1 1 0 0 0,-1 0-1 0 0,0 0 1 0 0,0 0 0 0 0,-1 0-1 0 0,0 0 1 0 0,-1 0 0 0 0,0 0-1 0 0,0 0 1 0 0,-1 1 0 0 0,-1-1 0 0 0,1 0-1 0 0,-2-1 1 0 0,1 1 0 0 0,-2 0-1 0 0,1-1 1 0 0,-1 1 0 0 0,0-1-1 0 0,-11 16 1 0 0,14-24-86 0 0,0 1 0 0 0,-1-1 0 0 0,1 1 0 0 0,-1-1 1 0 0,0 1-1 0 0,1-1 0 0 0,-1 0 0 0 0,0 0 0 0 0,1 0 0 0 0,-1 0 0 0 0,0 0 0 0 0,0 0 0 0 0,-3 1 0 0 0,2-2 40 0 0,-2-1 15 0 0,5 1-80 0 0,-1 0 0 0 0,0 0 0 0 0,1-1 0 0 0,-1 1-1 0 0,0 0 1 0 0,1 0 0 0 0,-1 0 0 0 0,1 0 0 0 0,-1 0 0 0 0,0-1 0 0 0,1 1 0 0 0,-1 0 0 0 0,1-1 0 0 0,-1 1 0 0 0,1 0 0 0 0,-1-1 0 0 0,1 1-1 0 0,-1-1 1 0 0,-1-2-8 0 0,1-1 0 0 0,0 1 0 0 0,0 0 0 0 0,0-1-1 0 0,1 1 1 0 0,-1-1 0 0 0,1 1 0 0 0,0-1 0 0 0,0 1-1 0 0,0-1 1 0 0,0 1 0 0 0,1-1 0 0 0,-1 1 0 0 0,1-1-1 0 0,0 1 1 0 0,0 0 0 0 0,0-1 0 0 0,0 1 0 0 0,1 0-1 0 0,3-5 1 0 0,2-6-193 0 0,0 1 0 0 0,1 0 0 0 0,18-20-1 0 0,-3 6-807 0 0,1 1 0 0 0,2 1 0 0 0,0 2 0 0 0,2 0 0 0 0,0 2 0 0 0,62-35 0 0 0,191-67-4123 0 0,-212 87 6898 0 0,-68 35-1528 0 0,1-1-1 0 0,0 0 1 0 0,0 1-1 0 0,-1-1 0 0 0,1 0 1 0 0,-1 0-1 0 0,0 0 1 0 0,1 0-1 0 0,-1 0 1 0 0,0 0-1 0 0,0-1 1 0 0,1-3-1 0 0,-2 6-171 0 0,0-1 1 0 0,0 1-1 0 0,-1-1 0 0 0,1 1 0 0 0,0-1 0 0 0,0 1 0 0 0,0-1 0 0 0,-1 1 0 0 0,1-1 0 0 0,0 1 0 0 0,0-1 0 0 0,-1 1 1 0 0,1 0-1 0 0,0-1 0 0 0,-1 1 0 0 0,1-1 0 0 0,-1 1 0 0 0,1 0 0 0 0,-1-1 0 0 0,1 1 0 0 0,0 0 0 0 0,-1 0 1 0 0,1-1-1 0 0,-1 1 0 0 0,1 0 0 0 0,-1 0 0 0 0,1 0 0 0 0,-1 0 0 0 0,0 0 0 0 0,-1-1-3 0 0,1 1-1 0 0,-1 0 1 0 0,1 0-1 0 0,0 0 1 0 0,-1 0-1 0 0,1 0 1 0 0,-1 0-1 0 0,1 1 0 0 0,0-1 1 0 0,-1 0-1 0 0,1 1 1 0 0,0-1-1 0 0,-1 1 1 0 0,-1 1-1 0 0,-4 2-4 0 0,0 1 0 0 0,0 0 0 0 0,0 1 0 0 0,1-1 0 0 0,0 1 0 0 0,0 1 0 0 0,0-1 0 0 0,1 1 0 0 0,0 0 0 0 0,0 0 0 0 0,1 0 0 0 0,0 1 0 0 0,0 0-1 0 0,1 0 1 0 0,0 0 0 0 0,0 0 0 0 0,1 0 0 0 0,0 0 0 0 0,0 1 0 0 0,1-1 0 0 0,0 1 0 0 0,0-1 0 0 0,1 1 0 0 0,1 0 0 0 0,-1-1 0 0 0,1 1 0 0 0,1-1 0 0 0,-1 1 0 0 0,4 8-1 0 0,13 30-7 0 0,39 69 0 0 0,-33-69 149 0 0,-24-45-149 0 0,1 0 1 0 0,0-1 0 0 0,0 1-1 0 0,-1 0 1 0 0,1-1 0 0 0,-1 1-1 0 0,0 0 1 0 0,0 0 0 0 0,1-1-1 0 0,-1 1 1 0 0,0 0 0 0 0,0 0-1 0 0,-1-1 1 0 0,1 1 0 0 0,0 0-1 0 0,0 0 1 0 0,-1-1-1 0 0,1 1 1 0 0,-2 3 0 0 0,0-2 6 0 0,0 0 0 0 0,0 0 0 0 0,0-1 0 0 0,0 1 1 0 0,-1 0-1 0 0,1-1 0 0 0,-1 0 0 0 0,1 1 0 0 0,-6 2 0 0 0,-1 1 28 0 0,0-1 0 0 0,0-1 1 0 0,-1 1-1 0 0,0-1 0 0 0,-20 4 0 0 0,6-3-45 0 0,0-1 1 0 0,-1-1 0 0 0,1-2 0 0 0,-36-1-1 0 0,60 0-139 0 0,-1 0-1 0 0,0 0 1 0 0,0 0 0 0 0,0 0-1 0 0,1 0 1 0 0,-1 0-1 0 0,0-1 1 0 0,0 1-1 0 0,1 0 1 0 0,-1 0-1 0 0,0-1 1 0 0,1 1-1 0 0,-1 0 1 0 0,0-1-1 0 0,1 1 1 0 0,-1-1-1 0 0,0 1 1 0 0,1-1-1 0 0,-1 1 1 0 0,1-1 0 0 0,-1 1-1 0 0,1-1 1 0 0,-1 0-1 0 0,1 1 1 0 0,-1-1-1 0 0,1-1 1 0 0,-1 1-41 0 0,1 0 1 0 0,0 0 0 0 0,0 0-1 0 0,0-1 1 0 0,0 1 0 0 0,1 0 0 0 0,-1 0-1 0 0,0 0 1 0 0,0 0 0 0 0,1-1-1 0 0,-1 1 1 0 0,1 0 0 0 0,-1 0-1 0 0,2-2 1 0 0,2-4-812 0 0,1 1-1 0 0,0-1 1 0 0,8-8 0 0 0,-11 14 489 0 0,15-17-3932 0 0,7-8-2206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5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109 138 432 0 0,'6'-15'2763'0'0,"-2"-1"1"0"0,0 1-1 0 0,0-1 0 0 0,-2 0 1 0 0,0 0-1 0 0,0-17 0 0 0,-2 31-2280 0 0,1-7 1581 0 0,-5 17-1345 0 0,-7 20 62 0 0,-1 23 771 0 0,-8 74 1 0 0,6-26-581 0 0,-31 222 203 0 0,27-183-1102 0 0,17-126-86 0 0,-3 11-43 0 0,2 0-1 0 0,0 1 1 0 0,3 41 0 0 0,-1-63-29 0 0,0 1 0 0 0,1 0-1 0 0,-1-1 1 0 0,1 1 0 0 0,-1-1 0 0 0,1 1 0 0 0,0-1 0 0 0,0 1 0 0 0,0-1 0 0 0,1 1 0 0 0,-1-1 0 0 0,0 0 0 0 0,1 0 0 0 0,0 0 0 0 0,-1 0 0 0 0,1 0 0 0 0,0 0 0 0 0,0 0 0 0 0,4 2 0 0 0,-3-2-150 0 0,1-1 0 0 0,0 1 0 0 0,-1-1 1 0 0,1 0-1 0 0,0 0 0 0 0,0-1 1 0 0,0 1-1 0 0,0-1 0 0 0,-1 0 0 0 0,1 0 1 0 0,0 0-1 0 0,0 0 0 0 0,5-2 1 0 0,6-1-664 0 0,0 0 0 0 0,-1-1 0 0 0,1-1 0 0 0,-1 0 0 0 0,0-1 0 0 0,23-14 1 0 0,-12 4-2157 0 0,0-1 1 0 0,31-28 0 0 0,-23 15-3020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5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89 772 0 0,'-215'-34'18453'0'0,"211"33"-18106"0"0,6 0-37 0 0,3-1-253 0 0,0-1-1 0 0,0 1 0 0 0,0 1 0 0 0,0-1 0 0 0,1 1 0 0 0,-1 0 1 0 0,1 0-1 0 0,-1 0 0 0 0,0 1 0 0 0,7 0 0 0 0,12-2-84 0 0,196-16-3042 0 0,-29 4-6650 0 0,-150 10 4442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6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16 129 2360 0 0,'-1'-3'2120'0'0,"-13"-57"7159"0"0,14 60-9227 0 0,0-1 1 0 0,0 1-1 0 0,0-1 1 0 0,0 0-1 0 0,0 1 1 0 0,0-1-1 0 0,0 0 1 0 0,0 1 0 0 0,0-1-1 0 0,0 1 1 0 0,0-1-1 0 0,1 0 1 0 0,-1 1-1 0 0,0-1 1 0 0,0 1-1 0 0,1-1 1 0 0,-1 1-1 0 0,0-1 1 0 0,1 1 0 0 0,-1-1-1 0 0,1 1 1 0 0,-1-1-1 0 0,0 1 1 0 0,1-1-1 0 0,-1 1 1 0 0,1 0-1 0 0,-1-1 1 0 0,1 1-1 0 0,0 0 1 0 0,-1-1 0 0 0,1 1-1 0 0,-1 0 1 0 0,1 0-1 0 0,0-1 1 0 0,1 1-19 0 0,-1 0 0 0 0,1 0 1 0 0,-1-1-1 0 0,1 1 1 0 0,-1 0-1 0 0,1 0 0 0 0,-1 1 1 0 0,1-1-1 0 0,-1 0 1 0 0,1 0-1 0 0,-1 1 0 0 0,1-1 1 0 0,-1 1-1 0 0,0-1 0 0 0,1 1 1 0 0,1 1-1 0 0,5 3 4 0 0,0 2 1 0 0,-1-1-1 0 0,1 1 0 0 0,-1 0 1 0 0,0 1-1 0 0,-1 0 0 0 0,0 0 1 0 0,0 0-1 0 0,-1 1 0 0 0,0 0 0 0 0,0 0 1 0 0,-1 0-1 0 0,0 0 0 0 0,4 19 1 0 0,-4-14 1 0 0,-1-1 0 0 0,-1 0 1 0 0,0 1-1 0 0,-1-1 0 0 0,0 1 1 0 0,-1 0-1 0 0,0-1 0 0 0,-2 1 1 0 0,1-1-1 0 0,-8 26 0 0 0,4-22 163 0 0,-1 0 1 0 0,-1-1-1 0 0,0 0 0 0 0,-1 0 0 0 0,-18 26 1 0 0,25-41-189 0 0,0-1 1 0 0,1 1 0 0 0,-1 0-1 0 0,0-1 1 0 0,0 1-1 0 0,0 0 1 0 0,0-1 0 0 0,0 1-1 0 0,0-1 1 0 0,0 1 0 0 0,0-1-1 0 0,0 0 1 0 0,0 1 0 0 0,0-1-1 0 0,0 0 1 0 0,0 0-1 0 0,0 0 1 0 0,0 1 0 0 0,0-1-1 0 0,0 0 1 0 0,0-1 0 0 0,-1 1-1 0 0,1 0 1 0 0,0 0-1 0 0,0 0 1 0 0,-2-1 0 0 0,2 0-29 0 0,0 1 15 0 0,0-1 0 0 0,1 1 0 0 0,-1-1 0 0 0,0 0 0 0 0,1 1 0 0 0,-1-1 0 0 0,1 0 0 0 0,-1 0 0 0 0,1 1 0 0 0,-1-1 0 0 0,1 0 0 0 0,0 0 0 0 0,-1 0 0 0 0,1 1 0 0 0,0-1 0 0 0,-1 0 0 0 0,1 0 0 0 0,0 0 0 0 0,0 0 1 0 0,0 0-1 0 0,0-1 0 0 0,0 1 1 0 0,-1-4-2 0 0,1 1 0 0 0,0-1 1 0 0,0 0-1 0 0,0 0 0 0 0,1 0 0 0 0,-1 1 1 0 0,1-1-1 0 0,0 0 0 0 0,4-8 0 0 0,19-42-21 0 0,-15 38 13 0 0,1-2-8 0 0,0 0 0 0 0,1 1 0 0 0,2 0 0 0 0,-1 0-1 0 0,28-26 1 0 0,-31 35-6 0 0,1 0 0 0 0,0 0-1 0 0,1 1 1 0 0,0 0 0 0 0,0 1-1 0 0,1 1 1 0 0,-1-1 0 0 0,2 2 0 0 0,-1 0-1 0 0,16-4 1 0 0,-26 8 14 0 0,0 0 0 0 0,0 1 0 0 0,0 0 1 0 0,1-1-1 0 0,-1 1 0 0 0,0 0 0 0 0,0 0 0 0 0,1 1 0 0 0,-1-1 0 0 0,0 0 0 0 0,4 2 1 0 0,2-1-9 0 0,-3 0 12 0 0,0 1 0 0 0,1-1 1 0 0,-1 1-1 0 0,0 0 0 0 0,0 0 1 0 0,0 0-1 0 0,0 1 0 0 0,0-1 1 0 0,0 1-1 0 0,-1 1 0 0 0,1-1 1 0 0,-1 1-1 0 0,0-1 0 0 0,0 1 1 0 0,4 6-1 0 0,-2-3 7 0 0,0 1 1 0 0,-1 0-1 0 0,0 0 1 0 0,0 1-1 0 0,-1-1 0 0 0,0 1 1 0 0,4 15-1 0 0,-5-14 17 0 0,0 0 0 0 0,-2 0 0 0 0,1 0 0 0 0,-1 0 0 0 0,0 0-1 0 0,-1 0 1 0 0,0 1 0 0 0,-1-1 0 0 0,0 0 0 0 0,-1 0 0 0 0,0 0 0 0 0,0 0-1 0 0,-1 0 1 0 0,-1 0 0 0 0,1-1 0 0 0,-2 0 0 0 0,-6 13 0 0 0,10-21-17 0 0,1-1 1 0 0,0 1-1 0 0,-1 0 1 0 0,1-1-1 0 0,-1 1 1 0 0,1-1-1 0 0,-1 1 1 0 0,1 0-1 0 0,-1-1 1 0 0,1 0-1 0 0,-1 1 1 0 0,1-1 0 0 0,-1 1-1 0 0,0-1 1 0 0,1 0-1 0 0,-1 1 1 0 0,0-1-1 0 0,1 0 1 0 0,-1 1-1 0 0,0-1 1 0 0,0 0-1 0 0,-1 0 1 0 0,2 0-5 0 0,-1 0 1 0 0,0-1 0 0 0,1 1-1 0 0,-1 0 1 0 0,0-1-1 0 0,1 1 1 0 0,-1 0 0 0 0,1-1-1 0 0,-1 1 1 0 0,1-1-1 0 0,-1 1 1 0 0,1-1 0 0 0,-1 1-1 0 0,1-1 1 0 0,-1 1 0 0 0,1-1-1 0 0,0 0 1 0 0,-1 1-1 0 0,1-1 1 0 0,0 0 0 0 0,0 1-1 0 0,-1-1 1 0 0,1 0-1 0 0,0 1 1 0 0,0-1 0 0 0,0 0-1 0 0,0 1 1 0 0,0-1-1 0 0,0 0 1 0 0,0 0 0 0 0,0 1-1 0 0,0-1 1 0 0,0 0 0 0 0,1 0-1 0 0,-1 0 2 0 0,1-10-9 0 0,0 0 1 0 0,1 0-1 0 0,0 0 0 0 0,0 1 1 0 0,1-1-1 0 0,1 1 0 0 0,0 0 0 0 0,0 0 1 0 0,8-12-1 0 0,0 1-12 0 0,2 0 0 0 0,30-36 1 0 0,-30 41-10 0 0,1 2 0 0 0,0 0 1 0 0,1 0-1 0 0,1 1 0 0 0,22-13 1 0 0,-30 21 8 0 0,0 0 0 0 0,0 0 0 0 0,1 1 0 0 0,-1 0 0 0 0,1 1 0 0 0,0 0 0 0 0,0 0 0 0 0,0 1-1 0 0,0 1 1 0 0,0-1 0 0 0,0 2 0 0 0,15 0 0 0 0,-21 0 24 0 0,1 1 0 0 0,-1-1 0 0 0,0 1 0 0 0,1 0 0 0 0,-1 1 0 0 0,0-1 0 0 0,0 1 0 0 0,0 0-1 0 0,0 0 1 0 0,0 0 0 0 0,0 0 0 0 0,0 1 0 0 0,-1 0 0 0 0,1-1 0 0 0,-1 1 0 0 0,6 7 0 0 0,-6-5 45 0 0,0 0 1 0 0,0 0 0 0 0,0 0-1 0 0,-1 0 1 0 0,1 1-1 0 0,-1-1 1 0 0,-1 1-1 0 0,1 0 1 0 0,-1 0 0 0 0,0-1-1 0 0,0 9 1 0 0,-1 10 89 0 0,-1 1 0 0 0,-1 0 1 0 0,-1-1-1 0 0,-12 43 0 0 0,15-66-146 0 0,-4 16 44 0 0,2 1 0 0 0,-2 30-1 0 0,4-46-31 0 0,0 0-1 0 0,1 0 0 0 0,-1 0 1 0 0,0-1-1 0 0,0 1 1 0 0,1 0-1 0 0,-1 0 0 0 0,1-1 1 0 0,0 1-1 0 0,-1 0 1 0 0,1-1-1 0 0,0 1 0 0 0,0-1 1 0 0,0 1-1 0 0,0-1 1 0 0,0 1-1 0 0,0-1 0 0 0,1 0 1 0 0,1 2-1 0 0,0-1 2 0 0,0 0 0 0 0,0 0-1 0 0,0 0 1 0 0,0-1 0 0 0,0 0 0 0 0,1 0-1 0 0,-1 0 1 0 0,0 0 0 0 0,6 1 0 0 0,5-1-68 0 0,0 0 0 0 0,1-1 0 0 0,24-3 0 0 0,-36 3 26 0 0,20-3-182 0 0,0 0 0 0 0,-1-2 0 0 0,0-1-1 0 0,0 0 1 0 0,0-2 0 0 0,-1-1 0 0 0,0 0 0 0 0,0-1 0 0 0,-1-2 0 0 0,-1 0 0 0 0,24-19 0 0 0,-30 20 206 0 0,0 0 0 0 0,-1-1 0 0 0,-1 0-1 0 0,0-1 1 0 0,-1 0 0 0 0,0-1 0 0 0,-1 0 0 0 0,0 0 0 0 0,-1-1 0 0 0,-1 0 0 0 0,-1-1 0 0 0,0 0 0 0 0,-1 0 0 0 0,0 0 0 0 0,-2 0 0 0 0,3-21 0 0 0,-5 28 113 0 0,-1 0 0 0 0,0-1 0 0 0,-1 1 0 0 0,-3-19 0 0 0,4 25-86 0 0,-1-1 0 0 0,0 1 1 0 0,0 0-1 0 0,0-1 0 0 0,0 1 0 0 0,0 0 0 0 0,-1 0 0 0 0,0 0 0 0 0,1 0 0 0 0,-1 0 0 0 0,0 1 1 0 0,-1-1-1 0 0,1 0 0 0 0,0 1 0 0 0,-6-5 0 0 0,6 6-15 0 0,1 1 0 0 0,-1-1 0 0 0,0 0 0 0 0,1 1 0 0 0,-1-1 0 0 0,0 1 0 0 0,0 0-1 0 0,0-1 1 0 0,0 1 0 0 0,1 0 0 0 0,-1 0 0 0 0,0 0 0 0 0,0 0 0 0 0,0 1 0 0 0,0-1 0 0 0,1 0 0 0 0,-4 2 0 0 0,1-1 2 0 0,-1 1 0 0 0,1 0-1 0 0,0 0 1 0 0,-1 1 0 0 0,-5 3 0 0 0,-1 4 49 0 0,-1 0 0 0 0,2 0 0 0 0,-1 1 0 0 0,1 0 0 0 0,1 1 0 0 0,0 0 0 0 0,1 0-1 0 0,-8 15 1 0 0,7-8-18 0 0,0-1 0 0 0,2 1 0 0 0,0 0 0 0 0,1 1 0 0 0,-5 28 0 0 0,10-40-25 0 0,0-1 0 0 0,1 1 0 0 0,0-1 0 0 0,0 1-1 0 0,0-1 1 0 0,1 1 0 0 0,0-1 0 0 0,1 0 0 0 0,-1 1 0 0 0,2-1 0 0 0,-1 0 0 0 0,1 0 0 0 0,0 0 0 0 0,0-1 0 0 0,1 1 0 0 0,0-1 0 0 0,0 1 0 0 0,0-1 0 0 0,6 6 0 0 0,-3-5-111 0 0,0-1 1 0 0,0 0-1 0 0,0 0 1 0 0,1 0 0 0 0,0-1-1 0 0,0 0 1 0 0,1-1-1 0 0,-1 0 1 0 0,1 0-1 0 0,0-1 1 0 0,0 0-1 0 0,0 0 1 0 0,0-1-1 0 0,17 2 1 0 0,4-2-748 0 0,0-2 0 0 0,0-1 1 0 0,0-1-1 0 0,0-1 0 0 0,0-2 0 0 0,-1-1 1 0 0,1-1-1 0 0,-1-2 0 0 0,-1-1 0 0 0,0-1 1 0 0,0-1-1 0 0,41-25 0 0 0,-17 3-2844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7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222 352 2180 0 0,'6'-49'2922'0'0,"-3"0"-1"0"0,-2 0 1 0 0,-2-1-1 0 0,-14-91 1 0 0,11 129-2532 0 0,-2 10-122 0 0,-6 22-20 0 0,-2 14 161 0 0,2 1 0 0 0,-9 43 0 0 0,8-27-148 0 0,-103 486 890 0 0,107-480-1050 0 0,4 1 1 0 0,1 76-1 0 0,5-127-156 0 0,-1 0 0 0 0,1 0 0 0 0,1 0 0 0 0,-1 0 0 0 0,4 9 0 0 0,-5-14-26 0 0,1-1 1 0 0,0 1-1 0 0,0 0 0 0 0,-1 0 0 0 0,1-1 1 0 0,0 1-1 0 0,0 0 0 0 0,1-1 0 0 0,-1 1 1 0 0,0-1-1 0 0,1 1 0 0 0,-1-1 0 0 0,0 0 1 0 0,1 1-1 0 0,0-1 0 0 0,-1 0 1 0 0,1 0-1 0 0,0 0 0 0 0,-1 0 0 0 0,1-1 1 0 0,0 1-1 0 0,0 0 0 0 0,0-1 0 0 0,0 1 1 0 0,0-1-1 0 0,-1 0 0 0 0,3 1 0 0 0,3-2-181 0 0,0 1-1 0 0,0-1 0 0 0,0-1 0 0 0,0 1 0 0 0,-1-1 1 0 0,1-1-1 0 0,0 1 0 0 0,-1-1 0 0 0,0 0 0 0 0,0 0 1 0 0,0-1-1 0 0,7-5 0 0 0,-1 0-86 0 0,-1-1 1 0 0,0-1-1 0 0,-1 0 1 0 0,0 0-1 0 0,9-14 1 0 0,38-67-805 0 0,-50 81 1045 0 0,54-104-212 0 0,72-190 0 0 0,-106 230 2829 0 0,-5-1 0 0 0,20-113-1 0 0,-39 171-2225 0 0,-5 24-73 0 0,-6 32 134 0 0,7-30-221 0 0,-14 61 460 0 0,-83 470 1433 0 0,91-486-1928 0 0,-1 3 77 0 0,-1 70 0 0 0,9-125-154 0 0,0 1-1 0 0,0 0 1 0 0,0 0 0 0 0,0 0-1 0 0,0-1 1 0 0,1 1-1 0 0,-1 0 1 0 0,0 0-1 0 0,1-1 1 0 0,0 1-1 0 0,-1 0 1 0 0,1-1-1 0 0,0 1 1 0 0,0-1-1 0 0,0 1 1 0 0,0-1 0 0 0,0 1-1 0 0,0-1 1 0 0,0 1-1 0 0,3 1 1 0 0,-2-2-9 0 0,-1-1 1 0 0,1 1 0 0 0,0 0-1 0 0,0-1 1 0 0,0 1 0 0 0,-1-1-1 0 0,1 0 1 0 0,0 1 0 0 0,0-1-1 0 0,0 0 1 0 0,0 0 0 0 0,0 0-1 0 0,0 0 1 0 0,-1-1 0 0 0,1 1-1 0 0,0 0 1 0 0,0-1 0 0 0,0 0-1 0 0,-1 1 1 0 0,4-2 0 0 0,8-5-88 0 0,0 0 1 0 0,0-1 0 0 0,-1-1 0 0 0,0 0-1 0 0,14-14 1 0 0,-6 6 15 0 0,134-129-303 0 0,-124 116 251 0 0,-28 28 100 0 0,1 0 0 0 0,-1 0 0 0 0,1 0 0 0 0,-1 1 0 0 0,1-1 0 0 0,-1 1 0 0 0,1-1 0 0 0,0 1-1 0 0,0 0 1 0 0,4-1 0 0 0,-6 2 23 0 0,-1 0 0 0 0,1 0 0 0 0,-1 0-1 0 0,1 0 1 0 0,-1 1 0 0 0,1-1 0 0 0,-1 0-1 0 0,1 0 1 0 0,-1 0 0 0 0,1 1 0 0 0,-1-1-1 0 0,1 0 1 0 0,-1 1 0 0 0,1-1 0 0 0,-1 0-1 0 0,0 1 1 0 0,1-1 0 0 0,-1 0 0 0 0,0 1-1 0 0,1-1 1 0 0,-1 1 0 0 0,0-1 0 0 0,1 1 0 0 0,-1-1-1 0 0,0 1 1 0 0,7 13 60 0 0,-7-13-50 0 0,4 11 38 0 0,-1 1 1 0 0,-1-1-1 0 0,0 1 0 0 0,0 0 0 0 0,-1 23 0 0 0,1 9 33 0 0,-1-30-205 0 0,1 0 0 0 0,1-1 1 0 0,0 1-1 0 0,1-1 1 0 0,0 0-1 0 0,8 16 0 0 0,-9-24-196 0 0,1 1-1 0 0,0-1 1 0 0,0 0-1 0 0,0 0 1 0 0,1 0-1 0 0,0 0 1 0 0,0-1-1 0 0,1 0 1 0 0,-1 0 0 0 0,1 0-1 0 0,0-1 1 0 0,1 0-1 0 0,-1 0 1 0 0,9 3-1 0 0,-3-2-978 0 0,0-1 0 0 0,0 0 0 0 0,0-1 1 0 0,0-1-1 0 0,20 2 0 0 0,2-1-4512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7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48 234 1608 0 0,'3'-9'2675'0'0,"-1"1"0"0"0,0-1 0 0 0,0 0 0 0 0,0-17 0 0 0,-3 20-1309 0 0,-2 6-368 0 0,-7 15 181 0 0,-8 24-53 0 0,12-18-838 0 0,0-1 1 0 0,1 1-1 0 0,2 0 0 0 0,-3 30 1 0 0,6-43-247 0 0,-1 0 0 0 0,2 0 0 0 0,-1 1 0 0 0,1-1 0 0 0,0 0 0 0 0,1 0 0 0 0,-1 0 0 0 0,2 0 0 0 0,-1-1 0 0 0,1 1 0 0 0,0-1 0 0 0,1 1 0 0 0,0-1 0 0 0,7 10 0 0 0,-6-12-25 0 0,-1-1 1 0 0,1 0-1 0 0,0 0 1 0 0,0-1-1 0 0,0 0 1 0 0,1 1-1 0 0,-1-2 0 0 0,1 1 1 0 0,0-1-1 0 0,0 0 1 0 0,0 0-1 0 0,0 0 0 0 0,0-1 1 0 0,0 0-1 0 0,9 0 1 0 0,-1 0 9 0 0,0 0 0 0 0,0-2 0 0 0,-1 0 0 0 0,1 0 0 0 0,25-6 0 0 0,-27 3-12 0 0,0-1-1 0 0,-1 1 0 0 0,1-2 0 0 0,-1 0 1 0 0,-1 0-1 0 0,1-1 0 0 0,-1 0 0 0 0,0 0 1 0 0,0-1-1 0 0,-1-1 0 0 0,0 0 0 0 0,-1 0 1 0 0,9-13-1 0 0,-8 10-14 0 0,-1-1 0 0 0,0 0 0 0 0,-1 0 0 0 0,-1 0 0 0 0,0-1 0 0 0,0 0 0 0 0,-2 0 0 0 0,0-1 0 0 0,0 1 0 0 0,2-24 0 0 0,-6 27-6 0 0,0-1-1 0 0,0 1 0 0 0,-1 0 0 0 0,0 0 0 0 0,-1 0 1 0 0,-1-1-1 0 0,0 2 0 0 0,0-1 0 0 0,-1 0 0 0 0,-7-15 1 0 0,7 18-6 0 0,0 1 1 0 0,-1 0 0 0 0,1 0 0 0 0,-1 1-1 0 0,0-1 1 0 0,-1 1 0 0 0,0 0 0 0 0,0 1-1 0 0,0-1 1 0 0,0 1 0 0 0,-1 0 0 0 0,0 1 0 0 0,0-1-1 0 0,-14-5 1 0 0,15 9-77 0 0,0 0-1 0 0,1 0 1 0 0,-1 0 0 0 0,0 1-1 0 0,1 0 1 0 0,-1 0 0 0 0,0 1-1 0 0,0-1 1 0 0,1 1 0 0 0,-1 0-1 0 0,1 1 1 0 0,-1-1 0 0 0,1 1-1 0 0,-1 0 1 0 0,1 1 0 0 0,0-1-1 0 0,0 1 1 0 0,0 0 0 0 0,0 0-1 0 0,1 1 1 0 0,-5 4 0 0 0,4-5-296 0 0,1 2 0 0 0,-1-1 0 0 0,1 0 0 0 0,0 1 1 0 0,1 0-1 0 0,-1 0 0 0 0,1 0 0 0 0,0 0 0 0 0,-3 7 0 0 0,5-9-133 0 0,0 1 0 0 0,0-1 0 0 0,0 1-1 0 0,0 0 1 0 0,1-1 0 0 0,-1 1 0 0 0,1 0 0 0 0,0-1-1 0 0,0 1 1 0 0,0 0 0 0 0,0-1 0 0 0,1 1-1 0 0,0-1 1 0 0,-1 1 0 0 0,3 5 0 0 0,3 4-5144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8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264 714 1080 0 0,'7'-7'1255'0'0,"0"0"0"0"0,-1-1 0 0 0,1 0 0 0 0,-2-1-1 0 0,1 1 1 0 0,5-14 0 0 0,-8 17-684 0 0,-1-1-1 0 0,-1 1 1 0 0,1 0-1 0 0,-1-1 0 0 0,0 1 1 0 0,0-1-1 0 0,0 1 1 0 0,-1-1-1 0 0,0 0 1 0 0,0 1-1 0 0,0-1 1 0 0,-2-8-1 0 0,2 13-528 0 0,-1 0-1 0 0,1 0 1 0 0,0 0 0 0 0,0 1-1 0 0,-1-1 1 0 0,1 0-1 0 0,-1 0 1 0 0,1 0 0 0 0,-1 1-1 0 0,1-1 1 0 0,-1 0 0 0 0,1 1-1 0 0,-1-1 1 0 0,1 0-1 0 0,-1 1 1 0 0,0-1 0 0 0,1 1-1 0 0,-1-1 1 0 0,0 1-1 0 0,0-1 1 0 0,0 1 0 0 0,1-1-1 0 0,-1 1 1 0 0,0 0-1 0 0,0 0 1 0 0,0-1 0 0 0,0 1-1 0 0,0 0 1 0 0,1 0-1 0 0,-1 0 1 0 0,0 0 0 0 0,0 0-1 0 0,0 0 1 0 0,0 0 0 0 0,0 0-1 0 0,0 0 1 0 0,-1 1-1 0 0,-2 0 69 0 0,-1 0-1 0 0,0 1 1 0 0,1 0-1 0 0,0 0 0 0 0,-7 3 1 0 0,-5 5 47 0 0,0 1 1 0 0,1 1-1 0 0,0 0 1 0 0,1 1-1 0 0,0 0 1 0 0,1 2-1 0 0,-14 19 1 0 0,7-5-66 0 0,1 0-1 0 0,1 2 1 0 0,-15 35 0 0 0,23-45-44 0 0,2 2 1 0 0,-9 33-1 0 0,15-46-25 0 0,0 0 1 0 0,0 0-1 0 0,1 1 0 0 0,0-1 1 0 0,1 0-1 0 0,1 1 0 0 0,-1-1 1 0 0,3 12-1 0 0,-2-18-12 0 0,0 0 0 0 0,1 0 1 0 0,-1 0-1 0 0,1-1 0 0 0,-1 1 1 0 0,1 0-1 0 0,0-1 0 0 0,1 1 0 0 0,-1-1 1 0 0,1 1-1 0 0,-1-1 0 0 0,1 0 0 0 0,0 0 1 0 0,0 0-1 0 0,0-1 0 0 0,1 1 0 0 0,-1-1 1 0 0,0 1-1 0 0,1-1 0 0 0,0 0 1 0 0,0-1-1 0 0,-1 1 0 0 0,1-1 0 0 0,0 1 1 0 0,0-1-1 0 0,0 0 0 0 0,0-1 0 0 0,1 1 1 0 0,7 0-1 0 0,-2-1-22 0 0,0-1 0 0 0,0 1 0 0 0,0-2 0 0 0,0 1 1 0 0,-1-1-1 0 0,1-1 0 0 0,0 1 0 0 0,-1-2 0 0 0,0 1 0 0 0,1-2 0 0 0,11-6 0 0 0,-2-2-97 0 0,-1-2-1 0 0,0 1 1 0 0,-1-2-1 0 0,-1-1 1 0 0,0 0-1 0 0,-1 0 1 0 0,15-26-1 0 0,4-9-187 0 0,38-84 1 0 0,-14 11 193 0 0,-6-2 0 0 0,53-196 0 0 0,-70 157 1676 0 0,-35 163-1573 0 0,-16 18 7 0 0,10-7 70 0 0,1 0 0 0 0,0 0 0 0 0,1 0 0 0 0,0 1 0 0 0,0 0 0 0 0,0 0 0 0 0,-2 11 0 0 0,2-6 40 0 0,-39 119 863 0 0,6 1 1 0 0,7 2-1 0 0,-19 185 0 0 0,48-307-951 0 0,-5 86-89 0 0,6-91-234 0 0,0-1 1 0 0,1 0-1 0 0,0 0 1 0 0,1 0-1 0 0,-1 0 1 0 0,1 0-1 0 0,1 0 0 0 0,0-1 1 0 0,6 13-1 0 0,-7-17-47 0 0,-1-1 0 0 0,1 1 0 0 0,0 0 0 0 0,1-1 0 0 0,-1 0 0 0 0,0 1-1 0 0,1-1 1 0 0,4 3 0 0 0,-3-3-589 0 0,-1 0 0 0 0,0-1 0 0 0,1 0 0 0 0,-1 1 0 0 0,1-1 0 0 0,0 0 0 0 0,-1-1-1 0 0,1 1 1 0 0,0 0 0 0 0,6-1 0 0 0,10-1-6623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29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28 312 0 0,'-20'13'14301'0'0,"22"-12"-14285"0"0,-1-1 0 0 0,1 0 0 0 0,-1 0 0 0 0,1 0 0 0 0,-1 0 0 0 0,1 0 0 0 0,-1 0 0 0 0,1 0 0 0 0,-1 0 0 0 0,2-1 0 0 0,152-10 221 0 0,-71 2-599 0 0,104-1-1814 0 0,-66 4-2623 0 0,-54 1-486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06:20:34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15776,'1050'-67'0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37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12 689 1612 0 0,'0'0'9208'0'0,"-9"22"-8578"0"0,7-9-559 0 0,1 1 1 0 0,1 0 0 0 0,0 0 0 0 0,1 0-1 0 0,1 0 1 0 0,0-1 0 0 0,0 1-1 0 0,7 19 1 0 0,-8-32-64 0 0,-1 0 1 0 0,1 0-1 0 0,-1 0 0 0 0,1 0 1 0 0,-1 0-1 0 0,1 0 0 0 0,-1 0 1 0 0,1 0-1 0 0,0 0 0 0 0,0 0 1 0 0,-1 0-1 0 0,1-1 0 0 0,0 1 1 0 0,0 0-1 0 0,0-1 0 0 0,0 1 1 0 0,0 0-1 0 0,0-1 0 0 0,0 1 1 0 0,0-1-1 0 0,0 0 0 0 0,0 1 0 0 0,0-1 1 0 0,1 0-1 0 0,-1 0 0 0 0,0 0 1 0 0,0 1-1 0 0,0-1 0 0 0,0 0 1 0 0,0 0-1 0 0,2-1 0 0 0,3 0 8 0 0,-1 0 0 0 0,1 0 0 0 0,0 0 0 0 0,7-4 0 0 0,-10 4-7 0 0,29-11 10 0 0,-1-2 0 0 0,0-2-1 0 0,-1 0 1 0 0,-1-2 0 0 0,-1-1 0 0 0,0-2 0 0 0,43-41 0 0 0,-30 20 5 0 0,-1-3 0 0 0,-2-1 0 0 0,51-82 0 0 0,-66 90 171 0 0,-2-1 1 0 0,-2-1-1 0 0,-1-1 1 0 0,-3-1-1 0 0,-1 0 1 0 0,-2-1-1 0 0,8-55 1 0 0,-19 96-200 0 0,-13 7-21 0 0,8-1 24 0 0,0 1 1 0 0,-1 0-1 0 0,2 0 1 0 0,-1 0-1 0 0,1 0 0 0 0,-1 1 1 0 0,1-1-1 0 0,1 1 0 0 0,-3 6 1 0 0,-4 7 5 0 0,-117 274-20 0 0,120-280 12 0 0,-12 38 12 0 0,-15 59 0 0 0,27-83 13 0 0,1 1 0 0 0,2 0-1 0 0,-1 55 1 0 0,4-73-39 0 0,0-1 0 0 0,1 0 0 0 0,1 0 0 0 0,0 0 0 0 0,0 0 0 0 0,0 0 0 0 0,1 0 1 0 0,1-1-1 0 0,7 16 0 0 0,-8-20-58 0 0,0 0 0 0 0,0 0 1 0 0,0-1-1 0 0,0 1 0 0 0,0-1 1 0 0,1 0-1 0 0,-1 1 0 0 0,1-2 1 0 0,0 1-1 0 0,0 0 0 0 0,0-1 1 0 0,0 0-1 0 0,1 0 0 0 0,-1 0 1 0 0,1 0-1 0 0,-1-1 0 0 0,1 1 1 0 0,-1-1-1 0 0,1 0 0 0 0,7 0 0 0 0,2-1-136 0 0,-1-1-1 0 0,0 0 1 0 0,1-1-1 0 0,-1 0 0 0 0,0-1 1 0 0,0 0-1 0 0,0-1 1 0 0,-1-1-1 0 0,1 0 0 0 0,-1 0 1 0 0,0-1-1 0 0,0-1 0 0 0,-1 0 1 0 0,15-12-1 0 0,-4 1-10 0 0,-1-1 0 0 0,0-1 0 0 0,-2-1 1 0 0,0 0-1 0 0,28-43 0 0 0,-10 3 166 0 0,-2-2 1 0 0,-3-1-1 0 0,25-73 1 0 0,52-211 3332 0 0,-110 344-3010 0 0,-5 13-180 0 0,-7 18-28 0 0,-101 265 669 0 0,-51 144-76 0 0,156-403-348 0 0,10-23-55 0 0,11-21-166 0 0,36-56-36 0 0,47-59-25 0 0,-81 111-57 0 0,0 0 0 0 0,1 0 0 0 0,0 2 0 0 0,1 0-1 0 0,28-17 1 0 0,-41 28 22 0 0,1 0-1 0 0,-1 0 1 0 0,1 1 0 0 0,0-1-1 0 0,0 1 1 0 0,0 0-1 0 0,0 0 1 0 0,0 0 0 0 0,0 0-1 0 0,0 1 1 0 0,0 0-1 0 0,0 0 1 0 0,0 0 0 0 0,0 0-1 0 0,0 0 1 0 0,7 3-1 0 0,-8-2 27 0 0,0 0-1 0 0,0 0 0 0 0,0 1 1 0 0,0-1-1 0 0,-1 1 0 0 0,1 0 0 0 0,-1 0 1 0 0,1 0-1 0 0,-1 0 0 0 0,0 0 1 0 0,0 1-1 0 0,0-1 0 0 0,0 1 0 0 0,0-1 1 0 0,0 1-1 0 0,0 0 0 0 0,-1-1 0 0 0,0 1 1 0 0,1 0-1 0 0,-1 0 0 0 0,0 0 1 0 0,0 4-1 0 0,2 6 101 0 0,-1 0-1 0 0,-1 0 1 0 0,0 0-1 0 0,-1 0 1 0 0,-2 24 0 0 0,-16 68 174 0 0,8-53-192 0 0,9-46-89 0 0,0-3 12 0 0,0 1 0 0 0,0 0 0 0 0,1 0 0 0 0,-1 0 0 0 0,1 0 0 0 0,0 0 0 0 0,0-1-1 0 0,1 1 1 0 0,1 7 0 0 0,-2-10-13 0 0,1 0 0 0 0,-1-1 0 0 0,1 1 0 0 0,-1-1 0 0 0,1 1 0 0 0,-1-1 0 0 0,1 1 0 0 0,0-1-1 0 0,-1 1 1 0 0,1-1 0 0 0,0 1 0 0 0,0-1 0 0 0,-1 0 0 0 0,1 1 0 0 0,0-1 0 0 0,0 0 0 0 0,0 0 0 0 0,-1 0-1 0 0,1 0 1 0 0,0 0 0 0 0,0 0 0 0 0,0 0 0 0 0,0 0 0 0 0,20-1 37 0 0,-19 1-39 0 0,12-3 7 0 0,-1 1-1 0 0,1-2 1 0 0,-1 1-1 0 0,0-2 1 0 0,0 0-1 0 0,0-1 1 0 0,11-6-1 0 0,81-57 22 0 0,-99 65-29 0 0,26-20 49 0 0,0-1-1 0 0,-2-2 0 0 0,-1-1 1 0 0,-2-2-1 0 0,39-52 0 0 0,-31 25 774 0 0,-32 52-718 0 0,0-1 0 0 0,-1 0-1 0 0,1 0 1 0 0,-1 0 0 0 0,-1 0 0 0 0,1 0 0 0 0,-1 0 0 0 0,1-7 0 0 0,-2 12-104 0 0,0 1 1 0 0,0-1 0 0 0,0 0 0 0 0,0 1-1 0 0,0-1 1 0 0,0 0 0 0 0,0 1 0 0 0,0-1 0 0 0,0 1-1 0 0,0-1 1 0 0,-1 0 0 0 0,1 1 0 0 0,0-1-1 0 0,0 0 1 0 0,0 1 0 0 0,-1-1 0 0 0,1 1-1 0 0,0-1 1 0 0,-1 1 0 0 0,1-1 0 0 0,-1 1 0 0 0,1-1-1 0 0,-1 1 1 0 0,1-1 0 0 0,0 1 0 0 0,-1-1-1 0 0,0 1 1 0 0,1 0 0 0 0,-1-1 0 0 0,1 1-1 0 0,-1 0 1 0 0,1-1 0 0 0,-1 1 0 0 0,0 0 0 0 0,1 0-1 0 0,-1 0 1 0 0,0 0 0 0 0,1-1 0 0 0,-1 1-1 0 0,1 0 1 0 0,-1 0 0 0 0,0 0 0 0 0,1 0-1 0 0,-1 1 1 0 0,0-1 0 0 0,1 0 0 0 0,-1 0 0 0 0,0 0-1 0 0,1 0 1 0 0,-1 1 0 0 0,1-1 0 0 0,-1 0-1 0 0,0 0 1 0 0,1 1 0 0 0,-1 0 0 0 0,-4 1-9 0 0,0 1 1 0 0,0 0-1 0 0,0 0 0 0 0,-8 7 1 0 0,0 3 3 0 0,-1 1 1 0 0,2 0-1 0 0,0 1 0 0 0,1 0 1 0 0,0 1-1 0 0,-11 24 0 0 0,15-28 19 0 0,1 1 0 0 0,1 0 0 0 0,1 1 0 0 0,0-1 0 0 0,0 1 0 0 0,1-1 0 0 0,1 1 0 0 0,0 0 0 0 0,1 19 0 0 0,1-26-6 0 0,1-1 0 0 0,-1 0 0 0 0,1 0 1 0 0,1 0-1 0 0,-1 0 0 0 0,1-1 0 0 0,0 1 0 0 0,0 0 0 0 0,1-1 0 0 0,-1 1 1 0 0,1-1-1 0 0,1 0 0 0 0,-1 0 0 0 0,8 9 0 0 0,-5-8 23 0 0,1-1 0 0 0,0 1 0 0 0,0-1 0 0 0,0 0 0 0 0,0-1-1 0 0,1 0 1 0 0,-1 0 0 0 0,1 0 0 0 0,13 3 0 0 0,1-2-154 0 0,0 0 0 0 0,0-1 0 0 0,0-2 0 0 0,1 0 0 0 0,-1-1-1 0 0,1-2 1 0 0,26-3 0 0 0,-23 1-777 0 0,0-2 1 0 0,-1-1-1 0 0,36-12 0 0 0,-40 10-979 0 0,0-2 0 0 0,23-13 0 0 0,0-4-3401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37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365 7 1848 0 0,'-9'1'886'0'0,"-312"17"12673"0"0,317-18-13432 0 0,0 1 0 0 0,0 0 0 0 0,0 0 0 0 0,1 0-1 0 0,-1 0 1 0 0,0 1 0 0 0,-4 2 0 0 0,9-3-99 0 0,1-1 1 0 0,-1 1 0 0 0,0 0 0 0 0,0 0 0 0 0,0-1-1 0 0,1 1 1 0 0,-1-1 0 0 0,0 1 0 0 0,1-1 0 0 0,-1 1 0 0 0,0-1-1 0 0,1 0 1 0 0,1 1 0 0 0,43 0-624 0 0,-1-1 0 0 0,57-8 0 0 0,-41 3-414 0 0,-30 2 388 0 0,177-15-6167 0 0,-114 7 1684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38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43 2276 0 0,'-24'-12'7122'0'0,"24"12"-6993"0"0,-1-1 0 0 0,1 1 0 0 0,0 0 0 0 0,-1-1 0 0 0,1 1 0 0 0,-1 0 0 0 0,1 0 0 0 0,0-1 0 0 0,-1 1 0 0 0,1 0 0 0 0,-1 0 0 0 0,1 0 0 0 0,-1 0 0 0 0,1 0 0 0 0,-1 0 0 0 0,1 0 0 0 0,0 0-1 0 0,-1 0 1 0 0,1 0 0 0 0,-1 0 0 0 0,1 0 0 0 0,-1 0 0 0 0,1 0 0 0 0,-1 0 0 0 0,0 0 0 0 0,2 8-9 0 0,0-1 0 0 0,0 0 0 0 0,1 1 0 0 0,4 11 0 0 0,6 22 227 0 0,-11-31-146 0 0,0 0 1 0 0,-1 1-1 0 0,0-1 1 0 0,0 1-1 0 0,-1-1 1 0 0,-1 0-1 0 0,1 1 0 0 0,-2-1 1 0 0,1 0-1 0 0,-2 0 1 0 0,1 0-1 0 0,-1-1 1 0 0,-1 1-1 0 0,1-1 0 0 0,-2 0 1 0 0,-7 11-1 0 0,13-20-169 0 0,0 1 0 0 0,-1 0-1 0 0,1 0 1 0 0,-1-1 0 0 0,1 1-1 0 0,0 0 1 0 0,-1-1 0 0 0,0 1-1 0 0,1 0 1 0 0,-1-1 0 0 0,1 1-1 0 0,-1-1 1 0 0,0 1 0 0 0,1-1 0 0 0,-1 1-1 0 0,0-1 1 0 0,0 1 0 0 0,1-1-1 0 0,-1 0 1 0 0,0 1 0 0 0,0-1-1 0 0,0 0 1 0 0,1 0 0 0 0,-1 0-1 0 0,0 0 1 0 0,0 0 0 0 0,0 0 0 0 0,0 0-1 0 0,1 0 1 0 0,-1 0 0 0 0,0 0-1 0 0,0 0 1 0 0,0 0 0 0 0,0 0-1 0 0,1-1 1 0 0,-1 1 0 0 0,0 0-1 0 0,-1-1 1 0 0,1-1-21 0 0,0 1 0 0 0,0 0 0 0 0,0 0 1 0 0,0-1-1 0 0,0 1 0 0 0,0-1 0 0 0,0 1 0 0 0,0-1 0 0 0,1 0 0 0 0,-1 1 0 0 0,1-1 1 0 0,-1 0-1 0 0,1 1 0 0 0,0-1 0 0 0,0 0 0 0 0,-1 1 0 0 0,1-3 0 0 0,1-9-6 0 0,0 1 0 0 0,1-1 0 0 0,1 1 0 0 0,-1-1 0 0 0,2 1 0 0 0,0 0 0 0 0,0 0 0 0 0,1 0 0 0 0,1 1 0 0 0,12-19 0 0 0,-12 20-25 0 0,1 0 1 0 0,0 1-1 0 0,0 0 1 0 0,1 1-1 0 0,0-1 1 0 0,1 1 0 0 0,0 1-1 0 0,0 0 1 0 0,1 0-1 0 0,0 1 1 0 0,0 0-1 0 0,11-4 1 0 0,-16 8 2 0 0,0 0 0 0 0,1 1 0 0 0,-1-1 0 0 0,1 1 0 0 0,0 0-1 0 0,-1 1 1 0 0,1 0 0 0 0,-1 0 0 0 0,1 0 0 0 0,0 0 0 0 0,-1 1 0 0 0,1 0 0 0 0,-1 0 0 0 0,1 0 0 0 0,8 4 0 0 0,-6-1 3 0 0,-1-1-1 0 0,0 1 0 0 0,0 1 1 0 0,0 0-1 0 0,0 0 1 0 0,-1 0-1 0 0,0 0 0 0 0,0 1 1 0 0,0 0-1 0 0,5 8 1 0 0,-5-5 18 0 0,0-1 0 0 0,0 2 0 0 0,-1-1 0 0 0,0 1 0 0 0,-1-1 0 0 0,0 1 1 0 0,5 19-1 0 0,-8-22 21 0 0,1 1 1 0 0,-1-1 0 0 0,-1 1-1 0 0,1-1 1 0 0,-1 1 0 0 0,0-1-1 0 0,-1 1 1 0 0,0-1 0 0 0,0 1-1 0 0,-1-1 1 0 0,-2 8 0 0 0,3-12-4 0 0,0 0 0 0 0,0-1 0 0 0,-1 1 0 0 0,1-1 0 0 0,-1 1 0 0 0,0-1 0 0 0,-2 3 0 0 0,4-4-17 0 0,-1 0 0 0 0,1-1 0 0 0,-1 1 0 0 0,0-1 0 0 0,1 1 0 0 0,-1-1 0 0 0,0 1 0 0 0,0-1 0 0 0,1 1 0 0 0,-1-1 0 0 0,0 0 0 0 0,0 1 1 0 0,1-1-1 0 0,-1 0 0 0 0,0 0 0 0 0,0 1 0 0 0,0-1 0 0 0,0 0 0 0 0,0 0 0 0 0,1 0 0 0 0,-1 0 0 0 0,0 0 0 0 0,0 0 0 0 0,0 0 0 0 0,0-1 0 0 0,-1 1 0 0 0,1-1-5 0 0,1 0 0 0 0,-1 1 0 0 0,0-1 1 0 0,0 0-1 0 0,1 0 0 0 0,-1 1 0 0 0,1-1 0 0 0,-1 0 1 0 0,1 0-1 0 0,-1 0 0 0 0,1 0 0 0 0,-1 0 0 0 0,1 0 1 0 0,0 0-1 0 0,-1 0 0 0 0,1 0 0 0 0,0 0 0 0 0,0 0 1 0 0,0 0-1 0 0,0 0 0 0 0,0 0 0 0 0,0 0 0 0 0,0 0 1 0 0,0-1-1 0 0,4-25-42 0 0,-4 26 40 0 0,4-11-16 0 0,-1-1 0 0 0,2 1-1 0 0,0 0 1 0 0,0 1 0 0 0,1 0 0 0 0,0-1-1 0 0,1 2 1 0 0,0-1 0 0 0,1 1 0 0 0,0 0-1 0 0,1 1 1 0 0,16-15 0 0 0,-11 12-15 0 0,0 1 1 0 0,1 1-1 0 0,0 1 0 0 0,1 0 0 0 0,0 1 1 0 0,0 0-1 0 0,1 1 0 0 0,27-7 1 0 0,-37 12 13 0 0,0 1 0 0 0,-1 0 0 0 0,1 0 0 0 0,0 0 0 0 0,0 1 0 0 0,-1 0-1 0 0,1 1 1 0 0,0-1 0 0 0,0 1 0 0 0,-1 0 0 0 0,1 1 0 0 0,0 0 0 0 0,8 3 0 0 0,-11-3 17 0 0,-1 0-1 0 0,1 1 1 0 0,0-1 0 0 0,-1 1-1 0 0,1-1 1 0 0,-1 1-1 0 0,0 0 1 0 0,0 0-1 0 0,0 1 1 0 0,0-1-1 0 0,0 1 1 0 0,-1-1 0 0 0,1 1-1 0 0,-1 0 1 0 0,0 0-1 0 0,-1 0 1 0 0,1 0-1 0 0,-1 0 1 0 0,1 0-1 0 0,-1 1 1 0 0,1 5 0 0 0,-1-1 34 0 0,-1 0 0 0 0,0 0 1 0 0,0 1-1 0 0,0-1 0 0 0,-1 0 1 0 0,-5 17-1 0 0,-20 54-548 0 0,6-21-3905 0 0,20-58 4091 0 0,-1 6-1485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38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348 122 1680 0 0,'3'-5'887'0'0,"-1"0"0"0"0,0 0 1 0 0,0 1-1 0 0,0-1 0 0 0,-1 0 0 0 0,0-1 0 0 0,0 1 0 0 0,0 0 0 0 0,0 0 0 0 0,-1-9 1 0 0,0 12-678 0 0,0-1 0 0 0,0 1 0 0 0,0-1 1 0 0,-1 1-1 0 0,1-1 0 0 0,-1 1 0 0 0,1-1 1 0 0,-1 1-1 0 0,0 0 0 0 0,0-1 0 0 0,0 1 1 0 0,0 0-1 0 0,-1 0 0 0 0,1 0 0 0 0,-1 0 1 0 0,1 0-1 0 0,-1 0 0 0 0,0 0 1 0 0,0 0-1 0 0,1 1 0 0 0,-1-1 0 0 0,0 0 1 0 0,-3-1-1 0 0,2 2-154 0 0,0 0 1 0 0,0 1-1 0 0,1-1 0 0 0,-1 1 1 0 0,0-1-1 0 0,0 1 1 0 0,0 0-1 0 0,0 0 0 0 0,0 0 1 0 0,0 0-1 0 0,1 0 1 0 0,-1 1-1 0 0,0-1 0 0 0,0 1 1 0 0,0 0-1 0 0,1 0 1 0 0,-1 0-1 0 0,-4 2 0 0 0,-5 4 2 0 0,0 0 0 0 0,-17 13 0 0 0,20-14-6 0 0,-14 12-28 0 0,1 2 1 0 0,0 0-1 0 0,2 1 1 0 0,0 1-1 0 0,1 0 1 0 0,1 2-1 0 0,-20 35 1 0 0,33-49-19 0 0,0 0 0 0 0,0 0-1 0 0,1 0 1 0 0,0 1 0 0 0,-3 11 0 0 0,7-20-7 0 0,-1 0 1 0 0,1 0-1 0 0,-1 0 0 0 0,1 0 0 0 0,0 0 1 0 0,0 0-1 0 0,0 0 0 0 0,0 0 0 0 0,0 0 1 0 0,0 0-1 0 0,1 1 0 0 0,-1-1 0 0 0,1 0 1 0 0,-1-1-1 0 0,1 1 0 0 0,0 0 0 0 0,0 0 1 0 0,0 0-1 0 0,0 0 0 0 0,0-1 0 0 0,0 1 1 0 0,0 0-1 0 0,1-1 0 0 0,-1 1 0 0 0,1-1 1 0 0,-1 1-1 0 0,1-1 0 0 0,-1 0 0 0 0,1 0 1 0 0,0 1-1 0 0,0-1 0 0 0,-1-1 0 0 0,5 3 1 0 0,1-1-131 0 0,0-1 0 0 0,0 1 0 0 0,0-1 1 0 0,0 0-1 0 0,0-1 0 0 0,0 0 0 0 0,0 0 1 0 0,0-1-1 0 0,0 1 0 0 0,0-1 0 0 0,0-1 0 0 0,0 1 1 0 0,0-1-1 0 0,0-1 0 0 0,-1 1 0 0 0,12-7 1 0 0,-2 0-18 0 0,0 0 0 0 0,-1-1 0 0 0,0-1 1 0 0,-1-1-1 0 0,18-17 0 0 0,-9 4 686 0 0,-1-1 0 0 0,0 0 0 0 0,-2-2 0 0 0,32-60 0 0 0,-38 67-362 0 0,-14 21-177 0 0,0 0-1 0 0,1 0 1 0 0,-1 0-1 0 0,0 0 0 0 0,0 0 1 0 0,0 0-1 0 0,0 0 1 0 0,0 0-1 0 0,0 0 1 0 0,0 0-1 0 0,0 0 1 0 0,1 0-1 0 0,-1 0 0 0 0,0 0 1 0 0,0 0-1 0 0,0 0 1 0 0,0 0-1 0 0,0 0 1 0 0,0 0-1 0 0,0 0 1 0 0,0 0-1 0 0,0 0 1 0 0,0 0-1 0 0,0 0 0 0 0,1 0 1 0 0,-1 0-1 0 0,0 1 1 0 0,0-1-1 0 0,0 0 1 0 0,0 0-1 0 0,0 0 1 0 0,0 0-1 0 0,0 0 0 0 0,0 0 1 0 0,0 0-1 0 0,0 0 1 0 0,0 0-1 0 0,0 0 1 0 0,0 1-1 0 0,0-1 1 0 0,0 0-1 0 0,0 0 0 0 0,0 0 1 0 0,0 0-1 0 0,0 0 1 0 0,0 0-1 0 0,0 0 1 0 0,0 0-1 0 0,0 1 1 0 0,0-1-1 0 0,0 0 1 0 0,0 0-1 0 0,0 0 0 0 0,0 0 1 0 0,0 0-1 0 0,0 0 1 0 0,-4 17-14 0 0,-19 47 39 0 0,13-40 13 0 0,-11 40 0 0 0,19-57-20 0 0,1 0-1 0 0,0 0 1 0 0,0 0 0 0 0,0 0 0 0 0,1 0-1 0 0,0 0 1 0 0,1 0 0 0 0,-1-1 0 0 0,1 1-1 0 0,4 12 1 0 0,-5-17-28 0 0,1 0 0 0 0,0 0 0 0 0,0 0 0 0 0,0-1 1 0 0,0 1-1 0 0,0 0 0 0 0,0 0 0 0 0,1-1 0 0 0,-1 1 0 0 0,1-1 0 0 0,-1 1 0 0 0,1-1 1 0 0,-1 1-1 0 0,1-1 0 0 0,0 0 0 0 0,-1 0 0 0 0,4 1 0 0 0,-1 0-105 0 0,-1-1 0 0 0,1 0 0 0 0,0 0 1 0 0,0 0-1 0 0,0 0 0 0 0,0-1 0 0 0,0 0 0 0 0,6 0 0 0 0,4-1-383 0 0,0-1 0 0 0,0 0 0 0 0,0-1 0 0 0,14-5 0 0 0,-4-1-242 0 0,0-1 0 0 0,-1-1 0 0 0,0-1 0 0 0,-1 0-1 0 0,0-2 1 0 0,-1-1 0 0 0,-1-1 0 0 0,0 0 0 0 0,-1-2 0 0 0,-1 0-1 0 0,21-28 1 0 0,-3-1-2150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39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124 584 4812 0 0,'28'-58'1580'0'0,"-3"-1"1"0"0,-2-1-1 0 0,-3-1 0 0 0,-2-1 0 0 0,14-96 0 0 0,-25 117-144 0 0,-3 20-517 0 0,2-41 0 0 0,-6 60-897 0 0,-21 49-16 0 0,-65 208 1457 0 0,32-87-714 0 0,-18 56-215 0 0,53-156-378 0 0,-12 94 0 0 0,29-152-134 0 0,1 0 0 0 0,1 0-1 0 0,0 0 1 0 0,0 0-1 0 0,1-1 1 0 0,0 1 0 0 0,1 0-1 0 0,0 0 1 0 0,5 14 0 0 0,-5-21-21 0 0,-1 1-1 0 0,1-1 1 0 0,-1 0 0 0 0,1 0 0 0 0,0 0 0 0 0,0 0 0 0 0,1 0-1 0 0,-1 0 1 0 0,1-1 0 0 0,-1 1 0 0 0,1-1 0 0 0,0 0-1 0 0,0 0 1 0 0,0 0 0 0 0,0 0 0 0 0,0 0 0 0 0,0-1 0 0 0,0 1-1 0 0,1-1 1 0 0,-1 0 0 0 0,1 0 0 0 0,-1 0 0 0 0,1 0 0 0 0,-1-1-1 0 0,1 1 1 0 0,-1-1 0 0 0,1 0 0 0 0,-1 0 0 0 0,7-1 0 0 0,0-1-72 0 0,0 0 0 0 0,1-1 0 0 0,-1 0 0 0 0,0 0 0 0 0,0-1 0 0 0,-1-1 0 0 0,1 1 0 0 0,-1-1 0 0 0,0-1 0 0 0,0 0 0 0 0,-1 0 0 0 0,0-1 0 0 0,9-9 0 0 0,10-11-52 0 0,-2-1 0 0 0,27-41 0 0 0,-35 45 102 0 0,-1 0 0 0 0,-2-1 0 0 0,22-50 0 0 0,-29 56 119 0 0,-1 0 0 0 0,-1 0 0 0 0,0 0 0 0 0,-1-1-1 0 0,-2 1 1 0 0,2-30 0 0 0,-4 48-104 0 0,0 0 0 0 0,0 0-1 0 0,-1 0 1 0 0,1 0 0 0 0,0 0 0 0 0,0 0-1 0 0,-1 0 1 0 0,1 0 0 0 0,0 0-1 0 0,-1 0 1 0 0,1 0 0 0 0,-1 0 0 0 0,1 0-1 0 0,-1 0 1 0 0,0 1 0 0 0,1-1-1 0 0,-1 0 1 0 0,0 1 0 0 0,0-1 0 0 0,1 0-1 0 0,-1 1 1 0 0,0-1 0 0 0,-2 0 0 0 0,2 0-34 0 0,-2 1 5 0 0,-1 2 26 0 0,1-1 0 0 0,0 0 0 0 0,0 1 0 0 0,-1-1 0 0 0,1 1 0 0 0,0 0 0 0 0,1 0 0 0 0,-1 0 0 0 0,0 0 0 0 0,1 1 0 0 0,-1-1 0 0 0,1 1 0 0 0,0-1-1 0 0,-1 1 1 0 0,1 0 0 0 0,1 0 0 0 0,-1 0 0 0 0,0 0 0 0 0,1 0 0 0 0,-1 0 0 0 0,1 1 0 0 0,0-1 0 0 0,0 0 0 0 0,0 7 0 0 0,0-7 13 0 0,0 0-1 0 0,1 0 1 0 0,-1 1 0 0 0,1-1-1 0 0,0 0 1 0 0,0 0 0 0 0,0 0-1 0 0,1 0 1 0 0,-1 1-1 0 0,1-1 1 0 0,-1 0 0 0 0,1 0-1 0 0,0 0 1 0 0,1 0-1 0 0,-1 0 1 0 0,0 0 0 0 0,1 0-1 0 0,-1-1 1 0 0,1 1 0 0 0,0 0-1 0 0,0-1 1 0 0,0 1-1 0 0,0-1 1 0 0,1 0 0 0 0,-1 0-1 0 0,1 0 1 0 0,-1 0 0 0 0,4 2-1 0 0,3 0-1 0 0,0-1 1 0 0,1 0-1 0 0,-1-1 0 0 0,0 1 0 0 0,1-2 1 0 0,-1 0-1 0 0,1 0 0 0 0,0 0 0 0 0,12-2 0 0 0,16-2-159 0 0,38-8 0 0 0,-41 5 62 0 0,10-3 137 0 0,44-15-1 0 0,-64 17 390 0 0,16-8 802 0 0,-39 14-1163 0 0,-4 2-122 0 0,-11 7 31 0 0,0 1 0 0 0,1 0-1 0 0,0 1 1 0 0,0 0 0 0 0,1 1 0 0 0,1 0 0 0 0,0 1 0 0 0,0 0 0 0 0,1 0 0 0 0,1 1 0 0 0,0 0 0 0 0,1 1 0 0 0,-10 24 0 0 0,16-36-5 0 0,0 0 1 0 0,1 0-1 0 0,-1 0 0 0 0,0 0 0 0 0,1 0 1 0 0,0 1-1 0 0,-1-1 0 0 0,1 0 1 0 0,0 0-1 0 0,0 1 0 0 0,0-1 1 0 0,1 0-1 0 0,-1 0 0 0 0,0 0 1 0 0,1 1-1 0 0,0-1 0 0 0,-1 0 1 0 0,1 0-1 0 0,2 3 0 0 0,-2-3-67 0 0,1 0 1 0 0,0 0-1 0 0,0 0 0 0 0,0 0 1 0 0,0-1-1 0 0,0 1 0 0 0,0-1 0 0 0,0 1 1 0 0,1-1-1 0 0,-1 0 0 0 0,1 0 0 0 0,-1 0 1 0 0,1 0-1 0 0,-1 0 0 0 0,1 0 0 0 0,2 0 1 0 0,9 1-405 0 0,0-1 1 0 0,0 0 0 0 0,1 0-1 0 0,-1-1 1 0 0,0-1 0 0 0,0-1-1 0 0,0 0 1 0 0,0-1 0 0 0,-1 0 0 0 0,1-1-1 0 0,-1 0 1 0 0,1-2 0 0 0,-1 1-1 0 0,-1-1 1 0 0,16-10 0 0 0,-6 1 624 0 0,-1 0 1 0 0,0-1 0 0 0,-1-1-1 0 0,-1-1 1 0 0,0-1-1 0 0,-2 0 1 0 0,20-28 0 0 0,52-87 6839 0 0,-88 133-6972 0 0,0 2 19 0 0,-1 0 13 0 0,1 0-1 0 0,-1 0 1 0 0,0 0 0 0 0,1 0-1 0 0,-1 0 1 0 0,0 0 0 0 0,0 0 0 0 0,1 0-1 0 0,-1 0 1 0 0,0 0 0 0 0,0 0 0 0 0,0 0-1 0 0,0 0 1 0 0,0 0 0 0 0,-1 0-1 0 0,1 2 1 0 0,-3 20 544 0 0,-38 141 1480 0 0,0 4-1649 0 0,40-167-434 0 0,1 0 1 0 0,0 0 0 0 0,0 0-1 0 0,0 0 1 0 0,-1 0 0 0 0,1 1-1 0 0,0-1 1 0 0,0 0 0 0 0,1 0-1 0 0,-1 0 1 0 0,0 0 0 0 0,0 0-1 0 0,0 0 1 0 0,1 0 0 0 0,-1 0-1 0 0,1 0 1 0 0,-1 0 0 0 0,0 0-1 0 0,1 0 1 0 0,0 0 0 0 0,-1 0-1 0 0,1-1 1 0 0,0 1 0 0 0,-1 0-1 0 0,1 0 1 0 0,0 0 0 0 0,0-1-1 0 0,0 1 1 0 0,-1-1 0 0 0,1 1 0 0 0,0 0-1 0 0,0-1 1 0 0,0 1 0 0 0,0-1-1 0 0,0 0 1 0 0,0 1 0 0 0,0-1-1 0 0,0 0 1 0 0,0 0 0 0 0,1 0-1 0 0,-1 1 1 0 0,0-1 0 0 0,0 0-1 0 0,0 0 1 0 0,2-1 0 0 0,5 1-629 0 0,1-1 1 0 0,-1 0 0 0 0,0-1 0 0 0,12-3-1 0 0,-20 5 639 0 0,25-7-4233 0 0,46-21 0 0 0,-35 9-2475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131 121 2904 0 0,'-43'-46'10893'0'0,"13"14"-6097"0"0,2-1-4854 0 0,27 32-627 0 0,-1 0 0 0 0,0 0-1 0 0,1 0 1 0 0,-1 0 0 0 0,0 0 0 0 0,0 1-1 0 0,0-1 1 0 0,0 0 0 0 0,1 1 0 0 0,-1 0-1 0 0,0-1 1 0 0,0 1 0 0 0,-3 0 0 0 0,4 0 414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0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1 200 0 0,'-117'5'10362'0'0,"-40"5"557"0"0,155-10-10651 0 0,32 0 205 0 0,159-3-4021 0 0,0 0-5872 0 0,-125 1 2570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1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62 1556 0 0,'-2'-2'1638'0'0,"-64"-41"8870"0"0,65 42-10020 0 0,5 1-515 0 0,0 1 17 0 0,0 0 0 0 0,0 0 0 0 0,0 0 0 0 0,-1 1-1 0 0,1-1 1 0 0,0 1 0 0 0,-1 0 0 0 0,1 0 0 0 0,-1 0 0 0 0,5 5 0 0 0,34 29-23 0 0,-34-27 39 0 0,1-1 0 0 0,-1 2 0 0 0,-1-1 0 0 0,0 1 0 0 0,0 0 0 0 0,-1 0 0 0 0,0 1-1 0 0,7 20 1 0 0,-12-26 61 0 0,1 0-1 0 0,-1 0 0 0 0,0-1 0 0 0,-1 1 0 0 0,1 1 0 0 0,-1-1 1 0 0,0 0-1 0 0,0 0 0 0 0,0 0 0 0 0,-1 0 0 0 0,0 0 1 0 0,0 0-1 0 0,0-1 0 0 0,-1 1 0 0 0,1 0 0 0 0,-1 0 0 0 0,0-1 1 0 0,-1 1-1 0 0,1-1 0 0 0,-1 0 0 0 0,0 1 0 0 0,0-1 1 0 0,-5 5-1 0 0,-3 3 635 0 0,-1-1 0 0 0,-17 13 0 0 0,27-22-518 0 0,-9 0 96 0 0,15-10-307 0 0,0-1 0 0 0,1 2 1 0 0,0-1-1 0 0,0 0 1 0 0,1 1-1 0 0,0 0 1 0 0,7-7-1 0 0,53-43-204 0 0,-38 34 196 0 0,60-44-85 0 0,23-21 125 0 0,-53 41 255 0 0,-56 46-295 0 0,-6 2-141 0 0,-5 3 149 0 0,-1 1 1 0 0,1 0 0 0 0,0 0-1 0 0,1 1 1 0 0,0 0 0 0 0,-1 1 0 0 0,2 0-1 0 0,-8 8 1 0 0,8-8 11 0 0,1-1 0 0 0,0 2 0 0 0,1-1 0 0 0,-1 1 0 0 0,2 0 1 0 0,-1 0-1 0 0,1 0 0 0 0,0 0 0 0 0,-4 17 0 0 0,7-22 24 0 0,0 0-1 0 0,1 0 1 0 0,0 1 0 0 0,-1-1-1 0 0,1 0 1 0 0,1 0 0 0 0,-1 0 0 0 0,0 1-1 0 0,1-1 1 0 0,-1 0 0 0 0,1 0-1 0 0,0 0 1 0 0,0 0 0 0 0,1 0-1 0 0,2 5 1 0 0,-1-3-72 0 0,0-1 0 0 0,0 0 0 0 0,1 0-1 0 0,-1 0 1 0 0,1-1 0 0 0,0 1 0 0 0,0-1 0 0 0,9 5 0 0 0,2 0-483 0 0,1 0 1 0 0,-1-2-1 0 0,1 0 1 0 0,32 8 0 0 0,-18-8-1866 0 0,1 0 0 0 0,54 1 0 0 0,-32-6-2023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2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201 379 1192 0 0,'2'-4'1203'0'0,"1"1"-1"0"0,-1-1 0 0 0,0 0 1 0 0,0 0-1 0 0,0 0 1 0 0,0 0-1 0 0,-1 0 1 0 0,0 0-1 0 0,2-10 959 0 0,-4 10-1119 0 0,1 4-1023 0 0,0 0 1 0 0,0-1 0 0 0,0 1-1 0 0,0 0 1 0 0,0 0-1 0 0,0 0 1 0 0,0-1 0 0 0,0 1-1 0 0,0 0 1 0 0,0 0-1 0 0,0-1 1 0 0,0 1-1 0 0,0 0 1 0 0,-1 0 0 0 0,1 0-1 0 0,0-1 1 0 0,0 1-1 0 0,0 0 1 0 0,0 0 0 0 0,0 0-1 0 0,0 0 1 0 0,0-1-1 0 0,-1 1 1 0 0,1 0-1 0 0,0 0 1 0 0,0 0 0 0 0,0 0-1 0 0,0 0 1 0 0,-1-1-1 0 0,1 1 1 0 0,0 0 0 0 0,0 0-1 0 0,0 0 1 0 0,-1 0-1 0 0,1 0 1 0 0,0 0-1 0 0,-4 1 88 0 0,0 0 0 0 0,0 1 1 0 0,0-1-1 0 0,1 1 0 0 0,-1 0 0 0 0,1 0 0 0 0,-1 0 0 0 0,1 1 0 0 0,0-1 0 0 0,-4 4 0 0 0,-31 32 438 0 0,30-30-473 0 0,-11 13 65 0 0,1 0 0 0 0,-25 39 0 0 0,36-48-105 0 0,0-1 0 0 0,1 1 0 0 0,1 0 0 0 0,0 0 0 0 0,1 1 0 0 0,0 0 0 0 0,-4 21 0 0 0,8-32-19 0 0,0 0 1 0 0,-1 0-1 0 0,1 0 0 0 0,0 1 0 0 0,0-1 1 0 0,1 0-1 0 0,-1 0 0 0 0,0 1 0 0 0,1-1 1 0 0,-1 0-1 0 0,1 0 0 0 0,0 0 0 0 0,0 0 1 0 0,-1 0-1 0 0,1 0 0 0 0,1 0 0 0 0,-1 0 1 0 0,0 0-1 0 0,0 0 0 0 0,2 1 0 0 0,0-1 2 0 0,0 0 1 0 0,0 0-1 0 0,-1 0 0 0 0,1 0 0 0 0,0-1 0 0 0,0 1 0 0 0,1-1 0 0 0,-1 0 0 0 0,0 0 1 0 0,0 0-1 0 0,7 1 0 0 0,3-1 15 0 0,-1-1-1 0 0,1 0 1 0 0,-1 0 0 0 0,0-1 0 0 0,1-1-1 0 0,12-3 1 0 0,-9 1-32 0 0,0-2 0 0 0,-1 1 0 0 0,0-2 0 0 0,0 0 0 0 0,-1-1 0 0 0,0-1 0 0 0,0 0 0 0 0,-1 0 0 0 0,0-2 0 0 0,-1 1 0 0 0,22-26 0 0 0,-23 24-15 0 0,-1 0 1 0 0,-1-1 0 0 0,0 0-1 0 0,-1-1 1 0 0,0 0-1 0 0,-2 0 1 0 0,1-1 0 0 0,-2 1-1 0 0,1-1 1 0 0,-2-1-1 0 0,0 1 1 0 0,2-25 0 0 0,-6 34 1 0 0,1 0 0 0 0,-1 1 0 0 0,0-1-1 0 0,-1 0 1 0 0,0 0 0 0 0,0 0 0 0 0,0 0 0 0 0,0 1 0 0 0,-1-1 0 0 0,0 1 0 0 0,0-1 0 0 0,-1 1 0 0 0,1-1 0 0 0,-6-6 0 0 0,5 8 2 0 0,0 1 0 0 0,0 0 0 0 0,0 0 0 0 0,0 1 0 0 0,-1-1 0 0 0,1 1 0 0 0,-1-1 1 0 0,1 1-1 0 0,-1 0 0 0 0,0 0 0 0 0,0 1 0 0 0,0-1 0 0 0,0 1 0 0 0,0 0 0 0 0,0 0 0 0 0,0 0 1 0 0,-1 1-1 0 0,1-1 0 0 0,0 1 0 0 0,-8 0 0 0 0,-2 1-16 0 0,0 1 0 0 0,0 1 0 0 0,0 0 0 0 0,0 0 1 0 0,1 1-1 0 0,-1 1 0 0 0,1 1 0 0 0,0 0 0 0 0,-16 10 0 0 0,18-10 7 0 0,1 1-1 0 0,0 1 1 0 0,0 0-1 0 0,0 0 1 0 0,1 1 0 0 0,0 0-1 0 0,1 1 1 0 0,0 0-1 0 0,0 0 1 0 0,-10 19 0 0 0,16-26 24 0 0,1 0 0 0 0,-1 1 1 0 0,1-1-1 0 0,-1 1 0 0 0,1-1 0 0 0,0 1 1 0 0,0 0-1 0 0,0-1 0 0 0,1 1 1 0 0,0 0-1 0 0,-1 0 0 0 0,1 0 1 0 0,0-1-1 0 0,1 1 0 0 0,-1 0 1 0 0,1 0-1 0 0,0-1 0 0 0,-1 1 0 0 0,2 0 1 0 0,-1-1-1 0 0,0 1 0 0 0,1-1 1 0 0,0 1-1 0 0,-1-1 0 0 0,1 0 1 0 0,0 0-1 0 0,1 0 0 0 0,-1 0 1 0 0,1 0-1 0 0,-1 0 0 0 0,1-1 0 0 0,0 1 1 0 0,4 2-1 0 0,3 2 13 0 0,1-1 0 0 0,0 0-1 0 0,0-1 1 0 0,1 0 0 0 0,-1 0 0 0 0,1-2-1 0 0,0 1 1 0 0,0-1 0 0 0,13 1 0 0 0,9 0-1 0 0,1-2 1 0 0,0 0-1 0 0,-1-3 1 0 0,1-1 0 0 0,0-1-1 0 0,-1-2 1 0 0,0-1-1 0 0,0-2 1 0 0,0-2-1 0 0,-1 0 1 0 0,-1-3 0 0 0,0 0-1 0 0,-1-2 1 0 0,0-2-1 0 0,-1 0 1 0 0,-1-2-1 0 0,-1-2 1 0 0,-1 0 0 0 0,0-2-1 0 0,39-44 1 0 0,-41 40 168 0 0,-2-2 0 0 0,-1-1 0 0 0,-1-1 0 0 0,-2 0 0 0 0,-1-2 0 0 0,24-60 0 0 0,-41 91-206 0 0,-4 3-5 0 0,-3 3 13 0 0,0 1 1 0 0,0-1 0 0 0,0 1-1 0 0,1 0 1 0 0,0 0-1 0 0,-7 9 1 0 0,-28 42-12 0 0,25-34 16 0 0,-37 58-27 0 0,-55 110 0 0 0,-25 95 98 0 0,78-159 61 0 0,7 2 0 0 0,4 2 0 0 0,-29 161 0 0 0,66-262-82 0 0,2 0 0 0 0,0 0 0 0 0,2 0 0 0 0,1 1 0 0 0,5 46 0 0 0,-3-67-55 0 0,1 0 0 0 0,0 0 1 0 0,0 0-1 0 0,1 0 0 0 0,0-1 0 0 0,0 1 0 0 0,1-1 0 0 0,0 0 0 0 0,1 0 1 0 0,-1 0-1 0 0,2 0 0 0 0,-1-1 0 0 0,1 0 0 0 0,0 0 0 0 0,1-1 0 0 0,-1 1 1 0 0,1-2-1 0 0,0 1 0 0 0,1-1 0 0 0,0 0 0 0 0,-1 0 0 0 0,11 4 0 0 0,-7-4-21 0 0,0-1-1 0 0,0 0 0 0 0,1-1 1 0 0,-1 0-1 0 0,1 0 0 0 0,0-1 1 0 0,0-1-1 0 0,0 0 0 0 0,0 0 1 0 0,18-3-1 0 0,-24 1 69 0 0,0 0 0 0 0,0 0 0 0 0,-1-1 0 0 0,1 1 0 0 0,0-1 0 0 0,-1-1-1 0 0,0 1 1 0 0,1-1 0 0 0,-1 0 0 0 0,0 0 0 0 0,0 0 0 0 0,-1-1 0 0 0,1 0 0 0 0,-1 0 0 0 0,0 0 0 0 0,0 0 0 0 0,0-1 0 0 0,0 0 0 0 0,-1 1-1 0 0,0-1 1 0 0,0 0 0 0 0,0-1 0 0 0,2-7 0 0 0,0 1 60 0 0,-1 0-1 0 0,-1-1 1 0 0,0 1-1 0 0,0-1 1 0 0,-2 0-1 0 0,1 0 1 0 0,-2 1-1 0 0,0-1 1 0 0,-1-14-1 0 0,-2 9-28 0 0,0 1-1 0 0,-1-1 0 0 0,0 1 1 0 0,-2 0-1 0 0,-14-32 0 0 0,5 21-41 0 0,-1 0 0 0 0,-2 2 0 0 0,0 0 0 0 0,-2 0-1 0 0,-1 2 1 0 0,0 1 0 0 0,-26-21 0 0 0,-134-98 333 0 0,78 66 488 0 0,100 74-826 0 0,0 0 0 0 0,1 0 0 0 0,-1-1 0 0 0,1 1 0 0 0,0-1 0 0 0,-1 1 0 0 0,1-1 0 0 0,0 1 0 0 0,0-1 0 0 0,1 0 0 0 0,-1 0 0 0 0,-2-5 0 0 0,4 6-25 0 0,0 0 1 0 0,0 0 0 0 0,0 1 0 0 0,0-1 0 0 0,0 0-1 0 0,0 1 1 0 0,1-1 0 0 0,-1 0 0 0 0,1 1 0 0 0,-1-1 0 0 0,1 0-1 0 0,-1 1 1 0 0,1-1 0 0 0,0 1 0 0 0,0-1 0 0 0,0 1-1 0 0,0-1 1 0 0,0 1 0 0 0,0 0 0 0 0,0-1 0 0 0,0 1-1 0 0,1 0 1 0 0,-1 0 0 0 0,0 0 0 0 0,1 0 0 0 0,1-1-1 0 0,13-9-311 0 0,0 1-1 0 0,1 0 0 0 0,30-11 0 0 0,59-18-1257 0 0,-93 35 1383 0 0,280-89-5134 0 0,-91 36-1007 0 0,-72 22 660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139 121 1104 0 0,'-14'-5'1338'0'0,"0"-1"0"0"0,1 0 0 0 0,0-1 1 0 0,0 0-1 0 0,1-1 0 0 0,0 0 0 0 0,0-1 0 0 0,-11-11 0 0 0,23 19-1326 0 0,-1 1 0 0 0,1-1 0 0 0,-1 1 0 0 0,1-1 0 0 0,-1 1 0 0 0,1-1 0 0 0,-1 0 0 0 0,1 1 0 0 0,-1-1 0 0 0,1 0 0 0 0,0 1 0 0 0,-1-1 0 0 0,1 0 0 0 0,0 1 0 0 0,0-1 0 0 0,-1 0 0 0 0,1 1 0 0 0,0-1 0 0 0,0 0 0 0 0,0 0 0 0 0,0 1 0 0 0,0-1 0 0 0,0 0 0 0 0,0 0 0 0 0,0 1 0 0 0,0-1 0 0 0,1 0 0 0 0,-1 0 0 0 0,0 1 0 0 0,0-1 0 0 0,1 0 0 0 0,-1 1 0 0 0,0-1 0 0 0,1 0 0 0 0,-1 1-1 0 0,1-1 1 0 0,-1 1 0 0 0,1-1 0 0 0,-1 0 0 0 0,1 1 0 0 0,-1-1 0 0 0,1 1 0 0 0,-1-1 0 0 0,1 1 0 0 0,0 0 0 0 0,-1-1 0 0 0,2 0 0 0 0,2-1-7 0 0,-1 1 0 0 0,1-1 0 0 0,0 0 0 0 0,0 1 0 0 0,0 0 1 0 0,0 0-1 0 0,5-1 0 0 0,7 1-11 0 0,1 1 0 0 0,-1 0 0 0 0,0 1 0 0 0,0 1 0 0 0,0 1 0 0 0,0 0 0 0 0,0 1 0 0 0,0 0 0 0 0,15 8 0 0 0,-22-9 13 0 0,-1 1 1 0 0,1 0-1 0 0,-1 1 0 0 0,0-1 1 0 0,0 2-1 0 0,0-1 1 0 0,-1 1-1 0 0,0 0 0 0 0,0 0 1 0 0,-1 1-1 0 0,1 0 1 0 0,-2 0-1 0 0,1 1 0 0 0,-1 0 1 0 0,0 0-1 0 0,0 0 1 0 0,3 10-1 0 0,-6-12 39 0 0,0 0 0 0 0,-1-1 1 0 0,0 1-1 0 0,0 0 0 0 0,0 0 0 0 0,-1 1 0 0 0,0-1 0 0 0,0 0 1 0 0,-1 0-1 0 0,0 0 0 0 0,0 0 0 0 0,-3 10 0 0 0,1-6 48 0 0,-1-1 0 0 0,-1 1 0 0 0,0 0 0 0 0,0-1 0 0 0,0 0 0 0 0,-12 14 0 0 0,-3-1 395 0 0,-1-1 0 0 0,-1 0-1 0 0,-1-2 1 0 0,-27 18 0 0 0,50-37-487 0 0,0 0 0 0 0,0 0 0 0 0,0 0 0 0 0,0 0 1 0 0,0 1-1 0 0,0-1 0 0 0,0 0 0 0 0,0 0 0 0 0,0 0 1 0 0,0 0-1 0 0,0 0 0 0 0,0 0 0 0 0,0 0 0 0 0,0 0 1 0 0,0 0-1 0 0,0 0 0 0 0,-1 0 0 0 0,1 1 0 0 0,0-1 1 0 0,0 0-1 0 0,0 0 0 0 0,0 0 0 0 0,0 0 0 0 0,0 0 1 0 0,0 0-1 0 0,0 0 0 0 0,0 0 0 0 0,1 0 0 0 0,-1 1 1 0 0,0-1-1 0 0,0 0 0 0 0,0 0 0 0 0,0 0 0 0 0,0 0 1 0 0,0 0-1 0 0,0 0 0 0 0,0 0 0 0 0,0 0 0 0 0,0 0 1 0 0,0 0-1 0 0,0 0 0 0 0,0 1 0 0 0,0-1 0 0 0,0 0 1 0 0,0 0-1 0 0,0 0 0 0 0,1 0 0 0 0,-1 0 0 0 0,0 0 1 0 0,0 0-1 0 0,0 0 0 0 0,0 0 0 0 0,0 0 0 0 0,0 0 1 0 0,0 0-1 0 0,0 0 0 0 0,0 0 0 0 0,1 0 0 0 0,-1 0 1 0 0,0 0-1 0 0,0 0 0 0 0,0 0 0 0 0,13 3 44 0 0,31 2-106 0 0,-9-1 11 0 0,-21-1 29 0 0,1 1 1 0 0,-1 0-1 0 0,0 1 0 0 0,-1 1 1 0 0,1 0-1 0 0,15 11 1 0 0,-21-13 29 0 0,0 2 1 0 0,0-1 0 0 0,-1 1-1 0 0,1 0 1 0 0,-2 1 0 0 0,1 0-1 0 0,-1 0 1 0 0,0 0 0 0 0,0 1-1 0 0,8 15 1 0 0,-12-20 82 0 0,-1 1 1 0 0,1-1-1 0 0,-1 0 0 0 0,0 1 1 0 0,0-1-1 0 0,-1 1 1 0 0,1-1-1 0 0,-1 1 0 0 0,1-1 1 0 0,-1 1-1 0 0,0-1 1 0 0,-1 1-1 0 0,1 0 0 0 0,-1-1 1 0 0,1 1-1 0 0,-1-1 0 0 0,-2 5 1 0 0,1-3 37 0 0,0-1 1 0 0,-1 1-1 0 0,0-1 1 0 0,0 1-1 0 0,0-1 1 0 0,0 0-1 0 0,-1 0 1 0 0,0-1-1 0 0,0 1 1 0 0,-7 5-1 0 0,-1-2 95 0 0,0 0-1 0 0,0 0 1 0 0,-1-1 0 0 0,0 0-1 0 0,0-1 1 0 0,0-1-1 0 0,-26 6 1 0 0,17-7-44 0 0,0 0 1 0 0,0-2-1 0 0,0 0 0 0 0,-38-5 1 0 0,51 4-196 0 0,0-2 0 0 0,0 1 0 0 0,0-2 0 0 0,0 1 0 0 0,1-1 0 0 0,-1 0 1 0 0,0-1-1 0 0,1 0 0 0 0,0 0 0 0 0,0-1 0 0 0,0 0 0 0 0,1 0 0 0 0,-13-12 0 0 0,18 14-202 0 0,-1 0 1 0 0,1 0-1 0 0,0 0 0 0 0,0 0 0 0 0,0 0 0 0 0,0 0 0 0 0,1-1 1 0 0,-1 1-1 0 0,1 0 0 0 0,0-1 0 0 0,0 0 0 0 0,0 1 1 0 0,0-1-1 0 0,1 0 0 0 0,0 1 0 0 0,-1-1 0 0 0,1 0 1 0 0,0 1-1 0 0,1-1 0 0 0,-1 0 0 0 0,1 1 0 0 0,0-1 1 0 0,1-5-1 0 0,2-1-1244 0 0,1-1 0 0 0,0 0 0 0 0,1 1 0 0 0,0 0 0 0 0,0 1 1 0 0,10-12-1 0 0,0 1-4026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3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64 107 700 0 0,'-63'-67'13507'0'0,"62"66"-13124"0"0,3 2-355 0 0,1 1 0 0 0,-1-1 0 0 0,0 0 1 0 0,0 1-1 0 0,0 0 0 0 0,0-1 0 0 0,0 1 0 0 0,-1 0 0 0 0,3 2 1 0 0,0 1-4 0 0,1 0 12 0 0,106 115 66 0 0,-99-105 70 0 0,-1 0 0 0 0,0 1 0 0 0,-1 1 0 0 0,-1-1 0 0 0,0 2 0 0 0,9 27-1 0 0,-17-41 70 0 0,0 0 0 0 0,0 0-1 0 0,-1 0 1 0 0,1 0-1 0 0,-1 0 1 0 0,0 0-1 0 0,0 0 1 0 0,0 0-1 0 0,-1 0 1 0 0,1 0-1 0 0,-1 0 1 0 0,-2 7-1 0 0,3-11-216 0 0,0 1 1 0 0,0-1-1 0 0,0 1 0 0 0,0-1 1 0 0,-1 0-1 0 0,1 1 0 0 0,0-1 1 0 0,0 0-1 0 0,0 1 0 0 0,0-1 1 0 0,-1 0-1 0 0,1 1 0 0 0,0-1 1 0 0,0 0-1 0 0,-1 0 0 0 0,1 1 0 0 0,0-1 1 0 0,-1 0-1 0 0,1 0 0 0 0,0 1 1 0 0,0-1-1 0 0,-1 0 0 0 0,1 0 1 0 0,-1 0-1 0 0,1 0 0 0 0,0 0 1 0 0,-1 1-1 0 0,1-1 0 0 0,0 0 1 0 0,-1 0-1 0 0,1 0 0 0 0,-1 0 0 0 0,1 0 1 0 0,0 0-1 0 0,-1 0 0 0 0,1 0 1 0 0,0 0-1 0 0,-1 0 0 0 0,1-1 1 0 0,-1 1-1 0 0,1 0 0 0 0,0 0 1 0 0,-1 0-1 0 0,1 0 0 0 0,0 0 1 0 0,-1-1-1 0 0,1 1 0 0 0,0 0 0 0 0,0 0 1 0 0,-1-1-1 0 0,1 1 0 0 0,-1-1 1 0 0,-12-12 328 0 0,12 10-341 0 0,0-1-1 0 0,0 1 1 0 0,0-1-1 0 0,0 1 0 0 0,1-1 1 0 0,-1 1-1 0 0,1-1 1 0 0,0 1-1 0 0,0-1 0 0 0,0 0 1 0 0,0 1-1 0 0,1-1 1 0 0,0-3-1 0 0,15-44 26 0 0,-7 28-115 0 0,1 2 1 0 0,1-1 0 0 0,1 1 0 0 0,1 1 0 0 0,26-33-1 0 0,-29 41-510 0 0,1 0 0 0 0,1 1 0 0 0,-1 0 0 0 0,2 1 0 0 0,-1 0 0 0 0,1 1 0 0 0,1 0 0 0 0,0 1 0 0 0,23-10 0 0 0,-34 17-6 0 0,1 0 0 0 0,-1 0 0 0 0,0 1 0 0 0,1-1 0 0 0,-1 1 0 0 0,1-1 0 0 0,-1 1 0 0 0,0 0 0 0 0,1 1 0 0 0,-1-1 0 0 0,5 1 0 0 0,6 2-4854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49.6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178 717 764 0 0,'29'-32'7307'0'0,"5"-18"-3126"0"0,-32 47-4049 0 0,-1 1 0 0 0,0 0 0 0 0,0-1-1 0 0,0 1 1 0 0,0-1 0 0 0,0 1 0 0 0,0-1 0 0 0,-1 1 0 0 0,1-1 0 0 0,-1 0 0 0 0,0 1 0 0 0,0-1 0 0 0,0 0 0 0 0,0 1-1 0 0,0-1 1 0 0,0 1 0 0 0,-2-5 0 0 0,2 6-123 0 0,-1 0 0 0 0,1 0-1 0 0,-1 0 1 0 0,0 0 0 0 0,1 0 0 0 0,-1 1-1 0 0,0-1 1 0 0,0 0 0 0 0,0 0 0 0 0,0 1-1 0 0,1-1 1 0 0,-1 0 0 0 0,0 1 0 0 0,0-1-1 0 0,0 1 1 0 0,0-1 0 0 0,0 1 0 0 0,0 0-1 0 0,0-1 1 0 0,-1 1 0 0 0,1 0 0 0 0,0 0-1 0 0,0 0 1 0 0,0 0 0 0 0,0 0 0 0 0,0 0-1 0 0,0 0 1 0 0,0 0 0 0 0,0 0 0 0 0,-1 0-1 0 0,1 0 1 0 0,0 1 0 0 0,0-1 0 0 0,0 1-1 0 0,0-1 1 0 0,0 0 0 0 0,0 1 0 0 0,-1 1-1 0 0,-8 3-5 0 0,1 0-1 0 0,0 1 1 0 0,0 0 0 0 0,0 0-1 0 0,1 1 1 0 0,0 1-1 0 0,0-1 1 0 0,0 1-1 0 0,-7 11 1 0 0,-4 7-2 0 0,-27 49 0 0 0,33-52-9 0 0,-12 32 0 0 0,22-47 1 0 0,0 1-1 0 0,1-1 1 0 0,0 1 0 0 0,0-1 0 0 0,1 1 0 0 0,0 0 0 0 0,0 15-1 0 0,1-22 8 0 0,0 1-1 0 0,0-1 1 0 0,1 0-1 0 0,-1 0 1 0 0,0 0-1 0 0,1 1 1 0 0,0-1-1 0 0,-1 0 1 0 0,1 0-1 0 0,0 0 1 0 0,0 0-1 0 0,0 0 1 0 0,1 0-1 0 0,-1 0 1 0 0,0-1-1 0 0,1 1 1 0 0,-1 0-1 0 0,1-1 1 0 0,-1 1-1 0 0,1-1 1 0 0,3 3-1 0 0,-2-2-5 0 0,1-1 1 0 0,-1 0-1 0 0,0 0 0 0 0,1 0 0 0 0,-1 0 0 0 0,1-1 0 0 0,-1 1 0 0 0,1-1 0 0 0,-1 0 1 0 0,1 0-1 0 0,-1 0 0 0 0,6-1 0 0 0,7-3-39 0 0,0 0 0 0 0,-1 0-1 0 0,0-1 1 0 0,27-14 0 0 0,-19 7-44 0 0,0-2 0 0 0,-2-1 1 0 0,1 0-1 0 0,-2-2 0 0 0,0 0 0 0 0,-1-1 1 0 0,-1-1-1 0 0,-1-1 0 0 0,22-32 0 0 0,-9 7-56 0 0,-3-1 0 0 0,-1-2 0 0 0,31-82 1 0 0,-27 44 20 0 0,-3-1 1 0 0,27-163 0 0 0,-47 211 53 0 0,-7 37 95 0 0,-2 5 6 0 0,-14 35 163 0 0,2 1-1 0 0,-16 68 1 0 0,11-32-19 0 0,15-64-193 0 0,-21 78 320 0 0,-19 113-1 0 0,40-175-490 0 0,1 0-1 0 0,2 0 1 0 0,0 0-1 0 0,2 0 0 0 0,0 0 1 0 0,2 0-1 0 0,2-1 0 0 0,14 53 1 0 0,-16-70-482 0 0,1 1 0 0 0,0-1 0 0 0,1-1 1 0 0,0 1-1 0 0,0 0 0 0 0,1-1 0 0 0,0 0 0 0 0,13 13 1 0 0,0-5-3281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0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357 106 1652 0 0,'-13'-19'6649'0'0,"11"18"-6499"0"0,1 0 0 0 0,-1 0 0 0 0,0 0 0 0 0,0 1 0 0 0,1-1 0 0 0,-1 0 1 0 0,0 1-1 0 0,0 0 0 0 0,0-1 0 0 0,0 1 0 0 0,0 0 0 0 0,0 0 0 0 0,1 0 0 0 0,-1 0 0 0 0,0 0 1 0 0,0 0-1 0 0,0 1 0 0 0,0-1 0 0 0,0 1 0 0 0,0-1 0 0 0,1 1 0 0 0,-4 1 0 0 0,-1 1-48 0 0,1 1-1 0 0,-1 0 1 0 0,1 0-1 0 0,0 1 0 0 0,-7 7 1 0 0,-24 27 279 0 0,2 1 1 0 0,2 2 0 0 0,2 1-1 0 0,2 1 1 0 0,-33 67-1 0 0,53-93-342 0 0,1 1 1 0 0,0 0-1 0 0,-5 24 0 0 0,11-37-26 0 0,0 0 0 0 0,0 1 1 0 0,0-1-1 0 0,1 0 1 0 0,-1 0-1 0 0,1 0 0 0 0,1 0 1 0 0,0 1-1 0 0,-1-1 0 0 0,2 0 1 0 0,-1 0-1 0 0,1 0 0 0 0,0 0 1 0 0,4 8-1 0 0,-4-11-3 0 0,1 0 0 0 0,-1 0 0 0 0,1-1 0 0 0,-1 1 1 0 0,1-1-1 0 0,0 0 0 0 0,0 1 0 0 0,0-1 0 0 0,0-1 0 0 0,1 1 0 0 0,-1 0 0 0 0,0-1 0 0 0,1 0 0 0 0,-1 1 1 0 0,1-1-1 0 0,-1-1 0 0 0,1 1 0 0 0,0 0 0 0 0,-1-1 0 0 0,1 0 0 0 0,0 0 0 0 0,-1 0 0 0 0,1 0 1 0 0,7-2-1 0 0,4-1 16 0 0,1 0 1 0 0,-1 0 0 0 0,0-2-1 0 0,23-10 1 0 0,-19 6-8 0 0,0-1 1 0 0,-1-1-1 0 0,0-1 0 0 0,0-1 0 0 0,-2 0 1 0 0,1-1-1 0 0,-2-1 0 0 0,0 0 0 0 0,-1-1 1 0 0,0-1-1 0 0,21-35 0 0 0,-24 35-18 0 0,-2 0-1 0 0,-1-1 1 0 0,0 0 0 0 0,-1 0-1 0 0,0-1 1 0 0,-2 0-1 0 0,-1 0 1 0 0,0 0-1 0 0,-1 0 1 0 0,-1-1 0 0 0,-1 0-1 0 0,0 1 1 0 0,-4-27-1 0 0,2 37-9 0 0,-1-1-1 0 0,0 0 0 0 0,0 1 0 0 0,-1-1 0 0 0,-1 1 0 0 0,1 0 0 0 0,-1 0 0 0 0,-1 0 0 0 0,-9-14 1 0 0,12 20 0 0 0,-1 0-1 0 0,0 0 1 0 0,0 0 0 0 0,0 0 0 0 0,0 0 0 0 0,0 1 0 0 0,-1-1 0 0 0,1 1 0 0 0,-1 0 0 0 0,1 0 0 0 0,-1 0 0 0 0,0 1 0 0 0,0-1 0 0 0,0 1 0 0 0,0 0 0 0 0,0 0 0 0 0,0 0 0 0 0,0 1 0 0 0,0-1 0 0 0,0 1 0 0 0,-1 0 0 0 0,1 0 0 0 0,0 0-1 0 0,0 1 1 0 0,-5 1 0 0 0,-3 1 2 0 0,-1 1-1 0 0,1 0 0 0 0,0 1 0 0 0,0 1 0 0 0,0 0 0 0 0,1 1 1 0 0,0 0-1 0 0,0 0 0 0 0,0 1 0 0 0,-14 15 0 0 0,12-10 10 0 0,1 0 0 0 0,0 1-1 0 0,1 0 1 0 0,1 1-1 0 0,0 0 1 0 0,1 0-1 0 0,-9 20 1 0 0,16-30 3 0 0,0 1 0 0 0,0 0-1 0 0,0 0 1 0 0,1 0 0 0 0,-1 0-1 0 0,1 0 1 0 0,1 0 0 0 0,-1 0 0 0 0,1 0-1 0 0,0 0 1 0 0,1 0 0 0 0,0 0 0 0 0,-1 0-1 0 0,2 0 1 0 0,-1 0 0 0 0,5 12 0 0 0,-4-14-2 0 0,1 1 1 0 0,0-1 0 0 0,0 1 0 0 0,0-1 0 0 0,0 0 0 0 0,1 0 0 0 0,-1 0 0 0 0,1-1 0 0 0,0 1 0 0 0,0-1 0 0 0,0 0 0 0 0,1 0 0 0 0,-1 0 0 0 0,1-1 0 0 0,0 1 0 0 0,-1-1 0 0 0,1-1 0 0 0,0 1-1 0 0,11 2 1 0 0,4-1-38 0 0,0-1-1 0 0,0-1 0 0 0,1 0 1 0 0,-1-2-1 0 0,1 0 0 0 0,-1-1 1 0 0,0-1-1 0 0,25-8 0 0 0,-9 1-118 0 0,-1-1 0 0 0,-1-2-1 0 0,55-29 1 0 0,-58 25 42 0 0,-1-2 0 0 0,51-41-1 0 0,-69 50 118 0 0,-1 0 0 0 0,0-1-1 0 0,-1-1 1 0 0,0 0-1 0 0,0 0 1 0 0,-1-1-1 0 0,-1 0 1 0 0,12-26 0 0 0,-18 35-2 0 0,0 0-1 0 0,-1 0 1 0 0,0-1 0 0 0,0 1 0 0 0,0 0 0 0 0,0-1 0 0 0,-1 1 0 0 0,0-1 0 0 0,0 1 0 0 0,0 0 0 0 0,-1-9-1 0 0,0 12-6 0 0,1-1 0 0 0,-1 1 0 0 0,0-1 0 0 0,1 0 0 0 0,-1 1 0 0 0,0-1 0 0 0,0 1 0 0 0,0 0 0 0 0,0-1 0 0 0,0 1 0 0 0,0 0 0 0 0,0-1 0 0 0,0 1 0 0 0,-1 0-1 0 0,1 0 1 0 0,-1 0 0 0 0,1 0 0 0 0,0 0 0 0 0,-1 1 0 0 0,1-1 0 0 0,-1 0 0 0 0,0 1 0 0 0,1-1 0 0 0,-1 1 0 0 0,0-1 0 0 0,1 1 0 0 0,-1 0 0 0 0,0 0-1 0 0,1-1 1 0 0,-1 1 0 0 0,-2 1 0 0 0,-3-1-5 0 0,0 1 0 0 0,0 0 0 0 0,0 1 0 0 0,0 0 0 0 0,0 0 0 0 0,0 0-1 0 0,1 1 1 0 0,-1 0 0 0 0,1 0 0 0 0,0 1 0 0 0,0-1 0 0 0,-7 6 0 0 0,5-3-4 0 0,0 1 1 0 0,1 0 0 0 0,-1 0 0 0 0,1 1-1 0 0,1-1 1 0 0,-1 1 0 0 0,-8 16-1 0 0,14-22 14 0 0,0 0-1 0 0,0 0 1 0 0,0 0 0 0 0,0 0-1 0 0,0 0 1 0 0,0 1-1 0 0,0-1 1 0 0,1 0-1 0 0,-1 1 1 0 0,1-1-1 0 0,0 0 1 0 0,0 1 0 0 0,0-1-1 0 0,0 0 1 0 0,0 1-1 0 0,0-1 1 0 0,1 0-1 0 0,-1 1 1 0 0,1-1-1 0 0,-1 0 1 0 0,1 1 0 0 0,0-1-1 0 0,0 0 1 0 0,0 0-1 0 0,0 0 1 0 0,1 0-1 0 0,-1 0 1 0 0,0 0 0 0 0,1 0-1 0 0,0 0 1 0 0,-1-1-1 0 0,1 1 1 0 0,0 0-1 0 0,0-1 1 0 0,0 1-1 0 0,0-1 1 0 0,0 0 0 0 0,0 0-1 0 0,2 1 1 0 0,11 5 0 0 0,0-1 1 0 0,0 0 0 0 0,0-1 0 0 0,28 4-1 0 0,-25-5-21 0 0,92 14-209 0 0,3 1-711 0 0,-111-18 905 0 0,0 4-10 0 0,-1-4 43 0 0,-1-1 0 0 0,0 0 0 0 0,0 1 0 0 0,0-1 0 0 0,0 0 0 0 0,0 0 0 0 0,1 1 0 0 0,-1-1-1 0 0,0 0 1 0 0,0 1 0 0 0,0-1 0 0 0,0 0 0 0 0,0 1 0 0 0,0-1 0 0 0,0 0 0 0 0,0 0 0 0 0,0 1 0 0 0,0-1 0 0 0,0 0 0 0 0,0 1 0 0 0,-1-1 0 0 0,1 0 0 0 0,0 1 0 0 0,0-1 0 0 0,0 0 0 0 0,0 0-1 0 0,0 1 1 0 0,-1-1 0 0 0,1 0 0 0 0,0 0 0 0 0,0 1 0 0 0,0-1 0 0 0,-1 0 0 0 0,1 0 0 0 0,0 0 0 0 0,0 1 0 0 0,-1-1 0 0 0,1 0 0 0 0,0 0 0 0 0,0 0 0 0 0,-1 0 0 0 0,1 0 0 0 0,-1 1-1 0 0,-49 41 1 0 0,17-16 199 0 0,1 2-1 0 0,1 0 1 0 0,1 3-1 0 0,-37 50 1 0 0,63-76-187 0 0,1 0 0 0 0,0 1 0 0 0,0-1 0 0 0,0 1 1 0 0,1 0-1 0 0,0 0 0 0 0,0 0 0 0 0,0 0 1 0 0,1 0-1 0 0,0 0 0 0 0,0 0 0 0 0,1 1 0 0 0,-1 5 1 0 0,2-9-72 0 0,-1 0 0 0 0,0 0-1 0 0,1 0 1 0 0,0-1 0 0 0,0 1 0 0 0,0 0 0 0 0,0-1 0 0 0,0 1 0 0 0,0-1 0 0 0,1 1 0 0 0,-1-1 0 0 0,1 0 0 0 0,0 1 0 0 0,0-1 0 0 0,-1 0 0 0 0,1 0 0 0 0,1 0 0 0 0,-1 0 0 0 0,0-1 0 0 0,0 1 0 0 0,1-1 0 0 0,-1 1 0 0 0,1-1 0 0 0,-1 0 0 0 0,1 0 0 0 0,0 0 0 0 0,-1 0 0 0 0,1 0-1 0 0,0 0 1 0 0,4 0 0 0 0,11 1-1019 0 0,-1 0 0 0 0,1-2 0 0 0,-1 1 0 0 0,1-2-1 0 0,24-4 1 0 0,-10-1-2018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1.9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423 714 968 0 0,'2'-5'665'0'0,"1"0"-1"0"0,-1-1 0 0 0,-1 1 1 0 0,1-1-1 0 0,-1 1 1 0 0,0-1-1 0 0,0 1 1 0 0,-1-1-1 0 0,0 1 1 0 0,0-8-1 0 0,0 11-507 0 0,-1-1-1 0 0,1 1 0 0 0,-1 0 1 0 0,1 0-1 0 0,-1 0 1 0 0,0 0-1 0 0,0 0 0 0 0,0 0 1 0 0,0 0-1 0 0,0 0 0 0 0,0 0 1 0 0,-1 0-1 0 0,1 0 1 0 0,0 0-1 0 0,-1 1 0 0 0,0-1 1 0 0,1 1-1 0 0,-1-1 1 0 0,0 1-1 0 0,0 0 0 0 0,0 0 1 0 0,0-1-1 0 0,0 1 1 0 0,0 0-1 0 0,0 1 0 0 0,-4-2 1 0 0,3 1-82 0 0,-1 1 1 0 0,0 0 0 0 0,1 0-1 0 0,-1 0 1 0 0,1 1-1 0 0,-1-1 1 0 0,0 1 0 0 0,1 0-1 0 0,-1 0 1 0 0,1 0 0 0 0,-4 2-1 0 0,2-2 51 0 0,-15 7 113 0 0,1 0 0 0 0,0 2 1 0 0,0 0-1 0 0,1 1 1 0 0,-34 26-1 0 0,23-12-66 0 0,1 1 0 0 0,-36 42 0 0 0,53-54-152 0 0,0 1 0 0 0,1 0 1 0 0,0 0-1 0 0,-8 20 0 0 0,15-30-15 0 0,1 0 1 0 0,-1 1-1 0 0,1-1 1 0 0,1 1-1 0 0,-1-1 1 0 0,1 1-1 0 0,0 0 1 0 0,0 0 0 0 0,0 0-1 0 0,1-1 1 0 0,0 1-1 0 0,0 0 1 0 0,1 0-1 0 0,0 0 1 0 0,0 0-1 0 0,3 9 1 0 0,-3-13-3 0 0,0 0 0 0 0,0 0 0 0 0,0 0 1 0 0,0 0-1 0 0,1 0 0 0 0,-1-1 0 0 0,0 1 1 0 0,1 0-1 0 0,0-1 0 0 0,-1 1 0 0 0,1-1 1 0 0,0 0-1 0 0,0 1 0 0 0,0-1 0 0 0,0 0 0 0 0,0 0 1 0 0,3 1-1 0 0,0-1-20 0 0,-1 1-1 0 0,1-2 1 0 0,0 1-1 0 0,0 0 1 0 0,-1-1 0 0 0,1 0-1 0 0,9-1 1 0 0,-2 0-57 0 0,0-1 1 0 0,-1-1-1 0 0,1 0 1 0 0,-1-1-1 0 0,0 0 1 0 0,11-5-1 0 0,4-7-18 0 0,-1 0-1 0 0,-1-1 1 0 0,0-1-1 0 0,-1-2 1 0 0,-1 0-1 0 0,-1-1 1 0 0,-1-1-1 0 0,-1-1 1 0 0,29-46-1 0 0,2-15-64 0 0,63-148-1 0 0,20-134 991 0 0,-102 272-232 0 0,-87 260 127 0 0,-59 178 550 0 0,38-65-872 0 0,68-231-374 0 0,1 0 1 0 0,3 0 0 0 0,1 93 0 0 0,4-136-25 0 0,0 0-1 0 0,1 0 0 0 0,0-1 0 0 0,0 1 0 0 0,0 0 1 0 0,0-1-1 0 0,1 1 0 0 0,-1 0 0 0 0,1-1 1 0 0,1 0-1 0 0,2 5 0 0 0,-5-8-5 0 0,1 0 1 0 0,0-1-1 0 0,1 1 1 0 0,-1 0-1 0 0,0-1 0 0 0,0 1 1 0 0,0 0-1 0 0,0-1 1 0 0,0 1-1 0 0,1-1 0 0 0,-1 0 1 0 0,0 1-1 0 0,0-1 1 0 0,1 0-1 0 0,-1 0 1 0 0,0 0-1 0 0,1 0 0 0 0,-1 0 1 0 0,0 0-1 0 0,0 0 1 0 0,1-1-1 0 0,-1 1 0 0 0,0 0 1 0 0,0-1-1 0 0,3 0 1 0 0,30-15 28 0 0,-18 4-45 0 0,-1 0 1 0 0,-1-1-1 0 0,0-1 1 0 0,-1 0 0 0 0,17-23-1 0 0,51-85-112 0 0,-4-24 12 0 0,-66 120 81 0 0,-1-1 0 0 0,0-1 1 0 0,8-47-1 0 0,-18 74 24 0 0,1 0 1 0 0,-1 1-1 0 0,0-1 1 0 0,0 1-1 0 0,1-1 1 0 0,-1 1-1 0 0,0-1 1 0 0,0 0 0 0 0,0 1-1 0 0,0-1 1 0 0,0 1-1 0 0,0-1 1 0 0,0 0-1 0 0,0 1 1 0 0,0-1-1 0 0,0 1 1 0 0,0-1 0 0 0,-1 0-1 0 0,1 1 1 0 0,0-1-1 0 0,0 1 1 0 0,-1-1-1 0 0,1 1 1 0 0,0-1-1 0 0,-1 1 1 0 0,1-1-1 0 0,0 1 1 0 0,-1-1 0 0 0,1 1-1 0 0,-1-1 1 0 0,1 1-1 0 0,-2 0 5 0 0,1 0 0 0 0,0 0-1 0 0,0 0 1 0 0,0 1 0 0 0,0-1-1 0 0,0 0 1 0 0,0 1 0 0 0,0-1-1 0 0,0 1 1 0 0,0-1 0 0 0,0 1 0 0 0,0-1-1 0 0,1 1 1 0 0,-1 0 0 0 0,-1 0-1 0 0,-32 35 9 0 0,11-6-4 0 0,1 2-1 0 0,2 0 1 0 0,1 2 0 0 0,1 0-1 0 0,2 1 1 0 0,2 0 0 0 0,1 1-1 0 0,-14 64 1 0 0,26-95 1 0 0,0 1 0 0 0,1-1-1 0 0,-1 0 1 0 0,1 0 0 0 0,0 0 0 0 0,0 1 0 0 0,1-1 0 0 0,0 0 0 0 0,-1 0-1 0 0,2 0 1 0 0,2 9 0 0 0,-2-11-1 0 0,-1 0 0 0 0,1-1 1 0 0,-1 1-1 0 0,1-1 0 0 0,0 1 0 0 0,0-1 0 0 0,1 0 0 0 0,-1 0 1 0 0,0 0-1 0 0,1 0 0 0 0,-1 0 0 0 0,1 0 0 0 0,0-1 0 0 0,-1 1 1 0 0,1-1-1 0 0,0 0 0 0 0,0 1 0 0 0,0-1 0 0 0,0-1 0 0 0,4 2 1 0 0,7 0-7 0 0,0-1 1 0 0,-1 0 0 0 0,1-1-1 0 0,-1-1 1 0 0,1 0 0 0 0,0-1-1 0 0,-1 0 1 0 0,0-1 0 0 0,0 0 0 0 0,0-1-1 0 0,0-1 1 0 0,0 0 0 0 0,17-10-1 0 0,-2-1-35 0 0,-2 0-1 0 0,0-2 0 0 0,0-1 1 0 0,38-38-1 0 0,-39 31 57 0 0,-1-1-1 0 0,-1-1 0 0 0,-1-1 1 0 0,-2-1-1 0 0,-1-1 0 0 0,-2 0 1 0 0,-1-2-1 0 0,-1 0 0 0 0,-2 0 1 0 0,-1-2-1 0 0,10-48 0 0 0,-22 82-14 0 0,1 0 1 0 0,-1 0-1 0 0,0 0 0 0 0,0 0 0 0 0,1 0 0 0 0,-1 0 0 0 0,0 0 0 0 0,0 0 0 0 0,0 0 1 0 0,0 0-1 0 0,-1 0 0 0 0,1 0 0 0 0,0 0 0 0 0,0 0 0 0 0,0 0 0 0 0,-1 0 1 0 0,1 0-1 0 0,-1-1 0 0 0,0 2-2 0 0,1-1 0 0 0,0 1 0 0 0,-1 0 0 0 0,1 0 0 0 0,-1-1 0 0 0,1 1 0 0 0,-1 0 0 0 0,1 0 0 0 0,-1 0 0 0 0,1-1 1 0 0,-1 1-1 0 0,1 0 0 0 0,0 0 0 0 0,-1 0 0 0 0,1 0 0 0 0,-1 0 0 0 0,1 0 0 0 0,-1 0 0 0 0,1 0 0 0 0,-1 0 0 0 0,1 1 0 0 0,-1-1 0 0 0,1 0 0 0 0,-1 0 1 0 0,0 1-1 0 0,-2 0-7 0 0,1 0 0 0 0,-1 0 0 0 0,0 1 0 0 0,1 0 1 0 0,0-1-1 0 0,-1 1 0 0 0,1 0 0 0 0,0 0 1 0 0,0 0-1 0 0,0 1 0 0 0,-2 2 0 0 0,2-3 11 0 0,0 1-1 0 0,0 0 0 0 0,1 0 1 0 0,-1 0-1 0 0,1 0 1 0 0,0 0-1 0 0,0 0 1 0 0,0 1-1 0 0,0-1 0 0 0,0 0 1 0 0,1 0-1 0 0,0 1 1 0 0,-1-1-1 0 0,1 0 1 0 0,0 1-1 0 0,1-1 0 0 0,-1 0 1 0 0,1 1-1 0 0,-1-1 1 0 0,1 0-1 0 0,0 0 0 0 0,0 1 1 0 0,0-1-1 0 0,1 0 1 0 0,-1 0-1 0 0,1 0 1 0 0,0-1-1 0 0,0 1 0 0 0,0 0 1 0 0,0 0-1 0 0,4 3 1 0 0,0-1-8 0 0,0 1 1 0 0,1-1-1 0 0,0 0 1 0 0,0-1-1 0 0,0 0 1 0 0,1 0-1 0 0,-1 0 1 0 0,1-1-1 0 0,0 0 1 0 0,0-1-1 0 0,14 3 1 0 0,2-2-73 0 0,0 0 0 0 0,1-2 0 0 0,-1-1 0 0 0,0 0 0 0 0,39-7 0 0 0,-44 3 96 0 0,0 0 1 0 0,-1-1 0 0 0,1 0-1 0 0,-1-2 1 0 0,0 0 0 0 0,0-2-1 0 0,24-14 1 0 0,-42 22-18 0 0,5-1 88 0 0,-1-1 0 0 0,0 0 0 0 0,0 0 0 0 0,0 0 0 0 0,-1 0 0 0 0,1-1 1 0 0,5-7-1 0 0,-8 10 6 0 0,-3 1-75 0 0,-1 0 1 0 0,1 0-1 0 0,0 1 1 0 0,-1-1-1 0 0,1 1 1 0 0,0-1 0 0 0,-1 1-1 0 0,1 0 1 0 0,0 0-1 0 0,0 0 1 0 0,0 0-1 0 0,-4 3 1 0 0,-27 22 345 0 0,24-19-226 0 0,-12 10 73 0 0,1 1 0 0 0,1 0-1 0 0,-23 30 1 0 0,35-39-187 0 0,0 0 1 0 0,0 1 0 0 0,2-1-1 0 0,-1 2 1 0 0,1-1 0 0 0,1 1-1 0 0,-1-1 1 0 0,2 1 0 0 0,0 0-1 0 0,-3 17 1 0 0,6-25-18 0 0,-1 0 0 0 0,1 1 0 0 0,0-1 0 0 0,0 0 0 0 0,1 0 0 0 0,-1 0 0 0 0,1 1 0 0 0,-1-1 0 0 0,1 0 0 0 0,0 0 0 0 0,0 0 0 0 0,0 0 0 0 0,1 0 0 0 0,-1 0 0 0 0,1-1 0 0 0,3 5 0 0 0,-2-3-98 0 0,0 0 0 0 0,1-1 1 0 0,0 0-1 0 0,-1 0 0 0 0,1 0 1 0 0,1 0-1 0 0,-1-1 0 0 0,0 1 1 0 0,9 2-1 0 0,4 1-655 0 0,0-1-1 0 0,1-1 1 0 0,-1-1 0 0 0,33 2-1 0 0,-12-3-3051 0 0,47-4-1 0 0,-37-1-1540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7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391 646 940 0 0,'0'-22'3036'0'0,"1"15"-2455"0"0,-1 1-1 0 0,1-1 1 0 0,-2 1 0 0 0,1-1-1 0 0,-1 1 1 0 0,0-1 0 0 0,0 0 0 0 0,0 1-1 0 0,-1 0 1 0 0,0-1 0 0 0,-4-6-1 0 0,5 11-283 0 0,-1 3-224 0 0,-1-1-1 0 0,0 1 1 0 0,1 0-1 0 0,-1 0 1 0 0,1 0-1 0 0,-1 0 1 0 0,1 0-1 0 0,-1 0 1 0 0,1 0 0 0 0,0 1-1 0 0,0-1 1 0 0,0 1-1 0 0,0 0 1 0 0,-3 3-1 0 0,-27 31 402 0 0,26-28-364 0 0,-32 40 362 0 0,-35 57 1 0 0,62-85-415 0 0,0 0-1 0 0,1 0 1 0 0,0 1 0 0 0,2 1 0 0 0,1-1 0 0 0,-6 29 0 0 0,12-47-54 0 0,1 1 0 0 0,-1-1 0 0 0,1 1 1 0 0,-1-1-1 0 0,1 1 0 0 0,1-1 0 0 0,-1 1 1 0 0,0-1-1 0 0,1 1 0 0 0,0-1 0 0 0,-1 1 1 0 0,1-1-1 0 0,1 1 0 0 0,-1-1 0 0 0,0 0 1 0 0,1 0-1 0 0,0 1 0 0 0,2 2 0 0 0,-2-4 2 0 0,0 0-1 0 0,1 1 0 0 0,0-1 0 0 0,-1 0 1 0 0,1 0-1 0 0,0-1 0 0 0,0 1 0 0 0,0 0 1 0 0,0-1-1 0 0,0 0 0 0 0,1 0 0 0 0,-1 0 1 0 0,0 0-1 0 0,1 0 0 0 0,-1-1 1 0 0,0 1-1 0 0,1-1 0 0 0,5 0 0 0 0,5-1-2 0 0,1-1 1 0 0,-1 0-1 0 0,0 0 0 0 0,0-2 0 0 0,0 0 0 0 0,0 0 0 0 0,0-1 0 0 0,-1-1 0 0 0,0 0 0 0 0,0-1 0 0 0,-1-1 1 0 0,0 0-1 0 0,0 0 0 0 0,-1-1 0 0 0,0-1 0 0 0,0 0 0 0 0,-1 0 0 0 0,-1-1 0 0 0,1 0 0 0 0,-2-1 1 0 0,9-14-1 0 0,-9 13-7 0 0,-2 1 0 0 0,1-1 0 0 0,-2-1 0 0 0,0 1 0 0 0,0-1 0 0 0,-1 0 1 0 0,-1 0-1 0 0,-1 0 0 0 0,2-21 0 0 0,-3 23 5 0 0,-1 0 0 0 0,-1 1 1 0 0,0-1-1 0 0,-1 0 0 0 0,0 1 1 0 0,-1 0-1 0 0,0-1 0 0 0,-1 1 0 0 0,0 1 1 0 0,-1-1-1 0 0,0 0 0 0 0,-9-13 0 0 0,11 19-2 0 0,0 1-1 0 0,0 0 1 0 0,0 0-1 0 0,0 1 1 0 0,-1-1-1 0 0,0 1 0 0 0,1-1 1 0 0,-1 1-1 0 0,-1 1 1 0 0,1-1-1 0 0,0 0 1 0 0,-1 1-1 0 0,1 0 1 0 0,-1 0-1 0 0,0 0 0 0 0,-9-2 1 0 0,7 3-1 0 0,-1 0 0 0 0,0 1 1 0 0,0 0-1 0 0,0 0 0 0 0,1 1 0 0 0,-1 0 1 0 0,0 0-1 0 0,1 1 0 0 0,-15 5 0 0 0,-1 2 5 0 0,2 1 0 0 0,-1 1 0 0 0,1 1 0 0 0,1 1 0 0 0,-37 31 0 0 0,35-26 5 0 0,2 2 0 0 0,-26 30 1 0 0,39-42-2 0 0,0 1 0 0 0,1 0 0 0 0,0 0 0 0 0,1 0 0 0 0,0 1 0 0 0,1-1 0 0 0,0 1 0 0 0,0 0 0 0 0,-3 15 0 0 0,6-22-4 0 0,1 1 0 0 0,-1-1 0 0 0,1 0 0 0 0,-1 0 0 0 0,1 1 0 0 0,0-1 0 0 0,1 0 0 0 0,-1 1 0 0 0,1-1 0 0 0,-1 0 0 0 0,1 0 0 0 0,0 0 0 0 0,0 1 0 0 0,0-1 0 0 0,0 0 0 0 0,1 0 0 0 0,-1-1 0 0 0,1 1 0 0 0,0 0 0 0 0,0 0 0 0 0,0-1 0 0 0,0 1 1 0 0,0-1-1 0 0,1 0 0 0 0,-1 1 0 0 0,1-1 0 0 0,2 2 0 0 0,2-1-1 0 0,-1 0 0 0 0,1-1 0 0 0,-1 1 1 0 0,1-1-1 0 0,0 0 0 0 0,0-1 0 0 0,0 0 0 0 0,0 0 1 0 0,0 0-1 0 0,0-1 0 0 0,12-1 0 0 0,9-2-10 0 0,0-2 0 0 0,0 0 0 0 0,0-2 0 0 0,-1-1 1 0 0,0-1-1 0 0,-1-1 0 0 0,0-2 0 0 0,34-20 0 0 0,-6 0-36 0 0,-3-4 0 0 0,83-71 1 0 0,-71 48 19 0 0,38-32-128 0 0,-100 90 154 0 0,-1 0 0 0 0,1 0-1 0 0,0 0 1 0 0,0 1 0 0 0,0-1 0 0 0,0 0 0 0 0,0 0 0 0 0,0 1 0 0 0,0-1 0 0 0,0 1 0 0 0,1-1 0 0 0,-1 1 0 0 0,0-1 0 0 0,0 1 0 0 0,0 0 0 0 0,1 0 0 0 0,-1-1 0 0 0,0 1-1 0 0,0 0 1 0 0,1 0 0 0 0,-1 0 0 0 0,0 0 0 0 0,0 1 0 0 0,0-1 0 0 0,1 0 0 0 0,-1 0 0 0 0,0 1 0 0 0,0-1 0 0 0,0 1 0 0 0,1-1 0 0 0,-1 1 0 0 0,0-1 0 0 0,0 1 0 0 0,0 0 0 0 0,0-1-1 0 0,0 1 1 0 0,1 1 0 0 0,0 2 20 0 0,0-1-1 0 0,0 1 0 0 0,0 0 1 0 0,0 0-1 0 0,0-1 0 0 0,-1 1 0 0 0,0 0 1 0 0,0 0-1 0 0,0 1 0 0 0,0 4 1 0 0,1 8 45 0 0,-1 0 1 0 0,-1 0 0 0 0,-1 0 0 0 0,0 0 0 0 0,-2 0-1 0 0,-4 21 1 0 0,-3-2 74 0 0,-25 63-1 0 0,22-69-71 0 0,-18 32 0 0 0,26-54-43 0 0,0 0-1 0 0,0-1 1 0 0,0 1-1 0 0,-1-1 1 0 0,0-1-1 0 0,0 1 1 0 0,-1-1-1 0 0,0 0 1 0 0,-7 5-1 0 0,12-10-4 0 0,-3-2-10 0 0,5 1-12 0 0,0 0 0 0 0,-1 0 1 0 0,1 0-1 0 0,-1 0 0 0 0,1 1 1 0 0,0-1-1 0 0,-1 0 0 0 0,1 0 0 0 0,-1 0 1 0 0,1-1-1 0 0,-1 1 0 0 0,1 0 0 0 0,0 0 1 0 0,-1 0-1 0 0,1 0 0 0 0,-1 0 0 0 0,1 0 1 0 0,0-1-1 0 0,-1 1 0 0 0,1 0 0 0 0,0 0 1 0 0,-1 0-1 0 0,1-1 0 0 0,0 1 0 0 0,-1 0 1 0 0,1-1-1 0 0,0 1 0 0 0,-1-6-10 0 0,0 1 0 0 0,1 0-1 0 0,0-1 1 0 0,1 1 0 0 0,-1-1 0 0 0,1 1-1 0 0,0 0 1 0 0,0 0 0 0 0,1-1 0 0 0,-1 1 0 0 0,1 0-1 0 0,1 0 1 0 0,2-5 0 0 0,8-14-42 0 0,20-29 0 0 0,-26 43 46 0 0,15-22-35 0 0,1 2 0 0 0,44-47 1 0 0,-53 63 18 0 0,0 1 0 0 0,1 1-1 0 0,1 1 1 0 0,0 0 0 0 0,0 0 0 0 0,1 2 0 0 0,22-10 0 0 0,-36 18 35 0 0,1-1 0 0 0,-1 1 0 0 0,1 0 0 0 0,-1 0 0 0 0,1 0 0 0 0,-1 1 0 0 0,1-1 0 0 0,0 1 0 0 0,-1 0 0 0 0,1 0 0 0 0,0 0 0 0 0,-1 0 0 0 0,1 1 0 0 0,0 0 0 0 0,-1-1 0 0 0,1 1 0 0 0,-1 1 0 0 0,1-1-1 0 0,-1 0 1 0 0,1 1 0 0 0,2 2 0 0 0,-3-2 23 0 0,0 0 0 0 0,-1 1-1 0 0,1 0 1 0 0,-1-1-1 0 0,0 1 1 0 0,0 0 0 0 0,0 0-1 0 0,0 0 1 0 0,0 0 0 0 0,-1 1-1 0 0,0-1 1 0 0,1 0-1 0 0,-1 1 1 0 0,0-1 0 0 0,-1 1-1 0 0,1-1 1 0 0,-1 1-1 0 0,1 0 1 0 0,-1-1 0 0 0,0 1-1 0 0,-1 4 1 0 0,-2 14 68 0 0,-1 0 1 0 0,-1 0 0 0 0,0 0-1 0 0,-2-1 1 0 0,-1 0-1 0 0,-17 33 1 0 0,-10 29 22 0 0,30-54-103 0 0,5-28-20 0 0,3-1-32 0 0,5-2-64 0 0,0-1 0 0 0,0 0 0 0 0,0-1 0 0 0,-1 1 0 0 0,1-2 0 0 0,-1 1 0 0 0,0-1 0 0 0,0 0 0 0 0,0 0 0 0 0,6-7 0 0 0,61-67-667 0 0,-71 76 739 0 0,38-48-231 0 0,-2-2 1 0 0,-3-2 0 0 0,38-75-1 0 0,71-184 15 0 0,-71 119 1950 0 0,-196 540-383 0 0,14-45-1018 0 0,101-281-288 0 0,-3 12 33 0 0,-7 33 0 0 0,15-57-45 0 0,0 1-1 0 0,1 0 1 0 0,1 0-1 0 0,-1 0 1 0 0,1 0-1 0 0,1 0 1 0 0,-1 0-1 0 0,1 0 0 0 0,4 13 1 0 0,-4-19-49 0 0,0 1-1 0 0,0-1 1 0 0,0 0 0 0 0,0 0-1 0 0,0 0 1 0 0,1 0 0 0 0,-1 0-1 0 0,1 0 1 0 0,-1 0 0 0 0,1 0-1 0 0,0-1 1 0 0,0 1 0 0 0,0-1 0 0 0,0 1-1 0 0,0-1 1 0 0,0 0 0 0 0,0 0-1 0 0,1 1 1 0 0,-1-2 0 0 0,0 1-1 0 0,1 0 1 0 0,-1 0 0 0 0,0-1-1 0 0,1 1 1 0 0,-1-1 0 0 0,1 0-1 0 0,-1 0 1 0 0,1 0 0 0 0,-1 0-1 0 0,1 0 1 0 0,-1 0 0 0 0,5-2-1 0 0,5 0-281 0 0,1-1 0 0 0,0-1-1 0 0,-1 0 1 0 0,21-11 0 0 0,-13 5 47 0 0,-1-1 0 0 0,0-1 0 0 0,0-1 0 0 0,-1-1 0 0 0,-1 0 1 0 0,29-32-1 0 0,79-114 438 0 0,-98 122 392 0 0,-16 21-270 0 0,-10 16 16 0 0,-1 3-218 0 0,-5 12 5 0 0,1-1-1 0 0,-2 0 1 0 0,0 0-1 0 0,-8 15 1 0 0,4-12 26 0 0,-13 36 1 0 0,16-33-62 0 0,-11 43 91 0 0,17-57-132 0 0,0-1-1 0 0,1 1 1 0 0,0 0-1 0 0,-1 0 1 0 0,1 0-1 0 0,1 0 1 0 0,-1 0 0 0 0,1 0-1 0 0,0 0 1 0 0,3 7-1 0 0,-3-9-10 0 0,0-1-1 0 0,0 0 0 0 0,0 0 1 0 0,0 1-1 0 0,1-1 0 0 0,-1 0 1 0 0,1-1-1 0 0,-1 1 0 0 0,1 0 1 0 0,0 0-1 0 0,0-1 0 0 0,0 1 0 0 0,0-1 1 0 0,0 1-1 0 0,0-1 0 0 0,3 1 1 0 0,0 0-1 0 0,0 0 1 0 0,0 0-1 0 0,0-1 0 0 0,0 0 1 0 0,0 0-1 0 0,1-1 0 0 0,7 1 1 0 0,2-2-3 0 0,0-1 0 0 0,0 0 1 0 0,1 0-1 0 0,20-8 0 0 0,-25 7-18 0 0,0-2-1 0 0,0 1 0 0 0,-1-2 0 0 0,1 1 1 0 0,-1-1-1 0 0,-1-1 0 0 0,1 0 0 0 0,-1 0 1 0 0,0-1-1 0 0,-1 0 0 0 0,9-11 0 0 0,6-9 175 0 0,-2-2 1 0 0,21-38-1 0 0,-30 47 208 0 0,-11 20-279 0 0,-2 3 17 0 0,-40 94 1066 0 0,13-35-564 0 0,-21 54 165 0 0,-253 567 1881 0 0,255-584-2209 0 0,-5-2-1 0 0,-4-3 0 0 0,-82 104 0 0 0,117-171-138 0 0,-35 33 0 0 0,50-53-226 0 0,-1 0 0 0 0,-1 0 0 0 0,1 0 0 0 0,-1-1 0 0 0,0 0 0 0 0,0-1-1 0 0,-1 1 1 0 0,1-2 0 0 0,-1 1 0 0 0,-9 2 0 0 0,15-6-58 0 0,0 1 0 0 0,0-1 0 0 0,1 1 0 0 0,-1-1-1 0 0,0 0 1 0 0,0 0 0 0 0,0 0 0 0 0,0-1 0 0 0,1 1 0 0 0,-1-1 0 0 0,0 1 0 0 0,0-1 0 0 0,0 0 0 0 0,1 0 0 0 0,-1 0-1 0 0,1-1 1 0 0,-5-2 0 0 0,4 2-7 0 0,0-1 0 0 0,0 0 1 0 0,1 1-1 0 0,-1-1 0 0 0,1 0 0 0 0,-1-1 0 0 0,1 1 0 0 0,0 0 0 0 0,1-1 0 0 0,-1 1 1 0 0,-2-7-1 0 0,1-2-15 0 0,0 1 1 0 0,1-1-1 0 0,0 0 1 0 0,1 0-1 0 0,0 0 1 0 0,1 1-1 0 0,2-20 1 0 0,3-3-29 0 0,2 1-1 0 0,2-1 1 0 0,1 1-1 0 0,1 1 1 0 0,2 0-1 0 0,1 0 1 0 0,1 2-1 0 0,2 0 1 0 0,27-37-1 0 0,-6 16-562 0 0,2 1 0 0 0,2 2 0 0 0,3 2 0 0 0,57-45 0 0 0,-50 48-2151 0 0,103-61 0 0 0,-113 81-1514 0 0,66-27 1 0 0,-67 35-1519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7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 3728 0 0,'27'-3'3265'0'0,"-5"1"-597"0"0,-5-1-420 0 0,-3 1-244 0 0,1-3-300 0 0,-5 2 805 0 0,6-6-957 0 0,-10 2-424 0 0,-34 9-10913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8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 1020 0 0,'9'-7'14753'0'0,"-8"9"-14601"0"0,0 0 1 0 0,0 0-1 0 0,0 0 0 0 0,0 0 0 0 0,0 1 0 0 0,0-1 0 0 0,-1 0 0 0 0,1 0 0 0 0,-1 1 0 0 0,0-1 0 0 0,0 1 0 0 0,0-1 0 0 0,0 3 0 0 0,-4 39 541 0 0,4-35-540 0 0,-20 113 635 0 0,1-15-1372 0 0,15-34-3606 0 0,11-43-4170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8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92 1144 0 0,'14'-31'5304'0'0,"-9"19"-2628"0"0,1 0 0 0 0,0 0 0 0 0,9-13 2222 0 0,-12 28-3840 0 0,-3-3-1027 0 0,0 0-1 0 0,1 0 1 0 0,-1 1-1 0 0,0-1 1 0 0,1 0-1 0 0,-1 0 1 0 0,0 0-1 0 0,0 0 1 0 0,1 0-1 0 0,-1 1 1 0 0,0-1-1 0 0,0 0 1 0 0,1 0-1 0 0,-1 0 1 0 0,0 1-1 0 0,0-1 1 0 0,1 0-1 0 0,-1 0 1 0 0,0 0-1 0 0,0 1 1 0 0,0-1-1 0 0,0 0 1 0 0,0 1-1 0 0,1-1 1 0 0,-1 0-1 0 0,0 0 1 0 0,0 1-1 0 0,0-1 1 0 0,0 0-1 0 0,0 1 1 0 0,2 11 374 0 0,-1 1-1 0 0,0 0 1 0 0,-1-1 0 0 0,0 1 0 0 0,-3 15-1 0 0,-15 69 92 0 0,6-37-250 0 0,-11 93-1125 0 0,17-52-7287 0 0,8-86 4713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8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1160 0 0,'0'-3'1906'0'0,"2"-60"7921"0"0,-2 61-9219 0 0,3-7 1005 0 0,1 12-1382 0 0,0-1 1 0 0,0 1-1 0 0,0 0 0 0 0,-1 1 0 0 0,1-1 1 0 0,-1 0-1 0 0,1 1 0 0 0,-1 0 0 0 0,3 5 0 0 0,24 43 513 0 0,-17-28-400 0 0,16 30-107 0 0,-2 2 0 0 0,-2 1-1 0 0,-3 2 1 0 0,-2 0-1 0 0,-3 0 1 0 0,-3 2-1 0 0,7 63 1 0 0,-14-52-994 0 0,-3 0 0 0 0,-3 0 0 0 0,-3 0-1 0 0,-3 0 1 0 0,-27 128 0 0 0,14-125-3226 0 0,-30 85 1 0 0,18-85-1513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0:59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47 1352 0 0,'0'0'3024'0'0,"-10"-6"1013"0"0,1 1-781 0 0,-1-1-1724 0 0,5-5-1468 0 0,8 3-692 0 0,8-2-1660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4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322 177 16 0 0,'6'-36'14258'0'0,"-9"53"-12697"0"0,2 34-877 0 0,1-51-674 0 0,0 1 0 0 0,0-1-1 0 0,0 1 1 0 0,0 0 0 0 0,1-1 0 0 0,-1 1 0 0 0,0-1 0 0 0,0 1 0 0 0,1-1-1 0 0,-1 0 1 0 0,0 1 0 0 0,1-1 0 0 0,-1 1 0 0 0,0-1 0 0 0,1 1 0 0 0,-1-1-1 0 0,1 0 1 0 0,-1 1 0 0 0,1-1 0 0 0,-1 0 0 0 0,0 0 0 0 0,1 1 0 0 0,-1-1-1 0 0,1 0 1 0 0,-1 0 0 0 0,1 0 0 0 0,0 1 0 0 0,-1-1 0 0 0,1 0 0 0 0,-1 0-1 0 0,1 0 1 0 0,0 0 0 0 0,1 0 20 0 0,1 0-1 0 0,-1 0 0 0 0,0 0 1 0 0,0 0-1 0 0,1 0 1 0 0,-1 0-1 0 0,0-1 0 0 0,4 0 1 0 0,3-3-10 0 0,-1 0-1 0 0,0 0 1 0 0,0-1 0 0 0,0 0-1 0 0,0-1 1 0 0,-1 0-1 0 0,0 0 1 0 0,0 0 0 0 0,0-1-1 0 0,-1 0 1 0 0,0 0 0 0 0,0-1-1 0 0,-1 0 1 0 0,0 0 0 0 0,0 0-1 0 0,-1 0 1 0 0,0-1 0 0 0,-1 0-1 0 0,0 0 1 0 0,3-13 0 0 0,-5 20-18 0 0,-1-1 0 0 0,0 1 1 0 0,1-1-1 0 0,-1 1 1 0 0,0-1-1 0 0,-1 1 1 0 0,1-1-1 0 0,0 1 0 0 0,-1-1 1 0 0,1 1-1 0 0,-1 0 1 0 0,0-1-1 0 0,1 1 0 0 0,-1 0 1 0 0,-1-1-1 0 0,1 1 1 0 0,-3-4-1 0 0,3 4-2 0 0,-1 1-1 0 0,0-1 1 0 0,1 1 0 0 0,-1 0-1 0 0,0 0 1 0 0,0 0-1 0 0,0 0 1 0 0,0 0 0 0 0,0 0-1 0 0,0 0 1 0 0,0 1-1 0 0,0-1 1 0 0,0 1 0 0 0,0 0-1 0 0,-1-1 1 0 0,-2 1-1 0 0,-3 1-5 0 0,1-1-1 0 0,0 1 0 0 0,0 0 1 0 0,0 1-1 0 0,0 0 0 0 0,0 0 1 0 0,1 0-1 0 0,-1 1 0 0 0,1 0 1 0 0,-1 0-1 0 0,-6 6 0 0 0,-15 13 16 0 0,1 1-1 0 0,2 1 1 0 0,0 1 0 0 0,2 2-1 0 0,0 0 1 0 0,2 2-1 0 0,-29 52 1 0 0,38-61-16 0 0,2 0 0 0 0,-16 43 0 0 0,24-58 9 0 0,0 1 0 0 0,1 0 0 0 0,-1-1 1 0 0,1 1-1 0 0,0 0 0 0 0,1 0 0 0 0,0 0 0 0 0,0-1 0 0 0,0 1 1 0 0,0 0-1 0 0,1 0 0 0 0,0 0 0 0 0,0-1 0 0 0,1 1 0 0 0,-1 0 1 0 0,1-1-1 0 0,3 6 0 0 0,-2-7 3 0 0,0-1-1 0 0,0 1 1 0 0,0-1-1 0 0,1 0 1 0 0,-1 0-1 0 0,1 0 1 0 0,0 0-1 0 0,0-1 1 0 0,0 1 0 0 0,0-1-1 0 0,0 0 1 0 0,0 0-1 0 0,1-1 1 0 0,-1 1-1 0 0,1-1 1 0 0,5 1-1 0 0,11 2-172 0 0,0-1 0 0 0,23 0 0 0 0,-42-3 137 0 0,67 5-578 0 0,-67-5 559 0 0,9 3-120 0 0,-34 8 218 0 0,0 1 0 0 0,1 1 0 0 0,0 1 0 0 0,1 1 0 0 0,1 1 0 0 0,0 0 0 0 0,2 2 0 0 0,-1 0 0 0 0,2 1 0 0 0,1 1 0 0 0,0 0 0 0 0,1 1 0 0 0,2 1 0 0 0,0 0 0 0 0,1 1 0 0 0,1 1 0 0 0,-11 37 0 0 0,20-55-40 0 0,0 0 0 0 0,1 0 1 0 0,0 0-1 0 0,0 0 1 0 0,1 0-1 0 0,0 0 0 0 0,0 0 1 0 0,0 0-1 0 0,1 0 1 0 0,-1 0-1 0 0,1 0 0 0 0,3 9 1 0 0,-2-12-5 0 0,-1 0-1 0 0,0-1 1 0 0,1 1 0 0 0,-1-1 0 0 0,1 1-1 0 0,0-1 1 0 0,0 0 0 0 0,0 1 0 0 0,0-1-1 0 0,0 0 1 0 0,0 0 0 0 0,1-1 0 0 0,-1 1 0 0 0,1 0-1 0 0,-1-1 1 0 0,1 1 0 0 0,-1-1 0 0 0,1 0-1 0 0,0 0 1 0 0,0 0 0 0 0,0 0 0 0 0,0-1-1 0 0,0 1 1 0 0,-1-1 0 0 0,1 0 0 0 0,0 0 0 0 0,5 0-1 0 0,10-1-65 0 0,-1 0 0 0 0,1-2 0 0 0,0 0 1 0 0,-1-1-1 0 0,28-10 0 0 0,82-41-940 0 0,-118 51 906 0 0,50-24-774 0 0,-2-3 0 0 0,-1-3 0 0 0,-2-2 0 0 0,-1-2 0 0 0,48-47 0 0 0,-68 54 684 0 0,-1-1 0 0 0,-2-2 0 0 0,-1-1 0 0 0,-2-2 0 0 0,-1 0 0 0 0,-2-2 0 0 0,-2 0 0 0 0,18-45 0 0 0,-31 59 906 0 0,-1 1 0 0 0,-1-1 0 0 0,-2-1 0 0 0,0 1 1 0 0,-2-1-1 0 0,-1 0 0 0 0,-1-30 0 0 0,-1 55-703 0 0,0 1 0 0 0,0-1-1 0 0,1 1 1 0 0,-1-1 0 0 0,0 1 0 0 0,0-1 0 0 0,0 1-1 0 0,0-1 1 0 0,0 0 0 0 0,0 1 0 0 0,-1-1 0 0 0,1 1-1 0 0,0-1 1 0 0,0 1 0 0 0,0-1 0 0 0,0 1 0 0 0,-1 0-1 0 0,1-1 1 0 0,0 1 0 0 0,0-1 0 0 0,-1 1 0 0 0,1-1-1 0 0,0 1 1 0 0,-1 0 0 0 0,1-1 0 0 0,0 1-1 0 0,-1-1 1 0 0,-9 8 102 0 0,-8 21-65 0 0,-21 50 252 0 0,3 3 0 0 0,4 1 0 0 0,-30 122 1 0 0,49-155-243 0 0,-10 79 0 0 0,21-113-47 0 0,1 0-1 0 0,0 0 1 0 0,1 0 0 0 0,1 0 0 0 0,0 0-1 0 0,1 0 1 0 0,1 0 0 0 0,1 0 0 0 0,9 27 0 0 0,-11-38-8 0 0,0 0 1 0 0,0 0 0 0 0,0 0 0 0 0,1-1 0 0 0,-1 1-1 0 0,1-1 1 0 0,0 1 0 0 0,0-1 0 0 0,0 0 0 0 0,1 0-1 0 0,-1 0 1 0 0,1-1 0 0 0,0 1 0 0 0,-1-1 0 0 0,1 0-1 0 0,7 3 1 0 0,-5-3-65 0 0,1 0-1 0 0,0-1 1 0 0,0 0-1 0 0,0 0 1 0 0,0 0 0 0 0,0-1-1 0 0,-1 0 1 0 0,1 0-1 0 0,13-3 1 0 0,-3-1-192 0 0,0 0-1 0 0,-1-1 1 0 0,1-1 0 0 0,-1-1 0 0 0,0 0 0 0 0,-1-1 0 0 0,26-17 0 0 0,-21 9 220 0 0,-1-1 0 0 0,0 0 1 0 0,-1-2-1 0 0,-1 0 0 0 0,0-1 1 0 0,-2 0-1 0 0,0-2 0 0 0,-2 1 1 0 0,0-2-1 0 0,18-45 0 0 0,-27 58 235 0 0,-1 1-1 0 0,0 0 1 0 0,-1 0 0 0 0,0-1-1 0 0,-1 0 1 0 0,0 1-1 0 0,0-1 1 0 0,-1 0 0 0 0,0 1-1 0 0,-2-11 1 0 0,2 19-204 0 0,0 1 0 0 0,0 0 0 0 0,0-1-1 0 0,-1 1 1 0 0,1-1 0 0 0,0 1 0 0 0,0 0 0 0 0,0-1 0 0 0,0 1 0 0 0,-1 0 0 0 0,1-1 0 0 0,0 1-1 0 0,0 0 1 0 0,-1-1 0 0 0,1 1 0 0 0,0 0 0 0 0,0-1 0 0 0,-1 1 0 0 0,1 0 0 0 0,0 0 0 0 0,-1-1-1 0 0,1 1 1 0 0,-1 0 0 0 0,1 0 0 0 0,0 0 0 0 0,-1 0 0 0 0,1-1 0 0 0,-1 1 0 0 0,1 0 0 0 0,0 0-1 0 0,-1 0 1 0 0,1 0 0 0 0,-1 0 0 0 0,1 0 0 0 0,0 0 0 0 0,-1 0 0 0 0,1 0 0 0 0,-1 0 0 0 0,1 0-1 0 0,0 1 1 0 0,-1-1 0 0 0,1 0 0 0 0,-1 0 0 0 0,1 0 0 0 0,0 0 0 0 0,-1 1 0 0 0,-16 10 17 0 0,7 0-13 0 0,-1 1-1 0 0,1-1 1 0 0,1 2 0 0 0,0 0 0 0 0,1 0-1 0 0,-10 21 1 0 0,-31 90-37 0 0,45-115 34 0 0,1 1-1 0 0,1 0 1 0 0,0 0-1 0 0,0 0 1 0 0,1 0 0 0 0,1 0-1 0 0,-1 0 1 0 0,1 0-1 0 0,1 0 1 0 0,2 15-1 0 0,-2-21 2 0 0,0-1-1 0 0,0 1 0 0 0,0-1 0 0 0,1 1 0 0 0,-1-1 1 0 0,1 0-1 0 0,0 1 0 0 0,0-1 0 0 0,0 0 0 0 0,0 0 1 0 0,0-1-1 0 0,1 1 0 0 0,-1 0 0 0 0,1-1 0 0 0,0 1 1 0 0,0-1-1 0 0,0 0 0 0 0,0 0 0 0 0,0 0 0 0 0,0 0 1 0 0,1-1-1 0 0,-1 1 0 0 0,0-1 0 0 0,1 0 0 0 0,-1 0 1 0 0,1 0-1 0 0,0 0 0 0 0,-1-1 0 0 0,1 0 1 0 0,0 1-1 0 0,5-2 0 0 0,6 0-196 0 0,1 0 0 0 0,-1-1 1 0 0,0-1-1 0 0,0-1 0 0 0,0 0 0 0 0,-1-1 1 0 0,1-1-1 0 0,-1 0 0 0 0,0 0 1 0 0,-1-2-1 0 0,0 0 0 0 0,20-15 0 0 0,5-7-431 0 0,-2-2 0 0 0,52-60 0 0 0,-21 10 476 0 0,-43 49 872 0 0,31-30 0 0 0,-53 61-677 0 0,-1 2-40 0 0,0 0 1 0 0,0 1-1 0 0,0-1 1 0 0,-1 1-1 0 0,1-1 1 0 0,0 1-1 0 0,0-1 1 0 0,0 1-1 0 0,-1-1 1 0 0,1 1-1 0 0,0-1 1 0 0,-1 1-1 0 0,1 0 1 0 0,0 0-1 0 0,-1-1 1 0 0,1 1-1 0 0,-1 0 1 0 0,1 0-1 0 0,-1 0 1 0 0,1-1-1 0 0,-1 1 1 0 0,0 0-1 0 0,0 0 1 0 0,1 0-1 0 0,-1 0 1 0 0,0 0-1 0 0,0 0 1 0 0,0 0-1 0 0,0 0 1 0 0,0 0-1 0 0,0 0 1 0 0,0 0-1 0 0,0-1 1 0 0,-1 3-1 0 0,-3 37 330 0 0,3-37-300 0 0,-6 28 374 0 0,-2 0 0 0 0,-2 0 0 0 0,0-1 0 0 0,-2-1-1 0 0,-1 0 1 0 0,-25 37 0 0 0,30-54 131 0 0,9-12-538 0 0,-1 0 0 0 0,1 0 0 0 0,0 0 0 0 0,0 0 0 0 0,0 0-1 0 0,-1 0 1 0 0,1 1 0 0 0,0-1 0 0 0,0 0 0 0 0,0 0 0 0 0,-1 0 0 0 0,1 0 0 0 0,0 0 0 0 0,0 0 0 0 0,-1 0 0 0 0,1 0 0 0 0,0 0 0 0 0,0 0 0 0 0,-1 0 0 0 0,1 0 0 0 0,0 0-1 0 0,0 0 1 0 0,0 0 0 0 0,-1 0 0 0 0,1 0 0 0 0,0-1 0 0 0,0 1 0 0 0,-1 0 0 0 0,1 0 0 0 0,0 0 0 0 0,0 0 0 0 0,0 0 0 0 0,0 0 0 0 0,-1-1 0 0 0,1 1 0 0 0,0 0 0 0 0,0 0-1 0 0,0 0 1 0 0,0-1 0 0 0,0 1 0 0 0,-1 0 0 0 0,1 0 0 0 0,0 0 0 0 0,0-1 0 0 0,0 1 0 0 0,0 0 0 0 0,0 0 0 0 0,0 0 0 0 0,0-1 0 0 0,0 1 0 0 0,0 0 0 0 0,0 0 0 0 0,0-1-1 0 0,0 1 1 0 0,0-4-25 0 0,1 0 0 0 0,-1 0-1 0 0,1 0 1 0 0,0 0-1 0 0,0 0 1 0 0,0 1 0 0 0,1-1-1 0 0,0 0 1 0 0,-1 1-1 0 0,5-7 1 0 0,-3 5-6 0 0,10-19-78 0 0,1 1-1 0 0,1 1 1 0 0,19-23 0 0 0,-25 34 72 0 0,1 1 0 0 0,1-1 0 0 0,-1 2-1 0 0,2-1 1 0 0,-1 2 0 0 0,1-1 0 0 0,18-8 0 0 0,-22 14 20 0 0,0 0 0 0 0,0 1 1 0 0,1 0-1 0 0,-1 0 0 0 0,0 1 1 0 0,0 0-1 0 0,1 0 0 0 0,-1 1 0 0 0,1 0 1 0 0,-1 1-1 0 0,0 0 0 0 0,1 0 1 0 0,-1 1-1 0 0,0 0 0 0 0,0 0 1 0 0,14 6-1 0 0,-17-6 13 0 0,0 1 0 0 0,1-1 1 0 0,-1 1-1 0 0,0 0 0 0 0,-1 0 0 0 0,1 0 0 0 0,-1 1 1 0 0,1 0-1 0 0,-1 0 0 0 0,0 0 0 0 0,0 0 0 0 0,-1 0 0 0 0,1 1 1 0 0,-1 0-1 0 0,0 0 0 0 0,0 0 0 0 0,-1 0 0 0 0,1 0 1 0 0,-1 0-1 0 0,0 1 0 0 0,-1-1 0 0 0,1 1 0 0 0,-1-1 1 0 0,0 1-1 0 0,0 7 0 0 0,-1-9 17 0 0,0 0 0 0 0,-1-1 0 0 0,1 1-1 0 0,-1 0 1 0 0,0 0 0 0 0,0-1 0 0 0,0 1 0 0 0,-1-1 0 0 0,1 1 0 0 0,-1-1-1 0 0,0 0 1 0 0,0 1 0 0 0,0-1 0 0 0,0 0 0 0 0,0 0 0 0 0,-4 3 0 0 0,5-5 14 0 0,0-1-29 0 0,0-1-1 0 0,0 1 1 0 0,1 0 0 0 0,-1-1 0 0 0,0 1-1 0 0,0 0 1 0 0,1-1 0 0 0,-1 1-1 0 0,0-1 1 0 0,1 0 0 0 0,-1 1 0 0 0,1-1-1 0 0,-1 1 1 0 0,1-1 0 0 0,-1 0 0 0 0,0 0-1 0 0,2-10-6 0 0,0 0 0 0 0,1 0 0 0 0,0 0 1 0 0,1 1-1 0 0,0-1 0 0 0,0 1 0 0 0,2 0 0 0 0,-1 0 0 0 0,1 0 0 0 0,11-16 0 0 0,-5 10-11 0 0,0 0 0 0 0,2 1-1 0 0,-1 1 1 0 0,2 0 0 0 0,21-17 0 0 0,-32 29 6 0 0,0-1 1 0 0,1 1 0 0 0,0-1-1 0 0,0 1 1 0 0,-1 0-1 0 0,1 0 1 0 0,0 1-1 0 0,0-1 1 0 0,1 1-1 0 0,-1 0 1 0 0,0 0-1 0 0,0 1 1 0 0,1-1-1 0 0,-1 1 1 0 0,0 0-1 0 0,1 0 1 0 0,-1 0-1 0 0,8 2 1 0 0,-9-1 10 0 0,0 0 0 0 0,1 0 1 0 0,-1 0-1 0 0,0 1 0 0 0,0 0 0 0 0,0-1 0 0 0,0 1 1 0 0,0 0-1 0 0,0 1 0 0 0,-1-1 0 0 0,1 0 1 0 0,-1 1-1 0 0,1 0 0 0 0,-1-1 0 0 0,0 1 0 0 0,0 0 1 0 0,0 0-1 0 0,-1 0 0 0 0,1 0 0 0 0,-1 1 1 0 0,1-1-1 0 0,-1 0 0 0 0,1 5 0 0 0,0 3 106 0 0,0 0 0 0 0,-1 0 0 0 0,0 0 0 0 0,-1 0 0 0 0,0 0 0 0 0,0 0 0 0 0,-4 19 0 0 0,-23 80 285 0 0,15-66-326 0 0,12-43-69 0 0,0-1 0 0 0,0 0 0 0 0,0 1 0 0 0,0-1 0 0 0,0 0-1 0 0,0 1 1 0 0,0-1 0 0 0,0 0 0 0 0,-1 1 0 0 0,1-1 0 0 0,1 0 0 0 0,-1 1 0 0 0,0-1 0 0 0,0 0 0 0 0,0 1 0 0 0,0-1 0 0 0,0 0 0 0 0,0 1 0 0 0,0-1 0 0 0,0 0 0 0 0,0 1 0 0 0,1-1 0 0 0,-1 0 0 0 0,0 1 0 0 0,0-1-1 0 0,0 0 1 0 0,1 0 0 0 0,-1 1 0 0 0,0-1 0 0 0,0 0 0 0 0,1 0 0 0 0,-1 1 0 0 0,0-1 0 0 0,1 0 0 0 0,-1 0 0 0 0,0 0 0 0 0,1 0 0 0 0,-1 0 0 0 0,0 1 0 0 0,1-1 0 0 0,-1 0 0 0 0,0 0 0 0 0,1 0 0 0 0,14-1-47 0 0,-14 0 48 0 0,18-4-240 0 0,0-1 0 0 0,-1-1 0 0 0,0-1 1 0 0,0 0-1 0 0,26-18 0 0 0,-5 4-263 0 0,101-62-1099 0 0,-120 69 1555 0 0,-1 0 1 0 0,0-1 0 0 0,-2-1-1 0 0,27-31 1 0 0,-41 45 144 0 0,-1 0 1 0 0,1 0-1 0 0,-1-1 0 0 0,0 1 0 0 0,0-1 1 0 0,0 1-1 0 0,0-1 0 0 0,0 0 1 0 0,-1 0-1 0 0,0 0 0 0 0,0 0 0 0 0,0 0 1 0 0,0 0-1 0 0,-1 0 0 0 0,1 0 1 0 0,-1 0-1 0 0,0 0 0 0 0,0 0 1 0 0,-1 0-1 0 0,1 0 0 0 0,-1 0 0 0 0,0 0 1 0 0,-2-8-1 0 0,2 12-85 0 0,1-1-1 0 0,-1 0 1 0 0,1 0 0 0 0,-1 1 0 0 0,1-1 0 0 0,-1 0-1 0 0,0 1 1 0 0,1-1 0 0 0,-1 1 0 0 0,0-1-1 0 0,0 1 1 0 0,1-1 0 0 0,-1 1 0 0 0,0-1-1 0 0,0 1 1 0 0,0 0 0 0 0,1-1 0 0 0,-1 1 0 0 0,0 0-1 0 0,0 0 1 0 0,0 0 0 0 0,0 0 0 0 0,0 0-1 0 0,0 0 1 0 0,1 0 0 0 0,-1 0 0 0 0,0 0-1 0 0,0 0 1 0 0,-2 1 0 0 0,0-1 3 0 0,0 1 0 0 0,0 0 1 0 0,0 0-1 0 0,1 0 0 0 0,-1 0 0 0 0,0 0 0 0 0,-4 3 1 0 0,-4 5 37 0 0,1 0 0 0 0,0 1 1 0 0,0 0-1 0 0,1 0 0 0 0,0 1 1 0 0,1 0-1 0 0,1 1 1 0 0,0-1-1 0 0,-6 14 0 0 0,3-4 22 0 0,2-1 0 0 0,0 1-1 0 0,2 1 1 0 0,-8 40 0 0 0,12-54-56 0 0,1 0 1 0 0,1 0-1 0 0,-1 0 1 0 0,1 0-1 0 0,1 0 0 0 0,-1 0 1 0 0,1 0-1 0 0,1 0 1 0 0,0 0-1 0 0,4 12 1 0 0,-5-17-17 0 0,1 0 0 0 0,0 1 1 0 0,0-1-1 0 0,0 0 0 0 0,0 0 0 0 0,1 0 1 0 0,-1 0-1 0 0,1 0 0 0 0,0-1 0 0 0,0 1 1 0 0,0-1-1 0 0,0 0 0 0 0,0 0 1 0 0,0 0-1 0 0,0 0 0 0 0,1 0 0 0 0,-1-1 1 0 0,1 0-1 0 0,0 1 0 0 0,-1-1 1 0 0,1-1-1 0 0,0 1 0 0 0,-1 0 0 0 0,6-1 1 0 0,6 1-232 0 0,-1-1 0 0 0,1-1 0 0 0,0-1-1 0 0,-1 0 1 0 0,1 0 0 0 0,-1-2 0 0 0,0 0 0 0 0,0 0 0 0 0,0-1 0 0 0,0-1 0 0 0,-1 0 0 0 0,0-1 0 0 0,0-1 0 0 0,-1 0-1 0 0,0 0 1 0 0,14-13 0 0 0,5-9-148 0 0,0-1-1 0 0,-2-1 0 0 0,-2-1 0 0 0,30-46 1 0 0,-44 59 776 0 0,31-34 0 0 0,-44 53-388 0 0,1 0-1 0 0,0 0 1 0 0,0 1 0 0 0,0-1 0 0 0,0 0 0 0 0,0 1 0 0 0,0-1 0 0 0,0 1-1 0 0,0-1 1 0 0,0 1 0 0 0,1-1 0 0 0,-1 1 0 0 0,0-1 0 0 0,0 1 0 0 0,0 0-1 0 0,0 0 1 0 0,1 0 0 0 0,-1 0 0 0 0,0 0 0 0 0,0 0 0 0 0,0 0 0 0 0,1 0 0 0 0,-1 0-1 0 0,0 1 1 0 0,0-1 0 0 0,0 0 0 0 0,0 1 0 0 0,0-1 0 0 0,0 1 0 0 0,1-1-1 0 0,-1 1 1 0 0,0-1 0 0 0,0 1 0 0 0,0 0 0 0 0,-1 0 0 0 0,1-1 0 0 0,0 1-1 0 0,0 0 1 0 0,0 0 0 0 0,0 1 0 0 0,3 3 91 0 0,-1-1 1 0 0,0 1-1 0 0,0-1 0 0 0,0 1 1 0 0,0 0-1 0 0,-1 0 0 0 0,2 6 1 0 0,0 3 75 0 0,-1 1 1 0 0,0 0-1 0 0,-1 0 1 0 0,-1 0-1 0 0,-1 0 0 0 0,0 0 1 0 0,0 0-1 0 0,-4 17 1 0 0,0-11 54 0 0,0 0 0 0 0,-2 0 0 0 0,0 0 0 0 0,-1-1 1 0 0,-12 23-1 0 0,-5-6 549 0 0,24-36-777 0 0,-1-1 0 0 0,1 1 0 0 0,0-1 1 0 0,-1 1-1 0 0,1-1 0 0 0,0 0 0 0 0,-1 1 0 0 0,1-1 0 0 0,0 0 1 0 0,-1 1-1 0 0,1-1 0 0 0,-1 0 0 0 0,1 1 0 0 0,-1-1 1 0 0,1 0-1 0 0,-1 0 0 0 0,1 1 0 0 0,-1-1 0 0 0,1 0 1 0 0,-1 0-1 0 0,1 0 0 0 0,-1 0 0 0 0,1 0 0 0 0,-1 0 0 0 0,1 0 1 0 0,-1 0-1 0 0,1 0 0 0 0,-1 0 0 0 0,1 0 0 0 0,-1 0 1 0 0,1 0-1 0 0,-1 0 0 0 0,1 0 0 0 0,-1-1 0 0 0,1 1 1 0 0,-1 0-1 0 0,1 0 0 0 0,-1 0 0 0 0,1-1 0 0 0,-1 1 0 0 0,1 0 1 0 0,-1-1-1 0 0,1 1 0 0 0,-1-1 0 0 0,0 0-4 0 0,0 0 0 0 0,0 0-1 0 0,0-1 1 0 0,0 1 0 0 0,0 0-1 0 0,0 0 1 0 0,0-1 0 0 0,1 1 0 0 0,-1 0-1 0 0,0-1 1 0 0,1 1 0 0 0,-1 0-1 0 0,1-1 1 0 0,-1-2 0 0 0,2-7-49 0 0,0 0 0 0 0,1 1 1 0 0,0-1-1 0 0,1 1 0 0 0,0-1 1 0 0,0 1-1 0 0,8-14 0 0 0,1-2-104 0 0,27-38-1 0 0,-26 44 99 0 0,2 1 0 0 0,26-27-1 0 0,-32 37 28 0 0,1 0 0 0 0,1 0 0 0 0,-1 1 1 0 0,1 1-1 0 0,0-1 0 0 0,16-6 0 0 0,-25 13 19 0 0,0 0 1 0 0,1 0 0 0 0,-1 0 0 0 0,0 0-1 0 0,0 0 1 0 0,1 1 0 0 0,-1-1 0 0 0,0 1-1 0 0,1-1 1 0 0,-1 1 0 0 0,0 0 0 0 0,1 0-1 0 0,-1 0 1 0 0,0 0 0 0 0,1 0 0 0 0,-1 1-1 0 0,0-1 1 0 0,1 1 0 0 0,-1-1 0 0 0,0 1-1 0 0,0 0 1 0 0,1 0 0 0 0,-1 0 0 0 0,0 0-1 0 0,0 1 1 0 0,0-1 0 0 0,0 0 0 0 0,2 3-1 0 0,-1 0 29 0 0,0 1-1 0 0,0-1 0 0 0,0 1 0 0 0,-1-1 0 0 0,0 1 1 0 0,0 0-1 0 0,0 0 0 0 0,-1 0 0 0 0,0 0 0 0 0,0 0 0 0 0,0 0 1 0 0,0 6-1 0 0,0 13 87 0 0,-1 0 0 0 0,-1 0 0 0 0,-1 0 0 0 0,-2 0 0 0 0,-6 27 1 0 0,4-22-58 0 0,1 1 0 0 0,-2 46 1 0 0,7-75-68 0 0,0 0 0 0 0,0 0 0 0 0,0 0 1 0 0,0 1-1 0 0,0-1 0 0 0,0 0 0 0 0,0 0 1 0 0,0 0-1 0 0,1 0 0 0 0,-1 1 0 0 0,0-1 0 0 0,1 0 1 0 0,-1 0-1 0 0,1 0 0 0 0,-1 0 0 0 0,1 0 0 0 0,0 0 1 0 0,0 0-1 0 0,-1 0 0 0 0,1 0 0 0 0,0 0 1 0 0,0 0-1 0 0,0-1 0 0 0,0 1 0 0 0,2 1 0 0 0,-1-1-38 0 0,0-1 0 0 0,0 0 0 0 0,0 1 0 0 0,0-1 0 0 0,0 0 0 0 0,0 0 0 0 0,0 0 0 0 0,0 0 0 0 0,0 0 0 0 0,-1 0 0 0 0,1-1 0 0 0,0 1 0 0 0,4-2 0 0 0,9-4-463 0 0,0 0 1 0 0,0-1-1 0 0,-1-1 0 0 0,1 0 0 0 0,-2-1 1 0 0,1-1-1 0 0,-1 0 0 0 0,-1 0 1 0 0,16-17-1 0 0,2-7-1895 0 0,-2 0 0 0 0,28-45 0 0 0,-23 29-1494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4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119 404 3200 0 0,'30'-66'3079'0'0,"-4"-1"1"0"0,-3-1-1 0 0,18-83 0 0 0,-37 135-2302 0 0,1-17 920 0 0,-5 31-1450 0 0,-2 3-196 0 0,0 1 0 0 0,1-1 1 0 0,-1 1-1 0 0,0 0 0 0 0,0-1 1 0 0,1 1-1 0 0,0 0 0 0 0,-1 0 1 0 0,1 0-1 0 0,0 1 0 0 0,-2 3 1 0 0,-24 61 1501 0 0,-36 135 1 0 0,3 78 1106 0 0,23-93-1275 0 0,33-169-1307 0 0,-9 39 395 0 0,-10 102 0 0 0,23-156-464 0 0,-1 0-1 0 0,1 0 0 0 0,0 0 1 0 0,1 1-1 0 0,-1-1 0 0 0,0 0 0 0 0,1 0 1 0 0,0 0-1 0 0,0 0 0 0 0,0 0 0 0 0,0 0 1 0 0,0-1-1 0 0,0 1 0 0 0,4 5 1 0 0,-3-6-44 0 0,0-1 1 0 0,0 1-1 0 0,0 0 1 0 0,0-1-1 0 0,0 0 1 0 0,0 1 0 0 0,1-1-1 0 0,-1 0 1 0 0,0 0-1 0 0,1 0 1 0 0,-1 0-1 0 0,1-1 1 0 0,-1 1 0 0 0,1-1-1 0 0,-1 1 1 0 0,1-1-1 0 0,-1 0 1 0 0,5 0-1 0 0,9-1-472 0 0,0-1 0 0 0,0 0 0 0 0,0-1 0 0 0,-1-1 0 0 0,1 0 0 0 0,-1-1 0 0 0,17-9 0 0 0,2-2-1192 0 0,-1-1 1 0 0,30-22-1 0 0,-41 23-906 0 0,0 0 0 0 0,18-20 1 0 0,-2-1-4526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4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80 1500 0 0,'-72'-5'4946'0'0,"-103"-10"6266"0"0,164 11-10242 0 0,15-1-414 0 0,18-2-181 0 0,107-9-442 0 0,163 2 1 0 0,-115 8-5603 0 0,-117 1-475 0 0,-36 2 935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6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372 190 2180 0 0,'0'0'2113'0'0,"-3"-23"5261"0"0,7-27-2043 0 0,-3 47-5079 0 0,-1 0-1 0 0,0 0 1 0 0,0 0 0 0 0,0-1-1 0 0,0 1 1 0 0,-1 0 0 0 0,1 0-1 0 0,-1 0 1 0 0,0 0-1 0 0,0 0 1 0 0,0 0 0 0 0,0 0-1 0 0,-1 0 1 0 0,-1-3 0 0 0,2 5-226 0 0,0 0 1 0 0,0 1-1 0 0,0-1 1 0 0,0 0 0 0 0,0 1-1 0 0,0-1 1 0 0,0 1-1 0 0,0-1 1 0 0,0 1 0 0 0,0-1-1 0 0,0 1 1 0 0,0 0-1 0 0,0-1 1 0 0,0 1 0 0 0,0 0-1 0 0,0 0 1 0 0,-1 0-1 0 0,1 0 1 0 0,0 0 0 0 0,-2 0-1 0 0,-22 5 115 0 0,14-1-121 0 0,1 1 0 0 0,0 0 1 0 0,0 0-1 0 0,0 1 0 0 0,1 0 0 0 0,-15 13 1 0 0,-49 51-9 0 0,68-65-12 0 0,-17 19-18 0 0,0 1 1 0 0,-26 41-1 0 0,39-52 12 0 0,1 0 0 0 0,0 1-1 0 0,1 0 1 0 0,0 0-1 0 0,1 1 1 0 0,-6 29 0 0 0,11-42 8 0 0,1 1 0 0 0,-1 0 0 0 0,1-1 1 0 0,0 1-1 0 0,0 0 0 0 0,0 0 0 0 0,0-1 1 0 0,1 1-1 0 0,-1 0 0 0 0,1 0 0 0 0,0-1 1 0 0,1 1-1 0 0,-1-1 0 0 0,3 6 0 0 0,-2-6 1 0 0,-1-1-1 0 0,1 0 1 0 0,0-1-1 0 0,-1 1 0 0 0,1 0 1 0 0,0 0-1 0 0,0-1 1 0 0,0 1-1 0 0,0-1 1 0 0,1 0-1 0 0,-1 1 0 0 0,0-1 1 0 0,1 0-1 0 0,-1 0 1 0 0,0-1-1 0 0,1 1 0 0 0,-1 0 1 0 0,1-1-1 0 0,-1 0 1 0 0,1 1-1 0 0,-1-1 1 0 0,4 0-1 0 0,4-1-25 0 0,-1 1 1 0 0,0-1-1 0 0,0-1 0 0 0,1 0 1 0 0,-1 0-1 0 0,0-1 0 0 0,-1 0 1 0 0,1 0-1 0 0,0-1 0 0 0,8-5 1 0 0,-4 1-20 0 0,-1-1 0 0 0,1 0 0 0 0,-2-1 1 0 0,1 0-1 0 0,15-19 0 0 0,-2-3 67 0 0,-1-2 0 0 0,-1-1-1 0 0,29-62 1 0 0,-37 69 26 0 0,-13 26-65 0 0,-3 15-72 0 0,0 0 88 0 0,-1 0-1 0 0,-7 22 1 0 0,-2 19-36 0 0,7-27 16 0 0,1-6 7 0 0,0 1-1 0 0,1 25 0 0 0,2-43 22 0 0,0 1 0 0 0,1 0-1 0 0,-1 0 1 0 0,1 0 0 0 0,0 0-1 0 0,0-1 1 0 0,1 1 0 0 0,-1 0 0 0 0,1-1-1 0 0,0 1 1 0 0,1-1 0 0 0,-1 0-1 0 0,1 1 1 0 0,-1-1 0 0 0,5 4-1 0 0,-4-6-4 0 0,-1 1-1 0 0,1-1 0 0 0,-1 0 0 0 0,1-1 1 0 0,0 1-1 0 0,0 0 0 0 0,0-1 1 0 0,0 1-1 0 0,0-1 0 0 0,0 0 1 0 0,0 0-1 0 0,0-1 0 0 0,1 1 1 0 0,4 0-1 0 0,-1-1-5 0 0,-1 0 1 0 0,0 0-1 0 0,1-1 1 0 0,-1 0-1 0 0,0 0 0 0 0,0 0 1 0 0,8-4-1 0 0,1-1-21 0 0,-1 0 0 0 0,1-2 0 0 0,-1 0 0 0 0,-1 0 0 0 0,17-13 0 0 0,-11 4-4 0 0,0 0 1 0 0,-1-1 0 0 0,-1-1 0 0 0,-1-1 0 0 0,-1 0 0 0 0,0-1-1 0 0,-1-1 1 0 0,-2 0 0 0 0,0-1 0 0 0,-2 0 0 0 0,0 0-1 0 0,12-49 1 0 0,-20 62 32 0 0,0 1 1 0 0,-1-1-1 0 0,0-1 0 0 0,-1 1 0 0 0,0 0 0 0 0,-3-19 0 0 0,2 26-3 0 0,1 0 0 0 0,-1 0 0 0 0,1 0-1 0 0,-1 0 1 0 0,0 0 0 0 0,-1 0 0 0 0,1 1 0 0 0,0-1-1 0 0,-1 0 1 0 0,1 1 0 0 0,-1-1 0 0 0,0 1-1 0 0,0-1 1 0 0,0 1 0 0 0,0 0 0 0 0,-1 0 0 0 0,1 0-1 0 0,0 0 1 0 0,-1 0 0 0 0,1 0 0 0 0,-1 1 0 0 0,0-1-1 0 0,0 1 1 0 0,1 0 0 0 0,-1 0 0 0 0,0 0-1 0 0,-5-1 1 0 0,4 1-2 0 0,1 1 0 0 0,-1 0 0 0 0,0 0 0 0 0,1 1-1 0 0,-1-1 1 0 0,1 1 0 0 0,-1-1 0 0 0,1 1 0 0 0,-1 0 0 0 0,1 1-1 0 0,-1-1 1 0 0,1 0 0 0 0,0 1 0 0 0,0 0 0 0 0,0 0 0 0 0,0 0-1 0 0,0 0 1 0 0,0 0 0 0 0,-4 5 0 0 0,5-5-1 0 0,0 0 1 0 0,1 0-1 0 0,-1 1 0 0 0,0-1 1 0 0,1 0-1 0 0,0 1 0 0 0,0-1 1 0 0,0 1-1 0 0,0-1 0 0 0,0 1 1 0 0,0-1-1 0 0,0 1 1 0 0,1 0-1 0 0,0-1 0 0 0,-1 1 1 0 0,1 0-1 0 0,0 0 0 0 0,0-1 1 0 0,0 1-1 0 0,1 0 0 0 0,-1-1 1 0 0,1 1-1 0 0,-1 0 0 0 0,1-1 1 0 0,0 1-1 0 0,0-1 1 0 0,0 1-1 0 0,1-1 0 0 0,0 3 1 0 0,3 1-80 0 0,0 1 0 0 0,0-2 1 0 0,0 1-1 0 0,1 0 0 0 0,0-1 1 0 0,0 0-1 0 0,0-1 0 0 0,0 1 1 0 0,1-1-1 0 0,0 0 0 0 0,0-1 1 0 0,0 0-1 0 0,15 5 0 0 0,-4-2-318 0 0,1-2-1 0 0,0 0 1 0 0,0 0-1 0 0,30 0 1 0 0,-37-4 292 0 0,-1 0 1 0 0,1-1-1 0 0,-1-1 0 0 0,0 1 0 0 0,0-2 1 0 0,0 1-1 0 0,0-2 0 0 0,0 1 1 0 0,0-2-1 0 0,-1 1 0 0 0,0-1 0 0 0,11-7 1 0 0,-11 5 390 0 0,0-1 0 0 0,-1 0 1 0 0,0 0-1 0 0,0 0 0 0 0,-1-1 0 0 0,12-16 1 0 0,-15 13 235 0 0,-14 13-39 0 0,-12 12-93 0 0,0 9-90 0 0,0 1 0 0 0,1 2 0 0 0,2-1 0 0 0,0 2 1 0 0,-18 37-1 0 0,21-35-190 0 0,1 1 0 0 0,-10 33 0 0 0,20-52-94 0 0,1 1-1 0 0,1-1 1 0 0,0 1-1 0 0,0 0 1 0 0,1 0 0 0 0,0-1-1 0 0,1 1 1 0 0,0 0-1 0 0,4 21 1 0 0,-4-29-18 0 0,1 0-1 0 0,0-1 1 0 0,-1 1 0 0 0,1 0-1 0 0,0-1 1 0 0,1 1 0 0 0,-1-1-1 0 0,0 0 1 0 0,1 1-1 0 0,0-1 1 0 0,-1 0 0 0 0,1 0-1 0 0,0 0 1 0 0,0 0 0 0 0,0 0-1 0 0,0 0 1 0 0,5 3 0 0 0,-4-4-38 0 0,1 1 1 0 0,-1-1-1 0 0,1 0 1 0 0,0 0 0 0 0,-1 0-1 0 0,1 0 1 0 0,0 0-1 0 0,0-1 1 0 0,0 0-1 0 0,0 0 1 0 0,5 0 0 0 0,4-2-129 0 0,0-1 0 0 0,-1 0-1 0 0,1 0 1 0 0,-1-1 0 0 0,0-1 0 0 0,19-10 0 0 0,2-4-32 0 0,0-2 1 0 0,-2-2-1 0 0,0-1 0 0 0,-1-1 0 0 0,-2-1 1 0 0,0-2-1 0 0,-2-1 0 0 0,-2-1 0 0 0,33-50 1 0 0,-47 62 928 0 0,0 0 0 0 0,-1-1-1 0 0,9-29 1 0 0,-18 47-690 0 0,1 1 0 0 0,-1-1 0 0 0,1 0 0 0 0,-1 1 0 0 0,0-1 0 0 0,1 0-1 0 0,-1 0 1 0 0,0 1 0 0 0,0-1 0 0 0,0 0 0 0 0,0 1 0 0 0,0-1 0 0 0,1 0 0 0 0,-1 0-1 0 0,0 1 1 0 0,0-1 0 0 0,-1 0 0 0 0,1 0 0 0 0,0 1 0 0 0,0-1 0 0 0,0 0 0 0 0,0 1-1 0 0,-1-1 1 0 0,1 0 0 0 0,0 1 0 0 0,-1-1 0 0 0,0-1 0 0 0,0 3-25 0 0,0-1-1 0 0,0 1 1 0 0,0-1 0 0 0,0 1 0 0 0,0-1-1 0 0,0 1 1 0 0,0 0 0 0 0,0-1 0 0 0,0 1-1 0 0,0 0 1 0 0,0 0 0 0 0,1-1 0 0 0,-1 1-1 0 0,0 0 1 0 0,0 0 0 0 0,1 0 0 0 0,-1 0-1 0 0,0 2 1 0 0,-16 23 161 0 0,1 1 0 0 0,1 0 0 0 0,-13 36 0 0 0,21-45-115 0 0,0 0 0 0 0,2 1-1 0 0,0 0 1 0 0,2 0 0 0 0,0 0-1 0 0,-1 27 1 0 0,4-43-54 0 0,0 0 0 0 0,0 0-1 0 0,0 0 1 0 0,0 0 0 0 0,1 0 0 0 0,-1 0 0 0 0,1 0 0 0 0,0 0-1 0 0,0 0 1 0 0,0-1 0 0 0,0 1 0 0 0,1 0 0 0 0,-1 0 0 0 0,1-1-1 0 0,0 1 1 0 0,-1-1 0 0 0,1 0 0 0 0,0 1 0 0 0,3 1 0 0 0,-2-2-12 0 0,0 0 1 0 0,1 0-1 0 0,-1 0 1 0 0,1 0-1 0 0,-1-1 1 0 0,1 0-1 0 0,-1 1 1 0 0,1-1-1 0 0,0-1 1 0 0,0 1-1 0 0,0 0 1 0 0,-1-1-1 0 0,6 0 1 0 0,5-1-58 0 0,0 0 1 0 0,-1-1 0 0 0,1-1 0 0 0,0 0 0 0 0,-1-1-1 0 0,1 0 1 0 0,14-7 0 0 0,-3-2-51 0 0,0-1 1 0 0,-1 0 0 0 0,0-2-1 0 0,-2-1 1 0 0,0-1 0 0 0,0-1-1 0 0,20-23 1 0 0,-10 4 141 0 0,-1 0 0 0 0,-2-2 0 0 0,31-55 0 0 0,-6-8 1746 0 0,-53 101-1711 0 0,-3 4-9 0 0,-31 52 343 0 0,2 1 1 0 0,-41 99-1 0 0,40-81 4 0 0,-138 342 1349 0 0,-16 36-573 0 0,165-407-1068 0 0,-2-1 1 0 0,-2-1 0 0 0,-33 43 0 0 0,45-67-67 0 0,-1-1 0 0 0,-1-1 0 0 0,-1 0 1 0 0,-1-1-1 0 0,0-1 0 0 0,0 0 0 0 0,-1-1 1 0 0,-1-2-1 0 0,-24 12 0 0 0,36-19-24 0 0,-1-1 0 0 0,1-1 0 0 0,-1 1 0 0 0,0-1-1 0 0,0-1 1 0 0,0 1 0 0 0,0-2 0 0 0,0 1 0 0 0,-1-1 0 0 0,1 0 0 0 0,0 0-1 0 0,0-1 1 0 0,-13-3 0 0 0,16 2-15 0 0,0 0 1 0 0,0 0-1 0 0,-1 0 0 0 0,2 0 1 0 0,-1-1-1 0 0,0 0 0 0 0,0 0 0 0 0,1 0 1 0 0,0 0-1 0 0,0-1 0 0 0,0 0 0 0 0,0 0 1 0 0,0 0-1 0 0,1 0 0 0 0,0 0 1 0 0,0-1-1 0 0,0 0 0 0 0,0 1 0 0 0,1-1 1 0 0,-1 0-1 0 0,-1-7 0 0 0,1 0-29 0 0,0 0 1 0 0,1 0-1 0 0,1 0 0 0 0,0 0 0 0 0,1-1 0 0 0,0 1 1 0 0,0 0-1 0 0,2 0 0 0 0,-1-1 0 0 0,2 1 1 0 0,-1 0-1 0 0,2 1 0 0 0,-1-1 0 0 0,9-15 0 0 0,3-6-315 0 0,1 1 0 0 0,2 1-1 0 0,36-47 1 0 0,-17 31-574 0 0,2 3 0 0 0,1 1 0 0 0,3 1 0 0 0,1 3 0 0 0,63-43-1 0 0,14 4-3904 0 0,7 11-4477 0 0,-94 51 2231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123 980 1608 0 0,'-22'15'3020'0'0,"4"-4"-476"0"0,-26 21 0 0 0,41-29-2282 0 0,-1 0 0 0 0,1 0 0 0 0,0 0 0 0 0,0 1 0 0 0,0-1 0 0 0,0 1 0 0 0,0 0 0 0 0,1 0 0 0 0,0 0 0 0 0,0 0 0 0 0,0 1 0 0 0,-2 7 1 0 0,3-10-201 0 0,1-1 0 0 0,0 0 0 0 0,-1 0 1 0 0,1 1-1 0 0,0-1 0 0 0,0 0 1 0 0,0 1-1 0 0,0-1 0 0 0,0 0 0 0 0,1 1 1 0 0,-1-1-1 0 0,0 0 0 0 0,0 0 0 0 0,1 1 1 0 0,-1-1-1 0 0,1 0 0 0 0,-1 0 1 0 0,1 1-1 0 0,0-1 0 0 0,0 0 0 0 0,-1 0 1 0 0,1 0-1 0 0,0 0 0 0 0,0 0 1 0 0,0 0-1 0 0,0 0 0 0 0,0-1 0 0 0,0 1 1 0 0,0 0-1 0 0,0 0 0 0 0,0-1 1 0 0,0 1-1 0 0,1-1 0 0 0,-1 1 0 0 0,0-1 1 0 0,0 1-1 0 0,1-1 0 0 0,-1 0 1 0 0,0 0-1 0 0,1 1 0 0 0,-1-1 0 0 0,2 0 1 0 0,5 0 30 0 0,0 0 0 0 0,0 0 0 0 0,-1-1 0 0 0,1 0 0 0 0,12-3 0 0 0,-3-1-50 0 0,-1-1 0 0 0,0-1 1 0 0,-1 0-1 0 0,0-1 0 0 0,0 0 0 0 0,0-2 0 0 0,-1 0 1 0 0,0 0-1 0 0,-1-1 0 0 0,-1-1 0 0 0,1 0 1 0 0,-2 0-1 0 0,11-16 0 0 0,5-9-167 0 0,-1-1-1 0 0,-2-2 1 0 0,30-70-1 0 0,-15 18-260 0 0,37-142-1 0 0,7-105 600 0 0,-64 248 150 0 0,-159 538 374 0 0,-19 74 65 0 0,152-494-777 0 0,-18 87 48 0 0,22-96-31 0 0,1 1 0 0 0,1 0 0 0 0,1 37 0 0 0,0-53-37 0 0,1-1 1 0 0,-1 0 0 0 0,0 0 0 0 0,1 1-1 0 0,-1-1 1 0 0,1 0 0 0 0,-1 0 0 0 0,1 0-1 0 0,0 0 1 0 0,0 0 0 0 0,0 0-1 0 0,0 0 1 0 0,1 0 0 0 0,-1 0 0 0 0,0 0-1 0 0,1-1 1 0 0,-1 1 0 0 0,1 0 0 0 0,0-1-1 0 0,-1 1 1 0 0,1-1 0 0 0,0 0 0 0 0,0 0-1 0 0,0 0 1 0 0,0 0 0 0 0,0 0-1 0 0,0 0 1 0 0,0 0 0 0 0,0 0 0 0 0,1-1-1 0 0,-1 1 1 0 0,0-1 0 0 0,0 0 0 0 0,1 0-1 0 0,-1 0 1 0 0,0 0 0 0 0,0 0 0 0 0,1 0-1 0 0,3-1 1 0 0,4-1-35 0 0,-1 0-1 0 0,1 0 1 0 0,-1-1 0 0 0,0-1 0 0 0,0 0-1 0 0,0 0 1 0 0,0 0 0 0 0,9-7-1 0 0,5-6-142 0 0,0-1-1 0 0,-1-1 1 0 0,-1-1-1 0 0,-1 0 1 0 0,24-32-1 0 0,-17 15-42 0 0,-2-1 0 0 0,35-70 1 0 0,-48 82 168 0 0,17-50 1 0 0,-26 67 100 0 0,0-1 0 0 0,-1 0 0 0 0,0 0 0 0 0,-1 0 0 0 0,0 0 0 0 0,-1 0 0 0 0,0 0 0 0 0,-2-18 1 0 0,2 27-55 0 0,0 0 1 0 0,0 0-1 0 0,-1 0 1 0 0,1 0 0 0 0,0-1-1 0 0,-1 1 1 0 0,1 0 0 0 0,0 0-1 0 0,-1 0 1 0 0,1 0-1 0 0,-1 0 1 0 0,1 0 0 0 0,-1 1-1 0 0,0-1 1 0 0,1 0 0 0 0,-1 0-1 0 0,0 0 1 0 0,0 0-1 0 0,0 1 1 0 0,0-1 0 0 0,1 0-1 0 0,-1 1 1 0 0,0-1 0 0 0,0 1-1 0 0,0-1 1 0 0,0 1 0 0 0,0 0-1 0 0,0-1 1 0 0,-1 1-1 0 0,1 0 1 0 0,0-1 0 0 0,0 1-1 0 0,0 0 1 0 0,0 0 0 0 0,0 0-1 0 0,0 0 1 0 0,0 0-1 0 0,0 1 1 0 0,-1-1 0 0 0,1 0-1 0 0,0 0 1 0 0,0 1 0 0 0,0-1-1 0 0,0 0 1 0 0,0 1-1 0 0,0-1 1 0 0,0 1 0 0 0,0-1-1 0 0,-1 2 1 0 0,-2 0-1 0 0,0 1 0 0 0,0 0 0 0 0,0 0-1 0 0,0 0 1 0 0,1 0 0 0 0,-1 0 0 0 0,1 1 0 0 0,0-1 0 0 0,0 1 0 0 0,-4 6 0 0 0,5-7-2 0 0,1 1 1 0 0,-1-1 0 0 0,1 0-1 0 0,-1 1 1 0 0,1-1 0 0 0,0 1-1 0 0,1 0 1 0 0,-1-1 0 0 0,1 1 0 0 0,-1 0-1 0 0,1-1 1 0 0,0 1 0 0 0,0 0-1 0 0,1 0 1 0 0,-1-1 0 0 0,1 1-1 0 0,0-1 1 0 0,0 1 0 0 0,1 3-1 0 0,1-2 2 0 0,-1-1 0 0 0,1 0-1 0 0,0 0 1 0 0,0 0 0 0 0,0 0-1 0 0,1 0 1 0 0,0-1 0 0 0,-1 0-1 0 0,1 1 1 0 0,0-1-1 0 0,0-1 1 0 0,7 5 0 0 0,5 0-105 0 0,-1-1 0 0 0,1 0-1 0 0,0 0 1 0 0,0-2 0 0 0,1 0 0 0 0,-1-1 0 0 0,24 1 0 0 0,-20-3-125 0 0,0-1-1 0 0,-1 0 1 0 0,1-2 0 0 0,0-1-1 0 0,37-9 1 0 0,-48 10 274 0 0,0-1 0 0 0,-1 0 0 0 0,1-1 0 0 0,-1 0 1 0 0,0 0-1 0 0,0-1 0 0 0,0 0 0 0 0,-1 0 0 0 0,0-1 0 0 0,0 1 0 0 0,0-2 1 0 0,0 1-1 0 0,-1-1 0 0 0,0 0 0 0 0,5-8 0 0 0,-10 13-6 0 0,0 1 0 0 0,0 0-1 0 0,-1-1 1 0 0,1 1 0 0 0,0-1-1 0 0,0 1 1 0 0,-1-1 0 0 0,1 1 0 0 0,-1-1-1 0 0,1 1 1 0 0,-1-1 0 0 0,0 0-1 0 0,1 1 1 0 0,-1-1 0 0 0,0 0 0 0 0,0 1-1 0 0,0-1 1 0 0,0 1 0 0 0,-1-1-1 0 0,0-2 1 0 0,1 2 36 0 0,-3 2-42 0 0,0 0 0 0 0,0 0 0 0 0,-1 0-1 0 0,1 1 1 0 0,0-1 0 0 0,0 1 0 0 0,0-1 0 0 0,0 1-1 0 0,0 0 1 0 0,0 0 0 0 0,0 0 0 0 0,1 1 0 0 0,-1-1-1 0 0,0 1 1 0 0,1-1 0 0 0,-5 4 0 0 0,-40 36 679 0 0,43-37-637 0 0,-40 38 550 0 0,-49 62 0 0 0,81-89-578 0 0,0 1-1 0 0,1 1 0 0 0,1 0 0 0 0,0 1 1 0 0,1 0-1 0 0,1 0 0 0 0,-11 39 0 0 0,18-54-93 0 0,0 1 0 0 0,1 0 0 0 0,-1 0-1 0 0,1-1 1 0 0,-1 1 0 0 0,1 0-1 0 0,0 0 1 0 0,1 0 0 0 0,-1-1-1 0 0,1 1 1 0 0,-1 0 0 0 0,1 0-1 0 0,0-1 1 0 0,1 1 0 0 0,-1 0-1 0 0,2 3 1 0 0,0-4-113 0 0,-1-1 0 0 0,0 1 0 0 0,1-1 0 0 0,-1 1-1 0 0,1-1 1 0 0,-1 0 0 0 0,1 0 0 0 0,0 0 0 0 0,0-1 0 0 0,0 1 0 0 0,0-1-1 0 0,0 1 1 0 0,1-1 0 0 0,-1 0 0 0 0,0 0 0 0 0,1 0 0 0 0,-1-1 0 0 0,4 1-1 0 0,10 0-675 0 0,0 0-1 0 0,-1-1 0 0 0,1-1 1 0 0,0-1-1 0 0,0-1 0 0 0,-1 0 1 0 0,1-1-1 0 0,-1 0 0 0 0,0-1 1 0 0,-1-1-1 0 0,19-10 0 0 0,4-2-2401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7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297 184 432 0 0,'8'-10'1438'0'0,"-1"-1"-1"0"0,0-1 1 0 0,-1 1-1 0 0,0-1 1 0 0,5-14 0 0 0,-9 21-1000 0 0,-1-1 1 0 0,1 1-1 0 0,-1-1 1 0 0,0 1 0 0 0,0-1-1 0 0,-1 1 1 0 0,1-1-1 0 0,-1 0 1 0 0,-1 1-1 0 0,1-1 1 0 0,-1 0-1 0 0,0 1 1 0 0,0-1 0 0 0,-2-5-1 0 0,2 10-401 0 0,1 0 0 0 0,-1 0 0 0 0,0 0 0 0 0,1 1 0 0 0,-1-1 0 0 0,0 0 0 0 0,1 0 0 0 0,-1 1 0 0 0,0-1 0 0 0,0 1 0 0 0,0-1 1 0 0,0 0-1 0 0,1 1 0 0 0,-1 0 0 0 0,0-1 0 0 0,0 1 0 0 0,0-1 0 0 0,0 1 0 0 0,0 0 0 0 0,0 0 0 0 0,0 0 0 0 0,0 0 0 0 0,0 0 0 0 0,0 0 0 0 0,0 0 0 0 0,0 0 0 0 0,0 0 0 0 0,-2 0 0 0 0,-27 9 459 0 0,19-2-307 0 0,0 0-1 0 0,0 0 0 0 0,0 1 0 0 0,1 0 1 0 0,1 1-1 0 0,-10 10 0 0 0,-48 63 540 0 0,57-68-643 0 0,-13 16 113 0 0,1 2 0 0 0,-21 40 0 0 0,37-59-163 0 0,0-1 0 0 0,1 1 0 0 0,0 0 0 0 0,1 0 0 0 0,0 0-1 0 0,1 0 1 0 0,1 1 0 0 0,0 0 0 0 0,0 22 0 0 0,2-33-71 0 0,0 0 0 0 0,0 0 0 0 0,1 1 0 0 0,-1-1 0 0 0,1 0 0 0 0,0 0 0 0 0,0 0 0 0 0,0 0 0 0 0,0 0 0 0 0,1 0 0 0 0,-1 0 0 0 0,1 0 0 0 0,0 0 0 0 0,-1-1 0 0 0,1 1 0 0 0,1-1 0 0 0,-1 1 0 0 0,0-1 0 0 0,0 0 0 0 0,1 0 0 0 0,0 0 0 0 0,-1 0 0 0 0,1 0 0 0 0,0-1 0 0 0,0 1 0 0 0,0-1 0 0 0,0 1 0 0 0,0-1 0 0 0,0 0 0 0 0,0 0 0 0 0,4 0 0 0 0,-1 0-128 0 0,0-1 0 0 0,1 1 1 0 0,-1-1-1 0 0,1-1 0 0 0,-1 1 0 0 0,0-1 1 0 0,1 0-1 0 0,-1 0 0 0 0,0-1 1 0 0,0 0-1 0 0,0 0 0 0 0,0 0 0 0 0,0-1 1 0 0,0 0-1 0 0,6-4 0 0 0,0-2-21 0 0,-1 0 0 0 0,-1-1 0 0 0,1 0 0 0 0,-2-1-1 0 0,1 0 1 0 0,-1 0 0 0 0,-1-1 0 0 0,8-15 0 0 0,8-18 448 0 0,17-46 0 0 0,-22 46 641 0 0,-9 17-158 0 0,8-14-10 0 0,-17 41-610 0 0,-1 2-87 0 0,1 1 1 0 0,0-1 0 0 0,-1 1-1 0 0,0 0 1 0 0,1-1 0 0 0,-1 1 0 0 0,0 0-1 0 0,0-1 1 0 0,0 1 0 0 0,0 2-1 0 0,-4 30 472 0 0,-2 0-1 0 0,-12 35 1 0 0,9-34-645 0 0,-9 61 0 0 0,17-93-38 0 0,1-1-1 0 0,0 1 1 0 0,0 0 0 0 0,0 0 0 0 0,0 0 0 0 0,0-1-1 0 0,1 1 1 0 0,-1 0 0 0 0,1 0 0 0 0,0-1-1 0 0,0 1 1 0 0,0 0 0 0 0,0-1 0 0 0,0 1 0 0 0,0-1-1 0 0,1 1 1 0 0,-1-1 0 0 0,1 0 0 0 0,0 0-1 0 0,4 4 1 0 0,-5-5-52 0 0,1 1 0 0 0,0-2 0 0 0,0 1 0 0 0,0 0 1 0 0,0 0-1 0 0,0 0 0 0 0,0-1 0 0 0,0 1 0 0 0,0-1 0 0 0,0 0 0 0 0,1 0 0 0 0,-1 0 0 0 0,0 0 0 0 0,0 0 0 0 0,0 0 0 0 0,0 0 0 0 0,0-1 0 0 0,0 1 0 0 0,0-1 0 0 0,1 1 0 0 0,-1-1 0 0 0,-1 0 1 0 0,1 0-1 0 0,0 0 0 0 0,0 0 0 0 0,0 0 0 0 0,0 0 0 0 0,1-2 0 0 0,28-23-3895 0 0,-15 8 1173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8.4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1 331 5629 0 0,'25'-48'1652'0'0,"-1"1"1448"0"0,51-73 0 0 0,-74 118-3061 0 0,0 0 0 0 0,1 0 0 0 0,0 0 0 0 0,-1 0 0 0 0,1 0 0 0 0,0 1 0 0 0,0-1 0 0 0,0 1 0 0 0,0-1 0 0 0,0 1 0 0 0,0 0 0 0 0,1 0 0 0 0,-1 0 0 0 0,3-1 0 0 0,-3 1-5 0 0,-1 1 0 0 0,1 0-1 0 0,0 0 1 0 0,-1 0 0 0 0,1 0 0 0 0,-1 0-1 0 0,1 0 1 0 0,-1 1 0 0 0,1-1-1 0 0,-1 0 1 0 0,1 1 0 0 0,-1-1 0 0 0,1 1-1 0 0,-1 0 1 0 0,0-1 0 0 0,1 1 0 0 0,1 2-1 0 0,0 0 84 0 0,1 0 0 0 0,-1 0 0 0 0,0 1 0 0 0,0-1 0 0 0,0 1 0 0 0,-1 0 0 0 0,1 0 0 0 0,-1 0 0 0 0,0 0-1 0 0,0 0 1 0 0,-1 1 0 0 0,1-1 0 0 0,1 8 0 0 0,-1 3 133 0 0,0 0 0 0 0,0 1 0 0 0,-2-1 0 0 0,0 0 0 0 0,-1 1 0 0 0,0-1 0 0 0,-1 1-1 0 0,-6 20 1 0 0,6-26-159 0 0,-1 1 0 0 0,-1-1-1 0 0,0 0 1 0 0,0 0-1 0 0,-1 0 1 0 0,0 0 0 0 0,-1-1-1 0 0,0 0 1 0 0,0 0-1 0 0,-1-1 1 0 0,0 0 0 0 0,-15 13-1 0 0,22-20-85 0 0,-1 0 0 0 0,0-1 0 0 0,0 1 1 0 0,1 0-1 0 0,-1-1 0 0 0,0 1 0 0 0,0-1 0 0 0,0 1 0 0 0,0-1 0 0 0,0 1 0 0 0,0-1 1 0 0,0 1-1 0 0,0-1 0 0 0,0 0 0 0 0,0 0 0 0 0,0 0 0 0 0,0 1 0 0 0,0-1 0 0 0,0 0 1 0 0,0 0-1 0 0,0 0 0 0 0,0 0 0 0 0,0 0 0 0 0,0-1 0 0 0,0 1 0 0 0,0 0 0 0 0,0 0 0 0 0,0-1 1 0 0,0 1-1 0 0,1-1 0 0 0,-1 1 0 0 0,-2-2 0 0 0,2 1-16 0 0,1 0 1 0 0,-1-1-1 0 0,0 1 1 0 0,0-1-1 0 0,1 1 0 0 0,-1-1 1 0 0,1 0-1 0 0,0 1 1 0 0,-1-1-1 0 0,1 1 0 0 0,0-1 1 0 0,0 0-1 0 0,0 1 0 0 0,0-1 1 0 0,0 0-1 0 0,0 1 1 0 0,0-1-1 0 0,1 1 0 0 0,-1-1 1 0 0,1 0-1 0 0,0-1 0 0 0,5-14-77 0 0,1 0 0 0 0,1 0 0 0 0,0 1-1 0 0,2 1 1 0 0,-1-1 0 0 0,2 2 0 0 0,20-23-1 0 0,-12 16 44 0 0,1 2 0 0 0,1 0 0 0 0,1 1 0 0 0,30-18-1 0 0,-35 25 11 0 0,0 2 0 0 0,0 0 0 0 0,30-10 0 0 0,-41 16 24 0 0,1 1 1 0 0,-1 1-1 0 0,1-1 1 0 0,0 1-1 0 0,0 0 1 0 0,0 0 0 0 0,0 1-1 0 0,0 0 1 0 0,-1 0-1 0 0,1 1 1 0 0,0 0 0 0 0,0 0-1 0 0,11 4 1 0 0,-15-4 24 0 0,-1 0 1 0 0,1 0 0 0 0,-1 0-1 0 0,0 1 1 0 0,0-1 0 0 0,0 1-1 0 0,1-1 1 0 0,-1 1 0 0 0,-1 0-1 0 0,1-1 1 0 0,0 1 0 0 0,0 0-1 0 0,-1 0 1 0 0,1 1 0 0 0,-1-1-1 0 0,0 0 1 0 0,1 0 0 0 0,0 5 0 0 0,0-2 50 0 0,-2-1 1 0 0,1 1-1 0 0,0 0 1 0 0,-1-1 0 0 0,0 1-1 0 0,0-1 1 0 0,0 1 0 0 0,-1 0-1 0 0,-1 8 1 0 0,-3 4 139 0 0,-1 0-1 0 0,0 0 0 0 0,-2 0 1 0 0,-10 19-1 0 0,-66 109 257 0 0,83-142-482 0 0,1-3 17 0 0,0 0 0 0 0,0 1 0 0 0,0-1 1 0 0,-1 0-1 0 0,1 1 0 0 0,0-1 0 0 0,0 0 0 0 0,0 1 0 0 0,0-1 0 0 0,0 0 0 0 0,0 1 0 0 0,0-1 0 0 0,0 1 0 0 0,0-1 0 0 0,0 0 0 0 0,0 1 0 0 0,0-1 0 0 0,0 1 1 0 0,0-1-1 0 0,0 0 0 0 0,1 1 0 0 0,-1-1 0 0 0,0 0 0 0 0,0 1 0 0 0,0-1 0 0 0,0 0 0 0 0,1 1 0 0 0,-1-1 0 0 0,0 0 0 0 0,0 0 0 0 0,1 1 0 0 0,-1-1 0 0 0,0 0 1 0 0,1 0-1 0 0,-1 1 0 0 0,0-1 0 0 0,0 0 0 0 0,1 0 0 0 0,-1 0 0 0 0,1 1 0 0 0,-1-1 0 0 0,0 0 0 0 0,1 0 0 0 0,-1 0 0 0 0,0 0 0 0 0,1 0 0 0 0,-1 0 0 0 0,0 0 1 0 0,1 0-1 0 0,-1 0 0 0 0,1 0 0 0 0,13-2-141 0 0,10-4-184 0 0,0-2 1 0 0,0 0-1 0 0,-1-1 0 0 0,28-16 1 0 0,83-55-549 0 0,-129 77 851 0 0,137-96-558 0 0,-115 77 620 0 0,-1-1 1 0 0,-2 0-1 0 0,24-30 1 0 0,-42 46 131 0 0,0-1 1 0 0,-1 0 0 0 0,7-14-1 0 0,-11 20-131 0 0,0 0 0 0 0,0 0 0 0 0,0 0 0 0 0,0 0 0 0 0,-1 0 0 0 0,1-1 0 0 0,-1 1 0 0 0,1 0 0 0 0,-1-1 0 0 0,0 1 0 0 0,0 0 0 0 0,0 0 0 0 0,0-1 0 0 0,0 1 0 0 0,0 0 0 0 0,-1-1 0 0 0,1 1 0 0 0,-1 0 0 0 0,-1-4 0 0 0,1 5-27 0 0,1 0 1 0 0,-1 0 0 0 0,0 0 0 0 0,0 0-1 0 0,0 0 1 0 0,0 1 0 0 0,1-1-1 0 0,-1 0 1 0 0,0 1 0 0 0,0-1 0 0 0,0 1-1 0 0,0-1 1 0 0,-1 1 0 0 0,1-1 0 0 0,0 1-1 0 0,0 0 1 0 0,0 0 0 0 0,0-1-1 0 0,0 1 1 0 0,0 0 0 0 0,-1 0 0 0 0,1 0-1 0 0,0 0 1 0 0,0 0 0 0 0,0 0-1 0 0,0 1 1 0 0,-3 0 0 0 0,1 0-4 0 0,-1 0 0 0 0,1 0 0 0 0,-1 0 0 0 0,1 1 1 0 0,-1-1-1 0 0,-3 4 0 0 0,1-1 0 0 0,0 0 1 0 0,1 1 0 0 0,0 0 0 0 0,-1 0-1 0 0,2 1 1 0 0,-1-1 0 0 0,1 1-1 0 0,-1 0 1 0 0,1 0 0 0 0,1 1 0 0 0,0-1-1 0 0,-1 1 1 0 0,2 0 0 0 0,-1-1-1 0 0,-2 14 1 0 0,3-9 6 0 0,1 0 1 0 0,0 0-1 0 0,1 1 0 0 0,0-1 1 0 0,1 0-1 0 0,0 0 0 0 0,0 0 1 0 0,1 0-1 0 0,7 19 0 0 0,2 5 42 0 0,24 71 689 0 0,-34-104-681 0 0,-1-1 1 0 0,1 1 0 0 0,-1 0 0 0 0,0-1 0 0 0,1 1 0 0 0,-1 0-1 0 0,0-1 1 0 0,0 1 0 0 0,0 0 0 0 0,-1-1 0 0 0,1 1 0 0 0,0 0 0 0 0,-1-1-1 0 0,1 1 1 0 0,-1-1 0 0 0,1 1 0 0 0,-1-1 0 0 0,0 1 0 0 0,1-1-1 0 0,-1 1 1 0 0,0-1 0 0 0,0 1 0 0 0,0-1 0 0 0,0 0 0 0 0,0 0 0 0 0,-1 1-1 0 0,1-1 1 0 0,0 0 0 0 0,-1 0 0 0 0,1 0 0 0 0,0 0 0 0 0,-1-1-1 0 0,-2 2 1 0 0,-3 2 23 0 0,-1 0 0 0 0,0-1 0 0 0,0 0 0 0 0,0-1 0 0 0,-9 3 0 0 0,-8 0-289 0 0,-51 4 0 0 0,23-12-2153 0 0,47 2 1380 0 0,-1 0 0 0 0,1 0 0 0 0,-1-1 0 0 0,1 0 0 0 0,-8-4 0 0 0,2-1-3857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09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284 376 1556 0 0,'1'-18'1201'0'0,"0"1"-1"0"0,2 0 1 0 0,-1 0 0 0 0,2 0-1 0 0,0 0 1 0 0,9-20 0 0 0,47-92 1938 0 0,-18 45 359 0 0,-29 63-2617 0 0,-13 21-873 0 0,0 0-1 0 0,0 0 1 0 0,0 0 0 0 0,0 0 0 0 0,0 0-1 0 0,0 0 1 0 0,0 0 0 0 0,0 0 0 0 0,0 0-1 0 0,0-1 1 0 0,1 1 0 0 0,-1 0 0 0 0,0 0-1 0 0,0 0 1 0 0,0 0 0 0 0,0 0 0 0 0,0 0-1 0 0,0 0 1 0 0,0 0 0 0 0,0 0-1 0 0,0 0 1 0 0,0 0 0 0 0,0 0 0 0 0,0 0-1 0 0,1 0 1 0 0,-1 0 0 0 0,0 0 0 0 0,0 0-1 0 0,0 0 1 0 0,0 0 0 0 0,0 0 0 0 0,0 0-1 0 0,0 0 1 0 0,0 0 0 0 0,0 0 0 0 0,0 0-1 0 0,1 0 1 0 0,-1 0 0 0 0,0 0 0 0 0,0 0-1 0 0,0 0 1 0 0,0 0 0 0 0,0 0 0 0 0,0 0-1 0 0,0 1 1 0 0,0-1 0 0 0,0 0 0 0 0,0 0-1 0 0,0 0 1 0 0,0 0 0 0 0,0 0-1 0 0,0 0 1 0 0,0 0 0 0 0,0 0 0 0 0,0 0-1 0 0,0 0 1 0 0,1 0 0 0 0,-1 0 0 0 0,0 1-1 0 0,0-1 1 0 0,0 0 0 0 0,-2 14 319 0 0,-41 124 1326 0 0,6-23-972 0 0,-246 1092 1680 0 0,275-1161-2333 0 0,-22 153 75 0 0,27-169-67 0 0,2 1-1 0 0,1 0 1 0 0,1 0 0 0 0,7 43-1 0 0,-6-67-69 0 0,-1 0 0 0 0,1 0 0 0 0,1 0 0 0 0,-1 0 1 0 0,1 0-1 0 0,0-1 0 0 0,1 1 0 0 0,-1-1 0 0 0,1 0 0 0 0,0 0 0 0 0,1 0 0 0 0,0-1 0 0 0,0 0 0 0 0,10 9 0 0 0,-12-11-47 0 0,1-1-1 0 0,0 0 0 0 0,0 0 1 0 0,0 0-1 0 0,0 0 0 0 0,0-1 0 0 0,0 1 1 0 0,0-1-1 0 0,1 0 0 0 0,-1 0 0 0 0,0-1 1 0 0,1 1-1 0 0,-1-1 0 0 0,1 0 1 0 0,-1 0-1 0 0,0-1 0 0 0,1 1 0 0 0,-1-1 1 0 0,0 0-1 0 0,1 0 0 0 0,-1 0 0 0 0,0-1 1 0 0,0 0-1 0 0,0 1 0 0 0,6-5 1 0 0,1-1 3 0 0,-1 0 0 0 0,0-1 1 0 0,-1 0-1 0 0,0-1 1 0 0,0 0-1 0 0,-1 0 1 0 0,0-1-1 0 0,0 0 1 0 0,-1 0-1 0 0,-1-1 1 0 0,1 0-1 0 0,4-13 1 0 0,-3 6 42 0 0,-1 0 1 0 0,-1-1 0 0 0,0 0-1 0 0,-2 0 1 0 0,0 0 0 0 0,2-40-1 0 0,-6 41 56 0 0,-1-1-1 0 0,-1 1 0 0 0,0-1 0 0 0,-1 1 1 0 0,-2 0-1 0 0,1 0 0 0 0,-2 0 0 0 0,-1 1 0 0 0,0 0 1 0 0,-1 0-1 0 0,-14-22 0 0 0,-2 4 234 0 0,-1 1 1 0 0,-2 1-1 0 0,-58-56 1 0 0,-37-16-42 0 0,121 104-282 0 0,0 0 0 0 0,0 0 0 0 0,0 0 0 0 0,0-1 0 0 0,0 1 0 0 0,0 0 0 0 0,1 0 0 0 0,-1-1 0 0 0,0 1 0 0 0,1 0 0 0 0,-1-1 0 0 0,1 1 0 0 0,0 0-1 0 0,-1-1 1 0 0,1 1 0 0 0,0-1 0 0 0,0 1 0 0 0,0 0 0 0 0,0-1 0 0 0,0-1 0 0 0,1 0-90 0 0,0 0 1 0 0,-1 1-1 0 0,1-1 0 0 0,0 0 0 0 0,1 1 0 0 0,-1-1 1 0 0,0 1-1 0 0,1 0 0 0 0,-1-1 0 0 0,3-1 0 0 0,5-6-722 0 0,1 1-1 0 0,0 1 0 0 0,17-13 1 0 0,-23 18 625 0 0,100-69-6706 0 0,-62 43 2425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0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287 129 2820 0 0,'0'-6'1043'0'0,"0"-1"0"0"0,-1 0 0 0 0,0 0 0 0 0,0 1 0 0 0,-1-1 0 0 0,-3-10 0 0 0,3 14-761 0 0,1 0 0 0 0,0 0 1 0 0,-1 0-1 0 0,0 0 1 0 0,0 0-1 0 0,0 0 0 0 0,0 1 1 0 0,0-1-1 0 0,0 1 0 0 0,-1-1 1 0 0,1 1-1 0 0,-1 0 0 0 0,1 0 1 0 0,-5-3-1 0 0,5 4-215 0 0,-1 1-1 0 0,1-1 1 0 0,0 1 0 0 0,-1-1 0 0 0,1 1-1 0 0,0 0 1 0 0,-1 0 0 0 0,1 0 0 0 0,0 0-1 0 0,-1 0 1 0 0,1 0 0 0 0,0 0-1 0 0,-1 1 1 0 0,1 0 0 0 0,0-1 0 0 0,0 1-1 0 0,-1 0 1 0 0,1 0 0 0 0,0 0-1 0 0,-4 3 1 0 0,-3 2 121 0 0,1 0-1 0 0,-17 15 1 0 0,22-19-119 0 0,-12 13 83 0 0,1 0-1 0 0,1 1 0 0 0,0 0 0 0 0,1 1 0 0 0,1 0 0 0 0,-12 23 0 0 0,16-25-112 0 0,0 0-1 0 0,1 0 1 0 0,1 1-1 0 0,0-1 1 0 0,1 1 0 0 0,1 0-1 0 0,0 0 1 0 0,0 24-1 0 0,3-35-21 0 0,0 0 0 0 0,0 0-1 0 0,1 0 1 0 0,0 0-1 0 0,0 0 1 0 0,0 0 0 0 0,0-1-1 0 0,1 1 1 0 0,0 0 0 0 0,0-1-1 0 0,0 1 1 0 0,1-1-1 0 0,-1 1 1 0 0,1-1 0 0 0,0 0-1 0 0,7 7 1 0 0,-5-6-15 0 0,1-1 1 0 0,-1 0-1 0 0,1-1 0 0 0,-1 1 0 0 0,1-1 1 0 0,0 0-1 0 0,0 0 0 0 0,1-1 1 0 0,-1 0-1 0 0,0 0 0 0 0,12 1 0 0 0,-7-1-16 0 0,-1-1-1 0 0,1 0 0 0 0,-1-1 1 0 0,1-1-1 0 0,-1 1 1 0 0,1-2-1 0 0,-1 1 0 0 0,0-1 1 0 0,0-1-1 0 0,0 0 0 0 0,0 0 1 0 0,0-1-1 0 0,0-1 1 0 0,-1 1-1 0 0,0-1 0 0 0,11-9 1 0 0,-10 5 9 0 0,-1 0 0 0 0,0-1 0 0 0,-1 0 1 0 0,0 0-1 0 0,-1-1 0 0 0,0 0 1 0 0,0-1-1 0 0,-1 1 0 0 0,-1-1 0 0 0,0 0 1 0 0,0-1-1 0 0,-2 1 0 0 0,4-18 0 0 0,-5 19 26 0 0,0 0 0 0 0,-1-1 0 0 0,0 1 0 0 0,0 0-1 0 0,-2-1 1 0 0,1 1 0 0 0,-2-1 0 0 0,1 1 0 0 0,-1 0 0 0 0,-1 0-1 0 0,0 0 1 0 0,-1 0 0 0 0,0 1 0 0 0,-1-1 0 0 0,-9-15-1 0 0,11 21-14 0 0,0 2-1 0 0,0-1 0 0 0,0 0 1 0 0,-1 0-1 0 0,1 1 0 0 0,-1 0 1 0 0,0 0-1 0 0,0 0 0 0 0,0 0 1 0 0,-1 1-1 0 0,1-1 0 0 0,-1 1 0 0 0,1 0 1 0 0,-1 1-1 0 0,0-1 0 0 0,0 1 1 0 0,1 0-1 0 0,-1 0 0 0 0,0 0 1 0 0,0 1-1 0 0,0-1 0 0 0,0 1 1 0 0,0 1-1 0 0,0-1 0 0 0,0 1 1 0 0,0-1-1 0 0,0 2 0 0 0,0-1 1 0 0,-6 3-1 0 0,4-2-7 0 0,0 1 0 0 0,0 0 0 0 0,1 0 0 0 0,-1 1 0 0 0,1 0 0 0 0,-1 0 0 0 0,1 0 0 0 0,0 1 0 0 0,1 0 0 0 0,-1 0 0 0 0,1 1 0 0 0,0-1 0 0 0,1 1 0 0 0,-1 0 0 0 0,1 0 0 0 0,0 1 0 0 0,0-1 0 0 0,-5 15 0 0 0,9-19 0 0 0,-1 0-1 0 0,0 0 1 0 0,1 1-1 0 0,-1-1 1 0 0,1 0 0 0 0,0 1-1 0 0,0-1 1 0 0,0 1-1 0 0,0-1 1 0 0,0 0-1 0 0,1 1 1 0 0,-1-1-1 0 0,0 0 1 0 0,1 0-1 0 0,0 1 1 0 0,0-1-1 0 0,0 0 1 0 0,0 0 0 0 0,1 3-1 0 0,0-3-29 0 0,0 1-1 0 0,1 0 1 0 0,-1-1-1 0 0,1 1 1 0 0,0-1 0 0 0,0 0-1 0 0,-1 0 1 0 0,1 0-1 0 0,1 0 1 0 0,-1-1 0 0 0,5 3-1 0 0,3 0-123 0 0,0-1-1 0 0,1 0 1 0 0,-1-1-1 0 0,1 0 1 0 0,0 0-1 0 0,16-1 1 0 0,-12-2 60 0 0,0 0 0 0 0,1-1 0 0 0,-1 0 0 0 0,-1-2 0 0 0,27-8 0 0 0,72-37-101 0 0,-79 32 186 0 0,0 1 0 0 0,40-10 0 0 0,-72 25 25 0 0,1 0-1 0 0,0 0 1 0 0,-1 0 0 0 0,1 1 0 0 0,0-1-1 0 0,0 1 1 0 0,0 0 0 0 0,0 0 0 0 0,-1 1 0 0 0,1-1-1 0 0,0 1 1 0 0,0 0 0 0 0,-1 0 0 0 0,1 0-1 0 0,0 0 1 0 0,-1 1 0 0 0,1-1 0 0 0,-1 1 0 0 0,0 0-1 0 0,1 0 1 0 0,5 5 0 0 0,-6-3 49 0 0,1 0 0 0 0,-1 0 0 0 0,0 0 0 0 0,0 0 0 0 0,0 1 0 0 0,-1-1 0 0 0,0 1 0 0 0,1 0 0 0 0,-2-1 0 0 0,1 1 0 0 0,0 0 0 0 0,-1 0 0 0 0,0 1 0 0 0,0-1 1 0 0,-1 0-1 0 0,1 5 0 0 0,-1 6 192 0 0,0-1 0 0 0,-1 0 0 0 0,0 0 0 0 0,-2 0 1 0 0,0 0-1 0 0,0-1 0 0 0,-1 1 0 0 0,-1-1 0 0 0,0 0 1 0 0,-1 0-1 0 0,-1 0 0 0 0,0-1 0 0 0,-1 0 0 0 0,0 0 1 0 0,-1-1-1 0 0,-18 19 0 0 0,26-30-231 0 0,1 0-1 0 0,0-1 1 0 0,-1 1-1 0 0,1-1 1 0 0,-1 1 0 0 0,0-1-1 0 0,1 1 1 0 0,-1-1-1 0 0,1 0 1 0 0,-1 1 0 0 0,0-1-1 0 0,1 0 1 0 0,-1 1 0 0 0,0-1-1 0 0,1 0 1 0 0,-1 0-1 0 0,0 1 1 0 0,1-1 0 0 0,-1 0-1 0 0,0 0 1 0 0,0 0-1 0 0,1 0 1 0 0,-1 0 0 0 0,0 0-1 0 0,1 0 1 0 0,-1 0-1 0 0,-1-1 1 0 0,2 1-24 0 0,-1-1 1 0 0,1 1-1 0 0,-1-1 0 0 0,1 1 1 0 0,-1-1-1 0 0,1 1 0 0 0,0-1 1 0 0,-1 1-1 0 0,1-1 0 0 0,0 1 1 0 0,-1-1-1 0 0,1 1 0 0 0,0-1 1 0 0,0 0-1 0 0,0 1 0 0 0,-1-1 1 0 0,1 0-1 0 0,0 1 0 0 0,0-1 1 0 0,0 0-1 0 0,0 1 0 0 0,0-1 1 0 0,0 1-1 0 0,0-1 0 0 0,0 0 1 0 0,1 0-1 0 0,1-6-137 0 0,-1 1-1 0 0,2-1 1 0 0,-1 1-1 0 0,1 0 1 0 0,0 0-1 0 0,0 0 1 0 0,8-10-1 0 0,32-35-1493 0 0,-38 45 1417 0 0,14-14-1142 0 0,2 1 0 0 0,0 1 0 0 0,44-29-1 0 0,77-35-3603 0 0,-65 40 3719 0 0,-69 36 1591 0 0,1 1-1 0 0,-1-1 0 0 0,0 0 0 0 0,9-10 0 0 0,-10 9 679 0 0,-1-1 1 0 0,0 0-1 0 0,0 0 0 0 0,0-1 1 0 0,-1 0-1 0 0,0 0 0 0 0,4-10 1 0 0,-9 18-529 0 0,-8 23 303 0 0,-9 26-194 0 0,2 1-1 0 0,2 1 1 0 0,-7 55-1 0 0,7-36-425 0 0,8-47-129 0 0,2-8 62 0 0,0 0 0 0 0,-2 25 1 0 0,6-42-194 0 0,0 0 0 0 0,0 0-1 0 0,0 1 1 0 0,1-1 0 0 0,-1 1 0 0 0,0-1 0 0 0,3-3 0 0 0,3-6-184 0 0,15-32-350 0 0,29-45 1 0 0,-37 69 508 0 0,0 0 1 0 0,1 1-1 0 0,1 1 1 0 0,23-21-1 0 0,-35 36 88 0 0,-1 0 0 0 0,1 0-1 0 0,0 0 1 0 0,0 1-1 0 0,0 0 1 0 0,0 0-1 0 0,0 0 1 0 0,0 0 0 0 0,1 0-1 0 0,-1 1 1 0 0,1 0-1 0 0,-1 0 1 0 0,1 0-1 0 0,8 0 1 0 0,-9 1 9 0 0,0 1-1 0 0,0-1 1 0 0,-1 1-1 0 0,1 0 1 0 0,0 0-1 0 0,-1 0 1 0 0,1 1-1 0 0,-1-1 1 0 0,1 1-1 0 0,-1 0 1 0 0,1-1 0 0 0,-1 2-1 0 0,0-1 1 0 0,0 0-1 0 0,0 1 1 0 0,-1-1-1 0 0,1 1 1 0 0,3 4-1 0 0,1 2 4 0 0,-1 1 0 0 0,0-1 0 0 0,0 1 0 0 0,-1 1 0 0 0,-1-1 0 0 0,0 1 0 0 0,0-1 0 0 0,3 15 0 0 0,-5-17 17 0 0,-1 0 1 0 0,0 1-1 0 0,0-1 0 0 0,0 1 1 0 0,-1-1-1 0 0,0 1 0 0 0,-1-1 1 0 0,0 1-1 0 0,0-1 0 0 0,-1 0 0 0 0,-4 12 1 0 0,-2-3 77 0 0,8-17-93 0 0,-1 0 0 0 0,1 0 0 0 0,0 0-1 0 0,0 0 1 0 0,0 0 0 0 0,0 0 0 0 0,0 0 0 0 0,0 0 0 0 0,-1 0-1 0 0,1 0 1 0 0,0-1 0 0 0,0 1 0 0 0,0 0 0 0 0,0 0 0 0 0,0 0-1 0 0,0 0 1 0 0,0 0 0 0 0,-1 0 0 0 0,1 0 0 0 0,0 0 0 0 0,0 0-1 0 0,0-1 1 0 0,0 1 0 0 0,0 0 0 0 0,0 0 0 0 0,0 0-1 0 0,0 0 1 0 0,0 0 0 0 0,0 0 0 0 0,0 0 0 0 0,0-1 0 0 0,0 1-1 0 0,0 0 1 0 0,0 0 0 0 0,0 0 0 0 0,0 0 0 0 0,0 0 0 0 0,0-1-1 0 0,0 1 1 0 0,0 0 0 0 0,0 0 0 0 0,0 0 0 0 0,0 0 0 0 0,0 0-1 0 0,0 0 1 0 0,0-1 0 0 0,0 1 0 0 0,0 0 0 0 0,0 0 0 0 0,0 0-1 0 0,0 0 1 0 0,1 0 0 0 0,-1-5-33 0 0,1 0 0 0 0,0 1 0 0 0,0-1 0 0 0,0 0 0 0 0,3-6 0 0 0,12-19-143 0 0,2 0 1 0 0,1 1-1 0 0,1 1 0 0 0,1 1 0 0 0,2 0 0 0 0,1 2 0 0 0,0 1 0 0 0,48-36 0 0 0,-65 55 150 0 0,1 0 0 0 0,-1 0 0 0 0,1 1 0 0 0,0 0 0 0 0,0 0 0 0 0,0 1 0 0 0,15-4 0 0 0,-21 6 39 0 0,0 1 1 0 0,0 0 0 0 0,0-1-1 0 0,-1 1 1 0 0,1 0 0 0 0,0 0-1 0 0,0 0 1 0 0,0 0 0 0 0,0 1 0 0 0,0-1-1 0 0,-1 0 1 0 0,1 1 0 0 0,0-1-1 0 0,0 1 1 0 0,0 0 0 0 0,-1-1-1 0 0,1 1 1 0 0,0 0 0 0 0,-1 0-1 0 0,1 0 1 0 0,-1 0 0 0 0,1 1-1 0 0,-1-1 1 0 0,0 0 0 0 0,1 0-1 0 0,-1 1 1 0 0,0-1 0 0 0,0 1-1 0 0,0-1 1 0 0,0 1 0 0 0,0 0 0 0 0,0-1-1 0 0,0 1 1 0 0,-1 0 0 0 0,1 0-1 0 0,-1 0 1 0 0,1-1 0 0 0,-1 1-1 0 0,0 0 1 0 0,1 0 0 0 0,-1 0-1 0 0,0 2 1 0 0,0 5 208 0 0,1 1 1 0 0,-2-1-1 0 0,1 0 1 0 0,-1 1-1 0 0,-1-1 0 0 0,-3 15 1 0 0,-22 55 674 0 0,16-52-675 0 0,-6 29 0 0 0,7-25-66 0 0,10-31-153 0 0,0 1-1 0 0,-1-1 0 0 0,1 1 1 0 0,0-1-1 0 0,0 1 1 0 0,0-1-1 0 0,0 1 0 0 0,-1-1 1 0 0,1 1-1 0 0,0-1 1 0 0,0 1-1 0 0,0-1 0 0 0,0 1 1 0 0,0 0-1 0 0,0-1 1 0 0,0 1-1 0 0,0-1 0 0 0,1 1 1 0 0,-1-1-1 0 0,0 1 1 0 0,0-1-1 0 0,0 1 1 0 0,0-1-1 0 0,1 1 0 0 0,-1-1 1 0 0,0 1-1 0 0,1-1 1 0 0,-1 0-1 0 0,0 1 0 0 0,1-1 1 0 0,-1 1-1 0 0,0-1 1 0 0,1 0-1 0 0,-1 1 0 0 0,1-1 1 0 0,-1 0-1 0 0,0 0 1 0 0,1 1-1 0 0,-1-1 0 0 0,1 0 1 0 0,-1 0-1 0 0,1 1 1 0 0,-1-1-1 0 0,2 0 0 0 0,20 2-330 0 0,-13-4-175 0 0,1 0 1 0 0,-1-1 0 0 0,0 0-1 0 0,0 0 1 0 0,0-1 0 0 0,14-9-1 0 0,47-35-5989 0 0,-52 34 3518 0 0,8-5-2408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2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575 1016 2320 0 0,'0'-19'3562'0'0,"-1"0"-1"0"0,-5-35 0 0 0,5 49-3321 0 0,0 0 0 0 0,-1 0 0 0 0,1 1-1 0 0,-1-1 1 0 0,0 0 0 0 0,0 1 0 0 0,0-1 0 0 0,0 1-1 0 0,-1 0 1 0 0,0-1 0 0 0,0 1 0 0 0,0 1 0 0 0,0-1-1 0 0,-1 0 1 0 0,0 1 0 0 0,-4-4 0 0 0,4 6-194 0 0,1-1-1 0 0,-1 1 1 0 0,0-1-1 0 0,0 1 1 0 0,0 1-1 0 0,0-1 1 0 0,0 1 0 0 0,-1-1-1 0 0,1 1 1 0 0,0 0-1 0 0,0 0 1 0 0,0 1 0 0 0,0-1-1 0 0,0 1 1 0 0,-6 2-1 0 0,-9 2 168 0 0,-33 15-1 0 0,52-20-209 0 0,-33 14 123 0 0,1 2 0 0 0,0 2 1 0 0,1 0-1 0 0,1 2 0 0 0,0 2 1 0 0,2 0-1 0 0,1 2 0 0 0,1 1 1 0 0,-45 55-1 0 0,65-72-104 0 0,1 0 0 0 0,0 0 1 0 0,0 1-1 0 0,1 0 0 0 0,0 0 0 0 0,-4 12 0 0 0,7-19-25 0 0,1 0-1 0 0,-1 0 1 0 0,1 0 0 0 0,-1 0-1 0 0,1 0 1 0 0,0 0 0 0 0,0 0-1 0 0,0 1 1 0 0,0-1 0 0 0,0 0-1 0 0,0 0 1 0 0,1 0 0 0 0,-1 0-1 0 0,0 0 1 0 0,1 0 0 0 0,0 0-1 0 0,0 0 1 0 0,-1-1 0 0 0,1 1-1 0 0,0 0 1 0 0,0 0 0 0 0,1-1-1 0 0,-1 1 1 0 0,0 0 0 0 0,0-1-1 0 0,1 1 1 0 0,-1-1 0 0 0,1 0-1 0 0,0 1 1 0 0,-1-1 0 0 0,1 0-1 0 0,0 0 1 0 0,0 0-1 0 0,-1 0 1 0 0,1 0 0 0 0,3 0-1 0 0,2 2-112 0 0,0-1-1 0 0,1-1 0 0 0,-1 1 0 0 0,1-1 0 0 0,-1 0 1 0 0,1-1-1 0 0,0 0 0 0 0,-1 0 0 0 0,1-1 0 0 0,0 0 1 0 0,9-2-1 0 0,-6 0-35 0 0,1-1-1 0 0,-1 0 1 0 0,0-1 0 0 0,0 0 0 0 0,-1-1-1 0 0,17-11 1 0 0,-9 3 30 0 0,0-1 0 0 0,-2 0 0 0 0,0-1 0 0 0,-1-1 0 0 0,0 0-1 0 0,-1-1 1 0 0,14-24 0 0 0,46-99 1478 0 0,-71 135-1281 0 0,-2 4-37 0 0,-3 4-8 0 0,1 1 0 0 0,-1-1 0 0 0,1 1 0 0 0,-1 0-1 0 0,1-1 1 0 0,0 1 0 0 0,-1 3 0 0 0,0-1 65 0 0,-15 35 500 0 0,-13 43 0 0 0,26-70-533 0 0,1 0-1 0 0,1 0 1 0 0,0 0 0 0 0,0 0-1 0 0,1 0 1 0 0,1 0 0 0 0,3 26-1 0 0,-3-36-56 0 0,1 0-1 0 0,0 0 0 0 0,-1 0 0 0 0,1-1 0 0 0,1 1 1 0 0,-1 0-1 0 0,0-1 0 0 0,1 1 0 0 0,-1-1 0 0 0,1 1 0 0 0,0-1 1 0 0,0 1-1 0 0,0-1 0 0 0,0 0 0 0 0,0 0 0 0 0,1 0 1 0 0,-1-1-1 0 0,0 1 0 0 0,1 0 0 0 0,-1-1 0 0 0,1 1 0 0 0,0-1 1 0 0,-1 0-1 0 0,1 0 0 0 0,0 0 0 0 0,0 0 0 0 0,0-1 0 0 0,0 1 1 0 0,0-1-1 0 0,3 0 0 0 0,3 1-80 0 0,-1-1 1 0 0,1 0-1 0 0,0-1 0 0 0,0 1 0 0 0,-1-2 0 0 0,1 1 1 0 0,-1-1-1 0 0,1-1 0 0 0,8-3 0 0 0,4-5-196 0 0,0 0-1 0 0,-1-1 0 0 0,0-1 0 0 0,-1-1 0 0 0,-1-1 1 0 0,0 0-1 0 0,-1-1 0 0 0,23-29 0 0 0,8-16-822 0 0,48-82 0 0 0,-43 52 859 0 0,-3-2-1 0 0,-5-3 1 0 0,-4-1-1 0 0,28-103 1 0 0,-51 140 1671 0 0,-3 0 0 0 0,11-99 0 0 0,-25 158-1395 0 0,-1 0 0 0 0,0-1 0 0 0,1 1 0 0 0,-1 0 0 0 0,0-1 0 0 0,0 1-1 0 0,0 0 1 0 0,0-1 0 0 0,0 1 0 0 0,-1 0 0 0 0,1-1 0 0 0,0 1 0 0 0,0 0 0 0 0,-1-1 0 0 0,1 1-1 0 0,-1 0 1 0 0,1 0 0 0 0,-1 0 0 0 0,0-1 0 0 0,0 1 0 0 0,1 0 0 0 0,-1 0 0 0 0,0 0 0 0 0,0 0-1 0 0,0 0 1 0 0,-1-1 0 0 0,0 2-6 0 0,1 0-1 0 0,0 0 1 0 0,-1 0 0 0 0,1 1-1 0 0,-1-1 1 0 0,1 0 0 0 0,-1 0-1 0 0,1 1 1 0 0,0-1-1 0 0,-1 1 1 0 0,1-1 0 0 0,0 1-1 0 0,-1 0 1 0 0,1-1-1 0 0,0 1 1 0 0,0 0 0 0 0,0 0-1 0 0,0 0 1 0 0,0 0-1 0 0,0 0 1 0 0,0 0 0 0 0,0 0-1 0 0,0 0 1 0 0,0 1 0 0 0,-1 1-1 0 0,-18 24 484 0 0,1 1 0 0 0,2 1 0 0 0,0 0 0 0 0,-17 46 0 0 0,-39 132 2106 0 0,20-28-470 0 0,-57 368 0 0 0,106-519-2092 0 0,-4 45-82 0 0,7-65-97 0 0,1 0-1 0 0,0 0 0 0 0,0 0 1 0 0,1 0-1 0 0,1 0 1 0 0,2 11-1 0 0,-4-17 21 0 0,1-1 0 0 0,0 1 0 0 0,-1 0 0 0 0,1-1 0 0 0,0 1-1 0 0,0-1 1 0 0,0 1 0 0 0,0-1 0 0 0,0 0 0 0 0,0 1 0 0 0,0-1 0 0 0,1 0 0 0 0,-1 0-1 0 0,0 0 1 0 0,1 0 0 0 0,-1 0 0 0 0,0 0 0 0 0,1 0 0 0 0,0 0 0 0 0,-1-1-1 0 0,1 1 1 0 0,-1-1 0 0 0,1 1 0 0 0,0-1 0 0 0,-1 1 0 0 0,1-1 0 0 0,0 0 0 0 0,-1 0-1 0 0,1 0 1 0 0,0 0 0 0 0,0 0 0 0 0,-1 0 0 0 0,1-1 0 0 0,0 1 0 0 0,-1 0-1 0 0,4-2 1 0 0,4-1-415 0 0,0 0-1 0 0,0-1 1 0 0,0 0-1 0 0,-1-1 1 0 0,12-7-1 0 0,6-7-492 0 0,-1-1-1 0 0,0-1 0 0 0,-2-1 0 0 0,34-40 0 0 0,72-110-989 0 0,-116 153 1934 0 0,16-26 1398 0 0,-2 0 0 0 0,-2-3 0 0 0,28-73 0 0 0,-46 100-683 0 0,-8 19-332 0 0,-6 13-195 0 0,-11 23 234 0 0,2 1 1 0 0,1 0-1 0 0,2 1 0 0 0,1 1 1 0 0,-8 47-1 0 0,15-64-313 0 0,2 1 0 0 0,0 0-1 0 0,1-1 1 0 0,1 30 0 0 0,1-44-148 0 0,1 0 0 0 0,-1 0 0 0 0,2 0 1 0 0,-1 0-1 0 0,1 0 0 0 0,-1-1 0 0 0,2 1 1 0 0,-1 0-1 0 0,1-1 0 0 0,-1 0 1 0 0,2 1-1 0 0,-1-1 0 0 0,0-1 0 0 0,1 1 1 0 0,0 0-1 0 0,0-1 0 0 0,0 0 0 0 0,1 0 1 0 0,8 7-1 0 0,-3-5-253 0 0,0-1 1 0 0,0 0 0 0 0,0 0-1 0 0,0-1 1 0 0,1 0-1 0 0,-1-1 1 0 0,1 0-1 0 0,0-1 1 0 0,0 0 0 0 0,0 0-1 0 0,0-2 1 0 0,1 1-1 0 0,-1-1 1 0 0,0-1-1 0 0,0 0 1 0 0,0 0 0 0 0,0-1-1 0 0,14-5 1 0 0,-10 2 247 0 0,0 0 1 0 0,-1-1-1 0 0,0-1 1 0 0,0 0-1 0 0,0-1 1 0 0,-1-1-1 0 0,-1 0 1 0 0,1-1-1 0 0,-1 0 1 0 0,-1 0-1 0 0,0-2 1 0 0,15-18-1 0 0,-12 9 1465 0 0,0-1 1 0 0,-2 0-1 0 0,0 0 0 0 0,13-39 0 0 0,-13 35 61 0 0,-9 24-994 0 0,-6 16-150 0 0,-4 11-91 0 0,1 0 0 0 0,0 0 0 0 0,2 0 1 0 0,1 1-1 0 0,1 0 0 0 0,2 32 0 0 0,1-54-170 0 0,-1-1 0 0 0,1 1-1 0 0,0-1 1 0 0,0 1 0 0 0,0-1-1 0 0,0 0 1 0 0,0 1 0 0 0,1-1-1 0 0,0 0 1 0 0,-1 0-1 0 0,1 0 1 0 0,0 0 0 0 0,1 0-1 0 0,-1-1 1 0 0,0 1 0 0 0,1-1-1 0 0,-1 1 1 0 0,1-1 0 0 0,0 0-1 0 0,0 0 1 0 0,4 3 0 0 0,-2-3-10 0 0,0 0 0 0 0,0-1 0 0 0,0 1 0 0 0,1-1 1 0 0,-1 0-1 0 0,0 0 0 0 0,0-1 0 0 0,1 1 1 0 0,-1-1-1 0 0,0 0 0 0 0,1-1 0 0 0,-1 1 1 0 0,10-3-1 0 0,-2-1-54 0 0,1-1-1 0 0,-1 0 1 0 0,0-1 0 0 0,0 0 0 0 0,-1-1 0 0 0,0-1-1 0 0,0 0 1 0 0,-1 0 0 0 0,0-1 0 0 0,0 0 0 0 0,-1-1-1 0 0,0-1 1 0 0,-1 1 0 0 0,14-21 0 0 0,-17 20-5 0 0,1 0 0 0 0,-2 1 0 0 0,1-2 0 0 0,-1 1 0 0 0,-1-1 0 0 0,0 1 0 0 0,3-21 1 0 0,-5 23 32 0 0,-1 1 1 0 0,-1-1 0 0 0,0 0 0 0 0,0 0 0 0 0,0 0 0 0 0,-1 1 0 0 0,-1-1 0 0 0,1 0-1 0 0,-2 1 1 0 0,1-1 0 0 0,-5-10 0 0 0,4 14 14 0 0,1-1-1 0 0,-1 0 0 0 0,-1 1 1 0 0,1 0-1 0 0,-1 0 1 0 0,0 0-1 0 0,0 0 1 0 0,0 0-1 0 0,-1 1 1 0 0,1 0-1 0 0,-1 0 1 0 0,0 0-1 0 0,-1 0 1 0 0,1 1-1 0 0,-11-5 1 0 0,8 5 4 0 0,0 0 0 0 0,-1 1 0 0 0,0 0 1 0 0,1 0-1 0 0,-1 1 0 0 0,0 0 0 0 0,0 1 1 0 0,0 0-1 0 0,0 0 0 0 0,-12 2 0 0 0,8 0 1 0 0,0 1 0 0 0,0 0-1 0 0,0 1 1 0 0,0 0 0 0 0,1 1-1 0 0,0 1 1 0 0,0 0 0 0 0,0 0 0 0 0,1 1-1 0 0,0 1 1 0 0,0-1 0 0 0,0 2-1 0 0,1 0 1 0 0,-17 19 0 0 0,23-22-9 0 0,0-1 0 0 0,0 1 0 0 0,1 0 0 0 0,0 0 0 0 0,0 1 0 0 0,0-1 0 0 0,1 1 0 0 0,0-1 1 0 0,-2 11-1 0 0,3-14-56 0 0,1 0 1 0 0,0 0 0 0 0,0 0-1 0 0,0 0 1 0 0,0 0 0 0 0,1 0 0 0 0,-1 1-1 0 0,1-1 1 0 0,0 0 0 0 0,0-1-1 0 0,0 1 1 0 0,0 0 0 0 0,0 0 0 0 0,0 0-1 0 0,1-1 1 0 0,0 1 0 0 0,-1 0-1 0 0,1-1 1 0 0,0 0 0 0 0,0 1-1 0 0,1-1 1 0 0,-1 0 0 0 0,4 3 0 0 0,1-1-264 0 0,0 1 0 0 0,0-1 1 0 0,0 0-1 0 0,1 0 0 0 0,0-1 0 0 0,0 0 1 0 0,0 0-1 0 0,0-1 0 0 0,12 2 1 0 0,-5-2-145 0 0,-1-1 0 0 0,1-1 0 0 0,-1 0 0 0 0,29-4 0 0 0,-8-3-38 0 0,0-2 0 0 0,0-1 0 0 0,52-23 0 0 0,-32 8 325 0 0,-1-3 1 0 0,56-38-1 0 0,29-30 4000 0 0,-100 70-2214 0 0,-27 23-1175 0 0,-12 3-410 0 0,0 0 0 0 0,1 0 0 0 0,-1 0 0 0 0,0 0 0 0 0,0 0 0 0 0,1 0 0 0 0,-1 1 0 0 0,0-1 0 0 0,1 0 0 0 0,-1 0 0 0 0,0 0 0 0 0,0 0 0 0 0,1 0 0 0 0,-1 0 0 0 0,0 0 0 0 0,1 1 0 0 0,-1-1 0 0 0,0 0 0 0 0,0 0 0 0 0,0 0 0 0 0,1 1 1 0 0,-1-1-1 0 0,0 0 0 0 0,0 0 0 0 0,0 1 0 0 0,1-1 0 0 0,-1 0 0 0 0,0 0 0 0 0,0 1 0 0 0,0-1 0 0 0,0 0 0 0 0,0 0 0 0 0,0 1 0 0 0,0-1 0 0 0,0 0 0 0 0,0 1 0 0 0,0-1 0 0 0,0 0 0 0 0,0 1 0 0 0,0-1 0 0 0,0 0 0 0 0,-4 23 524 0 0,-2-1 0 0 0,0 0-1 0 0,-14 29 1 0 0,-36 64 668 0 0,3-5-588 0 0,32-69-446 0 0,-3 8 765 0 0,23-48-720 0 0,2-5-229 0 0,0-1 1 0 0,1 0 0 0 0,-1 1 0 0 0,1-1 0 0 0,0 1 0 0 0,0 0 0 0 0,1-1 0 0 0,-1 1 0 0 0,1 0-1 0 0,6-7 1 0 0,2-4-94 0 0,28-45-118 0 0,3 1 1 0 0,3 2-1 0 0,2 3 0 0 0,80-72 0 0 0,-119 119 191 0 0,1 0 0 0 0,-1 1-1 0 0,1 0 1 0 0,1 1 0 0 0,-1 0-1 0 0,1 0 1 0 0,12-3 0 0 0,-20 7 31 0 0,-1 1 1 0 0,1-1-1 0 0,0 1 1 0 0,-1 0 0 0 0,1-1-1 0 0,0 1 1 0 0,-1 0-1 0 0,1 0 1 0 0,0 0 0 0 0,0 1-1 0 0,-1-1 1 0 0,1 0-1 0 0,0 1 1 0 0,-1-1-1 0 0,1 1 1 0 0,0-1 0 0 0,-1 1-1 0 0,1 0 1 0 0,-1-1-1 0 0,1 1 1 0 0,-1 0 0 0 0,1 0-1 0 0,-1 0 1 0 0,0 1-1 0 0,1-1 1 0 0,-1 0-1 0 0,0 0 1 0 0,0 1 0 0 0,0-1-1 0 0,0 0 1 0 0,0 1-1 0 0,0-1 1 0 0,0 1 0 0 0,-1 0-1 0 0,1-1 1 0 0,0 1-1 0 0,-1 0 1 0 0,1 2-1 0 0,1 3 42 0 0,-1 0 0 0 0,0 0 0 0 0,0 0 0 0 0,-1 1 0 0 0,1-1 0 0 0,-2 0 0 0 0,-1 13 0 0 0,-58 230 1153 0 0,61-247-1133 0 0,-1-2-64 0 0,1-1 1 0 0,0 1-1 0 0,-1-1 0 0 0,1 1 0 0 0,0-1 0 0 0,0 1 0 0 0,0-1 0 0 0,-1 0 1 0 0,1 1-1 0 0,0-1 0 0 0,0 0 0 0 0,0 0 0 0 0,0 0 0 0 0,0 1 1 0 0,-1-1-1 0 0,1 0 0 0 0,0 0 0 0 0,0 0 0 0 0,0-1 0 0 0,0 1 1 0 0,0 0-1 0 0,0 0 0 0 0,0 0 0 0 0,1-1 0 0 0,0 0-35 0 0,1 0-183 0 0,1 0-1 0 0,0 0 1 0 0,0 0 0 0 0,0 0 0 0 0,-1-1-1 0 0,1 1 1 0 0,-1-1 0 0 0,1 0 0 0 0,-1 0-1 0 0,0-1 1 0 0,1 1 0 0 0,4-6 0 0 0,0 0-1720 0 0,1-1-1 0 0,11-17 1 0 0,-9 7-3125 0 0,0-1-2689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2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60 2360 0 0,'-151'-26'8315'0'0,"-58"-7"3107"0"0,206 33-11432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2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0 904 0 0,'-119'30'14119'0'0,"119"-30"-14053"0"0,-1 0 0 0 0,1 0 0 0 0,0 0 0 0 0,-1 0 0 0 0,1 0 0 0 0,0 0 0 0 0,-1 0 0 0 0,1 0 0 0 0,0 0 1 0 0,0 0-1 0 0,-1 0 0 0 0,1 1 0 0 0,0-1 0 0 0,0 0 0 0 0,-1 0 0 0 0,1 0 0 0 0,0 0 0 0 0,0 0 0 0 0,-1 1 0 0 0,1-1 0 0 0,0 0 1 0 0,0 0-1 0 0,-1 1 0 0 0,1-1 0 0 0,0 0 0 0 0,0 0 0 0 0,0 1 0 0 0,0-1 0 0 0,0 0 0 0 0,-1 0 0 0 0,1 1 0 0 0,0-1 0 0 0,0 1 1 0 0,10 3 787 0 0,25 0-561 0 0,-32-4-115 0 0,356 21-478 0 0,-119-25-8815 0 0,-169-1 2339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0 254 60 0 0,'14'2'16511'0'0,"98"-32"-15743"0"0,57-14-598 0 0,404-70-4076 0 0,-394 80-700 0 0,-19 1-1987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3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2368 0 0,'26'10'7086'0'0,"21"8"526"0"0,-45-18-7172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4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13 612 0 0,'0'0'1248'0'0,"25"-9"5381"0"0,-1 6-130 0 0,-23 3-6404 0 0,-1 0 0 0 0,1 0 1 0 0,0 0-1 0 0,-1 1 0 0 0,1-1 0 0 0,-1 0 1 0 0,1 1-1 0 0,0-1 0 0 0,-1 0 0 0 0,1 1 1 0 0,-1-1-1 0 0,1 1 0 0 0,-1-1 0 0 0,1 1 1 0 0,-1-1-1 0 0,0 1 0 0 0,1-1 0 0 0,-1 1 1 0 0,1 0-1 0 0,-1-1 0 0 0,0 1 0 0 0,0-1 1 0 0,1 1-1 0 0,-1 0 0 0 0,0-1 1 0 0,0 1-1 0 0,0 0 0 0 0,0-1 0 0 0,0 1 1 0 0,0 0-1 0 0,0-1 0 0 0,0 1 0 0 0,0 0 1 0 0,0-1-1 0 0,0 1 0 0 0,0 0 0 0 0,-1 0 1 0 0,-8 61 793 0 0,-4 0 1 0 0,-2-1-1 0 0,-27 68 1 0 0,20-62-597 0 0,16-49-386 0 0,-24 81-2319 0 0,15-34-4896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5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42 908 0 0,'20'-42'15052'0'0,"-19"44"-14903"0"0,-1-1 0 0 0,1 1 1 0 0,-1-1-1 0 0,0 1 0 0 0,0-1 0 0 0,1 1 0 0 0,-1 0 0 0 0,0-1 0 0 0,0 1 0 0 0,-1-1 1 0 0,1 1-1 0 0,0 0 0 0 0,-1-1 0 0 0,1 1 0 0 0,0-1 0 0 0,-1 1 0 0 0,-1 2 1 0 0,-1 6 456 0 0,-56 184 2994 0 0,27-98-4019 0 0,5 1-3307 0 0,26-94 3073 0 0,-3 17-2546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5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77 2020 0 0,'46'-77'16972'0'0,"-45"89"-15542"0"0,-1 10-125 0 0,-14 24 45 0 0,-1-1 0 0 0,-31 62 0 0 0,-7 20-857 0 0,44-104-704 0 0,1-2-1701 0 0,1 0 0 0 0,-5 25 0 0 0,12-34-257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5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202 184 1140 0 0,'-2'-71'6859'0'0,"0"39"-2002"0"0,3-45 0 0 0,-1 74-4403 0 0,10 7 648 0 0,-5 1-841 0 0,1 0 0 0 0,-1 0-1 0 0,-1 0 1 0 0,1 1 0 0 0,-1 0 0 0 0,0 0 0 0 0,3 7-1 0 0,2 1 86 0 0,20 32 20 0 0,-3 2-1 0 0,-2 1 1 0 0,-1 1 0 0 0,-3 1-1 0 0,-3 1 1 0 0,-1 0-1 0 0,-3 1 1 0 0,-2 1-1 0 0,-2 0 1 0 0,-3 0-1 0 0,-3 1 1 0 0,-3 73-1 0 0,-6-51-659 0 0,-3-1 0 0 0,-3 0 0 0 0,-3 0 0 0 0,-4-2-1 0 0,-3 0 1 0 0,-4-1 0 0 0,-2-1 0 0 0,-46 81 0 0 0,-34 28-3690 0 0,25-68-3978 0 0,31-47-1494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5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41 4652 0 0,'12'-9'3305'0'0,"-2"4"-909"0"0,-1-1 712 0 0,6-1-1120 0 0,-2 2-951 0 0,1 0-1077 0 0,-2 1-1277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8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31 2392 0 0,'4'-30'11731'0'0,"-6"67"-10736"0"0,-1 1 1 0 0,-1-1 0 0 0,-18 65 0 0 0,-45 110-691 0 0,31-103-52 0 0,13-36-259 0 0,-17 52-1364 0 0,9-45-2556 0 0,30-76 3471 0 0,-10 17-1628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180 173 1588 0 0,'5'-11'1123'0'0,"5"-11"651"0"0,1 0-1 0 0,0 1 1 0 0,17-21 0 0 0,-26 38-1599 0 0,1-1 1 0 0,1 1-1 0 0,-1 1 1 0 0,0-1-1 0 0,1 0 1 0 0,0 1-1 0 0,0 0 1 0 0,0 0-1 0 0,0 0 1 0 0,0 0-1 0 0,1 1 1 0 0,-1 0-1 0 0,1 0 1 0 0,0 0-1 0 0,-1 0 1 0 0,1 1-1 0 0,0-1 1 0 0,0 1-1 0 0,0 0 1 0 0,0 1-1 0 0,5-1 1 0 0,-5 2-123 0 0,0 0 1 0 0,-1 0 0 0 0,1 0-1 0 0,-1 1 1 0 0,1-1 0 0 0,-1 1-1 0 0,0 0 1 0 0,1 1 0 0 0,-1-1-1 0 0,0 1 1 0 0,0-1 0 0 0,-1 1-1 0 0,1 1 1 0 0,-1-1 0 0 0,1 0-1 0 0,-1 1 1 0 0,0-1 0 0 0,0 1-1 0 0,-1 0 1 0 0,1 0 0 0 0,-1 0-1 0 0,0 1 1 0 0,0-1 0 0 0,2 8-1 0 0,1-1-20 0 0,-2 1 0 0 0,0 0 0 0 0,0 0 0 0 0,-1 0 0 0 0,0 0 0 0 0,-1 1 0 0 0,-1-1 0 0 0,-1 18 0 0 0,-1-10-9 0 0,-2 0-1 0 0,0 0 0 0 0,-1 0 1 0 0,-1 0-1 0 0,0-1 0 0 0,-2 0 1 0 0,-19 35-1 0 0,21-44 17 0 0,-1 1 1 0 0,0-2-1 0 0,0 1 0 0 0,-1-1 1 0 0,-1 0-1 0 0,1 0 0 0 0,-2-1 1 0 0,1-1-1 0 0,-1 1 0 0 0,0-1 1 0 0,0-1-1 0 0,-1 0 0 0 0,0 0 0 0 0,-15 4 1 0 0,24-9 41 0 0,-1-1-33 0 0,2 0-42 0 0,-1 0-1 0 0,1-1 1 0 0,0 1-1 0 0,0 0 1 0 0,0 0-1 0 0,0-1 1 0 0,0 1 0 0 0,0-1-1 0 0,-1 1 1 0 0,1-1-1 0 0,0 0 1 0 0,0 1-1 0 0,1-1 1 0 0,-2-1-1 0 0,1 2-4 0 0,1 0 0 0 0,0 0-1 0 0,0-1 1 0 0,0 1 0 0 0,0 0 0 0 0,0-1-1 0 0,-1 1 1 0 0,1 0 0 0 0,0 0-1 0 0,0-1 1 0 0,0 1 0 0 0,0 0-1 0 0,0 0 1 0 0,0-1 0 0 0,0 1-1 0 0,0 0 1 0 0,0-1 0 0 0,0 1 0 0 0,0 0-1 0 0,0 0 1 0 0,0-1 0 0 0,1 1-1 0 0,-1 0 1 0 0,0-1 0 0 0,0 1-1 0 0,0 0 1 0 0,0 0 0 0 0,1-1-1 0 0,13-9 1 0 0,-11 8-2 0 0,0 1 0 0 0,0 0 0 0 0,1 0 1 0 0,-1 0-1 0 0,0 0 0 0 0,1 0 0 0 0,-1 1 0 0 0,1 0 0 0 0,-1-1 1 0 0,1 1-1 0 0,-1 1 0 0 0,1-1 0 0 0,-1 0 0 0 0,5 2 0 0 0,-2 0 3 0 0,1 0-1 0 0,-1 0 1 0 0,0 1-1 0 0,0 0 1 0 0,-1 0-1 0 0,1 0 1 0 0,6 6-1 0 0,-2-1 11 0 0,0 1-1 0 0,0 0 1 0 0,-1 0-1 0 0,-1 1 1 0 0,1 0-1 0 0,-2 1 1 0 0,10 15 0 0 0,-12-15 105 0 0,0 0 0 0 0,-1 0 0 0 0,0 0 0 0 0,-1 1 0 0 0,0 0 0 0 0,-1 0 0 0 0,0 0 0 0 0,-1 0 1 0 0,-1 0-1 0 0,0 0 0 0 0,0 0 0 0 0,-1 0 0 0 0,0 0 0 0 0,-1 0 0 0 0,-1-1 0 0 0,0 1 0 0 0,0 0 1 0 0,-1-1-1 0 0,-1 0 0 0 0,-9 17 0 0 0,10-19-11 0 0,-1-1 1 0 0,0 0-1 0 0,-1 0 0 0 0,0 0 0 0 0,0-1 1 0 0,-1 0-1 0 0,0 0 0 0 0,0 0 1 0 0,0-1-1 0 0,-1 0 0 0 0,0-1 0 0 0,0 0 1 0 0,-1 0-1 0 0,0 0 0 0 0,1-1 0 0 0,-1-1 1 0 0,-1 1-1 0 0,1-2 0 0 0,0 1 1 0 0,-1-1-1 0 0,1-1 0 0 0,-1 1 0 0 0,0-2 1 0 0,1 1-1 0 0,-19-2 0 0 0,12-2-24 0 0,0 1 1 0 0,0-2-1 0 0,0 0 0 0 0,-21-9 0 0 0,30 10-70 0 0,0 0-1 0 0,0 0 1 0 0,1-1 0 0 0,-1 0 0 0 0,1 0 0 0 0,0-1 0 0 0,0 0-1 0 0,1 0 1 0 0,-1 0 0 0 0,1 0 0 0 0,-8-12 0 0 0,12 15-96 0 0,0 0 1 0 0,0 1-1 0 0,0-2 0 0 0,0 1 1 0 0,0 0-1 0 0,1 0 1 0 0,-1 0-1 0 0,1 0 1 0 0,-1 0-1 0 0,1-1 0 0 0,0 1 1 0 0,0 0-1 0 0,0 0 1 0 0,0-1-1 0 0,0 1 1 0 0,1 0-1 0 0,-1 0 1 0 0,1 0-1 0 0,-1-1 0 0 0,1 1 1 0 0,0 0-1 0 0,0 0 1 0 0,-1 0-1 0 0,2 0 1 0 0,-1 0-1 0 0,0 0 0 0 0,0 1 1 0 0,1-1-1 0 0,-1 0 1 0 0,1 0-1 0 0,-1 1 1 0 0,1-1-1 0 0,0 1 0 0 0,2-2 1 0 0,7-5-1981 0 0,0 0 1 0 0,0 1 0 0 0,1 1-1 0 0,16-8 1 0 0,-25 13 1470 0 0,15-7-5549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19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67 380 0 0,'17'-66'16218'0'0,"-8"76"-15362"0"0,-7-4-682 0 0,1 0 1 0 0,-2-1-1 0 0,1 1 1 0 0,0 0 0 0 0,-1 0-1 0 0,1 12 1 0 0,1 4 70 0 0,6 26 125 0 0,13 58 1 0 0,-18-91-327 0 0,1 0 1 0 0,1 0-1 0 0,0 0 0 0 0,13 23 1 0 0,-17-36-37 0 0,-1 1 1 0 0,1-1 0 0 0,0 1 0 0 0,0-1-1 0 0,0 0 1 0 0,0 0 0 0 0,0 0-1 0 0,0 0 1 0 0,1 0 0 0 0,-1 0-1 0 0,0 0 1 0 0,1-1 0 0 0,0 1-1 0 0,-1-1 1 0 0,1 0 0 0 0,0 0-1 0 0,0 0 1 0 0,0 0 0 0 0,0 0-1 0 0,0 0 1 0 0,-1-1 0 0 0,1 0-1 0 0,5 1 1 0 0,-3-2 2 0 0,0 0 1 0 0,-1 0-1 0 0,1 0 0 0 0,-1-1 1 0 0,1 1-1 0 0,-1-1 0 0 0,0 0 1 0 0,1 0-1 0 0,-1-1 0 0 0,0 1 1 0 0,0-1-1 0 0,-1 0 0 0 0,1 0 1 0 0,5-6-1 0 0,0-2 5 0 0,0 0 1 0 0,0-1-1 0 0,-2 0 1 0 0,1-1-1 0 0,-2 0 1 0 0,10-25-1 0 0,16-30-112 0 0,-30 65 69 0 0,1-6 26 0 0,1 30 41 0 0,-68 341 531 0 0,29-191-208 0 0,14-59-96 0 0,-14 76 942 0 0,-59 187 0 0 0,77-326-506 0 0,-27 57 0 0 0,34-86-329 0 0,0 0 1 0 0,-2-1-1 0 0,0-1 0 0 0,-1 0 0 0 0,-23 24 0 0 0,33-38-282 0 0,-1-1 0 0 0,1 0-1 0 0,-1 0 1 0 0,0 0 0 0 0,0 0-1 0 0,0-1 1 0 0,0 1 0 0 0,0-1-1 0 0,-1 0 1 0 0,1 0 0 0 0,-1-1 0 0 0,0 1-1 0 0,1-1 1 0 0,-1 0 0 0 0,-7 0-1 0 0,8-1-58 0 0,1 0 0 0 0,-1-1 0 0 0,1 1-1 0 0,-1-1 1 0 0,1 0 0 0 0,0 0 0 0 0,-1 0 0 0 0,1-1-1 0 0,0 1 1 0 0,0-1 0 0 0,0 1 0 0 0,0-1-1 0 0,0 0 1 0 0,0-1 0 0 0,0 1 0 0 0,0 0-1 0 0,1-1 1 0 0,0 1 0 0 0,-1-1 0 0 0,1 0 0 0 0,0 0-1 0 0,-2-4 1 0 0,-4-8-2 0 0,0-1-1 0 0,1 0 1 0 0,0 0 0 0 0,1-1-1 0 0,1 0 1 0 0,1 0 0 0 0,1-1 0 0 0,0 1-1 0 0,1-1 1 0 0,1 1 0 0 0,0-1-1 0 0,1 0 1 0 0,4-25 0 0 0,3-2-30 0 0,1 1 0 0 0,3 0 0 0 0,1 0 0 0 0,21-48 0 0 0,-12 40-238 0 0,4 0 0 0 0,1 1 0 0 0,2 2-1 0 0,3 1 1 0 0,2 1 0 0 0,56-62 0 0 0,-57 76-1087 0 0,1 1 1 0 0,2 2-1 0 0,48-33 1 0 0,-50 42-1319 0 0,1 1 0 0 0,0 2 0 0 0,1 1 0 0 0,46-15 1 0 0,-40 20-5011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0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40 1212 0 0,'-3'-16'5175'0'0,"2"15"-4892"0"0,1-1 0 0 0,-1 1-1 0 0,1-1 1 0 0,-1 1 0 0 0,0 0-1 0 0,0-1 1 0 0,1 1 0 0 0,-1 0-1 0 0,0 0 1 0 0,0 0 0 0 0,0 0-1 0 0,0-1 1 0 0,0 1-1 0 0,-1 1 1 0 0,1-1 0 0 0,0 0-1 0 0,-3-1 1 0 0,3 1-198 0 0,0 1 1 0 0,0 0-1 0 0,-1 0 0 0 0,1 0 0 0 0,0 0 1 0 0,0 0-1 0 0,-1 0 0 0 0,1 0 1 0 0,0 0-1 0 0,0 0 0 0 0,0 0 0 0 0,0 1 1 0 0,-1-1-1 0 0,1 0 0 0 0,0 1 1 0 0,0-1-1 0 0,0 1 0 0 0,0 0 0 0 0,0-1 1 0 0,0 1-1 0 0,0 0 0 0 0,-1 1 1 0 0,-21 18 599 0 0,22-18-607 0 0,-24 26 131 0 0,2 1 0 0 0,0 1 0 0 0,2 1 1 0 0,2 1-1 0 0,1 0 0 0 0,1 2 0 0 0,2 0 0 0 0,1 1 1 0 0,2 0-1 0 0,-8 38 0 0 0,18-64-194 0 0,0-1-1 0 0,1 1 1 0 0,0 0 0 0 0,1 0 0 0 0,0 0 0 0 0,0 0-1 0 0,1 0 1 0 0,0 0 0 0 0,1 0 0 0 0,0-1 0 0 0,4 11 0 0 0,-5-16-39 0 0,1 1 0 0 0,-1-1 0 0 0,1 0 0 0 0,0 0 0 0 0,0 0 0 0 0,0 0 0 0 0,1 0 0 0 0,-1 0 1 0 0,1 0-1 0 0,-1-1 0 0 0,1 0 0 0 0,0 1 0 0 0,0-1 0 0 0,0 0 0 0 0,0 0 0 0 0,0 0 1 0 0,1-1-1 0 0,-1 1 0 0 0,1-1 0 0 0,-1 0 0 0 0,1 0 0 0 0,-1 0 0 0 0,1-1 0 0 0,-1 1 1 0 0,1-1-1 0 0,0 1 0 0 0,-1-1 0 0 0,1-1 0 0 0,5 1 0 0 0,7-3-367 0 0,1 0 1 0 0,-1-1-1 0 0,1 0 0 0 0,-1-1 1 0 0,0-1-1 0 0,-1-1 0 0 0,0 0 1 0 0,0-1-1 0 0,0-1 0 0 0,-1 0 1 0 0,0-1-1 0 0,-1 0 0 0 0,0-1 1 0 0,-1-1-1 0 0,13-15 0 0 0,-8 9 280 0 0,-2-2-1 0 0,0 0 0 0 0,-1-1 1 0 0,11-22-1 0 0,-16 23 701 0 0,1-1-1 0 0,-2 0 1 0 0,-1 0-1 0 0,6-30 1 0 0,-8 10 1047 0 0,-5 39-1452 0 0,-6 8 190 0 0,-2 6-163 0 0,1-1 1 0 0,0 2-1 0 0,1-1 1 0 0,1 1-1 0 0,0-1 1 0 0,1 2-1 0 0,-4 15 1 0 0,2-7-28 0 0,-26 101 447 0 0,30-109-578 0 0,0 0 0 0 0,0 0 0 0 0,2 1-1 0 0,0-1 1 0 0,0 0 0 0 0,6 27 0 0 0,-6-37-40 0 0,1-1 0 0 0,0 1-1 0 0,0-1 1 0 0,0 0 0 0 0,1 1 0 0 0,-1-1 0 0 0,1 0 0 0 0,0 0 0 0 0,0 0-1 0 0,0 0 1 0 0,0-1 0 0 0,0 1 0 0 0,1 0 0 0 0,-1-1 0 0 0,1 0 0 0 0,0 1-1 0 0,0-1 1 0 0,4 2 0 0 0,-2-1-3 0 0,0-1-1 0 0,0-1 1 0 0,0 1-1 0 0,1-1 1 0 0,-1 0 0 0 0,0 0-1 0 0,0 0 1 0 0,1-1-1 0 0,-1 0 1 0 0,0 0 0 0 0,7-1-1 0 0,3-1-2 0 0,0-1-1 0 0,0-1 0 0 0,-1 0 1 0 0,0-1-1 0 0,0 0 0 0 0,0-1 1 0 0,24-15-1 0 0,-24 11-1 0 0,-1 0-1 0 0,1-1 1 0 0,-2 0 0 0 0,0-1 0 0 0,0-1 0 0 0,-1 0-1 0 0,-1 0 1 0 0,0-1 0 0 0,-1-1 0 0 0,-1 0-1 0 0,8-16 1 0 0,-11 20-7 0 0,0-1-1 0 0,-1 1 0 0 0,0-1 1 0 0,-1 1-1 0 0,-1-1 1 0 0,0 0-1 0 0,0 0 1 0 0,-1 0-1 0 0,0-1 0 0 0,-1 1 1 0 0,-1 0-1 0 0,0 0 1 0 0,-1 0-1 0 0,0 0 0 0 0,0 0 1 0 0,-6-13-1 0 0,7 22 1 0 0,0-1 0 0 0,0 1 0 0 0,-1 0 0 0 0,0 0 0 0 0,1 0 0 0 0,-1 0 0 0 0,0 0 0 0 0,-1 0 0 0 0,1 1 0 0 0,0-1 0 0 0,-1 1 0 0 0,1-1 0 0 0,-1 1 0 0 0,0 0 0 0 0,0 0 0 0 0,0 0 0 0 0,0 0 0 0 0,-5-1 0 0 0,4 2 1 0 0,0 0 0 0 0,0 0 0 0 0,0 1 0 0 0,0 0 1 0 0,0-1-1 0 0,0 2 0 0 0,0-1 0 0 0,0 0 0 0 0,0 1 0 0 0,0 0 0 0 0,0 0 0 0 0,0 0 1 0 0,-7 3-1 0 0,-3 2 8 0 0,1 2 0 0 0,-1 0 0 0 0,1 0 0 0 0,1 1 0 0 0,-1 1 0 0 0,2 0 0 0 0,-12 12 0 0 0,3-1-15 0 0,1 2 0 0 0,1-1 1 0 0,-25 42-1 0 0,37-53 6 0 0,0 0-1 0 0,0 0 0 0 0,1 1 1 0 0,1 0-1 0 0,0 0 0 0 0,1 0 0 0 0,0 0 1 0 0,0 0-1 0 0,1 1 0 0 0,0 24 1 0 0,2-34 2 0 0,0 0 0 0 0,1-1 0 0 0,-1 1 1 0 0,1 0-1 0 0,-1 0 0 0 0,1-1 0 0 0,0 1 0 0 0,0 0 1 0 0,0-1-1 0 0,0 1 0 0 0,0-1 0 0 0,1 1 1 0 0,-1-1-1 0 0,1 0 0 0 0,0 0 0 0 0,-1 1 1 0 0,1-1-1 0 0,0 0 0 0 0,0 0 0 0 0,0-1 0 0 0,1 1 1 0 0,-1 0-1 0 0,0-1 0 0 0,1 0 0 0 0,3 2 1 0 0,-1-1-33 0 0,0-1 1 0 0,0 1 0 0 0,0-1-1 0 0,0-1 1 0 0,1 1 0 0 0,-1-1-1 0 0,0 0 1 0 0,0 0 0 0 0,1 0-1 0 0,-1-1 1 0 0,0 0 0 0 0,10-2-1 0 0,2-3-163 0 0,0 0-1 0 0,-1-1 1 0 0,0-1-1 0 0,-1-1 1 0 0,1 0-1 0 0,22-18 1 0 0,78-77-716 0 0,-93 83 783 0 0,10-13-36 0 0,-21 21 103 0 0,0 1 1 0 0,0 0-1 0 0,1 1 1 0 0,23-15 0 0 0,-35 26 59 0 0,0-1 0 0 0,0 1 0 0 0,0 0 0 0 0,-1 0 0 0 0,1 0 1 0 0,0-1-1 0 0,0 1 0 0 0,0 0 0 0 0,-1 0 0 0 0,1 0 0 0 0,0 0 0 0 0,0 0 1 0 0,0 1-1 0 0,0-1 0 0 0,-1 0 0 0 0,1 0 0 0 0,0 0 0 0 0,0 1 1 0 0,0-1-1 0 0,-1 0 0 0 0,1 1 0 0 0,0-1 0 0 0,-1 1 0 0 0,1-1 0 0 0,0 1 1 0 0,-1-1-1 0 0,1 1 0 0 0,-1 0 0 0 0,1-1 0 0 0,0 1 0 0 0,0 1 0 0 0,12 22-19 0 0,-9-8 26 0 0,-2 1 1 0 0,0 0-1 0 0,0-1 0 0 0,-2 1 0 0 0,0 0 0 0 0,-1 0 0 0 0,-4 22 0 0 0,3-17-3 0 0,-18 68 399 0 0,20-90-397 0 0,0 0 0 0 0,0-1-1 0 0,0 1 1 0 0,0-1-1 0 0,0 1 1 0 0,-1 0 0 0 0,1-1-1 0 0,0 1 1 0 0,0 0 0 0 0,0-1-1 0 0,-1 1 1 0 0,1 0-1 0 0,0 0 1 0 0,0-1 0 0 0,-1 1-1 0 0,1 0 1 0 0,0 0-1 0 0,-1-1 1 0 0,1 1 0 0 0,0 0-1 0 0,0 0 1 0 0,-1 0 0 0 0,1-1-1 0 0,-1 1 1 0 0,1 0-1 0 0,0 0 1 0 0,-1 0 0 0 0,1 0-1 0 0,0 0 1 0 0,-1 0-1 0 0,1 0 1 0 0,-1 0 0 0 0,1 0-1 0 0,0 0 1 0 0,-1 0 0 0 0,1 0-1 0 0,0 0 1 0 0,-1 0-1 0 0,1 0 1 0 0,0 0 0 0 0,-1 1-1 0 0,1-1 1 0 0,-1 0-1 0 0,1 0 1 0 0,0 0 0 0 0,0 0-1 0 0,-1 1 1 0 0,1-1 0 0 0,0 0-1 0 0,-1 0 1 0 0,1 1-1 0 0,0-1 1 0 0,0 0 0 0 0,-1 1-1 0 0,1-1 1 0 0,0 0-1 0 0,0 1 1 0 0,0-1 0 0 0,0 0-1 0 0,-1 1 1 0 0,1-1 0 0 0,0 0-1 0 0,0 1 1 0 0,0 0-1 0 0,1-16 12 0 0,0 0 0 0 0,2 0 0 0 0,0 0 0 0 0,0 1 0 0 0,1-1 0 0 0,1 1 0 0 0,0 0 0 0 0,9-14 0 0 0,-1 3-32 0 0,1 0 0 0 0,1 2 0 0 0,28-34 0 0 0,-34 46 16 0 0,1 1-1 0 0,0 1 0 0 0,21-17 0 0 0,-26 23 0 0 0,0 0 0 0 0,0 0 0 0 0,0 0 1 0 0,0 0-1 0 0,1 1 0 0 0,-1 0 0 0 0,1 0 0 0 0,-1 0 1 0 0,1 1-1 0 0,0-1 0 0 0,8 1 0 0 0,-10 0 10 0 0,0 2 0 0 0,0-1 0 0 0,0 0 0 0 0,0 1 0 0 0,0-1 0 0 0,0 1 1 0 0,-1 0-1 0 0,1 1 0 0 0,0-1 0 0 0,0 1 0 0 0,-1-1 0 0 0,1 1 0 0 0,-1 0 0 0 0,0 1 0 0 0,1-1 0 0 0,-1 0 0 0 0,0 1 0 0 0,0 0 0 0 0,-1-1 0 0 0,1 1 1 0 0,0 1-1 0 0,-1-1 0 0 0,0 0 0 0 0,0 0 0 0 0,0 1 0 0 0,0-1 0 0 0,0 1 0 0 0,-1 0 0 0 0,1-1 0 0 0,-1 1 0 0 0,0 0 0 0 0,-1 0 0 0 0,1 0 0 0 0,0 0 1 0 0,-1 0-1 0 0,0 0 0 0 0,0 6 0 0 0,-2 12 33 0 0,-1 1 1 0 0,0-1-1 0 0,-2 0 1 0 0,0 0 0 0 0,-11 26-1 0 0,1 1-521 0 0,14-47-99 0 0,17-5-2529 0 0,-7-1 2509 0 0,-1 0-1 0 0,0 0 1 0 0,0-1 0 0 0,0-1 0 0 0,11-9 0 0 0,-8 6-417 0 0,9-7-1048 0 0,2 0-336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1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129 134 4268 0 0,'20'-19'2274'0'0,"-1"-2"0"0"0,-2 0 1 0 0,29-43-1 0 0,-45 62-1978 0 0,-1 2-282 0 0,0-1 0 0 0,0 1 0 0 0,0 0 0 0 0,0-1 0 0 0,0 1-1 0 0,0 0 1 0 0,0-1 0 0 0,0 1 0 0 0,-1 0 0 0 0,1 0 0 0 0,0-1 0 0 0,0 1 0 0 0,0 0-1 0 0,-1 0 1 0 0,1-1 0 0 0,0 1 0 0 0,0 0 0 0 0,-1 0 0 0 0,1-1 0 0 0,0 1 0 0 0,0 0-1 0 0,-1 0 1 0 0,1 0 0 0 0,0 0 0 0 0,-1 0 0 0 0,1 0 0 0 0,0-1 0 0 0,0 1 0 0 0,-1 0-1 0 0,1 0 1 0 0,0 0 0 0 0,-1 0 0 0 0,1 0 0 0 0,0 0 0 0 0,-1 0 0 0 0,1 0 0 0 0,0 0-1 0 0,-1 0 1 0 0,1 1 0 0 0,0-1 0 0 0,-1 0 0 0 0,1 0 0 0 0,0 0 0 0 0,-16 6 201 0 0,12-2-171 0 0,-15 11 193 0 0,-32 33 0 0 0,46-43-226 0 0,1 0 0 0 0,-1 1-1 0 0,1 0 1 0 0,1 0 0 0 0,-1 0-1 0 0,1 0 1 0 0,0 0 0 0 0,0 1-1 0 0,1 0 1 0 0,0-1 0 0 0,-2 8-1 0 0,4-11-7 0 0,0-1 1 0 0,0 1-1 0 0,0-1 0 0 0,1 1 0 0 0,-1-1 0 0 0,0 1 0 0 0,1-1 0 0 0,0 0 0 0 0,0 1 0 0 0,-1-1 0 0 0,1 0 0 0 0,1 1 0 0 0,-1-1 0 0 0,0 0 0 0 0,0 0 1 0 0,3 2-1 0 0,28 31-25 0 0,-23-27 21 0 0,3 5 28 0 0,-2-4 26 0 0,0 0 0 0 0,-1 1 1 0 0,0 1-1 0 0,0-1 0 0 0,-1 2 0 0 0,-1-1 0 0 0,9 18 0 0 0,-15-27 32 0 0,-1 0 0 0 0,1 0-1 0 0,-1 0 1 0 0,0 0 0 0 0,0 0-1 0 0,0 0 1 0 0,0 0 0 0 0,0 0 0 0 0,0 0-1 0 0,0 0 1 0 0,-1 0 0 0 0,1 0-1 0 0,-1 0 1 0 0,1-1 0 0 0,-1 1-1 0 0,0 0 1 0 0,0 0 0 0 0,0 0-1 0 0,0-1 1 0 0,0 1 0 0 0,0 0-1 0 0,0-1 1 0 0,-1 1 0 0 0,1-1-1 0 0,0 1 1 0 0,-1-1 0 0 0,-1 1-1 0 0,-3 3 139 0 0,-1 0-1 0 0,1 0 1 0 0,-1-1-1 0 0,0 0 1 0 0,-8 3-1 0 0,0-1 36 0 0,-1-2 1 0 0,1 0-1 0 0,-1 0 0 0 0,0-2 1 0 0,0 0-1 0 0,-30 0 0 0 0,45-2-285 0 0,-1 0 0 0 0,1 0 0 0 0,0 0 0 0 0,-1 0 0 0 0,1 0 0 0 0,-1 0 0 0 0,1-1 0 0 0,0 1-1 0 0,-1-1 1 0 0,1 1 0 0 0,0-1 0 0 0,-1 1 0 0 0,1-1 0 0 0,0 1 0 0 0,0-1 0 0 0,-1 0 0 0 0,-1-1 0 0 0,3 1-69 0 0,-1 0 1 0 0,1 0-1 0 0,0 1 1 0 0,-1-1 0 0 0,1 0-1 0 0,0 0 1 0 0,-1 0-1 0 0,1 0 1 0 0,0 0-1 0 0,0 1 1 0 0,0-1 0 0 0,0 0-1 0 0,0 0 1 0 0,0 0-1 0 0,0 0 1 0 0,0 0 0 0 0,0 0-1 0 0,0 0 1 0 0,0 1-1 0 0,1-2 1 0 0,0-3-1103 0 0,1 1 1 0 0,0 0 0 0 0,0-1-1 0 0,1 1 1 0 0,-1 0 0 0 0,1 0-1 0 0,6-6 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44 1132 0 0,'5'-12'5564'0'0,"15"-20"6610"0"0,-38 97-9802 0 0,-16 74-1004 0 0,31-121-1335 0 0,1-1 0 0 0,1 1 0 0 0,0-1-1 0 0,1 1 1 0 0,1-1 0 0 0,3 19-1 0 0,-3-34-52 0 0,-1 0-1 0 0,0 0 1 0 0,1 0-1 0 0,0 0 0 0 0,-1 0 1 0 0,1 0-1 0 0,0 0 1 0 0,0 0-1 0 0,0-1 0 0 0,0 1 1 0 0,1 0-1 0 0,-1 0 1 0 0,0-1-1 0 0,1 1 0 0 0,-1-1 1 0 0,1 1-1 0 0,-1-1 1 0 0,1 0-1 0 0,2 2 0 0 0,-1-2-148 0 0,0 0 0 0 0,0 0 0 0 0,0 0-1 0 0,0 0 1 0 0,0 0 0 0 0,0-1-1 0 0,0 0 1 0 0,1 1 0 0 0,-1-1 0 0 0,0 0-1 0 0,6-1 1 0 0,0-1-677 0 0,1 0 0 0 0,-1-1 1 0 0,0 0-1 0 0,1 0 0 0 0,-2-1 0 0 0,1 0 0 0 0,13-9 0 0 0,3-4-3657 0 0,0-4-2219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1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55 1836 0 0,'-12'-12'2172'0'0,"-1"2"-507"0"0,1 3-365 0 0,0 1-228 0 0,2-3-200 0 0,-2 6-212 0 0,2-4 280 0 0,-7 9-352 0 0,0 6-428 0 0,10 2-200 0 0,2 2-340 0 0,0 2-276 0 0,5 1-468 0 0,0 4-1756 0 0,-2-1-901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3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278 656 2320 0 0,'1'-2'1999'0'0,"1"-2"-1440"0"0,0 0 1 0 0,0 0-1 0 0,0 0 0 0 0,-1 0 1 0 0,0 0-1 0 0,1 0 0 0 0,-2-1 1 0 0,1 1-1 0 0,0 0 1 0 0,-1 0-1 0 0,0-1 0 0 0,0 1 1 0 0,0-1-1 0 0,0 1 0 0 0,-2-7 1 0 0,1 6-278 0 0,0 0 0 0 0,0 1 0 0 0,-1-1 0 0 0,1 0 1 0 0,-1 1-1 0 0,0-1 0 0 0,0 1 0 0 0,-1 0 1 0 0,1 0-1 0 0,-1-1 0 0 0,0 2 0 0 0,0-1 0 0 0,-7-6 1 0 0,8 9-245 0 0,0-1 1 0 0,0 1-1 0 0,-1 0 1 0 0,1 0-1 0 0,-1 1 1 0 0,1-1-1 0 0,-1 0 0 0 0,1 1 1 0 0,0 0-1 0 0,-1-1 1 0 0,0 1-1 0 0,1 0 1 0 0,-1 0-1 0 0,1 1 1 0 0,-1-1-1 0 0,1 0 1 0 0,-1 1-1 0 0,1 0 1 0 0,0-1-1 0 0,-1 1 1 0 0,-2 1-1 0 0,-9 5-19 0 0,1 0 1 0 0,0 1-1 0 0,0 0 0 0 0,0 1 0 0 0,1 0 0 0 0,1 1 0 0 0,0 0 0 0 0,0 1 0 0 0,1 0 1 0 0,0 1-1 0 0,1 0 0 0 0,0 1 0 0 0,1-1 0 0 0,0 2 0 0 0,1-1 0 0 0,1 1 0 0 0,0 0 1 0 0,-5 21-1 0 0,10-31-18 0 0,0 0 1 0 0,0 0 0 0 0,1 0 0 0 0,0 0 0 0 0,-1 0-1 0 0,1 0 1 0 0,1 0 0 0 0,-1 0 0 0 0,1 0 0 0 0,-1 0-1 0 0,1 0 1 0 0,1 0 0 0 0,-1 0 0 0 0,0-1 0 0 0,1 1-1 0 0,0 0 1 0 0,0-1 0 0 0,0 1 0 0 0,2 3 0 0 0,-1-5-25 0 0,-1 1 1 0 0,1-1-1 0 0,0 1 1 0 0,0-1-1 0 0,0 0 1 0 0,0 0-1 0 0,0-1 1 0 0,0 1-1 0 0,1-1 1 0 0,-1 1-1 0 0,1-1 0 0 0,-1 0 1 0 0,0 0-1 0 0,1 0 1 0 0,0-1-1 0 0,-1 1 1 0 0,1-1-1 0 0,-1 0 1 0 0,1 0-1 0 0,0 0 1 0 0,5-2-1 0 0,2 0-118 0 0,0-1 0 0 0,0 0-1 0 0,-1-1 1 0 0,1-1 0 0 0,-1 1-1 0 0,0-2 1 0 0,0 1 0 0 0,0-1-1 0 0,-1-1 1 0 0,0 0 0 0 0,0 0-1 0 0,-1-1 1 0 0,0 0 0 0 0,9-11-1 0 0,4-8-319 0 0,0 0-1 0 0,-1-2 0 0 0,21-43 0 0 0,-13 14-8 0 0,-2-1 0 0 0,29-98-1 0 0,11-131 2494 0 0,-64 277-1910 0 0,1-11 335 0 0,-1 22-270 0 0,-2 11-133 0 0,-4 71 1467 0 0,-25 141-1 0 0,8-93-967 0 0,14-80-425 0 0,-12 126 156 0 0,18-153-248 0 0,1 0-1 0 0,1 1 1 0 0,1-1 0 0 0,2 1-1 0 0,7 31 1 0 0,-9-48-29 0 0,1 0 1 0 0,-1 0 0 0 0,1 0-1 0 0,1 0 1 0 0,-1-1 0 0 0,1 0-1 0 0,0 1 1 0 0,0-2 0 0 0,1 1-1 0 0,0 0 1 0 0,0-1-1 0 0,0 0 1 0 0,1 0 0 0 0,0 0-1 0 0,7 4 1 0 0,-8-6-51 0 0,1 0 1 0 0,-1-1-1 0 0,1 0 0 0 0,-1 0 0 0 0,1 0 1 0 0,-1-1-1 0 0,1 0 0 0 0,0 0 1 0 0,0 0-1 0 0,0-1 0 0 0,0 1 0 0 0,-1-2 1 0 0,1 1-1 0 0,0-1 0 0 0,0 1 1 0 0,0-2-1 0 0,-1 1 0 0 0,1 0 0 0 0,8-5 1 0 0,-3 1-24 0 0,-1-1 0 0 0,0 0 0 0 0,0 0 1 0 0,0-1-1 0 0,-1 0 0 0 0,0-1 0 0 0,-1 0 1 0 0,1-1-1 0 0,-2 1 0 0 0,12-17 0 0 0,4-10-36 0 0,29-59-1 0 0,-51 93 112 0 0,11-23 106 0 0,-1-1 1 0 0,-2 0 0 0 0,0-1-1 0 0,-1 0 1 0 0,-2 0 0 0 0,0-1-1 0 0,-2 0 1 0 0,1-43 0 0 0,-5 69-98 0 0,0 0 0 0 0,0 1 0 0 0,0-1 0 0 0,0 0 0 0 0,0 0 0 0 0,0 0 0 0 0,0 1 0 0 0,0-1 0 0 0,0 0 0 0 0,0 0 0 0 0,-1 0 0 0 0,1 1 0 0 0,0-1 1 0 0,0 0-1 0 0,-1 1 0 0 0,1-1 0 0 0,-1 0 0 0 0,1 0 0 0 0,-1 1 0 0 0,1-1 0 0 0,-1 1 0 0 0,1-1 0 0 0,-1 0 0 0 0,1 1 0 0 0,-2-1 0 0 0,1 1-4 0 0,1 0 1 0 0,-1 0-1 0 0,0-1 0 0 0,0 1 0 0 0,0 0 0 0 0,0 1 0 0 0,0-1 0 0 0,0 0 1 0 0,0 0-1 0 0,0 0 0 0 0,1 0 0 0 0,-1 1 0 0 0,0-1 0 0 0,0 0 0 0 0,0 1 1 0 0,0-1-1 0 0,-1 2 0 0 0,-2 1 25 0 0,-1 0-1 0 0,1 0 1 0 0,0 1-1 0 0,0 0 1 0 0,-4 5 0 0 0,-4 8 72 0 0,0 1-1 0 0,2 0 1 0 0,0 1 0 0 0,1 0 0 0 0,1 0 0 0 0,-7 30 0 0 0,11-36-74 0 0,1 0 1 0 0,1 0 0 0 0,0 0 0 0 0,1 1-1 0 0,0-1 1 0 0,1 0 0 0 0,0 1-1 0 0,2-1 1 0 0,-1 0 0 0 0,2 0-1 0 0,3 15 1 0 0,-4-22-7 0 0,1 0-1 0 0,-1-1 1 0 0,1 1-1 0 0,0-1 1 0 0,0 0-1 0 0,1 0 1 0 0,-1 0-1 0 0,1 0 1 0 0,0-1-1 0 0,0 0 1 0 0,1 1-1 0 0,9 6 1 0 0,-6-6-3 0 0,0-1 0 0 0,0 0 0 0 0,1 0-1 0 0,-1 0 1 0 0,1-1 0 0 0,0 0 0 0 0,17 3 0 0 0,-10-4-5 0 0,-1 0 0 0 0,0-2-1 0 0,1 1 1 0 0,-1-2 0 0 0,0 0 0 0 0,1-1 0 0 0,-1 0 0 0 0,0-2 0 0 0,0 1 0 0 0,16-8 0 0 0,-13 3 2 0 0,-1-1 0 0 0,1-1 0 0 0,-1 0 0 0 0,-1-1 0 0 0,0-1 0 0 0,-1-1 0 0 0,0 0 0 0 0,17-20 0 0 0,-15 13-4 0 0,-1 0-1 0 0,-1-2 1 0 0,-1 0 0 0 0,0 0-1 0 0,18-45 1 0 0,-28 57-6 0 0,0 0 0 0 0,-1 0 1 0 0,-1-1-1 0 0,1 1 0 0 0,-2-1 0 0 0,1 1 1 0 0,-1-18-1 0 0,-1 22 6 0 0,-1 0-1 0 0,1 1 1 0 0,-1-1 0 0 0,-1 0 0 0 0,1 1-1 0 0,-1-1 1 0 0,1 1 0 0 0,-2 0-1 0 0,1 0 1 0 0,0-1 0 0 0,-1 1-1 0 0,0 1 1 0 0,0-1 0 0 0,-1 0-1 0 0,-5-5 1 0 0,8 9-10 0 0,0 0 0 0 0,0 0 0 0 0,0 0 0 0 0,0 1 0 0 0,0-1 0 0 0,0 0 1 0 0,0 1-1 0 0,0-1 0 0 0,0 1 0 0 0,0-1 0 0 0,0 1 0 0 0,0 0 0 0 0,-1-1 0 0 0,1 1 0 0 0,0 0 0 0 0,0 0 0 0 0,0 0 1 0 0,0 0-1 0 0,-1 0 0 0 0,1 0 0 0 0,0 0 0 0 0,0 0 0 0 0,0 0 0 0 0,-1 0 0 0 0,1 1 0 0 0,0-1 0 0 0,0 1 0 0 0,0-1 0 0 0,0 1 1 0 0,0-1-1 0 0,0 1 0 0 0,0 0 0 0 0,0-1 0 0 0,0 1 0 0 0,0 0 0 0 0,0 0 0 0 0,0-1 0 0 0,0 1 0 0 0,1 0 0 0 0,-2 1 1 0 0,0 0 1 0 0,1 1 1 0 0,-1-1-1 0 0,1 0 1 0 0,-1 0-1 0 0,1 1 1 0 0,0-1-1 0 0,0 1 1 0 0,0-1-1 0 0,0 1 1 0 0,0-1-1 0 0,0 1 1 0 0,1 0-1 0 0,-1-1 1 0 0,1 1-1 0 0,0 0 1 0 0,0 0-1 0 0,0 3 1 0 0,2-1-2 0 0,-1 1 0 0 0,1 0 0 0 0,0-1 0 0 0,1 1 0 0 0,-1-1 0 0 0,1 0 0 0 0,0 0 1 0 0,0 0-1 0 0,1 0 0 0 0,0 0 0 0 0,0-1 0 0 0,4 5 0 0 0,0-3-22 0 0,-1 0 0 0 0,1 0-1 0 0,0 0 1 0 0,1-1 0 0 0,-1-1-1 0 0,18 7 1 0 0,-7-4-74 0 0,0-2-1 0 0,0-1 1 0 0,0 0 0 0 0,0-1-1 0 0,1-1 1 0 0,37-1 0 0 0,-47-1 62 0 0,0-1 0 0 0,0-1 0 0 0,0 0 0 0 0,0 0 0 0 0,0-1 0 0 0,0 0 0 0 0,-1 0 0 0 0,0-1 0 0 0,18-11 1 0 0,-21 12 53 0 0,0-1 1 0 0,-1-1 0 0 0,1 1-1 0 0,-1-1 1 0 0,0 0 0 0 0,-1 0-1 0 0,1-1 1 0 0,-1 1 0 0 0,0-1-1 0 0,0 0 1 0 0,-1 0 0 0 0,0-1-1 0 0,0 1 1 0 0,4-12 0 0 0,-7 17-21 0 0,0 1 0 0 0,0-1 0 0 0,0 1 1 0 0,0 0-1 0 0,0-1 0 0 0,0 1 1 0 0,0 0-1 0 0,0-1 0 0 0,0 1 1 0 0,0-1-1 0 0,0 1 0 0 0,0 0 1 0 0,0-1-1 0 0,0 1 0 0 0,0 0 0 0 0,-1-1 1 0 0,1 1-1 0 0,0 0 0 0 0,0-1 1 0 0,0 1-1 0 0,-1 0 0 0 0,1-1 1 0 0,0 1-1 0 0,0 0 0 0 0,-1-1 1 0 0,1 1-1 0 0,0 0 0 0 0,0 0 0 0 0,-1 0 1 0 0,1-1-1 0 0,0 1 0 0 0,-1 0 1 0 0,1 0-1 0 0,0 0 0 0 0,-1 0 1 0 0,1-1-1 0 0,-1 1 0 0 0,1 0 1 0 0,0 0-1 0 0,-1 0 0 0 0,1 0 1 0 0,0 0-1 0 0,-1 0 0 0 0,1 0 0 0 0,-1 0 1 0 0,1 0-1 0 0,0 0 0 0 0,-1 0 1 0 0,0 1-1 0 0,-17 2 37 0 0,11 2 22 0 0,0 0-1 0 0,1 0 1 0 0,-1 0 0 0 0,1 1-1 0 0,0 0 1 0 0,1 0 0 0 0,-1 1 0 0 0,1-1-1 0 0,-4 9 1 0 0,-35 68 481 0 0,40-76-524 0 0,-2 6 20 0 0,0 0 0 0 0,1 0-1 0 0,1 0 1 0 0,0 1-1 0 0,1 0 1 0 0,0-1-1 0 0,-1 21 1 0 0,4-29-36 0 0,0 0 1 0 0,0 0-1 0 0,0-1 0 0 0,1 1 1 0 0,-1 0-1 0 0,1 0 1 0 0,1-1-1 0 0,-1 1 0 0 0,0-1 1 0 0,1 1-1 0 0,0-1 0 0 0,0 0 1 0 0,0 1-1 0 0,1-1 0 0 0,0 0 1 0 0,-1 0-1 0 0,1-1 0 0 0,1 1 1 0 0,-1-1-1 0 0,0 1 1 0 0,1-1-1 0 0,0 0 0 0 0,0 0 1 0 0,-1-1-1 0 0,6 3 0 0 0,2 1-288 0 0,1-1 0 0 0,0-1-1 0 0,0 0 1 0 0,0-1-1 0 0,0 0 1 0 0,0 0-1 0 0,1-1 1 0 0,-1-1-1 0 0,1 0 1 0 0,0-1 0 0 0,-1-1-1 0 0,1 0 1 0 0,-1 0-1 0 0,1-1 1 0 0,-1-1-1 0 0,0 0 1 0 0,0 0 0 0 0,0-1-1 0 0,13-7 1 0 0,-10 4 62 0 0,-2 0-1 0 0,1-1 1 0 0,-1-1 0 0 0,0 0 0 0 0,-1-1-1 0 0,0 0 1 0 0,-1-1 0 0 0,0 0 0 0 0,-1-1 0 0 0,0 0-1 0 0,0-1 1 0 0,-1 0 0 0 0,-1 0 0 0 0,-1-1-1 0 0,7-14 1 0 0,-4 1 1915 0 0,-1 0-1 0 0,-1-1 1 0 0,7-55 1002 0 0,-15 85-2271 0 0,-16 101 2263 0 0,8-64-2218 0 0,2 0 0 0 0,1 0 0 0 0,2 1 0 0 0,4 54 0 0 0,-1-91-506 0 0,0 1 0 0 0,1-1-1 0 0,-1 0 1 0 0,1 0 0 0 0,0 1 0 0 0,0-1-1 0 0,0 0 1 0 0,0 0 0 0 0,0 0 0 0 0,1 0-1 0 0,-1 0 1 0 0,1 0 0 0 0,0 0 0 0 0,0-1-1 0 0,0 1 1 0 0,0 0 0 0 0,1-1 0 0 0,-1 0 0 0 0,1 0-1 0 0,-1 1 1 0 0,1-1 0 0 0,0-1 0 0 0,0 1-1 0 0,0 0 1 0 0,0-1 0 0 0,0 0 0 0 0,0 1-1 0 0,0-1 1 0 0,0 0 0 0 0,1-1 0 0 0,-1 1-1 0 0,0-1 1 0 0,1 1 0 0 0,-1-1 0 0 0,0 0 0 0 0,7-1-1 0 0,-1 1-629 0 0,-1-1-1 0 0,0-1 1 0 0,1 1 0 0 0,-1-2-1 0 0,0 1 1 0 0,9-4-1 0 0,-9 2-1260 0 0,1 0 0 0 0,-1-1-1 0 0,1 0 1 0 0,13-11 0 0 0,2-6-6086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3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65 1184 0 0,'-17'-10'3192'0'0,"0"-1"-807"0"0,-1 3-521 0 0,6 0-336 0 0,-2 2-280 0 0,3 0-192 0 0,2 1-240 0 0,-3-1 344 0 0,-1 1-568 0 0,1 12-1400 0 0,13 8-2656 0 0,1-6 72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4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81 139 2096 0 0,'-7'-3'912'0'0,"0"0"-1"0"0,0-1 1 0 0,1 0-1 0 0,0 0 1 0 0,0-1 0 0 0,0 0-1 0 0,0 0 1 0 0,0 0-1 0 0,-5-9 1 0 0,9 13-810 0 0,1-1 1 0 0,0 1-1 0 0,0-1 1 0 0,0 0-1 0 0,0 0 1 0 0,0 0-1 0 0,0 1 1 0 0,0-1-1 0 0,1 0 1 0 0,-1 0-1 0 0,1 0 1 0 0,0 0-1 0 0,-1 0 1 0 0,1 0-1 0 0,0 0 1 0 0,0-1-1 0 0,0 1 1 0 0,0 0-1 0 0,0 0 1 0 0,1 0 0 0 0,-1 0-1 0 0,1 0 1 0 0,-1 0-1 0 0,1 0 1 0 0,0 1-1 0 0,0-1 1 0 0,0 0-1 0 0,0 0 1 0 0,0 0-1 0 0,0 1 1 0 0,0-1-1 0 0,0 1 1 0 0,1-1-1 0 0,-1 1 1 0 0,1-1-1 0 0,-1 1 1 0 0,1 0-1 0 0,0-1 1 0 0,-1 1-1 0 0,3-1 1 0 0,-1 0-24 0 0,0 1-1 0 0,-1-1 1 0 0,1 1 0 0 0,0-1 0 0 0,0 1-1 0 0,0 0 1 0 0,0 0 0 0 0,0 0 0 0 0,0 1-1 0 0,0-1 1 0 0,0 1 0 0 0,0 0 0 0 0,1-1-1 0 0,-1 1 1 0 0,0 1 0 0 0,0-1 0 0 0,0 0-1 0 0,0 1 1 0 0,0 0 0 0 0,1-1 0 0 0,-1 1-1 0 0,-1 1 1 0 0,1-1 0 0 0,0 0 0 0 0,0 1-1 0 0,0-1 1 0 0,-1 1 0 0 0,1 0 0 0 0,2 2 0 0 0,1 1-2 0 0,1 1 1 0 0,-1 0-1 0 0,-1 0 0 0 0,1 0 1 0 0,-1 1-1 0 0,0 0 1 0 0,-1 0-1 0 0,1 0 1 0 0,4 13-1 0 0,-2-1-8 0 0,0 0-1 0 0,-1 1 0 0 0,-1 0 0 0 0,-1 0 1 0 0,-1 1-1 0 0,1 36 0 0 0,-4-46-3 0 0,0 1 0 0 0,-1-1 1 0 0,0 1-1 0 0,-1-1 0 0 0,0 0 0 0 0,-1 0 0 0 0,0 0 0 0 0,-1 0 0 0 0,0 0 0 0 0,-1-1 0 0 0,0 0 0 0 0,-1 0 0 0 0,-11 17 0 0 0,15-25-21 0 0,1-1 1 0 0,-1 1-1 0 0,1 0 0 0 0,-1-1 0 0 0,0 1 0 0 0,1-1 0 0 0,-1 0 1 0 0,0 1-1 0 0,0-1 0 0 0,-4 2 0 0 0,5-3-31 0 0,1 0-1 0 0,-1 0 1 0 0,0 0-1 0 0,0 1 1 0 0,0-1-1 0 0,1 0 1 0 0,-1 0-1 0 0,0 0 0 0 0,0 0 1 0 0,0 0-1 0 0,1-1 1 0 0,-1 1-1 0 0,0 0 1 0 0,0 0-1 0 0,1 0 1 0 0,-1-1-1 0 0,0 1 1 0 0,0 0-1 0 0,1-1 1 0 0,-1 1-1 0 0,0-1 1 0 0,-1-1-1 0 0,0 0 0 0 0,1 0 0 0 0,-1 0 0 0 0,1 0 0 0 0,0 0 1 0 0,0 0-1 0 0,0 0 0 0 0,0-1 0 0 0,0 1 0 0 0,0 0 0 0 0,0-1 1 0 0,1 1-1 0 0,-1-1 0 0 0,1 1 0 0 0,0-1 0 0 0,0 1 0 0 0,0-4 1 0 0,1-7-3 0 0,0 0 0 0 0,1 0 0 0 0,1 0 0 0 0,0 0 0 0 0,1 1 0 0 0,0-1 0 0 0,0 1 0 0 0,2 0 0 0 0,0 0 0 0 0,7-11 0 0 0,3-2 10 0 0,2 0 1 0 0,0 1-1 0 0,27-26 1 0 0,-32 37-35 0 0,1 0 0 0 0,0 1 0 0 0,1 0 1 0 0,26-14-1 0 0,-34 22 9 0 0,0 0 0 0 0,0 1 0 0 0,0 0 0 0 0,0 0 0 0 0,1 0 0 0 0,-1 1 0 0 0,1 0 0 0 0,-1 1 0 0 0,1 0 0 0 0,0 0 0 0 0,0 0 1 0 0,0 1-1 0 0,11 1 0 0 0,-15 0 6 0 0,-1 0 1 0 0,1 0-1 0 0,-1 0 0 0 0,0 0 1 0 0,1 0-1 0 0,-1 1 1 0 0,0-1-1 0 0,0 1 1 0 0,0 0-1 0 0,0 0 1 0 0,0 0-1 0 0,0 1 1 0 0,-1-1-1 0 0,1 1 1 0 0,-1-1-1 0 0,4 6 1 0 0,-3-3-5 0 0,0 0 0 0 0,0 0 0 0 0,-1 1 0 0 0,0-1 0 0 0,0 1 0 0 0,0-1 0 0 0,-1 1 0 0 0,0 0 0 0 0,1 7 0 0 0,-1 7-1 0 0,-1 0-1 0 0,-1 1 1 0 0,-1-1-1 0 0,-7 34 1 0 0,7-45 116 0 0,-1 3-335 0 0,1 0-1 0 0,0 0 0 0 0,1 0 0 0 0,0 1 1 0 0,2 17-1 0 0,-1-27-30 0 0,1 0-1 0 0,-1 0 1 0 0,1 0 0 0 0,0 0 0 0 0,0 0-1 0 0,0 0 1 0 0,1 0 0 0 0,-1 0 0 0 0,1-1-1 0 0,-1 1 1 0 0,1 0 0 0 0,0-1 0 0 0,0 1-1 0 0,0-1 1 0 0,0 0 0 0 0,1 0 0 0 0,-1 0-1 0 0,1 0 1 0 0,-1 0 0 0 0,1 0 0 0 0,0 0-1 0 0,-1-1 1 0 0,1 0 0 0 0,0 1 0 0 0,0-1-1 0 0,4 1 1 0 0,35 6-5296 0 0,-19-8 651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4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605 238 1792 0 0,'22'-22'3619'0'0,"35"-46"0"0"0,-51 60-2932 0 0,-1 0-1 0 0,0 0 1 0 0,0 0 0 0 0,-1-1 0 0 0,0 1-1 0 0,-1-1 1 0 0,0 0 0 0 0,0 0 0 0 0,-1 0-1 0 0,2-15 1 0 0,-4 22-602 0 0,0 1 0 0 0,1-1 0 0 0,-1 1 0 0 0,0 0 0 0 0,-1-1-1 0 0,1 1 1 0 0,0-1 0 0 0,0 1 0 0 0,-1-1 0 0 0,1 1 0 0 0,0 0 0 0 0,-1-1 0 0 0,1 1 0 0 0,-1 0-1 0 0,0-1 1 0 0,0 1 0 0 0,1 0 0 0 0,-1 0 0 0 0,0 0 0 0 0,0 0 0 0 0,-2-2 0 0 0,1 2-8 0 0,1 0 0 0 0,-1 0 0 0 0,0 0 1 0 0,0 0-1 0 0,0 1 0 0 0,0-1 1 0 0,0 1-1 0 0,0-1 0 0 0,0 1 0 0 0,0 0 1 0 0,0 0-1 0 0,0 0 0 0 0,-4 0 1 0 0,-3 2 119 0 0,0-1 0 0 0,0 1 0 0 0,0 1 0 0 0,0 0 0 0 0,-15 7 1 0 0,-5 6-68 0 0,0 1 1 0 0,2 1 0 0 0,0 1 0 0 0,2 2 0 0 0,0 0 0 0 0,1 2-1 0 0,1 0 1 0 0,1 2 0 0 0,1 0 0 0 0,1 2 0 0 0,2 0 0 0 0,-29 58-1 0 0,43-77-121 0 0,1 0-1 0 0,0 1 0 0 0,0-1 1 0 0,1 1-1 0 0,0-1 0 0 0,0 1 0 0 0,1 0 1 0 0,1 0-1 0 0,-1 11 0 0 0,2-17-6 0 0,-1 0 0 0 0,0 0 1 0 0,1-1-1 0 0,0 1 0 0 0,-1 0 0 0 0,1 0 0 0 0,0-1 0 0 0,0 1 0 0 0,1-1 0 0 0,-1 1 1 0 0,0-1-1 0 0,1 1 0 0 0,0-1 0 0 0,-1 0 0 0 0,1 0 0 0 0,0 1 0 0 0,0-1 0 0 0,1-1 0 0 0,-1 1 1 0 0,0 0-1 0 0,0 0 0 0 0,1-1 0 0 0,-1 0 0 0 0,1 1 0 0 0,-1-1 0 0 0,1 0 0 0 0,0 0 1 0 0,0 0-1 0 0,-1-1 0 0 0,1 1 0 0 0,0-1 0 0 0,4 1 0 0 0,-1-1-2 0 0,0 1 0 0 0,0-1 0 0 0,-1-1 0 0 0,1 1 0 0 0,0-1 0 0 0,0 0 0 0 0,-1 0 0 0 0,1-1 0 0 0,-1 1 0 0 0,1-1 0 0 0,4-3 0 0 0,0 0 0 0 0,-1 0 0 0 0,-1-1 0 0 0,1 0 1 0 0,-1 0-1 0 0,12-12 0 0 0,1-6 9 0 0,0-1-1 0 0,32-50 1 0 0,-51 72-8 0 0,43-74 126 0 0,-29 48-154 0 0,36-50 0 0 0,-52 79 27 0 0,0-1-1 0 0,0 1 1 0 0,0 0-1 0 0,0-1 1 0 0,1 1-1 0 0,-1 0 0 0 0,0-1 1 0 0,0 1-1 0 0,1 0 1 0 0,-1 0-1 0 0,0-1 1 0 0,0 1-1 0 0,1 0 1 0 0,-1 0-1 0 0,0 0 0 0 0,1-1 1 0 0,-1 1-1 0 0,0 0 1 0 0,1 0-1 0 0,-1 0 1 0 0,0 0-1 0 0,1 0 0 0 0,-1 0 1 0 0,1 0-1 0 0,-1 0 1 0 0,0 0-1 0 0,1 0 1 0 0,-1 0-1 0 0,0 0 0 0 0,1 0 1 0 0,-1 0-1 0 0,0 0 1 0 0,1 0-1 0 0,-1 0 1 0 0,1 0-1 0 0,-1 0 1 0 0,0 0-1 0 0,1 1 0 0 0,-1-1 1 0 0,0 0-1 0 0,0 0 1 0 0,1 0-1 0 0,-1 1 1 0 0,0-1-1 0 0,1 0 0 0 0,-1 0 1 0 0,0 1-1 0 0,0-1 1 0 0,1 0-1 0 0,-1 1 1 0 0,0-1-1 0 0,0 0 0 0 0,0 1 1 0 0,1-1-1 0 0,6 22-54 0 0,-3 13 156 0 0,-2 1 0 0 0,-1 0 0 0 0,-7 67 0 0 0,2-47 127 0 0,-32 311 1585 0 0,18-254-901 0 0,-39 134-1 0 0,46-211-631 0 0,-1 0-1 0 0,-2-1 1 0 0,-1-1 0 0 0,-35 56-1 0 0,41-75-192 0 0,-1-1-1 0 0,0-1 0 0 0,-1 0 1 0 0,0 0-1 0 0,-2-1 0 0 0,1 0 1 0 0,-1-1-1 0 0,-1-1 1 0 0,0 0-1 0 0,0-1 0 0 0,-1 0 1 0 0,-25 10-1 0 0,31-15-39 0 0,0-2 0 0 0,0 1-1 0 0,-1-2 1 0 0,1 1 0 0 0,0-1 0 0 0,-1 0-1 0 0,1-1 1 0 0,0 0 0 0 0,-1-1 0 0 0,1 0-1 0 0,0 0 1 0 0,-1-1 0 0 0,1 0 0 0 0,0 0-1 0 0,0-1 1 0 0,1-1 0 0 0,-1 1 0 0 0,0-1 0 0 0,1-1-1 0 0,0 0 1 0 0,0 0 0 0 0,1 0 0 0 0,-1-1-1 0 0,1 0 1 0 0,0-1 0 0 0,1 1 0 0 0,0-2-1 0 0,0 1 1 0 0,0 0 0 0 0,1-1 0 0 0,0 0-1 0 0,0 0 1 0 0,1-1 0 0 0,0 1 0 0 0,1-1-1 0 0,0 0 1 0 0,0 0 0 0 0,1 0 0 0 0,0 0 0 0 0,0 0-1 0 0,1-1 1 0 0,0 1 0 0 0,1-10 0 0 0,2 1-62 0 0,0 1 0 0 0,1-1 0 0 0,1 1 1 0 0,0 0-1 0 0,2 0 0 0 0,0 1 0 0 0,1 0 1 0 0,0 0-1 0 0,1 0 0 0 0,1 1 0 0 0,0 0 1 0 0,16-18-1 0 0,8-7-655 0 0,3 1 1 0 0,72-62-1 0 0,-60 62-1018 0 0,2 2-1 0 0,82-46 0 0 0,34-1-8407 0 0,-139 72 5365 0 0,-1-2-2203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5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103 719 1760 0 0,'-9'3'1458'0'0,"-1"0"-1"0"0,1 1 1 0 0,0 0-1 0 0,0 0 1 0 0,1 1 0 0 0,-13 8-1 0 0,19-11-1325 0 0,0 0-1 0 0,0 0 1 0 0,0-1 0 0 0,0 1-1 0 0,0 0 1 0 0,0 1-1 0 0,0-1 1 0 0,1 0 0 0 0,-1 0-1 0 0,1 1 1 0 0,0-1-1 0 0,-1 1 1 0 0,1-1 0 0 0,0 1-1 0 0,1 0 1 0 0,-1-1-1 0 0,0 1 1 0 0,1 0 0 0 0,-1 0-1 0 0,1-1 1 0 0,0 1-1 0 0,0 0 1 0 0,0 0-1 0 0,0-1 1 0 0,1 1 0 0 0,-1 0-1 0 0,1 0 1 0 0,0 2-1 0 0,0-3-88 0 0,0 0 0 0 0,0 0 0 0 0,0 0-1 0 0,0-1 1 0 0,0 1 0 0 0,1 0 0 0 0,-1-1-1 0 0,1 1 1 0 0,-1-1 0 0 0,1 1 0 0 0,-1-1-1 0 0,1 0 1 0 0,0 0 0 0 0,-1 1 0 0 0,1-1-1 0 0,0 0 1 0 0,0-1 0 0 0,0 1 0 0 0,0 0-1 0 0,0 0 1 0 0,0-1 0 0 0,0 1 0 0 0,0-1-1 0 0,0 0 1 0 0,0 0 0 0 0,0 0 0 0 0,0 0-1 0 0,0 0 1 0 0,1 0 0 0 0,1-1 0 0 0,9 0 13 0 0,0-1 0 0 0,-1-1 0 0 0,21-7 0 0 0,-23 7-1 0 0,15-5-192 0 0,-1-1 1 0 0,0-2-1 0 0,-1 0 0 0 0,0-2 0 0 0,-1 0 1 0 0,0-2-1 0 0,-1 0 0 0 0,-1-1 0 0 0,0-2 0 0 0,-1 0 1 0 0,-1 0-1 0 0,26-37 0 0 0,-23 26-173 0 0,-2-1 0 0 0,-1-1 0 0 0,-2-1 1 0 0,-1-1-1 0 0,-1 0 0 0 0,-2 0 0 0 0,-1-2 0 0 0,10-58 0 0 0,-13 45 343 0 0,-2 0 0 0 0,-2-1 0 0 0,-3-56 0 0 0,-1 104-27 0 0,0 0 0 0 0,0 0 0 0 0,0 0 0 0 0,0 0 0 0 0,0 0 1 0 0,-1 0-1 0 0,1-1 0 0 0,0 1 0 0 0,0 0 0 0 0,-1 0 0 0 0,1 0 0 0 0,-1 0 0 0 0,1 0 0 0 0,-1 0 0 0 0,1 1 0 0 0,-2-3 0 0 0,1 3-3 0 0,1 0-1 0 0,-1 0 1 0 0,1 0 0 0 0,0-1-1 0 0,-1 1 1 0 0,1 0-1 0 0,-1 0 1 0 0,1 0 0 0 0,-1 0-1 0 0,1 0 1 0 0,-1 0-1 0 0,1 1 1 0 0,0-1 0 0 0,-1 0-1 0 0,1 0 1 0 0,-1 0 0 0 0,1 0-1 0 0,-1 0 1 0 0,1 1-1 0 0,0-1 1 0 0,-1 0 0 0 0,1 0-1 0 0,0 1 1 0 0,-1-1-1 0 0,1 0 1 0 0,0 1 0 0 0,-1-1-1 0 0,-4 6 30 0 0,0 0 1 0 0,0 0-1 0 0,-6 10 0 0 0,7-9 11 0 0,-25 40 183 0 0,2 2 0 0 0,2 0 0 0 0,3 2 0 0 0,-27 88 0 0 0,41-116-182 0 0,2 2 1 0 0,0-1-1 0 0,2 1 0 0 0,1 0 1 0 0,-1 33-1 0 0,4-49-49 0 0,1-1-1 0 0,0 1 0 0 0,0-1 0 0 0,1 0 0 0 0,0 0 0 0 0,1 0 0 0 0,0 0 1 0 0,5 12-1 0 0,-5-15-40 0 0,0 0-1 0 0,1 0 1 0 0,0 0 0 0 0,0 0 0 0 0,0-1 0 0 0,0 1 0 0 0,1-1 0 0 0,-1 0 0 0 0,1-1 0 0 0,0 1 0 0 0,0-1-1 0 0,12 6 1 0 0,-8-5-288 0 0,1-1 1 0 0,0 1-1 0 0,0-2 0 0 0,0 1 0 0 0,0-1 0 0 0,0-1 1 0 0,0 0-1 0 0,1 0 0 0 0,14-2 0 0 0,-16 1-402 0 0,0-2 1 0 0,0 1-1 0 0,1-1 0 0 0,-1-1 0 0 0,0 1 0 0 0,12-7 1 0 0,4-4-2414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5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71 430 2204 0 0,'73'-375'10207'0'0,"-63"323"-8872"0"0,-10 50-1209 0 0,-1 17 77 0 0,-110 620 4320 0 0,103-598-4463 0 0,1-3 25 0 0,-20 113 602 0 0,46-168-585 0 0,89-153-66 0 0,-100 163-35 0 0,77-101-6 0 0,-76 102-21 0 0,0 0 1 0 0,1 1-1 0 0,1 0 1 0 0,-1 0-1 0 0,2 1 1 0 0,-1 1-1 0 0,24-12 1 0 0,-32 18 23 0 0,0 1-1 0 0,0 0 1 0 0,1-1 0 0 0,-1 1 0 0 0,0 1-1 0 0,0-1 1 0 0,0 0 0 0 0,0 1 0 0 0,0 0 0 0 0,1-1-1 0 0,-1 1 1 0 0,0 1 0 0 0,-1-1 0 0 0,1 0-1 0 0,0 1 1 0 0,0-1 0 0 0,0 1 0 0 0,-1 0 0 0 0,1 0-1 0 0,-1 0 1 0 0,0 0 0 0 0,1 0 0 0 0,1 4-1 0 0,-1-1 12 0 0,1 0-1 0 0,-2 1 0 0 0,1-1 0 0 0,-1 1 0 0 0,0 0 0 0 0,0 0 0 0 0,0 0 1 0 0,-1 0-1 0 0,0 0 0 0 0,0 0 0 0 0,0 7 0 0 0,-1 12 58 0 0,-3 35 0 0 0,1-31-50 0 0,2-20-14 0 0,-1 1 14 0 0,1 0-1 0 0,-1-1 0 0 0,2 1 0 0 0,0-1 1 0 0,2 12-1 0 0,-3-19-12 0 0,1 0 0 0 0,0 1 0 0 0,0-1 0 0 0,-1 0 0 0 0,1 0 0 0 0,1 0 0 0 0,-1 0 0 0 0,0 0 0 0 0,0 0 0 0 0,1-1 0 0 0,-1 1 0 0 0,1 0 0 0 0,0-1 0 0 0,-1 1 0 0 0,1-1 0 0 0,0 1 0 0 0,0-1 0 0 0,0 0 1 0 0,0 0-1 0 0,0 0 0 0 0,0 0 0 0 0,0 0 0 0 0,0 0 0 0 0,0-1 0 0 0,1 1 0 0 0,3 0 0 0 0,8 0 3 0 0,0 0 0 0 0,0-1 1 0 0,0 0-1 0 0,0-1 0 0 0,-1-1 0 0 0,1 0 1 0 0,0-1-1 0 0,-1 0 0 0 0,1-1 1 0 0,-1-1-1 0 0,0 0 0 0 0,0-1 0 0 0,-1 0 1 0 0,0-1-1 0 0,0 0 0 0 0,15-13 0 0 0,-6 4-13 0 0,-1-2 0 0 0,0 0 0 0 0,-2-2-1 0 0,0 0 1 0 0,-1 0 0 0 0,-1-2 0 0 0,21-37-1 0 0,-29 43 3 0 0,-1 0-1 0 0,0 0 0 0 0,0 0 1 0 0,-2-1-1 0 0,7-33 0 0 0,-12 50 6 0 0,0-1 0 0 0,0 1-1 0 0,0 0 1 0 0,0-1-1 0 0,0 1 1 0 0,0 0 0 0 0,0-1-1 0 0,0 1 1 0 0,0-1-1 0 0,0 1 1 0 0,0 0 0 0 0,0-1-1 0 0,0 1 1 0 0,0 0-1 0 0,0-1 1 0 0,0 1 0 0 0,0-1-1 0 0,0 1 1 0 0,0 0-1 0 0,0-1 1 0 0,-1 1-1 0 0,1 0 1 0 0,0-1 0 0 0,0 1-1 0 0,0 0 1 0 0,-1 0-1 0 0,1-1 1 0 0,0 1 0 0 0,-1 0-1 0 0,1-1 1 0 0,0 1-1 0 0,0 0 1 0 0,-1 0 0 0 0,1 0-1 0 0,0-1 1 0 0,-1 1-1 0 0,1 0 1 0 0,-1 0-1 0 0,1 0 1 0 0,0 0 0 0 0,-1 0-1 0 0,1 0 1 0 0,0 0-1 0 0,-1 0 1 0 0,1 0 0 0 0,-1 0-1 0 0,1 0 1 0 0,0 0-1 0 0,-1 0 1 0 0,1 0 0 0 0,0 0-1 0 0,-1 0 1 0 0,1 0-1 0 0,-1 0 1 0 0,1 0 0 0 0,-1 1-1 0 0,-1 0 10 0 0,0-1-1 0 0,0 1 0 0 0,0 0 1 0 0,0 1-1 0 0,0-1 1 0 0,0 0-1 0 0,0 1 1 0 0,-3 2-1 0 0,-5 9 119 0 0,1-1 0 0 0,0 2 0 0 0,1-1 0 0 0,1 1 0 0 0,0 0 0 0 0,0 1 0 0 0,2-1 0 0 0,0 1 0 0 0,1 1 0 0 0,0-1 0 0 0,1 0 0 0 0,1 1 0 0 0,0 0 0 0 0,1 0 0 0 0,1-1 0 0 0,3 30 0 0 0,-2-40-106 0 0,0 0-1 0 0,1 0 1 0 0,-1 1-1 0 0,1-1 1 0 0,0 0 0 0 0,0 0-1 0 0,1-1 1 0 0,-1 1-1 0 0,1 0 1 0 0,0-1-1 0 0,0 0 1 0 0,1 1 0 0 0,-1-1-1 0 0,9 7 1 0 0,-6-7-43 0 0,1 1-1 0 0,0-1 1 0 0,0 1 0 0 0,0-2 0 0 0,1 1-1 0 0,-1-1 1 0 0,1-1 0 0 0,0 1-1 0 0,9 1 1 0 0,-3-2-380 0 0,0 0-1 0 0,0-1 1 0 0,0 0 0 0 0,0-1-1 0 0,14-2 1 0 0,-16 1-643 0 0,1-1 1 0 0,-1-1-1 0 0,1 0 1 0 0,-1-1 0 0 0,13-5-1 0 0,7-7-3409 0 0,0-3-2047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6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18 2180 0 0,'-17'2'1493'0'0,"-189"26"12862"0"0,417-45-14701 0 0,-74 6-2504 0 0,-2-1-3495 0 0,-68 5 262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7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465 649 408 0 0,'25'-32'8315'0'0,"-7"-1"-4398"0"0,-18 32-3838 0 0,1 0-1 0 0,0 0 0 0 0,-1 0 0 0 0,0-1 0 0 0,1 1 0 0 0,-1 0 0 0 0,1 0 0 0 0,-1 0 0 0 0,0 0 0 0 0,0 0 0 0 0,0 0 0 0 0,0 0 0 0 0,0-1 0 0 0,0 1 0 0 0,0 0 0 0 0,0 0 0 0 0,0 0 0 0 0,0 0 0 0 0,-1 0 0 0 0,1-1 0 0 0,0 1 0 0 0,-1 0 1 0 0,1 0-1 0 0,-1 0 0 0 0,1 0 0 0 0,-1 0 0 0 0,0 0 0 0 0,1 0 0 0 0,-1 1 0 0 0,0-1 0 0 0,0 0 0 0 0,1 0 0 0 0,-1 0 0 0 0,0 1 0 0 0,0-1 0 0 0,0 0 0 0 0,0 1 0 0 0,-1-1 0 0 0,-1 0-41 0 0,0 0-1 0 0,1 0 1 0 0,-1 1-1 0 0,0-1 0 0 0,0 1 1 0 0,1 0-1 0 0,-1 0 1 0 0,0 0-1 0 0,0 0 1 0 0,1 0-1 0 0,-1 0 1 0 0,0 1-1 0 0,0 0 1 0 0,1-1-1 0 0,-4 2 0 0 0,-19 10 60 0 0,0 0-1 0 0,0 2 0 0 0,2 1 0 0 0,-35 27 1 0 0,-78 82 643 0 0,112-100-658 0 0,0 0 1 0 0,2 2-1 0 0,1 1 0 0 0,2 0 1 0 0,-21 37-1 0 0,38-61-51 0 0,1-1 0 0 0,0 1 0 0 0,0 0 0 0 0,1 0 0 0 0,-1-1 0 0 0,1 1 1 0 0,-1 6-1 0 0,1-9-24 0 0,0 1 0 0 0,0 0-1 0 0,0 0 1 0 0,0-1 0 0 0,0 1 0 0 0,0 0 0 0 0,0-1 0 0 0,0 1 0 0 0,1 0 0 0 0,-1 0 0 0 0,0-1 0 0 0,0 1 0 0 0,1 0 0 0 0,-1-1 0 0 0,1 1 0 0 0,-1-1 0 0 0,0 1-1 0 0,1-1 1 0 0,-1 1 0 0 0,1 0 0 0 0,0-1 0 0 0,-1 0 0 0 0,1 1 0 0 0,-1-1 0 0 0,1 1 0 0 0,0-1 0 0 0,-1 0 0 0 0,1 1 0 0 0,0-1 0 0 0,-1 0 0 0 0,1 0 0 0 0,0 1-1 0 0,-1-1 1 0 0,1 0 0 0 0,0 0 0 0 0,-1 0 0 0 0,1 0 0 0 0,0 0 0 0 0,1 0 0 0 0,11-1 17 0 0,0-1 1 0 0,0 0-1 0 0,0-1 1 0 0,-1-1-1 0 0,1 0 0 0 0,-1 0 1 0 0,0-1-1 0 0,0-1 0 0 0,0 0 1 0 0,20-14-1 0 0,2-4 9 0 0,-2-2 0 0 0,40-38 0 0 0,-29 19-48 0 0,-2-2 0 0 0,-2-2-1 0 0,65-106 1 0 0,64-182-15 0 0,-149 294 5 0 0,41-105-172 0 0,-59 146 179 0 0,1-2-64 0 0,-3 11 55 0 0,-7 27 1743 0 0,7 6-1695 0 0,-2-5 119 0 0,0 0 1 0 0,-2 0-1 0 0,-15 50 1 0 0,6-26 123 0 0,-26 99 344 0 0,20-86-486 0 0,3 0 1 0 0,-8 86-1 0 0,23-146-97 0 0,2 0 0 0 0,0 0 0 0 0,0 0 0 0 0,1 0 0 0 0,0-1 0 0 0,5 16 0 0 0,-5-22-11 0 0,0-1 0 0 0,1 0 1 0 0,0 1-1 0 0,0-1 0 0 0,0 0 0 0 0,0 0 0 0 0,1-1 1 0 0,-1 1-1 0 0,1 0 0 0 0,0-1 0 0 0,0 0 1 0 0,1 0-1 0 0,-1 0 0 0 0,1 0 0 0 0,-1 0 0 0 0,1 0 1 0 0,0-1-1 0 0,0 0 0 0 0,5 3 0 0 0,2-1-226 0 0,0-1-1 0 0,0 0 0 0 0,0 0 1 0 0,0-1-1 0 0,0 0 0 0 0,0-1 1 0 0,1 0-1 0 0,-1-1 0 0 0,14-2 0 0 0,-14 1-1531 0 0,0-1 0 0 0,0 0 0 0 0,0-1-1 0 0,-1 0 1 0 0,17-7 0 0 0,-8 0-5554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7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249 114 1264 0 0,'-19'-14'9244'0'0,"17"12"-9114"0"0,2 2-62 0 0,0-1 0 0 0,0 1 0 0 0,0-1 0 0 0,-1 1 0 0 0,1 0 0 0 0,0-1 1 0 0,0 1-1 0 0,-1 0 0 0 0,1-1 0 0 0,0 1 0 0 0,-1 0 0 0 0,1-1 0 0 0,0 1 0 0 0,-1 0 1 0 0,1 0-1 0 0,-1 0 0 0 0,1-1 0 0 0,0 1 0 0 0,-1 0 0 0 0,1 0 0 0 0,-1 0 0 0 0,1 0 1 0 0,0 0-1 0 0,-1 0 0 0 0,1-1 0 0 0,-1 1 0 0 0,1 0 0 0 0,-1 0 0 0 0,1 1 0 0 0,-1-1 0 0 0,1 0 1 0 0,0 0-1 0 0,-1 0 0 0 0,1 0 0 0 0,-1 0 0 0 0,1 0 0 0 0,0 0 0 0 0,-1 1 0 0 0,1-1 1 0 0,-1 0-1 0 0,1 0 0 0 0,0 1 0 0 0,-1-1 0 0 0,1 0 0 0 0,0 0 0 0 0,-1 1 0 0 0,1-1 1 0 0,0 0-1 0 0,0 1 0 0 0,-1-1 0 0 0,1 1 0 0 0,0-1 0 0 0,0 0 0 0 0,0 1 0 0 0,-1-1 1 0 0,1 1-1 0 0,-1 3 103 0 0,0-1 0 0 0,0 1 0 0 0,1 0 0 0 0,-1 0 0 0 0,1-1 0 0 0,0 1 0 0 0,0 0 0 0 0,0 0 0 0 0,0 0 0 0 0,1-1 0 0 0,1 6 0 0 0,-2-7-118 0 0,1 0 0 0 0,0 0 1 0 0,0 0-1 0 0,0 0 0 0 0,0 0 1 0 0,0 0-1 0 0,0-1 1 0 0,0 1-1 0 0,0 0 0 0 0,1-1 1 0 0,-1 1-1 0 0,1-1 0 0 0,-1 1 1 0 0,1-1-1 0 0,0 0 1 0 0,-1 1-1 0 0,1-1 0 0 0,0 0 1 0 0,0 0-1 0 0,0-1 0 0 0,0 1 1 0 0,0 0-1 0 0,0-1 1 0 0,2 1-1 0 0,0 0-36 0 0,0 0-1 0 0,0-1 1 0 0,0 0-1 0 0,0 0 1 0 0,0 0-1 0 0,0-1 1 0 0,-1 1-1 0 0,1-1 1 0 0,0 0-1 0 0,0 0 1 0 0,0 0 0 0 0,-1 0-1 0 0,1-1 1 0 0,-1 0-1 0 0,1 1 1 0 0,-1-1-1 0 0,0-1 1 0 0,1 1-1 0 0,-1 0 1 0 0,0-1-1 0 0,-1 1 1 0 0,1-1-1 0 0,0 0 1 0 0,-1 0 0 0 0,1 0-1 0 0,1-4 1 0 0,-1 2-11 0 0,0 0 0 0 0,0-1 0 0 0,-1 1 0 0 0,0 0 0 0 0,0-1 0 0 0,0 1 0 0 0,-1-1 0 0 0,0 0 0 0 0,0 0 0 0 0,0 1 0 0 0,-1-1 0 0 0,0-7 0 0 0,0 10-7 0 0,0 0 1 0 0,0 0-1 0 0,-1 0 1 0 0,1 1-1 0 0,-1-1 0 0 0,0 0 1 0 0,0 1-1 0 0,0-1 1 0 0,0 1-1 0 0,-1-1 0 0 0,1 1 1 0 0,-1-1-1 0 0,1 1 1 0 0,-1 0-1 0 0,0 0 0 0 0,0 0 1 0 0,0 0-1 0 0,0 0 1 0 0,0 0-1 0 0,0 0 0 0 0,0 1 1 0 0,-1-1-1 0 0,1 1 0 0 0,0 0 1 0 0,-1-1-1 0 0,-3 0 1 0 0,2 1 0 0 0,0 1 0 0 0,0-1 0 0 0,0 1 0 0 0,0 0 0 0 0,0 0 0 0 0,0 0 0 0 0,1 0 0 0 0,-1 1 0 0 0,0-1 0 0 0,0 1 0 0 0,-6 2 0 0 0,-39 18 19 0 0,47-20-17 0 0,-20 10 82 0 0,0 1 1 0 0,1 1-1 0 0,-30 24 0 0 0,40-28-48 0 0,2 0 0 0 0,-1 0 0 0 0,1 1-1 0 0,0 0 1 0 0,1 0 0 0 0,0 1 0 0 0,1 0 0 0 0,-8 16-1 0 0,13-23-20 0 0,1 0-1 0 0,-1 1 0 0 0,1-1 0 0 0,0 0 0 0 0,0 1 1 0 0,0-1-1 0 0,0 1 0 0 0,1-1 0 0 0,0 1 1 0 0,0-1-1 0 0,0 1 0 0 0,0-1 0 0 0,1 1 0 0 0,0-1 1 0 0,2 8-1 0 0,-1-6 3 0 0,1-1 1 0 0,0 1-1 0 0,0-1 1 0 0,0 0-1 0 0,0 0 1 0 0,1 0-1 0 0,0 0 1 0 0,0-1-1 0 0,0 0 1 0 0,8 6 0 0 0,3 1 6 0 0,1 0 0 0 0,1-2 0 0 0,-1 0 1 0 0,2-1-1 0 0,-1 0 0 0 0,28 7 0 0 0,-31-11-65 0 0,0-1-1 0 0,0 0 1 0 0,27 2-1 0 0,-33-5-570 0 0,-1 0-1 0 0,0 0 1 0 0,0-1-1 0 0,1 0 1 0 0,-1 0 0 0 0,0 0-1 0 0,0-1 1 0 0,0 0-1 0 0,10-5 1 0 0,-6-2-3796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8.3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459 83 1264 0 0,'-4'-5'1116'0'0,"0"0"0"0"0,1 0 0 0 0,-1 0-1 0 0,1 0 1 0 0,0-1 0 0 0,-3-5 0 0 0,-13-22 2912 0 0,18 31-3729 0 0,-2-4 447 0 0,1 18 94 0 0,-1 70 704 0 0,-4 0-1 0 0,-3 0 1 0 0,-22 86 0 0 0,-84 238 65 0 0,2-81-794 0 0,57-168-724 0 0,-4 4-544 0 0,54-146-1096 0 0,7-49-9130 0 0,3 13 7053 0 0,-1-4-1341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8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0 233 408 0 0,'19'-41'3624'0'0,"-10"18"-2017"0"0,1 1 0 0 0,1 1 0 0 0,21-29 0 0 0,-27 43-1391 0 0,0 1 1 0 0,1 0 0 0 0,-1 0-1 0 0,1 1 1 0 0,0 0-1 0 0,1 0 1 0 0,0 0-1 0 0,-1 1 1 0 0,1 0 0 0 0,1 0-1 0 0,-1 1 1 0 0,0 0-1 0 0,1 0 1 0 0,11-2 0 0 0,-9 3-9 0 0,1 1 0 0 0,-1 0 0 0 0,1 1 0 0 0,0 0 0 0 0,-1 1 0 0 0,1 0 0 0 0,-1 0 0 0 0,0 1 0 0 0,1 1 0 0 0,-1-1 0 0 0,0 2 0 0 0,0 0 0 0 0,-1 0 0 0 0,14 8 0 0 0,-16-8 28 0 0,-1 0 0 0 0,1 1-1 0 0,-1-1 1 0 0,0 1 0 0 0,-1 1 0 0 0,1-1 0 0 0,-1 1-1 0 0,0 0 1 0 0,4 7 0 0 0,-6-8-24 0 0,-1-1 0 0 0,1 1 0 0 0,-1 0-1 0 0,0 0 1 0 0,0 0 0 0 0,-1 0 0 0 0,0 1 0 0 0,0-1 0 0 0,0 0-1 0 0,0 1 1 0 0,-1-1 0 0 0,0 0 0 0 0,-1 11 0 0 0,0-10-83 0 0,-1 0 1 0 0,1 0 0 0 0,-1 0-1 0 0,-1 0 1 0 0,1-1 0 0 0,-1 1 0 0 0,0-1-1 0 0,0 1 1 0 0,-1-1 0 0 0,1 0-1 0 0,-1 0 1 0 0,0 0 0 0 0,0-1-1 0 0,-1 0 1 0 0,0 0 0 0 0,-5 4-1 0 0,4-3-114 0 0,-1 0-1 0 0,0-1 1 0 0,0 0-1 0 0,0-1 0 0 0,0 1 1 0 0,-1-1-1 0 0,0-1 0 0 0,1 0 1 0 0,-1 0-1 0 0,0 0 1 0 0,0-1-1 0 0,-12 1 0 0 0,18-2-191 0 0,0 0 0 0 0,0 0 0 0 0,0 0 0 0 0,0-1 0 0 0,0 1 0 0 0,1 0-1 0 0,-1-1 1 0 0,0 1 0 0 0,0-1 0 0 0,0 0 0 0 0,0 0 0 0 0,1 0 0 0 0,-1 0 0 0 0,0 0 0 0 0,1 0-1 0 0,-1 0 1 0 0,1 0 0 0 0,-1-1 0 0 0,1 1 0 0 0,0 0 0 0 0,0-1 0 0 0,-1 1 0 0 0,1-1 0 0 0,-1-2 0 0 0,2 3-25 0 0,-1 0 1 0 0,1 0-1 0 0,0-1 1 0 0,0 1-1 0 0,0 0 1 0 0,0-1-1 0 0,0 1 1 0 0,0 0 0 0 0,0-1-1 0 0,0 1 1 0 0,1 0-1 0 0,-1-1 1 0 0,1 1-1 0 0,-1 0 1 0 0,0 0 0 0 0,1-1-1 0 0,0 1 1 0 0,-1 0-1 0 0,2-1 1 0 0,16-21-5265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29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2572 0 0,'4'-1'2216'0'0,"1"0"-1076"0"0,-2 0-755 0 0,0 0 0 0 0,0 0 1 0 0,0 1-1 0 0,0-1 1 0 0,0 1-1 0 0,0 0 1 0 0,0-1-1 0 0,0 1 0 0 0,0 1 1 0 0,0-1-1 0 0,0 0 1 0 0,1 1-1 0 0,-1 0 1 0 0,0-1-1 0 0,0 1 1 0 0,-1 0-1 0 0,1 1 0 0 0,0-1 1 0 0,0 0-1 0 0,0 1 1 0 0,-1 0-1 0 0,1-1 1 0 0,-1 1-1 0 0,4 4 0 0 0,-1-1-262 0 0,-1-1-1 0 0,1 0 1 0 0,0 1-1 0 0,1-2 1 0 0,-1 1-1 0 0,0-1 1 0 0,1 1-1 0 0,0-1 1 0 0,0-1-1 0 0,0 1 0 0 0,0-1 1 0 0,0-1-1 0 0,1 1 1 0 0,10 1-1 0 0,-14-3-106 0 0,1 1 0 0 0,-1-1 0 0 0,1 0 1 0 0,-1 0-1 0 0,1-1 0 0 0,-1 1 0 0 0,0-1 0 0 0,1 1 0 0 0,-1-1 0 0 0,0 0 0 0 0,0 0 0 0 0,1-1 0 0 0,-1 1 0 0 0,0-1 0 0 0,0 1 0 0 0,4-4 0 0 0,-2 1-7 0 0,-1 0-1 0 0,0 0 0 0 0,1 0 0 0 0,-2-1 0 0 0,1 1 0 0 0,0-1 0 0 0,-1 0 1 0 0,0 0-1 0 0,4-9 0 0 0,-2 3 0 0 0,-1 0 0 0 0,0 0 0 0 0,-1-1 1 0 0,0 0-1 0 0,-1 1 0 0 0,0-1 0 0 0,0-23 0 0 0,-2 35-7 0 0,0-1 0 0 0,0 0-1 0 0,0 0 1 0 0,0 1 0 0 0,0-1 0 0 0,0 0-1 0 0,0 0 1 0 0,0 1 0 0 0,0-1 0 0 0,-1 0-1 0 0,1 1 1 0 0,0-1 0 0 0,-1 0 0 0 0,1 1-1 0 0,0-1 1 0 0,-1 0 0 0 0,1 1-1 0 0,-1-1 1 0 0,1 1 0 0 0,-1-1 0 0 0,1 1-1 0 0,-1-1 1 0 0,1 1 0 0 0,-1-1 0 0 0,0 1-1 0 0,0-1 1 0 0,-1 0-1 0 0,1 1 0 0 0,-1 0 0 0 0,0-1 0 0 0,1 1 0 0 0,-1 0 0 0 0,0 0 0 0 0,1 0 0 0 0,-1 0 0 0 0,0 0 0 0 0,0 0 0 0 0,-1 1 0 0 0,-4 1 2 0 0,0 0 0 0 0,0 0-1 0 0,1 1 1 0 0,-9 3 0 0 0,-3 5 70 0 0,0 1 0 0 0,1 1 0 0 0,0 0 0 0 0,1 1 0 0 0,0 0 0 0 0,1 2 0 0 0,1 0 0 0 0,0 0 0 0 0,1 2 0 0 0,1-1-1 0 0,1 1 1 0 0,-17 38 0 0 0,26-51-47 0 0,0 1 0 0 0,0-1 0 0 0,0 1 0 0 0,1-1-1 0 0,0 1 1 0 0,1 0 0 0 0,-1 0 0 0 0,1-1-1 0 0,0 1 1 0 0,1 8 0 0 0,0-11-11 0 0,-1 0 0 0 0,1 0 0 0 0,0-1 0 0 0,1 1 0 0 0,-1 0 0 0 0,0 0 0 0 0,1-1 0 0 0,-1 1 0 0 0,1-1 0 0 0,0 1 0 0 0,0-1 0 0 0,0 0 0 0 0,0 0 1 0 0,0 0-1 0 0,0 0 0 0 0,1 0 0 0 0,-1 0 0 0 0,1-1 0 0 0,-1 1 0 0 0,1-1 0 0 0,4 2 0 0 0,5 2-42 0 0,1-1-1 0 0,-1-1 1 0 0,1 0 0 0 0,0 0 0 0 0,0-2 0 0 0,0 0-1 0 0,24 0 1 0 0,0-4-1579 0 0,56-10 1 0 0,-60 6-2305 0 0,50-18 0 0 0,-44 11-1790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1932 0 0,'40'-47'6471'0'0,"-34"41"-6019"0"0,1-1-1 0 0,0 1 0 0 0,0 0 0 0 0,1 0 0 0 0,0 1 1 0 0,0 0-1 0 0,11-5 0 0 0,-15 9-364 0 0,-1 0 0 0 0,1 0 0 0 0,0 0 1 0 0,0 1-1 0 0,0-1 0 0 0,0 1 0 0 0,-1 0 0 0 0,1 0 0 0 0,0 1 0 0 0,0-1 0 0 0,0 1 0 0 0,0-1 1 0 0,-1 1-1 0 0,1 0 0 0 0,0 1 0 0 0,-1-1 0 0 0,1 1 0 0 0,-1-1 0 0 0,1 1 0 0 0,3 3 0 0 0,-1-1 22 0 0,0 0 0 0 0,0 1 0 0 0,-1-1-1 0 0,1 1 1 0 0,-1 1 0 0 0,0-1-1 0 0,0 1 1 0 0,-1 0 0 0 0,5 8-1 0 0,-4-4-39 0 0,-1 0-1 0 0,0 1 0 0 0,0-1 0 0 0,-1 1 1 0 0,-1 0-1 0 0,0 0 0 0 0,0 0 0 0 0,-1 0 1 0 0,-1 0-1 0 0,1 0 0 0 0,-2 0 0 0 0,0 1 1 0 0,0-1-1 0 0,-1 0 0 0 0,-4 13 0 0 0,0-2 139 0 0,-2 1-1 0 0,-1-1 1 0 0,0 0-1 0 0,-2-1 1 0 0,0 0-1 0 0,-16 21 1 0 0,23-38-82 0 0,1 0-1 0 0,0-1 1 0 0,-1 0 0 0 0,1 0-1 0 0,-8 5 1 0 0,8-7-6 0 0,-2-3 23 0 0,4 2-139 0 0,1 0 0 0 0,0 0 0 0 0,0 0 0 0 0,-1 0 1 0 0,1 0-1 0 0,0 0 0 0 0,-1 0 0 0 0,1 0 0 0 0,0 0 0 0 0,0 0 1 0 0,-1 0-1 0 0,1 0 0 0 0,0 0 0 0 0,-1 0 0 0 0,1 0 0 0 0,0-1 1 0 0,0 1-1 0 0,-1 0 0 0 0,1 0 0 0 0,0 0 0 0 0,0 0 1 0 0,0 0-1 0 0,-1-1 0 0 0,1 1 0 0 0,0 0 0 0 0,0 0 0 0 0,0-1 1 0 0,-1 1-1 0 0,1 0 0 0 0,0 0 0 0 0,0 0 0 0 0,0-1 0 0 0,0 1 1 0 0,0 0-1 0 0,0-1 0 0 0,0 1 0 0 0,-1 0 0 0 0,1-7 20 0 0,0 0-1 0 0,1 0 0 0 0,0 0 0 0 0,0 0 1 0 0,0 0-1 0 0,0 1 0 0 0,1-1 0 0 0,1 1 1 0 0,2-8-1 0 0,33-60 43 0 0,-29 58-53 0 0,11-19-22 0 0,2 1 0 0 0,1 1 0 0 0,54-58 0 0 0,-59 72 2 0 0,1 2-1 0 0,0 0 1 0 0,1 2 0 0 0,1 0 0 0 0,0 1 0 0 0,1 1 0 0 0,35-15-1 0 0,-50 25 6 0 0,0 1 0 0 0,0-1 0 0 0,1 2 0 0 0,-1-1 0 0 0,0 1 0 0 0,1 0 0 0 0,-1 1 0 0 0,1 0 0 0 0,-1 0 0 0 0,1 0 0 0 0,-1 1 0 0 0,8 2 0 0 0,-11-2 4 0 0,-1 0 0 0 0,0 0 0 0 0,1 0-1 0 0,-1 0 1 0 0,0 1 0 0 0,0-1-1 0 0,0 1 1 0 0,0 0 0 0 0,0 0 0 0 0,-1 0-1 0 0,1 1 1 0 0,0-1 0 0 0,-1 1 0 0 0,0-1-1 0 0,1 1 1 0 0,-1 0 0 0 0,0 0-1 0 0,-1 0 1 0 0,1 0 0 0 0,0 0 0 0 0,-1 0-1 0 0,0 0 1 0 0,0 0 0 0 0,0 1 0 0 0,0-1-1 0 0,0 0 1 0 0,0 7 0 0 0,0-1 11 0 0,-1 0 1 0 0,0 0-1 0 0,-1 0 1 0 0,0 0-1 0 0,0 0 1 0 0,-1 0-1 0 0,-5 15 1 0 0,-4 3 32 0 0,-14 28 0 0 0,14-32-496 0 0,-15 43 0 0 0,25-64 256 0 0,1 0 0 0 0,-1 0 0 0 0,1 1-1 0 0,-1-1 1 0 0,1 0 0 0 0,0 1 0 0 0,0-1-1 0 0,0 0 1 0 0,0 1 0 0 0,0-1 0 0 0,1 0-1 0 0,-1 1 1 0 0,1-1 0 0 0,-1 0 0 0 0,1 1-1 0 0,1 2 1 0 0,0-3-190 0 0,-1 0 0 0 0,0-1 0 0 0,0 1 0 0 0,1-1-1 0 0,-1 1 1 0 0,1-1 0 0 0,0 0 0 0 0,-1 1 0 0 0,1-1 0 0 0,0 0-1 0 0,0 0 1 0 0,-1 0 0 0 0,1 0 0 0 0,0-1 0 0 0,0 1 0 0 0,0 0-1 0 0,0-1 1 0 0,0 0 0 0 0,3 1 0 0 0,13 1-4249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1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298 665 2008 0 0,'10'-13'1394'0'0,"-2"0"-1"0"0,1 0 0 0 0,-1-1 0 0 0,-1-1 1 0 0,6-17-1 0 0,-11 27-1095 0 0,0 0 0 0 0,-1 0 0 0 0,1 0 0 0 0,-1 0 0 0 0,-1 0 0 0 0,1-1 0 0 0,-1 1 0 0 0,0 0 0 0 0,0 0 0 0 0,0-1 0 0 0,-1 1 0 0 0,1 0 0 0 0,-1 0 0 0 0,-1-1 0 0 0,1 1 0 0 0,-1 0 0 0 0,0 0 0 0 0,0 1 0 0 0,-4-7 0 0 0,6 10-251 0 0,-1 0-1 0 0,0 0 1 0 0,1 0-1 0 0,-1 1 1 0 0,0-1-1 0 0,0 0 1 0 0,0 1-1 0 0,0-1 1 0 0,0 0-1 0 0,0 1 1 0 0,0-1-1 0 0,0 1 1 0 0,0-1-1 0 0,0 1 0 0 0,0 0 1 0 0,0-1-1 0 0,-1 1 1 0 0,1 0-1 0 0,0 0 1 0 0,0 0-1 0 0,0 0 1 0 0,-2 0-1 0 0,-26 7 449 0 0,12 2-285 0 0,0 0 0 0 0,0 0 0 0 0,1 2 0 0 0,1 0 1 0 0,-27 24-1 0 0,16-9 47 0 0,1 1 1 0 0,-24 33-1 0 0,38-45-194 0 0,0 0-1 0 0,2 1 0 0 0,-11 21 1 0 0,17-30-50 0 0,0 0 1 0 0,1-1-1 0 0,0 1 0 0 0,0 0 1 0 0,1 0-1 0 0,-1 1 1 0 0,2-1-1 0 0,-1 0 1 0 0,1 0-1 0 0,0 1 0 0 0,1 9 1 0 0,0-15-10 0 0,-1 0 0 0 0,1 1 0 0 0,0-1 1 0 0,0 0-1 0 0,0 0 0 0 0,0 0 0 0 0,1 0 0 0 0,-1 0 0 0 0,0 0 1 0 0,1 0-1 0 0,-1 0 0 0 0,1 0 0 0 0,0-1 0 0 0,0 1 1 0 0,-1-1-1 0 0,1 1 0 0 0,0-1 0 0 0,0 0 0 0 0,0 0 0 0 0,1 1 1 0 0,-1-1-1 0 0,0-1 0 0 0,0 1 0 0 0,1 0 0 0 0,-1-1 1 0 0,0 1-1 0 0,1-1 0 0 0,-1 0 0 0 0,0 1 0 0 0,1-1 0 0 0,2-1 1 0 0,6 2 6 0 0,1-2 0 0 0,-1 0 0 0 0,1 0 0 0 0,-1-1 0 0 0,12-4 1 0 0,-4 0-34 0 0,-1-1 0 0 0,0-1 0 0 0,0 0 0 0 0,-1-2 1 0 0,0 0-1 0 0,0 0 0 0 0,-1-2 0 0 0,-1 0 1 0 0,0-1-1 0 0,22-25 0 0 0,-10 7-76 0 0,-1 0 1 0 0,-2-2-1 0 0,-2-1 1 0 0,22-44-1 0 0,-4-6 19 0 0,-3-1 0 0 0,-5-2 0 0 0,29-121-1 0 0,-46 155 6 0 0,-15 52 54 0 0,-14 13 27 0 0,6 2 71 0 0,0 0-1 0 0,0 0 1 0 0,2 0-1 0 0,-9 24 1 0 0,6-13 49 0 0,-82 224 1346 0 0,70-176-1100 0 0,-20 113 0 0 0,37-168-360 0 0,2 1 0 0 0,1 0-1 0 0,0 0 1 0 0,1 0-1 0 0,5 34 1 0 0,-4-49-12 0 0,0 1 1 0 0,0 0-1 0 0,0 0 0 0 0,0-1 1 0 0,1 1-1 0 0,0 0 0 0 0,0-1 1 0 0,0 0-1 0 0,1 1 0 0 0,-1-1 1 0 0,1 0-1 0 0,0 0 0 0 0,0-1 1 0 0,1 1-1 0 0,-1-1 0 0 0,1 1 1 0 0,0-1-1 0 0,0 0 0 0 0,0 0 0 0 0,0-1 1 0 0,0 1-1 0 0,0-1 0 0 0,1 0 1 0 0,-1 0-1 0 0,1 0 0 0 0,0-1 1 0 0,6 2-1 0 0,0-1-3 0 0,0-1 0 0 0,0 0 0 0 0,0-1 0 0 0,0 0 0 0 0,-1 0 0 0 0,1-1 0 0 0,0-1 0 0 0,0 0-1 0 0,0 0 1 0 0,-1-1 0 0 0,20-8 0 0 0,-16 5-4 0 0,-1-1 0 0 0,-1-1 0 0 0,0 0-1 0 0,0-1 1 0 0,0 0 0 0 0,-1-1 0 0 0,0 0 0 0 0,10-13 0 0 0,-4 0-4 0 0,0 0 1 0 0,-1-1 0 0 0,-1-1 0 0 0,-2-1 0 0 0,0 0 0 0 0,-2 0 0 0 0,-1-1 0 0 0,11-45 0 0 0,-17 57-3 0 0,2-17-38 0 0,-6 30 43 0 0,-14 8-15 0 0,10-5 18 0 0,1 1 0 0 0,0-1 0 0 0,-1 1 0 0 0,1 0 0 0 0,0 0 0 0 0,0 0 0 0 0,-4 4 0 0 0,-12 14 22 0 0,2 1 0 0 0,0 0 0 0 0,1 2 0 0 0,1-1 1 0 0,1 2-1 0 0,-16 39 0 0 0,26-54-19 0 0,0 0 0 0 0,1 0 0 0 0,0 0 0 0 0,0 0 0 0 0,1 0 0 0 0,0 1 0 0 0,0 16 1 0 0,2-23-1 0 0,0 0 1 0 0,1 1 0 0 0,-1-1 0 0 0,1 1 0 0 0,-1-1 0 0 0,1 0 0 0 0,0 0 0 0 0,1 1 0 0 0,-1-1 0 0 0,0 0-1 0 0,1 0 1 0 0,0 0 0 0 0,0-1 0 0 0,0 1 0 0 0,0 0 0 0 0,0-1 0 0 0,0 1 0 0 0,1-1 0 0 0,-1 1 0 0 0,1-1-1 0 0,-1 0 1 0 0,1 0 0 0 0,0-1 0 0 0,5 4 0 0 0,3-1-3 0 0,0 0-1 0 0,0 0 1 0 0,1-1-1 0 0,-1 0 1 0 0,1-1-1 0 0,-1-1 1 0 0,1 0-1 0 0,0 0 1 0 0,0-1-1 0 0,-1-1 1 0 0,1 0 0 0 0,0 0-1 0 0,-1-1 1 0 0,1-1-1 0 0,-1 0 1 0 0,13-5-1 0 0,0-1-45 0 0,1-1 1 0 0,-2-2-1 0 0,1 0 0 0 0,-2-2 0 0 0,0 0 0 0 0,23-20 0 0 0,53-56-158 0 0,-62 55 113 0 0,66-50 0 0 0,-96 80 75 0 0,1 1 1 0 0,0 0-1 0 0,0 0 0 0 0,0 0 1 0 0,1 1-1 0 0,14-5 0 0 0,-19 7 13 0 0,-1 1 0 0 0,1-1 0 0 0,-1 1 1 0 0,1 0-1 0 0,0 0 0 0 0,-1 0 0 0 0,1 1 0 0 0,0-1 0 0 0,-1 1 0 0 0,1-1 0 0 0,-1 1 0 0 0,1 0 1 0 0,-1 0-1 0 0,1 0 0 0 0,-1 0 0 0 0,1 0 0 0 0,-1 0 0 0 0,0 1 0 0 0,0-1 0 0 0,0 1 0 0 0,0 0 1 0 0,0 0-1 0 0,0 0 0 0 0,0 0 0 0 0,2 3 0 0 0,1 2 15 0 0,0 1 1 0 0,-1-1-1 0 0,1 1 1 0 0,-1 1-1 0 0,-1-1 0 0 0,0 1 1 0 0,0-1-1 0 0,0 1 1 0 0,-1 0-1 0 0,-1 0 0 0 0,1 0 1 0 0,-2 0-1 0 0,1 9 1 0 0,-1-6-2 0 0,-1-1 0 0 0,0 0 1 0 0,0 0-1 0 0,-1 0 1 0 0,-1 1-1 0 0,0-2 0 0 0,0 1 1 0 0,-1 0-1 0 0,0-1 1 0 0,-8 13-1 0 0,9-18 0 0 0,-1 0 0 0 0,1-1-1 0 0,-1 1 1 0 0,-1-1 0 0 0,1 1 0 0 0,-1-1 0 0 0,1-1-1 0 0,-1 1 1 0 0,0 0 0 0 0,-1-1 0 0 0,1 0 0 0 0,0-1-1 0 0,-1 1 1 0 0,0-1 0 0 0,1 0 0 0 0,-9 2 0 0 0,11-4-4 0 0,1 0 0 0 0,0 0-1 0 0,-1 0 1 0 0,1 0 0 0 0,0-1 0 0 0,0 1 0 0 0,-1 0 0 0 0,1-1 0 0 0,0 0 0 0 0,0 1 0 0 0,0-1 0 0 0,0 0 0 0 0,0 0 0 0 0,0 0 0 0 0,0-1 0 0 0,0 1 0 0 0,0 0 0 0 0,0-1 0 0 0,0 1 0 0 0,1-1 0 0 0,-1 0 0 0 0,1 1 0 0 0,-1-1 0 0 0,1 0 0 0 0,0 0-1 0 0,0 0 1 0 0,0 0 0 0 0,-2-4 0 0 0,2 2-7 0 0,0 0-1 0 0,0 0 0 0 0,1-1 0 0 0,-1 1 0 0 0,1 0 1 0 0,0 0-1 0 0,0-1 0 0 0,0 1 0 0 0,1 0 1 0 0,0 0-1 0 0,-1 0 0 0 0,2 0 0 0 0,-1 0 0 0 0,0 0 1 0 0,3-5-1 0 0,2-5-10 0 0,1 1 1 0 0,16-25 0 0 0,-10 20-9 0 0,2 1 1 0 0,0 0-1 0 0,0 1 1 0 0,1 0-1 0 0,21-14 1 0 0,-24 20 7 0 0,1 1 1 0 0,0 0 0 0 0,1 0 0 0 0,0 2 0 0 0,0 0-1 0 0,0 1 1 0 0,26-7 0 0 0,-35 11 10 0 0,1 1-1 0 0,-1 0 1 0 0,1 1-1 0 0,-1-1 1 0 0,1 1 0 0 0,0 0-1 0 0,-1 1 1 0 0,1 0-1 0 0,-1 0 1 0 0,1 0 0 0 0,-1 1-1 0 0,1 0 1 0 0,6 3 0 0 0,-9-3 5 0 0,0 0 1 0 0,0 1-1 0 0,0-1 1 0 0,0 1-1 0 0,-1 0 1 0 0,1 0-1 0 0,-1 0 1 0 0,1 1-1 0 0,-1-1 1 0 0,0 1-1 0 0,-1 0 1 0 0,1 0 0 0 0,-1 0-1 0 0,0 0 1 0 0,0 0-1 0 0,0 0 1 0 0,0 1-1 0 0,-1-1 1 0 0,2 8-1 0 0,-1 0 5 0 0,-1 1 0 0 0,0-1 0 0 0,-1 1 0 0 0,0-1 0 0 0,-1 1 0 0 0,-1-1 0 0 0,0 1 0 0 0,0-1 0 0 0,-2 0 0 0 0,-4 14 0 0 0,-9 37-3639 0 0,15-43 80 0 0,5-6-1772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2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364 207 140 0 0,'7'-14'2411'0'0,"0"0"1"0"0,-1-1-1 0 0,-1 0 1 0 0,7-28-1 0 0,-12 42-2355 0 0,0 0 1 0 0,1 1-1 0 0,-1-1 0 0 0,0 0 1 0 0,0 1-1 0 0,0-1 0 0 0,0 0 1 0 0,0 1-1 0 0,0-1 0 0 0,0 0 0 0 0,0 1 1 0 0,0-1-1 0 0,0 0 0 0 0,0 1 1 0 0,0-1-1 0 0,0 0 0 0 0,-1 1 1 0 0,1-1-1 0 0,0 1 0 0 0,0-1 1 0 0,-1 0-1 0 0,1 1 0 0 0,0-1 0 0 0,-1 1 1 0 0,1-1-1 0 0,-1 1 0 0 0,1-1 1 0 0,-1 1-1 0 0,1-1 0 0 0,-1 1 1 0 0,1-1-1 0 0,-1 1 0 0 0,1 0 0 0 0,-1-1 1 0 0,0 1-1 0 0,1 0 0 0 0,-1 0 1 0 0,1-1-1 0 0,-1 1 0 0 0,0 0 1 0 0,1 0-1 0 0,-1 0 0 0 0,0 0 0 0 0,1 0 1 0 0,-1 0-1 0 0,0 0 0 0 0,1 0 1 0 0,-1 0-1 0 0,0 0 0 0 0,1 0 1 0 0,-1 0-1 0 0,0 0 0 0 0,1 1 1 0 0,-1-1-1 0 0,0 0 0 0 0,0 1 0 0 0,-7 1 351 0 0,1 1 0 0 0,-1 0 0 0 0,-10 7 0 0 0,14-8-205 0 0,-60 37 1800 0 0,-74 58 0 0 0,118-82-1756 0 0,0 2 1 0 0,-17 18-1 0 0,31-29-209 0 0,0 1 0 0 0,0 0 1 0 0,1 0-1 0 0,0 0 0 0 0,1 0 0 0 0,0 0 1 0 0,0 1-1 0 0,0 0 0 0 0,-4 15 0 0 0,8-21-29 0 0,-1 1-1 0 0,1-1 0 0 0,-1 1 0 0 0,1-1 0 0 0,0 1 0 0 0,0-1 0 0 0,0 1 0 0 0,0 0 1 0 0,0-1-1 0 0,1 1 0 0 0,-1-1 0 0 0,1 1 0 0 0,0-1 0 0 0,0 1 0 0 0,0-1 1 0 0,0 1-1 0 0,0-1 0 0 0,0 0 0 0 0,4 4 0 0 0,-3-3-4 0 0,1 0 0 0 0,0 0 0 0 0,0-1-1 0 0,1 0 1 0 0,-1 1 0 0 0,1-1 0 0 0,-1-1 0 0 0,1 1-1 0 0,-1 0 1 0 0,1-1 0 0 0,7 2 0 0 0,1 0 12 0 0,-1-1 0 0 0,1-1 0 0 0,0 0 1 0 0,0 0-1 0 0,0-2 0 0 0,0 1 0 0 0,22-5 0 0 0,3-4-9 0 0,1-3-1 0 0,-2-1 1 0 0,0-1-1 0 0,0-2 1 0 0,-1-2-1 0 0,45-30 1 0 0,-19 5-49 0 0,-1-3 0 0 0,73-72 0 0 0,-9-18 54 0 0,-123 135-17 0 0,-9-2-5 0 0,3 5 10 0 0,0 0-1 0 0,0 0 0 0 0,0 1 1 0 0,0-1-1 0 0,1 1 0 0 0,-1 0 1 0 0,1 1-1 0 0,-7 6 1 0 0,3-4 19 0 0,-12 11 118 0 0,-1 1 0 0 0,2 2 0 0 0,-28 34 0 0 0,41-46-91 0 0,0 1 0 0 0,0 0 0 0 0,1 0 0 0 0,0 0-1 0 0,0 1 1 0 0,1-1 0 0 0,1 1 0 0 0,0 0-1 0 0,0 0 1 0 0,0 1 0 0 0,2-1 0 0 0,-2 16 0 0 0,3-21-34 0 0,0 0 0 0 0,1-1 0 0 0,-1 1 0 0 0,1 0 0 0 0,0 0 0 0 0,1 0 0 0 0,-1-1 0 0 0,1 1 0 0 0,0 0 0 0 0,0-1 0 0 0,0 0 0 0 0,1 1 0 0 0,5 7 0 0 0,-3-7-10 0 0,1 1-1 0 0,-1-1 0 0 0,1 0 0 0 0,0 0 1 0 0,0-1-1 0 0,1 1 0 0 0,-1-1 1 0 0,9 3-1 0 0,7 2-489 0 0,0-2 1 0 0,0 0 0 0 0,1-1-1 0 0,41 5 1 0 0,-34-7-1978 0 0,43-2-1 0 0,-6-6-4289 0 0,-21-3-550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7.7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493 146 2004 0 0,'3'-5'968'0'0,"-1"0"-1"0"0,0-1 0 0 0,0 1 1 0 0,-1-1-1 0 0,0 0 1 0 0,1-7-1 0 0,-2 7-485 0 0,1 1-1 0 0,-1-1 0 0 0,-1 0 0 0 0,1 0 1 0 0,-1 1-1 0 0,-2-10 0 0 0,2 12-429 0 0,0 0-1 0 0,0 1 1 0 0,0-1-1 0 0,0 0 1 0 0,0 1-1 0 0,0-1 1 0 0,-1 1-1 0 0,0 0 1 0 0,1-1-1 0 0,-1 1 1 0 0,0 0-1 0 0,0 0 1 0 0,0 0-1 0 0,0 0 1 0 0,0 1-1 0 0,0-1 1 0 0,-1 0-1 0 0,1 1 1 0 0,0 0-1 0 0,-1-1 1 0 0,1 1-1 0 0,-1 0 1 0 0,0 0-1 0 0,1 0 1 0 0,-1 1-1 0 0,0-1 1 0 0,0 1-1 0 0,1-1 1 0 0,-1 1-1 0 0,0 0 1 0 0,0 0-1 0 0,-4 1 1 0 0,-4 1-26 0 0,0 0-1 0 0,0 1 1 0 0,0 0 0 0 0,0 1 0 0 0,0 0 0 0 0,1 1 0 0 0,0 0 0 0 0,-16 10 0 0 0,-7 8 18 0 0,-31 29 0 0 0,40-32-23 0 0,0-1-4 0 0,1 1 1 0 0,1 1-1 0 0,1 2 1 0 0,0 0-1 0 0,2 1 1 0 0,-27 44-1 0 0,43-62-11 0 0,0-1 1 0 0,0 1-1 0 0,1-1 0 0 0,0 1 0 0 0,1 0 0 0 0,-1 0 0 0 0,1 0 0 0 0,0 0 1 0 0,0 10-1 0 0,1-13-2 0 0,0-1-1 0 0,0 0 1 0 0,1 1 0 0 0,-1-1-1 0 0,1 0 1 0 0,-1 0 0 0 0,1 1 0 0 0,0-1-1 0 0,0 0 1 0 0,0 0 0 0 0,0 0-1 0 0,0 0 1 0 0,0 0 0 0 0,0 0 0 0 0,1 0-1 0 0,-1 0 1 0 0,1-1 0 0 0,0 1-1 0 0,-1-1 1 0 0,1 1 0 0 0,0-1 0 0 0,0 1-1 0 0,0-1 1 0 0,0 0 0 0 0,0 0 0 0 0,0 0-1 0 0,0 0 1 0 0,3 1 0 0 0,5 0 2 0 0,-1 0 1 0 0,1-1 0 0 0,-1 0 0 0 0,1 0 0 0 0,0-1 0 0 0,-1 0-1 0 0,1 0 1 0 0,-1-1 0 0 0,1-1 0 0 0,-1 0 0 0 0,1 0 0 0 0,17-7-1 0 0,-10 2-4 0 0,0 0 0 0 0,0-1 0 0 0,-1-1 0 0 0,-1-1 0 0 0,29-22 0 0 0,-26 16-6 0 0,-1-1 0 0 0,-1-1 0 0 0,-1 0-1 0 0,0-1 1 0 0,-2-1 0 0 0,20-36 0 0 0,-8 5-87 0 0,31-94 1 0 0,-54 138 80 0 0,-37 71 132 0 0,-13 57-23 0 0,43-106-78 0 0,1 0 0 0 0,1 1 0 0 0,0 0 1 0 0,1-1-1 0 0,0 1 0 0 0,2 17 0 0 0,0-29-24 0 0,0-1 0 0 0,1 1 1 0 0,-1-1-1 0 0,1 0 0 0 0,0 1 0 0 0,0-1 0 0 0,0 0 0 0 0,0 1 1 0 0,1-1-1 0 0,-1 0 0 0 0,1 0 0 0 0,0 0 0 0 0,0 0 1 0 0,0 0-1 0 0,0-1 0 0 0,1 1 0 0 0,-1-1 0 0 0,1 1 0 0 0,-1-1 1 0 0,1 0-1 0 0,0 0 0 0 0,0 0 0 0 0,0 0 0 0 0,0-1 1 0 0,0 1-1 0 0,0-1 0 0 0,1 0 0 0 0,-1 0 0 0 0,0 0 0 0 0,7 1 1 0 0,-2-1-65 0 0,0 0-1 0 0,0 0 1 0 0,1-1 0 0 0,-1 0 0 0 0,0-1 0 0 0,1 0 0 0 0,-1 0 0 0 0,0 0 0 0 0,0-1-1 0 0,0-1 1 0 0,15-5 0 0 0,-10 1 33 0 0,0-1-1 0 0,-1 0 1 0 0,1-1-1 0 0,-2 0 1 0 0,1 0 0 0 0,-1-1-1 0 0,14-18 1 0 0,4-8-178 0 0,25-44 1 0 0,-32 46 83 0 0,51-61 0 0 0,-71 93 142 0 0,-1 0 0 0 0,1 1 0 0 0,0-1 0 0 0,0 0 0 0 0,0 1 0 0 0,0-1 0 0 0,0 1 0 0 0,0 0 0 0 0,1-1 0 0 0,-1 1-1 0 0,0 0 1 0 0,1 0 0 0 0,-1 1 0 0 0,1-1 0 0 0,-1 0 0 0 0,4 1 0 0 0,-5 0-3 0 0,1 0 0 0 0,0 0-1 0 0,-1 1 1 0 0,1-1 0 0 0,-1 1 0 0 0,1-1-1 0 0,-1 1 1 0 0,0 0 0 0 0,1 0 0 0 0,-1-1-1 0 0,1 1 1 0 0,-1 0 0 0 0,0 0 0 0 0,0 0-1 0 0,0 1 1 0 0,0-1 0 0 0,1 0 0 0 0,-2 0-1 0 0,1 0 1 0 0,0 1 0 0 0,0-1 0 0 0,0 1-1 0 0,0-1 1 0 0,-1 1 0 0 0,1-1 0 0 0,-1 1-1 0 0,1-1 1 0 0,-1 3 0 0 0,3 7 83 0 0,0 0 1 0 0,-1 0-1 0 0,0 0 0 0 0,-1 0 1 0 0,-1 1-1 0 0,1-1 0 0 0,-2 0 1 0 0,0 1-1 0 0,0-1 1 0 0,-5 18-1 0 0,4-20 98 0 0,-1 1-1 0 0,0-1 1 0 0,0 0-1 0 0,-1-1 1 0 0,0 1 0 0 0,-1 0-1 0 0,0-1 1 0 0,0 0-1 0 0,-1 0 1 0 0,0-1 0 0 0,0 0-1 0 0,-12 11 1 0 0,17-17-151 0 0,0 0-1 0 0,0 0 1 0 0,0 0-1 0 0,0 0 1 0 0,-1-1 0 0 0,1 1-1 0 0,0 0 1 0 0,0-1 0 0 0,0 1-1 0 0,-1-1 1 0 0,1 1 0 0 0,0-1-1 0 0,0 1 1 0 0,-1-1 0 0 0,1 0-1 0 0,0 0 1 0 0,-1 0 0 0 0,1 0-1 0 0,0 0 1 0 0,-1 0 0 0 0,1 0-1 0 0,0 0 1 0 0,-1 0-1 0 0,1-1 1 0 0,0 1 0 0 0,0 0-1 0 0,-1-1 1 0 0,1 0 0 0 0,0 1-1 0 0,0-1 1 0 0,-2-1 0 0 0,2 2-36 0 0,1-1 0 0 0,-1 0 0 0 0,0 0 0 0 0,1 0 0 0 0,-1 0 0 0 0,1 0 0 0 0,0 0 0 0 0,-1 0 0 0 0,1 0 0 0 0,0 0 0 0 0,0 0 0 0 0,-1 0 1 0 0,1 0-1 0 0,0 0 0 0 0,0 0 0 0 0,0 0 0 0 0,0 0 0 0 0,0 0 0 0 0,1 0 0 0 0,-1 0 0 0 0,0 0 0 0 0,1-2 0 0 0,9-24 32 0 0,-9 22-23 0 0,7-12-20 0 0,0 1 0 0 0,1 0 0 0 0,1 0 1 0 0,0 0-1 0 0,1 1 0 0 0,0 1 0 0 0,2 0 0 0 0,0 1 0 0 0,0 0 0 0 0,1 1 1 0 0,0 0-1 0 0,1 1 0 0 0,17-9 0 0 0,-25 17 0 0 0,-1 0 1 0 0,1 0-1 0 0,0 1 1 0 0,0 0-1 0 0,0 1 0 0 0,0-1 1 0 0,0 1-1 0 0,0 1 1 0 0,1-1-1 0 0,-1 1 0 0 0,0 1 1 0 0,0-1-1 0 0,0 1 1 0 0,0 0-1 0 0,1 1 0 0 0,-2 0 1 0 0,9 3-1 0 0,-11-4 13 0 0,0 1 1 0 0,0 0-1 0 0,0 1 0 0 0,0-1 1 0 0,0 1-1 0 0,-1-1 0 0 0,1 1 1 0 0,-1 0-1 0 0,0 0 0 0 0,0 1 1 0 0,0-1-1 0 0,0 1 0 0 0,0-1 1 0 0,-1 1-1 0 0,0 0 0 0 0,1 0 1 0 0,-1 0-1 0 0,-1 0 0 0 0,1 1 0 0 0,-1-1 1 0 0,0 0-1 0 0,0 1 0 0 0,0-1 1 0 0,0 1-1 0 0,-1-1 0 0 0,1 1 1 0 0,-2 8-1 0 0,-1 2 35 0 0,-1 0 0 0 0,0 0 0 0 0,-1 0 0 0 0,-1 0 0 0 0,0 0-1 0 0,-13 25 1 0 0,-5 12-2399 0 0,23-51 2233 0 0,-1 0 1 0 0,1 0-1 0 0,0-1 1 0 0,0 1-1 0 0,0 0 0 0 0,0 0 1 0 0,1-1-1 0 0,-1 1 1 0 0,0 0-1 0 0,0 0 1 0 0,0-1-1 0 0,0 1 0 0 0,1 0 1 0 0,-1 0-1 0 0,0-1 1 0 0,1 1-1 0 0,-1 0 1 0 0,1-1-1 0 0,-1 1 0 0 0,1-1 1 0 0,-1 1-1 0 0,1 0 1 0 0,-1-1-1 0 0,1 1 1 0 0,-1-1-1 0 0,1 1 1 0 0,0-1-1 0 0,-1 0 0 0 0,1 1 1 0 0,0-1-1 0 0,-1 0 1 0 0,1 1-1 0 0,0-1 1 0 0,-1 0-1 0 0,1 0 0 0 0,0 0 1 0 0,0 0-1 0 0,-1 1 1 0 0,1-1-1 0 0,0 0 1 0 0,1 0-1 0 0,43-3-4622 0 0,-22-2 701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8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332 598 652 0 0,'6'-6'1287'0'0,"-1"-2"0"0"0,1 1-1 0 0,-1-1 1 0 0,0 1 0 0 0,-1-1 0 0 0,0-1 0 0 0,0 1-1 0 0,0-1 1 0 0,-1 1 0 0 0,3-17 0 0 0,-6 23-1047 0 0,-1 1-10 0 0,1 1-220 0 0,-1-1 0 0 0,1 1 1 0 0,-1-1-1 0 0,1 1 0 0 0,0-1 1 0 0,-1 1-1 0 0,1 0 1 0 0,-1-1-1 0 0,1 1 0 0 0,-1 0 1 0 0,1-1-1 0 0,-1 1 1 0 0,1 0-1 0 0,-1 0 0 0 0,1 0 1 0 0,-1-1-1 0 0,1 1 0 0 0,-1 0 1 0 0,1 0-1 0 0,-1 0 1 0 0,0 0-1 0 0,0 0 0 0 0,-32 15 120 0 0,0 1-1 0 0,1 1 0 0 0,1 2 1 0 0,1 1-1 0 0,0 1 0 0 0,2 2 0 0 0,1 1 1 0 0,-31 33-1 0 0,16-3 19 0 0,38-49-119 0 0,0 1 0 0 0,1 0 0 0 0,0 0 0 0 0,1 0 0 0 0,-1 0 0 0 0,1 0 1 0 0,-3 13-1 0 0,5-18-22 0 0,0 1 1 0 0,0-1 0 0 0,0 0 0 0 0,0 1 0 0 0,0-1 0 0 0,0 1-1 0 0,1-1 1 0 0,-1 1 0 0 0,0-1 0 0 0,1 0 0 0 0,-1 1 0 0 0,1-1-1 0 0,-1 0 1 0 0,1 1 0 0 0,0-1 0 0 0,-1 0 0 0 0,1 0 0 0 0,0 1-1 0 0,0-1 1 0 0,0 0 0 0 0,0 0 0 0 0,0 0 0 0 0,0 0 0 0 0,0 0 0 0 0,1-1-1 0 0,-1 1 1 0 0,0 0 0 0 0,0 0 0 0 0,1-1 0 0 0,-1 1 0 0 0,0-1-1 0 0,1 1 1 0 0,-1-1 0 0 0,0 0 0 0 0,1 1 0 0 0,-1-1 0 0 0,1 0-1 0 0,-1 0 1 0 0,1 0 0 0 0,1 0 0 0 0,4 0 10 0 0,1 0 0 0 0,-1 0 0 0 0,1 0 0 0 0,-1-1-1 0 0,1-1 1 0 0,7-1 0 0 0,2-3-21 0 0,0-1-1 0 0,0-1 0 0 0,-1-1 0 0 0,0 0 1 0 0,0-1-1 0 0,-1-1 0 0 0,0 0 1 0 0,-1-1-1 0 0,-1 0 0 0 0,0-1 1 0 0,16-20-1 0 0,1-6-102 0 0,-2 0 0 0 0,-2-2 1 0 0,24-49-1 0 0,122-313-431 0 0,-144 330 360 0 0,-20 55 46 0 0,-11 30 15 0 0,-11 29 114 0 0,-17 49 384 0 0,-37 111 613 0 0,55-155-805 0 0,3 0-1 0 0,-8 70 1 0 0,17-103-164 0 0,0-1 0 0 0,1 1 0 0 0,1-1 1 0 0,0 1-1 0 0,1-1 0 0 0,0 1 0 0 0,0-1 0 0 0,7 18 1 0 0,-6-24-245 0 0,0 0 0 0 0,0 0 0 0 0,0 0 0 0 0,0-1 0 0 0,1 1 0 0 0,0-1 0 0 0,0 0 0 0 0,0 0 0 0 0,1 0 0 0 0,0-1 0 0 0,0 0 0 0 0,0 0 0 0 0,0 0 0 0 0,1 0 0 0 0,-1-1 1 0 0,1 0-1 0 0,12 5 0 0 0,-8-5-1037 0 0,-1 0 0 0 0,2-1 1 0 0,-1 0-1 0 0,12 1 0 0 0,13-2-4402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9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400 707 2652 0 0,'3'-20'3045'0'0,"0"0"0"0"0,-2-33-1 0 0,-1 42-2215 0 0,-1-1 0 0 0,0 0 0 0 0,-1 1-1 0 0,0-1 1 0 0,-8-21 0 0 0,10 32-812 0 0,-1 0-1 0 0,1 0 1 0 0,-1 0 0 0 0,1 0 0 0 0,-1 1-1 0 0,0-1 1 0 0,1 0 0 0 0,-1 1-1 0 0,0-1 1 0 0,1 0 0 0 0,-1 1 0 0 0,0-1-1 0 0,0 1 1 0 0,0-1 0 0 0,1 1 0 0 0,-1-1-1 0 0,0 1 1 0 0,0 0 0 0 0,0 0-1 0 0,0-1 1 0 0,0 1 0 0 0,0 0 0 0 0,0 0-1 0 0,0 0 1 0 0,0 0 0 0 0,1 0 0 0 0,-1 0-1 0 0,0 0 1 0 0,0 0 0 0 0,0 0-1 0 0,0 0 1 0 0,0 1 0 0 0,0-1 0 0 0,0 0-1 0 0,0 1 1 0 0,0-1 0 0 0,1 0 0 0 0,-1 1-1 0 0,-1 0 1 0 0,-5 2 5 0 0,1 1 0 0 0,-1 0 0 0 0,-9 8 0 0 0,-21 18 29 0 0,1 3-1 0 0,-46 53 1 0 0,-50 84-21 0 0,127-161-16 0 0,0-1 1 0 0,0 0 0 0 0,1 1-1 0 0,0 0 1 0 0,0 0 0 0 0,-4 16-1 0 0,8-24-10 0 0,0 0 1 0 0,0-1-1 0 0,0 1 0 0 0,0 0 0 0 0,0 0 0 0 0,0-1 0 0 0,0 1 1 0 0,1 0-1 0 0,-1 0 0 0 0,0-1 0 0 0,0 1 0 0 0,1 0 0 0 0,-1-1 0 0 0,0 1 1 0 0,1 0-1 0 0,-1-1 0 0 0,1 1 0 0 0,-1 0 0 0 0,1-1 0 0 0,-1 1 1 0 0,1-1-1 0 0,-1 1 0 0 0,1-1 0 0 0,0 1 0 0 0,-1-1 0 0 0,1 1 1 0 0,0-1-1 0 0,-1 0 0 0 0,1 1 0 0 0,0-1 0 0 0,0 0 0 0 0,-1 0 0 0 0,2 1 1 0 0,25 2 29 0 0,-12-6-52 0 0,1 0 0 0 0,-1-1 0 0 0,-1 0 0 0 0,1-1 0 0 0,-1-1-1 0 0,0 0 1 0 0,0-1 0 0 0,-1-1 0 0 0,1 0 0 0 0,-2 0 0 0 0,13-12 0 0 0,1-2-148 0 0,0-2-1 0 0,-2-1 1 0 0,38-49 0 0 0,-18 10-143 0 0,71-134 1 0 0,13-80 96 0 0,-100 206 240 0 0,-18 44-49 0 0,1 1 0 0 0,18-33 0 0 0,-28 58-1 0 0,-6 16 18 0 0,-43 127-11 0 0,-97 334 410 0 0,122-354-259 0 0,21-101-92 0 0,1 0 0 0 0,0 0 0 0 0,1 0 0 0 0,4 22 0 0 0,-4-37-32 0 0,1 0 1 0 0,0 0 0 0 0,1 0 0 0 0,-1-1 0 0 0,1 1 0 0 0,0 0-1 0 0,0-1 1 0 0,0 1 0 0 0,1-1 0 0 0,0 0 0 0 0,-1 0 0 0 0,1 0-1 0 0,1 0 1 0 0,-1 0 0 0 0,1-1 0 0 0,-1 0 0 0 0,1 1-1 0 0,0-1 1 0 0,0-1 0 0 0,0 1 0 0 0,6 2 0 0 0,-3-2-12 0 0,-1-1 1 0 0,1 0-1 0 0,0 0 1 0 0,-1 0-1 0 0,1-1 1 0 0,0 0-1 0 0,0-1 1 0 0,0 1 0 0 0,0-1-1 0 0,-1-1 1 0 0,1 1-1 0 0,0-1 1 0 0,0-1-1 0 0,0 1 1 0 0,7-3-1 0 0,3-3-40 0 0,0-1 0 0 0,0 0 0 0 0,-1-1-1 0 0,0-1 1 0 0,-1 0 0 0 0,0-1 0 0 0,-1-1 0 0 0,0 0-1 0 0,0-1 1 0 0,-1-1 0 0 0,10-15 0 0 0,2-3-14 0 0,-2-2-1 0 0,-1 0 1 0 0,-2-1 0 0 0,16-39 0 0 0,-33 66 41 0 0,31-76 95 0 0,-30 75-73 0 0,-2-1-1 0 0,1 1 1 0 0,-1-1 0 0 0,-1 0-1 0 0,0 1 1 0 0,0-20 0 0 0,-1 28-17 0 0,0 1 5 0 0,0-1 0 0 0,0 1 0 0 0,0 0 0 0 0,0-1 0 0 0,0 1 0 0 0,0-1 1 0 0,0 1-1 0 0,0 0 0 0 0,0-1 0 0 0,0 1 0 0 0,0 0 0 0 0,0-1 0 0 0,0 1 0 0 0,0 0 0 0 0,-1-1 0 0 0,1 1 0 0 0,0 0 0 0 0,0-1 0 0 0,0 1 0 0 0,0 0 0 0 0,-1 0 0 0 0,1-1 0 0 0,0 1 0 0 0,0 0 0 0 0,-1-1 0 0 0,0 1 0 0 0,0-1 1 0 0,1 0-1 0 0,-1 1 0 0 0,0 0 1 0 0,0-1-1 0 0,1 1 1 0 0,-1-1-1 0 0,0 1 0 0 0,0 0 1 0 0,0-1-1 0 0,1 1 1 0 0,-1 0-1 0 0,0 0 0 0 0,0 0 1 0 0,0 0-1 0 0,0 0 0 0 0,0 0 1 0 0,1 0-1 0 0,-1 0 1 0 0,0 0-1 0 0,0 0 0 0 0,0 0 1 0 0,0 0-1 0 0,0 1 1 0 0,1-1-1 0 0,-1 0 0 0 0,0 1 1 0 0,0-1-1 0 0,0 1 1 0 0,0 0-1 0 0,-1 0-3 0 0,-7 3 0 0 0,1 1 0 0 0,-1 0 1 0 0,1 0-1 0 0,0 1 0 0 0,1 0 0 0 0,0 0 0 0 0,-13 14 0 0 0,-39 54-9 0 0,58-72 14 0 0,-15 20 12 0 0,1 0-1 0 0,1 1 1 0 0,1 1 0 0 0,-13 33-1 0 0,23-47 4 0 0,0-1 1 0 0,0 1-1 0 0,1 0 0 0 0,1 0 0 0 0,-1 0 0 0 0,1 15 0 0 0,1-19 1 0 0,1-1 0 0 0,0 1 0 0 0,0 0 0 0 0,0 0 0 0 0,0-1 0 0 0,1 1 0 0 0,0 0 0 0 0,0-1 0 0 0,1 0-1 0 0,0 1 1 0 0,-1-1 0 0 0,5 5 0 0 0,-2-4-4 0 0,1-1 0 0 0,0 1 0 0 0,0-1 0 0 0,0 0 0 0 0,1 0 0 0 0,-1-1 0 0 0,1 0 0 0 0,0 0-1 0 0,0-1 1 0 0,0 1 0 0 0,1-1 0 0 0,-1-1 0 0 0,1 0 0 0 0,0 0 0 0 0,12 1 0 0 0,-4-1-91 0 0,0 0 0 0 0,0-1 1 0 0,0-1-1 0 0,1-1 0 0 0,-1 0 0 0 0,26-6 1 0 0,-25 2-75 0 0,0 0 0 0 0,0-2 1 0 0,0 1-1 0 0,-1-2 1 0 0,0 0-1 0 0,-1-1 1 0 0,18-13-1 0 0,-11 5-7 0 0,-1-2 1 0 0,-1 0-1 0 0,0 0 0 0 0,16-24 0 0 0,5-14 331 0 0,-3-1 0 0 0,55-112 0 0 0,-45 72 1049 0 0,-45 94-1178 0 0,-2 11-29 0 0,-6 17 41 0 0,-195 673 4377 0 0,76-246-3154 0 0,-46 22-344 0 0,169-469-908 0 0,-1-1-1 0 0,0 1 1 0 0,0-1 0 0 0,-1 1 0 0 0,1-1 0 0 0,-1 1-1 0 0,1-1 1 0 0,-1 0 0 0 0,0 0 0 0 0,0-1 0 0 0,-7 5-1 0 0,9-6-89 0 0,0 0 0 0 0,-1 0 0 0 0,1-1 0 0 0,-1 1 0 0 0,1-1 0 0 0,-1 1 0 0 0,1-1 0 0 0,-1 1 0 0 0,1-1 0 0 0,-1 0 0 0 0,1 0 0 0 0,-1 0 0 0 0,0 0 0 0 0,1 0 0 0 0,-1 0 0 0 0,1 0 0 0 0,-1-1 0 0 0,0 1 0 0 0,1 0 0 0 0,-1-1 0 0 0,1 1 0 0 0,-1-1 0 0 0,1 0 0 0 0,0 1 0 0 0,-1-1-1 0 0,1 0 1 0 0,0 0 0 0 0,-1 0 0 0 0,1 0 0 0 0,0 0 0 0 0,0 0 0 0 0,0 0 0 0 0,-2-3 0 0 0,-2-4-891 0 0,0 0 1 0 0,0 0-1 0 0,1-1 0 0 0,0 0 0 0 0,0 0 0 0 0,1 0 1 0 0,0 0-1 0 0,1-1 0 0 0,0 1 0 0 0,0-1 0 0 0,0-16 1 0 0,-1-16-6215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39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0 151 2840 0 0,'11'-18'1340'0'0,"0"1"0"0"0,1-1 0 0 0,1 2-1 0 0,15-17 1 0 0,-23 28-1135 0 0,1 0 1 0 0,-1 1-1 0 0,1 0 0 0 0,0 0 1 0 0,1 0-1 0 0,-1 0 0 0 0,0 1 1 0 0,1 0-1 0 0,0 1 0 0 0,0-1 1 0 0,0 1-1 0 0,0 1 0 0 0,0-1 1 0 0,0 1-1 0 0,11 0 1 0 0,-1 1-66 0 0,1 1 0 0 0,-1 0 0 0 0,0 2 0 0 0,0 0 0 0 0,-1 1 0 0 0,1 0 0 0 0,-1 2 0 0 0,18 7 0 0 0,-24-9 1 0 0,0 1 0 0 0,0 0 0 0 0,-1 1-1 0 0,0 0 1 0 0,0 0 0 0 0,0 1 0 0 0,-1 0 0 0 0,0 1 0 0 0,0 0 0 0 0,-1 0 0 0 0,0 1 0 0 0,0-1 0 0 0,9 18-1 0 0,-14-21 57 0 0,1 0 0 0 0,-1 0-1 0 0,-1 0 1 0 0,1 1 0 0 0,-1-1-1 0 0,0 0 1 0 0,0 1 0 0 0,-1-1-1 0 0,1 0 1 0 0,-1 1 0 0 0,0-1-1 0 0,-1 1 1 0 0,1-1 0 0 0,-3 9-1 0 0,1-7-18 0 0,-1 0-1 0 0,0 0 0 0 0,0 0 0 0 0,-1 0 0 0 0,1-1 0 0 0,-2 1 0 0 0,1-1 0 0 0,-1 0 1 0 0,-7 7-1 0 0,-9 6 124 0 0,-1 0 1 0 0,-1-2-1 0 0,0-1 1 0 0,-37 19 0 0 0,57-34-280 0 0,-2 2-180 0 0,0 0 1 0 0,-1 0-1 0 0,1-1 0 0 0,-12 3 1 0 0,15-4-116 0 0,1-1 0 0 0,-1 0 0 0 0,0 1 0 0 0,0-1-1 0 0,0 0 1 0 0,1 0 0 0 0,-1-1 0 0 0,0 1 0 0 0,0 0 0 0 0,1-1 0 0 0,-1 1 0 0 0,-2-1 0 0 0,4 1 149 0 0,0-1 1 0 0,-1 1-1 0 0,1 0 0 0 0,0-1 1 0 0,0 1-1 0 0,-1 0 1 0 0,1-1-1 0 0,0 1 0 0 0,0-1 1 0 0,0 1-1 0 0,-1 0 0 0 0,1-1 1 0 0,0 1-1 0 0,0-1 0 0 0,0 1 1 0 0,0-1-1 0 0,0 1 0 0 0,0 0 1 0 0,0-1-1 0 0,0 1 1 0 0,0-1-1 0 0,0 1 0 0 0,0-1 1 0 0,0 1-1 0 0,0 0 0 0 0,0-1 1 0 0,1 1-1 0 0,-1-1 0 0 0,0 1 1 0 0,0 0-1 0 0,0-1 1 0 0,1 0-1 0 0,6-12-4539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0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148 182 2368 0 0,'5'-3'897'0'0,"-4"2"-484"0"0,0 0 0 0 0,0 0 1 0 0,1 0-1 0 0,-1 0 0 0 0,1 0 0 0 0,-1 0 0 0 0,1 0 0 0 0,-1 1 0 0 0,1-1 0 0 0,-1 1 0 0 0,1-1 0 0 0,0 1 0 0 0,-1 0 0 0 0,1-1 1 0 0,0 1-1 0 0,-1 0 0 0 0,1 0 0 0 0,0 0 0 0 0,-1 0 0 0 0,1 0 0 0 0,2 1 0 0 0,-3 0 3 0 0,-1 3-275 0 0,0 0 0 0 0,0 0 0 0 0,1 0-1 0 0,-1 0 1 0 0,1 0 0 0 0,0 0 0 0 0,0 0 0 0 0,0 0 0 0 0,0 0-1 0 0,1 0 1 0 0,0 0 0 0 0,-1-1 0 0 0,1 1 0 0 0,1-1 0 0 0,-1 1-1 0 0,0-1 1 0 0,1 0 0 0 0,0 0 0 0 0,0 0 0 0 0,0 0 0 0 0,0-1-1 0 0,0 1 1 0 0,0-1 0 0 0,1 0 0 0 0,-1 1 0 0 0,5 0 0 0 0,-6-2-90 0 0,-1 0 1 0 0,1-1 0 0 0,0 0-1 0 0,-1 1 1 0 0,1-1 0 0 0,0 0 0 0 0,-1 0-1 0 0,1 0 1 0 0,0 0 0 0 0,-1 0 0 0 0,1 0-1 0 0,0-1 1 0 0,-1 1 0 0 0,1-1 0 0 0,0 1-1 0 0,-1-1 1 0 0,1 1 0 0 0,-1-1 0 0 0,1 0-1 0 0,-1 0 1 0 0,1 0 0 0 0,-1 0 0 0 0,0 0-1 0 0,1 0 1 0 0,-1 0 0 0 0,0 0-1 0 0,0 0 1 0 0,0-1 0 0 0,0 1 0 0 0,2-3-1 0 0,0-1-16 0 0,1-1 0 0 0,-1 1-1 0 0,0-1 1 0 0,0 0-1 0 0,-1 0 1 0 0,4-10 0 0 0,-4 10-31 0 0,-1-1 0 0 0,1 1 0 0 0,-1-1 1 0 0,0 0-1 0 0,-1 1 0 0 0,0-1 0 0 0,0 0 0 0 0,0 0 1 0 0,-1 1-1 0 0,0-1 0 0 0,0 0 0 0 0,0 1 1 0 0,-1-1-1 0 0,-4-8 0 0 0,6 14-8 0 0,-1 0 1 0 0,0 0-1 0 0,0 0 1 0 0,0 0-1 0 0,0 0 1 0 0,0 0-1 0 0,0 0 0 0 0,0 1 1 0 0,0-1-1 0 0,0 0 1 0 0,-1 1-1 0 0,1-1 0 0 0,0 1 1 0 0,0-1-1 0 0,-1 1 1 0 0,1 0-1 0 0,0-1 0 0 0,0 1 1 0 0,-2 0-1 0 0,-26 2-35 0 0,19 1 31 0 0,0 0 0 0 0,1 1 1 0 0,-1 0-1 0 0,1 1 1 0 0,0 0-1 0 0,0 0 0 0 0,1 1 1 0 0,-14 11-1 0 0,0 3-4 0 0,-33 39 0 0 0,44-46 23 0 0,0 1 0 0 0,1 0 0 0 0,1 1 0 0 0,0-1 0 0 0,1 2 0 0 0,1-1 0 0 0,-10 30 0 0 0,16-39 0 0 0,-1 1 0 0 0,1-1 0 0 0,0 1-1 0 0,1 0 1 0 0,-1-1 0 0 0,1 1 0 0 0,1 0-1 0 0,-1-1 1 0 0,3 14 0 0 0,-1-16-9 0 0,0 1 0 0 0,-1 0-1 0 0,1-1 1 0 0,1 0 0 0 0,-1 1 0 0 0,1-1 0 0 0,0 0 0 0 0,0 0 0 0 0,0 0 0 0 0,0-1-1 0 0,0 1 1 0 0,1-1 0 0 0,0 0 0 0 0,7 6 0 0 0,-3-5-229 0 0,-1 1 1 0 0,1-1-1 0 0,0-1 1 0 0,0 1-1 0 0,0-1 0 0 0,1-1 1 0 0,-1 1-1 0 0,1-1 0 0 0,-1-1 1 0 0,1 0-1 0 0,0 0 0 0 0,-1-1 1 0 0,1 0-1 0 0,0 0 1 0 0,0-1-1 0 0,-1 0 0 0 0,1 0 1 0 0,-1-1-1 0 0,1 0 0 0 0,-1-1 1 0 0,0 0-1 0 0,0 0 1 0 0,0-1-1 0 0,9-6 0 0 0,3-2-484 0 0,0-1 0 0 0,-1-1 0 0 0,-1-1 0 0 0,-1 0-1 0 0,0-1 1 0 0,-1-1 0 0 0,26-36 0 0 0,-16 15 518 0 0,38-75 0 0 0,6-48 4881 0 0,-58 135-4050 0 0,-12 25-544 0 0,0 0-82 0 0,1 1 0 0 0,-1-1 0 0 0,0 1-1 0 0,1 0 1 0 0,-1-1 0 0 0,0 1-1 0 0,1 0 1 0 0,-1-1 0 0 0,1 1-1 0 0,-1 0 1 0 0,1-1 0 0 0,-1 1-1 0 0,1 0 1 0 0,-1 0 0 0 0,1 0-1 0 0,-1 0 1 0 0,1-1 0 0 0,0 1-1 0 0,1 5 36 0 0,0-1-1 0 0,0 1 0 0 0,0-1 0 0 0,-1 1 0 0 0,0 0 0 0 0,0 0 1 0 0,0 0-1 0 0,0 5 0 0 0,-1 45 489 0 0,0-34-387 0 0,-2 43 218 0 0,-2-1-1 0 0,-14 71 1 0 0,17-128-368 0 0,-1 3 670 0 0,0 0-1 0 0,0 0 1 0 0,0 0 0 0 0,-6 10 809 0 0,2-22-1219 0 0,5 4-253 0 0,1-1 1 0 0,0 0-1 0 0,-1 0 1 0 0,1 0-1 0 0,-1 0 1 0 0,1 0 0 0 0,0 0-1 0 0,-1-1 1 0 0,1 1-1 0 0,-1 0 1 0 0,1 0-1 0 0,0 0 1 0 0,-1 0-1 0 0,1 0 1 0 0,-1-1-1 0 0,1 1 1 0 0,0 0-1 0 0,-1 0 1 0 0,1 0-1 0 0,0-1 1 0 0,0 1 0 0 0,-1 0-1 0 0,1-1 1 0 0,0 1-1 0 0,-1 0 1 0 0,1-1-1 0 0,0 1 1 0 0,0 0-1 0 0,0-1 1 0 0,-1 1-1 0 0,1 0 1 0 0,0-1-1 0 0,0-13 13 0 0,0 0-1 0 0,1 0 1 0 0,0 1 0 0 0,1-1-1 0 0,1 0 1 0 0,0 1-1 0 0,0 0 1 0 0,2 0-1 0 0,0 0 1 0 0,0 0-1 0 0,11-17 1 0 0,-1 5-45 0 0,1 0 0 0 0,0 1 0 0 0,2 1 0 0 0,31-31 0 0 0,-37 43 4 0 0,-1 0 0 0 0,1 1 0 0 0,1 1-1 0 0,0 0 1 0 0,0 1 0 0 0,25-12-1 0 0,-31 17 9 0 0,-1 0 0 0 0,1 1-1 0 0,0 0 1 0 0,0 0-1 0 0,0 1 1 0 0,0 0-1 0 0,0 0 1 0 0,0 0 0 0 0,0 1-1 0 0,0 0 1 0 0,1 1-1 0 0,-1 0 1 0 0,0 0-1 0 0,0 0 1 0 0,0 1-1 0 0,12 4 1 0 0,-14-4 14 0 0,-1 0 1 0 0,0 0-1 0 0,-1 0 0 0 0,1 1 1 0 0,0-1-1 0 0,-1 1 1 0 0,1 0-1 0 0,-1 0 0 0 0,0 0 1 0 0,0 0-1 0 0,0 1 0 0 0,0-1 1 0 0,-1 1-1 0 0,1 0 0 0 0,-1 0 1 0 0,2 4-1 0 0,-2-2 25 0 0,0 1-1 0 0,0-1 1 0 0,-1 1-1 0 0,0-1 1 0 0,0 1 0 0 0,-1 0-1 0 0,1-1 1 0 0,-1 1-1 0 0,-2 11 1 0 0,-3 6 54 0 0,-1 0-1 0 0,0-1 1 0 0,-2 0-1 0 0,-17 36 1 0 0,13-36-362 0 0,8-16-331 0 0,0 0 1 0 0,0 1 0 0 0,1-1-1 0 0,0 1 1 0 0,0 0-1 0 0,-2 12 1 0 0,5-19 358 0 0,0 0 0 0 0,0 0 0 0 0,0 0 0 0 0,0 0-1 0 0,0 0 1 0 0,1 0 0 0 0,-1 0 0 0 0,0 0 0 0 0,0 0 0 0 0,1 0 0 0 0,-1 0 0 0 0,1 0 0 0 0,-1 0 0 0 0,1 0 0 0 0,-1 0 0 0 0,1 0 0 0 0,-1 0 0 0 0,1-1 0 0 0,0 1 0 0 0,-1 0 0 0 0,1 0 0 0 0,0-1 0 0 0,0 1 0 0 0,0-1 0 0 0,-1 1 0 0 0,1 0 0 0 0,0-1-1 0 0,0 0 1 0 0,0 1 0 0 0,0-1 0 0 0,2 1 0 0 0,11 2-4009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1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355 599 832 0 0,'9'-17'4038'0'0,"11"-33"0"0"0,-18 44-3420 0 0,-1 0 1 0 0,1 0 0 0 0,-1 0 0 0 0,0-1 0 0 0,-1 1-1 0 0,0 0 1 0 0,0-1 0 0 0,0 1 0 0 0,-2-8-1 0 0,2 13-583 0 0,0 0 0 0 0,0 1 0 0 0,-1-1 1 0 0,1 0-1 0 0,-1 1 0 0 0,1-1 0 0 0,-1 0 0 0 0,1 1 0 0 0,-1-1 0 0 0,1 1 0 0 0,-1-1 0 0 0,1 1 0 0 0,-1-1 0 0 0,0 1 0 0 0,1-1 0 0 0,-1 1 0 0 0,0 0 0 0 0,0-1 0 0 0,1 1 0 0 0,-1 0 0 0 0,0-1 0 0 0,0 1 0 0 0,1 0 0 0 0,-1 0 0 0 0,0 0 0 0 0,0 0 0 0 0,1 0 0 0 0,-1 0 1 0 0,0 0-1 0 0,-1 0 0 0 0,-24 4 280 0 0,12 1-192 0 0,-7 5 15 0 0,-25 22 70 0 0,14-5-84 0 0,1 0-1 0 0,2 2 0 0 0,-32 39 1 0 0,46-48-66 0 0,0 0 1 0 0,2 1-1 0 0,0 1 0 0 0,1 0 1 0 0,1 0-1 0 0,-12 39 0 0 0,21-57-27 0 0,1 1-1 0 0,0 0 1 0 0,0-1-1 0 0,0 1 0 0 0,1 0 1 0 0,-1 0-1 0 0,1 0 1 0 0,1 0-1 0 0,-1 0 0 0 0,2 7 1 0 0,-1-10-20 0 0,-1 1 1 0 0,1-1 0 0 0,0 0-1 0 0,0-1 1 0 0,0 1-1 0 0,0 0 1 0 0,1 0 0 0 0,-1 0-1 0 0,0-1 1 0 0,1 1-1 0 0,-1 0 1 0 0,1-1 0 0 0,0 0-1 0 0,-1 1 1 0 0,1-1-1 0 0,0 0 1 0 0,0 0 0 0 0,0 0-1 0 0,0 0 1 0 0,0 0-1 0 0,0 0 1 0 0,0 0 0 0 0,0-1-1 0 0,0 1 1 0 0,4-1-1 0 0,2 1-13 0 0,0-1 0 0 0,0 0 0 0 0,-1 0 0 0 0,1-1 0 0 0,0 0 0 0 0,0-1 0 0 0,0 0 0 0 0,-1 0 0 0 0,1-1 0 0 0,-1 1 0 0 0,1-2 0 0 0,-1 1 0 0 0,0-1-1 0 0,-1 0 1 0 0,1 0 0 0 0,9-8 0 0 0,7-8-286 0 0,0-1 0 0 0,37-43-1 0 0,-25 21-225 0 0,-1-3 0 0 0,34-62 0 0 0,44-104-311 0 0,-38 42 422 0 0,-63 137 648 0 0,0-1 0 0 0,-3 0 0 0 0,7-44 0 0 0,-15 77-235 0 0,0-1 1 0 0,0 1-1 0 0,1 0 0 0 0,-1-1 0 0 0,0 1 0 0 0,0-1 1 0 0,0 1-1 0 0,0-1 0 0 0,0 1 0 0 0,-1 0 0 0 0,1-1 1 0 0,0 1-1 0 0,-1 0 0 0 0,1-1 0 0 0,-1 1 0 0 0,1 0 1 0 0,-1-1-1 0 0,-1 0 0 0 0,2 1-6 0 0,-1 1 0 0 0,1 0-1 0 0,-1-1 1 0 0,0 1 0 0 0,1 0 0 0 0,-1 0-1 0 0,0 0 1 0 0,1 0 0 0 0,-1 0 0 0 0,0 0 0 0 0,1 0-1 0 0,-1 0 1 0 0,0 0 0 0 0,1 0 0 0 0,-1 0 0 0 0,0 0-1 0 0,1 0 1 0 0,-1 1 0 0 0,0-1 0 0 0,1 0-1 0 0,-1 0 1 0 0,1 1 0 0 0,-1-1 0 0 0,0 0 0 0 0,0 2-1 0 0,-5 2 15 0 0,1 0-1 0 0,0 0 1 0 0,0 1-1 0 0,0 0 1 0 0,-8 10-1 0 0,-6 14 106 0 0,2 0 0 0 0,-27 59 0 0 0,-15 69 278 0 0,56-148-382 0 0,-62 196 328 0 0,58-177-269 0 0,2 1-1 0 0,0 0 1 0 0,2 0-1 0 0,1 0 1 0 0,3 39-1 0 0,-1-63-58 0 0,1 0-1 0 0,-1 0 1 0 0,1 0-1 0 0,1 0 1 0 0,-1-1-1 0 0,1 1 0 0 0,-1 0 1 0 0,1-1-1 0 0,1 1 1 0 0,-1-1-1 0 0,1 0 1 0 0,-1 0-1 0 0,1 0 1 0 0,0 0-1 0 0,1 0 0 0 0,-1-1 1 0 0,1 1-1 0 0,0-1 1 0 0,-1 0-1 0 0,1 0 1 0 0,1 0-1 0 0,-1-1 1 0 0,0 1-1 0 0,1-1 0 0 0,6 2 1 0 0,-4-1-8 0 0,1-1 0 0 0,0 0 0 0 0,1-1 0 0 0,-1 0 0 0 0,0 0 0 0 0,0-1 1 0 0,0 0-1 0 0,1 0 0 0 0,-1-1 0 0 0,0 0 0 0 0,0 0 0 0 0,0-1 0 0 0,0 0 0 0 0,12-6 0 0 0,-2 0-16 0 0,-1-1-1 0 0,-1 0 1 0 0,0-2 0 0 0,0 0-1 0 0,-1-1 1 0 0,0 0-1 0 0,-1-1 1 0 0,15-17-1 0 0,-6 2-6 0 0,-1 0 0 0 0,-1-2 0 0 0,24-46 0 0 0,-39 64 104 0 0,0 0 0 0 0,0 0 1 0 0,-1 0-1 0 0,-1-1 0 0 0,0 0 0 0 0,-1 0 1 0 0,0 0-1 0 0,1-22 0 0 0,-5 30-71 0 0,1 4-20 0 0,-1 0 0 0 0,1 0-1 0 0,-1 0 1 0 0,1 0-1 0 0,-1-1 1 0 0,1 1-1 0 0,-1 0 1 0 0,0 0 0 0 0,1 1-1 0 0,-1-1 1 0 0,0 0-1 0 0,0 0 1 0 0,1 0-1 0 0,-1 0 1 0 0,0 1-1 0 0,0-1 1 0 0,0 0 0 0 0,0 1-1 0 0,0-1 1 0 0,0 1-1 0 0,0-1 1 0 0,0 1-1 0 0,-1-1 1 0 0,1 1 0 0 0,0 0-1 0 0,0 0 1 0 0,0-1-1 0 0,-2 1 1 0 0,1 1-1 0 0,0-1 1 0 0,0 1-1 0 0,-1 0 0 0 0,1-1 1 0 0,0 1-1 0 0,0 0 0 0 0,0 0 1 0 0,0 1-1 0 0,-3 1 0 0 0,1 0 1 0 0,-10 7-1 0 0,0 0 0 0 0,0 1 0 0 0,1 1 0 0 0,1 0 0 0 0,0 1 0 0 0,0 0 0 0 0,-16 27 1 0 0,0 5 30 0 0,-28 62 0 0 0,50-96 1 0 0,1 1 0 0 0,0 1 0 0 0,0-1 0 0 0,1 1 0 0 0,1 0 0 0 0,0-1 0 0 0,1 2 0 0 0,-2 25 0 0 0,4-37-22 0 0,1 0 0 0 0,-1-1 0 0 0,0 1 0 0 0,1 0 0 0 0,-1 0 0 0 0,1 0-1 0 0,0 0 1 0 0,-1-1 0 0 0,1 1 0 0 0,0 0 0 0 0,0 0 0 0 0,0-1 0 0 0,1 1-1 0 0,-1-1 1 0 0,0 1 0 0 0,0-1 0 0 0,1 0 0 0 0,1 2 0 0 0,0-1-2 0 0,1 0 1 0 0,-1 0-1 0 0,0 0 0 0 0,1-1 1 0 0,-1 0-1 0 0,1 1 1 0 0,0-1-1 0 0,-1-1 0 0 0,5 2 1 0 0,4-1-8 0 0,-1-1 1 0 0,1 1 0 0 0,0-2 0 0 0,0 0 0 0 0,14-2-1 0 0,-4-3-26 0 0,0 0-1 0 0,0-1 0 0 0,-1-1 0 0 0,0-1 1 0 0,0 0-1 0 0,-1-2 0 0 0,36-25 0 0 0,-19 8-23 0 0,-1-2-1 0 0,61-66 0 0 0,-42 28 46 0 0,12-13-257 0 0,-67 81 260 0 0,1-1 0 0 0,-1 1 0 0 0,1-1 1 0 0,-1 1-1 0 0,1 0 0 0 0,-1-1 0 0 0,1 1 1 0 0,-1 0-1 0 0,1-1 0 0 0,-1 1 0 0 0,1 0 1 0 0,-1 0-1 0 0,1-1 0 0 0,0 1 0 0 0,-1 0 1 0 0,1 0-1 0 0,-1 0 0 0 0,1 0 0 0 0,0 0 1 0 0,-1 0-1 0 0,1 0 0 0 0,0 0 0 0 0,-1 0 0 0 0,1 0 1 0 0,-1 0-1 0 0,1 0 0 0 0,0 0 0 0 0,-1 1 1 0 0,1-1-1 0 0,-1 0 0 0 0,1 0 0 0 0,-1 1 1 0 0,1-1-1 0 0,-1 0 0 0 0,1 1 0 0 0,-1-1 1 0 0,1 0-1 0 0,-1 1 0 0 0,1-1 0 0 0,-1 1 1 0 0,0-1-1 0 0,1 1 0 0 0,-1-1 0 0 0,0 1 0 0 0,1-1 1 0 0,-1 1-1 0 0,0-1 0 0 0,0 1 0 0 0,1 0 1 0 0,-1-1-1 0 0,0 1 0 0 0,0 1 0 0 0,9 29 112 0 0,-8-20-114 0 0,-1-1 0 0 0,0 1-1 0 0,0-1 1 0 0,-1 1-1 0 0,-1-1 1 0 0,0 1 0 0 0,-3 10-1 0 0,-4 9-127 0 0,-15 32-1 0 0,19-51 193 0 0,-1 1 0 0 0,0-1-1 0 0,-1 0 1 0 0,-9 12 0 0 0,15-22 150 0 0,1-1-207 0 0,-1 0 0 0 0,1 0-1 0 0,0 0 1 0 0,-1 0 0 0 0,1 0-1 0 0,0 0 1 0 0,-1 0 0 0 0,1 0 0 0 0,0 0-1 0 0,-1 0 1 0 0,1 0 0 0 0,0 0 0 0 0,-1 0-1 0 0,1-1 1 0 0,0 1 0 0 0,0 0-1 0 0,-1 0 1 0 0,1 0 0 0 0,0 0 0 0 0,0-1-1 0 0,-1 1 1 0 0,1 0 0 0 0,0 0 0 0 0,0-1-1 0 0,-1 1 1 0 0,1 0 0 0 0,0 0-1 0 0,0-1 1 0 0,0 1 0 0 0,0 0 0 0 0,0-1-1 0 0,-1 1 1 0 0,1-1 0 0 0,3-13 119 0 0,12-13 71 0 0,-15 26-189 0 0,21-30-58 0 0,2 1-1 0 0,0 1 0 0 0,2 2 0 0 0,1 0 0 0 0,1 1 0 0 0,2 2 0 0 0,0 1 0 0 0,44-27 0 0 0,-68 47 47 0 0,0 0-1 0 0,0 1 1 0 0,1-1-1 0 0,-1 1 1 0 0,1 0-1 0 0,-1 1 1 0 0,1-1-1 0 0,0 1 1 0 0,-1 0 0 0 0,1 0-1 0 0,0 1 1 0 0,8 0-1 0 0,-10 1 14 0 0,0-1 0 0 0,-1 1 0 0 0,1 0 0 0 0,-1 0 0 0 0,1 1 0 0 0,-1-1 1 0 0,0 1-1 0 0,1 0 0 0 0,-1 0 0 0 0,0 0 0 0 0,0 0 0 0 0,0 0 0 0 0,0 1 0 0 0,-1-1 0 0 0,1 1 0 0 0,-1 0 0 0 0,1 0 0 0 0,-1 0 0 0 0,0 0 0 0 0,3 5 0 0 0,-1 2 51 0 0,1-1 0 0 0,-1 2-1 0 0,-1-1 1 0 0,0 0 0 0 0,0 1-1 0 0,-1-1 1 0 0,0 1 0 0 0,-1 0 0 0 0,0 0-1 0 0,-1 0 1 0 0,0-1 0 0 0,-1 1-1 0 0,-4 20 1 0 0,2-12-334 0 0,-2-1-1 0 0,-11 30 0 0 0,8-28-2418 0 0,-21 35-1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2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60 1216 0 0,'34'-56'9448'0'0,"-33"55"-8929"0"0,-2 0-423 0 0,0 1 1 0 0,0 0-1 0 0,0-1 1 0 0,-1 1-1 0 0,1 0 1 0 0,0 0-1 0 0,0 0 1 0 0,0 0-1 0 0,-1 0 1 0 0,1 0-1 0 0,0 0 1 0 0,0 0-1 0 0,-1 0 1 0 0,1 1-1 0 0,-2 0 0 0 0,-14 4 480 0 0,1 2-1 0 0,-1 0 0 0 0,1 1 0 0 0,1 1 1 0 0,-29 20-1 0 0,12-3 89 0 0,-43 42 0 0 0,52-45-413 0 0,-29 39 1 0 0,46-55-198 0 0,1 0 0 0 0,0 1 1 0 0,0 0-1 0 0,1 0 1 0 0,0 0-1 0 0,1 1 0 0 0,0-1 1 0 0,0 1-1 0 0,1 0 1 0 0,-2 11-1 0 0,3-18-33 0 0,1 0 1 0 0,0 0-1 0 0,0 1 0 0 0,1-1 0 0 0,-1 0 1 0 0,0 0-1 0 0,1 0 0 0 0,-1 0 0 0 0,1 0 1 0 0,0 0-1 0 0,-1 0 0 0 0,1 0 0 0 0,0 0 1 0 0,0-1-1 0 0,0 1 0 0 0,1 0 0 0 0,-1 0 1 0 0,0-1-1 0 0,2 3 0 0 0,1-2 2 0 0,-1 1 0 0 0,0-1-1 0 0,1 0 1 0 0,-1 0 0 0 0,1 0 0 0 0,0 0 0 0 0,-1-1-1 0 0,1 1 1 0 0,6 0 0 0 0,2 1 5 0 0,1-1 0 0 0,0-1 0 0 0,-1 0-1 0 0,1-1 1 0 0,19-2 0 0 0,-7-1-13 0 0,0-2 1 0 0,0-1-1 0 0,0-1 1 0 0,0-2-1 0 0,-1 0 0 0 0,37-20 1 0 0,-12 2 15 0 0,87-67-1 0 0,-108 72 563 0 0,49-51-1 0 0,-76 72-578 0 0,0 0 1 0 0,0 0-1 0 0,0 0 0 0 0,0-1 0 0 0,0 1 1 0 0,0 0-1 0 0,-1 0 0 0 0,1-1 0 0 0,-1 1 0 0 0,1 0 1 0 0,-1-1-1 0 0,1-1 0 0 0,-1 2-8 0 0,0 1 0 0 0,0-1 0 0 0,0 1 0 0 0,0-1 1 0 0,0 1-1 0 0,0-1 0 0 0,0 1 0 0 0,0 0 0 0 0,0-1 0 0 0,0 1 0 0 0,-1-1 0 0 0,1 1 0 0 0,0-1 0 0 0,0 1 0 0 0,-1-1 0 0 0,1 1 1 0 0,0 0-1 0 0,0-1 0 0 0,-1 1 0 0 0,1 0 0 0 0,0-1 0 0 0,-1 1 0 0 0,0-1 0 0 0,-1 0-3 0 0,1 1 0 0 0,-1-1 0 0 0,0 0 0 0 0,1 1 0 0 0,-1-1-1 0 0,0 1 1 0 0,0 0 0 0 0,1 0 0 0 0,-1 0 0 0 0,0-1 0 0 0,0 2 0 0 0,0-1 0 0 0,1 0-1 0 0,-5 1 1 0 0,-6 3 16 0 0,-1 0 0 0 0,1 1 0 0 0,0 0 0 0 0,0 1 0 0 0,1 0 0 0 0,-1 1 1 0 0,1 0-1 0 0,-17 16 0 0 0,20-16 21 0 0,-1 1 0 0 0,1 0 1 0 0,1 1-1 0 0,-1 0 0 0 0,2 0 1 0 0,-1 0-1 0 0,1 1 1 0 0,1 0-1 0 0,-1 0 0 0 0,-3 14 1 0 0,8-20-15 0 0,0 0 0 0 0,0 0 0 0 0,1 1 0 0 0,-1-1 1 0 0,1 0-1 0 0,0 0 0 0 0,0 1 0 0 0,1-1 0 0 0,-1 0 0 0 0,1 1 1 0 0,0-1-1 0 0,0 0 0 0 0,1 0 0 0 0,-1 0 0 0 0,1 0 0 0 0,0 0 1 0 0,0 0-1 0 0,0 0 0 0 0,0-1 0 0 0,1 1 0 0 0,-1-1 1 0 0,1 0-1 0 0,0 1 0 0 0,4 2 0 0 0,8 7-39 0 0,1 0 1 0 0,0-1-1 0 0,33 18 0 0 0,-41-25-36 0 0,29 16-1238 0 0,0-2 0 0 0,63 21 0 0 0,-61-27-2967 0 0,45 8 0 0 0,-29-11-3298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4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252 420 48 0 0,'-39'-45'7070'0'0,"28"35"-5847"0"0,0 0 0 0 0,-1 1 0 0 0,-23-15 0 0 0,34 23-1211 0 0,0 1 1 0 0,0 0-1 0 0,0 0 0 0 0,0 0 0 0 0,0 0 0 0 0,0 0 0 0 0,0 0 0 0 0,0 0 0 0 0,1 0 0 0 0,-1 0 0 0 0,0 0 0 0 0,0 0 0 0 0,0 1 0 0 0,0-1 0 0 0,0 0 0 0 0,0 1 0 0 0,1-1 0 0 0,-1 1 0 0 0,0-1 0 0 0,0 1 0 0 0,1-1 0 0 0,-1 1 0 0 0,0-1 0 0 0,0 1 0 0 0,0 1 0 0 0,-16 17 78 0 0,7-5-88 0 0,1 1-1 0 0,1-1 1 0 0,0 2 0 0 0,0-1-1 0 0,2 1 1 0 0,-7 24 0 0 0,10-27 20 0 0,0 0 1 0 0,1-1-1 0 0,0 1 1 0 0,1 0 0 0 0,1 0-1 0 0,0 0 1 0 0,0 0-1 0 0,2 0 1 0 0,2 15-1 0 0,-3-25-8 0 0,-1 0 0 0 0,1 0-1 0 0,0 0 1 0 0,0 0-1 0 0,0 0 1 0 0,1-1-1 0 0,-1 1 1 0 0,1 0-1 0 0,-1-1 1 0 0,1 1-1 0 0,0-1 1 0 0,0 1-1 0 0,0-1 1 0 0,0 0-1 0 0,0 0 1 0 0,1 0-1 0 0,-1 0 1 0 0,1 0-1 0 0,-1-1 1 0 0,1 1-1 0 0,0-1 1 0 0,0 1-1 0 0,-1-1 1 0 0,1 0-1 0 0,0 0 1 0 0,0 0-1 0 0,0-1 1 0 0,0 1-1 0 0,0-1 1 0 0,0 1-1 0 0,0-1 1 0 0,1 0-1 0 0,-1-1 1 0 0,0 1-1 0 0,5-1 1 0 0,1-1 16 0 0,0 0 0 0 0,-1 0 0 0 0,1-1-1 0 0,-1 0 1 0 0,0-1 0 0 0,0 1 0 0 0,0-2 0 0 0,0 1 0 0 0,-1-1 0 0 0,0 0-1 0 0,9-8 1 0 0,-7 4 13 0 0,-1-1-1 0 0,-1 0 1 0 0,0 0 0 0 0,0 0-1 0 0,0-1 1 0 0,-2 0-1 0 0,1 0 1 0 0,-1 0-1 0 0,-1-1 1 0 0,0 0 0 0 0,-1 1-1 0 0,3-22 1 0 0,-3 18-10 0 0,-2 1 0 0 0,0 0-1 0 0,-1 0 1 0 0,0-1 0 0 0,-1 1 0 0 0,-1 0 0 0 0,0 0 0 0 0,-1-1 0 0 0,0 2 0 0 0,-10-24 0 0 0,12 33-36 0 0,-1-1 1 0 0,-1 1 0 0 0,1-1 0 0 0,0 1 0 0 0,-1 0-1 0 0,0 0 1 0 0,0 1 0 0 0,-1-1 0 0 0,1 0 0 0 0,0 1-1 0 0,-1 0 1 0 0,0 0 0 0 0,0 0 0 0 0,-7-4 0 0 0,7 6-2 0 0,0 0 0 0 0,1 0 0 0 0,-1 0 0 0 0,1 0 0 0 0,-1 0 0 0 0,0 1 0 0 0,0 0 0 0 0,1-1 0 0 0,-1 2 0 0 0,0-1 0 0 0,0 0 0 0 0,1 1 0 0 0,-1-1 0 0 0,0 1 0 0 0,1 0 0 0 0,-1 1 0 0 0,0-1 1 0 0,1 0-1 0 0,-5 4 0 0 0,-4 2-12 0 0,0 1 1 0 0,1 0 0 0 0,1 1 0 0 0,-1 0 0 0 0,1 1 0 0 0,1 0-1 0 0,0 1 1 0 0,0-1 0 0 0,1 2 0 0 0,0-1 0 0 0,1 1 0 0 0,1 0-1 0 0,0 1 1 0 0,0 0 0 0 0,1 0 0 0 0,1 0 0 0 0,0 0 0 0 0,1 1-1 0 0,-2 21 1 0 0,4-30 20 0 0,1 0-1 0 0,0 0 0 0 0,0 0 1 0 0,0 0-1 0 0,1 0 0 0 0,0 0 1 0 0,0 0-1 0 0,0 0 0 0 0,1 0 1 0 0,-1 0-1 0 0,1-1 0 0 0,0 1 1 0 0,1-1-1 0 0,-1 1 0 0 0,1-1 1 0 0,0 0-1 0 0,0 0 0 0 0,0 0 1 0 0,0 0-1 0 0,1 0 0 0 0,0-1 1 0 0,-1 0-1 0 0,1 0 0 0 0,1 0 1 0 0,-1 0-1 0 0,7 3 0 0 0,1-1 9 0 0,-1 0-1 0 0,1-1 1 0 0,-1-1-1 0 0,1 0 0 0 0,0 0 1 0 0,0-2-1 0 0,0 1 0 0 0,0-1 1 0 0,1-1-1 0 0,11-1 1 0 0,9-3 12 0 0,0 0 0 0 0,0-3 0 0 0,-1 0 0 0 0,0-2 0 0 0,0-2 0 0 0,-1-1 0 0 0,-1-1 0 0 0,0-1 0 0 0,-1-2 0 0 0,0-1 0 0 0,-2-2 0 0 0,0 0 0 0 0,-1-2 0 0 0,0 0 0 0 0,40-48 0 0 0,-52 53-13 0 0,-2-2 0 0 0,0 1-1 0 0,-1-2 1 0 0,0 1-1 0 0,-2-1 1 0 0,9-23 0 0 0,-6 5 22 0 0,-2 0 1 0 0,9-58-1 0 0,-18 91-37 0 0,-1 1 1 0 0,1-1-1 0 0,-1 0 1 0 0,0 0-1 0 0,0 0 0 0 0,0 1 1 0 0,0-1-1 0 0,-1-5 1 0 0,0 9 3 0 0,1 0 0 0 0,0 0 0 0 0,-1-1 0 0 0,1 1 0 0 0,0 0 0 0 0,-1 0 0 0 0,1 0 0 0 0,0 0 0 0 0,-1 0 0 0 0,1 0 0 0 0,0 0-1 0 0,-1 0 1 0 0,1 0 0 0 0,0 0 0 0 0,-1 0 0 0 0,1 0 0 0 0,-1 0 0 0 0,1 0 0 0 0,0 0 0 0 0,-1 0 0 0 0,1 0 0 0 0,0 0 0 0 0,-1 0 0 0 0,1 0 0 0 0,0 1 0 0 0,-1-1 0 0 0,1 0 0 0 0,0 0 0 0 0,-1 0 0 0 0,1 1 0 0 0,0-1 0 0 0,0 0 0 0 0,-1 0 0 0 0,1 1 0 0 0,-12 8 30 0 0,1 4 106 0 0,1 0 0 0 0,0 1-1 0 0,1 0 1 0 0,1 1 0 0 0,-10 23 0 0 0,-28 83 709 0 0,42-107-753 0 0,-29 94 598 0 0,6 0-1 0 0,-19 147 0 0 0,4 227 291 0 0,33-127-696 0 0,2-28-40 0 0,6-314-252 0 0,0 9 1275 0 0,2 36 0 0 0,-1-56-706 0 0,2-3-359 0 0,9-11-110 0 0,-1 1 0 0 0,0-2-1 0 0,-1 1 1 0 0,0-1 0 0 0,11-23-1 0 0,3-4-51 0 0,106-181-94 0 0,-108 179 27 0 0,-2-1 0 0 0,-1-1 0 0 0,16-66 0 0 0,-31 96 26 0 0,0 1 0 0 0,-1 0 0 0 0,-1-1 0 0 0,0 0 0 0 0,-1 1 0 0 0,0-1 0 0 0,-1 1 1 0 0,0-1-1 0 0,-1 1 0 0 0,-1-1 0 0 0,0 1 0 0 0,-1 0 0 0 0,-1 0 0 0 0,0 0 0 0 0,0 1 1 0 0,-1 0-1 0 0,-1 0 0 0 0,0 0 0 0 0,-1 1 0 0 0,0 0 0 0 0,0 0 0 0 0,-1 1 0 0 0,-1 0 1 0 0,0 1-1 0 0,-11-9 0 0 0,-3 2 13 0 0,0 1 1 0 0,-2 1-1 0 0,1 1 1 0 0,-41-14-1 0 0,-21-11-2578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5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2 243 1832 0 0,'-1'-24'3477'0'0,"1"0"1"0"0,4-32-1 0 0,-4 51-3194 0 0,0 4-232 0 0,0 0 1 0 0,0-1-1 0 0,0 1 0 0 0,0 0 0 0 0,0 0 0 0 0,1-1 1 0 0,-1 1-1 0 0,0 0 0 0 0,1 0 0 0 0,-1 0 0 0 0,1-1 1 0 0,-1 1-1 0 0,1 0 0 0 0,-1 0 0 0 0,1 0 0 0 0,0 0 1 0 0,0 0-1 0 0,-1 0 0 0 0,1 0 0 0 0,0 0 0 0 0,0 1 1 0 0,0-1-1 0 0,0 0 0 0 0,1-1 0 0 0,0 2-30 0 0,-1 0-1 0 0,1 0 1 0 0,-1 0 0 0 0,1 0-1 0 0,-1 0 1 0 0,1 0-1 0 0,-1 0 1 0 0,0 0 0 0 0,1 1-1 0 0,-1-1 1 0 0,1 0-1 0 0,-1 1 1 0 0,0-1 0 0 0,1 1-1 0 0,-1 0 1 0 0,0-1-1 0 0,2 2 1 0 0,4 3-9 0 0,0 0 1 0 0,-1 0-1 0 0,1 1 0 0 0,-1 0 0 0 0,7 8 0 0 0,17 29-10 0 0,-2 2 0 0 0,-2 1 0 0 0,30 70 0 0 0,-46-93 28 0 0,-8-19-17 0 0,1 4 107 0 0,1-1 0 0 0,0 0-1 0 0,6 10 1 0 0,-8-16-35 0 0,15-5 46 0 0,-12 1-112 0 0,0-1 1 0 0,0 1-1 0 0,0-1 0 0 0,0 0 1 0 0,-1 0-1 0 0,0-1 1 0 0,0 1-1 0 0,0-1 0 0 0,0 0 1 0 0,-1 0-1 0 0,0 0 1 0 0,4-8-1 0 0,8-10 25 0 0,25-41 48 0 0,-26 40-101 0 0,0 2 0 0 0,26-31-1 0 0,-38 51 2 0 0,1 0-1 0 0,-1-1 1 0 0,1 1-1 0 0,0 0 0 0 0,0 1 1 0 0,0-1-1 0 0,0 0 0 0 0,0 1 1 0 0,0 0-1 0 0,1 0 1 0 0,-1 0-1 0 0,0 0 0 0 0,1 0 1 0 0,-1 0-1 0 0,1 1 0 0 0,-1 0 1 0 0,1 0-1 0 0,-1 0 1 0 0,1 0-1 0 0,4 1 0 0 0,8 2 1 0 0,1 0 0 0 0,-1 2-1 0 0,18 6 1 0 0,-3-1 31 0 0,-19-6-11 0 0,-1-2-1 0 0,1 0 1 0 0,0 0 0 0 0,0-1-1 0 0,0 0 1 0 0,0-1 0 0 0,0 0-1 0 0,0-1 1 0 0,21-5 0 0 0,-29 5-13 0 0,1 0-1 0 0,-1-1 1 0 0,0 0 0 0 0,1 0 0 0 0,-1 0-1 0 0,0-1 1 0 0,0 1 0 0 0,0-1 0 0 0,-1 0-1 0 0,1 0 1 0 0,-1-1 0 0 0,0 1 0 0 0,1-1-1 0 0,-2 1 1 0 0,1-1 0 0 0,0 0 0 0 0,-1 0 0 0 0,1 0-1 0 0,-1 0 1 0 0,0-1 0 0 0,-1 1 0 0 0,1 0-1 0 0,-1-1 1 0 0,1-5 0 0 0,0 1-16 0 0,0 0-1 0 0,-1 0 1 0 0,0 0-1 0 0,-1 0 1 0 0,0-1 0 0 0,0 1-1 0 0,-1 0 1 0 0,0 0 0 0 0,-1 0-1 0 0,0 0 1 0 0,-4-12-1 0 0,5 20 12 0 0,1 0-1 0 0,-1-1 1 0 0,1 1 0 0 0,-1 0-1 0 0,0-1 1 0 0,1 1-1 0 0,-1 0 1 0 0,0 0-1 0 0,0 0 1 0 0,0 0-1 0 0,0 0 1 0 0,0 0 0 0 0,0 0-1 0 0,0 0 1 0 0,0 0-1 0 0,0 0 1 0 0,-1 0-1 0 0,1 1 1 0 0,0-1-1 0 0,0 0 1 0 0,-1 1 0 0 0,1 0-1 0 0,-2-1 1 0 0,0 1-1 0 0,1 0 0 0 0,0 0 0 0 0,0 0 0 0 0,-1 0 0 0 0,1 1 0 0 0,0-1 1 0 0,0 1-1 0 0,0 0 0 0 0,0-1 0 0 0,0 1 0 0 0,0 0 0 0 0,0 0 0 0 0,-3 2 1 0 0,-2 3-5 0 0,-1-1 1 0 0,1 1 0 0 0,1 1 0 0 0,-1-1 0 0 0,1 1 0 0 0,-6 9-1 0 0,0 2 3 0 0,1 0 0 0 0,1 0 0 0 0,1 1-1 0 0,0 1 1 0 0,-7 26 0 0 0,14-37 11 0 0,0 0 0 0 0,0 0 0 0 0,1 0 0 0 0,0 0 0 0 0,0 1 0 0 0,2 12 1 0 0,0-17 2 0 0,-1 0 0 0 0,1 0 0 0 0,1 0 1 0 0,-1 0-1 0 0,1 0 0 0 0,0 0 1 0 0,0 0-1 0 0,0 0 0 0 0,0-1 0 0 0,1 1 1 0 0,0-1-1 0 0,4 5 0 0 0,-2-4-151 0 0,0 0 0 0 0,0-1-1 0 0,0 0 1 0 0,1 0 0 0 0,-1-1-1 0 0,1 0 1 0 0,0 0 0 0 0,0 0-1 0 0,0 0 1 0 0,0-1-1 0 0,1 0 1 0 0,-1 0 0 0 0,8 0-1 0 0,3 1-1489 0 0,1-1 1 0 0,-1-1-1 0 0,33-3 0 0 0,-16-1-2182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5.3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80 908 0 0,'0'-5'918'0'0,"0"-1"-1"0"0,0 0 1 0 0,-1 1-1 0 0,0-1 1 0 0,0 1 0 0 0,0-1-1 0 0,-1 1 1 0 0,1-1-1 0 0,-1 1 1 0 0,-5-10 0 0 0,6 15-839 0 0,0-1 1 0 0,0 0 0 0 0,1 0 0 0 0,-1 0 0 0 0,0 1-1 0 0,0-1 1 0 0,0 1 0 0 0,0-1 0 0 0,0 1 0 0 0,0-1 0 0 0,0 1-1 0 0,0-1 1 0 0,0 1 0 0 0,0 0 0 0 0,-1-1 0 0 0,1 1-1 0 0,0 0 1 0 0,0 0 0 0 0,0 0 0 0 0,-2 0 0 0 0,-21 3 413 0 0,15 0-376 0 0,0 1-1 0 0,1 0 1 0 0,0 0-1 0 0,0 1 1 0 0,0 0-1 0 0,0 0 1 0 0,1 1-1 0 0,0 0 1 0 0,-11 11-1 0 0,1 2 33 0 0,1 1 0 0 0,-17 26 0 0 0,22-29-114 0 0,1 0 0 0 0,0 2 0 0 0,1-1 0 0 0,-7 24 0 0 0,13-34-15 0 0,0 1-1 0 0,1-1 1 0 0,1 1 0 0 0,-1 0-1 0 0,1 0 1 0 0,0 0 0 0 0,1 0 0 0 0,0 0-1 0 0,1 0 1 0 0,0-1 0 0 0,0 1-1 0 0,3 9 1 0 0,-3-14-25 0 0,0-1-1 0 0,1 1 1 0 0,-1-1-1 0 0,1 1 0 0 0,0-1 1 0 0,0 0-1 0 0,0 0 1 0 0,1 0-1 0 0,-1 0 1 0 0,1 0-1 0 0,-1 0 1 0 0,1-1-1 0 0,0 1 1 0 0,0-1-1 0 0,5 3 1 0 0,-3-2-122 0 0,0-1-1 0 0,0 0 1 0 0,1 0 0 0 0,-1 0 0 0 0,1-1 0 0 0,0 1 0 0 0,-1-1-1 0 0,1-1 1 0 0,8 1 0 0 0,0-1-799 0 0,0-1 1 0 0,0-1-1 0 0,0 0 0 0 0,0-1 1 0 0,-1-1-1 0 0,1 0 0 0 0,21-9 1 0 0,1-5-3120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5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97 956 0 0,'5'-96'12094'0'0,"-89"652"-7035"0"0,38-298-4664 0 0,39-214-366 0 0,-1-6-709 0 0,2-1-1 0 0,2 2 1 0 0,2-1 0 0 0,2 50-1 0 0,1-83 236 0 0,0 1 0 0 0,0-1 0 0 0,0 0 0 0 0,1 1 1 0 0,-1-1-1 0 0,5 8 0 0 0,-4-10-296 0 0,0 0 1 0 0,-1 0 0 0 0,2 0 0 0 0,-1 0 0 0 0,0-1-1 0 0,5 5 1 0 0,5 2-3691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6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1 222 1516 0 0,'18'-99'14169'0'0,"-21"121"-13270"0"0,-2 17-405 0 0,-1 46-1 0 0,6-73-475 0 0,0 0 0 0 0,1-1-1 0 0,0 1 1 0 0,1 0 0 0 0,1-1-1 0 0,-1 1 1 0 0,2-1-1 0 0,-1 0 1 0 0,8 14 0 0 0,-9-21-5 0 0,0 0 0 0 0,1-1 0 0 0,-1 1 0 0 0,1-1 0 0 0,0 0 1 0 0,-1 1-1 0 0,2-1 0 0 0,-1-1 0 0 0,0 1 0 0 0,0 0 0 0 0,1-1 1 0 0,0 0-1 0 0,-1 0 0 0 0,1 0 0 0 0,0 0 0 0 0,0 0 0 0 0,0-1 0 0 0,0 0 1 0 0,0 0-1 0 0,0 0 0 0 0,1 0 0 0 0,-1-1 0 0 0,0 1 0 0 0,0-1 1 0 0,1 0-1 0 0,-1-1 0 0 0,0 1 0 0 0,0-1 0 0 0,8-1 0 0 0,-3-1 3 0 0,-1 0-1 0 0,1 0 0 0 0,-1 0 0 0 0,0-1 1 0 0,0 0-1 0 0,0-1 0 0 0,0 0 0 0 0,-1 0 0 0 0,0-1 1 0 0,0 0-1 0 0,0 0 0 0 0,-1 0 0 0 0,7-9 1 0 0,-5 3-13 0 0,0-1 1 0 0,-1 0-1 0 0,0 0 1 0 0,-1-1-1 0 0,-1 0 1 0 0,0 0-1 0 0,-1 0 1 0 0,0 0-1 0 0,-1-1 1 0 0,-1 0 0 0 0,0 0-1 0 0,-1 0 1 0 0,-1 0-1 0 0,0 1 1 0 0,-1-1-1 0 0,0 0 1 0 0,-1 0-1 0 0,-1 0 1 0 0,-8-23-1 0 0,10 36-10 0 0,0-1-1 0 0,0 0 1 0 0,0 0-1 0 0,0 0 1 0 0,-1 1-1 0 0,1-1 1 0 0,-1 0 0 0 0,0 1-1 0 0,0-1 1 0 0,0 1-1 0 0,0 0 1 0 0,0 0-1 0 0,0 0 1 0 0,-1 0-1 0 0,1 0 1 0 0,-1 0-1 0 0,1 1 1 0 0,-1-1-1 0 0,0 1 1 0 0,0 0-1 0 0,1-1 1 0 0,-1 1-1 0 0,0 1 1 0 0,0-1-1 0 0,0 0 1 0 0,0 1-1 0 0,0-1 1 0 0,0 1-1 0 0,0 0 1 0 0,0 0 0 0 0,-1 0-1 0 0,1 1 1 0 0,0-1-1 0 0,0 1 1 0 0,0-1-1 0 0,1 1 1 0 0,-1 0-1 0 0,-3 2 1 0 0,-6 1-2 0 0,1 1 0 0 0,0 1 0 0 0,1 0 1 0 0,-1 0-1 0 0,1 1 0 0 0,1 0 0 0 0,-1 1 0 0 0,-11 12 1 0 0,11-9-5 0 0,0 0 1 0 0,1 1 0 0 0,1 0 0 0 0,-12 23-1 0 0,16-28 9 0 0,1 0-1 0 0,0 0 1 0 0,0 0-1 0 0,1 1 0 0 0,0-1 1 0 0,1 1-1 0 0,-1-1 1 0 0,1 1-1 0 0,1 0 0 0 0,0 13 1 0 0,0-18-6 0 0,0-1 1 0 0,1 1 0 0 0,-1 0 0 0 0,1 0-1 0 0,0 0 1 0 0,0 0 0 0 0,0-1 0 0 0,0 1-1 0 0,0-1 1 0 0,1 1 0 0 0,-1-1-1 0 0,1 1 1 0 0,0-1 0 0 0,0 0 0 0 0,-1 1-1 0 0,2-1 1 0 0,-1 0 0 0 0,4 3 0 0 0,-2-3-60 0 0,0 0 1 0 0,0 0 0 0 0,0 0-1 0 0,1-1 1 0 0,-1 1 0 0 0,0-1-1 0 0,1 0 1 0 0,-1-1 0 0 0,1 1 0 0 0,-1-1-1 0 0,6 0 1 0 0,5 0-228 0 0,-1-2 0 0 0,1 0 0 0 0,-1-1 0 0 0,0 0 0 0 0,1-1-1 0 0,20-9 1 0 0,28-17-392 0 0,-2-4 0 0 0,61-42 0 0 0,-56 33 491 0 0,-57 37 171 0 0,0 0 0 0 0,1 1 0 0 0,0 0 0 0 0,-1 1 0 0 0,1 0-1 0 0,12-3 1 0 0,-20 7 30 0 0,0-1 0 0 0,-1 1 0 0 0,1 0 0 0 0,0 1 0 0 0,0-1 0 0 0,0 0 0 0 0,0 0 0 0 0,0 1 0 0 0,0-1-1 0 0,-1 1 1 0 0,1 0 0 0 0,0 0 0 0 0,0-1 0 0 0,-1 1 0 0 0,1 0 0 0 0,-1 0 0 0 0,1 1 0 0 0,-1-1 0 0 0,1 0 0 0 0,-1 0 0 0 0,1 1 0 0 0,-1-1 0 0 0,0 1-1 0 0,0-1 1 0 0,2 4 0 0 0,1 1 50 0 0,-1 0-1 0 0,0 1 0 0 0,0-1 0 0 0,0 1 0 0 0,1 7 1 0 0,1 8 101 0 0,0 0 1 0 0,-2 1-1 0 0,-1-1 1 0 0,-1 0 0 0 0,0 1-1 0 0,-6 42 1 0 0,-2-17 1518 0 0,-3 0 1 0 0,-17 53-1 0 0,26-99-1483 0 0,0 1 1 0 0,0-1-1 0 0,0 1 0 0 0,0-1 0 0 0,0 0 0 0 0,0 0 1 0 0,-1 0-1 0 0,1 0 0 0 0,-1 0 0 0 0,0 0 0 0 0,1 0 1 0 0,-4 2-1 0 0,-1 2 311 0 0,6-6-491 0 0,0 0 1 0 0,-1 0 0 0 0,1 0 0 0 0,0 0 0 0 0,-1 0-1 0 0,1 0 1 0 0,0 0 0 0 0,-1 0 0 0 0,1 0 0 0 0,0 0-1 0 0,0 0 1 0 0,-1 0 0 0 0,1-1 0 0 0,0 1-1 0 0,-1 0 1 0 0,1 0 0 0 0,0 0 0 0 0,0 0 0 0 0,-1-1-1 0 0,1 1 1 0 0,0 0 0 0 0,0 0 0 0 0,-1 0 0 0 0,1-1-1 0 0,0 1 1 0 0,0 0 0 0 0,0 0 0 0 0,0-1-1 0 0,-1 1 1 0 0,1 0 0 0 0,0-1 0 0 0,0 1 0 0 0,0 0-1 0 0,0-1 1 0 0,0 1 0 0 0,0 0 0 0 0,-7-15 132 0 0,6 13-124 0 0,1-2-21 0 0,-1 0 1 0 0,1 0-1 0 0,0 0 1 0 0,0-1 0 0 0,1 1-1 0 0,-1 0 1 0 0,1 0-1 0 0,0 0 1 0 0,0 0-1 0 0,1 0 1 0 0,-1 0-1 0 0,1 1 1 0 0,3-8 0 0 0,4-3-166 0 0,-1 1 1 0 0,13-14-1 0 0,-15 19 59 0 0,9-9-369 0 0,1 1 0 0 0,0 0 0 0 0,1 1 1 0 0,1 1-1 0 0,1 1 0 0 0,31-18 1 0 0,127-55-3329 0 0,-161 79 3498 0 0,73-30-962 0 0,64-29-664 0 0,-125 52 2521 0 0,0-2 0 0 0,-2 0 0 0 0,31-25 0 0 0,-55 39-437 0 0,14-12 939 0 0,-16 13-1059 0 0,0 1 1 0 0,0 0-1 0 0,1-1 0 0 0,-1 1 0 0 0,0-1 1 0 0,0 1-1 0 0,0 0 0 0 0,1-1 1 0 0,-1 1-1 0 0,0-1 0 0 0,0 1 0 0 0,0 0 1 0 0,0-1-1 0 0,0 1 0 0 0,0-1 1 0 0,0 1-1 0 0,0 0 0 0 0,0-1 0 0 0,0 1 1 0 0,0-1-1 0 0,0 1 0 0 0,0 0 1 0 0,-1-1-1 0 0,1 1 0 0 0,0-1 0 0 0,0 1 1 0 0,0 0-1 0 0,0-1 0 0 0,-1 1 1 0 0,1 0-1 0 0,0-1 0 0 0,0 1 0 0 0,-1 0 1 0 0,1-1-1 0 0,0 1 0 0 0,-1 0 1 0 0,0-1-1 0 0,0 1-10 0 0,0 0 0 0 0,0 0 1 0 0,0 0-1 0 0,0 0 0 0 0,-1 0 0 0 0,1 0 0 0 0,0 1 1 0 0,0-1-1 0 0,0 0 0 0 0,0 1 0 0 0,0-1 1 0 0,-1 1-1 0 0,1-1 0 0 0,0 1 0 0 0,-1 1 1 0 0,1-2 10 0 0,-10 5 67 0 0,0 0 0 0 0,0 1-1 0 0,1 0 1 0 0,0 0 0 0 0,0 2-1 0 0,1-1 1 0 0,-1 1 0 0 0,-14 18-1 0 0,20-23-82 0 0,1 1 0 0 0,0 0 0 0 0,1 0 0 0 0,-1 0 0 0 0,1 1 0 0 0,0-1 0 0 0,0 1 0 0 0,0-1 0 0 0,0 1 0 0 0,1 0 0 0 0,0-1 0 0 0,0 1 0 0 0,0 0 0 0 0,1 0 0 0 0,-1 0 0 0 0,1 0 0 0 0,0 0 0 0 0,1 0 0 0 0,-1 0 0 0 0,1-1 0 0 0,0 1 0 0 0,0 0 0 0 0,1 0 0 0 0,1 5 0 0 0,7 8 15 0 0,1 0 1 0 0,0-1 0 0 0,1 0 0 0 0,28 31-1 0 0,-8-10 966 0 0,-31-38-940 0 0,-1 1 1 0 0,0 0-1 0 0,1 0 0 0 0,-1-1 1 0 0,0 1-1 0 0,1 0 0 0 0,-1 0 1 0 0,0 0-1 0 0,0-1 0 0 0,0 1 1 0 0,0 0-1 0 0,0 0 1 0 0,0 0-1 0 0,0-1 0 0 0,0 1 1 0 0,0 0-1 0 0,0 0 0 0 0,0 0 1 0 0,-1-1-1 0 0,1 1 0 0 0,0 0 1 0 0,0 0-1 0 0,-1-1 0 0 0,1 1 1 0 0,-1 0-1 0 0,1 0 0 0 0,0-1 1 0 0,-1 1-1 0 0,0 0 0 0 0,1-1 1 0 0,-1 1-1 0 0,1-1 0 0 0,-1 1 1 0 0,0-1-1 0 0,1 1 0 0 0,-2 0 1 0 0,-19 12 634 0 0,21-13-683 0 0,-7 3 81 0 0,0 0 1 0 0,0-1-1 0 0,0 0 1 0 0,-1 0-1 0 0,1-1 1 0 0,0 0-1 0 0,-1-1 1 0 0,1 1 0 0 0,-10-2-1 0 0,4 0-366 0 0,1 0 0 0 0,0-1 0 0 0,0 0 0 0 0,-21-8 0 0 0,-56-29-5931 0 0,32 9-1176 0 0,30 15 1971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6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71 3524 0 0,'-15'-2'1410'0'0,"-165"-34"19596"0"0,173 33-19752 0 0,8 0-517 0 0,17-2-366 0 0,32-2-924 0 0,256-7-5293 0 0,-101 15-977 0 0,-99 1 1666 0 0,-3-1-2362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47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4460 0 0,'38'6'13035'0'0,"-20"-4"-5634"0"0,-4-2-5871 0 0,-11 0-230 0 0,-1 0-403 0 0,9-1-257 0 0,-9 1-284 0 0,7-2-442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21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0 496 0 0,'3'2'377'0'0,"-1"0"-1"0"0,0-1 1 0 0,0 1 0 0 0,-1 0-1 0 0,1 0 1 0 0,0 0 0 0 0,-1 1-1 0 0,1-1 1 0 0,-1 0 0 0 0,0 0-1 0 0,2 4 1 0 0,-3-5-73 0 0,13 24 925 0 0,-12-23-1050 0 0,0 0 1 0 0,0 0-1 0 0,0 1 1 0 0,0-1 0 0 0,0 0-1 0 0,0 0 1 0 0,-1 1 0 0 0,1-1-1 0 0,-1 0 1 0 0,0 0 0 0 0,0 5-1 0 0,0-5 30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24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77 1116 0 0,'-15'6'1349'0'0,"0"0"-1"0"0,0 0 0 0 0,-20 14 1 0 0,33-19-970 0 0,-2 6 1013 0 0,41-13-803 0 0,41-11-1 0 0,7-2-270 0 0,168-17 168 0 0,282-4 1 0 0,259 35-309 0 0,-671 6-146 0 0,758 17 62 0 0,-515-9-65 0 0,480 10-25 0 0,-531-12-1458 0 0,-273-9-1787 0 0,-39 2 1343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24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780 173 932 0 0,'-303'-1'3808'0'0,"-71"-1"60"0"0,274 1-2955 0 0,97 1-368 0 0,7 1-432 0 0,40 2 129 0 0,1-2 1 0 0,78-9-1 0 0,-78 5-146 0 0,1608-86 1032 0 0,527 61-952 0 0,-1791 29-164 0 0,538-6 41 0 0,-887 3 110 0 0,0-3 0 0 0,1-1 0 0 0,73-21 0 0 0,-112 27-937 0 0,10-2-4173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29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51 290 1912 0 0,'0'0'1549'0'0,"-15"-34"5362"0"0,13 28-5770 0 0,-13-21 3376 0 0,14 26-2589 0 0,1 1-1854 0 0,-1 0 0 0 0,0-1 0 0 0,0 1 1 0 0,1 0-1 0 0,-1-1 0 0 0,0 1 1 0 0,0 0-1 0 0,0 0 0 0 0,1 0 0 0 0,-1 0 1 0 0,0 0-1 0 0,0 0 0 0 0,0 0 0 0 0,0 0 1 0 0,1 0-1 0 0,-1 0 0 0 0,0 0 1 0 0,0 0-1 0 0,-1 1 0 0 0,6-4-69 0 0,0 0-1 0 0,0 1 1 0 0,0-1 0 0 0,0 1 0 0 0,1 0-1 0 0,-1 0 1 0 0,1 1 0 0 0,8-3-1 0 0,45-7-1 0 0,-44 8-1 0 0,416-37-30 0 0,-302 33 15 0 0,487-10 18 0 0,-35 2 54 0 0,788-18 4 0 0,-1077 33-45 0 0,65 2 218 0 0,66-14 1051 0 0,-142 0-986 0 0,803 30 88 0 0,-913-12-389 0 0,903-11-22 0 0,-788-2 24 0 0,297 15-55 0 0,300 5 53 0 0,2-41-51 0 0,-373 8 3 0 0,194-9 17 0 0,-159 23-9 0 0,-195 6-8 0 0,567 14-30 0 0,-901-14 75 0 0,1652 80-151 0 0,-1101-48 62 0 0,252 31-350 0 0,-778-59 435 0 0,331 26-165 0 0,-124-14 97 0 0,-126-15-3681 0 0,-50-1 2327 0 0,-74-3 66 0 0,1 3 1288 0 0,0 0-1 0 0,0-1 1 0 0,0 1-1 0 0,0-1 1 0 0,0 1 0 0 0,0 0-1 0 0,0-1 1 0 0,0 1-1 0 0,0 0 1 0 0,0-1-1 0 0,0 1 1 0 0,0-1-1 0 0,-1 1 1 0 0,1 0-1 0 0,0-1 1 0 0,0 1-1 0 0,0 0 1 0 0,0-1-1 0 0,-1 1 1 0 0,1 0 0 0 0,0 0-1 0 0,0-1 1 0 0,-1 1-1 0 0,1 0 1 0 0,0 0-1 0 0,-1-1 1 0 0,-27-16-5037 0 0,13 7 720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1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6 1504 0 0,'0'0'3721'0'0,"0"8"-2526"0"0,0-4 4935 0 0,0-4-6111 0 0,0 0 0 0 0,0 0 0 0 0,0 0 0 0 0,0-1 0 0 0,0 1 0 0 0,0 0 0 0 0,-1 0 0 0 0,1 0 0 0 0,0 0 0 0 0,0 0 1 0 0,0 0-1 0 0,0 0 0 0 0,0 0 0 0 0,0 0 0 0 0,-1 0 0 0 0,1 0 0 0 0,0 0 0 0 0,0 0 0 0 0,0 0 0 0 0,0 0 0 0 0,0 0 0 0 0,0 0 0 0 0,-1 0 0 0 0,1 0 0 0 0,0 0 1 0 0,0 0-1 0 0,0 0 0 0 0,0 0 0 0 0,0 0 0 0 0,0 0 0 0 0,-1 0 0 0 0,1 0 0 0 0,0 0 0 0 0,0 0 0 0 0,0 0 0 0 0,0 0 0 0 0,0 0 0 0 0,0 1 0 0 0,0-1 0 0 0,0 0 1 0 0,-1 0-1 0 0,1 0 0 0 0,0 0 0 0 0,0 0 0 0 0,0 0 0 0 0,0 0 0 0 0,0 0 0 0 0,0 1 0 0 0,0-1 0 0 0,0 0 0 0 0,0 0 0 0 0,0 0 0 0 0,0 0 0 0 0,0 0 0 0 0,0 1 1 0 0,0-1-1 0 0,0 0 0 0 0,0 0 0 0 0,0 0 0 0 0,0 0 0 0 0,0 1 0 0 0,0-1 0 0 0,0 0 0 0 0,0 0 0 0 0,0 0 0 0 0,0 0 0 0 0,0 0 1 0 0,0 0-1 0 0,0 0 0 0 0,0 0 0 0 0,0 0 0 0 0,0 1 0 0 0,0-1 0 0 0,0 0 0 0 0,0 0 0 0 0,0 0 1 0 0,0 0-1 0 0,0 0 0 0 0,0 0 0 0 0,0 0 0 0 0,0 0 0 0 0,0 0 0 0 0,-1 0 0 0 0,1 1 0 0 0,0-1 1 0 0,0 0-1 0 0,0 0 0 0 0,0 0 0 0 0,0 0 0 0 0,0 0 0 0 0,0 0 0 0 0,0 0 0 0 0,0 0 0 0 0,0 0 0 0 0,0 0 1 0 0,-1 0-1 0 0,1 0 0 0 0,0 0 0 0 0,0 0 0 0 0,0 0 0 0 0,0 0 0 0 0,0 0 0 0 0,0 0 0 0 0,0 0 1 0 0,0 0-1 0 0,0 0 0 0 0,-1 0 0 0 0,1 0 0 0 0,0 0 0 0 0,0 0 451 0 0,-5 7-469 0 0,5-6-1 0 0,-1-1-1 0 0,0 1 0 0 0,1 0 0 0 0,-1-1 0 0 0,0 1 0 0 0,1 0 0 0 0,-1 0 1 0 0,1-1-1 0 0,-1 1 0 0 0,1 0 0 0 0,0 0 0 0 0,-1 0 0 0 0,1-1 0 0 0,0 1 1 0 0,0 0-1 0 0,-1 0 0 0 0,1 0 0 0 0,0 1 0 0 0,8 11 716 0 0,-8-13-666 0 0,1 0-1 0 0,-1 1 0 0 0,1-1 1 0 0,-1 1-1 0 0,0-1 1 0 0,1 1-1 0 0,-1-1 1 0 0,0 1-1 0 0,1-1 0 0 0,-1 1 1 0 0,0-1-1 0 0,0 1 1 0 0,1-1-1 0 0,-1 1 1 0 0,0-1-1 0 0,0 1 0 0 0,0-1 1 0 0,0 1-1 0 0,0 0 1 0 0,0-1-1 0 0,0 1 1 0 0,0-1-1 0 0,0 1 0 0 0,0-1 1 0 0,0 1-1 0 0,0 0 1 0 0,0-1-1 0 0,0 1 1 0 0,-1-1-1 0 0,1 1 0 0 0,0-1 1 0 0,0 1-1 0 0,-1-1 1 0 0,1 1-1 0 0,0-1 1 0 0,-1 1-1 0 0,1-1 0 0 0,0 1 1 0 0,-1 0-1 0 0,0 0 121 0 0,14 3-168 0 0,204-20 24 0 0,314-34-396 0 0,-175 32-3988 0 0,-272 18 1044 0 0,-53 0-164 0 0,-10 0-544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2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0 268 0 0,'0'0'2268'0'0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2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23 792 0 0,'8'-9'1824'0'0,"-1"3"-1644"0"0,0-1-1256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5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0 304 0 0,'0'0'688'0'0,"-4"9"-348"0"0,4 1-1168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5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92 0 0,'20'2'1128'0'0,"-5"0"-336"0"0,-1-2-204 0 0,1 3-160 0 0,-3-1-176 0 0,0 1-144 0 0,0 0-176 0 0,-2 1-500 0 0,8 1-904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6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75 524 0 0,'4'0'1412'0'0,"41"-10"2203"0"0,-43 10-3228 0 0,17-3 956 0 0,30-6 2921 0 0,-45 13-4300 0 0,-4-13-891 0 0,-2-28-4245 0 0,2 27 2166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39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1 791 656 0 0,'0'0'1312'0'0,"12"-27"5700"0"0,-12 26-6922 0 0,1 0 0 0 0,-1 0-1 0 0,0 0 1 0 0,0 0 0 0 0,1 1 0 0 0,-1-1 0 0 0,1 0-1 0 0,-1 0 1 0 0,1 0 0 0 0,-1 1 0 0 0,1-1-1 0 0,-1 0 1 0 0,1 1 0 0 0,0-1 0 0 0,-1 0 0 0 0,1 1-1 0 0,0-1 1 0 0,0 1 0 0 0,0-1 0 0 0,-1 1-1 0 0,1 0 1 0 0,0-1 0 0 0,0 1 0 0 0,0 0-1 0 0,0-1 1 0 0,0 1 0 0 0,-1 0 0 0 0,1 0 0 0 0,0 0-1 0 0,0 0 1 0 0,0 0 0 0 0,0 0 0 0 0,0 0-1 0 0,0 0 1 0 0,0 0 0 0 0,0 0 0 0 0,0 0-1 0 0,-1 1 1 0 0,1-1 0 0 0,0 0 0 0 0,0 1 0 0 0,0-1-1 0 0,0 1 1 0 0,-1-1 0 0 0,1 1 0 0 0,0-1-1 0 0,0 2 1 0 0,1-2 2 0 0,7 9 349 0 0,-6-7-388 0 0,-1 0-1 0 0,1 0 1 0 0,0 1 0 0 0,-1-1-1 0 0,0 1 1 0 0,1-1 0 0 0,-1 1-1 0 0,0 0 1 0 0,2 4 0 0 0,32 45 148 0 0,-8-14-131 0 0,-27-37-57 0 0,1 1 12 0 0,0 0 0 0 0,-1 1 0 0 0,1-1 0 0 0,0 0 0 0 0,-1 1 0 0 0,0-1 0 0 0,2 5 0 0 0,2 3 98 0 0,-4-9-62 0 0,2 4-15 0 0,-3-4 24 0 0,1 0 1 0 0,-1 0 0 0 0,0 0 0 0 0,0 0 0 0 0,1-1-1 0 0,-1 1 1 0 0,1 0 0 0 0,-1 0 0 0 0,1 0 0 0 0,-1-1 0 0 0,1 1-1 0 0,-1 0 1 0 0,1-1 0 0 0,-1 1 0 0 0,1 0 0 0 0,0-1-1 0 0,-1 1 1 0 0,1-1 0 0 0,0 1 0 0 0,0-1 0 0 0,0 0 0 0 0,-1 1-1 0 0,3 0 1 0 0,5-5-61 0 0,0 0-1 0 0,0 0 1 0 0,0-1 0 0 0,-1 0-1 0 0,1-1 1 0 0,6-6-1 0 0,10-7-3 0 0,369-231-493 0 0,-218 144-470 0 0,516-296-6909 0 0,-468 282 2745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41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1012 0 0,'5'6'2712'0'0,"2"1"-2104"0"0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4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60 0 0,'0'0'4046'0'0,"-21"18"1685"0"0,13-12-3810 0 0,-7 8-4291 0 0,14-13 1879 0 0,-8 8-3144 0 0,2-6 777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44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27 1776 0 0,'0'0'7932'0'0,"-6"4"-7187"0"0,35-25-5678 0 0,-14 11 1817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45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29 2124 0 0,'0'0'1746'0'0,"-4"-29"4920"0"0,5 31-6688 0 0,-1 0 0 0 0,0 0 0 0 0,1 0 0 0 0,0 0 0 0 0,-1 0 0 0 0,1 0 0 0 0,0 0 0 0 0,0 0 0 0 0,0 0 0 0 0,0-1 0 0 0,1 1 0 0 0,-1 0 0 0 0,3 2 0 0 0,4 6-2605 0 0,-7-8 281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46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1 340 0 0,'0'0'3576'0'0,"-8"5"-4448"0"0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47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7 208 0 0,'0'0'941'0'0,"-5"-7"-329"0"0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50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86 464 0 0,'1'-2'1768'0'0,"47"-58"6724"0"0,-46 59-8124 0 0,-1-1-107 0 0,0-1-1 0 0,1 1 1 0 0,0-1-1 0 0,-1 1 0 0 0,1 0 1 0 0,0 0-1 0 0,0 0 1 0 0,4-3-1 0 0,-4 7-229 0 0,0 0 0 0 0,-1 1 1 0 0,1-1-1 0 0,0 0 0 0 0,-1 1 0 0 0,1-1 0 0 0,-1 0 1 0 0,0 1-1 0 0,1 0 0 0 0,-1-1 0 0 0,-1 1 1 0 0,1 0-1 0 0,0 0 0 0 0,-1-1 0 0 0,1 1 0 0 0,-1 0 1 0 0,0 0-1 0 0,0 0 0 0 0,0 2 0 0 0,0 12 168 0 0,-4 32 0 0 0,-1-3-91 0 0,-3 0 0 0 0,-2-1 0 0 0,-26 76 0 0 0,24-81-77 0 0,-5 13-35 0 0,17-52 25 0 0,0 0-12 0 0,0 0-1 0 0,0 0 1 0 0,0 0 0 0 0,0 0-1 0 0,0-1 1 0 0,0 1 0 0 0,0 0-1 0 0,0 0 1 0 0,0 0 0 0 0,1 0-1 0 0,-1-1 1 0 0,0 1 0 0 0,0 0-1 0 0,1 0 1 0 0,-1 0 0 0 0,1-1-1 0 0,-1 1 1 0 0,1 0 0 0 0,-1-1-1 0 0,1 1 1 0 0,-1 0 0 0 0,2 0-1 0 0,5 1 5 0 0,1-1 0 0 0,-1-1 0 0 0,1 1-1 0 0,-1-2 1 0 0,1 1 0 0 0,-1-1-1 0 0,0 0 1 0 0,1 0 0 0 0,-1-1 0 0 0,0 0-1 0 0,0 0 1 0 0,0-1 0 0 0,0 1-1 0 0,9-7 1 0 0,9-4-27 0 0,-1-2 0 0 0,33-26 0 0 0,-42 29 6 0 0,1-1 0 0 0,-2 0 0 0 0,0-1 0 0 0,-1-1-1 0 0,0-1 1 0 0,-1 0 0 0 0,-1 0 0 0 0,0-1 0 0 0,-1 0 0 0 0,-1-1 0 0 0,-1 0-1 0 0,0-1 1 0 0,-2 1 0 0 0,6-25 0 0 0,-8 25-11 0 0,0 3-27 0 0,-1 0 1 0 0,2-22-1 0 0,-20 66 34 0 0,4-1 49 0 0,2 1-1 0 0,-12 55 1 0 0,6-17 4 0 0,-10 56 75 0 0,11-43-20 0 0,13-78-298 0 0,-2 21 2665 0 0,3-23-2432 0 0,0 0 0 0 0,0 0 0 0 0,0 0 0 0 0,0 0 0 0 0,0 0 0 0 0,0 0 0 0 0,0 0 0 0 0,1 0 0 0 0,-1 0 0 0 0,0 0 0 0 0,0 0 0 0 0,0 0 0 0 0,0 0 0 0 0,0 0 0 0 0,0 0-1 0 0,0 0 1 0 0,0 0 0 0 0,0 0 0 0 0,0 0 0 0 0,0 0 0 0 0,0 0 0 0 0,0 0 0 0 0,0 0 0 0 0,0-1 0 0 0,0 1 0 0 0,0 0 0 0 0,0 0 0 0 0,1 0 0 0 0,-1 1 0 0 0,0-1 0 0 0,0 0 0 0 0,0 0 0 0 0,0 0 0 0 0,0 0 0 0 0,0 0 0 0 0,0 0 0 0 0,0 0 0 0 0,0 0 0 0 0,0 0 0 0 0,0 0 0 0 0,0 0 0 0 0,0 0-1 0 0,0 0 1 0 0,0 0 0 0 0,0 0 0 0 0,0 0 0 0 0,0 0 0 0 0,0 0 0 0 0,1 0 0 0 0,-1 0 0 0 0,0 0 0 0 0,0 0 0 0 0,0 0 0 0 0,0 0 0 0 0,0 0 0 0 0,0 0 0 0 0,0 1 0 0 0,0-1 0 0 0,0 0 0 0 0,0 0 0 0 0,0 0 0 0 0,0 0 0 0 0,0 0 0 0 0,0 0 0 0 0,0 0 0 0 0,0 0 0 0 0,0 0-1 0 0,7-11 428 0 0,37-70-168 0 0,71-96 1 0 0,-95 150-302 0 0,1 2 0 0 0,1 0 1 0 0,1 2-1 0 0,1 0 0 0 0,1 1 0 0 0,1 2 1 0 0,34-20-1 0 0,-58 38 5 0 0,0 1 0 0 0,0 0 1 0 0,0-1-1 0 0,1 1 0 0 0,-1 0 0 0 0,1 1 1 0 0,-1-1-1 0 0,0 0 0 0 0,1 1 0 0 0,0-1 1 0 0,-1 1-1 0 0,1 0 0 0 0,-1 0 0 0 0,1 0 1 0 0,-1 0-1 0 0,1 0 0 0 0,-1 1 0 0 0,1-1 1 0 0,-1 1-1 0 0,4 0 0 0 0,-4 1 4 0 0,1-1 1 0 0,-1 1-1 0 0,-1-1 1 0 0,1 1-1 0 0,0-1 0 0 0,0 1 1 0 0,0 0-1 0 0,-1 0 1 0 0,1 0-1 0 0,-1 0 0 0 0,0 0 1 0 0,1 0-1 0 0,-1 1 1 0 0,0-1-1 0 0,0 0 0 0 0,-1 0 1 0 0,1 1-1 0 0,0-1 0 0 0,-1 1 1 0 0,1 4-1 0 0,0 3-2 0 0,0 0 0 0 0,-1 1-1 0 0,-1-1 1 0 0,1 0 0 0 0,-2 0-1 0 0,1 1 1 0 0,-2-1 0 0 0,-4 16 0 0 0,-39 80-13 0 0,21-50 15 0 0,-32 70 3 0 0,55-121-19 0 0,-3 11 165 0 0,5-16-145 0 0,0 1 1 0 0,0-1-1 0 0,0 1 0 0 0,0-1 1 0 0,0 0-1 0 0,0 1 1 0 0,0-1-1 0 0,1 0 0 0 0,-1 1 1 0 0,0-1-1 0 0,0 0 0 0 0,1 1 1 0 0,-1-1-1 0 0,0 0 0 0 0,0 1 1 0 0,1-1-1 0 0,-1 0 0 0 0,0 0 1 0 0,1 1-1 0 0,-1-1 0 0 0,0 0 1 0 0,1 0-1 0 0,-1 0 0 0 0,0 1 1 0 0,1-1-1 0 0,-1 0 0 0 0,0 0 1 0 0,1 0-1 0 0,-1 0 0 0 0,1 0 1 0 0,-1 0-1 0 0,0 0 0 0 0,1 0 1 0 0,-1 0-1 0 0,1 0 1 0 0,-1 0-1 0 0,0 0 0 0 0,1 0 1 0 0,0 0-1 0 0,15-1 62 0 0,0 0 0 0 0,-1-2-1 0 0,1 0 1 0 0,0 0 0 0 0,25-10 0 0 0,-27 7-539 0 0,0 0 1 0 0,18-11-1 0 0,-25 12-451 0 0,0 1-1 0 0,0-2 0 0 0,0 1 0 0 0,-1-1 0 0 0,7-7 1 0 0,2-12-5453 0 0,-10 10 1073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50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94 2904 0 0,'-4'-40'7365'0'0,"0"-4"-2455"0"0,4 42-4669 0 0,-1-1 32 0 0,-1-1-328 0 0,-3 11-1676 0 0,4-5 1185 0 0,0 2-157 0 0,-3 3-3814 0 0,-4 5-1220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8:5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98 80 0 0,'20'-37'9258'0'0,"-20"36"-9185"0"0,0 0 1 0 0,0 0 0 0 0,1 0 0 0 0,-1 0 0 0 0,0 0-1 0 0,1 0 1 0 0,-1 0 0 0 0,0 0 0 0 0,1 0 0 0 0,-1 0-1 0 0,1 0 1 0 0,0 0 0 0 0,-1 0 0 0 0,2-2 0 0 0,4-5 295 0 0,-5 5-503 0 0,0 0-1 0 0,1 0 0 0 0,-1 0 0 0 0,1 0 1 0 0,0 0-1 0 0,0 0 0 0 0,0 1 0 0 0,0-1 1 0 0,1 1-1 0 0,2-3 0 0 0,-4 4-40 0 0,12-1-5295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1.1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2824 0 0,'48'17'13606'0'0,"-16"-7"-8148"0"0,-25-9-5135 0 0,-5 0-266 0 0,7 0-1780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4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1116 2052 0 0,'-18'12'5778'0'0,"16"-11"-4965"0"0,1-1-711 0 0,1 0 0 0 0,-1 1 0 0 0,0-1 0 0 0,0 0 0 0 0,0 0 0 0 0,1 1 0 0 0,-1-1-1 0 0,0 0 1 0 0,1 1 0 0 0,-1-1 0 0 0,0 1 0 0 0,1-1 0 0 0,-1 1 0 0 0,0-1 0 0 0,1 1-1 0 0,-1-1 1 0 0,1 1 0 0 0,-1 0 0 0 0,1-1 0 0 0,-1 1 0 0 0,1 0 0 0 0,0-1 0 0 0,-1 1 0 0 0,1 0-1 0 0,0 0 1 0 0,-1-1 0 0 0,1 1 0 0 0,0 0 0 0 0,0 0 0 0 0,0 1 0 0 0,-1-1-38 0 0,1 0 1 0 0,0 1 0 0 0,0-1 0 0 0,0 0 0 0 0,0 1-1 0 0,0-1 1 0 0,0 0 0 0 0,0 1 0 0 0,0-1-1 0 0,1 0 1 0 0,-1 0 0 0 0,1 1 0 0 0,-1-1 0 0 0,0 0-1 0 0,1 0 1 0 0,0 1 0 0 0,-1-1 0 0 0,1 0-1 0 0,1 1 1 0 0,-1-1-23 0 0,0 0 0 0 0,0 0 0 0 0,1 0 0 0 0,-1 0 0 0 0,1 0 0 0 0,-1 0-1 0 0,1 0 1 0 0,-1-1 0 0 0,1 1 0 0 0,-1 0 0 0 0,1-1 0 0 0,-1 1 0 0 0,1-1 0 0 0,0 0 0 0 0,-1 0-1 0 0,1 0 1 0 0,0 1 0 0 0,-1-1 0 0 0,1-1 0 0 0,0 1 0 0 0,-1 0 0 0 0,1 0 0 0 0,0-1-1 0 0,-1 1 1 0 0,1-1 0 0 0,0 1 0 0 0,-1-1 0 0 0,1 0 0 0 0,-1 1 0 0 0,1-1 0 0 0,-1 0 0 0 0,0 0-1 0 0,2-2 1 0 0,17-10-7 0 0,-1-2-1 0 0,0-1 0 0 0,-1 0 0 0 0,-1-1 1 0 0,0-1-1 0 0,22-31 0 0 0,-10 5-67 0 0,-1 0 1 0 0,22-49-1 0 0,115-325-28 0 0,-84 193-112 0 0,-66 187 139 0 0,-10 21-6 0 0,1 0 0 0 0,1 0 0 0 0,1 0 1 0 0,1 1-1 0 0,12-19 0 0 0,-20 35 37 0 0,-1-1 1 0 0,0 1-1 0 0,1-1 0 0 0,0 1 1 0 0,-1-1-1 0 0,1 1 1 0 0,-1 0-1 0 0,1-1 0 0 0,-1 1 1 0 0,1 0-1 0 0,0-1 0 0 0,-1 1 1 0 0,1 0-1 0 0,0 0 1 0 0,-1 0-1 0 0,1 0 0 0 0,0 0 1 0 0,-1 0-1 0 0,1 0 0 0 0,0 0 1 0 0,-1 0-1 0 0,1 0 1 0 0,0 0-1 0 0,-1 0 0 0 0,1 0 1 0 0,-1 0-1 0 0,1 0 0 0 0,0 1 1 0 0,-1-1-1 0 0,1 0 1 0 0,0 1-1 0 0,0 0 0 0 0,1-1 4 0 0,-1 2 0 0 0,1-1 0 0 0,-1 0-1 0 0,1 0 1 0 0,-1 0 0 0 0,0 1-1 0 0,1-1 1 0 0,-1 0 0 0 0,2 4 0 0 0,2 5 8 0 0,-1 0 0 0 0,0 1 0 0 0,-1-1 0 0 0,0 1 0 0 0,-1 0 0 0 0,0 0 0 0 0,0 12 0 0 0,-1 83-16 0 0,-2-57 54 0 0,-7 138 85 0 0,2-105 106 0 0,7 118 0 0 0,-1-199-231 0 0,0-1 0 0 0,0 1-1 0 0,0 0 1 0 0,0 0-1 0 0,0-1 1 0 0,0 1-1 0 0,0 0 1 0 0,0 0 0 0 0,1-1-1 0 0,-1 1 1 0 0,0 0-1 0 0,0-1 1 0 0,1 1-1 0 0,-1 0 1 0 0,1-1 0 0 0,-1 1-1 0 0,0 0 1 0 0,1-1-1 0 0,-1 1 1 0 0,1-1-1 0 0,-1 1 1 0 0,1-1 0 0 0,0 1-1 0 0,-1-1 1 0 0,1 1-1 0 0,-1-1 1 0 0,1 0-1 0 0,0 1 1 0 0,-1-1 0 0 0,1 0-1 0 0,0 0 1 0 0,0 1-1 0 0,1-1-3 0 0,0 0 0 0 0,0-1 0 0 0,0 1 0 0 0,0 0 0 0 0,0-1 0 0 0,0 1 0 0 0,0-1 0 0 0,0 0 0 0 0,0 1 0 0 0,0-1 0 0 0,3-2 0 0 0,4-3-9 0 0,-1 0 0 0 0,0 0-1 0 0,13-13 1 0 0,1-6 8 0 0,-2 0-1 0 0,0-2 1 0 0,-2 0-1 0 0,25-49 1 0 0,44-126-3 0 0,-84 195 0 0 0,48-133-86 0 0,-26 66-161 0 0,37-74-1 0 0,-62 148 247 0 0,0 0 1 0 0,0 0-1 0 0,0-1 0 0 0,0 1 0 0 0,0 0 0 0 0,0 0 0 0 0,0-1 1 0 0,0 1-1 0 0,0 0 0 0 0,1 0 0 0 0,-1-1 0 0 0,0 1 0 0 0,0 0 1 0 0,0 0-1 0 0,0 0 0 0 0,1-1 0 0 0,-1 1 0 0 0,0 0 0 0 0,0 0 0 0 0,1 0 1 0 0,-1 0-1 0 0,0 0 0 0 0,0-1 0 0 0,1 1 0 0 0,-1 0 0 0 0,0 0 1 0 0,0 0-1 0 0,1 0 0 0 0,-1 0 0 0 0,0 0 0 0 0,0 0 0 0 0,1 0 1 0 0,-1 0-1 0 0,0 0 0 0 0,0 0 0 0 0,1 0 0 0 0,-1 0 0 0 0,0 0 0 0 0,1 0 1 0 0,-1 0-1 0 0,0 0 0 0 0,0 1 0 0 0,1-1 0 0 0,-1 0 0 0 0,0 0 1 0 0,0 0-1 0 0,0 0 0 0 0,1 0 0 0 0,-1 1 0 0 0,0-1 0 0 0,0 0 1 0 0,0 0-1 0 0,1 0 0 0 0,-1 1 0 0 0,0-1 0 0 0,0 1 0 0 0,7 13 13 0 0,-5 3 72 0 0,-1 0-1 0 0,-1 0 0 0 0,-1 0 1 0 0,-1 0-1 0 0,0 0 0 0 0,-6 19 1 0 0,5-17-6 0 0,-79 322 779 0 0,3-19-182 0 0,77-308-643 0 0,-13 83 148 0 0,15-89-166 0 0,-1 0 1 0 0,1 0 0 0 0,1 0 0 0 0,-1 0 0 0 0,1 0 0 0 0,1 0-1 0 0,0 0 1 0 0,0 0 0 0 0,5 12 0 0 0,-5-17-14 0 0,-1-1 0 0 0,1 0 1 0 0,0 0-1 0 0,0 0 0 0 0,0 0 1 0 0,0 0-1 0 0,1 0 0 0 0,-1-1 1 0 0,0 1-1 0 0,1-1 0 0 0,-1 1 0 0 0,1-1 1 0 0,-1 0-1 0 0,1 0 0 0 0,0 0 1 0 0,0 0-1 0 0,-1-1 0 0 0,1 1 1 0 0,0-1-1 0 0,0 1 0 0 0,0-1 0 0 0,-1 0 1 0 0,1 0-1 0 0,6-1 0 0 0,3 0-82 0 0,0-1-1 0 0,0 0 1 0 0,0-1-1 0 0,17-6 0 0 0,-13 3-75 0 0,-1-1 0 0 0,0-1 0 0 0,0 0 0 0 0,0-1 0 0 0,-1 0 0 0 0,-1-1 0 0 0,0-1 0 0 0,0 0-1 0 0,-1-1 1 0 0,0 0 0 0 0,-1-1 0 0 0,0-1 0 0 0,12-21 0 0 0,-7 8 248 0 0,-2 0-1 0 0,-1-1 1 0 0,-2-1-1 0 0,0 0 1 0 0,-2 0 0 0 0,8-48-1 0 0,-11 44 915 0 0,-6 33-992 0 0,0 0 0 0 0,0 0 0 0 0,0 0 0 0 0,0 0 0 0 0,0 0 0 0 0,0 0 0 0 0,0 0 0 0 0,0-1 0 0 0,0 1 0 0 0,0 0 0 0 0,0 0 0 0 0,0 0-1 0 0,1 0 1 0 0,-1 0 0 0 0,0-1 0 0 0,-1 1 0 0 0,1 0 0 0 0,0 0 0 0 0,0 0 0 0 0,0 0 0 0 0,0 0 0 0 0,0 0 0 0 0,0-1 0 0 0,0 1 0 0 0,0 0 0 0 0,0 0-1 0 0,0 0 1 0 0,0 0 0 0 0,0 0 0 0 0,0 0 0 0 0,0-1 0 0 0,0 1 0 0 0,0 0 0 0 0,-1 0 0 0 0,1 0 0 0 0,0 0 0 0 0,0 0 0 0 0,0 0 0 0 0,0 0-1 0 0,0 0 1 0 0,0 0 0 0 0,0 0 0 0 0,-1 0 0 0 0,1 0 0 0 0,0-1 0 0 0,0 1 0 0 0,0 0 0 0 0,0 0 0 0 0,0 0 0 0 0,-1 0 0 0 0,1 0 0 0 0,0 0 0 0 0,0 0-1 0 0,0 0 1 0 0,-7 8 305 0 0,-5 16 105 0 0,-42 139 1375 0 0,48-138-1671 0 0,1-1 0 0 0,1 1 0 0 0,1 0 0 0 0,0 47 0 0 0,3-67-113 0 0,1 0 0 0 0,-1 0 0 0 0,1-1 0 0 0,0 1 0 0 0,0 0 0 0 0,0 0 0 0 0,1-1 0 0 0,-1 1 0 0 0,1-1 0 0 0,0 1 0 0 0,1-1 0 0 0,-1 0 0 0 0,1 1 0 0 0,-1-1 0 0 0,7 6 0 0 0,-6-8-62 0 0,0 1 1 0 0,1-1-1 0 0,-1 0 1 0 0,1 0-1 0 0,-1-1 1 0 0,1 1-1 0 0,0-1 1 0 0,-1 1-1 0 0,1-1 1 0 0,0 0-1 0 0,0-1 1 0 0,0 1-1 0 0,0-1 1 0 0,0 1-1 0 0,0-1 1 0 0,0 0-1 0 0,0-1 0 0 0,0 1 1 0 0,7-2-1 0 0,-1 0-633 0 0,-1-1-1 0 0,0 0 1 0 0,0 0-1 0 0,0-1 1 0 0,10-5 0 0 0,20-17-5497 0 0,-17 7-100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55 2484 0 0,'-102'-51'10248'0'0,"102"50"-10232"0"0,-1 1 0 0 0,0 0 0 0 0,1-1 0 0 0,-1 1 0 0 0,0 0 0 0 0,0-1 0 0 0,0 1 0 0 0,1 0 0 0 0,-1 0 0 0 0,0 0 0 0 0,0 0 0 0 0,0 0 0 0 0,0 0 0 0 0,1 0 0 0 0,-1 0 0 0 0,0 0 0 0 0,0 0 0 0 0,0 1 0 0 0,0-1 0 0 0,1 0 0 0 0,-1 0 0 0 0,0 1 0 0 0,0-1 0 0 0,1 1 0 0 0,-1-1 0 0 0,0 0 0 0 0,1 1 0 0 0,-1-1 0 0 0,0 1 0 0 0,1 0 0 0 0,-1-1 0 0 0,1 1 0 0 0,-1-1 0 0 0,1 1 0 0 0,-1 0 0 0 0,1 0 0 0 0,-1-1-1 0 0,1 1 1 0 0,0 0 0 0 0,-1 0 0 0 0,1-1 0 0 0,0 1 0 0 0,0 0 0 0 0,0 0 0 0 0,-1 0 0 0 0,1 1 0 0 0,-1 4-511 0 0,0 1-1 0 0,0 0 0 0 0,0 14 1 0 0,1-20 475 0 0,3 72-5669 0 0,-1-44 2301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5.3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3 269 2336 0 0,'-1'-5'605'0'0,"0"-1"0"0"0,1 0 1 0 0,-1 1-1 0 0,1-1 0 0 0,1 0 0 0 0,-1 0 0 0 0,1 1 0 0 0,0-1 0 0 0,0 1 0 0 0,1-1 1 0 0,0 1-1 0 0,0-1 0 0 0,3-5 0 0 0,-2 5-357 0 0,0 0 0 0 0,1 0 0 0 0,0 1-1 0 0,0 0 1 0 0,0-1 0 0 0,1 2 0 0 0,0-1 0 0 0,0 0 0 0 0,0 1 0 0 0,9-6 0 0 0,-10 7-217 0 0,0 1 0 0 0,0 0 0 0 0,0 0 0 0 0,1 0 0 0 0,-1 0 0 0 0,0 1 0 0 0,1-1 0 0 0,0 1 0 0 0,-1 0 0 0 0,1 1 0 0 0,-1-1 0 0 0,1 1 0 0 0,0 0 1 0 0,-1 0-1 0 0,1 0 0 0 0,0 1 0 0 0,-1-1 0 0 0,1 1 0 0 0,-1 0 0 0 0,1 1 0 0 0,-1-1 0 0 0,1 1 0 0 0,-1 0 0 0 0,0 0 0 0 0,0 0 0 0 0,0 1 0 0 0,0-1 1 0 0,0 1-1 0 0,0 0 0 0 0,-1 0 0 0 0,0 0 0 0 0,1 1 0 0 0,-1-1 0 0 0,3 6 0 0 0,0-1 123 0 0,-1 1-1 0 0,0-1 1 0 0,-1 1 0 0 0,0 0 0 0 0,0 1-1 0 0,-1-1 1 0 0,0 1 0 0 0,-1-1 0 0 0,0 1-1 0 0,0 0 1 0 0,-1-1 0 0 0,-1 1-1 0 0,1 0 1 0 0,-1 0 0 0 0,-1 0 0 0 0,0 0-1 0 0,-1 0 1 0 0,0-1 0 0 0,0 1 0 0 0,-7 18-1 0 0,9-27-98 0 0,-1 0-1 0 0,1 0 1 0 0,0 0 0 0 0,0 0-1 0 0,-1 0 1 0 0,1 0-1 0 0,-1 0 1 0 0,1-1 0 0 0,-1 1-1 0 0,1 0 1 0 0,-1 0-1 0 0,0 0 1 0 0,1 0-1 0 0,-1-1 1 0 0,0 1 0 0 0,1 0-1 0 0,-1-1 1 0 0,0 1-1 0 0,0-1 1 0 0,0 1 0 0 0,0-1-1 0 0,0 1 1 0 0,1-1-1 0 0,-1 1 1 0 0,0-1-1 0 0,0 0 1 0 0,0 1 0 0 0,0-1-1 0 0,0 0 1 0 0,0 0-1 0 0,0 0 1 0 0,0 0 0 0 0,0 0-1 0 0,0 0 1 0 0,0 0-1 0 0,0 0 1 0 0,-2-1-1 0 0,2 0-43 0 0,0 0 0 0 0,0 0 0 0 0,0 0 0 0 0,1 0 0 0 0,-1 0 0 0 0,0 0 0 0 0,1 0 0 0 0,-1 0 0 0 0,1-1 0 0 0,-1 1 0 0 0,1 0 0 0 0,0 0 0 0 0,0 0 0 0 0,-1-1 0 0 0,1 1 0 0 0,0 0 0 0 0,0-1 0 0 0,0 1 0 0 0,0 0 0 0 0,1-3 0 0 0,-1 1 20 0 0,0-12-18 0 0,0 0 0 0 0,2 0 0 0 0,0 0 0 0 0,0 0 0 0 0,1 0 0 0 0,1 0 0 0 0,1 1-1 0 0,0-1 1 0 0,1 1 0 0 0,11-19 0 0 0,-7 15-26 0 0,0 1 0 0 0,2 0 0 0 0,0 1 0 0 0,1 0 0 0 0,0 1-1 0 0,2 0 1 0 0,19-16 0 0 0,-29 27 7 0 0,-1 1 0 0 0,1 0 0 0 0,0 0 0 0 0,0 0-1 0 0,0 1 1 0 0,0-1 0 0 0,0 1 0 0 0,0 0 0 0 0,1 1 0 0 0,-1-1-1 0 0,1 1 1 0 0,-1 0 0 0 0,12 0 0 0 0,-14 1 5 0 0,-1 1 0 0 0,1-1 0 0 0,0 1 1 0 0,0 0-1 0 0,0 0 0 0 0,-1 0 0 0 0,1 0 0 0 0,0 0 0 0 0,-1 0 0 0 0,1 1 1 0 0,-1-1-1 0 0,0 1 0 0 0,1 0 0 0 0,-1 0 0 0 0,0 0 0 0 0,0 0 1 0 0,0 0-1 0 0,0 0 0 0 0,0 0 0 0 0,-1 1 0 0 0,1-1 0 0 0,-1 0 1 0 0,0 1-1 0 0,1 0 0 0 0,-1-1 0 0 0,0 1 0 0 0,0 0 0 0 0,0 3 1 0 0,3 15 6 0 0,-1-1 0 0 0,-1 1 0 0 0,0 0 1 0 0,-2 0-1 0 0,-1 0 0 0 0,-4 29 0 0 0,0 34-3474 0 0,5-77 2598 0 0,1 0-1 0 0,-1 0 1 0 0,1 0 0 0 0,2 8-1 0 0,-3-13 238 0 0,1 1 0 0 0,0-1 0 0 0,0 1 1 0 0,0-1-1 0 0,1 0 0 0 0,-1 0 0 0 0,1 1 0 0 0,2 2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5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143 258 2456 0 0,'-2'-22'3925'0'0,"-1"1"0"0"0,-1 0 0 0 0,-12-36 0 0 0,16 54-3222 0 0,-2 4-660 0 0,0-1 0 0 0,0 1 1 0 0,0-1-1 0 0,0 1 0 0 0,0 0 0 0 0,0 0 0 0 0,0 0 0 0 0,0 0 0 0 0,1 0 1 0 0,-1 1-1 0 0,0-1 0 0 0,1 0 0 0 0,-1 1 0 0 0,1-1 0 0 0,0 1 0 0 0,-1-1 1 0 0,1 1-1 0 0,0 0 0 0 0,-2 3 0 0 0,-19 40 136 0 0,19-39-143 0 0,2-2-24 0 0,-15 32 73 0 0,-12 42 0 0 0,24-66-73 0 0,2 0-1 0 0,-1 0 1 0 0,1 0 0 0 0,1 0-1 0 0,0 0 1 0 0,1 0-1 0 0,3 24 1 0 0,-3-32 2 0 0,1 0-1 0 0,0-1 1 0 0,0 1 0 0 0,0-1 0 0 0,0 1-1 0 0,0-1 1 0 0,1 0 0 0 0,0 1-1 0 0,0-1 1 0 0,0 0 0 0 0,0 0 0 0 0,0 0-1 0 0,0-1 1 0 0,1 1 0 0 0,-1 0 0 0 0,7 4-1 0 0,-5-5 3 0 0,0 1 0 0 0,1-1 0 0 0,-1 0 0 0 0,1 0 0 0 0,-1-1 0 0 0,1 1 0 0 0,0-1 0 0 0,0 0 0 0 0,0 0 0 0 0,0-1 0 0 0,6 1 0 0 0,-1-1 5 0 0,-1-1 0 0 0,0 0 0 0 0,1 0-1 0 0,-1-1 1 0 0,0 0 0 0 0,0 0 0 0 0,0-1-1 0 0,0 0 1 0 0,0-1 0 0 0,-1 0 0 0 0,1 0-1 0 0,11-9 1 0 0,-10 4-13 0 0,-1 0 0 0 0,1-1-1 0 0,-1 0 1 0 0,-1-1 0 0 0,0 0 0 0 0,-1 0-1 0 0,0-1 1 0 0,0 0 0 0 0,-1 0-1 0 0,-1 0 1 0 0,0-1 0 0 0,-1 0-1 0 0,0 0 1 0 0,-1 0 0 0 0,2-14 0 0 0,-3 10 20 0 0,0-1 1 0 0,-1 0-1 0 0,-1 1 1 0 0,0-1-1 0 0,-2 0 1 0 0,0 1-1 0 0,-1-1 1 0 0,0 1-1 0 0,-2 0 1 0 0,0 0-1 0 0,-7-16 1 0 0,10 29-18 0 0,0-1 1 0 0,0 2 0 0 0,0-1 0 0 0,0 0 0 0 0,-1 0-1 0 0,0 1 1 0 0,1-1 0 0 0,-1 1 0 0 0,-1 0-1 0 0,1 0 1 0 0,0 0 0 0 0,-1 0 0 0 0,1 1 0 0 0,-1-1-1 0 0,0 1 1 0 0,0 0 0 0 0,0 0 0 0 0,-5-2 0 0 0,4 3-12 0 0,0 0 1 0 0,0 1 0 0 0,0 0 0 0 0,0-1 0 0 0,0 1 0 0 0,0 1 0 0 0,0-1 0 0 0,0 1 0 0 0,0 0 0 0 0,0 0 0 0 0,0 0 0 0 0,0 1 0 0 0,1 0 0 0 0,-1 0 0 0 0,-8 5 0 0 0,1 0-66 0 0,0 0 1 0 0,1 2-1 0 0,-1-1 0 0 0,2 2 1 0 0,-1-1-1 0 0,1 1 0 0 0,1 1 1 0 0,-11 14-1 0 0,15-17-380 0 0,0 0 1 0 0,0 0-1 0 0,1 1 1 0 0,0-1-1 0 0,-5 17 1 0 0,8-19-203 0 0,-1-1 0 0 0,1 1 0 0 0,1 0 0 0 0,-1 0 0 0 0,1 0 0 0 0,0 0 0 0 0,0 0 0 0 0,1 0-1 0 0,2 11 1 0 0,1-4-3238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6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 2288 0 0,'19'-32'7781'0'0,"-10"13"-4695"0"0,-8 19-3029 0 0,-1-1 0 0 0,1 1 0 0 0,-1-1 0 0 0,1 1-1 0 0,-1 0 1 0 0,1-1 0 0 0,-1 1 0 0 0,1-1 0 0 0,0 1 0 0 0,-1 0-1 0 0,1 0 1 0 0,0-1 0 0 0,-1 1 0 0 0,1 0 0 0 0,0 0 0 0 0,-1 0 0 0 0,1 0-1 0 0,0 0 1 0 0,-1 0 0 0 0,1 0 0 0 0,0 0 0 0 0,0 0 0 0 0,-1 0-1 0 0,1 0 1 0 0,0 0 0 0 0,-1 1 0 0 0,1-1 0 0 0,0 0 0 0 0,-1 0-1 0 0,1 1 1 0 0,-1-1 0 0 0,1 0 0 0 0,0 1 0 0 0,-1-1 0 0 0,2 1 0 0 0,-1 0-84 0 0,3 2 89 0 0,0 0 0 0 0,0 0 1 0 0,0 1-1 0 0,0-1 1 0 0,0 1-1 0 0,-1 0 0 0 0,0 0 1 0 0,1 1-1 0 0,-1-1 1 0 0,-1 0-1 0 0,3 6 0 0 0,2 4 82 0 0,-1 0 0 0 0,6 21 1 0 0,-6-15 75 0 0,-1 1 0 0 0,-1 0 0 0 0,-1 1 0 0 0,-1-1 1 0 0,0 0-1 0 0,-2 1 0 0 0,-1-1 0 0 0,0 1 1 0 0,-2-1-1 0 0,0 0 0 0 0,-1 0 0 0 0,-14 38 0 0 0,11-38 166 0 0,3-10 66 0 0,0 0 1 0 0,0 0 0 0 0,-1 0 0 0 0,-11 16-1 0 0,16-26-410 0 0,-1 0 1 0 0,1 0-1 0 0,-1-1 0 0 0,1 1 0 0 0,-1 0 0 0 0,1 0 0 0 0,-1-1 0 0 0,1 1 0 0 0,-1-1 0 0 0,0 1 0 0 0,1 0 1 0 0,-1-1-1 0 0,0 1 0 0 0,1-1 0 0 0,-1 0 0 0 0,0 1 0 0 0,0-1 0 0 0,0 1 0 0 0,0-1 0 0 0,1 0 1 0 0,-1 0-1 0 0,0 0 0 0 0,0 1 0 0 0,-1-1 0 0 0,1-1-21 0 0,0 1 1 0 0,1-1-1 0 0,-1 1 1 0 0,0-1-1 0 0,1 0 0 0 0,-1 1 1 0 0,0-1-1 0 0,1 0 1 0 0,-1 1-1 0 0,1-1 0 0 0,-1 0 1 0 0,1 0-1 0 0,0 1 1 0 0,-1-1-1 0 0,1 0 0 0 0,0 0 1 0 0,0 0-1 0 0,-1 1 0 0 0,1-3 1 0 0,-1-4 19 0 0,0 0 1 0 0,0-1-1 0 0,0 1 0 0 0,2-11 1 0 0,2-6 4 0 0,1 0 1 0 0,1 1-1 0 0,2 0 1 0 0,0 0-1 0 0,1 0 0 0 0,1 1 1 0 0,21-35-1 0 0,-16 33-353 0 0,1 1 1 0 0,1 1-1 0 0,1 0 0 0 0,1 1 0 0 0,1 1 0 0 0,31-27 1 0 0,-39 39-743 0 0,0 0 1 0 0,0 1 0 0 0,0 0 0 0 0,25-10-1 0 0,-25 14-1157 0 0,0-1 1 0 0,0 1-1 0 0,17-2 0 0 0,-8 3-3104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7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249 403 1104 0 0,'-13'-7'2588'0'0,"8"5"-1761"0"0,1-1 0 0 0,-1 1-1 0 0,0 0 1 0 0,0 0-1 0 0,-1 1 1 0 0,1 0-1 0 0,-6-1 1 0 0,10 2-791 0 0,0 0-1 0 0,0 0 1 0 0,0 0-1 0 0,0 1 1 0 0,0-1-1 0 0,0 0 1 0 0,0 1-1 0 0,0-1 1 0 0,1 1 0 0 0,-1-1-1 0 0,0 1 1 0 0,0-1-1 0 0,0 1 1 0 0,1 0-1 0 0,-1-1 1 0 0,0 1 0 0 0,1 0-1 0 0,-1-1 1 0 0,0 1-1 0 0,1 0 1 0 0,-1 1-1 0 0,-10 21 256 0 0,11-22-273 0 0,-6 12 174 0 0,-43 131 1187 0 0,44-127-1273 0 0,1 0 0 0 0,1 1 0 0 0,0-1 0 0 0,2 1 1 0 0,0 0-1 0 0,2 26 0 0 0,0-41-79 0 0,-1 0-1 0 0,1 1 1 0 0,-1-1-1 0 0,1 0 1 0 0,0 0 0 0 0,0 0-1 0 0,0 0 1 0 0,1 0 0 0 0,-1 0-1 0 0,1-1 1 0 0,0 1-1 0 0,-1 0 1 0 0,1-1 0 0 0,0 1-1 0 0,1-1 1 0 0,-1 0 0 0 0,4 3-1 0 0,-2-2-5 0 0,0-1 0 0 0,0 1 0 0 0,0-1 0 0 0,1-1 0 0 0,-1 1 0 0 0,1 0 0 0 0,-1-1 0 0 0,1 0 0 0 0,-1 0-1 0 0,9 0 1 0 0,2 0 7 0 0,0-1 1 0 0,0-1-1 0 0,0-1 0 0 0,0 0 0 0 0,0-1 0 0 0,20-7 0 0 0,-24 7-23 0 0,1-2-1 0 0,-1 0 1 0 0,0 0 0 0 0,-1 0-1 0 0,0-2 1 0 0,0 1-1 0 0,0-1 1 0 0,0-1 0 0 0,-1 0-1 0 0,-1 0 1 0 0,1-1 0 0 0,-1 0-1 0 0,-1 0 1 0 0,1-1-1 0 0,9-18 1 0 0,-13 20-3 0 0,0-1 0 0 0,0 1 0 0 0,-1-1 0 0 0,0 0 0 0 0,-1 0 0 0 0,0-1-1 0 0,0 1 1 0 0,-1 0 0 0 0,0-1 0 0 0,-1 1 0 0 0,0 0 0 0 0,0-1 0 0 0,-1 1 0 0 0,0 0 0 0 0,-1-1 0 0 0,0 1-1 0 0,0 0 1 0 0,-1 0 0 0 0,-1 0 0 0 0,-6-13 0 0 0,8 17 3 0 0,-1 0 1 0 0,0 0-1 0 0,-1 0 0 0 0,1 0 1 0 0,-1 1-1 0 0,1 0 0 0 0,-1-1 0 0 0,-1 2 1 0 0,1-1-1 0 0,-1 0 0 0 0,1 1 1 0 0,-1 0-1 0 0,0 0 0 0 0,0 0 0 0 0,0 0 1 0 0,-1 1-1 0 0,1 0 0 0 0,-1 0 1 0 0,1 1-1 0 0,-1-1 0 0 0,1 1 1 0 0,-1 1-1 0 0,0-1 0 0 0,0 1 0 0 0,1 0 1 0 0,-1 0-1 0 0,0 0 0 0 0,0 1 1 0 0,-7 2-1 0 0,-4 0 7 0 0,0 2-1 0 0,1 1 1 0 0,0 0-1 0 0,0 0 1 0 0,0 2 0 0 0,1 0-1 0 0,0 1 1 0 0,-23 18-1 0 0,20-13 12 0 0,0 1 0 0 0,1 1 1 0 0,-28 34-1 0 0,40-43-16 0 0,0 0 0 0 0,0 0 0 0 0,0 0 0 0 0,1 1 0 0 0,0-1 0 0 0,1 1 0 0 0,0 0 0 0 0,0 0 0 0 0,0 0 1 0 0,1 1-1 0 0,0-1 0 0 0,1 0 0 0 0,0 1 0 0 0,0 8 0 0 0,2-13 0 0 0,-1-1-1 0 0,1 0 1 0 0,0 1 0 0 0,0-1-1 0 0,0 0 1 0 0,0 1 0 0 0,1-1-1 0 0,-1 0 1 0 0,1 0-1 0 0,0 0 1 0 0,0 0 0 0 0,0 0-1 0 0,0-1 1 0 0,1 1 0 0 0,-1-1-1 0 0,1 1 1 0 0,-1-1 0 0 0,1 0-1 0 0,0 0 1 0 0,0 0 0 0 0,0 0-1 0 0,0 0 1 0 0,0-1-1 0 0,0 0 1 0 0,1 1 0 0 0,4 0-1 0 0,7 3 15 0 0,1-2 0 0 0,-1 0 0 0 0,1-1 0 0 0,24 1-1 0 0,0-3-14 0 0,0-1 0 0 0,-1-3-1 0 0,1-1 1 0 0,-1-2-1 0 0,1-2 1 0 0,-2-1 0 0 0,0-2-1 0 0,0-2 1 0 0,64-32-1 0 0,-81 33-16 0 0,-1 0 0 0 0,-1 0 0 0 0,0-2 0 0 0,-1-1 0 0 0,0 0 1 0 0,-1-1-1 0 0,-1-1 0 0 0,-1 0 0 0 0,-1-1 0 0 0,0-1 0 0 0,19-38 0 0 0,-13 15 310 0 0,-2-2 0 0 0,-1 0 1 0 0,-3-1-1 0 0,16-90 0 0 0,-15 39 1358 0 0,-123 749 4 0 0,45 6 164 0 0,40-278-1313 0 0,0 1-46 0 0,22-372-436 0 0,-3 37 28 0 0,-9 46 0 0 0,10-79 46 0 0,0-1 0 0 0,-1 0 1 0 0,0 0-1 0 0,0 0 1 0 0,-2 0-1 0 0,1-1 0 0 0,-1 1 1 0 0,-14 17-1 0 0,19-27-64 0 0,0-1 0 0 0,-1 1 0 0 0,1 0 0 0 0,0-1 0 0 0,-1 1 0 0 0,0-1 0 0 0,1 0 0 0 0,-1 0 0 0 0,0 1 0 0 0,0-1-1 0 0,1 0 1 0 0,-1 0 0 0 0,0 0 0 0 0,0-1 0 0 0,0 1 0 0 0,0 0 0 0 0,0-1 0 0 0,-1 1 0 0 0,1-1 0 0 0,0 0 0 0 0,0 0 0 0 0,0 0 0 0 0,0 0 0 0 0,0 0-1 0 0,0 0 1 0 0,0 0 0 0 0,-1-1 0 0 0,1 1 0 0 0,0-1 0 0 0,0 0 0 0 0,-3-1 0 0 0,1 0-4 0 0,0-1 0 0 0,-1 0 1 0 0,1 0-1 0 0,0-1 0 0 0,1 1 0 0 0,-1-1 0 0 0,0 0 0 0 0,1 0 1 0 0,0 0-1 0 0,0 0 0 0 0,0-1 0 0 0,-2-4 0 0 0,-4-11-7 0 0,1 0 0 0 0,1-1 0 0 0,1 0 0 0 0,1 0-1 0 0,1 0 1 0 0,0-1 0 0 0,2 1 0 0 0,0-1 0 0 0,2 1 0 0 0,0-1-1 0 0,1 0 1 0 0,8-38 0 0 0,2 8-27 0 0,2 0 1 0 0,3 2-1 0 0,1 0 0 0 0,27-52 0 0 0,-20 51-149 0 0,2 1 0 0 0,3 2 0 0 0,2 0 0 0 0,1 3-1 0 0,3 0 1 0 0,2 2 0 0 0,1 2 0 0 0,2 1-1 0 0,70-53 1 0 0,8 16-1295 0 0,8-7-1297 0 0,-122 81 2133 0 0,0 0-1 0 0,-1 0 0 0 0,1 0 0 0 0,-1-1 1 0 0,0 1-1 0 0,5-9 0 0 0,4-13-8742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7.8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299 110 316 0 0,'1'-2'598'0'0,"1"-4"334"0"0,0 0-1 0 0,0-1 1 0 0,-1 1-1 0 0,0-1 1 0 0,0 1-1 0 0,0-1 1 0 0,-1 0-1 0 0,0 1 0 0 0,0-1 1 0 0,-2-9-1 0 0,2 15-879 0 0,0 0-1 0 0,-1 0 0 0 0,1 0 1 0 0,0-1-1 0 0,0 1 0 0 0,0 0 1 0 0,-1 0-1 0 0,1 0 0 0 0,-1 0 1 0 0,1 0-1 0 0,-1 0 0 0 0,1 0 0 0 0,-1 0 1 0 0,1 0-1 0 0,-1 0 0 0 0,0 1 1 0 0,0-1-1 0 0,1 0 0 0 0,-1 0 1 0 0,0 0-1 0 0,0 1 0 0 0,0-1 1 0 0,0 1-1 0 0,0-1 0 0 0,0 0 1 0 0,0 1-1 0 0,0 0 0 0 0,0-1 1 0 0,0 1-1 0 0,0 0 0 0 0,0-1 0 0 0,0 1 1 0 0,-1 0-1 0 0,1 0 0 0 0,0 0 1 0 0,0 0-1 0 0,0 0 0 0 0,0 0 1 0 0,0 0-1 0 0,0 0 0 0 0,0 1 1 0 0,-1-1-1 0 0,1 0 0 0 0,0 1 1 0 0,0-1-1 0 0,0 1 0 0 0,0-1 1 0 0,0 1-1 0 0,-1 0 0 0 0,-5 3-20 0 0,1 0 0 0 0,0 0 0 0 0,0 1 0 0 0,0 0-1 0 0,-10 10 1 0 0,-14 19 47 0 0,2 1 0 0 0,1 2 0 0 0,2 0 0 0 0,2 2-1 0 0,1 0 1 0 0,-29 77 0 0 0,48-109-58 0 0,0 1-1 0 0,1 0 1 0 0,1 0 0 0 0,-1 0-1 0 0,1 1 1 0 0,1-1 0 0 0,-1 0 0 0 0,2 10-1 0 0,-1-16-11 0 0,0 0 0 0 0,0 0 0 0 0,1 0 0 0 0,-1 1 0 0 0,1-1 0 0 0,0 0 0 0 0,-1 0 0 0 0,1 0 0 0 0,0 0 0 0 0,0 0 0 0 0,0 0 0 0 0,1-1 0 0 0,-1 1 0 0 0,0 0 0 0 0,1 0 0 0 0,-1-1 0 0 0,1 1 0 0 0,-1-1 0 0 0,1 1 0 0 0,0-1 0 0 0,-1 0 0 0 0,1 0-1 0 0,0 0 1 0 0,0 0 0 0 0,0 0 0 0 0,0 0 0 0 0,0 0 0 0 0,0-1 0 0 0,0 1 0 0 0,1-1 0 0 0,-1 1 0 0 0,0-1 0 0 0,0 0 0 0 0,0 0 0 0 0,3 0 0 0 0,5-1-3 0 0,0 0 0 0 0,0 0 0 0 0,0-1 1 0 0,0-1-1 0 0,-1 1 0 0 0,1-2 0 0 0,-1 1 0 0 0,0-1 0 0 0,0 0 0 0 0,0-1 0 0 0,0 0 1 0 0,-1-1-1 0 0,0 0 0 0 0,0 0 0 0 0,-1-1 0 0 0,1 0 0 0 0,11-15 0 0 0,2-4 93 0 0,-3 0 0 0 0,0-2 0 0 0,-1 0 0 0 0,15-35 0 0 0,11-26 1638 0 0,-42 88-1708 0 0,-1 1-26 0 0,1 0 1 0 0,-1 0 0 0 0,1 0 0 0 0,-1 1 0 0 0,0-1-1 0 0,1 0 1 0 0,-1 0 0 0 0,1 1 0 0 0,-1-1 0 0 0,0 0 0 0 0,1 1-1 0 0,-1-1 1 0 0,0 0 0 0 0,1 1 0 0 0,-1-1 0 0 0,0 1-1 0 0,0-1 1 0 0,0 0 0 0 0,1 1 0 0 0,-1-1 0 0 0,0 1-1 0 0,0-1 1 0 0,0 1 0 0 0,0-1 0 0 0,0 1 0 0 0,0-1 0 0 0,0 1-1 0 0,2 20 29 0 0,-1-13-16 0 0,3 19 19 0 0,-2-9 9 0 0,0 1-1 0 0,2 0 0 0 0,9 28 0 0 0,-10-41-34 0 0,-1 0 0 0 0,1-1 0 0 0,0 0 1 0 0,0 1-1 0 0,0-1 0 0 0,1 0 0 0 0,0-1 0 0 0,0 1 0 0 0,0-1 0 0 0,0 1 0 0 0,1-1 0 0 0,0-1 1 0 0,-1 1-1 0 0,2-1 0 0 0,7 5 0 0 0,-2-3-306 0 0,0-1 0 0 0,0 0 0 0 0,1 0-1 0 0,-1-1 1 0 0,1-1 0 0 0,0 0 0 0 0,18 1 0 0 0,-16-3-1652 0 0,1 0 1 0 0,0-1 0 0 0,16-3-1 0 0,-7-1-3186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1:58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1033 2608 0 0,'-41'40'9829'0'0,"59"-46"-9409"0"0,-1-3-317 0 0,-1-1 1 0 0,-1-1-1 0 0,1 0 1 0 0,-2-1 0 0 0,0 0-1 0 0,0-2 1 0 0,12-14 0 0 0,-5 2-72 0 0,-1-2 0 0 0,-1 0 0 0 0,15-31 1 0 0,-8 7-9 0 0,-3-2 1 0 0,31-108 0 0 0,10-120 214 0 0,-48 202-49 0 0,-5 23 61 0 0,-7 31-164 0 0,1 0 0 0 0,14-44 1 0 0,-19 70-86 0 0,0-1 0 0 0,1 0 1 0 0,-1 1-1 0 0,0-1 0 0 0,0 1 0 0 0,0-1 1 0 0,1 1-1 0 0,-1-1 0 0 0,0 1 1 0 0,1-1-1 0 0,-1 1 0 0 0,0-1 0 0 0,1 1 1 0 0,-1 0-1 0 0,1-1 0 0 0,-1 1 1 0 0,1 0-1 0 0,-1-1 0 0 0,1 1 0 0 0,0-1 1 0 0,7 6 36 0 0,2 19 21 0 0,-10-22-52 0 0,8 29 27 0 0,-1-1 0 0 0,-2 1-1 0 0,-1 0 1 0 0,-1 53 0 0 0,-2-42-18 0 0,0-38-13 0 0,0 53 51 0 0,3 0 0 0 0,3 0 0 0 0,18 79 0 0 0,-23-130-38 0 0,0 0 0 0 0,0-1 0 0 0,0 1 1 0 0,1-1-1 0 0,0 0 0 0 0,0 0 0 0 0,0 0 0 0 0,0 0 1 0 0,5 5-1 0 0,-6-9-11 0 0,0 1-1 0 0,0 0 1 0 0,0-1 0 0 0,0 1-1 0 0,0-1 1 0 0,0 1 0 0 0,1-1-1 0 0,-1 0 1 0 0,0 0 0 0 0,1 0-1 0 0,-1 0 1 0 0,1-1 0 0 0,-1 1-1 0 0,1-1 1 0 0,-1 1 0 0 0,1-1-1 0 0,-1 0 1 0 0,1 0 0 0 0,-1 0-1 0 0,1 0 1 0 0,0 0 0 0 0,2-1-1 0 0,1-1-5 0 0,0 0-1 0 0,0 0 1 0 0,-1-1-1 0 0,1 0 1 0 0,0 0-1 0 0,-1 0 1 0 0,0-1-1 0 0,0 1 1 0 0,0-1-1 0 0,0-1 1 0 0,0 1-1 0 0,4-6 1 0 0,6-8-19 0 0,23-35 0 0 0,-34 46 15 0 0,46-77-14 0 0,54-122 1 0 0,-91 178-5 0 0,32-66-153 0 0,-43 92 122 0 0,4 9-24 0 0,-5-2 74 0 0,0-1 0 0 0,-1 1 0 0 0,0-1 0 0 0,0 1 0 0 0,0 0 0 0 0,-1-1 0 0 0,1 1 0 0 0,-1-1 0 0 0,-2 7 0 0 0,0 5 31 0 0,-37 180 832 0 0,20-109-423 0 0,-11 123 1 0 0,30-200-412 0 0,0 1 0 0 0,1-1 0 0 0,1 1 0 0 0,0-1 0 0 0,0 1 1 0 0,1-1-1 0 0,4 12 0 0 0,-4-17-117 0 0,0 1 0 0 0,0-1-1 0 0,0-1 1 0 0,1 1 0 0 0,0 0 0 0 0,0-1 0 0 0,0 1 0 0 0,1-1 0 0 0,-1 0 0 0 0,1 0-1 0 0,0 0 1 0 0,0-1 0 0 0,1 1 0 0 0,-1-1 0 0 0,8 4 0 0 0,1 0-737 0 0,0-2 0 0 0,0 0 1 0 0,1 0-1 0 0,0-1 0 0 0,0-1 0 0 0,0 0 1 0 0,0-1-1 0 0,0-1 0 0 0,1 0 0 0 0,-1-1 1 0 0,22-2-1 0 0,-4-1-2612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0.0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287 819 956 0 0,'5'-12'975'0'0,"-1"0"0"0"0,0 0-1 0 0,-1-1 1 0 0,0 1 0 0 0,-1-1 0 0 0,0 1 0 0 0,-1-1-1 0 0,-1 0 1 0 0,0 0 0 0 0,0 1 0 0 0,-2-1 0 0 0,1 0-1 0 0,-2 1 1 0 0,1-1 0 0 0,-7-16 0 0 0,8 28-942 0 0,1 0 0 0 0,0-1 1 0 0,-1 1-1 0 0,1 0 0 0 0,-1 0 0 0 0,1 0 1 0 0,-1 0-1 0 0,0 0 0 0 0,1 0 1 0 0,-1 0-1 0 0,0 0 0 0 0,0 1 0 0 0,0-1 1 0 0,0 0-1 0 0,0 0 0 0 0,0 0 0 0 0,0 1 1 0 0,0-1-1 0 0,0 1 0 0 0,0-1 1 0 0,0 1-1 0 0,0-1 0 0 0,0 1 0 0 0,0 0 1 0 0,0-1-1 0 0,-1 1 0 0 0,1 0 0 0 0,0 0 1 0 0,0 0-1 0 0,0 0 0 0 0,-1 0 1 0 0,1 0-1 0 0,0 0 0 0 0,0 0 0 0 0,0 0 1 0 0,0 1-1 0 0,-1-1 0 0 0,1 0 0 0 0,0 1 1 0 0,0-1-1 0 0,-2 2 0 0 0,-4 1-3 0 0,0 1-1 0 0,1-1 1 0 0,-1 1-1 0 0,1 1 1 0 0,-8 6-1 0 0,-12 12 50 0 0,1 1 0 0 0,2 1 0 0 0,-30 40-1 0 0,42-51-55 0 0,2 1-1 0 0,0 0 0 0 0,0 1 0 0 0,1 0 0 0 0,1 0 0 0 0,1 1 0 0 0,0-1 1 0 0,-5 29-1 0 0,10-41-10 0 0,1-1 1 0 0,0 0-1 0 0,-1 0 0 0 0,1 1 1 0 0,0-1-1 0 0,0 0 1 0 0,1 0-1 0 0,-1 1 1 0 0,1-1-1 0 0,-1 0 0 0 0,1 0 1 0 0,0 0-1 0 0,0 1 1 0 0,1-1-1 0 0,-1 0 1 0 0,1 0-1 0 0,-1-1 1 0 0,1 1-1 0 0,0 0 0 0 0,0-1 1 0 0,0 1-1 0 0,0-1 1 0 0,1 1-1 0 0,-1-1 1 0 0,1 0-1 0 0,3 3 0 0 0,-1-3-9 0 0,0 0-1 0 0,0 0 0 0 0,0 0 0 0 0,0 0 0 0 0,0-1 0 0 0,0 0 0 0 0,1 0 1 0 0,-1 0-1 0 0,0-1 0 0 0,1 0 0 0 0,-1 0 0 0 0,1 0 0 0 0,-1-1 0 0 0,0 1 1 0 0,10-4-1 0 0,-6 2-23 0 0,0-2 0 0 0,0 1 0 0 0,0-1 0 0 0,-1 0 0 0 0,0-1 0 0 0,1 0 0 0 0,-2 0 0 0 0,1-1 0 0 0,-1 0 0 0 0,1-1 0 0 0,-2 1 0 0 0,1-1 0 0 0,-1 0 0 0 0,0-1 0 0 0,9-15 0 0 0,3-9-29 0 0,-2 0-1 0 0,23-66 0 0 0,-15 35 39 0 0,2-12-15 0 0,-25 73-11 0 0,0 3 6 0 0,0 1 28 0 0,0 0 0 0 0,-1 0 0 0 0,1 0 0 0 0,-1 0 0 0 0,1-1 0 0 0,-1 1 0 0 0,0 0 0 0 0,1 0 0 0 0,-1 3 0 0 0,0-4 2 0 0,-2 115 58 0 0,0-39 15 0 0,2-77-71 0 0,0 17 32 0 0,0 0 1 0 0,1-1 0 0 0,1 1-1 0 0,6 26 1 0 0,-7-39-30 0 0,0-1 1 0 0,0 1-1 0 0,1 0 1 0 0,-1-1-1 0 0,1 1 1 0 0,0 0-1 0 0,0-1 1 0 0,0 0-1 0 0,1 0 1 0 0,-1 1-1 0 0,1-2 1 0 0,0 1-1 0 0,0 0 1 0 0,0 0-1 0 0,0-1 1 0 0,0 1-1 0 0,0-1 1 0 0,1 0-1 0 0,-1 0 1 0 0,1-1-1 0 0,-1 1 1 0 0,1-1-1 0 0,0 1 1 0 0,0-1-1 0 0,4 0 1 0 0,0 1-109 0 0,0-1 0 0 0,1 0 1 0 0,-1-1-1 0 0,0 0 0 0 0,1-1 0 0 0,-1 1 1 0 0,0-1-1 0 0,1-1 0 0 0,-1 0 0 0 0,0 0 1 0 0,0-1-1 0 0,14-6 0 0 0,-11 3-67 0 0,-1 0 1 0 0,1-1-1 0 0,-1 0 0 0 0,-1-1 0 0 0,1 0 0 0 0,-1-1 1 0 0,14-17-1 0 0,-2-2-55 0 0,-2-2 0 0 0,-1 0-1 0 0,-1 0 1 0 0,-2-2 0 0 0,13-39 0 0 0,1-11 404 0 0,-4-2 0 0 0,-3-1 1 0 0,-5 0-1 0 0,12-147 0 0 0,-27 195 485 0 0,4-42 345 0 0,-6 72-897 0 0,-4 14-64 0 0,-5 16 22 0 0,-17 95 320 0 0,5 2 0 0 0,5 0 0 0 0,6 0-1 0 0,6 146 1 0 0,4-250-352 0 0,2 1 0 0 0,0-1 0 0 0,1 0 0 0 0,0-1 0 0 0,1 1 0 0 0,10 25 0 0 0,-10-34-15 0 0,0 0 0 0 0,0 0 0 0 0,0 0 0 0 0,1 0 0 0 0,0 0 0 0 0,0-1 0 0 0,1 0 0 0 0,0 0 0 0 0,0-1 0 0 0,0 0 0 0 0,0 0 0 0 0,1 0 0 0 0,0-1 0 0 0,15 8 0 0 0,-12-8-5 0 0,1 1 0 0 0,-1-2 0 0 0,1 1 0 0 0,0-2 0 0 0,0 1 0 0 0,1-2 0 0 0,-1 1 0 0 0,0-2 0 0 0,17 0 0 0 0,-20 0-11 0 0,0-2-1 0 0,-1 1 1 0 0,1-1 0 0 0,-1 0-1 0 0,1 0 1 0 0,-1-1 0 0 0,0 0-1 0 0,0 0 1 0 0,0-1 0 0 0,0 0-1 0 0,-1 0 1 0 0,0-1 0 0 0,0 1-1 0 0,0-1 1 0 0,5-6 0 0 0,-1 0-11 0 0,-2 0 1 0 0,0 0-1 0 0,0-1 1 0 0,-1 0-1 0 0,0 0 1 0 0,-1-1 0 0 0,-1 1-1 0 0,0-1 1 0 0,-1-1-1 0 0,0 1 1 0 0,3-18 0 0 0,-4 8 169 0 0,0 0 0 0 0,-2 0 0 0 0,-1 0 0 0 0,0 0 0 0 0,-2-1 0 0 0,-4-22 0 0 0,6 45-157 0 0,0-3 33 0 0,-1 0 0 0 0,0 0 0 0 0,0 0 0 0 0,0 0 0 0 0,0 0 0 0 0,-4-6 0 0 0,5 10-36 0 0,-1-1 0 0 0,0 0 0 0 0,0 0 0 0 0,0 0 1 0 0,0 0-1 0 0,1 1 0 0 0,-1-1 0 0 0,0 0 0 0 0,0 1 1 0 0,0-1-1 0 0,0 1 0 0 0,-1-1 0 0 0,1 1 0 0 0,0 0 1 0 0,0-1-1 0 0,0 1 0 0 0,0 0 0 0 0,0 0 1 0 0,0-1-1 0 0,-1 1 0 0 0,1 0 0 0 0,0 0 0 0 0,0 1 1 0 0,0-1-1 0 0,-2 0 0 0 0,1 1-3 0 0,0-1 0 0 0,0 1-1 0 0,1 0 1 0 0,-1 0 0 0 0,0-1 0 0 0,0 1 0 0 0,1 0-1 0 0,-1 1 1 0 0,1-1 0 0 0,-1 0 0 0 0,1 0 0 0 0,0 1-1 0 0,-1-1 1 0 0,1 0 0 0 0,0 1 0 0 0,0-1-1 0 0,0 1 1 0 0,-1 2 0 0 0,-12 30 1 0 0,13-31-3 0 0,1 0-1 0 0,-1 0 1 0 0,1 0 0 0 0,0 0 0 0 0,0 0 0 0 0,0 0 0 0 0,0 0 0 0 0,1 0 0 0 0,-1 0-1 0 0,1 0 1 0 0,0 0 0 0 0,0 0 0 0 0,0 0 0 0 0,0 0 0 0 0,0 0 0 0 0,2 2 0 0 0,1 0-35 0 0,-1-1 1 0 0,0 1 0 0 0,1-1 0 0 0,0 0-1 0 0,0 0 1 0 0,0 0 0 0 0,1-1 0 0 0,6 4-1 0 0,-1 0-147 0 0,1-1 0 0 0,1-1-1 0 0,-1 0 1 0 0,1 0-1 0 0,0-1 1 0 0,0-1 0 0 0,15 3-1 0 0,-11-4-67 0 0,1 0 0 0 0,-1-1-1 0 0,0-1 1 0 0,0-1 0 0 0,1 0 0 0 0,-1-1 0 0 0,0 0-1 0 0,30-9 1 0 0,-37 7 219 0 0,0 0 0 0 0,0 0-1 0 0,0 0 1 0 0,0-1 0 0 0,-1-1 0 0 0,0 0-1 0 0,0 0 1 0 0,0 0 0 0 0,-1-1 0 0 0,0 0-1 0 0,0 0 1 0 0,-1-1 0 0 0,0 0 0 0 0,0 0-1 0 0,7-15 1 0 0,-1-2 1233 0 0,10-32 0 0 0,-7 16 306 0 0,-14 40-1339 0 0,-19 26 2 0 0,-67 137 810 0 0,72-131-896 0 0,1 1 1 0 0,1 1 0 0 0,-8 46 0 0 0,18-73-86 0 0,0-1 0 0 0,0 1 0 0 0,1 0-1 0 0,-1-1 1 0 0,2 1 0 0 0,-1-1 0 0 0,0 1 0 0 0,1 0-1 0 0,0-1 1 0 0,0 1 0 0 0,1-1 0 0 0,0 0 0 0 0,4 10 0 0 0,-3-11-72 0 0,-1 0 0 0 0,1 0 0 0 0,0-1 0 0 0,1 1 0 0 0,-1-1 1 0 0,0 0-1 0 0,1 0 0 0 0,0 0 0 0 0,0-1 0 0 0,0 1 0 0 0,0-1 1 0 0,0 0-1 0 0,0 0 0 0 0,0 0 0 0 0,1-1 0 0 0,8 3 0 0 0,-3-2-268 0 0,-1-1 0 0 0,1 1 0 0 0,0-2 0 0 0,0 1 0 0 0,0-1 0 0 0,-1-1 0 0 0,1 0 0 0 0,0 0 0 0 0,0-1-1 0 0,-1 0 1 0 0,1-1 0 0 0,-1 0 0 0 0,0 0 0 0 0,0-1 0 0 0,0 0 0 0 0,0-1 0 0 0,-1 0 0 0 0,0 0 0 0 0,0-1 0 0 0,0 0-1 0 0,-1 0 1 0 0,8-9 0 0 0,1-2 239 0 0,-1-1 0 0 0,0 0-1 0 0,-1-1 1 0 0,-1 0 0 0 0,-1-1 0 0 0,-1-1-1 0 0,-1 0 1 0 0,9-26 0 0 0,47-172 8539 0 0,-64 213-7916 0 0,-1 7-40 0 0,2 13 374 0 0,0 22 550 0 0,-6 44 330 0 0,1-31-1088 0 0,4 52 0 0 0,-1-87-755 0 0,1 0 1 0 0,0 0 0 0 0,1 0 0 0 0,0-1 0 0 0,2 1 0 0 0,-1-1 0 0 0,2 0 0 0 0,8 17 0 0 0,-10-24-301 0 0,1-1-1 0 0,-1 1 1 0 0,1-1 0 0 0,-1 0 0 0 0,1 0 0 0 0,1-1 0 0 0,-1 1 0 0 0,1-1-1 0 0,0-1 1 0 0,0 1 0 0 0,12 5 0 0 0,-12-7-708 0 0,-1 0 0 0 0,1 0 0 0 0,-1-1 0 0 0,1 1 0 0 0,0-1 0 0 0,0-1 0 0 0,-1 1 0 0 0,1-1 0 0 0,6 0 0 0 0,7-4-6822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0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0 136 156 0 0,'2'-20'2827'0'0,"0"-8"1953"0"0,2 1 0 0 0,7-32 1 0 0,-11 57-4145 0 0,3 3-524 0 0,0 0 0 0 0,-1 0 0 0 0,1 0 0 0 0,0 0 0 0 0,-1 0 0 0 0,1 0 0 0 0,-1 1 0 0 0,1-1 0 0 0,-1 1 0 0 0,0 0 0 0 0,0-1 0 0 0,0 1 0 0 0,0 0 0 0 0,0 0 0 0 0,0 1 0 0 0,2 2 0 0 0,30 46 954 0 0,-28-42-957 0 0,105 142 958 0 0,-57-82-5647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0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425 103 268 0 0,'-4'-12'3131'0'0,"0"1"-1"0"0,-1 0 1 0 0,0 1-1 0 0,0-1 1 0 0,-12-16-1 0 0,4 7 1215 0 0,10 20-4204 0 0,0 1 0 0 0,1-1 0 0 0,-1 1 1 0 0,0 0-1 0 0,0 0 0 0 0,0 0 0 0 0,1 0 0 0 0,-1 0 0 0 0,1 0 0 0 0,-1 1 0 0 0,1-1 0 0 0,-1 1 1 0 0,1 0-1 0 0,-4 3 0 0 0,-29 36 1146 0 0,20-22-918 0 0,-143 185 1481 0 0,65-59-4151 0 0,65-103-2579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0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89 153 1808 0 0,'-39'-87'14238'0'0,"24"51"-10873"0"0,13 32-2835 0 0,-11-20-5680 0 0,-6 23-2046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0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0 2048 0 0,'-30'1'2101'0'0,"-202"13"15708"0"0,229-14-17100 0 0,7 1-429 0 0,172-1-576 0 0,-78-2-982 0 0,161 5-3340 0 0,-86 2-1817 0 0,-45-2-1481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2.3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311 514 476 0 0,'-53'8'2475'0'0,"-174"33"4622"0"0,224-40-6855 0 0,1 0 1 0 0,-1-1-1 0 0,0 1 1 0 0,1 1-1 0 0,-1-1 1 0 0,1 0-1 0 0,-1 1 1 0 0,1-1 0 0 0,-5 4 896 0 0,37 5 896 0 0,289-22 928 0 0,-243 6-2748 0 0,739-57 394 0 0,401-29-464 0 0,395-1 723 0 0,-927 56-286 0 0,883-36-168 0 0,1 49-306 0 0,-769 18-86 0 0,-326 0-18 0 0,292-8 10 0 0,-432 6 10 0 0,1162-50-21 0 0,-537-17 22 0 0,-857 63-174 0 0,-100 12-157 0 0,0 0 0 0 0,0 0 0 0 0,1-1 0 0 0,-1 1 0 0 0,0 0 0 0 0,0-1 0 0 0,1 1-1 0 0,-1-1 1 0 0,0 1 0 0 0,0-1 0 0 0,0 0 0 0 0,0 0 0 0 0,2-1 0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3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78 492 0 0,'-4'-10'9606'0'0,"4"10"-9538"0"0,0 0 1 0 0,-1 0-1 0 0,1-1 1 0 0,0 1 0 0 0,0 0-1 0 0,2-4 1578 0 0,-1 4-1577 0 0,-1 0-1 0 0,0 0 1 0 0,0 0 0 0 0,0 0-1 0 0,0 0 1 0 0,1 0-1 0 0,-1 0 1 0 0,0 0 0 0 0,0 0-1 0 0,0 0 1 0 0,0 0-1 0 0,1 0 1 0 0,16-4 854 0 0,29 2-1474 0 0,-31 1 834 0 0,149-9-210 0 0,290-24 55 0 0,-357 26 28 0 0,-95 7-164 0 0,9 0 5 0 0,1 0-2162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3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53 1712 0 0,'-42'-51'9581'0'0,"41"50"-9298"0"0,-11 11 175 0 0,8-4-414 0 0,0 1 1 0 0,0-1-1 0 0,1 1 0 0 0,0 0 1 0 0,0 0-1 0 0,1 0 1 0 0,-1 1-1 0 0,-1 13 0 0 0,-1 0 13 0 0,-17 66 282 0 0,-13 121 0 0 0,9 93-1661 0 0,21-142-4137 0 0,6-108 1476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7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345 389 804 0 0,'-5'-8'16028'0'0,"7"6"-15955"0"0,-1 0 0 0 0,1 0 0 0 0,-1 0 0 0 0,1 1 0 0 0,0-1 0 0 0,-1 0 0 0 0,1 1 1 0 0,0-1-1 0 0,0 1 0 0 0,4-2 0 0 0,31-16 64 0 0,-20 10-64 0 0,-3 1-54 0 0,48-25 111 0 0,90-64-1 0 0,-136 85-138 0 0,0-1 0 0 0,-1 0 0 0 0,-1-1 0 0 0,0 0 0 0 0,-1-1 0 0 0,-1-1 0 0 0,0 0 1 0 0,-1 0-1 0 0,0-2 0 0 0,10-24 0 0 0,-19 37-165 0 0,-3 6 64 0 0,-8 12 23 0 0,-11 25 58 0 0,-158 380 125 0 0,75-166-48 0 0,0-35 62 0 0,83-182-76 0 0,-1 0 0 0 0,-2-2 1 0 0,-51 59-1 0 0,68-86 19 0 0,-1 0 0 0 0,1 0 0 0 0,-1 0-1 0 0,0-1 1 0 0,-1 0 0 0 0,1 0 0 0 0,-1-1 0 0 0,0 0 0 0 0,0 0-1 0 0,-15 4 1 0 0,19-7-38 0 0,0 0 1 0 0,0-1-1 0 0,0 1 0 0 0,0-1 0 0 0,0 0 0 0 0,0 0 0 0 0,0 0 0 0 0,0-1 0 0 0,1 1 1 0 0,-1-1-1 0 0,0 0 0 0 0,0 0 0 0 0,0 0 0 0 0,0-1 0 0 0,1 0 0 0 0,-1 1 1 0 0,1-1-1 0 0,-1 0 0 0 0,1-1 0 0 0,0 1 0 0 0,0 0 0 0 0,0-1 0 0 0,0 0 0 0 0,0 0 1 0 0,-4-6-1 0 0,-1-1-21 0 0,1-1 0 0 0,1-1 0 0 0,0 1 1 0 0,1-1-1 0 0,0 0 0 0 0,0-1 0 0 0,1 1 0 0 0,1-1 1 0 0,0 1-1 0 0,1-1 0 0 0,1 0 0 0 0,0 0 0 0 0,0 0 1 0 0,1 0-1 0 0,3-19 0 0 0,-2 24-8 0 0,0 0 1 0 0,1 1-1 0 0,0-1 0 0 0,1 0 0 0 0,-1 1 1 0 0,1-1-1 0 0,1 1 0 0 0,0 0 1 0 0,0 0-1 0 0,0 1 0 0 0,8-10 0 0 0,-7 11 4 0 0,-1 1 0 0 0,1-1 0 0 0,0 1 0 0 0,0 1 0 0 0,1-1 0 0 0,-1 1 0 0 0,1 0 0 0 0,-1 0 0 0 0,1 0 0 0 0,0 1-1 0 0,0 0 1 0 0,0 0 0 0 0,1 1 0 0 0,-1 0 0 0 0,12-1 0 0 0,-4 1 1 0 0,0 1 0 0 0,-1 1 0 0 0,1 0 0 0 0,0 1 0 0 0,-1 1 0 0 0,1 0 0 0 0,-1 0 0 0 0,0 2-1 0 0,0 0 1 0 0,-1 0 0 0 0,1 1 0 0 0,-1 0 0 0 0,0 1 0 0 0,-1 1 0 0 0,12 9 0 0 0,14 14 8 0 0,-2 1 1 0 0,59 72-1 0 0,-91-101 2 0 0,1 3-22 0 0,1 0-1 0 0,0-1 1 0 0,1 0-1 0 0,-1 0 1 0 0,1 0-1 0 0,0-1 1 0 0,0 1-1 0 0,0-2 1 0 0,0 1-1 0 0,1-1 1 0 0,0 0 0 0 0,-1 0-1 0 0,1 0 1 0 0,0-1-1 0 0,1 0 1 0 0,-1-1-1 0 0,0 0 1 0 0,0 0-1 0 0,1 0 1 0 0,-1-1-1 0 0,0 0 1 0 0,1-1-1 0 0,-1 1 1 0 0,0-1 0 0 0,1-1-1 0 0,9-2 1 0 0,-2-1-82 0 0,0-1 1 0 0,-1 0 0 0 0,1-1 0 0 0,-1-1 0 0 0,-1 0-1 0 0,1-1 1 0 0,-1-1 0 0 0,-1 0 0 0 0,0 0-1 0 0,0-1 1 0 0,19-24 0 0 0,-20 21 79 0 0,-1-1 0 0 0,0-1 1 0 0,-1 1-1 0 0,-1-1 0 0 0,0-1 1 0 0,-1 0-1 0 0,-1 0 0 0 0,-1 0 0 0 0,0 0 1 0 0,3-24-1 0 0,-8 37 10 0 0,1-1 0 0 0,-1 1 0 0 0,1-1 0 0 0,-1 1-1 0 0,-1-1 1 0 0,1 1 0 0 0,-1-1 0 0 0,0 1 0 0 0,-2-9 0 0 0,3 13 9 0 0,-1-1 0 0 0,1 1 1 0 0,0 0-1 0 0,0-1 0 0 0,-1 1 0 0 0,1-1 0 0 0,-1 1 0 0 0,1 0 1 0 0,0-1-1 0 0,-1 1 0 0 0,1 0 0 0 0,-1-1 0 0 0,1 1 0 0 0,-1 0 1 0 0,1 0-1 0 0,-1-1 0 0 0,1 1 0 0 0,-1 0 0 0 0,1 0 0 0 0,-1 0 0 0 0,0 0 1 0 0,1 0-1 0 0,-1 0 0 0 0,1 0 0 0 0,-1 0 0 0 0,1 0 0 0 0,-1 0 1 0 0,1 0-1 0 0,-1 0 0 0 0,1 0 0 0 0,-1 0 0 0 0,1 1 0 0 0,-1-1 0 0 0,1 0 1 0 0,-1 0-1 0 0,1 0 0 0 0,-1 1 0 0 0,-17 11-57 0 0,7 0 48 0 0,0 1 1 0 0,1 1-1 0 0,0-1 1 0 0,1 2-1 0 0,1-1 1 0 0,0 1-1 0 0,1 1 1 0 0,1-1-1 0 0,0 1 1 0 0,1 0-1 0 0,1 1 1 0 0,1-1-1 0 0,0 1 1 0 0,-1 22-1 0 0,4-35 21 0 0,0 0 1 0 0,0-1-1 0 0,0 1 0 0 0,1 0 0 0 0,0 0 0 0 0,0-1 0 0 0,0 1 0 0 0,0 0 0 0 0,0-1 0 0 0,0 1 0 0 0,1-1 0 0 0,0 1 0 0 0,0-1 0 0 0,0 0 0 0 0,0 0 0 0 0,0 0 0 0 0,1 0 0 0 0,-1 0 0 0 0,5 3 0 0 0,-3-4 3 0 0,-1 1 0 0 0,1-1 0 0 0,0 0 0 0 0,1 0 0 0 0,-1 0 0 0 0,0-1 0 0 0,1 0 0 0 0,-1 0 1 0 0,0 0-1 0 0,1 0 0 0 0,-1 0 0 0 0,1-1 0 0 0,-1 0 0 0 0,1 0 0 0 0,9-1 0 0 0,6-3-192 0 0,0 0-1 0 0,0-1 1 0 0,0-1 0 0 0,0-1 0 0 0,-1-1 0 0 0,0-1 0 0 0,-1 0-1 0 0,24-16 1 0 0,-17 7-142 0 0,0 0-1 0 0,-1-1 1 0 0,-2-2-1 0 0,0 0 1 0 0,20-26-1 0 0,-19 17 185 0 0,-2-1 0 0 0,-1 0 0 0 0,-1-2-1 0 0,-2-1 1 0 0,-1 0 0 0 0,16-54 0 0 0,-14 25 1224 0 0,-2-1 0 0 0,12-122 1 0 0,-27 176-859 0 0,0 2-16 0 0,0-1 0 0 0,-1 0 0 0 0,0-15 0 0 0,-1 22-149 0 0,-1 5 6 0 0,-5 7 113 0 0,-1 1-1 0 0,1 0 0 0 0,1 1 1 0 0,0 0-1 0 0,1 0 0 0 0,0 0 1 0 0,-6 25-1 0 0,-15 96 1477 0 0,16-62-1114 0 0,3 1-1 0 0,3 0 1 0 0,3 0-1 0 0,12 95 1 0 0,-11-160-508 0 0,1 0 0 0 0,1 0 0 0 0,-1 0 0 0 0,1-1 1 0 0,0 1-1 0 0,1 0 0 0 0,-1-1 0 0 0,1 1 0 0 0,6 8 0 0 0,-7-13-61 0 0,0 0-1 0 0,-1 0 1 0 0,2 0-1 0 0,-1 0 0 0 0,0 0 1 0 0,0-1-1 0 0,1 1 0 0 0,-1-1 1 0 0,0 0-1 0 0,1 1 0 0 0,0-1 1 0 0,-1 0-1 0 0,1 0 0 0 0,0-1 1 0 0,-1 1-1 0 0,1-1 0 0 0,0 1 1 0 0,0-1-1 0 0,-1 0 0 0 0,1 0 1 0 0,0 0-1 0 0,0 0 0 0 0,0 0 1 0 0,-1-1-1 0 0,1 1 0 0 0,4-2 1 0 0,6-2-598 0 0,-1 0 0 0 0,1-1 0 0 0,-1-1 0 0 0,1 0 0 0 0,-1 0 0 0 0,-1-1 0 0 0,15-11 0 0 0,-6 2-3101 0 0,23-23-1 0 0,-17 11-2966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7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13 804 0 0,'-39'5'6074'0'0,"23"-3"-3052"0"0,0 0 0 0 0,-30 9 784 0 0,73-10-4336 0 0,-1 0 1 0 0,1-2 0 0 0,51-9 0 0 0,-14 2-2162 0 0,7-1-2574 0 0,-28 3 1014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8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44 847 2024 0 0,'-6'6'1511'0'0,"0"1"1"0"0,0-1-1 0 0,0 1 0 0 0,-6 11 0 0 0,11-16-1374 0 0,0 0 1 0 0,0 0-1 0 0,0 0 0 0 0,0-1 0 0 0,1 1 0 0 0,-1 0 0 0 0,0 0 0 0 0,1 0 0 0 0,0 0 0 0 0,-1 0 0 0 0,1 0 0 0 0,0 0 0 0 0,0 0 0 0 0,0 0 0 0 0,1 0 0 0 0,-1 0 1 0 0,0 0-1 0 0,1 0 0 0 0,-1 0 0 0 0,1 0 0 0 0,0 0 0 0 0,-1 0 0 0 0,1-1 0 0 0,0 1 0 0 0,0 0 0 0 0,1 1 0 0 0,-1-2 275 0 0,4-1-303 0 0,1-1 0 0 0,-1 0 0 0 0,0 0 0 0 0,0 0 0 0 0,0 0 0 0 0,0-1 0 0 0,0 0 0 0 0,-1 0 0 0 0,1-1 0 0 0,0 1 0 0 0,4-5-1 0 0,8-5 28 0 0,22-21 0 0 0,-31 26-77 0 0,29-28 51 0 0,58-74-1 0 0,22-50-28 0 0,58-130-204 0 0,-16 26-205 0 0,-159 262 323 0 0,1 0 0 0 0,-1 0 1 0 0,1 0-1 0 0,0 0 0 0 0,-1 0 0 0 0,1 0 0 0 0,0 1 1 0 0,0-1-1 0 0,-1 0 0 0 0,1 0 0 0 0,0 1 0 0 0,0-1 1 0 0,0 0-1 0 0,0 1 0 0 0,0-1 0 0 0,0 1 0 0 0,0-1 1 0 0,0 1-1 0 0,2-1 0 0 0,-2 1 8 0 0,0 1 1 0 0,0-1-1 0 0,-1 0 1 0 0,1 1-1 0 0,0-1 0 0 0,0 1 1 0 0,-1-1-1 0 0,1 1 0 0 0,0-1 1 0 0,-1 1-1 0 0,1-1 1 0 0,0 1-1 0 0,-1-1 0 0 0,1 1 1 0 0,-1 0-1 0 0,1-1 0 0 0,-1 1 1 0 0,0 0-1 0 0,1 0 0 0 0,-1-1 1 0 0,0 1-1 0 0,1 0 1 0 0,-1 0-1 0 0,0 0 0 0 0,0-1 1 0 0,1 1-1 0 0,-1 1 0 0 0,0 1 24 0 0,4 15 185 0 0,0 1 0 0 0,-2 0 0 0 0,0 0 0 0 0,-1 0 0 0 0,-1 0 0 0 0,-3 30 0 0 0,1 0 127 0 0,-13 159 486 0 0,6-116-623 0 0,4 114 0 0 0,5-195-204 0 0,4 45 158 0 0,-3-51-185 0 0,0-1 0 0 0,0 1 0 0 0,0 0 1 0 0,0-1-1 0 0,1 1 0 0 0,0-1 1 0 0,-1 0-1 0 0,6 8 0 0 0,-7-11-111 0 0,1 0 0 0 0,0 0-1 0 0,0 0 1 0 0,0 0 0 0 0,0 0-1 0 0,0 0 1 0 0,1 0 0 0 0,-1 0-1 0 0,0 0 1 0 0,0 0 0 0 0,0-1-1 0 0,1 1 1 0 0,-1 0 0 0 0,0-1-1 0 0,1 1 1 0 0,-1-1 0 0 0,1 0 0 0 0,-1 1-1 0 0,1-1 1 0 0,-1 0 0 0 0,0 0-1 0 0,1 0 1 0 0,-1 0 0 0 0,1 0-1 0 0,-1 0 1 0 0,3-1 0 0 0,-1 0-467 0 0,-1 0 1 0 0,1 0 0 0 0,0 0 0 0 0,-1 0-1 0 0,1-1 1 0 0,-1 1 0 0 0,1-1 0 0 0,-1 0-1 0 0,1 0 1 0 0,-1 0 0 0 0,3-3 0 0 0,4-6-4079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8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136 109 1644 0 0,'-40'-4'5523'0'0,"17"1"-1536"0"0,0 1 0 0 0,-26 2-1 0 0,109-12-3558 0 0,137-19-848 0 0,-55 9-2619 0 0,0-5-5426 0 0,-107 19 3238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9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73 684 0 0,'-15'-32'6091'0'0,"-3"-7"-62"0"0,17 37-5722 0 0,-12 33 930 0 0,1 1 0 0 0,2 0 0 0 0,-10 49 0 0 0,0 3-458 0 0,-17 50-91 0 0,-63 215 271 0 0,97-339-956 0 0,-5 16 1106 0 0,6-23-608 0 0,2-14-439 0 0,2 0-48 0 0,0-1 0 0 0,1 1 0 0 0,1 0 0 0 0,0 0 0 0 0,8-16-1 0 0,-6 13-9 0 0,0 0-26 0 0,1 1-1 0 0,0 0 0 0 0,0 0 0 0 0,2 1 0 0 0,-1 0 0 0 0,1 0 0 0 0,1 1 1 0 0,18-16-1 0 0,-24 24 15 0 0,0-1 1 0 0,0 1-1 0 0,0 1 1 0 0,0-1 0 0 0,1 1-1 0 0,-1-1 1 0 0,1 1-1 0 0,-1 1 1 0 0,1-1-1 0 0,0 1 1 0 0,0-1-1 0 0,0 1 1 0 0,0 1 0 0 0,0-1-1 0 0,0 1 1 0 0,0 0-1 0 0,0 0 1 0 0,0 0-1 0 0,0 1 1 0 0,0-1 0 0 0,0 1-1 0 0,-1 0 1 0 0,1 1-1 0 0,0-1 1 0 0,0 1-1 0 0,-1 0 1 0 0,1 1-1 0 0,7 4 1 0 0,-3 0 7 0 0,0 0 0 0 0,-1 0 1 0 0,0 1-1 0 0,0 1 0 0 0,-1-1 1 0 0,0 1-1 0 0,0 0 0 0 0,-1 1 0 0 0,0 0 1 0 0,-1 0-1 0 0,0 0 0 0 0,-1 0 0 0 0,0 1 1 0 0,0 0-1 0 0,-1-1 0 0 0,-1 2 0 0 0,0-1 1 0 0,0 0-1 0 0,-1 0 0 0 0,0 12 0 0 0,-2-17 100 0 0,1 0 0 0 0,-1 0 0 0 0,-1 0 0 0 0,1 0 0 0 0,-1 0-1 0 0,0 0 1 0 0,0-1 0 0 0,-1 1 0 0 0,1-1 0 0 0,-1 0 0 0 0,-1 0-1 0 0,1 0 1 0 0,-1 0 0 0 0,1 0 0 0 0,-2-1 0 0 0,1 1 0 0 0,0-1 0 0 0,-1 0-1 0 0,1 0 1 0 0,-1-1 0 0 0,0 0 0 0 0,-1 0 0 0 0,1 0 0 0 0,0 0-1 0 0,-1-1 1 0 0,0 0 0 0 0,1 0 0 0 0,-1 0 0 0 0,-8 1 0 0 0,4-1-15 0 0,0-1 1 0 0,0 0-1 0 0,1 0 0 0 0,-1-1 1 0 0,0 0-1 0 0,0-1 1 0 0,0 0-1 0 0,1 0 1 0 0,-1-1-1 0 0,0 0 0 0 0,1-1 1 0 0,-1 0-1 0 0,1-1 1 0 0,0 0-1 0 0,0 0 1 0 0,1-1-1 0 0,-13-8 0 0 0,19 11-298 0 0,-1 1 0 0 0,1-1 0 0 0,0 0 0 0 0,0 0 0 0 0,0-1 0 0 0,0 1 0 0 0,0 0 0 0 0,1 0 0 0 0,-1-1 0 0 0,1 1 0 0 0,0-1 0 0 0,-1 0 0 0 0,1 1 0 0 0,0-1 0 0 0,1 0 0 0 0,-1 0 0 0 0,0 1 0 0 0,1-1 0 0 0,-1 0 0 0 0,1 0 0 0 0,0 0 0 0 0,0 0 0 0 0,0 0 0 0 0,1 0 0 0 0,-1 1 0 0 0,1-1 0 0 0,-1 0 0 0 0,1 0 0 0 0,0 0 0 0 0,0 1 0 0 0,2-4 0 0 0,2-4-1189 0 0,0 1 0 0 0,1 0 0 0 0,0 1 0 0 0,1-1 0 0 0,0 1 1 0 0,0 1-1 0 0,9-9 0 0 0,2 1-4527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09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27 101 1612 0 0,'3'1'2632'0'0,"38"3"5574"0"0,-39-4-7568 0 0,15 5 853 0 0,-10-1-1294 0 0,0 1-1 0 0,0-2 0 0 0,1 1 0 0 0,-1-1 0 0 0,1 0 1 0 0,0 0-1 0 0,0-1 0 0 0,-1 0 0 0 0,1-1 0 0 0,1 0 1 0 0,-1 0-1 0 0,0 0 0 0 0,9-2 0 0 0,-12 1-145 0 0,0-1 0 0 0,0 1 0 0 0,1-1 1 0 0,-1-1-1 0 0,0 1 0 0 0,-1-1 0 0 0,1 0 0 0 0,0 0 0 0 0,7-4 0 0 0,-10 4-40 0 0,1 0 1 0 0,-1 0-1 0 0,0 1 1 0 0,0-2-1 0 0,0 1 1 0 0,-1 0-1 0 0,1 0 1 0 0,0 0-1 0 0,-1-1 1 0 0,0 1-1 0 0,1-1 0 0 0,-1 1 1 0 0,0-1-1 0 0,0 0 1 0 0,0 1-1 0 0,-1-1 1 0 0,1 0-1 0 0,-1 0 1 0 0,1 1-1 0 0,-1-1 1 0 0,0-4-1 0 0,0 4-10 0 0,0 1 0 0 0,0-1 0 0 0,0 0 0 0 0,0 0 0 0 0,-1 0 0 0 0,1 1 0 0 0,-1-1 0 0 0,0 0 0 0 0,0 1 1 0 0,0-1-1 0 0,0 0 0 0 0,0 1 0 0 0,0-1 0 0 0,-1 1 0 0 0,1 0 0 0 0,-1-1 0 0 0,0 1 0 0 0,1 0 0 0 0,-1 0 0 0 0,0 0 0 0 0,0 0 0 0 0,-1 0 0 0 0,1 1 0 0 0,0-1 0 0 0,-1 1 0 0 0,-2-2 0 0 0,2 2-4 0 0,-1 0 0 0 0,0 0-1 0 0,0 0 1 0 0,1 1-1 0 0,-1-1 1 0 0,0 1-1 0 0,0 0 1 0 0,0 0 0 0 0,1 1-1 0 0,-1-1 1 0 0,0 1-1 0 0,0 0 1 0 0,1 0 0 0 0,-1 0-1 0 0,1 0 1 0 0,-1 0-1 0 0,1 1 1 0 0,-1 0-1 0 0,-3 2 1 0 0,-8 6 18 0 0,1 1 0 0 0,1 0 0 0 0,0 1 0 0 0,0 1 0 0 0,1 0 0 0 0,1 0 0 0 0,0 1 0 0 0,1 0 0 0 0,1 1 0 0 0,0 0 0 0 0,1 1 0 0 0,0 0 0 0 0,2 0 0 0 0,0 1 0 0 0,0-1 0 0 0,2 1 0 0 0,-4 22 0 0 0,7-34 3 0 0,1 0 1 0 0,0 0-1 0 0,0 1 1 0 0,0-1-1 0 0,0 0 0 0 0,1 0 1 0 0,0 1-1 0 0,0-1 1 0 0,0 0-1 0 0,0 0 0 0 0,1 0 1 0 0,0 0-1 0 0,0 0 1 0 0,1-1-1 0 0,-1 1 0 0 0,1 0 1 0 0,4 4-1 0 0,-3-5 0 0 0,0 0-1 0 0,1 1 1 0 0,0-2-1 0 0,0 1 1 0 0,0 0-1 0 0,0-1 1 0 0,0 0-1 0 0,1 0 1 0 0,-1-1-1 0 0,1 0 0 0 0,0 0 1 0 0,0 0-1 0 0,0 0 1 0 0,8 0-1 0 0,3 0-396 0 0,-1 0-1 0 0,0-1 0 0 0,1-1 0 0 0,-1-1 0 0 0,1 0 1 0 0,-1-2-1 0 0,23-5 0 0 0,-20 3-1556 0 0,0-1 0 0 0,0-1 0 0 0,21-11 0 0 0,-5-2-3790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10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422 121 152 0 0,'0'-3'2416'0'0,"-8"-31"3666"0"0,7 29-5597 0 0,1 0 0 0 0,-1 0 1 0 0,0 0-1 0 0,0 0 1 0 0,0 0-1 0 0,-1 0 1 0 0,0 0-1 0 0,0 1 1 0 0,0-1-1 0 0,-1 1 1 0 0,1-1-1 0 0,-1 1 0 0 0,0 0 1 0 0,0 0-1 0 0,-5-4 1 0 0,7 7-457 0 0,-1 0 0 0 0,1 1 1 0 0,-1-1-1 0 0,1 0 0 0 0,-1 1 1 0 0,1 0-1 0 0,-1-1 0 0 0,1 1 0 0 0,-1 0 1 0 0,1 0-1 0 0,-1 0 0 0 0,1 0 1 0 0,-1 0-1 0 0,1 0 0 0 0,-1 0 1 0 0,1 1-1 0 0,-3 0 0 0 0,-26 10 135 0 0,25-9-124 0 0,-9 5 0 0 0,0 1 0 0 0,1 0 0 0 0,0 1 0 0 0,0 0 0 0 0,1 1-1 0 0,-20 22 1 0 0,1 1 31 0 0,-28 42-1 0 0,35-41-31 0 0,-23 40 0 0 0,40-60-21 0 0,0-1-1 0 0,1 1 1 0 0,1 0-1 0 0,0 0 1 0 0,1 1-1 0 0,-4 22 1 0 0,8-34 3 0 0,-1 0-1 0 0,1 0 1 0 0,0 0 0 0 0,1 1-1 0 0,-1-1 1 0 0,1 0-1 0 0,-1 0 1 0 0,3 5 0 0 0,-3-7-16 0 0,0 0 1 0 0,1 0 0 0 0,-1 0-1 0 0,1 0 1 0 0,-1 0 0 0 0,1 0-1 0 0,-1 0 1 0 0,1 0 0 0 0,0 0-1 0 0,-1-1 1 0 0,1 1 0 0 0,0 0-1 0 0,0-1 1 0 0,-1 1 0 0 0,1 0-1 0 0,0-1 1 0 0,0 1 0 0 0,0-1-1 0 0,0 1 1 0 0,0-1-1 0 0,0 0 1 0 0,0 1 0 0 0,0-1-1 0 0,0 0 1 0 0,0 0 0 0 0,0 1-1 0 0,0-1 1 0 0,0 0 0 0 0,0 0-1 0 0,0 0 1 0 0,1-1 0 0 0,6 0-1 0 0,0-1 1 0 0,0 0 0 0 0,0 0-1 0 0,0-1 1 0 0,0 0 0 0 0,-1-1-1 0 0,0 0 1 0 0,1 0 0 0 0,10-8-1 0 0,-7 3-19 0 0,0-1 0 0 0,-1 0 0 0 0,0-1 0 0 0,17-23-1 0 0,-3-4-26 0 0,-2-1-1 0 0,27-65 1 0 0,-49 103 41 0 0,57-134-253 0 0,-56 133 221 0 0,12 8-70 0 0,-10-1 98 0 0,-1 0 0 0 0,0 1 1 0 0,0-1-1 0 0,-1 1 1 0 0,1 0-1 0 0,-1-1 0 0 0,0 11 1 0 0,0 46 20 0 0,0-19 10 0 0,-1-24-80 0 0,4 41-1514 0 0,-3-55 1144 0 0,0 0 0 0 0,0 0 0 0 0,0 0 0 0 0,1 0 0 0 0,-1 0-1 0 0,1-1 1 0 0,0 1 0 0 0,1-1 0 0 0,2 5 0 0 0,-4-8 107 0 0,0 0 0 0 0,1 0 0 0 0,-1 0 0 0 0,0-1 0 0 0,1 1 0 0 0,-1 0 0 0 0,1-1 0 0 0,-1 1 0 0 0,1-1 0 0 0,-1 0 0 0 0,1 1 0 0 0,-1-1 0 0 0,1 0 0 0 0,-1 0 0 0 0,1 0 0 0 0,0 0 0 0 0,-1 0 0 0 0,1 0 0 0 0,2-1 0 0 0,9-3-2734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10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1 255 2120 0 0,'20'-40'3186'0'0,"-12"24"-2179"0"0,0 0 0 0 0,1 0 0 0 0,0 0 0 0 0,1 1 0 0 0,1 0 0 0 0,14-13-1 0 0,-24 26-972 0 0,0 1-1 0 0,1 0 1 0 0,-1-1-1 0 0,0 1 1 0 0,1 0-1 0 0,-1 0 1 0 0,1 0-1 0 0,-1 0 1 0 0,1 1-1 0 0,0-1 1 0 0,-1 0-1 0 0,1 1 1 0 0,0-1-1 0 0,-1 1 1 0 0,1-1-1 0 0,0 1 1 0 0,0 0-1 0 0,0 0 1 0 0,-1 0-1 0 0,1 0 0 0 0,0 0 1 0 0,0 0-1 0 0,0 0 1 0 0,-1 1-1 0 0,1-1 1 0 0,0 1-1 0 0,0-1 1 0 0,-1 1-1 0 0,1 0 1 0 0,-1-1-1 0 0,1 1 1 0 0,2 2-1 0 0,0 0 62 0 0,-1 1 0 0 0,1-1 0 0 0,-1 1-1 0 0,0 0 1 0 0,0 0 0 0 0,0 0 0 0 0,0 0 0 0 0,-1 1-1 0 0,0-1 1 0 0,3 9 0 0 0,-1-1 99 0 0,0 0 0 0 0,-1 0 0 0 0,-1 0 0 0 0,0 1 1 0 0,-1-1-1 0 0,0 1 0 0 0,-1-1 0 0 0,-2 22 0 0 0,-3 4 1404 0 0,-16 54 0 0 0,16-71-422 0 0,5-21-1154 0 0,0 0-1 0 0,0 1 1 0 0,0-1 0 0 0,0 0 0 0 0,0 1 0 0 0,0-1 0 0 0,0 0 0 0 0,0 1 0 0 0,-1-1 0 0 0,1 0 0 0 0,0 0 0 0 0,0 1 0 0 0,0-1 0 0 0,0 0 0 0 0,0 1 0 0 0,-1-1 0 0 0,1 0 0 0 0,0 0 0 0 0,0 1 0 0 0,-1-1 0 0 0,1 0 0 0 0,0 0 0 0 0,0 0 0 0 0,-1 1 0 0 0,1-1 0 0 0,0 0 0 0 0,-1 0 0 0 0,1 0 0 0 0,0 0 0 0 0,0 0 0 0 0,-1 0 0 0 0,1 1 0 0 0,0-1-1 0 0,-1 0 1 0 0,1 0 0 0 0,0 0 0 0 0,-1 0 0 0 0,1 0 0 0 0,0 0 0 0 0,-1 0 0 0 0,1 0 0 0 0,0-1 0 0 0,-1 1 0 0 0,1 0 0 0 0,0 0 0 0 0,-1 0 0 0 0,1 0 0 0 0,-1 0 0 0 0,1-1-7 0 0,-1 1-1 0 0,0-1 1 0 0,1 1 0 0 0,-1-1-1 0 0,0 0 1 0 0,1 1 0 0 0,-1-1-1 0 0,0 0 1 0 0,1 1-1 0 0,-1-1 1 0 0,1 0 0 0 0,0 1-1 0 0,-1-1 1 0 0,1 0 0 0 0,-1-1-1 0 0,0-8-10 0 0,0 0 0 0 0,1 0 1 0 0,0 0-1 0 0,1 0 0 0 0,0 0 0 0 0,1 0 0 0 0,0 0 0 0 0,0 0 0 0 0,7-16 0 0 0,0 4-39 0 0,1 0 0 0 0,24-40 0 0 0,-19 40 7 0 0,0 0 0 0 0,2 2-1 0 0,29-31 1 0 0,-36 42 5 0 0,-1 1 1 0 0,1 0-1 0 0,0 0 1 0 0,1 1 0 0 0,0 0-1 0 0,0 1 1 0 0,0 0-1 0 0,1 1 1 0 0,18-6-1 0 0,-26 10 17 0 0,-1 0-1 0 0,1 1 1 0 0,0-1-1 0 0,0 1 1 0 0,-1-1-1 0 0,1 1 1 0 0,0 0-1 0 0,0 1 1 0 0,-1-1-1 0 0,1 1 1 0 0,0-1-1 0 0,0 1 1 0 0,-1 0-1 0 0,1 1 0 0 0,-1-1 1 0 0,1 0-1 0 0,-1 1 1 0 0,1 0-1 0 0,-1 0 1 0 0,0 0-1 0 0,0 0 1 0 0,3 4-1 0 0,-2-2 8 0 0,-1 0 1 0 0,1 0-1 0 0,-1 1 0 0 0,0-1 0 0 0,-1 1 0 0 0,1 0 0 0 0,-1-1 0 0 0,0 1 0 0 0,0 1 1 0 0,-1-1-1 0 0,1 0 0 0 0,-1 0 0 0 0,0 0 0 0 0,-1 1 0 0 0,1 6 0 0 0,-1 15 24 0 0,-2 0-1 0 0,-4 29 1 0 0,2-25-64 0 0,-1 33 0 0 0,5-63-10 0 0,0 1-1 0 0,0-1 0 0 0,0 1 1 0 0,1-1-1 0 0,-1 1 1 0 0,0-1-1 0 0,0 1 0 0 0,1-1 1 0 0,-1 0-1 0 0,1 1 1 0 0,0-1-1 0 0,-1 1 0 0 0,1-1 1 0 0,0 0-1 0 0,0 0 1 0 0,-1 1-1 0 0,1-1 0 0 0,0 0 1 0 0,0 0-1 0 0,1 0 0 0 0,0 1 1 0 0,0-1-90 0 0,1 1-1 0 0,-1-1 1 0 0,0 0 0 0 0,1 0-1 0 0,-1-1 1 0 0,1 1 0 0 0,-1 0 0 0 0,1-1-1 0 0,-1 0 1 0 0,1 1 0 0 0,4-1-1 0 0,7-1-627 0 0,0-1-1 0 0,0 0 1 0 0,24-7-1 0 0,-25 5 449 0 0,177-48-7070 0 0,-110 30 1941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1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4 119 1536 0 0,'-1'-4'702'0'0,"0"-1"0"0"0,1 1 0 0 0,-1 0 0 0 0,1-1 0 0 0,0 1 0 0 0,0 0 0 0 0,0-1 0 0 0,1 1 0 0 0,-1 0 0 0 0,1-1 0 0 0,1-4 0 0 0,0 2-95 0 0,1 1 1 0 0,-1-1-1 0 0,1 1 1 0 0,0-1-1 0 0,7-10 1 0 0,-9 16-581 0 0,0 0-1 0 0,0 0 1 0 0,0 1 0 0 0,0-1 0 0 0,0 0 0 0 0,0 0 0 0 0,1 0 0 0 0,-1 1 0 0 0,0-1 0 0 0,0 1 0 0 0,0-1 0 0 0,1 1 0 0 0,-1-1 0 0 0,0 1 0 0 0,1 0 0 0 0,-1-1 0 0 0,0 1 0 0 0,1 0 0 0 0,-1 0-1 0 0,0 0 1 0 0,3 0 0 0 0,-1 0 5 0 0,0 1-1 0 0,1 0 0 0 0,-1-1 1 0 0,0 1-1 0 0,0 0 0 0 0,7 3 1 0 0,-3 0-6 0 0,-1 0 0 0 0,1 1 0 0 0,-1 0 0 0 0,0 0 0 0 0,0 0 1 0 0,-1 1-1 0 0,0 0 0 0 0,0 0 0 0 0,0 0 0 0 0,0 1 0 0 0,-1 0 0 0 0,5 11 1 0 0,-2-4 3 0 0,-1 1 1 0 0,-1-1 0 0 0,0 1 0 0 0,-2 0 0 0 0,4 22-1 0 0,-6-24 150 0 0,-1 1-1 0 0,0-1 0 0 0,-1 1 0 0 0,-1-1 0 0 0,0 0 1 0 0,-7 25-1 0 0,0 1 1788 0 0,8-38-1898 0 0,1 0 0 0 0,0 0-1 0 0,-1 0 1 0 0,1 0 0 0 0,-1 0 0 0 0,1-1-1 0 0,-1 1 1 0 0,0 0 0 0 0,1 0 0 0 0,-1 0-1 0 0,0-1 1 0 0,1 1 0 0 0,-1 0 0 0 0,0-1-1 0 0,0 1 1 0 0,-1 0 0 0 0,2-1-61 0 0,0 0 0 0 0,-1 0 0 0 0,1 0 0 0 0,0 1 1 0 0,-1-1-1 0 0,1 0 0 0 0,0 0 0 0 0,-1 0 0 0 0,1 0 0 0 0,0 0 0 0 0,-1 0 0 0 0,1 0 1 0 0,0 0-1 0 0,-1 0 0 0 0,1 0 0 0 0,0 0 0 0 0,0 0 0 0 0,-1 0 0 0 0,1 0 0 0 0,0 0 1 0 0,-1-1-1 0 0,1 1 0 0 0,0 0 0 0 0,-1 0 0 0 0,1 0 0 0 0,0 0 0 0 0,0-1 0 0 0,-1 1 1 0 0,1 0-1 0 0,0 0 0 0 0,0-1 0 0 0,-1 1 0 0 0,1 0 0 0 0,0 0 0 0 0,0-1 0 0 0,0 1 1 0 0,-1 0-1 0 0,1 0 0 0 0,0-1 0 0 0,0 1 0 0 0,0 0 0 0 0,0-1 0 0 0,0 1 0 0 0,0 0 0 0 0,0-1 1 0 0,0 1-1 0 0,0 0 0 0 0,0-1 0 0 0,0 1 0 0 0,0 0 0 0 0,0-1 0 0 0,0 0 0 0 0,0-10 1 0 0,0 1 0 0 0,1-1 0 0 0,0 0-1 0 0,1 0 1 0 0,0 0 0 0 0,0 1-1 0 0,2-1 1 0 0,-1 1 0 0 0,1 0-1 0 0,0 0 1 0 0,1 0 0 0 0,9-13-1 0 0,-9 15-21 0 0,0 0-1 0 0,1 0 0 0 0,0 0 1 0 0,1 1-1 0 0,-1 0 0 0 0,2 0 1 0 0,-1 1-1 0 0,0-1 0 0 0,1 2 1 0 0,0-1-1 0 0,1 1 0 0 0,-1 0 1 0 0,1 1-1 0 0,14-5 0 0 0,-19 8 8 0 0,1-1-1 0 0,0 2 1 0 0,0-1-1 0 0,1 1 0 0 0,-1-1 1 0 0,0 1-1 0 0,0 1 0 0 0,0-1 1 0 0,0 1-1 0 0,0 0 0 0 0,0 0 1 0 0,0 0-1 0 0,0 1 0 0 0,9 3 1 0 0,-8-1-2 0 0,1 0 1 0 0,-1 0 0 0 0,0 0 0 0 0,0 1-1 0 0,-1 0 1 0 0,1 0 0 0 0,-1 1 0 0 0,0-1-1 0 0,7 11 1 0 0,-7-8 11 0 0,1 1 0 0 0,-1-1 0 0 0,-1 2 0 0 0,1-1 0 0 0,-2 0 0 0 0,1 1 0 0 0,-1-1 0 0 0,-1 1 0 0 0,0 0-1 0 0,0 0 1 0 0,-1 0 0 0 0,0 0 0 0 0,-1 1 0 0 0,0-1 0 0 0,-2 14 0 0 0,2-22 10 0 0,-1 0 1 0 0,1 0-1 0 0,-1 0 1 0 0,0-1-1 0 0,1 1 0 0 0,-1 0 1 0 0,0 0-1 0 0,0 0 0 0 0,-2 2 1 0 0,3-4-15 0 0,0 0 1 0 0,0 1-1 0 0,-1-1 1 0 0,1 0 0 0 0,0 0-1 0 0,-1 1 1 0 0,1-1-1 0 0,0 0 1 0 0,-1 0-1 0 0,1 0 1 0 0,0 1 0 0 0,-1-1-1 0 0,1 0 1 0 0,-1 0-1 0 0,1 0 1 0 0,0 0-1 0 0,-1 0 1 0 0,1 0 0 0 0,-1 0-1 0 0,1 0 1 0 0,0 0-1 0 0,-1 0 1 0 0,1 0-1 0 0,-1 0 1 0 0,1 0 0 0 0,0 0-1 0 0,-1 0 1 0 0,1 0-1 0 0,0-1 1 0 0,-1 1-1 0 0,1 0 1 0 0,0 0 0 0 0,-1 0-1 0 0,1 0 1 0 0,0-1-1 0 0,-1 1 1 0 0,1-1-1 0 0,-1 0-2 0 0,0 0 0 0 0,1-1 0 0 0,-1 1 0 0 0,1 0 0 0 0,-1-1 0 0 0,1 1 0 0 0,0 0 0 0 0,0-1 0 0 0,-1 1 0 0 0,1-1 0 0 0,0 1 0 0 0,0 0 0 0 0,0-1 0 0 0,1 1 0 0 0,-1-2 0 0 0,0-3-12 0 0,1-6-2 0 0,0 0 0 0 0,1 0 0 0 0,0 1 0 0 0,1-1 0 0 0,0 0 0 0 0,1 1 0 0 0,1 0 0 0 0,-1 0-1 0 0,13-20 1 0 0,-8 15-10 0 0,2 1 0 0 0,0 1-1 0 0,0-1 1 0 0,1 2-1 0 0,27-24 1 0 0,-34 33 12 0 0,0 0 0 0 0,1 0 1 0 0,-1 1-1 0 0,1-1 0 0 0,0 1 0 0 0,0 1 0 0 0,0-1 1 0 0,1 1-1 0 0,-1 0 0 0 0,0 0 0 0 0,1 1 0 0 0,-1 0 1 0 0,10 0-1 0 0,-12 1 11 0 0,-1 0 1 0 0,1 0-1 0 0,0 1 1 0 0,-1-1-1 0 0,1 1 1 0 0,-1 0-1 0 0,1 0 0 0 0,-1 0 1 0 0,0 1-1 0 0,1-1 1 0 0,-1 1-1 0 0,0 0 1 0 0,0 0-1 0 0,0 0 1 0 0,0 0-1 0 0,-1 1 1 0 0,1-1-1 0 0,0 1 0 0 0,-1-1 1 0 0,0 1-1 0 0,1 0 1 0 0,-1 0-1 0 0,-1 0 1 0 0,1 0-1 0 0,0 0 1 0 0,1 5-1 0 0,3 10 19 0 0,0 1 1 0 0,-1 0-1 0 0,-1 1 0 0 0,-1-1 1 0 0,1 32-1 0 0,-2-25-2278 0 0,1 1 0 0 0,9 33 1 0 0,-7-46-1768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11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50 636 0 0,'2'-16'5773'0'0,"4"-11"-576"0"0,-5 26-4679 0 0,-1 0-486 0 0,0 1 1 0 0,0 0 0 0 0,0 0-1 0 0,0-1 1 0 0,0 1 0 0 0,0 0-1 0 0,0 0 1 0 0,0-1 0 0 0,0 1-1 0 0,1 0 1 0 0,-1 0 0 0 0,0 0-1 0 0,0-1 1 0 0,0 1 0 0 0,0 0-1 0 0,1 0 1 0 0,-1 0 0 0 0,0 0-1 0 0,0-1 1 0 0,0 1-1 0 0,1 0 1 0 0,-1 0 0 0 0,0 0-1 0 0,0 0 1 0 0,1 0 0 0 0,-1 0-1 0 0,0 0 1 0 0,0 0 0 0 0,1-1-1 0 0,-1 1 1 0 0,0 0 0 0 0,0 0-1 0 0,1 0 1 0 0,-1 0 0 0 0,0 0-1 0 0,1 1 1 0 0,16 15 156 0 0,-1 2-1 0 0,-1 1 1 0 0,22 33 0 0 0,6 8-19 0 0,-37-52-466 0 0,0-1 198 0 0,0 1 1 0 0,0-1 0 0 0,12 10 0 0 0,-15-15-619 0 0,-1 0 0 0 0,1-1 0 0 0,0 1 0 0 0,-1 0 0 0 0,1-1 0 0 0,0 0 0 0 0,0 0 0 0 0,0 0 1 0 0,5 1-1 0 0,11 1-3293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11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36 3064 0 0,'-3'-9'2498'0'0,"2"6"-1802"0"0,0 1 0 0 0,0-1 1 0 0,0 1-1 0 0,0-1 1 0 0,-1 1-1 0 0,1 0 0 0 0,-1-1 1 0 0,-3-4 730 0 0,1 8-756 0 0,-2 0-457 0 0,1 0-1 0 0,-1 1 1 0 0,1 0-1 0 0,0 0 1 0 0,-1 0-1 0 0,1 0 1 0 0,0 1-1 0 0,0 0 1 0 0,1 0-1 0 0,-1 1 1 0 0,-7 6-1 0 0,-9 10 396 0 0,-18 22 0 0 0,31-34-488 0 0,-124 151 1027 0 0,113-135-1317 0 0,3 1 1 0 0,0 2-1 0 0,1-1 0 0 0,-19 51 0 0 0,32-72-52 0 0,1-1-1 0 0,-1 1 0 0 0,1 0 1 0 0,1-1-1 0 0,-1 1 0 0 0,0 0 1 0 0,1 5-1 0 0,0-8-44 0 0,0-1-1 0 0,1 1 1 0 0,-1 0 0 0 0,0-1 0 0 0,1 1-1 0 0,-1 0 1 0 0,1-1 0 0 0,0 1-1 0 0,-1-1 1 0 0,1 1 0 0 0,0-1 0 0 0,0 1-1 0 0,0-1 1 0 0,0 1 0 0 0,0-1 0 0 0,0 0-1 0 0,0 1 1 0 0,1-1 0 0 0,-1 0-1 0 0,0 0 1 0 0,3 1 0 0 0,19-1-7135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19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65 1028 0 0,'1'-2'2116'0'0,"25"-42"8336"0"0,-25 43-10069 0 0,0 0-334 0 0,-1 1 1 0 0,0-1-1 0 0,0 1 1 0 0,1 0-1 0 0,-1-1 1 0 0,1 1-1 0 0,-1 0 1 0 0,0-1 0 0 0,1 1-1 0 0,-1 0 1 0 0,1-1-1 0 0,-1 1 1 0 0,0 0-1 0 0,1 0 1 0 0,-1-1-1 0 0,1 1 1 0 0,-1 0-1 0 0,2 0 1 0 0,0 2-22 0 0,0 0 0 0 0,0 0 0 0 0,0 0 0 0 0,0 0 0 0 0,0 1 0 0 0,0-1 1 0 0,0 1-1 0 0,-1-1 0 0 0,1 1 0 0 0,-1 0 0 0 0,0-1 0 0 0,0 1 0 0 0,0 0 0 0 0,0 0 0 0 0,0 0 0 0 0,0 4 0 0 0,4 55 113 0 0,-4-51-100 0 0,-2 21 196 0 0,-1 0 0 0 0,-1 0 0 0 0,-1 0 0 0 0,-2-1 0 0 0,-2 0 0 0 0,-13 38 0 0 0,21-69-219 0 0,0 0 1 0 0,0 1 0 0 0,0-1 0 0 0,0 0-1 0 0,0 1 1 0 0,0-1 0 0 0,0 0 0 0 0,0 1 0 0 0,0-1-1 0 0,0 0 1 0 0,-1 1 0 0 0,1-1 0 0 0,0 0-1 0 0,0 0 1 0 0,0 1 0 0 0,0-1 0 0 0,0 0-1 0 0,-1 1 1 0 0,1-1 0 0 0,0 0 0 0 0,0 0-1 0 0,-1 0 1 0 0,1 1 0 0 0,0-1 0 0 0,0 0 0 0 0,-1 0-1 0 0,1 0 1 0 0,0 1 0 0 0,0-1 0 0 0,-1 0-1 0 0,1 0 1 0 0,0 0 0 0 0,-1 0 0 0 0,1 0-1 0 0,0 0 1 0 0,-1 0 0 0 0,1 0 0 0 0,0 0 0 0 0,-1 0-1 0 0,1 0 1 0 0,0 0 0 0 0,-1 0 0 0 0,1 0-1 0 0,0 0 1 0 0,-1 0 0 0 0,1 0 0 0 0,0 0-1 0 0,-1 0 1 0 0,1-1-10 0 0,-1 1 0 0 0,1-1 0 0 0,-1 0 0 0 0,1 1 0 0 0,0-1 0 0 0,-1 1 0 0 0,1-1 0 0 0,0 0 0 0 0,-1 1 0 0 0,1-1 0 0 0,0 0 0 0 0,0 1 0 0 0,0-1 0 0 0,-1 0 0 0 0,1 0 0 0 0,0 1 0 0 0,0-1 0 0 0,0 0 0 0 0,0 1 0 0 0,1-2 0 0 0,2-21-7 0 0,2 0-1 0 0,0 1 1 0 0,2 0 0 0 0,1 0 0 0 0,0 0 0 0 0,2 1 0 0 0,0 1-1 0 0,1-1 1 0 0,1 2 0 0 0,1-1 0 0 0,23-25 0 0 0,-27 34-33 0 0,1 1 0 0 0,-1 0 1 0 0,2 0-1 0 0,-1 1 1 0 0,1 1-1 0 0,1-1 0 0 0,0 2 1 0 0,0 0-1 0 0,0 0 1 0 0,22-8-1 0 0,-32 15 31 0 0,1-1 0 0 0,0 1 1 0 0,-1 0-1 0 0,1 0 0 0 0,-1 0 0 0 0,1 0 0 0 0,-1 1 1 0 0,1-1-1 0 0,0 1 0 0 0,-1-1 0 0 0,1 1 0 0 0,-1 0 1 0 0,0 0-1 0 0,1 0 0 0 0,-1 0 0 0 0,0 0 0 0 0,0 0 1 0 0,1 1-1 0 0,-1-1 0 0 0,0 1 0 0 0,0 0 0 0 0,-1 0 1 0 0,1-1-1 0 0,0 1 0 0 0,0 0 0 0 0,-1 1 0 0 0,0-1 1 0 0,1 0-1 0 0,1 4 0 0 0,2 4 4 0 0,1 1-1 0 0,-1-1 1 0 0,-1 2-1 0 0,6 20 1 0 0,6 65-11 0 0,0-1-7 0 0,-15-94-22 0 0,-1 0 0 0 0,1 0-1 0 0,-1 0 1 0 0,1 0 0 0 0,0 0-1 0 0,-1 0 1 0 0,1 0 0 0 0,0-1 0 0 0,0 1-1 0 0,1 0 1 0 0,-1-1 0 0 0,0 1-1 0 0,0-1 1 0 0,1 1 0 0 0,-1-1-1 0 0,1 1 1 0 0,0-1 0 0 0,-1 0-1 0 0,1 0 1 0 0,0 0 0 0 0,-1 0 0 0 0,1 0-1 0 0,0 0 1 0 0,0-1 0 0 0,0 1-1 0 0,0 0 1 0 0,2 0 0 0 0,2-1-332 0 0,0 0 0 0 0,0 0 1 0 0,0-1-1 0 0,0 1 0 0 0,0-1 1 0 0,0-1-1 0 0,0 1 0 0 0,8-4 1 0 0,51-22-5419 0 0,-22 7 267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0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1 100 2020 0 0,'1'-4'1176'0'0,"0"-2"-207"0"0,0 0-1 0 0,0 0 0 0 0,1 0 0 0 0,0 0 0 0 0,0 0 0 0 0,0 0 0 0 0,6-8 0 0 0,-7 12-918 0 0,0 1-1 0 0,1 0 1 0 0,-1 0-1 0 0,0 0 1 0 0,0 0-1 0 0,0 1 1 0 0,1-1 0 0 0,-1 0-1 0 0,0 0 1 0 0,1 1-1 0 0,-1-1 1 0 0,1 1-1 0 0,-1-1 1 0 0,1 1 0 0 0,-1 0-1 0 0,1-1 1 0 0,-1 1-1 0 0,1 0 1 0 0,-1 0-1 0 0,1 0 1 0 0,-1 0 0 0 0,1 0-1 0 0,-1 1 1 0 0,1-1-1 0 0,-1 0 1 0 0,1 1 0 0 0,-1-1-1 0 0,0 1 1 0 0,1-1-1 0 0,1 2 1 0 0,1 0-11 0 0,-1 1 1 0 0,1 0 0 0 0,0 0-1 0 0,-1 0 1 0 0,0 0-1 0 0,0 0 1 0 0,0 1 0 0 0,0-1-1 0 0,0 1 1 0 0,-1 0-1 0 0,1 0 1 0 0,-1 0 0 0 0,0 0-1 0 0,-1 0 1 0 0,1 1-1 0 0,-1-1 1 0 0,2 9 0 0 0,0 1 34 0 0,-1 0 1 0 0,0 0 0 0 0,-1 0 0 0 0,-1 19 0 0 0,-2-15 198 0 0,0-1 0 0 0,-1 0 0 0 0,-1 0 0 0 0,0 0 1 0 0,-1 0-1 0 0,-1-1 0 0 0,-9 20 0 0 0,13-34 94 0 0,2-3-363 0 0,0 1 1 0 0,-1 0-1 0 0,1-1 1 0 0,-1 1 0 0 0,1-1-1 0 0,0 1 1 0 0,-1-1-1 0 0,1 1 1 0 0,0-1-1 0 0,0 1 1 0 0,-1-1-1 0 0,1 1 1 0 0,0-1 0 0 0,0 1-1 0 0,0-1 1 0 0,0 0-1 0 0,0 1 1 0 0,-1-1-1 0 0,1 1 1 0 0,0-1-1 0 0,0 0 1 0 0,1 1 0 0 0,-1-1-1 0 0,0 1 1 0 0,0-1-1 0 0,0 1 1 0 0,0-1-1 0 0,0 0 1 0 0,1 0-1 0 0,3-17 31 0 0,1-1-50 0 0,2 1 1 0 0,0 1-1 0 0,1-1 0 0 0,1 1 1 0 0,0 1-1 0 0,1 0 0 0 0,1 0 1 0 0,0 1-1 0 0,2 0 0 0 0,-1 1 0 0 0,2 0 1 0 0,0 1-1 0 0,0 1 0 0 0,1 0 1 0 0,1 1-1 0 0,16-9 0 0 0,-27 18 12 0 0,-1 0 0 0 0,1 1 0 0 0,0-1 0 0 0,-1 1-1 0 0,1 0 1 0 0,0 0 0 0 0,0 0 0 0 0,0 1 0 0 0,0 0 0 0 0,0 0 0 0 0,0 0-1 0 0,-1 0 1 0 0,1 1 0 0 0,0 0 0 0 0,0 0 0 0 0,0 0 0 0 0,-1 0-1 0 0,1 1 1 0 0,-1 0 0 0 0,1 0 0 0 0,-1 0 0 0 0,1 1 0 0 0,-1-1 0 0 0,0 1-1 0 0,0 0 1 0 0,5 5 0 0 0,-4-3 4 0 0,-1-1-1 0 0,0 1 0 0 0,0-1 1 0 0,0 1-1 0 0,-1 0 0 0 0,0 1 1 0 0,0-1-1 0 0,0 1 0 0 0,0-1 1 0 0,-1 1-1 0 0,0 0 1 0 0,0 0-1 0 0,-1 0 0 0 0,1 0 1 0 0,-1 0-1 0 0,-1 0 0 0 0,1 0 1 0 0,-1 0-1 0 0,0 0 0 0 0,-2 12 1 0 0,1-8 15 0 0,-2 0 0 0 0,1-1 0 0 0,-1 1 0 0 0,-1 0 0 0 0,-7 14 0 0 0,10-23-28 0 0,1-1-16 0 0,-1-1 26 0 0,1 1 0 0 0,0 0 0 0 0,-1-1 0 0 0,1 1 0 0 0,0-1 0 0 0,0 1 0 0 0,-1-1-1 0 0,1 0 1 0 0,0 1 0 0 0,0-1 0 0 0,0 1 0 0 0,0-1 0 0 0,-1 1 0 0 0,1-1 0 0 0,0 1 0 0 0,0-1 0 0 0,0 0 0 0 0,0 1 0 0 0,0-1 0 0 0,1 1 0 0 0,-1-1 0 0 0,0 1 0 0 0,0-1 0 0 0,0 0 0 0 0,0 1 0 0 0,1-1 0 0 0,-1 1 0 0 0,0-1 0 0 0,0 1 0 0 0,1-1 0 0 0,0 0 0 0 0,8-20-29 0 0,8-4-10 0 0,1 1-1 0 0,1 0 1 0 0,1 1-1 0 0,24-21 1 0 0,-31 32 10 0 0,1 1 1 0 0,1 0 0 0 0,0 1 0 0 0,0 0 0 0 0,1 1 0 0 0,0 1-1 0 0,0 1 1 0 0,20-7 0 0 0,-33 13 29 0 0,0 0-1 0 0,0 1 0 0 0,0-1 1 0 0,0 0-1 0 0,0 1 1 0 0,0 0-1 0 0,0-1 1 0 0,0 1-1 0 0,0 1 1 0 0,0-1-1 0 0,1 0 0 0 0,-1 1 1 0 0,0 0-1 0 0,0-1 1 0 0,0 1-1 0 0,-1 0 1 0 0,1 0-1 0 0,0 1 1 0 0,0-1-1 0 0,0 1 0 0 0,3 2 1 0 0,-4-2 17 0 0,0 1 0 0 0,1 0 0 0 0,-1 0 0 0 0,0 0 0 0 0,0 0 0 0 0,0 0 0 0 0,-1 0 0 0 0,1 0 0 0 0,-1 1 0 0 0,0-1 0 0 0,1 1 0 0 0,-2-1 0 0 0,1 1 0 0 0,0-1 0 0 0,-1 1-1 0 0,1-1 1 0 0,-1 8 0 0 0,-2 17 112 0 0,-1 1-1 0 0,-12 51 0 0 0,-1-1-2427 0 0,16-77 1920 0 0,0 0 1 0 0,0 0 0 0 0,0 0 0 0 0,0 0 0 0 0,0 0-1 0 0,1 0 1 0 0,-1 0 0 0 0,0-1 0 0 0,1 1 0 0 0,0 0-1 0 0,-1 0 1 0 0,1 0 0 0 0,0 0 0 0 0,0-1-1 0 0,0 1 1 0 0,0 0 0 0 0,0-1 0 0 0,0 1 0 0 0,1-1-1 0 0,1 3 1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1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402 745 2712 0 0,'1'-3'536'0'0,"0"0"-1"0"0,0-1 0 0 0,-1 1 1 0 0,1 0-1 0 0,-1 0 1 0 0,0 0-1 0 0,0-1 0 0 0,0 1 1 0 0,-1 0-1 0 0,1 0 1 0 0,-1-1-1 0 0,1 1 0 0 0,-1 0 1 0 0,0 0-1 0 0,-2-4 0 0 0,2 6-402 0 0,-1-1-1 0 0,1 1 0 0 0,-1-1 0 0 0,1 1 0 0 0,-1 0 0 0 0,0 0 1 0 0,1-1-1 0 0,-1 1 0 0 0,0 0 0 0 0,0 1 0 0 0,0-1 0 0 0,0 0 1 0 0,0 1-1 0 0,0-1 0 0 0,0 1 0 0 0,0-1 0 0 0,0 1 0 0 0,0 0 1 0 0,0 0-1 0 0,0 0 0 0 0,0 0 0 0 0,0 0 0 0 0,0 0 0 0 0,-3 1 1 0 0,-4 1-10 0 0,0 0 0 0 0,0 0 0 0 0,1 1 0 0 0,-1 0 0 0 0,1 0 0 0 0,0 1 0 0 0,-11 6 0 0 0,0 2 86 0 0,-29 23 0 0 0,18-10-83 0 0,2 1 0 0 0,-26 31 1 0 0,39-40-112 0 0,2 1 0 0 0,0 0-1 0 0,1 0 1 0 0,1 1 0 0 0,-9 22 0 0 0,18-39-12 0 0,1 1 0 0 0,0-1 0 0 0,0 1 0 0 0,1 0 1 0 0,-1 0-1 0 0,1-1 0 0 0,-1 1 0 0 0,1 0 0 0 0,0 0 0 0 0,0 0 0 0 0,0-1 1 0 0,0 1-1 0 0,0 0 0 0 0,1 0 0 0 0,-1 0 0 0 0,2 2 0 0 0,-1-3-6 0 0,0 0-1 0 0,0 0 1 0 0,0-1 0 0 0,0 1-1 0 0,1-1 1 0 0,-1 1-1 0 0,0-1 1 0 0,1 0-1 0 0,-1 1 1 0 0,1-1-1 0 0,0 0 1 0 0,-1 0-1 0 0,1 0 1 0 0,0 0 0 0 0,-1 0-1 0 0,1 0 1 0 0,0-1-1 0 0,0 1 1 0 0,0-1-1 0 0,0 1 1 0 0,0-1-1 0 0,0 0 1 0 0,3 1-1 0 0,6-1-169 0 0,1 0 0 0 0,0 0-1 0 0,0-1 1 0 0,-1 0-1 0 0,1-1 1 0 0,-1-1-1 0 0,1 0 1 0 0,-1 0-1 0 0,0-1 1 0 0,0 0-1 0 0,-1-1 1 0 0,1 0-1 0 0,-1-1 1 0 0,0 0-1 0 0,0-1 1 0 0,-1 0-1 0 0,17-16 1 0 0,-5 1 612 0 0,0-1 1 0 0,-1-1-1 0 0,-1-1 1 0 0,-1-1-1 0 0,22-42 0 0 0,-36 59-112 0 0,17-28 612 0 0,-25 59-762 0 0,-22 57 585 0 0,-9 36-284 0 0,33-101-451 0 0,-1 0-1 0 0,2 0 0 0 0,0 0 0 0 0,0 1 0 0 0,1-1 0 0 0,4 21 0 0 0,-4-32-32 0 0,0-1-1 0 0,1 1 1 0 0,0-1 0 0 0,-1 0 0 0 0,1 1-1 0 0,0-1 1 0 0,0 0 0 0 0,0 1-1 0 0,1-1 1 0 0,-1 0 0 0 0,0 0-1 0 0,1 0 1 0 0,-1 0 0 0 0,1-1-1 0 0,0 1 1 0 0,0 0 0 0 0,0-1-1 0 0,2 2 1 0 0,-1-1-115 0 0,0 0-1 0 0,1 0 0 0 0,-1-1 1 0 0,1 0-1 0 0,0 0 1 0 0,-1 0-1 0 0,1 0 0 0 0,0 0 1 0 0,0-1-1 0 0,6 0 1 0 0,-1 0-230 0 0,0-1 0 0 0,-1 0 1 0 0,1 0-1 0 0,-1-1 0 0 0,1 0 1 0 0,-1-1-1 0 0,0 1 1 0 0,0-2-1 0 0,12-5 0 0 0,-1-4-217 0 0,-1 1-1 0 0,-1-2 0 0 0,0 0 1 0 0,-1-1-1 0 0,24-30 1 0 0,-18 18 5 0 0,-2-2 0 0 0,32-60 0 0 0,-14 5 287 0 0,47-153-1 0 0,13-137 4017 0 0,-61 218-258 0 0,-35 152-3229 0 0,-2 7-75 0 0,-2 19 36 0 0,-6 29 193 0 0,-40 194 1397 0 0,-15 88-625 0 0,29 3-693 0 0,33-322-469 0 0,1 0 0 0 0,0 0-1 0 0,2 1 1 0 0,-1-1 0 0 0,2 0-1 0 0,4 17 1 0 0,-6-28-28 0 0,0 1 1 0 0,1-1-1 0 0,-1 0 0 0 0,1 1 0 0 0,0-1 1 0 0,0 0-1 0 0,0 0 0 0 0,0 0 0 0 0,0 0 1 0 0,1 0-1 0 0,-1-1 0 0 0,1 1 0 0 0,0-1 1 0 0,0 0-1 0 0,0 1 0 0 0,0-1 0 0 0,0-1 1 0 0,1 1-1 0 0,-1 0 0 0 0,0-1 0 0 0,1 0 1 0 0,-1 1-1 0 0,1-1 0 0 0,-1-1 0 0 0,1 1 1 0 0,0 0-1 0 0,-1-1 0 0 0,8 0 0 0 0,0-1-115 0 0,-1 0 0 0 0,1-1 0 0 0,-1 0 0 0 0,1 0 0 0 0,-1-1 0 0 0,0-1 0 0 0,0 1 0 0 0,-1-2 0 0 0,1 0 0 0 0,-1 0 0 0 0,0 0 0 0 0,0-1 0 0 0,-1 0 0 0 0,1-1 0 0 0,-1 0 0 0 0,7-9 0 0 0,3-4-17 0 0,0 0 0 0 0,-2-1 0 0 0,-1-1 0 0 0,0-1 0 0 0,14-29 0 0 0,-19 30 168 0 0,0-1 0 0 0,-2 1-1 0 0,7-28 1 0 0,-12 39 102 0 0,-1 0-1 0 0,0 0 1 0 0,-1-1 0 0 0,0 1 0 0 0,-1-1-1 0 0,0 1 1 0 0,0 0 0 0 0,-5-21 0 0 0,5 31-116 0 0,0-1 3 0 0,-1 0 0 0 0,1-1 1 0 0,-1 1-1 0 0,0 0 0 0 0,1 0 1 0 0,-1 0-1 0 0,0 0 0 0 0,0 0 1 0 0,0 0-1 0 0,-1 0 0 0 0,1 0 1 0 0,0 0-1 0 0,-1 1 0 0 0,1-1 1 0 0,-1 0-1 0 0,-3-2 0 0 0,4 3-14 0 0,-1 1 1 0 0,1-1-1 0 0,-1 0 0 0 0,0 1 0 0 0,1-1 0 0 0,-1 1 0 0 0,1 0 0 0 0,-1 0 1 0 0,0-1-1 0 0,1 1 0 0 0,-1 0 0 0 0,0 0 0 0 0,1 1 0 0 0,-1-1 0 0 0,0 0 0 0 0,1 0 1 0 0,-1 1-1 0 0,0-1 0 0 0,1 1 0 0 0,-1 0 0 0 0,-2 1 0 0 0,0 0-1 0 0,2-1-2 0 0,1-1 3 0 0,0 0-1 0 0,0 0 1 0 0,0 1-1 0 0,0-1 1 0 0,0 0-1 0 0,-1 1 1 0 0,1-1-1 0 0,0 1 1 0 0,0 0-1 0 0,0-1 1 0 0,1 1-1 0 0,-1 0 1 0 0,0 0-1 0 0,0-1 1 0 0,0 1-1 0 0,0 0 1 0 0,1 0-1 0 0,-1 0 1 0 0,0 0-1 0 0,1 0 1 0 0,-1 0-1 0 0,0 1 1 0 0,1-2 0 0 0,-1 3 3 0 0,-1 0 1 0 0,1 0-1 0 0,0-1 1 0 0,0 1 0 0 0,0 0-1 0 0,1 0 1 0 0,-1 0-1 0 0,1 0 1 0 0,-1 0 0 0 0,1 0-1 0 0,0 0 1 0 0,0 0-1 0 0,0 0 1 0 0,1 0 0 0 0,-1 0-1 0 0,2 5 1 0 0,-1-6-7 0 0,0 0-1 0 0,0 0 1 0 0,0-1 0 0 0,0 1 0 0 0,1 0 0 0 0,-1-1-1 0 0,1 1 1 0 0,-1-1 0 0 0,1 0 0 0 0,-1 1 0 0 0,1-1 0 0 0,0 0-1 0 0,0 0 1 0 0,0 0 0 0 0,-1 0 0 0 0,1 0 0 0 0,4 1 0 0 0,4 0-98 0 0,0 0-1 0 0,-1-1 1 0 0,1 0 0 0 0,0-1 0 0 0,0 0 0 0 0,0 0 0 0 0,11-3 0 0 0,32-7-28 0 0,-1-2 1 0 0,-1-3-1 0 0,67-28 0 0 0,-82 29 1129 0 0,-34 13-858 0 0,-2 1-130 0 0,1 0 0 0 0,-1 0-1 0 0,1 0 1 0 0,-1 0-1 0 0,0 0 1 0 0,1 0 0 0 0,-1 0-1 0 0,1 0 1 0 0,-1 0 0 0 0,1 0-1 0 0,-1 0 1 0 0,0 0-1 0 0,1 0 1 0 0,-1 0 0 0 0,1 0-1 0 0,-1 0 1 0 0,0 1 0 0 0,1-1-1 0 0,-1 0 1 0 0,1 0-1 0 0,-1 0 1 0 0,0 1 0 0 0,1-1-1 0 0,-1 0 1 0 0,1 1 0 0 0,-10 15 90 0 0,-30 45 451 0 0,6-12-183 0 0,2 1 1 0 0,-39 88 0 0 0,68-133-394 0 0,-4 9 78 0 0,1 0-1 0 0,0 1 0 0 0,1 0 0 0 0,-4 27 0 0 0,7-40-83 0 0,1 1 0 0 0,0 0 0 0 0,0 0 0 0 0,0-1 0 0 0,0 1 0 0 0,0 0 0 0 0,0-1 0 0 0,1 1 0 0 0,0 0 0 0 0,-1-1 0 0 0,1 1 0 0 0,0-1 0 0 0,0 1 0 0 0,0-1 0 0 0,0 1 0 0 0,1-1 0 0 0,-1 0 0 0 0,1 1 0 0 0,-1-1 0 0 0,1 0 0 0 0,0 0 0 0 0,0 0 0 0 0,0 0 0 0 0,0-1 0 0 0,0 1 0 0 0,0-1 0 0 0,1 1 0 0 0,-1-1 0 0 0,0 1 0 0 0,1-1 0 0 0,-1 0 0 0 0,1 0 0 0 0,-1-1 0 0 0,1 1 0 0 0,2 0 0 0 0,11 2-549 0 0,-1-2 0 0 0,1 0 0 0 0,-1 0 0 0 0,1-1 0 0 0,0-1 0 0 0,-1-1 0 0 0,0 0 0 0 0,16-5 0 0 0,-4 0-1351 0 0,0-2 0 0 0,0 0 0 0 0,39-21 0 0 0,-25 7-2061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1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87 146 1080 0 0,'6'-18'2558'0'0,"-1"-1"-1"0"0,-1 0 1 0 0,0-1 0 0 0,-2 1-1 0 0,1-31 1 0 0,-15 63-1361 0 0,-43 115 2187 0 0,45-97-3195 0 0,1 0 0 0 0,1 0 0 0 0,2 1 1 0 0,-4 49-1 0 0,10-74-327 0 0,0-1 1 0 0,0 0-1 0 0,0 0 1 0 0,1 0 0 0 0,0 0-1 0 0,0 0 1 0 0,0 0-1 0 0,1 0 1 0 0,0-1-1 0 0,0 1 1 0 0,1 0 0 0 0,5 9-1 0 0,-5-12-262 0 0,-1 0-1 0 0,1 0 1 0 0,0 0 0 0 0,0 0-1 0 0,0-1 1 0 0,0 1-1 0 0,0-1 1 0 0,0 0 0 0 0,1 0-1 0 0,-1 0 1 0 0,1 0-1 0 0,-1 0 1 0 0,1-1 0 0 0,0 0-1 0 0,-1 0 1 0 0,1 0-1 0 0,0 0 1 0 0,0 0 0 0 0,0-1-1 0 0,8 0 1 0 0,7-1-3457 0 0,1-2-1640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2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2 176 1936 0 0,'-1'-40'5727'0'0,"0"10"-509"0"0,4-36-1 0 0,-3 65-5184 0 0,0 0-1 0 0,0 0 0 0 0,0 0 0 0 0,0 1 0 0 0,0-1 1 0 0,1 0-1 0 0,-1 0 0 0 0,0 1 0 0 0,0-1 0 0 0,1 0 1 0 0,-1 0-1 0 0,0 1 0 0 0,1-1 0 0 0,-1 0 1 0 0,1 1-1 0 0,-1-1 0 0 0,1 0 0 0 0,-1 1 0 0 0,1-1 1 0 0,-1 1-1 0 0,1-1 0 0 0,0 1 0 0 0,-1-1 0 0 0,1 1 1 0 0,0-1-1 0 0,-1 1 0 0 0,2-1 0 0 0,0 1-4 0 0,-1 0 0 0 0,1 0 0 0 0,-1 0 0 0 0,1 0 0 0 0,-1 0 0 0 0,0 1 0 0 0,1-1 0 0 0,-1 0 0 0 0,1 1 0 0 0,-1-1 0 0 0,0 1 0 0 0,0 0 0 0 0,1-1 0 0 0,0 2 0 0 0,3 1 44 0 0,0 0 1 0 0,-1 1-1 0 0,1 0 0 0 0,-1-1 0 0 0,0 1 0 0 0,6 8 0 0 0,-4-1 64 0 0,0 0 0 0 0,-1 0 0 0 0,0 1 1 0 0,0 0-1 0 0,-1 0 0 0 0,-1 0 0 0 0,0 0 0 0 0,-1 1 0 0 0,0-1 0 0 0,0 20 0 0 0,-2-14-37 0 0,-1 0-1 0 0,-1 0 1 0 0,-1 0-1 0 0,0-1 1 0 0,-2 1 0 0 0,-11 31-1 0 0,3-14 1 0 0,6-15 11 0 0,-16 33-1 0 0,21-51-170 0 0,5-3-137 0 0,0 0 108 0 0,0-1 1 0 0,0 0-1 0 0,-1 1 1 0 0,1-1-1 0 0,-1 0 1 0 0,1 0-1 0 0,-1-1 1 0 0,0 1-1 0 0,0 0 1 0 0,0-1-1 0 0,2-3 1 0 0,6-4-297 0 0,79-81-1197 0 0,120-158 1 0 0,-153 162 3294 0 0,-53 78-1342 0 0,-11 12-202 0 0,-10 11 215 0 0,5 0-87 0 0,1 0 1 0 0,0 1-1 0 0,1 1 1 0 0,1 0 0 0 0,0 0-1 0 0,1 1 1 0 0,-8 23-1 0 0,12-29-232 0 0,1 0 0 0 0,1 0 0 0 0,0 1 0 0 0,0-1 0 0 0,1 1 0 0 0,1 0 0 0 0,0-1 0 0 0,1 1 0 0 0,0 0 0 0 0,0 0 0 0 0,1-1 0 0 0,1 1 0 0 0,3 11 0 0 0,-4-19-40 0 0,1 0 0 0 0,-1 0 0 0 0,1-1 0 0 0,0 1 0 0 0,0 0 0 0 0,0-1 0 0 0,0 0 0 0 0,1 1 0 0 0,-1-1 0 0 0,1 0 0 0 0,0 0 0 0 0,0 0 0 0 0,0-1 0 0 0,0 1 0 0 0,1-1 0 0 0,3 3 0 0 0,-1-2-64 0 0,0-1 1 0 0,0 0-1 0 0,0 0 0 0 0,1 0 1 0 0,-1 0-1 0 0,1-1 1 0 0,-1 0-1 0 0,1-1 0 0 0,8 1 1 0 0,0-2-802 0 0,1 0-1 0 0,-1-1 1 0 0,0-1 0 0 0,0 0 0 0 0,-1-1 0 0 0,1-1 0 0 0,27-12 0 0 0,-34 13-1073 0 0,-1-1 1 0 0,1 0 0 0 0,13-11 0 0 0,-2-1-4760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2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178 132 5817 0 0,'-25'-15'6033'0'0,"0"-1"1"0"0,2-1 0 0 0,-34-30 0 0 0,19 16-4180 0 0,29 25-5465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2.9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142 38 3612 0 0,'-139'18'14088'0'0,"137"-18"-13362"0"0,6 0-453 0 0,124-19-192 0 0,192-3-1 0 0,-269 20-554 0 0,182-4-3202 0 0,-62 1-2984 0 0,-93 3 1014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3.2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4904 0 0,'17'13'19256'0'0,"-13"-10"-19384"0"0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4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391 312 1292 0 0,'7'23'6530'0'0,"-1"-6"-4137"0"0,-5-15-2024 0 0,-1 14 6618 0 0,-3-24-5991 0 0,-1-18-1193 0 0,5 4 219 0 0,1 0 0 0 0,1 0-1 0 0,0 0 1 0 0,11-33 0 0 0,-1 16-91 0 0,27-57 0 0 0,-37 89 43 0 0,0 2 1 0 0,1-1-1 0 0,0 0 0 0 0,0 1 1 0 0,0-1-1 0 0,0 1 0 0 0,11-9 1 0 0,-14 14 20 0 0,0-1 1 0 0,0 1-1 0 0,0-1 1 0 0,0 1-1 0 0,0 0 1 0 0,0-1-1 0 0,0 1 1 0 0,0 0-1 0 0,0 0 1 0 0,0 0-1 0 0,0 0 1 0 0,0 0-1 0 0,0 0 1 0 0,0 0-1 0 0,0 0 1 0 0,0 0-1 0 0,0 0 1 0 0,0 0-1 0 0,0 1 1 0 0,0-1-1 0 0,-1 0 1 0 0,1 1-1 0 0,0-1 1 0 0,0 1-1 0 0,0-1 1 0 0,0 1-1 0 0,0 0 1 0 0,-1-1-1 0 0,1 1 1 0 0,0 0-1 0 0,0-1 1 0 0,-1 1-1 0 0,1 0 1 0 0,0 0-1 0 0,0 1 1 0 0,2 1-4 0 0,0 1 0 0 0,-1 0 1 0 0,1 0-1 0 0,-1 0 0 0 0,1 0 0 0 0,1 7 1 0 0,1 7 4 0 0,-1 0 0 0 0,0 0 0 0 0,-1 1 0 0 0,-1 0 0 0 0,-1 19 0 0 0,-7 97 14 0 0,3-95-12 0 0,-4 50 58 0 0,-3-1 0 0 0,-4 0 0 0 0,-27 89 0 0 0,36-162-85 0 0,-1 7 254 0 0,-18 41-1 0 0,22-60-162 0 0,0 0 1 0 0,0 1-1 0 0,0-1 0 0 0,-1 0 0 0 0,0-1 0 0 0,1 1 0 0 0,-1 0 0 0 0,-1-1 1 0 0,1 1-1 0 0,0-1 0 0 0,-1 0 0 0 0,0 0 0 0 0,1-1 0 0 0,-1 1 1 0 0,-8 3-1 0 0,8-5-40 0 0,1 0 1 0 0,0 0 0 0 0,-1-1 0 0 0,1 0-1 0 0,-1 0 1 0 0,1 0 0 0 0,0 0-1 0 0,-1 0 1 0 0,1-1 0 0 0,-1 1-1 0 0,1-1 1 0 0,0 0 0 0 0,-1 0 0 0 0,-5-3-1 0 0,-2-1 11 0 0,-1-2 0 0 0,-16-11 0 0 0,9 5-27 0 0,-27-16-10 0 0,24 14-21 0 0,0 1-1 0 0,-1 1 1 0 0,0 0 0 0 0,-39-13-1 0 0,59 26-20 0 0,1-1-1 0 0,-1 1 1 0 0,1 0-1 0 0,0 0 1 0 0,-1 0-1 0 0,1 0 1 0 0,-1 0-1 0 0,1 1 1 0 0,-1-1-1 0 0,1 1 1 0 0,0-1-1 0 0,0 1 1 0 0,-1 0 0 0 0,1 0-1 0 0,0 0 1 0 0,0 0-1 0 0,0 1 1 0 0,0-1-1 0 0,0 0 1 0 0,0 1-1 0 0,0 0 1 0 0,0-1-1 0 0,1 1 1 0 0,-1 0-1 0 0,1 0 1 0 0,-1 0-1 0 0,-1 2 1 0 0,-1 2-381 0 0,1 0 0 0 0,-1 0 0 0 0,1 1 1 0 0,0-1-1 0 0,0 1 0 0 0,1 0 0 0 0,-3 10 0 0 0,4-13 61 0 0,1 0 0 0 0,0-1 0 0 0,0 1 0 0 0,0 0 0 0 0,0 0 0 0 0,0-1 0 0 0,1 1 0 0 0,1 4 0 0 0,-1-6-211 0 0,-1 0 0 0 0,1 0 1 0 0,0 1-1 0 0,0-1 0 0 0,0 0 1 0 0,0 0-1 0 0,1 0 0 0 0,1 2 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5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338 126 2216 0 0,'52'-124'12547'0'0,"-51"122"-12235"0"0,-2 29 348 0 0,-58 345 3102 0 0,34-236-3073 0 0,-46 250 463 0 0,-56 341 69 0 0,125-714-1206 0 0,-9 64 53 0 0,-3 99 0 0 0,14-169-61 0 0,0 0 0 0 0,1 0 0 0 0,0 0 0 0 0,0-1 0 0 0,0 1 0 0 0,1 0 0 0 0,3 8 0 0 0,-4-13-2 0 0,-1-1 1 0 0,1 1-1 0 0,0 0 1 0 0,0 0 0 0 0,1-1-1 0 0,-1 1 1 0 0,0 0 0 0 0,0-1-1 0 0,1 1 1 0 0,-1-1-1 0 0,1 1 1 0 0,-1-1 0 0 0,1 0-1 0 0,0 0 1 0 0,0 0-1 0 0,-1 0 1 0 0,1 0 0 0 0,0 0-1 0 0,0 0 1 0 0,0-1-1 0 0,0 1 1 0 0,0-1 0 0 0,0 1-1 0 0,0-1 1 0 0,0 0 0 0 0,0 0-1 0 0,4 0 1 0 0,2-1-5 0 0,1 0 1 0 0,-1-1-1 0 0,1 0 1 0 0,-1-1 0 0 0,0 0-1 0 0,0 0 1 0 0,0-1-1 0 0,0 1 1 0 0,-1-2-1 0 0,1 1 1 0 0,12-12-1 0 0,-4 3-60 0 0,-1-1 0 0 0,0-1 0 0 0,23-30 0 0 0,-25 26 16 0 0,0 0-1 0 0,-1-1 1 0 0,-1-1-1 0 0,-1 0 1 0 0,-1 0 0 0 0,-1-1-1 0 0,-1 0 1 0 0,0-1-1 0 0,-2 1 1 0 0,-1-1-1 0 0,-1 0 1 0 0,0-1-1 0 0,-2 1 1 0 0,-1 0-1 0 0,-4-38 1 0 0,1 43 27 0 0,0 0 1 0 0,-1 0-1 0 0,-1 0 1 0 0,0 0-1 0 0,-2 0 1 0 0,0 1 0 0 0,0 0-1 0 0,-2 1 1 0 0,0 0-1 0 0,-1 0 1 0 0,-1 1-1 0 0,0 0 1 0 0,-1 1-1 0 0,-1 0 1 0 0,0 1-1 0 0,-1 0 1 0 0,0 1 0 0 0,-1 1-1 0 0,-30-18 1 0 0,-67-23-1 0 0,46 24-392 0 0,65 27 322 0 0,-3 0-302 0 0,1-1 1 0 0,-1 1 0 0 0,1-1-1 0 0,0 0 1 0 0,-1 0 0 0 0,1 0 0 0 0,0 0-1 0 0,0-1 1 0 0,0 1 0 0 0,-3-5-1 0 0,6 6 227 0 0,1 0 0 0 0,-1-1 1 0 0,1 1-1 0 0,-1 0 0 0 0,1 0 0 0 0,-1 0 0 0 0,1 0 0 0 0,0 0 0 0 0,0 0 0 0 0,-1 1 0 0 0,1-1 0 0 0,0 0 1 0 0,0 0-1 0 0,1-1 0 0 0,3-2-915 0 0,0 0 100 0 0,0 0 0 0 0,0 1 0 0 0,10-6 0 0 0,-1 1-1468 0 0,8-5-2245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6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87 993 1292 0 0,'-61'25'10549'0'0,"42"-17"-9467"0"0,19-8-1058 0 0,-1 1-1 0 0,1-1 1 0 0,-1 0-1 0 0,1 1 1 0 0,0-1-1 0 0,-1 0 0 0 0,1 1 1 0 0,-1-1-1 0 0,1 1 1 0 0,0-1-1 0 0,-1 1 1 0 0,1-1-1 0 0,0 1 1 0 0,0-1-1 0 0,-1 1 1 0 0,1-1-1 0 0,0 1 1 0 0,0 0-1 0 0,0-1 1 0 0,0 1-1 0 0,0-1 1 0 0,0 1-1 0 0,0-1 1 0 0,0 1-1 0 0,0 0 0 0 0,0-1 1 0 0,0 1-1 0 0,0-1 1 0 0,0 1-1 0 0,0 0 1 0 0,0-1-1 0 0,1 1 1 0 0,-1-1-1 0 0,0 1 1 0 0,0-1-1 0 0,1 1 1 0 0,-1-1-1 0 0,0 1 1 0 0,1-1-1 0 0,-1 1 1 0 0,0-1-1 0 0,1 0 1 0 0,-1 1-1 0 0,1-1 0 0 0,-1 1 1 0 0,1-1-1 0 0,-1 0 1 0 0,1 0-1 0 0,-1 1 1 0 0,1-1-1 0 0,-1 0 1 0 0,1 0-1 0 0,-1 1 1 0 0,1-1-1 0 0,-1 0 1 0 0,1 0-1 0 0,0 0 1 0 0,-1 0-1 0 0,1 0 1 0 0,-1 0-1 0 0,1 0 1 0 0,0 0-1 0 0,-1 0 0 0 0,1 0 1 0 0,-1 0-1 0 0,1-1 1 0 0,0 1-1 0 0,18-4 55 0 0,-1-1-1 0 0,0 0 0 0 0,0-2 1 0 0,0 0-1 0 0,-1-1 0 0 0,17-10 1 0 0,8-7-25 0 0,45-36 1 0 0,-51 31-59 0 0,-1-1 1 0 0,-2-1-1 0 0,-1-2 0 0 0,-2-1 0 0 0,-1-2 1 0 0,25-41-1 0 0,-16 15 10 0 0,-3-2-1 0 0,-3-1 1 0 0,25-76-1 0 0,-4-48 505 0 0,-31 103 251 0 0,-18 68-690 0 0,-8 26-17 0 0,-11 32-19 0 0,-314 1300 1426 0 0,302-1192-1045 0 0,-13 216 0 0 0,40-356-367 0 0,-1 0-1 0 0,2 0 1 0 0,-1 0-1 0 0,1 0 1 0 0,0 0 0 0 0,0 0-1 0 0,5 11 1 0 0,-6-16-39 0 0,1 0 0 0 0,0-1-1 0 0,0 1 1 0 0,0-1 0 0 0,0 1 0 0 0,0-1 0 0 0,0 1 0 0 0,0-1 0 0 0,1 0-1 0 0,-1 0 1 0 0,0 1 0 0 0,1-1 0 0 0,-1 0 0 0 0,1 0 0 0 0,-1-1 0 0 0,1 1-1 0 0,0 0 1 0 0,-1 0 0 0 0,1-1 0 0 0,0 1 0 0 0,-1-1 0 0 0,1 1 0 0 0,0-1-1 0 0,0 0 1 0 0,0 0 0 0 0,-1 0 0 0 0,1 0 0 0 0,0 0 0 0 0,0 0 0 0 0,0 0-1 0 0,-1 0 1 0 0,1-1 0 0 0,0 1 0 0 0,2-2 0 0 0,8-2-1 0 0,0-1-1 0 0,0 0 1 0 0,-1 0 0 0 0,0-1 0 0 0,0-1 0 0 0,-1 0 0 0 0,1 0 0 0 0,-1-1-1 0 0,-1 0 1 0 0,13-15 0 0 0,-2 1-16 0 0,-1-2 0 0 0,-1 0 0 0 0,19-34 0 0 0,-28 42 6 0 0,-1-1 1 0 0,-1 1-1 0 0,0-1 0 0 0,-1 0 1 0 0,-1-1-1 0 0,-1 1 1 0 0,0-1-1 0 0,-1 0 1 0 0,-1 0-1 0 0,-1 0 0 0 0,0-1 1 0 0,-2 1-1 0 0,0 0 1 0 0,-1 0-1 0 0,-1 0 0 0 0,-6-25 1 0 0,1 19-4 0 0,0 1 1 0 0,-1 0-1 0 0,-2 1 1 0 0,0 0-1 0 0,-1 1 0 0 0,-1 0 1 0 0,-1 1-1 0 0,-1 0 1 0 0,-1 1-1 0 0,-1 1 0 0 0,-31-27 1 0 0,3 10-31 0 0,-92-52 1 0 0,77 51 26 0 0,58 35-49 0 0,0 0 0 0 0,0 0 1 0 0,0 0-1 0 0,1 0 0 0 0,-1-1 0 0 0,0 1 0 0 0,1-1 0 0 0,-1 1 1 0 0,1-1-1 0 0,-1 0 0 0 0,1 1 0 0 0,0-1 0 0 0,-1 0 1 0 0,1 0-1 0 0,0 0 0 0 0,1 0 0 0 0,-3-4 0 0 0,3 4-51 0 0,0-1-1 0 0,1 1 0 0 0,-1 0 1 0 0,0 0-1 0 0,1 0 1 0 0,-1 0-1 0 0,1 0 0 0 0,0 0 1 0 0,0-1-1 0 0,0 2 1 0 0,0-1-1 0 0,0 0 0 0 0,0 0 1 0 0,0 0-1 0 0,1 0 1 0 0,-1 1-1 0 0,1-1 0 0 0,2-2 1 0 0,14-12-1506 0 0,0 1-1 0 0,1 0 1 0 0,39-22 0 0 0,-32 21-964 0 0,13-9-2352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6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2340 0 0,'8'-13'6989'0'0,"4"1"-3466"0"0,-7 14-3439 0 0,1 0 0 0 0,-1 1-1 0 0,-1-1 1 0 0,1 1 0 0 0,0 0 0 0 0,-1 1 0 0 0,1-1 0 0 0,-1 1-1 0 0,0 0 1 0 0,0 0 0 0 0,-1 0 0 0 0,1 1 0 0 0,2 4 0 0 0,8 12 82 0 0,16 35 0 0 0,-28-52-128 0 0,4 9 165 0 0,-1 0-1 0 0,0 1 1 0 0,-1-1-1 0 0,0 1 1 0 0,-1 0 0 0 0,-1 0-1 0 0,0 0 1 0 0,0 17-1 0 0,-2-22 41 0 0,0 0-1 0 0,-1 0 0 0 0,0 0 1 0 0,0 0-1 0 0,-1 0 0 0 0,0 0 0 0 0,0 0 1 0 0,-1-1-1 0 0,-1 1 0 0 0,1-1 0 0 0,-1 0 1 0 0,-1 0-1 0 0,-9 13 0 0 0,13-19-153 0 0,-1 0-1 0 0,1 0 0 0 0,-1 0 1 0 0,0 0-1 0 0,0 0 1 0 0,0-1-1 0 0,0 1 1 0 0,0-1-1 0 0,0 1 1 0 0,-1-1-1 0 0,1 0 0 0 0,0 0 1 0 0,-1 0-1 0 0,1 0 1 0 0,-1-1-1 0 0,1 1 1 0 0,-4 0-1 0 0,5-1-65 0 0,-1 0 0 0 0,1-1 0 0 0,0 1 0 0 0,0 0 0 0 0,-1-1 0 0 0,1 1 0 0 0,0-1 0 0 0,0 0 1 0 0,0 1-1 0 0,-1-1 0 0 0,1 0 0 0 0,0 1 0 0 0,0-1 0 0 0,0 0 0 0 0,0 0 0 0 0,0 0 0 0 0,1 0 0 0 0,-1 0 0 0 0,0 0 0 0 0,0 0 0 0 0,1 0 0 0 0,-1-1 0 0 0,0 1 0 0 0,1 0 0 0 0,-1 0 0 0 0,1-1 0 0 0,0 1 0 0 0,-1 0 0 0 0,1 0 1 0 0,0-1-1 0 0,0 1 0 0 0,0 0 0 0 0,0-3 0 0 0,0-3-9 0 0,0 1 1 0 0,0-1-1 0 0,1 1 1 0 0,-1-1-1 0 0,2 1 1 0 0,-1 0 0 0 0,1 0-1 0 0,0-1 1 0 0,3-5-1 0 0,2-5-15 0 0,1 1 0 0 0,11-16 0 0 0,-7 15-29 0 0,0 0 0 0 0,1 1-1 0 0,1 1 1 0 0,0 0 0 0 0,1 1 0 0 0,27-20 0 0 0,-35 28-113 0 0,1 1 1 0 0,0 0-1 0 0,-1 0 1 0 0,2 1-1 0 0,-1 0 0 0 0,0 1 1 0 0,1 0-1 0 0,0 0 0 0 0,0 1 1 0 0,-1 0-1 0 0,1 0 0 0 0,1 1 1 0 0,-1 0-1 0 0,0 1 0 0 0,0 0 1 0 0,0 0-1 0 0,12 3 0 0 0,-16-2 81 0 0,-1 0 0 0 0,1 1 0 0 0,0 0 0 0 0,-1 0 0 0 0,0 0 0 0 0,0 0 0 0 0,1 1 0 0 0,-1-1 0 0 0,0 1-1 0 0,-1 0 1 0 0,1 0 0 0 0,-1 1 0 0 0,1-1 0 0 0,-1 1 0 0 0,0-1 0 0 0,0 1 0 0 0,-1 0 0 0 0,1 0 0 0 0,-1 1-1 0 0,4 7 1 0 0,0 5 25 0 0,-1 0 0 0 0,-1 0 0 0 0,-1 0 0 0 0,2 24 0 0 0,1 1-42 0 0,-6-40 53 0 0,1 1 1 0 0,-1-1-1 0 0,1 1 1 0 0,0-1 0 0 0,0 0-1 0 0,0 1 1 0 0,0-1-1 0 0,0 0 1 0 0,0 1-1 0 0,1-1 1 0 0,-1 0 0 0 0,1 0-1 0 0,-1 0 1 0 0,1 0-1 0 0,0-1 1 0 0,0 1-1 0 0,0 0 1 0 0,0-1 0 0 0,4 3-1 0 0,-2-2 11 0 0,0 0-1 0 0,0-1 1 0 0,1 0-1 0 0,-1 1 1 0 0,1-2-1 0 0,-1 1 1 0 0,1 0-1 0 0,-1-1 0 0 0,1 0 1 0 0,5 0-1 0 0,4-2 27 0 0,0 0 0 0 0,0 0 0 0 0,0-2-1 0 0,0 1 1 0 0,-1-2 0 0 0,17-7 0 0 0,-21 7 112 0 0,0 0 0 0 0,0 0 1 0 0,-1-1-1 0 0,0 0 0 0 0,-1 0 1 0 0,1-1-1 0 0,-1 0 0 0 0,0 0 1 0 0,-1-1-1 0 0,1 0 0 0 0,-2 0 1 0 0,1 0-1 0 0,-1-1 0 0 0,0 0 1 0 0,-1 0-1 0 0,0 0 0 0 0,-1 0 1 0 0,0-1-1 0 0,0 1 0 0 0,-1-1 1 0 0,0 0-1 0 0,0 0 0 0 0,-2 0 1 0 0,1 0-1 0 0,-2-16 1 0 0,0 9-21 0 0,0 1 1 0 0,-2-1-1 0 0,0 1 1 0 0,0 0-1 0 0,-8-17 1 0 0,9 26-98 0 0,-1 1 1 0 0,0 1-1 0 0,0-1 1 0 0,0 0-1 0 0,-1 1 1 0 0,-8-10-1 0 0,10 13-16 0 0,0-1-1 0 0,-1 1 0 0 0,0 0 1 0 0,1 0-1 0 0,-1 0 0 0 0,0 0 0 0 0,0 1 1 0 0,0-1-1 0 0,0 1 0 0 0,0-1 0 0 0,-1 1 1 0 0,1 0-1 0 0,0 1 0 0 0,-4-2 1 0 0,2 2-134 0 0,0 0 1 0 0,0 1 0 0 0,0-1 0 0 0,0 1-1 0 0,0 0 1 0 0,0 0 0 0 0,0 0 0 0 0,0 1-1 0 0,1 0 1 0 0,-1 0 0 0 0,0 0 0 0 0,1 0 0 0 0,-1 1-1 0 0,1 0 1 0 0,0 0 0 0 0,-6 6 0 0 0,2-3-368 0 0,2 0 0 0 0,-1 1-1 0 0,1 1 1 0 0,0-1 0 0 0,0 1 0 0 0,1 0 0 0 0,-8 14 0 0 0,11-15-125 0 0,-1 0 1 0 0,1-1-1 0 0,0 1 0 0 0,-2 10 0 0 0,4 14-4444 0 0,5-19 1376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7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12 150 564 0 0,'32'-78'14589'0'0,"-29"86"-14519"0"0,0 0-1 0 0,-1 1 1 0 0,0-1 0 0 0,0 1 0 0 0,-1-1 0 0 0,0 1 0 0 0,0-1 0 0 0,-1 1-1 0 0,0 0 1 0 0,-2 10 0 0 0,-3 14 41 0 0,-9 40 0 0 0,9-53-92 0 0,4-12 255 0 0,0-1-1 0 0,-1 0 1 0 0,0 1-1 0 0,0-1 1 0 0,-1 0-1 0 0,0 0 1 0 0,-6 11-1 0 0,8-17 63 0 0,0-1-324 0 0,1 0 0 0 0,-1 0 0 0 0,1 0 0 0 0,-1-1 0 0 0,1 1 0 0 0,0 0 1 0 0,-1 0-1 0 0,1-1 0 0 0,-1 1 0 0 0,1 0 0 0 0,0 0 0 0 0,-1-1 0 0 0,1 1 0 0 0,0 0 0 0 0,-1-1 1 0 0,1 1-1 0 0,0-1 0 0 0,-1 1 0 0 0,1 0 0 0 0,0-1 0 0 0,0 1 0 0 0,0-1 0 0 0,-1 0 0 0 0,2-11 4 0 0,1 0 0 0 0,0 0-1 0 0,0 1 1 0 0,1-1-1 0 0,1 1 1 0 0,0-1-1 0 0,0 1 1 0 0,1 0-1 0 0,10-15 1 0 0,-6 11-51 0 0,0 1 0 0 0,1 1 1 0 0,0-1-1 0 0,1 2 0 0 0,1-1 0 0 0,19-15 0 0 0,-6 12-70 0 0,-23 15 95 0 0,0 0 1 0 0,-1 1 0 0 0,1-1 0 0 0,0 0-1 0 0,0 1 1 0 0,0-1 0 0 0,0 1 0 0 0,0-1-1 0 0,0 1 1 0 0,0 0 0 0 0,0 0 0 0 0,-1 0-1 0 0,1 0 1 0 0,3 1 0 0 0,-1 0 4 0 0,0 1 0 0 0,-1-1 1 0 0,1 1-1 0 0,-1 0 1 0 0,0 0-1 0 0,1 1 0 0 0,-1-1 1 0 0,0 1-1 0 0,0-1 1 0 0,0 1-1 0 0,-1 0 0 0 0,5 6 1 0 0,-3-2 5 0 0,0 0 1 0 0,0-1 0 0 0,-1 1 0 0 0,0 1-1 0 0,0-1 1 0 0,1 10 0 0 0,0 2 28 0 0,-1-1 1 0 0,-1 0 0 0 0,-1 1-1 0 0,-1 0 1 0 0,-1 20 0 0 0,0-35-7 0 0,1 0 2 0 0,0 0-1 0 0,-1 0 1 0 0,1 0 0 0 0,-1 0-1 0 0,0 1 1 0 0,0-1 0 0 0,0 0-1 0 0,-4 7 1 0 0,4-10 22 0 0,1-1-43 0 0,0 0 0 0 0,0 1 0 0 0,-1-1 0 0 0,1 0 0 0 0,0 1 0 0 0,0-1 0 0 0,0 0 0 0 0,0 0 0 0 0,-1 1 0 0 0,1-1 0 0 0,0 0 0 0 0,0 0 0 0 0,-1 0-1 0 0,1 1 1 0 0,0-1 0 0 0,0 0 0 0 0,-1 0 0 0 0,1 0 0 0 0,0 0 0 0 0,-1 0 0 0 0,1 0 0 0 0,0 1 0 0 0,0-1 0 0 0,-1 0 0 0 0,1 0 0 0 0,0 0 0 0 0,-1 0 0 0 0,1 0 0 0 0,-1 0 0 0 0,0-5-3 0 0,0-1 0 0 0,0 1 1 0 0,0 0-1 0 0,0-1 0 0 0,1 1 1 0 0,0 0-1 0 0,0-1 0 0 0,1 1 0 0 0,-1-1 1 0 0,1 1-1 0 0,1 0 0 0 0,-1 0 1 0 0,3-7-1 0 0,4-12-29 0 0,17-32 0 0 0,-13 32-4 0 0,1 0 1 0 0,1 1-1 0 0,32-39 1 0 0,-38 53 1 0 0,-1 1 1 0 0,1 0 0 0 0,0 0-1 0 0,1 1 1 0 0,-1 0 0 0 0,2 0-1 0 0,-1 1 1 0 0,1 1 0 0 0,-1-1-1 0 0,2 1 1 0 0,18-6 0 0 0,-26 10 21 0 0,-1 1 0 0 0,1-1 1 0 0,0 1-1 0 0,0 0 0 0 0,-1 0 1 0 0,1 0-1 0 0,0 0 0 0 0,0 0 1 0 0,-1 0-1 0 0,1 1 0 0 0,0-1 0 0 0,-1 1 1 0 0,1 0-1 0 0,0 0 0 0 0,-1 0 1 0 0,1 0-1 0 0,-1 0 0 0 0,1 1 1 0 0,-1-1-1 0 0,0 1 0 0 0,0-1 1 0 0,0 1-1 0 0,0 0 0 0 0,0 0 1 0 0,0 0-1 0 0,0 0 0 0 0,0 0 1 0 0,-1 1-1 0 0,1-1 0 0 0,-1 0 0 0 0,0 1 1 0 0,1-1-1 0 0,-1 1 0 0 0,1 4 1 0 0,1 3 60 0 0,0 0 0 0 0,-1 0 0 0 0,0 0 0 0 0,0 0 1 0 0,-1 0-1 0 0,-1 1 0 0 0,0 18 0 0 0,-6 14 278 0 0,-12 45-1 0 0,5-32-120 0 0,13-55-222 0 0,0 0-1 0 0,-1 0 0 0 0,1 0 1 0 0,0-1-1 0 0,0 1 1 0 0,0 0-1 0 0,0 0 1 0 0,0 0-1 0 0,0 0 0 0 0,0 0 1 0 0,0 0-1 0 0,0-1 1 0 0,0 1-1 0 0,1 0 1 0 0,-1 0-1 0 0,0 0 0 0 0,1 0 1 0 0,-1-1-1 0 0,0 1 1 0 0,1 0-1 0 0,-1 0 0 0 0,1-1 1 0 0,-1 1-1 0 0,1 0 1 0 0,-1-1-1 0 0,1 1 1 0 0,0 0-1 0 0,-1-1 0 0 0,1 1 1 0 0,0-1-1 0 0,0 1 1 0 0,-1-1-1 0 0,1 1 1 0 0,0-1-1 0 0,0 0 0 0 0,0 1 1 0 0,-1-1-1 0 0,1 0 1 0 0,0 0-1 0 0,0 0 1 0 0,0 0-1 0 0,0 1 0 0 0,0-1 1 0 0,0 0-1 0 0,-1 0 1 0 0,1-1-1 0 0,0 1 1 0 0,0 0-1 0 0,1 0 0 0 0,7-2-511 0 0,0 1-1 0 0,0-1 0 0 0,16-6 1 0 0,-15 5-117 0 0,109-36-7803 0 0,-69 18 2782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8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7 704 0 0,'0'0'4296'0'0,"-6"-7"-6892"0"0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29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14 763 1588 0 0,'0'0'7576'0'0,"-13"14"-4639"0"0,13-12-2871 0 0,0 1 0 0 0,0-1-1 0 0,0 1 1 0 0,1-1 0 0 0,-1 1 0 0 0,1-1-1 0 0,0 0 1 0 0,0 1 0 0 0,0-1 0 0 0,0 0-1 0 0,0 1 1 0 0,0-1 0 0 0,0 0 0 0 0,1 0-1 0 0,-1 0 1 0 0,1 0 0 0 0,0 0 0 0 0,-1 0-1 0 0,1-1 1 0 0,0 1 0 0 0,0 0 0 0 0,0-1-1 0 0,0 0 1 0 0,1 1 0 0 0,-1-1 0 0 0,0 0-1 0 0,0 0 1 0 0,1 0 0 0 0,-1 0 0 0 0,1-1-1 0 0,-1 1 1 0 0,1-1 0 0 0,-1 1 0 0 0,1-1-1 0 0,-1 0 1 0 0,1 0 0 0 0,-1 0 0 0 0,5-1-1 0 0,2-1-16 0 0,0 1 0 0 0,0-2 1 0 0,0 0-1 0 0,0 0 0 0 0,-1 0 0 0 0,1-1 0 0 0,-1 0 0 0 0,0-1 0 0 0,0 0 0 0 0,10-9 0 0 0,1-1-13 0 0,-1-1 0 0 0,27-33 0 0 0,-17 13-15 0 0,-2 0-1 0 0,-1-2 0 0 0,-2-1 0 0 0,-2 0 1 0 0,-1-2-1 0 0,17-56 0 0 0,-7 4-141 0 0,32-177 0 0 0,-61 252-45 0 0,-7 28 61 0 0,-8 31 120 0 0,-65 207-11 0 0,59-170-6 0 0,-15 99 0 0 0,32-157-21 0 0,1 1 1 0 0,1-1-1 0 0,0 1 0 0 0,2 0 0 0 0,0-1 0 0 0,6 30 0 0 0,-6-45 11 0 0,0 0 0 0 0,1 1 0 0 0,0-1 0 0 0,0 0 0 0 0,0-1 0 0 0,0 1 0 0 0,1 0 0 0 0,0-1 0 0 0,0 1 0 0 0,0-1 0 0 0,0 0 1 0 0,1 0-1 0 0,0 0 0 0 0,0 0 0 0 0,0-1 0 0 0,0 1 0 0 0,0-1 0 0 0,1 0 0 0 0,-1-1 0 0 0,1 1 0 0 0,0-1 0 0 0,0 0 0 0 0,0 0 0 0 0,0 0 0 0 0,0-1 0 0 0,0 1 0 0 0,1-1 0 0 0,-1-1 0 0 0,9 1 0 0 0,-1 0-170 0 0,1-1 0 0 0,-1-1 1 0 0,0 0-1 0 0,0-1 0 0 0,-1 0 0 0 0,1-1 0 0 0,0 0 1 0 0,-1-1-1 0 0,1 0 0 0 0,17-10 0 0 0,-13 4 45 0 0,-1 0 0 0 0,-1-1 0 0 0,0 0 0 0 0,0-1 0 0 0,-1-1 0 0 0,20-23-1 0 0,-7 1 109 0 0,-2-1 0 0 0,-1-1 0 0 0,-2-1 0 0 0,-1 0 0 0 0,23-65 0 0 0,-12 11 1520 0 0,25-128-1 0 0,-51 197-1150 0 0,-3-5-180 0 0,-3 28-159 0 0,0 0 0 0 0,0 0 0 0 0,0 0 0 0 0,0 0 0 0 0,0 0 0 0 0,0-1 0 0 0,0 1 0 0 0,0 0 0 0 0,0 0 0 0 0,0 0 0 0 0,0 0 0 0 0,0 0 0 0 0,0 0 0 0 0,0 0 0 0 0,0 0 0 0 0,0 0-1 0 0,0-1 1 0 0,0 1 0 0 0,0 0 0 0 0,0 0 0 0 0,0 0 0 0 0,0 0 0 0 0,0 0 0 0 0,0 0 0 0 0,0 0 0 0 0,0 0 0 0 0,0 0 0 0 0,0 0 0 0 0,0 0 0 0 0,-1 0 0 0 0,1-1 0 0 0,0 1 0 0 0,0 0 0 0 0,0 0 0 0 0,0 0 0 0 0,0 0 0 0 0,0 0 0 0 0,0 0 0 0 0,0 0 0 0 0,0 0 0 0 0,0 0 0 0 0,-1 0 0 0 0,1 0 0 0 0,0 0 0 0 0,0 0 0 0 0,0 0 0 0 0,0 0 0 0 0,0 0 0 0 0,0 0 0 0 0,0 0 0 0 0,0 0 0 0 0,0 0 0 0 0,-1 0 0 0 0,1 0 0 0 0,0 0 0 0 0,0 0 0 0 0,0 0 0 0 0,0 0 0 0 0,0 0 0 0 0,0 1 0 0 0,0-1 0 0 0,0 0 0 0 0,0 0 0 0 0,0 0 0 0 0,-10 16 28 0 0,-40 104 35 0 0,6 2 1 0 0,-34 149-1 0 0,50-130 48 0 0,6-25 231 0 0,19-92-73 0 0,3-21-153 0 0,3-4-92 0 0,0-1-25 0 0,1 0 0 0 0,-1 0-1 0 0,0 0 1 0 0,1 0 0 0 0,-1 0 0 0 0,0-1-1 0 0,-1 1 1 0 0,1-1 0 0 0,0 0 0 0 0,3-4 0 0 0,26-41-9 0 0,-10 15-2 0 0,-4 8-2 0 0,79-96-55 0 0,-82 104 14 0 0,1 1 1 0 0,0 1-1 0 0,1 1 1 0 0,37-24-1 0 0,-50 36 36 0 0,-1 0-1 0 0,1 0 0 0 0,0 0 0 0 0,-1 1 0 0 0,1-1 0 0 0,0 1 0 0 0,0 0 0 0 0,0 0 0 0 0,0 1 0 0 0,0-1 1 0 0,0 1-1 0 0,0 0 0 0 0,6 0 0 0 0,-7 1 14 0 0,0-1 0 0 0,0 1 0 0 0,0 0 0 0 0,-1 0-1 0 0,1 0 1 0 0,0 1 0 0 0,-1-1 0 0 0,1 0 0 0 0,-1 1 0 0 0,1 0 0 0 0,-1 0 0 0 0,0 0 0 0 0,0 0 0 0 0,0 0 0 0 0,0 0 0 0 0,0 0 0 0 0,0 0 0 0 0,-1 1-1 0 0,3 4 1 0 0,2 6 6 0 0,0 1-1 0 0,-1 0 1 0 0,-1 0-1 0 0,0 1 0 0 0,-1-1 1 0 0,-1 1-1 0 0,0 0 0 0 0,-1 15 1 0 0,0-14 28 0 0,0-1 1 0 0,1 1-1 0 0,1 0 0 0 0,0-1 0 0 0,1 0 1 0 0,11 28-1 0 0,-14-41-18 0 0,0 0 0 0 0,1 0-1 0 0,0 0 1 0 0,-1 0 0 0 0,1 0 0 0 0,0 0-1 0 0,0-1 1 0 0,0 1 0 0 0,0-1 0 0 0,0 1-1 0 0,0-1 1 0 0,1 0 0 0 0,-1 0 0 0 0,0 0-1 0 0,1 0 1 0 0,-1 0 0 0 0,0 0 0 0 0,1 0-1 0 0,0-1 1 0 0,-1 0 0 0 0,1 1 0 0 0,-1-1-1 0 0,1 0 1 0 0,-1 0 0 0 0,1 0 0 0 0,-1-1 0 0 0,1 1-1 0 0,3-1 1 0 0,3-1 7 0 0,1 0 0 0 0,-1-1 0 0 0,0 0 0 0 0,0-1 0 0 0,0 0 0 0 0,11-6-1 0 0,-4 0-13 0 0,-1-1 0 0 0,0-1 0 0 0,-1 0-1 0 0,0-1 1 0 0,-1-1 0 0 0,0 0 0 0 0,-2-1-1 0 0,19-27 1 0 0,-6 1 797 0 0,-2 0 1 0 0,22-60-1 0 0,-27 52 308 0 0,-16 47-1062 0 0,-3 2-42 0 0,1 0 0 0 0,-1 1-1 0 0,1-1 1 0 0,-1 1 0 0 0,1-1 0 0 0,0 1 0 0 0,-1 0-1 0 0,1 0 1 0 0,0 0 0 0 0,-1 0 0 0 0,1 0-1 0 0,0 0 1 0 0,0 0 0 0 0,0 0 0 0 0,-1 1 0 0 0,-17 22 20 0 0,16-19-19 0 0,-19 25 8 0 0,2 0 1 0 0,-23 47-1 0 0,37-67-1 0 0,1 1 0 0 0,1 0 0 0 0,0 0 0 0 0,1 0 0 0 0,0 1 0 0 0,1-1 0 0 0,0 1-1 0 0,0 0 1 0 0,2 0 0 0 0,-1-1 0 0 0,3 19 0 0 0,-2-26 5 0 0,1 0 0 0 0,0 0 0 0 0,0 0-1 0 0,1 0 1 0 0,-1-1 0 0 0,1 1 0 0 0,0-1 0 0 0,0 1 0 0 0,0-1 0 0 0,0 1-1 0 0,0-1 1 0 0,1 0 0 0 0,0 0 0 0 0,3 3 0 0 0,-1-2 8 0 0,0 0 1 0 0,1-1-1 0 0,-1 1 1 0 0,1-1-1 0 0,0 0 1 0 0,0-1-1 0 0,0 1 1 0 0,7 1-1 0 0,2 0-80 0 0,0-1 0 0 0,1-1 0 0 0,0-1 0 0 0,-1 0 0 0 0,1 0 0 0 0,24-4-1 0 0,-11-1-907 0 0,-1-1 0 0 0,0-1 0 0 0,50-18 0 0 0,-51 12-2643 0 0,48-25 1 0 0,-33 10-2809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0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95 5777 0 0,'-218'2'13993'0'0,"214"-2"-12874"0"0,22-4-635 0 0,321-46-4222 0 0,-131 21-4393 0 0,-117 15 1031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1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11 244 0 0,'6'7'12819'0'0,"-4"-6"-12736"0"0,0-1 1 0 0,0 1 0 0 0,0-1 0 0 0,0 0 0 0 0,0 0-1 0 0,-1 0 1 0 0,1 0 0 0 0,0 0 0 0 0,0 0 0 0 0,0 0 0 0 0,0-1-1 0 0,0 1 1 0 0,0-1 0 0 0,-1 1 0 0 0,1-1 0 0 0,0 0-1 0 0,0 0 1 0 0,-1 0 0 0 0,3-1 0 0 0,-1 0-22 0 0,0 1 0 0 0,1-1 0 0 0,-1 1 0 0 0,1 0 0 0 0,0 0 0 0 0,-1 0 0 0 0,1 0 0 0 0,0 0 0 0 0,6 1 0 0 0,-5 0-43 0 0,-1 1 0 0 0,0 0-1 0 0,0 0 1 0 0,0 0 0 0 0,0 0-1 0 0,0 1 1 0 0,0 0-1 0 0,0 0 1 0 0,0 0 0 0 0,-1 0-1 0 0,1 0 1 0 0,-1 1 0 0 0,1-1-1 0 0,-1 1 1 0 0,4 5-1 0 0,-2-2 35 0 0,-1 0-1 0 0,1 0 1 0 0,-2 0-1 0 0,1 1 1 0 0,-1 0-1 0 0,0-1 1 0 0,0 1-1 0 0,2 10 1 0 0,-1 1 85 0 0,0 1 0 0 0,-2-1 0 0 0,0 0 1 0 0,-1 1-1 0 0,-1 0 0 0 0,-4 28 1 0 0,-4-2 484 0 0,-2 0 0 0 0,-2-1 0 0 0,-28 69 0 0 0,29-93 335 0 0,11-20-946 0 0,0 0-1 0 0,-1 0 1 0 0,1 1 0 0 0,0-1 0 0 0,0 0-1 0 0,-1 0 1 0 0,1 0 0 0 0,0 1 0 0 0,0-1-1 0 0,-1 0 1 0 0,1 0 0 0 0,0 0 0 0 0,-1 0-1 0 0,1 1 1 0 0,0-1 0 0 0,-1 0 0 0 0,1 0-1 0 0,0 0 1 0 0,-1 0 0 0 0,1 0 0 0 0,0 0-1 0 0,-1 0 1 0 0,1 0 0 0 0,0 0 0 0 0,-1 0-1 0 0,1 0 1 0 0,0 0 0 0 0,-1 0 0 0 0,1-1-1 0 0,0 1 1 0 0,-1 0 0 0 0,1 0 0 0 0,0 0-1 0 0,0 0 1 0 0,-1 0 0 0 0,1-1 0 0 0,0 1-1 0 0,0 0 1 0 0,-1 0 0 0 0,1-1 0 0 0,0 1-1 0 0,0 0 1 0 0,-1 0 0 0 0,1-1 0 0 0,0 1 0 0 0,0 0-1 0 0,0-1 1 0 0,0 1 0 0 0,-1 0 0 0 0,1-1-1 0 0,-1-3 2 0 0,1 0-1 0 0,0 0 0 0 0,-1 0 0 0 0,1 0 1 0 0,0 0-1 0 0,1 0 0 0 0,-1 0 0 0 0,1 0 1 0 0,0 0-1 0 0,0 0 0 0 0,1-4 0 0 0,0 1-9 0 0,6-25 14 0 0,1 0-1 0 0,1 1 1 0 0,25-50 0 0 0,-25 62-23 0 0,0 0 0 0 0,2 2 0 0 0,0-1 0 0 0,0 2 0 0 0,2-1 0 0 0,28-26 0 0 0,-37 39-5 0 0,1 0 0 0 0,-1 0 1 0 0,1 0-1 0 0,0 1 0 0 0,0-1 0 0 0,0 1 0 0 0,0 1 1 0 0,0-1-1 0 0,1 1 0 0 0,0 0 0 0 0,-1 1 0 0 0,1-1 1 0 0,0 1-1 0 0,-1 1 0 0 0,1-1 0 0 0,9 2 1 0 0,-11-1-2 0 0,0 1 0 0 0,0 0 1 0 0,0 0-1 0 0,0 1 1 0 0,-1-1-1 0 0,1 1 0 0 0,0 0 1 0 0,-1 1-1 0 0,1-1 1 0 0,-1 1-1 0 0,0 0 0 0 0,0 0 1 0 0,0 0-1 0 0,0 0 1 0 0,-1 1-1 0 0,1-1 0 0 0,-1 1 1 0 0,0 0-1 0 0,0 0 1 0 0,0 0-1 0 0,0 1 1 0 0,2 6-1 0 0,-1-2 5 0 0,0 1 1 0 0,-1 0-1 0 0,0 0 1 0 0,-1 1-1 0 0,0-1 1 0 0,0 0-1 0 0,-2 1 1 0 0,1-1-1 0 0,-2 14 0 0 0,0-7 27 0 0,-1 0 0 0 0,-1-1 0 0 0,0 0-1 0 0,-12 31 1 0 0,13-43-5 0 0,-1 3-24 0 0,2-5-16 0 0,1-3 22 0 0,-1 1 1 0 0,1 0-1 0 0,-1-1 0 0 0,1 1 1 0 0,-1-1-1 0 0,1 1 0 0 0,-1-1 1 0 0,1 1-1 0 0,0-1 0 0 0,-1 1 1 0 0,1-1-1 0 0,0 1 0 0 0,-1-1 1 0 0,1 0-1 0 0,0 1 0 0 0,0-1 1 0 0,0 0-1 0 0,0 1 0 0 0,-1-1 1 0 0,1 0-1 0 0,0 1 0 0 0,0-1 1 0 0,0 1-1 0 0,0-1 0 0 0,0 0 1 0 0,1 1-1 0 0,-1-1 0 0 0,0 0 1 0 0,0 0-1 0 0,3-22-24 0 0,2 4 9 0 0,1 0 0 0 0,0 0 1 0 0,1 1-1 0 0,1 0 1 0 0,1 1-1 0 0,0 0 1 0 0,2 0-1 0 0,-1 1 1 0 0,2 0-1 0 0,0 1 1 0 0,1 0-1 0 0,28-24 1 0 0,-37 35 8 0 0,0 1 1 0 0,1 1 0 0 0,-1-1 0 0 0,0 1 0 0 0,1-1 0 0 0,-1 1-1 0 0,1 1 1 0 0,0-1 0 0 0,0 1 0 0 0,0-1 0 0 0,0 1 0 0 0,0 1 0 0 0,0-1-1 0 0,0 1 1 0 0,0 0 0 0 0,0 0 0 0 0,0 0 0 0 0,0 1 0 0 0,0-1 0 0 0,0 1-1 0 0,0 1 1 0 0,-1-1 0 0 0,1 1 0 0 0,0 0 0 0 0,-1 0 0 0 0,1 0-1 0 0,-1 0 1 0 0,1 1 0 0 0,-1 0 0 0 0,0 0 0 0 0,0 0 0 0 0,0 0 0 0 0,-1 1-1 0 0,1-1 1 0 0,-1 1 0 0 0,0 0 0 0 0,0 0 0 0 0,0 0 0 0 0,0 1 0 0 0,-1-1-1 0 0,0 1 1 0 0,0-1 0 0 0,0 1 0 0 0,0 0 0 0 0,-1 0 0 0 0,0-1-1 0 0,0 1 1 0 0,1 10 0 0 0,-1 2 25 0 0,-1 0 1 0 0,-1 0-1 0 0,0 0 0 0 0,-1 0 0 0 0,-6 21 0 0 0,-29 81-175 0 0,26-86-95 0 0,11-32 156 0 0,0-1-1 0 0,-1 1 1 0 0,1 0 0 0 0,-1-1-1 0 0,1 1 1 0 0,0 0 0 0 0,0-1-1 0 0,-1 1 1 0 0,1 0-1 0 0,0 0 1 0 0,0 0 0 0 0,0-1-1 0 0,0 1 1 0 0,0 0 0 0 0,0 0-1 0 0,0-1 1 0 0,0 1-1 0 0,0 0 1 0 0,0 0 0 0 0,1-1-1 0 0,-1 1 1 0 0,0 0 0 0 0,0 0-1 0 0,1-1 1 0 0,-1 1-1 0 0,1 0 1 0 0,-1-1 0 0 0,0 1-1 0 0,1 0 1 0 0,-1-1 0 0 0,1 1-1 0 0,-1-1 1 0 0,1 1-1 0 0,0-1 1 0 0,-1 1 0 0 0,1-1-1 0 0,0 1 1 0 0,-1-1 0 0 0,1 1-1 0 0,0-1 1 0 0,-1 0-1 0 0,1 0 1 0 0,0 1 0 0 0,0-1-1 0 0,-1 0 1 0 0,1 0 0 0 0,0 0-1 0 0,0 0 1 0 0,-1 0-1 0 0,1 0 1 0 0,0 0 0 0 0,0 0-1 0 0,0 0 1 0 0,0 0 0 0 0,6-1-996 0 0,0 0 1 0 0,0 0 0 0 0,0-1 0 0 0,11-4 0 0 0,0 0-1830 0 0,4-3-779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3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295 591 2384 0 0,'7'-8'1350'0'0,"0"1"0"0"0,0-1 0 0 0,-1-1 0 0 0,0 1 0 0 0,-1-1 0 0 0,6-12 0 0 0,-9 17-909 0 0,0 0-1 0 0,-1 0 1 0 0,0 0-1 0 0,0 0 1 0 0,0 0-1 0 0,0 0 1 0 0,0 0-1 0 0,-1 0 1 0 0,1 0-1 0 0,-1 0 1 0 0,-1-1-1 0 0,1 1 0 0 0,0 0 1 0 0,-1 0-1 0 0,0 0 1 0 0,0 0-1 0 0,0 0 1 0 0,-2-5-1 0 0,2 8-390 0 0,1 0 0 0 0,-1 0 0 0 0,0 0 0 0 0,1 0 0 0 0,-1 0 0 0 0,0 1 0 0 0,0-1 0 0 0,1 0 0 0 0,-1 0 0 0 0,0 0 0 0 0,0 1 0 0 0,0-1 0 0 0,0 1 0 0 0,0-1 0 0 0,0 0 0 0 0,0 1 0 0 0,0 0-1 0 0,0-1 1 0 0,0 1 0 0 0,0 0 0 0 0,-2-1 0 0 0,0 1-2 0 0,0 0-1 0 0,0 0 1 0 0,0 0-1 0 0,1 0 1 0 0,-1 1-1 0 0,0-1 1 0 0,0 1-1 0 0,-4 2 0 0 0,-2 0 9 0 0,0 2-1 0 0,0 0 0 0 0,-16 10 0 0 0,6 0-33 0 0,1 0 0 0 0,1 1 0 0 0,0 1 0 0 0,0 1 0 0 0,-13 21 1 0 0,5-5-6 0 0,3 1 1 0 0,-19 40-1 0 0,33-58-3 0 0,0-1-1 0 0,-7 28 1 0 0,14-39-21 0 0,-1 0 0 0 0,1 1 0 0 0,0-1 0 0 0,0 0 0 0 0,1 0 1 0 0,0 1-1 0 0,0-1 0 0 0,0 0 0 0 0,0 1 0 0 0,1-1 0 0 0,0 0 1 0 0,0 1-1 0 0,3 6 0 0 0,-3-10 0 0 0,0 0 0 0 0,0 0 0 0 0,0 0 0 0 0,0-1 0 0 0,0 1 0 0 0,1 0-1 0 0,-1 0 1 0 0,1-1 0 0 0,-1 1 0 0 0,1-1 0 0 0,0 1 0 0 0,0-1 0 0 0,-1 0 0 0 0,1 1 0 0 0,0-1 0 0 0,0 0 0 0 0,0 0 0 0 0,4 1 0 0 0,-2-2-4 0 0,0 1 0 0 0,-1-1 0 0 0,1 1 0 0 0,0-1 0 0 0,-1 0 0 0 0,1-1 0 0 0,0 1 0 0 0,-1-1 0 0 0,1 1 0 0 0,6-3 0 0 0,-2 0-13 0 0,1 0 0 0 0,-1-1 0 0 0,0 0 0 0 0,0-1 0 0 0,0 0-1 0 0,-1 0 1 0 0,1 0 0 0 0,10-12 0 0 0,-5 3-5 0 0,-1-1 0 0 0,-1 0 0 0 0,0-1 1 0 0,15-31-1 0 0,24-72 23 0 0,-31 72 46 0 0,-15 34-82 0 0,-1 7-68 0 0,-3 16 59 0 0,-3 18 51 0 0,-2 0 0 0 0,-11 38-1 0 0,-4 28 6 0 0,16-71-2 0 0,-4 56 26 0 0,7-71-28 0 0,1 1 0 0 0,1-1 1 0 0,0 0-1 0 0,0 0 0 0 0,0 0 1 0 0,1 1-1 0 0,4 9 0 0 0,-5-16-2 0 0,-1 0 0 0 0,1 0 0 0 0,0 0 1 0 0,0-1-1 0 0,1 1 0 0 0,-1 0 0 0 0,0-1 0 0 0,0 1 0 0 0,1-1 0 0 0,-1 0 0 0 0,1 1 0 0 0,-1-1 0 0 0,1 0 0 0 0,0 0 0 0 0,0 0 0 0 0,2 1 0 0 0,10 0-26 0 0,-6-2-15 0 0,0-1 1 0 0,-1-1-1 0 0,1 0 1 0 0,0 0-1 0 0,-1 0 1 0 0,0-1-1 0 0,1 0 1 0 0,-1 0-1 0 0,0-1 1 0 0,-1 0-1 0 0,1 0 1 0 0,-1 0-1 0 0,11-10 0 0 0,3-5-189 0 0,-1 0 0 0 0,29-37 0 0 0,0-8-244 0 0,-4-3 0 0 0,54-107-1 0 0,-47 66 139 0 0,38-116 1 0 0,-31 34 1364 0 0,-53 166-718 0 0,-5 24-307 0 0,0 0 0 0 0,0 0 1 0 0,0 0-1 0 0,0 0 0 0 0,0 0 0 0 0,0 0 0 0 0,0 0 0 0 0,0 0 0 0 0,0 0 0 0 0,0 0 1 0 0,-1 0-1 0 0,1 0 0 0 0,0 0 0 0 0,0 0 0 0 0,0 0 0 0 0,0 0 0 0 0,0 0 0 0 0,0 0 0 0 0,0 0 1 0 0,0 0-1 0 0,0 0 0 0 0,0 0 0 0 0,0 0 0 0 0,0 0 0 0 0,0 0 0 0 0,0 0 0 0 0,0 0 1 0 0,0 0-1 0 0,0 0 0 0 0,0 0 0 0 0,0 0 0 0 0,-1 0 0 0 0,1 0 0 0 0,0-1 0 0 0,0 1 0 0 0,0 0 1 0 0,0 0-1 0 0,0 0 0 0 0,0 0 0 0 0,0 0 0 0 0,0 0 0 0 0,0 0 0 0 0,0 0 0 0 0,0 0 1 0 0,0 0-1 0 0,0 0 0 0 0,0 0 0 0 0,0 0 0 0 0,0 0 0 0 0,0 0 0 0 0,-7 14 42 0 0,-55 157 947 0 0,-40 184-1 0 0,95-328-928 0 0,-8 31 75 0 0,3 0 0 0 0,2 0 0 0 0,-4 107 0 0 0,14-161-126 0 0,0 1-1 0 0,0-1 0 0 0,1 1 1 0 0,-1-1-1 0 0,1 0 1 0 0,0 0-1 0 0,0 1 1 0 0,0-1-1 0 0,1 0 1 0 0,0 0-1 0 0,-1 0 1 0 0,1 0-1 0 0,1-1 1 0 0,-1 1-1 0 0,0 0 1 0 0,1-1-1 0 0,0 0 1 0 0,5 5-1 0 0,-4-5-14 0 0,0 0-1 0 0,0-1 0 0 0,0 1 1 0 0,1-1-1 0 0,-1-1 1 0 0,1 1-1 0 0,-1 0 1 0 0,1-1-1 0 0,-1 0 0 0 0,1 0 1 0 0,0-1-1 0 0,0 1 1 0 0,-1-1-1 0 0,1 0 1 0 0,0 0-1 0 0,8-2 0 0 0,-2 1-25 0 0,-1-1 0 0 0,1-1 0 0 0,-1 1 1 0 0,0-2-1 0 0,0 0 0 0 0,0 0 0 0 0,0-1 0 0 0,0 0 0 0 0,-1 0 0 0 0,14-12 0 0 0,-11 7-12 0 0,0-1 1 0 0,0 0 0 0 0,-2-1-1 0 0,1-1 1 0 0,-2 1-1 0 0,14-23 1 0 0,-9 8 19 0 0,-2 0 0 0 0,0 0 0 0 0,-2-1 0 0 0,0-1 0 0 0,-2 1-1 0 0,-2-1 1 0 0,5-40 0 0 0,-10 55 70 0 0,0 0 0 0 0,-1 0 0 0 0,-3-28 0 0 0,3 38-37 0 0,-1 0 0 0 0,0 0 0 0 0,0 0 1 0 0,0 0-1 0 0,0 0 0 0 0,-1 0 0 0 0,1 0 0 0 0,-1 0 0 0 0,0 1 0 0 0,0-1 0 0 0,0 1 0 0 0,-1-1 0 0 0,1 1 0 0 0,-1 0 0 0 0,0 0 1 0 0,0 0-1 0 0,-5-4 0 0 0,6 6-12 0 0,0 0 1 0 0,0 1 0 0 0,0-1 0 0 0,0 1-1 0 0,0-1 1 0 0,0 1 0 0 0,0 0-1 0 0,0-1 1 0 0,0 1 0 0 0,0 0-1 0 0,0 0 1 0 0,0 1 0 0 0,0-1 0 0 0,0 0-1 0 0,0 1 1 0 0,1-1 0 0 0,-1 1-1 0 0,0-1 1 0 0,0 1 0 0 0,0 0 0 0 0,0 0-1 0 0,1 0 1 0 0,-1 0 0 0 0,0 0-1 0 0,1 1 1 0 0,-1-1 0 0 0,1 0 0 0 0,-1 1-1 0 0,1-1 1 0 0,-2 3 0 0 0,-2 1-6 0 0,1 0-1 0 0,0 0 1 0 0,1 1 0 0 0,-1-1 0 0 0,1 1 0 0 0,0-1 0 0 0,1 1 0 0 0,-4 8 0 0 0,5-10 4 0 0,0 0-1 0 0,1 0 1 0 0,-1 0 0 0 0,1 0 0 0 0,-1 0 0 0 0,1 0 0 0 0,1 0 0 0 0,-1 0 0 0 0,0 0-1 0 0,1-1 1 0 0,0 1 0 0 0,0 0 0 0 0,0 0 0 0 0,0 0 0 0 0,1-1 0 0 0,2 7 0 0 0,-1-5-5 0 0,1-1 0 0 0,-1 1 1 0 0,1-1-1 0 0,0 1 0 0 0,1-1 1 0 0,-1 0-1 0 0,0-1 0 0 0,1 1 1 0 0,0-1-1 0 0,6 4 0 0 0,5 0-14 0 0,0 0 0 0 0,0-1-1 0 0,0-1 1 0 0,1 0-1 0 0,-1-1 1 0 0,31 3 0 0 0,-28-5 2 0 0,1-1 0 0 0,-1-1 0 0 0,1-1 0 0 0,36-5 1 0 0,-51 5 22 0 0,1 0 1 0 0,0 0-1 0 0,-1-1 0 0 0,1 1 1 0 0,-1-1-1 0 0,0-1 1 0 0,0 1-1 0 0,0-1 1 0 0,0 0-1 0 0,0 0 1 0 0,0 0-1 0 0,-1-1 0 0 0,1 1 1 0 0,-1-1-1 0 0,0 0 1 0 0,0-1-1 0 0,-1 1 1 0 0,1-1-1 0 0,-1 1 0 0 0,0-1 1 0 0,3-6-1 0 0,-5 9 13 0 0,-1 1 0 0 0,1-1 0 0 0,0 0 0 0 0,-1 0 0 0 0,1 1-1 0 0,-1-1 1 0 0,1 0 0 0 0,-1 0 0 0 0,0 0 0 0 0,0 0 0 0 0,0 0-1 0 0,0 0 1 0 0,0 1 0 0 0,0-1 0 0 0,0 0 0 0 0,-1 0 0 0 0,1 0-1 0 0,-1 0 1 0 0,1 1 0 0 0,-1-1 0 0 0,0 0 0 0 0,0 0 0 0 0,0 1-1 0 0,0-1 1 0 0,0 1 0 0 0,0-1 0 0 0,0 1 0 0 0,0-1 0 0 0,-1 1-1 0 0,1 0 1 0 0,-3-3 0 0 0,2 3 3 0 0,-2 2-8 0 0,-2 1 22 0 0,1 1 1 0 0,-1-1-1 0 0,1 1 1 0 0,-1 0-1 0 0,1 0 1 0 0,0 1-1 0 0,0 0 1 0 0,0 0-1 0 0,1 0 1 0 0,-1 0-1 0 0,1 1 0 0 0,0 0 1 0 0,-3 5-1 0 0,-11 14 463 0 0,-18 36 0 0 0,31-51-416 0 0,-6 9 33 0 0,1 1 0 0 0,0 0 1 0 0,2 1-1 0 0,0 0 1 0 0,2 1-1 0 0,0 0 0 0 0,1 0 1 0 0,-3 23-1 0 0,8-38-107 0 0,0-1-1 0 0,0 0 1 0 0,1 1-1 0 0,-1-1 1 0 0,1 0 0 0 0,0 0-1 0 0,0 0 1 0 0,1 1-1 0 0,0-1 1 0 0,4 8-1 0 0,-5-10-32 0 0,1 0-1 0 0,0 0 0 0 0,0-1 1 0 0,1 1-1 0 0,-1 0 0 0 0,1-1 1 0 0,-1 0-1 0 0,1 1 0 0 0,0-1 1 0 0,0 0-1 0 0,0-1 0 0 0,0 1 1 0 0,0 0-1 0 0,0-1 1 0 0,0 1-1 0 0,0-1 0 0 0,5 1 1 0 0,4 0-207 0 0,0 0 1 0 0,1-1-1 0 0,-1 0 1 0 0,0-1-1 0 0,0 0 1 0 0,0-1-1 0 0,0-1 1 0 0,0 0 0 0 0,0 0-1 0 0,0-1 1 0 0,0-1-1 0 0,0 0 1 0 0,-1 0-1 0 0,0-1 1 0 0,0-1-1 0 0,15-9 1 0 0,-8 3-1 0 0,-1-1 1 0 0,0 0-1 0 0,-1-1 0 0 0,0-1 1 0 0,-2 0-1 0 0,1-1 1 0 0,-2-1-1 0 0,18-27 0 0 0,-20 21 729 0 0,-1 0-1 0 0,-1 0 1 0 0,0-1-1 0 0,-2 0 1 0 0,-1 0-1 0 0,3-26 1 0 0,-6 33-54 0 0,-2 16-194 0 0,-2 6-67 0 0,0-1-1 0 0,-1 1 1 0 0,1 0 0 0 0,-1-1-1 0 0,0 1 1 0 0,-3 4-1 0 0,-2 7 368 0 0,-48 140 2127 0 0,45-120-2407 0 0,1 0 0 0 0,-6 54 0 0 0,14-84-375 0 0,1 0 0 0 0,0 0-1 0 0,0 0 1 0 0,0 0-1 0 0,0 0 1 0 0,1 0 0 0 0,0 0-1 0 0,1 0 1 0 0,-1 0 0 0 0,4 6-1 0 0,-4-9-126 0 0,0-1 0 0 0,1 0 0 0 0,-1 0 0 0 0,1 0 0 0 0,-1 0 0 0 0,1 0 0 0 0,0 0 0 0 0,0 0 0 0 0,0 0 0 0 0,0-1 0 0 0,0 1 0 0 0,0-1 0 0 0,0 0 0 0 0,1 1 0 0 0,-1-1 0 0 0,0 0 0 0 0,1 0 0 0 0,-1-1 0 0 0,1 1 0 0 0,-1 0 0 0 0,1-1 0 0 0,0 1 0 0 0,-1-1 0 0 0,1 0 0 0 0,4 0 0 0 0,2-1-1783 0 0,1 0-1 0 0,-1-1 0 0 0,1 0 1 0 0,11-4-1 0 0,2-1-6205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3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97 2328 0 0,'-14'-88'16607'0'0,"14"87"-16554"0"0,0 1-1 0 0,0 0 1 0 0,0-1 0 0 0,0 1 0 0 0,0 0-1 0 0,0-1 1 0 0,0 1 0 0 0,0 0-1 0 0,0-1 1 0 0,0 1 0 0 0,0 0-1 0 0,1 0 1 0 0,-1-1 0 0 0,0 1-1 0 0,0 0 1 0 0,0-1 0 0 0,0 1-1 0 0,0 0 1 0 0,1 0 0 0 0,-1-1 0 0 0,0 1-1 0 0,0 0 1 0 0,1 0 0 0 0,-1 0-1 0 0,0-1 1 0 0,0 1 0 0 0,1 0-1 0 0,-1 0 1 0 0,0 0 0 0 0,0 0-1 0 0,1 0 1 0 0,-1-1 0 0 0,0 1-1 0 0,1 0 1 0 0,-1 0 0 0 0,0 0 0 0 0,1 0-1 0 0,-1 0 1 0 0,0 0 0 0 0,0 0-1 0 0,1 0 1 0 0,-1 0 0 0 0,0 0-1 0 0,1 0 1 0 0,-1 0 0 0 0,0 0-1 0 0,1 1 1 0 0,18 12 1578 0 0,13 24 384 0 0,78 128 967 0 0,-28-38-3752 0 0,-76-119-121 0 0,0-1 1 0 0,1 1-1 0 0,11 10 1 0 0,11 2-5454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3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92 2596 0 0,'-2'-7'1280'0'0,"0"0"0"0"0,0 0 0 0 0,-1-1-1 0 0,1 1 1 0 0,-2 1 0 0 0,1-1 0 0 0,-1 0 0 0 0,0 1 0 0 0,0 0-1 0 0,-1 0 1 0 0,0 0 0 0 0,-6-5 0 0 0,10 11-1214 0 0,0-1 1 0 0,0 1 0 0 0,0 0 0 0 0,-1 0-1 0 0,1 0 1 0 0,0 0 0 0 0,0 0 0 0 0,0 0-1 0 0,-1 0 1 0 0,1 1 0 0 0,0-1-1 0 0,0 0 1 0 0,0 1 0 0 0,0-1 0 0 0,0 1-1 0 0,0-1 1 0 0,-1 1 0 0 0,1 0 0 0 0,0-1-1 0 0,0 1 1 0 0,1 0 0 0 0,-3 1-1 0 0,2-1 64 0 0,-11 8 473 0 0,1 0 0 0 0,1 1 0 0 0,0 1 0 0 0,-18 22 0 0 0,-29 53 1001 0 0,42-62-1278 0 0,-21 36-269 0 0,2 2 0 0 0,-45 115 0 0 0,67-141-2391 0 0,7-13-4439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3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116 158 1036 0 0,'-10'-18'4519'0'0,"-1"0"0"0"0,-19-24-1 0 0,-9-6-49 0 0,13 16-5091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4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1 120 0 0,'-235'50'17928'0'0,"216"-41"-16596"0"0,20-7-1028 0 0,1 0-265 0 0,0 0-1 0 0,0-1 0 0 0,0 1 0 0 0,0-1 0 0 0,0 1 0 0 0,0-1 0 0 0,1 0 0 0 0,-1 0 0 0 0,0 0 0 0 0,1 0 0 0 0,-1 0 0 0 0,0 0 0 0 0,1-1 0 0 0,-1 1 0 0 0,5-1 0 0 0,47 3-61 0 0,-30-2-88 0 0,214 10-3837 0 0,-78-7-3602 0 0,-80-4 1293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4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224 691 512 0 0,'-21'6'2317'0'0,"0"0"-680"0"0,0 1 0 0 0,0 1 0 0 0,1 0 0 0 0,-21 14 0 0 0,35-19-1358 0 0,0 1 1 0 0,1 0-1 0 0,0 1 1 0 0,-1-1-1 0 0,2 1 0 0 0,-1 0 1 0 0,1 0-1 0 0,-1 1 1 0 0,2-1-1 0 0,-1 1 1 0 0,0 0-1 0 0,1 0 0 0 0,0 0 1 0 0,1 0-1 0 0,-1 1 1 0 0,1-1-1 0 0,-2 12 0 0 0,3-13-56 0 0,0 0 0 0 0,0 1 0 0 0,0-1-1 0 0,1 0 1 0 0,-1 1 0 0 0,1-1-1 0 0,1 1 1 0 0,-1-1 0 0 0,1 0-1 0 0,0 0 1 0 0,0 1 0 0 0,2 4-1 0 0,-2-9-186 0 0,0 0-1 0 0,-1-1 1 0 0,1 1-1 0 0,0 0 1 0 0,0-1-1 0 0,0 1 1 0 0,0-1-1 0 0,-1 1 1 0 0,1-1-1 0 0,0 0 1 0 0,0 1-1 0 0,0-1 1 0 0,0 0-1 0 0,0 0 1 0 0,0 0-1 0 0,0 1 1 0 0,0-1-1 0 0,0 0 1 0 0,0 0-1 0 0,0-1 1 0 0,0 1-1 0 0,0 0 1 0 0,0 0-1 0 0,0 0 1 0 0,0-1-1 0 0,1 1 1 0 0,27-10 240 0 0,-28 9-257 0 0,20-9 56 0 0,0-2 1 0 0,-1 0-1 0 0,0-1 1 0 0,-1-1 0 0 0,0-1-1 0 0,-1-1 1 0 0,29-33-1 0 0,97-140-17 0 0,-131 170-46 0 0,155-246 40 0 0,-11 15-210 0 0,-147 235 123 0 0,-8 11 17 0 0,1-1 1 0 0,0 0-1 0 0,1 1 1 0 0,-1-1-1 0 0,1 1 1 0 0,0 0-1 0 0,8-7 1 0 0,-12 11 15 0 0,1-1 0 0 0,0 1 1 0 0,-1 0-1 0 0,1-1 0 0 0,-1 1 1 0 0,1 0-1 0 0,0 0 1 0 0,-1 0-1 0 0,1 0 0 0 0,-1-1 1 0 0,1 1-1 0 0,0 0 0 0 0,-1 0 1 0 0,1 0-1 0 0,0 0 1 0 0,-1 0-1 0 0,1 0 0 0 0,0 0 1 0 0,-1 1-1 0 0,1-1 1 0 0,-1 0-1 0 0,1 0 0 0 0,0 0 1 0 0,-1 1-1 0 0,1-1 0 0 0,0 1 1 0 0,11 15 8 0 0,-2 22 52 0 0,-5 21 156 0 0,-2 1 0 0 0,-3 0 0 0 0,-9 84 0 0 0,5-93-105 0 0,-7 85 241 0 0,-33 167-1 0 0,34-235-183 0 0,10-66-184 0 0,8-29-573 0 0,-6 10 442 0 0,-1-1-1 0 0,0 0 1 0 0,-2 0 0 0 0,0 1-1 0 0,0-1 1 0 0,-2 0 0 0 0,0 1-1 0 0,-1-1 1 0 0,-1 1 0 0 0,-1 0-1 0 0,0 1 1 0 0,-1-1-1 0 0,-1 1 1 0 0,-17-26 0 0 0,13 25 137 0 0,0 0 1 0 0,-1 1-1 0 0,-1 1 0 0 0,-1 0 1 0 0,0 1-1 0 0,0 1 1 0 0,-2 0-1 0 0,0 1 0 0 0,0 1 1 0 0,-1 0-1 0 0,0 1 1 0 0,-25-9-1 0 0,25 12 49 0 0,-1 1 1 0 0,0 0-1 0 0,-1 1 0 0 0,1 1 1 0 0,-1 1-1 0 0,0 1 0 0 0,0 0 1 0 0,-29 2-1 0 0,47 1-34 0 0,0-1 1 0 0,0 0 0 0 0,0 0-1 0 0,0 1 1 0 0,0 0 0 0 0,0-1-1 0 0,0 1 1 0 0,0 0-1 0 0,0 0 1 0 0,0 0 0 0 0,0 0-1 0 0,0 0 1 0 0,1 0 0 0 0,-1 1-1 0 0,-2 2 1 0 0,4-4 0 0 0,1 1-1 0 0,-1-1 1 0 0,1 1 0 0 0,-1-1-1 0 0,1 1 1 0 0,-1-1 0 0 0,1 1-1 0 0,-1-1 1 0 0,1 1 0 0 0,0-1 0 0 0,-1 0-1 0 0,1 1 1 0 0,0-1 0 0 0,-1 0-1 0 0,2 1 1 0 0,9 1-40 0 0,1 0-1 0 0,-1-1 1 0 0,0 0 0 0 0,1-1-1 0 0,-1 0 1 0 0,1-1 0 0 0,17-3-1 0 0,-5 2-255 0 0,179-23-3653 0 0,-69 1-3247 0 0,-78 12 1335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5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16 480 0 0,'18'-15'9468'0'0,"-7"15"-6688"0"0,-17 16-1806 0 0,-18 20-431 0 0,-36 33-879 0 0,-99 90 1 0 0,91-94-5221 0 0,40-39-58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6.3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17 248 212 0 0,'0'0'7831'0'0,"0"0"-7718"0"0,0-1-1 0 0,-1 1 0 0 0,1 0 1 0 0,0-1-1 0 0,0 1 0 0 0,-1 0 1 0 0,1 0-1 0 0,-1-1 0 0 0,1 1 0 0 0,0 0 1 0 0,-1 0-1 0 0,1 0 0 0 0,0 0 1 0 0,-1 0-1 0 0,1-1 0 0 0,-1 1 1 0 0,1 0-1 0 0,0 0 0 0 0,-1 0 0 0 0,1 0 1 0 0,-1 0-1 0 0,0 0 0 0 0,-1 9 138 0 0,0-1-1 0 0,1 0 1 0 0,0 0 0 0 0,0 1-1 0 0,1-1 1 0 0,0 0-1 0 0,0 1 1 0 0,1-1 0 0 0,0 0-1 0 0,1 1 1 0 0,-1-1-1 0 0,2 0 1 0 0,4 13 0 0 0,-6-20-232 0 0,1 1 0 0 0,-1 0 0 0 0,0-1 0 0 0,1 1 0 0 0,-1-1 1 0 0,1 0-1 0 0,-1 1 0 0 0,1-1 0 0 0,0 0 0 0 0,0 0 0 0 0,-1 0 1 0 0,1 0-1 0 0,0 0 0 0 0,0 0 0 0 0,0-1 0 0 0,0 1 0 0 0,0-1 1 0 0,0 1-1 0 0,0-1 0 0 0,0 0 0 0 0,0 0 0 0 0,0 0 0 0 0,0 0 1 0 0,3 0-1 0 0,5-1 17 0 0,-1 0 0 0 0,0-1 0 0 0,17-4 0 0 0,-14 2-21 0 0,0 0 0 0 0,-1 0 0 0 0,1-1 0 0 0,-1 0 0 0 0,0-1 0 0 0,0 0 0 0 0,-1-1 0 0 0,0-1 0 0 0,0 1-1 0 0,-1-1 1 0 0,1-1 0 0 0,-2 0 0 0 0,0 0 0 0 0,0-1 0 0 0,0 0 0 0 0,-1 0 0 0 0,-1-1 0 0 0,0 1 0 0 0,0-1 0 0 0,-1-1-1 0 0,6-17 1 0 0,1-17 657 0 0,-1 0-1 0 0,5-50 0 0 0,-16 94-573 0 0,-12 14-22 0 0,7-4-20 0 0,0 1 0 0 0,0 0-1 0 0,1 0 1 0 0,0 0 0 0 0,1 0 0 0 0,0 1-1 0 0,0-1 1 0 0,-1 12 0 0 0,-2 3 145 0 0,0 1-31 0 0,1-1-1 0 0,-2 28 1 0 0,6-40-110 0 0,0-1 1 0 0,1 1-1 0 0,1 0 0 0 0,0 0 0 0 0,0-1 1 0 0,6 20-1 0 0,-6-29-43 0 0,0 1 0 0 0,0-1 1 0 0,0 1-1 0 0,0-1 1 0 0,0 0-1 0 0,1 1 0 0 0,-1-1 1 0 0,1 0-1 0 0,-1 0 0 0 0,1 0 1 0 0,0 0-1 0 0,0 0 1 0 0,0-1-1 0 0,0 1 0 0 0,0-1 1 0 0,0 1-1 0 0,4 1 0 0 0,-1-1-14 0 0,-1-1-1 0 0,1 1 1 0 0,0-1 0 0 0,-1 0-1 0 0,1 0 1 0 0,0-1-1 0 0,-1 1 1 0 0,1-1-1 0 0,6-1 1 0 0,0 0-338 0 0,1-1 1 0 0,0 0 0 0 0,-1 0-1 0 0,1-2 1 0 0,-1 1 0 0 0,0-2-1 0 0,12-5 1 0 0,-13 4-794 0 0,-1 1 0 0 0,1-2 0 0 0,-1 1 0 0 0,0-1 0 0 0,-1-1 0 0 0,10-9-1 0 0,5-10-5007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6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39 2572 0 0,'-31'-12'5475'0'0,"-52"-14"1"0"0,80 25-5198 0 0,-11 6-75 0 0,14-5-270 0 0,-1 1-1 0 0,1 0 1 0 0,0-1 0 0 0,0 1-1 0 0,0 0 1 0 0,0 0 0 0 0,0-1-1 0 0,0 1 1 0 0,0 0 0 0 0,0 0-1 0 0,0-1 1 0 0,0 1 0 0 0,0 0-1 0 0,0 0 1 0 0,1-1 0 0 0,-1 1-1 0 0,0 0 1 0 0,0-1 0 0 0,1 1-1 0 0,-1 0 1 0 0,0-1 0 0 0,1 1-1 0 0,-1-1 1 0 0,1 1 0 0 0,-1 0-1 0 0,1-1 1 0 0,-1 1 0 0 0,1-1-1 0 0,0 1 1 0 0,-1-1 0 0 0,1 0-1 0 0,1 1 1 0 0,23 12-5158 0 0,-11-8 1072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517 29 3268 0 0,'7'-8'4732'0'0,"-6"6"-4218"0"0,0 0 1 0 0,0 1 0 0 0,0-1-1 0 0,0 1 1 0 0,1-1 0 0 0,-1 1-1 0 0,1 0 1 0 0,-1-1 0 0 0,1 1-1 0 0,-1 0 1 0 0,1 0 0 0 0,0 0-1 0 0,-1 0 1 0 0,1 1-1 0 0,2-2 1 0 0,-3 4-315 0 0,-1 0 1 0 0,1 0-1 0 0,0 1 0 0 0,-1-1 1 0 0,0 0-1 0 0,0 0 0 0 0,1 1 1 0 0,-2 2-1 0 0,-1 24 903 0 0,-1 0-1 0 0,-2 0 1 0 0,-11 37-1 0 0,5-19-247 0 0,-153 566 4379 0 0,-29-9-3519 0 0,161-509-1594 0 0,-6 15 82 0 0,-45 216-1 0 0,81-315-210 0 0,1 0 0 0 0,0 1-1 0 0,0-1 1 0 0,3 22-1 0 0,-2-31-6 0 0,0 0 0 0 0,0 0 0 0 0,1 0 0 0 0,-1 0 0 0 0,1 1 0 0 0,-1-1-1 0 0,1 0 1 0 0,0 0 0 0 0,0 0 0 0 0,0-1 0 0 0,0 1 0 0 0,0 0-1 0 0,0 0 1 0 0,1 0 0 0 0,-1-1 0 0 0,1 1 0 0 0,-1-1 0 0 0,1 1 0 0 0,-1-1-1 0 0,1 1 1 0 0,0-1 0 0 0,0 0 0 0 0,0 0 0 0 0,0 0 0 0 0,0 0 0 0 0,0 0-1 0 0,0-1 1 0 0,0 1 0 0 0,0 0 0 0 0,0-1 0 0 0,0 0 0 0 0,4 1-1 0 0,2-1-126 0 0,1-1 0 0 0,-1 0 0 0 0,1-1-1 0 0,-1 1 1 0 0,0-1 0 0 0,1-1 0 0 0,-1 0 0 0 0,0 0-1 0 0,-1 0 1 0 0,1-1 0 0 0,-1 0 0 0 0,1-1-1 0 0,-1 0 1 0 0,11-10 0 0 0,2-2-208 0 0,-2-1 0 0 0,0-1 0 0 0,24-33 0 0 0,-28 33 196 0 0,0-1 0 0 0,-2-1 0 0 0,0 0 1 0 0,-2 0-1 0 0,0-2 0 0 0,-1 1 0 0 0,11-46 0 0 0,-17 51 104 0 0,0 0 0 0 0,-1 0 0 0 0,-1-1 0 0 0,-1 1 0 0 0,0 0 0 0 0,-1 0 0 0 0,-1 0 0 0 0,-1 0 0 0 0,0 0-1 0 0,-1 0 1 0 0,-12-30 0 0 0,6 26 2 0 0,0 1-1 0 0,-1 0 1 0 0,-1 0-1 0 0,-1 1 0 0 0,-28-31 1 0 0,-87-72 42 0 0,67 68-29 0 0,59 52-135 0 0,0 0 0 0 0,0 1 0 0 0,0-1 1 0 0,0-1-1 0 0,0 1 0 0 0,0 0 0 0 0,1 0 0 0 0,-1-1 1 0 0,1 1-1 0 0,0-1 0 0 0,-1 1 0 0 0,1-1 1 0 0,0 0-1 0 0,1 1 0 0 0,-1-1 0 0 0,0 0 1 0 0,1 0-1 0 0,-1 1 0 0 0,1-6 0 0 0,1 4-213 0 0,0 0-1 0 0,0 0 0 0 0,0 1 1 0 0,1-1-1 0 0,-1 0 0 0 0,1 1 1 0 0,0-1-1 0 0,0 1 1 0 0,1-1-1 0 0,-1 1 0 0 0,1 0 1 0 0,-1 0-1 0 0,4-3 0 0 0,30-26-6398 0 0,-16 15 197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7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135 49 2044 0 0,'-11'-16'6565'0'0,"-15"-17"1918"0"0,26 34-8443 0 0,-1-1 0 0 0,0 0-1 0 0,1 1 1 0 0,-1-1 0 0 0,1 0 0 0 0,-1 1-1 0 0,1-1 1 0 0,-1 1 0 0 0,1-1 0 0 0,-1 1-1 0 0,1-1 1 0 0,0 1 0 0 0,-1 0-1 0 0,1-1 1 0 0,0 1 0 0 0,-1-1 0 0 0,1 1-1 0 0,0 0 1 0 0,0-1 0 0 0,0 1 0 0 0,-1 0-1 0 0,1 0 1 0 0,-4 20 547 0 0,4-17-427 0 0,-34 148 2972 0 0,16-76-2524 0 0,-10 82 0 0 0,27-148-601 0 0,-1 2 6 0 0,1 0 1 0 0,1 0-1 0 0,-1 0 0 0 0,2-1 1 0 0,2 18-1 0 0,-3-27-18 0 0,1 1 0 0 0,0-1-1 0 0,-1 0 1 0 0,1 1 0 0 0,0-1-1 0 0,0 0 1 0 0,0 0 0 0 0,0 0-1 0 0,1 0 1 0 0,-1 0 0 0 0,1 0-1 0 0,-1 0 1 0 0,1 0 0 0 0,0-1-1 0 0,-1 1 1 0 0,1 0 0 0 0,0-1-1 0 0,0 0 1 0 0,0 1 0 0 0,0-1-1 0 0,1 0 1 0 0,-1 0-1 0 0,0 0 1 0 0,0 0 0 0 0,1-1-1 0 0,-1 1 1 0 0,0-1 0 0 0,1 1-1 0 0,-1-1 1 0 0,1 0 0 0 0,-1 0-1 0 0,4 0 1 0 0,4-1-24 0 0,-1 0 1 0 0,0-1-1 0 0,0 0 1 0 0,0 0-1 0 0,0-1 0 0 0,0 0 1 0 0,0-1-1 0 0,-1 0 0 0 0,1 0 1 0 0,-1-1-1 0 0,0 0 0 0 0,-1 0 1 0 0,1-1-1 0 0,9-9 0 0 0,3-5-3 0 0,0 0 0 0 0,-2-1 0 0 0,25-37-1 0 0,-43 57 32 0 0,29-41-30 0 0,42-82 1 0 0,-70 121 25 0 0,9-12-28 0 0,-9 13 18 0 0,0 2 12 0 0,-1 1 1 0 0,0-1-1 0 0,1 0 1 0 0,-1 0-1 0 0,0 1 0 0 0,1-1 1 0 0,-1 0-1 0 0,0 0 0 0 0,0 1 1 0 0,1-1-1 0 0,-1 0 1 0 0,0 1-1 0 0,0-1 0 0 0,1 0 1 0 0,-1 1-1 0 0,0-1 0 0 0,0 0 1 0 0,0 1-1 0 0,0-1 1 0 0,0 1-1 0 0,0-1 0 0 0,1 0 1 0 0,-1 1-1 0 0,0-1 0 0 0,0 1 1 0 0,0-1-1 0 0,0 0 0 0 0,0 1 1 0 0,-1 0-1 0 0,3 15-7 0 0,-2-15 11 0 0,-2 30 1 0 0,-1 59 19 0 0,3-78-17 0 0,1 0-1 0 0,1 0 1 0 0,0-1-1 0 0,0 1 1 0 0,6 15-1 0 0,-7-23 1 0 0,1-1 0 0 0,-1 1 0 0 0,1-1 0 0 0,-1 0 0 0 0,1 0 0 0 0,0 0 1 0 0,0 0-1 0 0,0 0 0 0 0,1 0 0 0 0,-1 0 0 0 0,1-1 0 0 0,0 0 0 0 0,-1 1 0 0 0,1-1 0 0 0,0 0 0 0 0,0 0 0 0 0,0 0 0 0 0,1-1 0 0 0,-1 1 0 0 0,0-1 1 0 0,1 1-1 0 0,-1-1 0 0 0,1 0 0 0 0,-1-1 0 0 0,1 1 0 0 0,0-1 0 0 0,-1 1 0 0 0,1-1 0 0 0,6-1 0 0 0,-3 0-4 0 0,0 0 0 0 0,-1 0 0 0 0,1-1 0 0 0,0 0 0 0 0,-1-1 0 0 0,1 1 0 0 0,-1-1 0 0 0,0 0 0 0 0,0-1 0 0 0,0 0 0 0 0,0 0 0 0 0,0 0 0 0 0,-1 0-1 0 0,9-10 1 0 0,0-3-9 0 0,0-1 0 0 0,-2 0 0 0 0,0-1 0 0 0,16-34 0 0 0,28-86-18 0 0,-35 84-15 0 0,-18 46 40 0 0,-2 7-6 0 0,-1-1 0 0 0,1 1-1 0 0,0-1 1 0 0,0 1 0 0 0,0-1 0 0 0,1 1 0 0 0,-1 0 0 0 0,0 0 0 0 0,1-1 0 0 0,0 1 0 0 0,-1 0 0 0 0,1 0 0 0 0,0 1 0 0 0,2-3 0 0 0,-3 4 7 0 0,0 0-1 0 0,0 0 1 0 0,0 0-1 0 0,0 0 1 0 0,0 0-1 0 0,0 0 1 0 0,0 1 0 0 0,-1-1-1 0 0,1 0 1 0 0,0 0-1 0 0,0 1 1 0 0,0-1-1 0 0,0 1 1 0 0,-1-1-1 0 0,1 1 1 0 0,0-1 0 0 0,0 1-1 0 0,-1-1 1 0 0,1 1-1 0 0,-1-1 1 0 0,2 2-1 0 0,12 13-19 0 0,3 9 22 0 0,-4-5 8 0 0,1-1-1 0 0,26 27 1 0 0,-34-39-8 0 0,1-1 1 0 0,-1 0 0 0 0,1 0 0 0 0,0 0-1 0 0,0-1 1 0 0,1 0 0 0 0,-1-1 0 0 0,1 0-1 0 0,-1 0 1 0 0,1 0 0 0 0,9 1 0 0 0,-2-2 2 0 0,0 0 1 0 0,1 0-1 0 0,-1-2 1 0 0,0 0-1 0 0,1 0 1 0 0,-1-2-1 0 0,0 0 1 0 0,0 0-1 0 0,26-9 1 0 0,-34 8-3 0 0,0 1 1 0 0,-1-1 0 0 0,0-1 0 0 0,1 1 0 0 0,-1-1 0 0 0,0 0 0 0 0,-1 0 0 0 0,1-1 0 0 0,-1 0 0 0 0,5-5-1 0 0,-6 5 0 0 0,-1 1-1 0 0,0-1 1 0 0,0 0-1 0 0,-1 0 1 0 0,1 0-1 0 0,-1 0 1 0 0,0 0-1 0 0,0 0 1 0 0,-1-1-1 0 0,0 1 1 0 0,0 0-1 0 0,0-1 0 0 0,0 1 1 0 0,-1-8-1 0 0,0 9 2 0 0,0 1 0 0 0,-1-1 0 0 0,1 1 0 0 0,-1-1 0 0 0,1 1 0 0 0,-1 0-1 0 0,-2-4 1 0 0,2 5-2 0 0,1 1 0 0 0,-1 0-1 0 0,1 0 1 0 0,-1-1-1 0 0,0 1 1 0 0,0 0 0 0 0,1 0-1 0 0,-1 0 1 0 0,0 0 0 0 0,0 0-1 0 0,0 0 1 0 0,0 1-1 0 0,-1-1 1 0 0,1 0 0 0 0,0 0-1 0 0,0 1 1 0 0,0-1 0 0 0,0 1-1 0 0,-1-1 1 0 0,1 1-1 0 0,0-1 1 0 0,-1 1 0 0 0,1 0-1 0 0,-2-1 1 0 0,-5 2 18 0 0,0-1 0 0 0,0 1 0 0 0,0 1 0 0 0,0-1 0 0 0,0 2 0 0 0,0-1 0 0 0,0 1 0 0 0,1 0 0 0 0,-1 0 0 0 0,1 1 0 0 0,0 0 0 0 0,0 0 0 0 0,0 1 0 0 0,-10 9 0 0 0,-6 6 123 0 0,1 1 0 0 0,-33 41 0 0 0,37-40-38 0 0,1 1-1 0 0,-25 45 0 0 0,37-60-77 0 0,1 1 0 0 0,0 0 0 0 0,0 0 0 0 0,1 1 0 0 0,1-1 0 0 0,-1 1 0 0 0,1-1-1 0 0,1 1 1 0 0,0 0 0 0 0,0 0 0 0 0,1 17 0 0 0,1-24-12 0 0,0 1-1 0 0,0 0 1 0 0,0 0-1 0 0,0-1 1 0 0,0 1-1 0 0,1-1 1 0 0,0 1-1 0 0,0-1 1 0 0,0 1 0 0 0,0-1-1 0 0,0 0 1 0 0,0 0-1 0 0,1 0 1 0 0,3 3-1 0 0,0-2-8 0 0,-1 1 1 0 0,1-1-1 0 0,0 0 0 0 0,1-1 0 0 0,-1 0 0 0 0,0 0 1 0 0,9 3-1 0 0,8 0-299 0 0,0 0 0 0 0,1-1 1 0 0,36 2-1 0 0,-4-4-1956 0 0,56-2-1 0 0,1-11-5475 0 0,-49 1-355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9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123 902 808 0 0,'-107'25'11694'0'0,"104"-25"-11013"0"0,3 0-615 0 0,-1 1 1 0 0,1-1 0 0 0,-1 0-1 0 0,0 0 1 0 0,1 0 0 0 0,-1 0-1 0 0,1 0 1 0 0,-1 0 0 0 0,1 0-1 0 0,-1 0 1 0 0,1 0 0 0 0,-1 0-1 0 0,1 0 1 0 0,-1 0 0 0 0,1 0-1 0 0,-1-1 1 0 0,1 1 0 0 0,-1 0-1 0 0,1 0 1 0 0,-1-1 0 0 0,1 1-1 0 0,-1 0 1 0 0,1 0 0 0 0,-1-1-1 0 0,2-3 1 0 0,1 1 0 0 0,-1-1 0 0 0,1 1 1 0 0,0 0-1 0 0,0-1 0 0 0,0 1 0 0 0,0 0 0 0 0,1 1 0 0 0,-1-1 0 0 0,4-3 0 0 0,37-30 151 0 0,-22 18-138 0 0,116-93 105 0 0,-72 60-103 0 0,-1-2 0 0 0,78-87-1 0 0,-135 133-71 0 0,0-1 0 0 0,-1-1-1 0 0,0 1 1 0 0,0-1 0 0 0,-1 0-1 0 0,6-13 1 0 0,-11 21-11 0 0,1 0 0 0 0,-1 0 0 0 0,1 0 0 0 0,-1 1 0 0 0,0-1 0 0 0,1 0 0 0 0,-1 0 0 0 0,0 0 0 0 0,0 0 0 0 0,0 0 0 0 0,1 0 1 0 0,-1 0-1 0 0,0 0 0 0 0,0 1 0 0 0,-1-1 0 0 0,1 0 0 0 0,0 0 0 0 0,0 0 0 0 0,0 0 0 0 0,0 0 0 0 0,-1-1 0 0 0,0 0-4 0 0,0 1 3 0 0,1 0 1 0 0,0 0-1 0 0,-1 1 1 0 0,1-1-1 0 0,-1 0 1 0 0,1 0-1 0 0,-1 1 1 0 0,1-1-1 0 0,-1 1 1 0 0,1-1-1 0 0,-1 1 1 0 0,1-1-1 0 0,-1 0 1 0 0,0 1-1 0 0,1 0 1 0 0,-1-1-1 0 0,0 1 1 0 0,0-1-1 0 0,1 1 1 0 0,-1 0-1 0 0,0 0 1 0 0,0-1-1 0 0,0 1 1 0 0,1 0-1 0 0,-1 0 1 0 0,0 0-1 0 0,0 0 1 0 0,0 0-1 0 0,1 0 1 0 0,-3 0-1 0 0,-23 3-28 0 0,18-1 22 0 0,0 1 0 0 0,0 0 0 0 0,1 0 0 0 0,0 1 0 0 0,0 0 1 0 0,0 0-1 0 0,0 1 0 0 0,0 0 0 0 0,1 0 0 0 0,0 0 0 0 0,0 1 0 0 0,0 0 0 0 0,1 0 0 0 0,0 1 0 0 0,0-1 0 0 0,-4 9 0 0 0,6-10 6 0 0,1 0-1 0 0,-1 0 0 0 0,1 0 1 0 0,0 1-1 0 0,1-1 1 0 0,-1 0-1 0 0,1 1 1 0 0,0 0-1 0 0,1-1 0 0 0,-1 1 1 0 0,1 0-1 0 0,0-1 1 0 0,0 1-1 0 0,1 0 1 0 0,0-1-1 0 0,0 1 0 0 0,0-1 1 0 0,1 1-1 0 0,-1-1 1 0 0,1 0-1 0 0,1 1 1 0 0,-1-1-1 0 0,6 9 0 0 0,15 17-1 0 0,2-2 0 0 0,29 30 0 0 0,-26-31 30 0 0,-2 1 0 0 0,24 35 0 0 0,-48-61 25 0 0,0-1 0 0 0,0 1 0 0 0,0 0 0 0 0,-1 1 0 0 0,1-1 0 0 0,-1 0 0 0 0,0 0 0 0 0,0 1-1 0 0,0-1 1 0 0,0 0 0 0 0,0 1 0 0 0,-1-1 0 0 0,0 1 0 0 0,0-1 0 0 0,0 1 0 0 0,0-1 0 0 0,0 1 0 0 0,-1 4 0 0 0,-1-4 22 0 0,1-1-1 0 0,-1 1 1 0 0,0-1-1 0 0,0 1 1 0 0,0-1-1 0 0,0 0 1 0 0,0 0-1 0 0,-1 0 0 0 0,0 0 1 0 0,1 0-1 0 0,-1-1 1 0 0,0 1-1 0 0,0-1 1 0 0,-4 2-1 0 0,-6 4 151 0 0,0-2 0 0 0,0 1 0 0 0,-1-2 0 0 0,0 0 0 0 0,0-1 0 0 0,0 0 0 0 0,-22 2 0 0 0,16-3 158 0 0,1-1 0 0 0,-1-1 0 0 0,-23-1 0 0 0,43 0-377 0 0,-1 0 0 0 0,1 0 1 0 0,-1 0-1 0 0,1 0 0 0 0,-1 0 0 0 0,1 0 0 0 0,0 0 0 0 0,-1 0 1 0 0,1 0-1 0 0,-1 0 0 0 0,1-1 0 0 0,-1 1 0 0 0,1 0 0 0 0,0 0 1 0 0,-1 0-1 0 0,1 0 0 0 0,0-1 0 0 0,-1 1 0 0 0,1 0 1 0 0,-1 0-1 0 0,1-1 0 0 0,0 1 0 0 0,0 0 0 0 0,-1 0 0 0 0,1-1 1 0 0,0 1-1 0 0,-1 0 0 0 0,1-1 0 0 0,0 1 0 0 0,0-1 1 0 0,0 1-1 0 0,-1 0 0 0 0,1-1 0 0 0,0 1 0 0 0,0-1 0 0 0,0 1 1 0 0,0 0-1 0 0,0-1 0 0 0,0 1 0 0 0,0-1 0 0 0,0 1 1 0 0,0-1-1 0 0,0 1 0 0 0,0 0 0 0 0,0-1 0 0 0,0 1 0 0 0,0-1 1 0 0,0 1-1 0 0,0 0 0 0 0,1-1 0 0 0,-1 1 0 0 0,0-1 0 0 0,0 1 1 0 0,0 0-1 0 0,1-1 0 0 0,-1 1 0 0 0,1-1 0 0 0,15-17-64 0 0,14-3-99 0 0,2 1 0 0 0,49-24-1 0 0,5-1-101 0 0,-74 38 209 0 0,185-119-820 0 0,-172 107 788 0 0,-1 0 1 0 0,-1-1-1 0 0,-1-1 0 0 0,-1-2 1 0 0,29-38-1 0 0,-45 53 135 0 0,0 0 0 0 0,0-1 0 0 0,-1 1 0 0 0,0-1 0 0 0,-1 0-1 0 0,0 0 1 0 0,0 0 0 0 0,1-12 0 0 0,-4 21-49 0 0,0-1 0 0 0,1 1 0 0 0,-1 0-1 0 0,0-1 1 0 0,0 1 0 0 0,0 0 0 0 0,0-1 0 0 0,0 1-1 0 0,0 0 1 0 0,0-1 0 0 0,0 1 0 0 0,0 0 0 0 0,0-1-1 0 0,0 1 1 0 0,0 0 0 0 0,0-1 0 0 0,0 1 0 0 0,-1 0-1 0 0,1-1 1 0 0,0 1 0 0 0,0 0 0 0 0,0 0 0 0 0,0-1-1 0 0,0 1 1 0 0,-1 0 0 0 0,1-1 0 0 0,0 1 0 0 0,0 0-1 0 0,-1 0 1 0 0,1 0 0 0 0,0-1 0 0 0,0 1 0 0 0,-1 0-1 0 0,1 0 1 0 0,0 0 0 0 0,-1-1 0 0 0,1 1 0 0 0,0 0-1 0 0,-1 0 1 0 0,1 0 0 0 0,0 0 0 0 0,0 0 0 0 0,-1 0-1 0 0,1 0 1 0 0,0 0 0 0 0,-1 0 0 0 0,1 0 0 0 0,0 0-1 0 0,-1 0 1 0 0,1 0 0 0 0,0 0 0 0 0,-1 0 0 0 0,1 0-1 0 0,0 0 1 0 0,-1 0 0 0 0,1 1 0 0 0,0-1 0 0 0,-1 0-1 0 0,-18 12 6 0 0,7 1 11 0 0,0 0 1 0 0,1 0 0 0 0,1 1-1 0 0,-14 23 1 0 0,-28 65 135 0 0,39-76-109 0 0,2 0 0 0 0,1 1 1 0 0,-8 36-1 0 0,16-56-29 0 0,0 1 0 0 0,1-1 0 0 0,0 1 0 0 0,0-1 0 0 0,1 1 0 0 0,0-1 0 0 0,0 1 0 0 0,1-1-1 0 0,0 1 1 0 0,0-1 0 0 0,1 0 0 0 0,0 1 0 0 0,0-1 0 0 0,0 0 0 0 0,1 0 0 0 0,0 0 0 0 0,8 11 0 0 0,-7-13-4 0 0,0-1-1 0 0,1 0 1 0 0,0 0-1 0 0,0 0 0 0 0,0 0 1 0 0,0 0-1 0 0,1-1 1 0 0,-1 0-1 0 0,1-1 1 0 0,0 1-1 0 0,0-1 1 0 0,0 0-1 0 0,0 0 1 0 0,0-1-1 0 0,1 0 0 0 0,-1 0 1 0 0,0 0-1 0 0,1-1 1 0 0,-1 0-1 0 0,8-1 1 0 0,5 0-45 0 0,-1-1 1 0 0,1-1 0 0 0,-1-1-1 0 0,0-1 1 0 0,29-11 0 0 0,-21 4-192 0 0,0-1-1 0 0,-1-1 1 0 0,-1-2 0 0 0,-1 0-1 0 0,0-1 1 0 0,-1-1 0 0 0,-1-2-1 0 0,0 0 1 0 0,-2-1 0 0 0,33-46-1 0 0,-17 15-322 0 0,-2-2 0 0 0,-3-1-1 0 0,45-113 1 0 0,-55 114 269 0 0,17-74 1 0 0,-32 106 426 0 0,-1-1 0 0 0,-1 0 0 0 0,-1 1 0 0 0,-1-1 0 0 0,-1 0 0 0 0,-3-29 1 0 0,3 51-144 0 0,0 1 0 0 0,0-1 0 0 0,0 0 0 0 0,0 0 1 0 0,0 1-1 0 0,0-1 0 0 0,-1 0 0 0 0,1 1 0 0 0,0-1 1 0 0,0 0-1 0 0,-1 0 0 0 0,1 1 0 0 0,0-1 0 0 0,-1 0 1 0 0,1 1-1 0 0,0-1 0 0 0,-1 1 0 0 0,1-1 0 0 0,-1 0 1 0 0,1 1-1 0 0,-1-1 0 0 0,1 1 0 0 0,-1-1 0 0 0,0 1 1 0 0,1 0-1 0 0,-1-1 0 0 0,0 1 0 0 0,1 0 0 0 0,-1-1 1 0 0,0 1-1 0 0,1 0 0 0 0,-1 0 0 0 0,0-1 0 0 0,0 1 1 0 0,1 0-1 0 0,-1 0 0 0 0,0 0 0 0 0,0 0 1 0 0,1 0-1 0 0,-1 0 0 0 0,0 0 0 0 0,1 0 0 0 0,-1 1 1 0 0,0-1-1 0 0,0 0 0 0 0,1 0 0 0 0,-1 1 0 0 0,0-1 1 0 0,1 0-1 0 0,-1 1 0 0 0,0-1 0 0 0,1 0 0 0 0,-1 1 1 0 0,1-1-1 0 0,-2 2 0 0 0,-3 1 22 0 0,0 1 0 0 0,1-1 0 0 0,-1 1 0 0 0,1 1 0 0 0,0-1 0 0 0,-4 5 1 0 0,-15 26 327 0 0,1 1 1 0 0,2 1-1 0 0,1 1 1 0 0,-13 42 0 0 0,-44 164 781 0 0,41-89-801 0 0,31-135-286 0 0,2-1 0 0 0,1 1 1 0 0,0 0-1 0 0,1 0 0 0 0,6 38 0 0 0,-5-52-40 0 0,0 1-1 0 0,1-1 0 0 0,0 0 0 0 0,1 0 1 0 0,-1-1-1 0 0,1 1 0 0 0,0 0 1 0 0,0-1-1 0 0,1 0 0 0 0,0 0 0 0 0,-1 0 1 0 0,2 0-1 0 0,-1 0 0 0 0,7 5 1 0 0,-3-5-49 0 0,-1 0 0 0 0,1 0 0 0 0,0-1 0 0 0,0 0 0 0 0,0-1 0 0 0,0 1 0 0 0,1-2 0 0 0,-1 1 0 0 0,13 1 0 0 0,0-1-175 0 0,0-2 0 0 0,0 0-1 0 0,0-1 1 0 0,0-1 0 0 0,0-1-1 0 0,-1-1 1 0 0,1-1 0 0 0,20-6-1 0 0,-21 3 74 0 0,0 0 0 0 0,-1-1 0 0 0,0-1 0 0 0,0-1-1 0 0,-1 0 1 0 0,0-1 0 0 0,-1-1 0 0 0,-1-1 0 0 0,0-1-1 0 0,0 0 1 0 0,-1-1 0 0 0,-1 0 0 0 0,13-19 0 0 0,-16 18 330 0 0,-1-1 1 0 0,0 0 0 0 0,-1 0-1 0 0,-1-1 1 0 0,0 0 0 0 0,-1 0-1 0 0,-2-1 1 0 0,7-34 0 0 0,-9 28 449 0 0,-2 17-364 0 0,0 0-1 0 0,0 0 0 0 0,4-15 1 0 0,-5 23-270 0 0,1-1 0 0 0,-1 1 0 0 0,0 0 0 0 0,0 0 0 0 0,0 0 0 0 0,0-1 0 0 0,0 1 0 0 0,0 0 0 0 0,1-1 0 0 0,-1 1 0 0 0,0 0 0 0 0,0 0 0 0 0,0-1 0 0 0,0 1 0 0 0,0 0 0 0 0,0 0 0 0 0,0-1 0 0 0,0 1 0 0 0,0 0 1 0 0,-1-1-1 0 0,1 1 0 0 0,0 0 0 0 0,0 0 0 0 0,0-1 0 0 0,0 1 0 0 0,0 0 0 0 0,0 0 0 0 0,0-1 0 0 0,-1 1 0 0 0,1 0 0 0 0,0 0 0 0 0,0 0 0 0 0,0-1 0 0 0,0 1 0 0 0,-1 0 0 0 0,1 0 0 0 0,0 0 0 0 0,0 0 0 0 0,-1-1 0 0 0,1 1 0 0 0,0 0 0 0 0,0 0 0 0 0,-1 0 0 0 0,1 0 0 0 0,0 0 0 0 0,0 0 0 0 0,-1 0 0 0 0,1 0 0 0 0,0 0 0 0 0,0 0 1 0 0,-1 0-1 0 0,1 0 0 0 0,0 0 0 0 0,-1 0 0 0 0,1 0 0 0 0,0 0 0 0 0,0 0 0 0 0,-1 0 0 0 0,1 0 0 0 0,-18 8 105 0 0,9 1 28 0 0,1 0-1 0 0,0 0 1 0 0,0 1-1 0 0,1 1 1 0 0,-8 14-1 0 0,-26 61 600 0 0,34-70-685 0 0,-1 0 10 0 0,-4 11 97 0 0,-14 43 0 0 0,24-62-145 0 0,0 0 1 0 0,0 0 0 0 0,1 1-1 0 0,0-1 1 0 0,0 0-1 0 0,1 0 1 0 0,0 0 0 0 0,1 1-1 0 0,-1-1 1 0 0,4 12-1 0 0,-3-16-91 0 0,1 0 0 0 0,-1 0 0 0 0,1 0 0 0 0,0 0 0 0 0,0-1 0 0 0,0 1 0 0 0,0-1 0 0 0,1 1 0 0 0,0-1 0 0 0,-1 0 0 0 0,1 0 0 0 0,0 0 0 0 0,5 4 0 0 0,-2-3-178 0 0,0 0-1 0 0,1-1 0 0 0,-1 0 1 0 0,1 0-1 0 0,-1 0 0 0 0,1-1 1 0 0,9 2-1 0 0,4 0-1840 0 0,0-1-1 0 0,0-1 1 0 0,0-2-1 0 0,34-1 1 0 0,-18-3-4726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9.6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92 2856 0 0,'1'-9'2043'0'0,"0"-1"0"0"0,0 1 0 0 0,-1 0 0 0 0,0-1 0 0 0,-4-18 0 0 0,3 22-1428 0 0,1 6-562 0 0,0-1-1 0 0,0 0 1 0 0,0 1 0 0 0,0-1 0 0 0,0 1 0 0 0,-1-1-1 0 0,1 1 1 0 0,0 0 0 0 0,-1-1 0 0 0,1 1 0 0 0,0-1-1 0 0,-1 1 1 0 0,1-1 0 0 0,0 1 0 0 0,-1 0 0 0 0,1-1-1 0 0,-1 1 1 0 0,1 0 0 0 0,-1-1 0 0 0,1 1 0 0 0,-1 0-1 0 0,1 0 1 0 0,-1-1 0 0 0,1 1 0 0 0,-1 0 0 0 0,1 0-1 0 0,-1 0 1 0 0,1 0 0 0 0,-1 0 0 0 0,1 0 0 0 0,-1 0-1 0 0,1 0 1 0 0,-1 0 0 0 0,0 0 0 0 0,1 0 0 0 0,-1 0-1 0 0,1 0 1 0 0,-1 0 0 0 0,1 0 0 0 0,-1 1 0 0 0,-23 8 877 0 0,14-2-544 0 0,1 0-1 0 0,0 0 0 0 0,0 1 0 0 0,1 0 1 0 0,-10 13-1 0 0,-36 50 1096 0 0,46-59-1264 0 0,-11 15 322 0 0,-29 58 0 0 0,42-73-478 0 0,1 1 1 0 0,0-1-1 0 0,1 1 0 0 0,1-1 1 0 0,-1 1-1 0 0,2 0 1 0 0,-2 25-1 0 0,4-35-54 0 0,0 1 0 0 0,0-1 0 0 0,1 1 0 0 0,-1-1 0 0 0,1 1 0 0 0,0-1 0 0 0,0 0 0 0 0,0 1 0 0 0,0-1 0 0 0,1 0 1 0 0,-1 0-1 0 0,1 0 0 0 0,0 0 0 0 0,0 0 0 0 0,0 0 0 0 0,4 4 0 0 0,-2-4-94 0 0,0 0 1 0 0,0 0 0 0 0,0 0-1 0 0,0 0 1 0 0,1-1-1 0 0,-1 1 1 0 0,1-1-1 0 0,0 0 1 0 0,0-1-1 0 0,6 2 1 0 0,4 0-457 0 0,1-1 0 0 0,-1 0 0 0 0,1-2 0 0 0,-1 0 0 0 0,1 0 0 0 0,22-5-1 0 0,-11 0-679 0 0,0-1 0 0 0,-1-1 0 0 0,35-15 0 0 0,-38 12-1918 0 0,41-25-1 0 0,-19 4-3049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39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153 199 2228 0 0,'7'-54'4542'0'0,"6"-88"7088"0"0,-13 140-10883 0 0,-1 4-695 0 0,0-1 0 0 0,-1 2 0 0 0,1-1 0 0 0,0 0 0 0 0,0 0 0 0 0,0 0 1 0 0,0 0-1 0 0,0 1 0 0 0,1-1 0 0 0,-1 3 0 0 0,-68 351 6940 0 0,29-136-4539 0 0,26-153-1988 0 0,1-10-226 0 0,3 1-1 0 0,-5 95 0 0 0,15-151-266 0 0,0 1-1 0 0,0 0 0 0 0,0 0 0 0 0,0 0 0 0 0,1 0 0 0 0,0 0 0 0 0,-1 0 0 0 0,1 0 1 0 0,0-1-1 0 0,0 1 0 0 0,0 0 0 0 0,1-1 0 0 0,-1 1 0 0 0,0-1 0 0 0,1 1 1 0 0,0-1-1 0 0,0 0 0 0 0,0 1 0 0 0,0-1 0 0 0,0 0 0 0 0,0 0 0 0 0,0 0 0 0 0,1-1 1 0 0,-1 1-1 0 0,6 2 0 0 0,-3-2-329 0 0,1 0 0 0 0,-1-1 0 0 0,1 1 1 0 0,0-1-1 0 0,0-1 0 0 0,-1 1 0 0 0,1-1 1 0 0,0 0-1 0 0,0 0 0 0 0,0-1 0 0 0,0 0 0 0 0,7-1 1 0 0,2-2-1048 0 0,1-1 0 0 0,-1 0 1 0 0,0-1-1 0 0,18-9 1 0 0,25-22-6406 0 0,-21 9 103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0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55 2176 0 0,'-269'-22'18460'0'0,"265"22"-17404"0"0,7 0-824 0 0,44-2 112 0 0,56 6 0 0 0,-14 1-189 0 0,175-5-1237 0 0,-176-3-2836 0 0,87-16-1 0 0,-124 6-3162 0 0,-39 9 2718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2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263 357 1212 0 0,'31'-20'2571'0'0,"0"-1"-1"0"0,44-41 1 0 0,-60 48-1840 0 0,-1-1 1 0 0,-1 0-1 0 0,0-1 1 0 0,-1 0-1 0 0,0-1 1 0 0,12-26-1 0 0,-21 38-509 0 0,-1-1-1 0 0,0 1 1 0 0,0-1 0 0 0,-1 0 0 0 0,1 0-1 0 0,-1 0 1 0 0,0 0 0 0 0,-1 0 0 0 0,0 0-1 0 0,0-12 1 0 0,-1 16-196 0 0,1 0-1 0 0,0 0 1 0 0,-1 0-1 0 0,0 0 1 0 0,1 0 0 0 0,-1 1-1 0 0,0-1 1 0 0,0 0 0 0 0,0 0-1 0 0,0 0 1 0 0,0 1 0 0 0,0-1-1 0 0,0 1 1 0 0,-1-1-1 0 0,1 1 1 0 0,-1-1 0 0 0,1 1-1 0 0,-1 0 1 0 0,1 0 0 0 0,-1 0-1 0 0,0 0 1 0 0,0 0-1 0 0,1 0 1 0 0,-1 0 0 0 0,0 0-1 0 0,0 1 1 0 0,0-1 0 0 0,0 1-1 0 0,0-1 1 0 0,0 1-1 0 0,0 0 1 0 0,0 0 0 0 0,0 0-1 0 0,0 0 1 0 0,-3 0 0 0 0,-4 2-13 0 0,0-1 0 0 0,0 1 1 0 0,0 0-1 0 0,0 1 1 0 0,0 0-1 0 0,1 1 1 0 0,-1-1-1 0 0,-10 8 1 0 0,-4 3 16 0 0,-33 27 1 0 0,21-13-10 0 0,1 2 0 0 0,1 2 0 0 0,2 1 0 0 0,1 2 0 0 0,2 0 0 0 0,-24 41 1 0 0,42-59-10 0 0,1 0 1 0 0,-13 30 0 0 0,20-42-10 0 0,1 0 0 0 0,-1 0 0 0 0,1 0 0 0 0,0 0 0 0 0,0 0 1 0 0,0 0-1 0 0,1 1 0 0 0,0-1 0 0 0,0 0 0 0 0,0 0 0 0 0,1 0 1 0 0,-1 0-1 0 0,1 0 0 0 0,3 10 0 0 0,-2-12-2 0 0,0 0-1 0 0,0 0 1 0 0,0 0 0 0 0,1 0-1 0 0,-1-1 1 0 0,1 1 0 0 0,-1-1-1 0 0,1 0 1 0 0,0 0-1 0 0,0 0 1 0 0,0 0 0 0 0,0 0-1 0 0,0 0 1 0 0,0-1 0 0 0,0 1-1 0 0,1-1 1 0 0,-1 0 0 0 0,0 0-1 0 0,1-1 1 0 0,-1 1 0 0 0,4 0-1 0 0,6 0-10 0 0,-1 0 0 0 0,0-1 0 0 0,1 0-1 0 0,21-3 1 0 0,-15 0-62 0 0,1-1 0 0 0,-1-1 0 0 0,0-1 0 0 0,-1 0 0 0 0,1-1 0 0 0,-1-1 0 0 0,-1-1 1 0 0,18-12-1 0 0,-22 12 41 0 0,0-1 1 0 0,0 0 0 0 0,-1-1 0 0 0,-1 0-1 0 0,0-1 1 0 0,-1 0 0 0 0,0-1 0 0 0,-1 0 0 0 0,0-1-1 0 0,9-19 1 0 0,-1-8-4 0 0,19-66-1 0 0,0 0 80 0 0,-35 106-1 0 0,-7 20 114 0 0,-1 7-75 0 0,-26 104 119 0 0,30-113-189 0 0,0 1 0 0 0,2-1 0 0 0,0 0 0 0 0,1 1 0 0 0,3 28 0 0 0,-2-42-108 0 0,-1-1-1 0 0,1 1 1 0 0,0-1-1 0 0,0 1 1 0 0,0-1 0 0 0,1 1-1 0 0,-1-1 1 0 0,1 0-1 0 0,0 0 1 0 0,0 0-1 0 0,0 0 1 0 0,0 0 0 0 0,0 0-1 0 0,1 0 1 0 0,-1-1-1 0 0,1 1 1 0 0,0-1 0 0 0,0 0-1 0 0,0 0 1 0 0,0 0-1 0 0,0 0 1 0 0,0 0 0 0 0,0-1-1 0 0,1 1 1 0 0,3 0-1 0 0,-1-1-187 0 0,0 0-1 0 0,-1 0 0 0 0,1 0 0 0 0,0-1 0 0 0,0 0 1 0 0,-1 0-1 0 0,1-1 0 0 0,0 1 0 0 0,-1-1 0 0 0,1 0 1 0 0,0-1-1 0 0,-1 0 0 0 0,1 1 0 0 0,-1-2 0 0 0,8-3 1 0 0,3-4 53 0 0,0-1-1 0 0,-1 0 1 0 0,-1-1 0 0 0,0 0 0 0 0,0-1 0 0 0,-2-1 0 0 0,1 0 0 0 0,-2-1 0 0 0,0 0 0 0 0,11-21-1 0 0,9-21 2760 0 0,35-96-1 0 0,-64 150-2374 0 0,2-2 1201 0 0,-3 13-898 0 0,-4 15-37 0 0,-9 24-61 0 0,-3 0 1 0 0,-1-1 0 0 0,-3-1-1 0 0,-44 78 1 0 0,53-105-292 0 0,0 0 34 0 0,8-16-32 0 0,4-6 13 0 0,8-15-86 0 0,0 0 0 0 0,2 1 1 0 0,23-29-1 0 0,-23 32-10 0 0,7-9 3 0 0,1 1-1 0 0,0 1 1 0 0,42-34-1 0 0,-52 48 7 0 0,1 0-1 0 0,0 1 0 0 0,0 0 0 0 0,1 0 1 0 0,0 1-1 0 0,0 1 0 0 0,0 0 0 0 0,1 1 1 0 0,0 0-1 0 0,0 1 0 0 0,13-2 1 0 0,-22 5 1 0 0,0-1 1 0 0,0 1 0 0 0,0 0 0 0 0,-1 0-1 0 0,1 0 1 0 0,0 1 0 0 0,0-1 0 0 0,0 1-1 0 0,-1 0 1 0 0,1 0 0 0 0,0 0 0 0 0,-1 1 0 0 0,1-1-1 0 0,-1 1 1 0 0,0 0 0 0 0,1 0 0 0 0,-1 0-1 0 0,0 0 1 0 0,0 1 0 0 0,0-1 0 0 0,0 1-1 0 0,-1-1 1 0 0,1 1 0 0 0,3 6 0 0 0,-3-3 19 0 0,0-1 1 0 0,-1 1 0 0 0,0 0 0 0 0,0 0-1 0 0,-1 0 1 0 0,1 0 0 0 0,-1 0 0 0 0,-1 0-1 0 0,1 0 1 0 0,-1 0 0 0 0,0 0-1 0 0,0 0 1 0 0,-1 0 0 0 0,-2 11 0 0 0,-2 4 75 0 0,-2 0 0 0 0,0-1 0 0 0,-1 1 0 0 0,-16 26 0 0 0,12-23-44 0 0,1 1-1 0 0,-9 26 1 0 0,20-50-53 0 0,-1 0 1 0 0,1 0-1 0 0,0 0 1 0 0,-1-1-1 0 0,1 1 0 0 0,0 0 1 0 0,0 0-1 0 0,0 0 1 0 0,0 0-1 0 0,0 0 1 0 0,0 0-1 0 0,0-1 0 0 0,0 1 1 0 0,0 0-1 0 0,0 0 1 0 0,0 0-1 0 0,1 0 0 0 0,-1 0 1 0 0,0-1-1 0 0,0 1 1 0 0,1 0-1 0 0,-1 0 0 0 0,1 0 1 0 0,-1-1-1 0 0,1 1 1 0 0,-1 0-1 0 0,1-1 1 0 0,-1 1-1 0 0,2 1 0 0 0,0-2-24 0 0,0 1 0 0 0,-1 0-1 0 0,1-1 1 0 0,0 1 0 0 0,0-1-1 0 0,0 1 1 0 0,0-1 0 0 0,-1 0 0 0 0,1 0-1 0 0,0 0 1 0 0,0 0 0 0 0,0 0-1 0 0,2-1 1 0 0,5 0-124 0 0,-1-1 0 0 0,1-1 0 0 0,-1 1 0 0 0,1-1 0 0 0,8-5 0 0 0,1-3 17 0 0,-1-1 0 0 0,0 0 0 0 0,0-2 0 0 0,-2 1 0 0 0,1-2-1 0 0,-2 0 1 0 0,0-1 0 0 0,16-25 0 0 0,8-18 176 0 0,35-73 0 0 0,-71 129-30 0 0,10-22 239 0 0,-6 12-27 0 0,0 0 0 0 0,13-16 534 0 0,-21 30-712 0 0,-1 1 0 0 0,2 0 0 0 0,-1 0 0 0 0,0 0-1 0 0,0 0 1 0 0,1 1 0 0 0,-1-1 0 0 0,1 0 0 0 0,-1 1 0 0 0,-1 3 0 0 0,-2 5 110 0 0,-11 12 75 0 0,1 0 0 0 0,1 2 0 0 0,2 0 0 0 0,-18 47 0 0 0,29-69-222 0 0,0-1 0 0 0,1 1-1 0 0,-1 0 1 0 0,0-1 0 0 0,1 1-1 0 0,0-1 1 0 0,0 1 0 0 0,0 0 0 0 0,0-1-1 0 0,0 1 1 0 0,1 0 0 0 0,-1-1-1 0 0,1 1 1 0 0,-1 0 0 0 0,1-1-1 0 0,0 1 1 0 0,0-1 0 0 0,0 1-1 0 0,3 2 1 0 0,-2-2-2 0 0,0 0 0 0 0,1-1 0 0 0,-1 1 0 0 0,1-1 0 0 0,0 0 0 0 0,0 0 0 0 0,0 0 1 0 0,0 0-1 0 0,0 0 0 0 0,1-1 0 0 0,-1 1 0 0 0,6 1 0 0 0,5 0-1 0 0,-1-1 0 0 0,1 0 0 0 0,0 0 0 0 0,-1-1 0 0 0,1-1 0 0 0,19-2 0 0 0,-18 0-7 0 0,1 0-1 0 0,-1-1 1 0 0,0-1-1 0 0,0-1 0 0 0,-1 0 1 0 0,1 0-1 0 0,-1-2 1 0 0,0 0-1 0 0,0 0 1 0 0,-1-1-1 0 0,0-1 0 0 0,17-14 1 0 0,-13 6 4 0 0,0 0 0 0 0,-2-1 0 0 0,0 0 1 0 0,0-2-1 0 0,-2 1 0 0 0,-1-2 0 0 0,15-29 0 0 0,7-23-1 0 0,-30 67-12 0 0,-4 5 76 0 0,2 3 83 0 0,-1 0-93 0 0,0 0 1 0 0,0 0-1 0 0,0 0 0 0 0,-1 1 0 0 0,1-1 1 0 0,0 0-1 0 0,-1 1 0 0 0,0-1 0 0 0,0 0 1 0 0,1 1-1 0 0,-1-1 0 0 0,-1 5 0 0 0,-5 34 496 0 0,4-29-407 0 0,-254 1017 4022 0 0,226-935-3849 0 0,-4-2 0 0 0,-46 91-1 0 0,60-145-229 0 0,-2 0 0 0 0,-1-1 0 0 0,-2-1 0 0 0,-2-1 0 0 0,0-2-1 0 0,-3 0 1 0 0,-35 29 0 0 0,54-52-57 0 0,-1-1 0 0 0,-1-1 0 0 0,1 0 0 0 0,-2 0 0 0 0,1-1-1 0 0,-1-1 1 0 0,0 0 0 0 0,0-1 0 0 0,-22 4 0 0 0,31-7-25 0 0,0-2 1 0 0,0 1-1 0 0,0 0 0 0 0,0-1 1 0 0,0 0-1 0 0,0 0 0 0 0,0-1 1 0 0,0 0-1 0 0,0 1 0 0 0,0-1 0 0 0,1-1 1 0 0,-1 1-1 0 0,0-1 0 0 0,1 0 1 0 0,-1 0-1 0 0,1 0 0 0 0,-1-1 1 0 0,1 1-1 0 0,0-1 0 0 0,0 0 0 0 0,0-1 1 0 0,0 1-1 0 0,1-1 0 0 0,-1 1 1 0 0,1-1-1 0 0,0 0 0 0 0,0 0 1 0 0,1 0-1 0 0,-1-1 0 0 0,1 1 1 0 0,0-1-1 0 0,-2-4 0 0 0,0-3-15 0 0,1-1 0 0 0,0 1-1 0 0,0-1 1 0 0,1 1 0 0 0,1-1 0 0 0,0 0-1 0 0,1 0 1 0 0,1 1 0 0 0,0-1 0 0 0,0 0-1 0 0,1 0 1 0 0,1 1 0 0 0,0 0-1 0 0,5-14 1 0 0,5-9-39 0 0,2 1-1 0 0,1 0 1 0 0,32-50 0 0 0,-11 30-441 0 0,2 1 0 0 0,2 2 1 0 0,3 2-1 0 0,2 1 0 0 0,53-41 0 0 0,87-52-4684 0 0,9 21-5150 0 0,-146 92 4595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75 463 2728 0 0,'-3'0'2102'0'0,"-1"1"-1555"0"0,0 0 1 0 0,-1 0 0 0 0,1 1 0 0 0,0-1-1 0 0,0 1 1 0 0,0-1 0 0 0,0 1 0 0 0,1 1-1 0 0,-1-1 1 0 0,0 0 0 0 0,1 1-1 0 0,0 0 1 0 0,-1 0 0 0 0,1 0 0 0 0,-3 4-1 0 0,5-6-499 0 0,0-1 0 0 0,1 1 0 0 0,-1-1 0 0 0,1 1 1 0 0,-1 0-1 0 0,0-1 0 0 0,1 1 0 0 0,-1 0 0 0 0,1-1 0 0 0,0 1 0 0 0,-1 0 0 0 0,1 0 0 0 0,0 0 0 0 0,-1-1 0 0 0,1 1 0 0 0,0 0 0 0 0,0 0 0 0 0,0 0 0 0 0,-1 0 0 0 0,1-1 1 0 0,0 1-1 0 0,0 0 0 0 0,0 0 0 0 0,1 0 0 0 0,-1 0 0 0 0,0-1 0 0 0,0 1 0 0 0,0 0 0 0 0,1 0 0 0 0,-1 0 0 0 0,0-1 0 0 0,1 1 0 0 0,-1 0 0 0 0,0 0 0 0 0,1-1 0 0 0,-1 1 0 0 0,1 0 1 0 0,-1-1-1 0 0,1 1 0 0 0,0 0 0 0 0,-1-1 0 0 0,1 1 0 0 0,0-1 0 0 0,-1 1 0 0 0,1-1 0 0 0,0 1 0 0 0,0-1 0 0 0,-1 0 0 0 0,1 1 0 0 0,0-1 0 0 0,0 0 0 0 0,1 1 0 0 0,3 0 49 0 0,-1 0 0 0 0,1 0-1 0 0,0 0 1 0 0,-1 0 0 0 0,1-1-1 0 0,7 1 1 0 0,3-4-31 0 0,1 0 0 0 0,-1-1 0 0 0,0 0 0 0 0,0-1 0 0 0,0-1 0 0 0,-1-1 0 0 0,21-12-1 0 0,-15 7-41 0 0,-1-1-1 0 0,-1-1 0 0 0,0-1 1 0 0,22-24-1 0 0,-27 25-19 0 0,-1-2 1 0 0,0 1-1 0 0,-1-2 0 0 0,0 1 1 0 0,-2-2-1 0 0,0 1 0 0 0,-1-1 1 0 0,-1-1-1 0 0,0 1 0 0 0,-2-1 1 0 0,0 0-1 0 0,-1-1 1 0 0,-1 1-1 0 0,1-27 0 0 0,-3 41-6 0 0,-1-1 1 0 0,0 1-1 0 0,0 0 0 0 0,-1-1 0 0 0,0 1 0 0 0,1 0 1 0 0,-2 0-1 0 0,1 0 0 0 0,-1 0 0 0 0,1 0 0 0 0,-2 0 0 0 0,1 0 1 0 0,0 0-1 0 0,-1 1 0 0 0,0-1 0 0 0,0 1 0 0 0,0 0 0 0 0,-8-8 1 0 0,9 11-1 0 0,1 1 1 0 0,-1-1 0 0 0,0 0 0 0 0,0 1 0 0 0,0-1-1 0 0,0 1 1 0 0,0-1 0 0 0,0 1 0 0 0,0 0-1 0 0,0 0 1 0 0,0 0 0 0 0,0 0 0 0 0,0 0 0 0 0,-1 0-1 0 0,1 1 1 0 0,0-1 0 0 0,-3 2 0 0 0,0-1 0 0 0,-1 1 0 0 0,1 0 0 0 0,0 0 0 0 0,0 1 0 0 0,-7 4 0 0 0,10-6 2 0 0,0 1 0 0 0,0-1-1 0 0,0 1 1 0 0,0 0 0 0 0,0 0-1 0 0,0-1 1 0 0,1 1 0 0 0,-1 0-1 0 0,1 0 1 0 0,0 1 0 0 0,-1-1-1 0 0,1 0 1 0 0,0 0 0 0 0,0 1-1 0 0,0-1 1 0 0,1 1 0 0 0,-1-1 0 0 0,0 0-1 0 0,1 1 1 0 0,-1 3 0 0 0,2-4-1 0 0,-1 1 1 0 0,0-1 0 0 0,1 0 0 0 0,0 1-1 0 0,-1-1 1 0 0,1 0 0 0 0,0 0 0 0 0,0 0-1 0 0,0 0 1 0 0,1 0 0 0 0,-1 0 0 0 0,0 0-1 0 0,1 0 1 0 0,-1 0 0 0 0,1 0-1 0 0,0-1 1 0 0,0 1 0 0 0,-1-1 0 0 0,1 1-1 0 0,0-1 1 0 0,4 2 0 0 0,7 4-1 0 0,0-2-1 0 0,0 1 1 0 0,0-2 0 0 0,0 1 0 0 0,1-2-1 0 0,0 0 1 0 0,21 2 0 0 0,104-2 1 0 0,-94-3 1 0 0,-18-1 19 0 0,-10 0-11 0 0,-1 1 1 0 0,0 1-1 0 0,19 3 0 0 0,-35-4-7 0 0,0 0 0 0 0,1 0 0 0 0,-1 1 0 0 0,0-1 0 0 0,0 1 0 0 0,0-1 0 0 0,1 0 0 0 0,-1 1 0 0 0,0-1 0 0 0,0 0 0 0 0,0 1 0 0 0,0-1 0 0 0,0 1 0 0 0,0-1 0 0 0,0 0 0 0 0,0 1 0 0 0,0-1 0 0 0,0 1 0 0 0,0-1 0 0 0,0 0 0 0 0,0 1 0 0 0,0-1 0 0 0,0 1 0 0 0,0-1 0 0 0,-1 0 0 0 0,1 1 0 0 0,0-1 1 0 0,0 1-1 0 0,0-1 0 0 0,-1 0 0 0 0,1 1 0 0 0,0-1 0 0 0,-1 0 0 0 0,-6 14 254 0 0,-52 56 1270 0 0,-5 7-687 0 0,57-66-772 0 0,0-1 0 0 0,1 1 0 0 0,0 0 0 0 0,1 0 0 0 0,-8 21 0 0 0,12-30-59 0 0,1 1-1 0 0,-1-1 0 0 0,1 1 1 0 0,-1 0-1 0 0,1-1 1 0 0,0 1-1 0 0,0 0 0 0 0,0-1 1 0 0,0 1-1 0 0,0 0 0 0 0,1 0 1 0 0,-1-1-1 0 0,1 1 1 0 0,0-1-1 0 0,0 1 0 0 0,0-1 1 0 0,0 1-1 0 0,2 3 0 0 0,0-3-19 0 0,-1 0-1 0 0,1 0 1 0 0,0 0 0 0 0,0 0-1 0 0,0 0 1 0 0,0-1-1 0 0,1 1 1 0 0,-1-1-1 0 0,1 0 1 0 0,-1 0-1 0 0,5 2 1 0 0,6 1-708 0 0,0-1 0 0 0,0 0 1 0 0,0-1-1 0 0,0 0 0 0 0,26 1 1 0 0,-17-4-3468 0 0,41-3 0 0 0,-31-1-1441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4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55 535 1516 0 0,'-55'47'14151'0'0,"59"-48"-13943"0"0,6-1-140 0 0,1-1-1 0 0,-1-1 0 0 0,-1 0 0 0 0,1 0 0 0 0,0-1 0 0 0,-1 0 0 0 0,0-1 0 0 0,0 0 0 0 0,-1 0 0 0 0,12-11 0 0 0,4-5-32 0 0,-1-2 0 0 0,23-30 0 0 0,-25 28-24 0 0,-2-1 0 0 0,-1-2 0 0 0,-1 1 1 0 0,-1-2-1 0 0,-2 0 0 0 0,-1-1 0 0 0,-1 0 1 0 0,10-45-1 0 0,-21 70-7 0 0,0-1 0 0 0,0 1 0 0 0,-1 0 1 0 0,0-1-1 0 0,0 1 0 0 0,-1-1 0 0 0,0 1 0 0 0,-1-7 1 0 0,1 10-4 0 0,1 1 1 0 0,-1 0 0 0 0,0-1-1 0 0,1 1 1 0 0,-1 0 0 0 0,0 0-1 0 0,0 0 1 0 0,-1 0 0 0 0,1 0-1 0 0,0 0 1 0 0,-1 0 0 0 0,1 0-1 0 0,-1 0 1 0 0,0 1 0 0 0,0-1-1 0 0,1 0 1 0 0,-1 1 0 0 0,0 0-1 0 0,0-1 1 0 0,0 1 0 0 0,-1 0-1 0 0,1 0 1 0 0,0 0 0 0 0,0 0 0 0 0,-5 0-1 0 0,2 0-1 0 0,1 1 0 0 0,-1 0 0 0 0,1 0-1 0 0,-1 1 1 0 0,0-1 0 0 0,1 1 0 0 0,-1 0-1 0 0,1 0 1 0 0,0 0 0 0 0,-1 1 0 0 0,1 0 0 0 0,0 0-1 0 0,0 0 1 0 0,0 0 0 0 0,0 0 0 0 0,-5 6 0 0 0,7-7 0 0 0,0 1 0 0 0,1-1 0 0 0,-1 1 0 0 0,1 0 0 0 0,-1 0 0 0 0,1-1 0 0 0,0 1 0 0 0,0 0 0 0 0,0 0 0 0 0,0 1 0 0 0,0-1 0 0 0,0 0 0 0 0,0 0 0 0 0,1 0 0 0 0,-1 1 1 0 0,1-1-1 0 0,-1 0 0 0 0,1 0 0 0 0,0 1 0 0 0,0-1 0 0 0,0 0 0 0 0,1 1 0 0 0,-1-1 0 0 0,0 0 0 0 0,1 0 0 0 0,-1 1 0 0 0,1-1 0 0 0,0 0 0 0 0,0 0 0 0 0,0 0 0 0 0,0 0 1 0 0,0 0-1 0 0,0 0 0 0 0,1 0 0 0 0,-1 0 0 0 0,3 2 0 0 0,2 3 3 0 0,0 0 0 0 0,0-1 0 0 0,0 0-1 0 0,1 0 1 0 0,0-1 0 0 0,0 0 0 0 0,15 8 0 0 0,3-1-26 0 0,31 10 0 0 0,3 1-15 0 0,-46-17 56 0 0,-10-6-14 0 0,-1 1 0 0 0,0-1-1 0 0,0 1 1 0 0,0 0 0 0 0,0 0 0 0 0,0 0-1 0 0,0 1 1 0 0,0-1 0 0 0,0 0 0 0 0,0 1-1 0 0,0-1 1 0 0,-1 1 0 0 0,1-1 0 0 0,-1 1-1 0 0,3 3 1 0 0,-3-3 39 0 0,-1 0 0 0 0,1 0 0 0 0,-1 0 0 0 0,0 0 0 0 0,0 0 0 0 0,0 0 0 0 0,0 0 0 0 0,0-1 0 0 0,0 1 0 0 0,0 0-1 0 0,-1 0 1 0 0,1 0 0 0 0,0 0 0 0 0,-2 3 0 0 0,-11 26 651 0 0,12-29-644 0 0,-24 43 603 0 0,19-35-590 0 0,0 0 0 0 0,1 0 0 0 0,0 0 0 0 0,0 0-1 0 0,1 1 1 0 0,1 0 0 0 0,-1-1 0 0 0,-1 17 0 0 0,5-25-58 0 0,0 0 0 0 0,0 1 0 0 0,0-1 0 0 0,0 0-1 0 0,0 0 1 0 0,0 0 0 0 0,1 0 0 0 0,-1 0 0 0 0,1 0 0 0 0,0 0-1 0 0,0 0 1 0 0,0 0 0 0 0,0 0 0 0 0,0-1 0 0 0,0 1 0 0 0,0 0 0 0 0,0-1-1 0 0,3 3 1 0 0,-1-1-13 0 0,0-1 0 0 0,0 1 0 0 0,0-1-1 0 0,1 0 1 0 0,-1 0 0 0 0,1 0 0 0 0,-1-1-1 0 0,1 1 1 0 0,4 0 0 0 0,7 1-146 0 0,-1 0 0 0 0,1-1 0 0 0,-1-1 0 0 0,18 0-1 0 0,-20-1 61 0 0,-1-1 0 0 0,0-1-1 0 0,0 1 1 0 0,0-2-1 0 0,0 1 1 0 0,0-1 0 0 0,0-1-1 0 0,0 0 1 0 0,12-7-1 0 0,-8 2 29 0 0,0 0-1 0 0,-1-1 1 0 0,0-1-1 0 0,-1 0 1 0 0,17-19-1 0 0,-1-4 35 0 0,-1-2 0 0 0,-2-1 0 0 0,38-70 1 0 0,-51 81 140 0 0,-6 13 31 0 0,0-1 0 0 0,13-15 1 0 0,-19 27 199 0 0,-8 18 152 0 0,-8 22 177 0 0,1-6-228 0 0,-13 46-1 0 0,24-68-402 0 0,1-1 0 0 0,0 1 0 0 0,1 0-1 0 0,0 0 1 0 0,0-1 0 0 0,1 1 0 0 0,1 0-1 0 0,0 0 1 0 0,2 15 0 0 0,-2-23-26 0 0,0 1 1 0 0,0 0-1 0 0,0-1 1 0 0,0 1-1 0 0,1-1 1 0 0,-1 1-1 0 0,0-1 0 0 0,1 0 1 0 0,0 0-1 0 0,0 1 1 0 0,-1-1-1 0 0,1 0 1 0 0,1 0-1 0 0,-1-1 1 0 0,3 3-1 0 0,0-1 0 0 0,-1-1 0 0 0,1 1-1 0 0,0-1 1 0 0,0 0 0 0 0,0-1 0 0 0,0 1-1 0 0,9 1 1 0 0,-2-2 1 0 0,0 0-1 0 0,-1-1 1 0 0,1 0-1 0 0,0-1 1 0 0,-1 0-1 0 0,21-5 1 0 0,-20 2-11 0 0,-1 0 1 0 0,1-1 0 0 0,-1 0-1 0 0,0 0 1 0 0,-1-2 0 0 0,1 1-1 0 0,-1-1 1 0 0,0-1-1 0 0,-1 0 1 0 0,0 0 0 0 0,0-1-1 0 0,-1 0 1 0 0,0 0 0 0 0,-1-1-1 0 0,10-15 1 0 0,-10 12-3 0 0,0 0 0 0 0,0 0 0 0 0,-1-1 0 0 0,-1 0 0 0 0,0 0 0 0 0,-1 0 0 0 0,-1-1 0 0 0,0 0 0 0 0,-1 1 0 0 0,0-1 0 0 0,-1 0 0 0 0,-2-22 0 0 0,1 30-4 0 0,-1 0 0 0 0,0 1 1 0 0,-1-1-1 0 0,1 0 1 0 0,-1 1-1 0 0,-1 0 0 0 0,1-1 1 0 0,-1 1-1 0 0,0 0 1 0 0,-8-11-1 0 0,9 15 2 0 0,0 0 0 0 0,0-1 0 0 0,0 1 0 0 0,0 0 1 0 0,-1 0-1 0 0,1 0 0 0 0,-1 1 0 0 0,1-1 0 0 0,-1 1 0 0 0,0-1 0 0 0,0 1 0 0 0,0 0 0 0 0,1 0 0 0 0,-1 0 0 0 0,0 1 0 0 0,0-1 0 0 0,-1 1 1 0 0,1-1-1 0 0,0 1 0 0 0,0 0 0 0 0,0 0 0 0 0,0 0 0 0 0,0 1 0 0 0,0-1 0 0 0,0 1 0 0 0,-4 1 0 0 0,-6 2 0 0 0,0 2-1 0 0,1 0 1 0 0,0 0 0 0 0,0 1-1 0 0,0 0 1 0 0,1 1-1 0 0,0 1 1 0 0,0 0 0 0 0,1 0-1 0 0,0 1 1 0 0,1 0-1 0 0,0 1 1 0 0,0 0-1 0 0,2 0 1 0 0,-1 1 0 0 0,1 0-1 0 0,1 0 1 0 0,0 1-1 0 0,1-1 1 0 0,-7 25 0 0 0,11-32-38 0 0,0 1 0 0 0,0-1 0 0 0,1 1 0 0 0,0 0 0 0 0,0-1 0 0 0,0 1 0 0 0,1-1 0 0 0,0 1 0 0 0,0-1 0 0 0,0 0 0 0 0,1 1 0 0 0,0-1 0 0 0,0 0 0 0 0,0 0 0 0 0,0 0 0 0 0,1 0 0 0 0,0 0 0 0 0,4 5 0 0 0,-2-4-293 0 0,0-1 0 0 0,1 0 0 0 0,-1 0 0 0 0,1-1 0 0 0,0 1 0 0 0,0-1-1 0 0,1 0 1 0 0,-1-1 0 0 0,1 0 0 0 0,0 0 0 0 0,0 0 0 0 0,0-1 0 0 0,9 2-1 0 0,0 0-1037 0 0,-1-2-1 0 0,1 0 0 0 0,0-1 0 0 0,0 0 0 0 0,22-3 0 0 0,-3-2-3432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5.1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3 259 2560 0 0,'12'-15'2712'0'0,"-1"0"0"0"0,14-24 0 0 0,7-11 3212 0 0,-33 53-5474 0 0,-2 18 149 0 0,-2 0-1 0 0,-1 0 1 0 0,-13 32 0 0 0,-5 16-64 0 0,19-52-448 0 0,0 1-2 0 0,0 1-1 0 0,-3 22 1 0 0,8-37-73 0 0,-1 0 1 0 0,1-1-1 0 0,0 1 1 0 0,0 0-1 0 0,0 0 1 0 0,0 0 0 0 0,1 0-1 0 0,0 0 1 0 0,-1-1-1 0 0,1 1 1 0 0,1 0-1 0 0,-1 0 1 0 0,1-1-1 0 0,-1 1 1 0 0,1-1-1 0 0,4 7 1 0 0,-4-9-10 0 0,-1 1-1 0 0,1 0 1 0 0,0-1-1 0 0,0 0 1 0 0,0 1 0 0 0,-1-1-1 0 0,1 0 1 0 0,0 0 0 0 0,1 0-1 0 0,-1 0 1 0 0,0 0-1 0 0,0-1 1 0 0,0 1 0 0 0,0-1-1 0 0,1 1 1 0 0,3-1 0 0 0,-1 0 0 0 0,0 0-1 0 0,0 0 1 0 0,-1-1 0 0 0,1 0 0 0 0,0 0 0 0 0,0 0 0 0 0,6-3 0 0 0,2-2-3 0 0,-1 0 1 0 0,0-1 0 0 0,0 0 0 0 0,17-14-1 0 0,0-4-1 0 0,-2-2-1 0 0,44-53 0 0 0,8-10-85 0 0,-77 87 53 0 0,-1 3 32 0 0,-1 0 0 0 0,0-1 0 0 0,0 1 0 0 0,1 0 0 0 0,-1-1 0 0 0,0 1 0 0 0,1 0 1 0 0,-1-1-1 0 0,0 1 0 0 0,1 0 0 0 0,-1 0 0 0 0,0-1 0 0 0,1 1 0 0 0,-1 0 0 0 0,0 0 1 0 0,1 0-1 0 0,-1 0 0 0 0,1 0 0 0 0,-1 0 0 0 0,0-1 0 0 0,1 1 0 0 0,-1 0 0 0 0,1 0 1 0 0,-1 0-1 0 0,1 0 0 0 0,0 0 1 0 0,0 0 0 0 0,0 0 0 0 0,-1 0 1 0 0,1 1-1 0 0,0-1 0 0 0,0 0 0 0 0,0 0 0 0 0,-1 0 1 0 0,1 1-1 0 0,0-1 0 0 0,0 0 0 0 0,0 1 0 0 0,-1-1 0 0 0,1 0 1 0 0,0 1-1 0 0,-1-1 0 0 0,1 1 0 0 0,0-1 0 0 0,-1 1 1 0 0,1 0-1 0 0,-1-1 0 0 0,1 1 0 0 0,-1-1 0 0 0,1 1 1 0 0,-1 0-1 0 0,1 0 0 0 0,-1-1 0 0 0,0 1 0 0 0,1 0 0 0 0,-1 0 1 0 0,0-1-1 0 0,0 1 0 0 0,0 0 0 0 0,1 0 0 0 0,-1 1 1 0 0,0 1-8 0 0,4 10 1 0 0,0 0 0 0 0,3 21 0 0 0,6 22 7 0 0,-12-52 6 0 0,0 0 0 0 0,1 0 0 0 0,0-1 0 0 0,0 1 0 0 0,0-1 0 0 0,0 1 0 0 0,0-1 1 0 0,1 0-1 0 0,0 0 0 0 0,-1 0 0 0 0,5 3 0 0 0,-4-4-2 0 0,0 0 1 0 0,0 0-1 0 0,0-1 1 0 0,1 1-1 0 0,-1-1 1 0 0,1 0 0 0 0,-1 0-1 0 0,1 0 1 0 0,0 0-1 0 0,-1-1 1 0 0,1 1-1 0 0,0-1 1 0 0,-1 0-1 0 0,6-1 1 0 0,-1 0-2 0 0,1 0-1 0 0,-1 0 1 0 0,0-1 0 0 0,15-5 0 0 0,-10 1 0 0 0,0 0 1 0 0,-1-1-1 0 0,1-1 1 0 0,-1 0-1 0 0,-1 0 1 0 0,1-1-1 0 0,-1-1 1 0 0,-1 0-1 0 0,11-14 1 0 0,-10 11-5 0 0,-1 0 0 0 0,0-1 0 0 0,-1 0 0 0 0,0-1 0 0 0,-2 0-1 0 0,0-1 1 0 0,9-25 0 0 0,-14 34 1 0 0,0-1 1 0 0,-1 0-1 0 0,1 0 0 0 0,-2 0 0 0 0,1 0 0 0 0,-1 0 0 0 0,0 0 1 0 0,-2-14-1 0 0,1 18-4 0 0,0-1 0 0 0,-1 1 0 0 0,1 0 0 0 0,-1 0 0 0 0,0 0 0 0 0,0 0 0 0 0,0 0 0 0 0,0 0 0 0 0,-1 0 0 0 0,1 1 0 0 0,-1-1 0 0 0,0 1 1 0 0,0 0-1 0 0,-1 0 0 0 0,1 0 0 0 0,0 0 0 0 0,-5-2 0 0 0,-23-12-76 0 0,28 16 60 0 0,-2 1-17 0 0,4 0 36 0 0,1 0 0 0 0,-1 0 0 0 0,1 0 1 0 0,-1 0-1 0 0,1 0 0 0 0,-1 0 0 0 0,0 0 1 0 0,1 0-1 0 0,-1 0 0 0 0,1 0 0 0 0,-1 0 0 0 0,0 0 1 0 0,1 0-1 0 0,-1 0 0 0 0,1 0 0 0 0,-1 1 1 0 0,1-1-1 0 0,-1 0 0 0 0,1 0 0 0 0,-1 1 1 0 0,0 0 0 0 0,1-1 0 0 0,0 1 0 0 0,0 0 0 0 0,0-1 0 0 0,0 1 0 0 0,0 0 0 0 0,0-1 0 0 0,0 1 0 0 0,0 0 0 0 0,0-1 0 0 0,0 1 0 0 0,0 0 0 0 0,0-1 0 0 0,0 1 1 0 0,1 0-1 0 0,-1-1 0 0 0,0 1 0 0 0,1 0 0 0 0,-1-1 0 0 0,0 1 0 0 0,1-1 0 0 0,-1 1 0 0 0,1-1 0 0 0,0 2 0 0 0,18 9-36 0 0,28 2-272 0 0,-45-13 274 0 0,50 7-385 0 0,1-1 0 0 0,0-4-1 0 0,0-1 1 0 0,0-3 0 0 0,98-16-1 0 0,-132 15 385 0 0,1-1 1 0 0,-1 0-1 0 0,1-2 0 0 0,18-8 0 0 0,-36 13 71 0 0,-10 2 42 0 0,-1 0 0 0 0,0 0 1 0 0,1 1-1 0 0,-1 0 1 0 0,1 0-1 0 0,-1 1 1 0 0,1 0-1 0 0,-14 8 0 0 0,9-3 21 0 0,1-1-1 0 0,0 1 0 0 0,0 1 0 0 0,-16 16 0 0 0,24-21-79 0 0,1-1-1 0 0,-1 1 0 0 0,1 0 0 0 0,0 1 0 0 0,1-1 0 0 0,-1 0 1 0 0,1 1-1 0 0,0 0 0 0 0,0-1 0 0 0,0 1 0 0 0,1 0 0 0 0,-1 0 1 0 0,1 0-1 0 0,0 0 0 0 0,1 0 0 0 0,-1 0 0 0 0,1 0 0 0 0,0 1 1 0 0,1-1-1 0 0,0 8 0 0 0,3 5 10 0 0,1 1 1 0 0,1 0-1 0 0,1-1 1 0 0,10 21-1 0 0,-8-21 22 0 0,-2 1 0 0 0,8 26 0 0 0,-15-43-43 0 0,1-1 1 0 0,-1 1-1 0 0,0 0 1 0 0,0-1-1 0 0,-1 1 1 0 0,1 0-1 0 0,0-1 1 0 0,0 1-1 0 0,-1-1 1 0 0,1 1-1 0 0,-1-1 1 0 0,0 1-1 0 0,1-1 1 0 0,-1 1-1 0 0,0-1 1 0 0,0 1 0 0 0,0-1-1 0 0,0 0 1 0 0,0 1-1 0 0,0-1 1 0 0,0 0-1 0 0,0 0 1 0 0,0 0-1 0 0,-1 0 1 0 0,1 0-1 0 0,0 0 1 0 0,-1 0-1 0 0,1 0 1 0 0,-2 0-1 0 0,-5 3 9 0 0,0-1 0 0 0,0 0 0 0 0,-16 4 0 0 0,23-6-10 0 0,-19 3-103 0 0,1 0 1 0 0,-1-1-1 0 0,1-1 0 0 0,-1-1 0 0 0,0-1 1 0 0,-24-2-1 0 0,-9-8-3035 0 0,2-6-3739 0 0,30 6 470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6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40 511 2368 0 0,'-24'6'5087'0'0,"22"-5"-4369"0"0,-11 9 1450 0 0,13-8-1748 0 0,1 1-65 0 0,-1-3-333 0 0,0 1 0 0 0,0-1 0 0 0,0 0-1 0 0,0 0 1 0 0,0 0 0 0 0,0 1 0 0 0,0-1 0 0 0,0 0 0 0 0,0 0 0 0 0,0 0 0 0 0,0 1-1 0 0,0-1 1 0 0,0 0 0 0 0,0 0 0 0 0,0 0 0 0 0,0 0 0 0 0,1 1 0 0 0,-1-1 0 0 0,0 0 0 0 0,0 0-1 0 0,0 0 1 0 0,0 0 0 0 0,0 0 0 0 0,0 1 0 0 0,1-1 0 0 0,-1 0 0 0 0,0 0 0 0 0,0 0-1 0 0,0 0 1 0 0,0 0 0 0 0,1 0 0 0 0,-1 0 0 0 0,0 0 0 0 0,0 0 0 0 0,0 0 0 0 0,1 0 0 0 0,-1 0-1 0 0,0 1 1 0 0,0-1 0 0 0,0 0 0 0 0,4-1 26 0 0,0 1 1 0 0,0 0-1 0 0,0-1 0 0 0,-1 0 0 0 0,1 0 1 0 0,0 0-1 0 0,-1 0 0 0 0,1 0 0 0 0,-1-1 0 0 0,1 0 1 0 0,-1 1-1 0 0,0-1 0 0 0,0-1 0 0 0,5-3 1 0 0,8-7 43 0 0,20-22 1 0 0,-26 25-48 0 0,27-31 162 0 0,-2-2 0 0 0,45-72 0 0 0,-55 75-89 0 0,2 2 0 0 0,2 0-1 0 0,1 2 1 0 0,46-43 0 0 0,-73 77-117 0 0,0-1 0 0 0,0 1 0 0 0,0 0 0 0 0,0 0 0 0 0,0 1 0 0 0,0-1 0 0 0,0 1 0 0 0,1-1 1 0 0,-1 1-1 0 0,1 0 0 0 0,-1 0 0 0 0,1 1 0 0 0,-1-1 0 0 0,1 1 0 0 0,0-1 0 0 0,-1 1 0 0 0,1 0 1 0 0,-1 1-1 0 0,1-1 0 0 0,0 1 0 0 0,-1-1 0 0 0,1 1 0 0 0,5 2 0 0 0,-3 0-3 0 0,0 0 0 0 0,0 0 1 0 0,0 1-1 0 0,0 0 0 0 0,-1 0 0 0 0,0 0 0 0 0,0 0 0 0 0,0 1 0 0 0,0 0 0 0 0,-1 0 1 0 0,8 11-1 0 0,1 1 96 0 0,23 26 1 0 0,-34-42 44 0 0,2 0 111 0 0,0-2 121 0 0,-6-11-292 0 0,-2 2-4 0 0,0 1 0 0 0,0 0 0 0 0,-1 0 0 0 0,0 0 0 0 0,-1 1 0 0 0,0-1 0 0 0,0 2 0 0 0,0-1 0 0 0,-1 0 0 0 0,0 1 0 0 0,-1 1 0 0 0,-9-8 0 0 0,14 13-68 0 0,0 0 0 0 0,-1 0 0 0 0,1-1 0 0 0,0 2 0 0 0,-1-1 0 0 0,1 0 0 0 0,-1 1 0 0 0,1 0 0 0 0,-1 0 0 0 0,1 0 0 0 0,-1 0 0 0 0,0 0-1 0 0,1 1 1 0 0,0-1 0 0 0,-1 1 0 0 0,1 0 0 0 0,-1 0 0 0 0,1 0 0 0 0,0 1 0 0 0,-6 2 0 0 0,-4 3-9 0 0,1 1 1 0 0,0 0-1 0 0,-17 14 0 0 0,13-8 0 0 0,1 0-1 0 0,1 1 0 0 0,1 1 0 0 0,0 0 0 0 0,1 0 1 0 0,0 1-1 0 0,2 1 0 0 0,0 0 0 0 0,1 1 0 0 0,1-1 1 0 0,0 2-1 0 0,2-1 0 0 0,0 1 0 0 0,-3 24 0 0 0,8-39 8 0 0,0 0 0 0 0,1 1-1 0 0,0-1 1 0 0,0 0-1 0 0,0 1 1 0 0,1-1 0 0 0,0 0-1 0 0,0 1 1 0 0,0-1-1 0 0,0 0 1 0 0,1 0-1 0 0,0 0 1 0 0,0 0 0 0 0,1 0-1 0 0,-1 0 1 0 0,1-1-1 0 0,6 9 1 0 0,-4-8-5 0 0,1 0 0 0 0,-1 0 0 0 0,1-1 0 0 0,0 0 0 0 0,0 0-1 0 0,0 0 1 0 0,0 0 0 0 0,1-1 0 0 0,0-1 0 0 0,-1 1 0 0 0,1-1 0 0 0,12 3 0 0 0,-6-2-12 0 0,-1-1 1 0 0,1-1-1 0 0,0 1 1 0 0,0-2-1 0 0,0 0 0 0 0,0 0 1 0 0,0-2-1 0 0,14-2 1 0 0,-19 2 6 0 0,0 0 1 0 0,1-1-1 0 0,-2 0 1 0 0,1 0 0 0 0,0-1-1 0 0,0 0 1 0 0,-1-1-1 0 0,0 1 1 0 0,0-2-1 0 0,0 1 1 0 0,-1 0 0 0 0,0-1-1 0 0,7-9 1 0 0,-1 0 3 0 0,-1-1 0 0 0,0 0 1 0 0,-1-1-1 0 0,8-20 0 0 0,25-73 234 0 0,-16 36 463 0 0,-21 66-689 0 0,-2 12-1 0 0,-2 14-13 0 0,-2 15 52 0 0,2 0-1 0 0,6 37 1 0 0,-5-56-380 0 0,0 0 1 0 0,1-1 0 0 0,0 1 0 0 0,1-1 0 0 0,1 0 0 0 0,0 0 0 0 0,11 16 0 0 0,-16-27 206 0 0,0 0 1 0 0,1 0 0 0 0,-1 0-1 0 0,1-1 1 0 0,-1 1 0 0 0,1-1-1 0 0,-1 1 1 0 0,1-1 0 0 0,0 0-1 0 0,0 1 1 0 0,0-1 0 0 0,0 0-1 0 0,0 0 1 0 0,0 0-1 0 0,0-1 1 0 0,0 1 0 0 0,0 0-1 0 0,0-1 1 0 0,0 1 0 0 0,0-1-1 0 0,1 0 1 0 0,-1 0 0 0 0,0 0-1 0 0,0 0 1 0 0,0 0 0 0 0,1 0-1 0 0,3-2 1 0 0,-3 0 87 0 0,0 0 0 0 0,0-1 1 0 0,0 1-1 0 0,-1-1 0 0 0,1 0 0 0 0,-1 0 0 0 0,1 0 1 0 0,-1 0-1 0 0,0 0 0 0 0,0-1 0 0 0,0 1 0 0 0,-1-1 1 0 0,2-4-1 0 0,-1 4 21 0 0,12-26 298 0 0,1 0 0 0 0,37-52 1 0 0,-46 74-225 0 0,0 0 0 0 0,1 1-1 0 0,0-1 1 0 0,0 2 0 0 0,0-1 0 0 0,1 1 0 0 0,0 0 0 0 0,0 1 0 0 0,0 0 0 0 0,1 0 0 0 0,0 1 0 0 0,0 0 0 0 0,0 0 0 0 0,12-2 0 0 0,-18 5-56 0 0,1 1 1 0 0,-1-1-1 0 0,1 1 0 0 0,0 0 0 0 0,-1 1 0 0 0,1-1 1 0 0,0 1-1 0 0,-1-1 0 0 0,1 1 0 0 0,-1 0 0 0 0,1 0 1 0 0,-1 1-1 0 0,1-1 0 0 0,-1 1 0 0 0,0 0 1 0 0,0 0-1 0 0,0 0 0 0 0,5 3 0 0 0,-3-1 13 0 0,0 1 1 0 0,-1 0-1 0 0,1-1 0 0 0,-1 2 0 0 0,0-1 1 0 0,0 0-1 0 0,0 1 0 0 0,5 10 0 0 0,-6-9 42 0 0,-1 0-1 0 0,0 0 0 0 0,0 0 1 0 0,0 0-1 0 0,0 1 0 0 0,-1-1 1 0 0,-1 0-1 0 0,1 1 0 0 0,-1-1 1 0 0,0 1-1 0 0,-2 10 0 0 0,1-14 49 0 0,0 1-1 0 0,0-1 1 0 0,-1 0-1 0 0,1 0 1 0 0,-1 0-1 0 0,0 0 1 0 0,0 0-1 0 0,0 0 1 0 0,-1 0 0 0 0,1-1-1 0 0,-1 1 1 0 0,0-1-1 0 0,0 0 1 0 0,0 0-1 0 0,0 0 1 0 0,0 0-1 0 0,-1 0 1 0 0,0-1-1 0 0,-6 4 1 0 0,9-5-61 0 0,0 0 0 0 0,-1-1 1 0 0,1 1-1 0 0,0-1 0 0 0,-1 1 1 0 0,1-1-1 0 0,0 1 0 0 0,-1-1 0 0 0,1 0 1 0 0,-1 0-1 0 0,1 0 0 0 0,-1 0 1 0 0,1 0-1 0 0,0 0 0 0 0,-1 0 1 0 0,1 0-1 0 0,-3-1 0 0 0,3 1-25 0 0,1-1 0 0 0,-1 1 0 0 0,0-1 0 0 0,0 0 0 0 0,0 1 0 0 0,0-1 0 0 0,1 0 0 0 0,-1 1 0 0 0,0-1-1 0 0,1 0 1 0 0,-1 0 0 0 0,0 0 0 0 0,1 1 0 0 0,-1-1 0 0 0,1 0 0 0 0,0 0 0 0 0,-1 0 0 0 0,0-2 0 0 0,1 0-2 0 0,-1-1 0 0 0,0 0 0 0 0,1 0-1 0 0,0 0 1 0 0,0 0 0 0 0,0 0 0 0 0,0 0 0 0 0,1 0 0 0 0,-1 1 0 0 0,3-8 0 0 0,2-2 4 0 0,0 0 0 0 0,2 0-1 0 0,-1 0 1 0 0,2 1 0 0 0,0-1 0 0 0,0 2-1 0 0,1-1 1 0 0,18-17 0 0 0,-9 12-19 0 0,0 1 1 0 0,1 1 0 0 0,1 0-1 0 0,29-15 1 0 0,-45 28-2 0 0,0 0 0 0 0,0 0 0 0 0,0 1 0 0 0,0-1 0 0 0,0 1 0 0 0,0 0 0 0 0,0 0 0 0 0,0 0 0 0 0,1 1 0 0 0,-1-1 0 0 0,0 1-1 0 0,1 0 1 0 0,-1 0 0 0 0,0 1 0 0 0,0-1 0 0 0,1 1 0 0 0,-1 0 0 0 0,8 3 0 0 0,-9-3 1 0 0,0 1-1 0 0,0 0 1 0 0,0 0-1 0 0,0 0 0 0 0,0 0 1 0 0,0 0-1 0 0,-1 1 1 0 0,1-1-1 0 0,-1 1 1 0 0,0 0-1 0 0,1 0 1 0 0,-1-1-1 0 0,0 1 1 0 0,-1 1-1 0 0,1-1 1 0 0,-1 0-1 0 0,1 0 1 0 0,-1 1-1 0 0,0-1 1 0 0,0 0-1 0 0,0 1 1 0 0,0 6-1 0 0,0 10 42 0 0,-1 0 0 0 0,0 0 0 0 0,-6 30 1 0 0,0 28-2975 0 0,6-76 2568 0 0,0 0 0 0 0,0 0 0 0 0,0 0 0 0 0,0 0-1 0 0,1-1 1 0 0,-1 1 0 0 0,1 0 0 0 0,-1 0 0 0 0,1 0 0 0 0,0-1 0 0 0,0 1-1 0 0,-1 0 1 0 0,1-1 0 0 0,0 1 0 0 0,1 0 0 0 0,1 2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7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316 753 2260 0 0,'3'-3'396'0'0,"12"-20"3060"0"0,13-26 0 0 0,-25 42-2779 0 0,1 0 0 0 0,-2 0 0 0 0,1 0 0 0 0,-1-1 0 0 0,0 1 0 0 0,0-1 0 0 0,-1 1 0 0 0,0-12 0 0 0,-1 18-630 0 0,0 0 0 0 0,0 0 0 0 0,0 1 1 0 0,0-1-1 0 0,0 0 0 0 0,0 0 0 0 0,0 0 1 0 0,0 0-1 0 0,0 1 0 0 0,-1-1 0 0 0,1 0 0 0 0,0 0 1 0 0,-1 1-1 0 0,1-1 0 0 0,-1 0 0 0 0,1 0 0 0 0,0 1 1 0 0,-1-1-1 0 0,0 1 0 0 0,1-1 0 0 0,-1 0 1 0 0,1 1-1 0 0,-1-1 0 0 0,0 1 0 0 0,1-1 0 0 0,-1 1 1 0 0,-1-1-1 0 0,1 1-7 0 0,-1-1-1 0 0,0 1 1 0 0,0 0 0 0 0,0-1-1 0 0,0 1 1 0 0,0 0-1 0 0,1 0 1 0 0,-1 0 0 0 0,0 1-1 0 0,0-1 1 0 0,-3 1 0 0 0,-3 1 28 0 0,0 1 0 0 0,0 0 0 0 0,1 0 0 0 0,-11 6 0 0 0,-21 15 357 0 0,0 1-1 0 0,-45 41 1 0 0,67-52-358 0 0,2 1-1 0 0,0 0 0 0 0,1 1 1 0 0,0 1-1 0 0,2 0 1 0 0,0 1-1 0 0,-12 24 0 0 0,22-39-53 0 0,0 0-1 0 0,1 0 1 0 0,0 0 0 0 0,0 0-1 0 0,0 0 1 0 0,0 0-1 0 0,0 0 1 0 0,0 0-1 0 0,1 0 1 0 0,0 0-1 0 0,-1 1 1 0 0,1-1-1 0 0,0 0 1 0 0,1 0-1 0 0,-1 1 1 0 0,0-1-1 0 0,1 0 1 0 0,0 0-1 0 0,0 0 1 0 0,0 0-1 0 0,0 0 1 0 0,0 0-1 0 0,1 0 1 0 0,-1 0-1 0 0,1 0 1 0 0,0-1-1 0 0,0 1 1 0 0,0-1-1 0 0,0 1 1 0 0,0-1-1 0 0,1 0 1 0 0,-1 0-1 0 0,1 0 1 0 0,-1 0 0 0 0,1 0-1 0 0,0 0 1 0 0,0-1-1 0 0,-1 1 1 0 0,1-1-1 0 0,0 0 1 0 0,0 0-1 0 0,1 0 1 0 0,-1 0-1 0 0,0-1 1 0 0,0 1-1 0 0,0-1 1 0 0,6 0-1 0 0,2 1-5 0 0,-1-1-1 0 0,1 0 1 0 0,-1-1-1 0 0,1 0 0 0 0,-1-1 1 0 0,1 0-1 0 0,-1-1 1 0 0,0 0-1 0 0,15-6 1 0 0,-11 2-31 0 0,0-1 0 0 0,0 0 1 0 0,-1-1-1 0 0,0 0 0 0 0,20-19 0 0 0,-9 3-106 0 0,-2-1-1 0 0,-1 0 1 0 0,0-2-1 0 0,-2 0 1 0 0,18-38-1 0 0,1-10-134 0 0,-5-3-1 0 0,-2 0 1 0 0,-4-2-1 0 0,31-165 1 0 0,-31 114 658 0 0,-27 131-332 0 0,-1 1-56 0 0,0 0 0 0 0,0 1 0 0 0,0-1 0 0 0,0 1 0 0 0,1-1 0 0 0,-1 1 1 0 0,0-1-1 0 0,0 1 0 0 0,0 0 0 0 0,0-1 0 0 0,1 1 0 0 0,-1 0 0 0 0,0 0 0 0 0,1-1 0 0 0,-1 1 0 0 0,0 0 0 0 0,1 0 0 0 0,-1 1 0 0 0,-9 18 130 0 0,-8 34 296 0 0,2 2-1 0 0,-13 82 1 0 0,-3 117 66 0 0,32-252-493 0 0,-3 25-146 0 0,1 0 1 0 0,1 0-1 0 0,2 1 0 0 0,1-1 1 0 0,5 30-1 0 0,-4-46-440 0 0,0 0 0 0 0,1 0 0 0 0,1 0 0 0 0,-1 0 0 0 0,12 17 0 0 0,-10-19-386 0 0,0-2-1 0 0,0 1 0 0 0,1-1 1 0 0,0 0-1 0 0,1 0 0 0 0,0-1 1 0 0,13 9-1 0 0,13 7-5031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7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300 151 2412 0 0,'6'-14'2615'0'0,"0"0"1"0"0,7-29-1 0 0,-12 39-2189 0 0,0 0 0 0 0,-1 0 0 0 0,1-1 1 0 0,-1 1-1 0 0,1 0 0 0 0,-1-1 0 0 0,0 1 0 0 0,-1 0 0 0 0,1-1 0 0 0,-1 1 1 0 0,0 0-1 0 0,0 0 0 0 0,0 0 0 0 0,-4-7 0 0 0,5 10-381 0 0,-1 0-1 0 0,0 0 1 0 0,0 1 0 0 0,0-1-1 0 0,0 0 1 0 0,0 1-1 0 0,0-1 1 0 0,0 0 0 0 0,0 1-1 0 0,0-1 1 0 0,0 1 0 0 0,0-1-1 0 0,0 1 1 0 0,0 0-1 0 0,0 0 1 0 0,0-1 0 0 0,0 1-1 0 0,-1 0 1 0 0,1 0-1 0 0,0 0 1 0 0,0 0 0 0 0,0 0-1 0 0,0 0 1 0 0,0 1 0 0 0,-2-1-1 0 0,-27 10 263 0 0,13-1-217 0 0,0 0-1 0 0,1 2 1 0 0,0 0-1 0 0,0 0 1 0 0,2 2-1 0 0,-24 24 1 0 0,18-14-22 0 0,0 2 0 0 0,2 0 0 0 0,-21 40 0 0 0,34-57-42 0 0,1 0 0 0 0,0 0 0 0 0,1 1-1 0 0,0-1 1 0 0,0 1 0 0 0,1 0 0 0 0,0 0-1 0 0,1 0 1 0 0,0 0 0 0 0,0 1-1 0 0,1 14 1 0 0,1-20-20 0 0,-1 1-1 0 0,1-1 0 0 0,0 0 1 0 0,0 0-1 0 0,1 0 1 0 0,-1 0-1 0 0,1 0 0 0 0,0 0 1 0 0,0-1-1 0 0,0 1 1 0 0,0 0-1 0 0,1-1 0 0 0,-1 0 1 0 0,1 0-1 0 0,0 1 1 0 0,0-2-1 0 0,0 1 0 0 0,1 0 1 0 0,-1-1-1 0 0,1 1 1 0 0,-1-1-1 0 0,1 0 0 0 0,0 0 1 0 0,0 0-1 0 0,0-1 1 0 0,0 1-1 0 0,5 0 0 0 0,-3 0-45 0 0,1-1 0 0 0,-1 0 0 0 0,0 0 0 0 0,0 0-1 0 0,0-1 1 0 0,1 0 0 0 0,-1-1 0 0 0,0 1 0 0 0,0-1-1 0 0,1 0 1 0 0,-1 0 0 0 0,10-4 0 0 0,-8 1-10 0 0,1 0 0 0 0,-1-1 1 0 0,0 1-1 0 0,0-1 0 0 0,-1-1 0 0 0,0 0 1 0 0,12-11-1 0 0,3-8-53 0 0,-2-1 0 0 0,0-1-1 0 0,28-53 1 0 0,-32 52 83 0 0,17-31-8 0 0,11-19-52 0 0,-43 76 59 0 0,0 2 10 0 0,0 0 10 0 0,0 1 1 0 0,-1-1-1 0 0,1 0 0 0 0,0 1 0 0 0,-1-1 1 0 0,1 1-1 0 0,0-1 0 0 0,-1 1 1 0 0,1-1-1 0 0,-1 1 0 0 0,1-1 0 0 0,-1 1 1 0 0,1-1-1 0 0,-1 1 0 0 0,1 0 1 0 0,-1-1-1 0 0,0 1 0 0 0,1 0 1 0 0,-1-1-1 0 0,0 1 0 0 0,1 0 0 0 0,-1 0 1 0 0,0-1-1 0 0,0 1 0 0 0,0 0 1 0 0,0 0-1 0 0,0-1 0 0 0,0 1 0 0 0,0 1 1 0 0,1 26-20 0 0,-1-26 20 0 0,-25 182-727 0 0,12-106 178 0 0,13-77 455 0 0,-5 37-2403 0 0,4-14-4999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48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0 217 1392 0 0,'13'-20'1807'0'0,"61"-85"4650"0"0,-66 95-6020 0 0,0 1-1 0 0,1 0 1 0 0,0 0-1 0 0,1 1 1 0 0,0 0-1 0 0,0 1 0 0 0,22-13 1 0 0,-28 19-403 0 0,0-1 0 0 0,-1 0 1 0 0,1 1-1 0 0,0 0 0 0 0,0-1 1 0 0,0 2-1 0 0,0-1 0 0 0,0 0 1 0 0,0 1-1 0 0,0 0 0 0 0,0 0 0 0 0,1 0 1 0 0,-1 0-1 0 0,0 1 0 0 0,0-1 1 0 0,0 1-1 0 0,0 0 0 0 0,0 1 1 0 0,0-1-1 0 0,-1 0 0 0 0,1 1 0 0 0,0 0 1 0 0,-1 0-1 0 0,1 0 0 0 0,-1 1 1 0 0,0-1-1 0 0,1 1 0 0 0,-1 0 0 0 0,-1-1 1 0 0,1 1-1 0 0,0 1 0 0 0,-1-1 1 0 0,5 6-1 0 0,-1 2 9 0 0,0-1 0 0 0,-1 1 0 0 0,0 0-1 0 0,0 0 1 0 0,-2 1 0 0 0,1 0 0 0 0,-1-1 0 0 0,-1 1 0 0 0,0 0 0 0 0,0 15-1 0 0,-2 2 58 0 0,-3-1-1 0 0,0 0 0 0 0,-1 0 0 0 0,-2 0 1 0 0,-1-1-1 0 0,-13 32 0 0 0,20-58-97 0 0,-1 1 1 0 0,0-1-1 0 0,0 0 0 0 0,1 0 0 0 0,-1-1 1 0 0,0 1-1 0 0,0 0 0 0 0,0 0 0 0 0,0 0 1 0 0,0-1-1 0 0,0 1 0 0 0,0 0 0 0 0,0-1 1 0 0,0 1-1 0 0,0-1 0 0 0,-1 1 0 0 0,1-1 1 0 0,-2 1-1 0 0,3-1-2 0 0,-2 1-40 0 0,2-8 5 0 0,1 1 0 0 0,0-1-1 0 0,1 1 1 0 0,-1 0 0 0 0,1 0 0 0 0,0 0-1 0 0,1 0 1 0 0,0 0 0 0 0,0 0-1 0 0,0 0 1 0 0,5-6 0 0 0,9-10-13 0 0,24-26 1 0 0,-28 33 25 0 0,18-19-21 0 0,49-42 0 0 0,-65 63 30 0 0,0 1 0 0 0,1 1 1 0 0,1 1-1 0 0,0 0 0 0 0,36-15 1 0 0,-51 24 20 0 0,1 0 1 0 0,-1 0 0 0 0,1 0-1 0 0,0 0 1 0 0,-1 1-1 0 0,1-1 1 0 0,0 1 0 0 0,0 0-1 0 0,-1 0 1 0 0,1 0 0 0 0,0 0-1 0 0,0 0 1 0 0,-1 0-1 0 0,1 1 1 0 0,0 0 0 0 0,-1-1-1 0 0,1 1 1 0 0,0 0 0 0 0,-1 0-1 0 0,1 0 1 0 0,-1 1-1 0 0,0-1 1 0 0,1 1 0 0 0,-1-1-1 0 0,0 1 1 0 0,0 0-1 0 0,0 0 1 0 0,0-1 0 0 0,3 5-1 0 0,-2 0 47 0 0,0-1 0 0 0,0 1 0 0 0,0-1 0 0 0,-1 1 0 0 0,0 0 0 0 0,0 0 0 0 0,0 0 0 0 0,-1 0 0 0 0,0 0 0 0 0,0 0 0 0 0,-1 1 0 0 0,0 6 0 0 0,-3 38 284 0 0,2-37-335 0 0,0 0 0 0 0,0-1 0 0 0,1 1-1 0 0,3 18 1 0 0,-3-31-174 0 0,0 1 0 0 0,1 0 0 0 0,-1 0 1 0 0,1-1-1 0 0,-1 1 0 0 0,1 0 0 0 0,0-1 0 0 0,-1 1 0 0 0,1-1 0 0 0,0 1 0 0 0,0-1 0 0 0,0 1 0 0 0,0-1 1 0 0,1 1-1 0 0,-1-1 0 0 0,0 0 0 0 0,0 0 0 0 0,1 0 0 0 0,-1 0 0 0 0,1 0 0 0 0,-1 0 0 0 0,1 0 0 0 0,0 0 1 0 0,-1-1-1 0 0,1 1 0 0 0,-1 0 0 0 0,1-1 0 0 0,3 1 0 0 0,-3-1 5 0 0,1 0 0 0 0,-1 0 0 0 0,0 0 0 0 0,0 0 0 0 0,0 0-1 0 0,1-1 1 0 0,-1 1 0 0 0,0-1 0 0 0,0 0 0 0 0,0 0 0 0 0,0 1 0 0 0,0-1 0 0 0,2-2 0 0 0,22-14-817 0 0,8-17 1913 0 0,-1-1 0 0 0,-2-1 0 0 0,40-62 0 0 0,-3-2 5091 0 0,-67 98-5660 0 0,-1 2-355 0 0,1 0 0 0 0,0 0 0 0 0,0 1 0 0 0,-1-1 0 0 0,1 0 0 0 0,0 0 0 0 0,-1 1 0 0 0,1-1 0 0 0,-1 0 0 0 0,1 1 0 0 0,0-1 0 0 0,-1 1 0 0 0,1-1 0 0 0,-1 1 0 0 0,1-1 0 0 0,-1 1 0 0 0,1-1 0 0 0,-1 1-1 0 0,1-1 1 0 0,-1 1 0 0 0,0-1 0 0 0,1 1 0 0 0,-1 0 0 0 0,0-1 0 0 0,1 1 0 0 0,-1 0 0 0 0,0 0 0 0 0,5 23 83 0 0,-4-18-73 0 0,1 9 91 0 0,1 4 23 0 0,0 0-1 0 0,1 1 1 0 0,12 31 0 0 0,-14-45-101 0 0,1 0 0 0 0,0-1 0 0 0,0 1 0 0 0,1-1 0 0 0,-1 0 0 0 0,1 0 0 0 0,0 0 0 0 0,1 0 0 0 0,-1-1 0 0 0,1 0 0 0 0,0 0 0 0 0,0 0-1 0 0,0 0 1 0 0,1-1 0 0 0,9 5 0 0 0,-12-7-24 0 0,0 0 0 0 0,0 0 0 0 0,0 0-1 0 0,0-1 1 0 0,0 1 0 0 0,0-1 0 0 0,0 0-1 0 0,0 0 1 0 0,0 0 0 0 0,0 0-1 0 0,1-1 1 0 0,-1 1 0 0 0,0-1 0 0 0,0 1-1 0 0,0-1 1 0 0,0 0 0 0 0,0-1 0 0 0,-1 1-1 0 0,1 0 1 0 0,0-1 0 0 0,0 1-1 0 0,-1-1 1 0 0,1 0 0 0 0,-1 0 0 0 0,0 0-1 0 0,4-4 1 0 0,7-7-8 0 0,-2-1 0 0 0,1 0 0 0 0,13-25 1 0 0,-12 20 30 0 0,49-72-72 0 0,-61 89 26 0 0,1 10 125 0 0,-2 5-50 0 0,-190 531 4445 0 0,57-172-1812 0 0,100-275-1062 0 0,-3-2-1 0 0,-79 147 1 0 0,107-229-1410 0 0,-1 0 0 0 0,-15 18 0 0 0,20-27-189 0 0,0 1 1 0 0,0-1-1 0 0,0-1 1 0 0,-1 1-1 0 0,1 0 1 0 0,-1-1-1 0 0,0 0 1 0 0,0 0-1 0 0,0-1 1 0 0,-6 3-1 0 0,-5-3-30 0 0,12-2 0 0 0,1 0 0 0 0,-1 0 0 0 0,1-1 0 0 0,-1 0 0 0 0,1 1 0 0 0,0-1 0 0 0,0 0 0 0 0,-1-1 0 0 0,1 1 0 0 0,0-1 0 0 0,0 1 0 0 0,0-1 0 0 0,0 0 0 0 0,0 0 0 0 0,1 0 0 0 0,-1 0 0 0 0,1-1 0 0 0,-1 1 0 0 0,1-1 0 0 0,0 0 0 0 0,0 1 0 0 0,0-1 0 0 0,0 0 0 0 0,0 0 0 0 0,1 0 0 0 0,0-1 0 0 0,-1 1 0 0 0,1 0 0 0 0,0 0 0 0 0,0-1 0 0 0,0-5 0 0 0,-1-1 0 0 0,1 0 0 0 0,0 0 0 0 0,1 0 0 0 0,0 0 0 0 0,0 0 0 0 0,1 0 0 0 0,0 0 0 0 0,1 0 0 0 0,0 1 0 0 0,5-12 0 0 0,0 3-71 0 0,1 0 0 0 0,1 0 0 0 0,1 1 0 0 0,0 0 0 0 0,1 0-1 0 0,1 2 1 0 0,18-20 0 0 0,-9 14-195 0 0,1 1-1 0 0,0 1 1 0 0,2 1-1 0 0,34-20 1 0 0,-5 10-276 0 0,2 2-1 0 0,0 2 1 0 0,2 3 0 0 0,71-18 0 0 0,-49 20-1829 0 0,1 3 0 0 0,87-5 1 0 0,57 13-7981 0 0,-129 11 2063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0.0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0 490 1376 0 0,'16'58'12688'0'0,"-15"-57"-12124"0"0,0 3 19 0 0,-1-4-490 0 0,0 1-1 0 0,0-1 1 0 0,1 1-1 0 0,-1 0 1 0 0,0-1-1 0 0,0 1 1 0 0,0-1-1 0 0,0 1 1 0 0,0-1-1 0 0,1 1 1 0 0,-1-1-1 0 0,0 1 1 0 0,1-1-1 0 0,-1 1 1 0 0,0-1-1 0 0,1 1 1 0 0,-1-1-1 0 0,0 1 1 0 0,1-1 0 0 0,-1 0-1 0 0,1 1 1 0 0,-1-1-1 0 0,1 0 1 0 0,-1 1-1 0 0,1-1 1 0 0,-1 0-1 0 0,2 1 1 0 0,6-6-56 0 0,0 0 0 0 0,0 0 0 0 0,0 0 0 0 0,0-1 0 0 0,-1 0 0 0 0,0-1 0 0 0,0 0 0 0 0,6-9 1 0 0,4-1-9 0 0,19-20 23 0 0,48-64 0 0 0,-70 82-39 0 0,0-2 0 0 0,-2 0 1 0 0,0 0-1 0 0,-2-1 1 0 0,12-35-1 0 0,-18 46 1 0 0,-2 0-1 0 0,0 0 1 0 0,0-1 0 0 0,-1 1 0 0 0,0 0-1 0 0,-1-15 1 0 0,-1 20-10 0 0,1 1 0 0 0,-1-1 0 0 0,0 1 0 0 0,0-1 1 0 0,0 1-1 0 0,-1-1 0 0 0,0 1 0 0 0,0 0 0 0 0,-1 0 0 0 0,1 0 0 0 0,-1 0 0 0 0,0 0 0 0 0,0 1 0 0 0,-5-6 0 0 0,6 8-5 0 0,1 1 0 0 0,-1 0 0 0 0,1 0 0 0 0,-1 0 0 0 0,0 0 0 0 0,0 0 0 0 0,1 0 0 0 0,-1 1 0 0 0,0-1 0 0 0,0 1 0 0 0,0-1 0 0 0,1 1 0 0 0,-1 0 0 0 0,0-1 0 0 0,0 1 0 0 0,0 0 0 0 0,0 0 0 0 0,0 0 0 0 0,0 1 0 0 0,0-1 0 0 0,0 0 0 0 0,1 1 0 0 0,-1-1 0 0 0,0 1 0 0 0,0 0 0 0 0,0-1 0 0 0,1 1 0 0 0,-4 2 0 0 0,1-1-2 0 0,0 1 0 0 0,1-1 0 0 0,-1 1-1 0 0,1-1 1 0 0,0 1 0 0 0,0 0 0 0 0,0 0 0 0 0,0 1 0 0 0,0-1-1 0 0,1 1 1 0 0,-4 6 0 0 0,5-8 3 0 0,0-1 1 0 0,1 1-1 0 0,-1 0 1 0 0,1 0-1 0 0,-1 0 1 0 0,1-1-1 0 0,0 1 1 0 0,0 0-1 0 0,0 0 0 0 0,0 0 1 0 0,0 0-1 0 0,0 0 1 0 0,0-1-1 0 0,1 1 1 0 0,-1 0-1 0 0,0 0 1 0 0,1 0-1 0 0,0-1 0 0 0,-1 1 1 0 0,3 3-1 0 0,-1-2 5 0 0,1 1 0 0 0,0-1-1 0 0,0 1 1 0 0,0-1 0 0 0,0 0-1 0 0,0 0 1 0 0,1 0 0 0 0,5 3-1 0 0,8 4 10 0 0,1-2 0 0 0,0 0-1 0 0,20 7 1 0 0,-35-14-15 0 0,3 1 5 0 0,1 1 0 0 0,0 0 1 0 0,-1 0-1 0 0,0 0 0 0 0,1 1 1 0 0,-1 0-1 0 0,-1 0 0 0 0,1 1 1 0 0,-1-1-1 0 0,8 9 0 0 0,-10-9 98 0 0,0 0 0 0 0,0 1-1 0 0,-1-1 1 0 0,0 0 0 0 0,0 1 0 0 0,0-1 0 0 0,0 1-1 0 0,-1-1 1 0 0,0 1 0 0 0,0 0 0 0 0,0 0-1 0 0,0-1 1 0 0,-1 1 0 0 0,0 0 0 0 0,0 0-1 0 0,-1 8 1 0 0,-3 6 278 0 0,0 0 1 0 0,-1-1-1 0 0,-1 0 0 0 0,-12 26 1 0 0,8-21-141 0 0,-10 35 0 0 0,20-58-237 0 0,0 1-1 0 0,0-1 0 0 0,0 1 0 0 0,0-1 0 0 0,0 1 0 0 0,0-1 0 0 0,0 0 0 0 0,0 1 0 0 0,0-1 1 0 0,0 1-1 0 0,0-1 0 0 0,0 1 0 0 0,0-1 0 0 0,0 1 0 0 0,0-1 0 0 0,0 0 0 0 0,1 1 1 0 0,-1-1-1 0 0,0 1 0 0 0,0-1 0 0 0,1 0 0 0 0,-1 1 0 0 0,0-1 0 0 0,0 0 0 0 0,1 1 0 0 0,-1-1 1 0 0,0 0-1 0 0,1 1 0 0 0,-1-1 0 0 0,1 0 0 0 0,-1 0 0 0 0,0 0 0 0 0,1 1 0 0 0,-1-1 1 0 0,1 0-1 0 0,-1 0 0 0 0,0 0 0 0 0,1 0 0 0 0,-1 0 0 0 0,1 1 0 0 0,-1-1 0 0 0,1 0 0 0 0,-1 0 1 0 0,1 0-1 0 0,19-2 31 0 0,-18 2-28 0 0,14-3-15 0 0,1-1 0 0 0,-1-1-1 0 0,0-1 1 0 0,25-11-1 0 0,59-38-1656 0 0,-34 17-1165 0 0,-43 25 1439 0 0,22-11-2488 0 0,-15 6-1710 0 0,-13 8 574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395 545 1220 0 0,'-1'-8'1792'0'0,"0"0"-1"0"0,-1 0 1 0 0,-1 0-1 0 0,1 1 1 0 0,-1-1 0 0 0,-1 0-1 0 0,-6-10 1 0 0,10 17-1729 0 0,-1 1 1 0 0,1-1 0 0 0,-1 0 0 0 0,0 1-1 0 0,1-1 1 0 0,-1 1 0 0 0,0-1 0 0 0,0 1-1 0 0,0-1 1 0 0,1 1 0 0 0,-1 0-1 0 0,0-1 1 0 0,0 1 0 0 0,0 0 0 0 0,0-1-1 0 0,0 1 1 0 0,0 0 0 0 0,0 0-1 0 0,0 0 1 0 0,1 0 0 0 0,-1 0 0 0 0,0 0-1 0 0,0 0 1 0 0,0 0 0 0 0,0 1 0 0 0,0-1-1 0 0,0 0 1 0 0,0 0 0 0 0,0 1-1 0 0,1-1 1 0 0,-1 1 0 0 0,-1 0 0 0 0,-28 18 441 0 0,26-16-318 0 0,-29 25 45 0 0,0 2 0 0 0,2 1 0 0 0,2 2 0 0 0,0 1-1 0 0,3 1 1 0 0,0 1 0 0 0,3 1 0 0 0,-20 43 0 0 0,37-70-216 0 0,1 1 1 0 0,1 0-1 0 0,0 0 1 0 0,0 1-1 0 0,1-1 1 0 0,1 1-1 0 0,0 0 1 0 0,-1 18-1 0 0,3-25-20 0 0,0 0-1 0 0,0-1 1 0 0,1 1-1 0 0,0-1 1 0 0,0 0-1 0 0,0 1 1 0 0,0-1-1 0 0,1 0 1 0 0,-1 1-1 0 0,1-1 1 0 0,0 0-1 0 0,1 0 1 0 0,-1 0-1 0 0,1-1 1 0 0,-1 1-1 0 0,1-1 1 0 0,0 1-1 0 0,0-1 1 0 0,1 0-1 0 0,-1 0 1 0 0,1 0-1 0 0,0 0 1 0 0,-1-1-1 0 0,9 4 1 0 0,2 0-349 0 0,2 0 0 0 0,-1-1 0 0 0,0-1 1 0 0,1 0-1 0 0,0-1 0 0 0,0-1 1 0 0,0-1-1 0 0,0 0 0 0 0,1-1 1 0 0,-1 0-1 0 0,19-4 0 0 0,-10 0-348 0 0,-1 0-1 0 0,0-2 1 0 0,0-1 0 0 0,-1-1-1 0 0,0 0 1 0 0,37-21-1 0 0,-43 19 607 0 0,-1-1-1 0 0,0-1 1 0 0,0 0 0 0 0,-1-1-1 0 0,-1-1 1 0 0,0 0-1 0 0,-1-1 1 0 0,-1 0-1 0 0,0-1 1 0 0,-1 0-1 0 0,-1-1 1 0 0,16-35-1 0 0,-18 32 862 0 0,-1 0-1 0 0,-1 0 0 0 0,-1-1 1 0 0,0 1-1 0 0,-2-1 0 0 0,0 0 1 0 0,-1-27-1 0 0,-2 47-724 0 0,0 0 0 0 0,0 0 0 0 0,1 1 0 0 0,-1-1-1 0 0,0 0 1 0 0,-1 0 0 0 0,1 0 0 0 0,0 0 0 0 0,0 0 0 0 0,0 0-1 0 0,0 1 1 0 0,-1-1 0 0 0,1 0 0 0 0,0 0 0 0 0,-1 0 0 0 0,1 0 0 0 0,-1 1-1 0 0,1-1 1 0 0,-1 0 0 0 0,1 1 0 0 0,-1-1 0 0 0,1 0 0 0 0,-1 1-1 0 0,0-1 1 0 0,-1-1 0 0 0,1 2-10 0 0,0 0-1 0 0,0 0 0 0 0,0 0 1 0 0,0 0-1 0 0,0 0 1 0 0,0 0-1 0 0,0 1 0 0 0,0-1 1 0 0,0 0-1 0 0,0 0 1 0 0,0 1-1 0 0,0-1 1 0 0,0 1-1 0 0,0-1 0 0 0,0 1 1 0 0,0-1-1 0 0,-1 2 1 0 0,-5 3 67 0 0,1 0 1 0 0,0 0 0 0 0,0 1-1 0 0,-8 9 1 0 0,0 3-3 0 0,1 0 0 0 0,1 2 0 0 0,1-1 0 0 0,-16 37 0 0 0,23-45-77 0 0,0 0 0 0 0,0 0 0 0 0,1 1 0 0 0,1-1-1 0 0,0 1 1 0 0,0-1 0 0 0,1 1 0 0 0,1 0 0 0 0,0-1-1 0 0,1 1 1 0 0,2 13 0 0 0,-3-21-8 0 0,2 1 0 0 0,-1-1 0 0 0,0 1 0 0 0,1-1 0 0 0,0 0 0 0 0,0 0 0 0 0,0 0 0 0 0,1 0 0 0 0,-1 0 0 0 0,1-1 0 0 0,0 1 0 0 0,0-1-1 0 0,0 1 1 0 0,0-1 0 0 0,7 5 0 0 0,-4-5-3 0 0,-1 1 0 0 0,1-2 0 0 0,0 1 0 0 0,0 0 0 0 0,0-1 0 0 0,0 0 0 0 0,1-1 0 0 0,-1 1 0 0 0,0-1-1 0 0,10 0 1 0 0,-5-1-5 0 0,0 0 0 0 0,0 0 0 0 0,0-1 0 0 0,1-1 0 0 0,-1 0 0 0 0,0-1 0 0 0,-1 0 0 0 0,1 0 0 0 0,0-1 0 0 0,-1-1 0 0 0,0 1 0 0 0,16-12 0 0 0,-17 9-2 0 0,-1 0 0 0 0,0-1 0 0 0,-1 0 0 0 0,1 0 1 0 0,-1 0-1 0 0,-1-1 0 0 0,0-1 0 0 0,0 1 0 0 0,-1-1 0 0 0,0 0 1 0 0,-1 0-1 0 0,0 0 0 0 0,0-1 0 0 0,-1 1 0 0 0,-1-1 0 0 0,0 0 1 0 0,1-16-1 0 0,-2 17 2 0 0,0-1 1 0 0,-1 1 0 0 0,-1 0-1 0 0,1-1 1 0 0,-2 1 0 0 0,1 0-1 0 0,-2-1 1 0 0,1 1-1 0 0,-1 0 1 0 0,-1 1 0 0 0,0-1-1 0 0,0 1 1 0 0,-1-1 0 0 0,0 1-1 0 0,-1 0 1 0 0,0 1 0 0 0,0 0-1 0 0,-12-13 1 0 0,14 18-9 0 0,0 0-1 0 0,1 1 1 0 0,-1-1 0 0 0,0 1 0 0 0,-1 0-1 0 0,1 0 1 0 0,0 1 0 0 0,0-1 0 0 0,-1 1 0 0 0,1 0-1 0 0,-1 0 1 0 0,1 1 0 0 0,-1-1 0 0 0,0 1-1 0 0,1 0 1 0 0,-1 0 0 0 0,1 0 0 0 0,-1 1 0 0 0,1-1-1 0 0,-7 3 1 0 0,7-2 3 0 0,1 0 0 0 0,-1 0 0 0 0,1 0 0 0 0,0 1 0 0 0,-1-1 0 0 0,1 1 0 0 0,0 0 1 0 0,0 0-1 0 0,0 0 0 0 0,0 0 0 0 0,0 0 0 0 0,1 1 0 0 0,-1-1 0 0 0,1 1 0 0 0,0 0 0 0 0,-1 0 0 0 0,1 0 0 0 0,0 0 0 0 0,1 0 0 0 0,-1 0 0 0 0,1 1 0 0 0,-1-1 0 0 0,1 0 1 0 0,0 1-1 0 0,0-1 0 0 0,-1 8 0 0 0,2-9 1 0 0,0 0 1 0 0,0 0-1 0 0,1 0 1 0 0,-1 1-1 0 0,0-1 1 0 0,1 0 0 0 0,0 0-1 0 0,-1 0 1 0 0,1 0-1 0 0,0 0 1 0 0,0 0-1 0 0,0 0 1 0 0,0 0-1 0 0,0 0 1 0 0,1 0-1 0 0,-1-1 1 0 0,1 1-1 0 0,-1 0 1 0 0,1-1-1 0 0,-1 1 1 0 0,1-1 0 0 0,0 0-1 0 0,0 0 1 0 0,0 1-1 0 0,-1-1 1 0 0,1 0-1 0 0,0 0 1 0 0,0-1-1 0 0,1 1 1 0 0,-1 0-1 0 0,0-1 1 0 0,4 1-1 0 0,4 1-59 0 0,0 0-1 0 0,0-1 0 0 0,0 0 0 0 0,0-1 0 0 0,0 0 0 0 0,10-2 0 0 0,17-4-153 0 0,-1-1 1 0 0,0-2-1 0 0,-1-2 0 0 0,0-1 0 0 0,0-1 0 0 0,-2-3 0 0 0,1 0 0 0 0,-2-2 0 0 0,0-2 0 0 0,-2 0 0 0 0,0-2 0 0 0,-1-2 0 0 0,-2 0 0 0 0,33-38 0 0 0,-41 39 126 0 0,0-2 0 0 0,-2-1 0 0 0,-1 0 0 0 0,16-35 0 0 0,37-117 1120 0 0,-49 115 209 0 0,-20 61-1157 0 0,-1 4-18 0 0,-15 31 153 0 0,2 1 0 0 0,1 1 0 0 0,-12 49-1 0 0,11-35 106 0 0,-57 217 760 0 0,58-203-887 0 0,3 0 0 0 0,-2 82 0 0 0,11-130-168 0 0,1 1 0 0 0,0 0 0 0 0,2-1 0 0 0,0 1 0 0 0,1-1 0 0 0,8 28-1 0 0,-10-39-24 0 0,1 1-1 0 0,0-1 0 0 0,0 0 0 0 0,0 0 0 0 0,1 0 1 0 0,-1 0-1 0 0,1-1 0 0 0,0 1 0 0 0,0-1 0 0 0,1 1 1 0 0,-1-1-1 0 0,0 0 0 0 0,1 0 0 0 0,0-1 0 0 0,0 1 0 0 0,0-1 1 0 0,0 0-1 0 0,0 0 0 0 0,0 0 0 0 0,1 0 0 0 0,-1-1 1 0 0,1 1-1 0 0,-1-1 0 0 0,1-1 0 0 0,-1 1 0 0 0,9 0 1 0 0,-2-1-33 0 0,-1 0 0 0 0,0-1 0 0 0,1 0 0 0 0,-1-1 0 0 0,0 0 0 0 0,0-1 0 0 0,0 0 0 0 0,0 0 0 0 0,12-7 0 0 0,-8 3-49 0 0,-1-1 0 0 0,1-1 1 0 0,-2 0-1 0 0,1-1 0 0 0,17-17 1 0 0,-10 5 0 0 0,-1 0 1 0 0,-1-2-1 0 0,-1 0 1 0 0,-1-1 0 0 0,-1 0-1 0 0,13-31 1 0 0,8-30 86 0 0,-35 84 11 0 0,-7 23 106 0 0,-8 32 136 0 0,-14 61-18 0 0,26-103-226 0 0,0 1-1 0 0,2 0 1 0 0,-1-1 0 0 0,1 1-1 0 0,1 0 1 0 0,0-1 0 0 0,4 19-1 0 0,-4-27-22 0 0,-1-1 0 0 0,1 1 0 0 0,0-1 0 0 0,1 1 0 0 0,-1-1 0 0 0,0 1-1 0 0,1-1 1 0 0,-1 0 0 0 0,1 0 0 0 0,0 1 0 0 0,0-1 0 0 0,0 0 0 0 0,0-1 0 0 0,0 1 0 0 0,0 0-1 0 0,0 0 1 0 0,0-1 0 0 0,1 0 0 0 0,-1 1 0 0 0,1-1 0 0 0,-1 0 0 0 0,1 0 0 0 0,0 0 0 0 0,-1-1-1 0 0,1 1 1 0 0,0-1 0 0 0,-1 1 0 0 0,1-1 0 0 0,0 0 0 0 0,0 0 0 0 0,-1 0 0 0 0,1 0 0 0 0,0 0-1 0 0,4-2 1 0 0,1 1-80 0 0,0-1-1 0 0,0-1 0 0 0,0 1 0 0 0,0-1 0 0 0,0 0 0 0 0,-1-1 1 0 0,1 0-1 0 0,-1 0 0 0 0,0 0 0 0 0,9-8 0 0 0,-5 1 20 0 0,-1 0-1 0 0,-1 0 1 0 0,1 0-1 0 0,-2-1 0 0 0,0-1 1 0 0,0 1-1 0 0,10-27 1 0 0,-4 3 373 0 0,17-67 0 0 0,-48 160 1257 0 0,-16 60-806 0 0,27-94-744 0 0,2 0-1 0 0,0 0 1 0 0,0 28 0 0 0,5-46-227 0 0,-1-1 1 0 0,0 0 0 0 0,1 0 0 0 0,0 1-1 0 0,0-1 1 0 0,0 0 0 0 0,0 0 0 0 0,0 0 0 0 0,1 0-1 0 0,0 0 1 0 0,0-1 0 0 0,0 1 0 0 0,0-1-1 0 0,1 1 1 0 0,0-1 0 0 0,-1 0 0 0 0,1 1-1 0 0,0-1 1 0 0,0-1 0 0 0,1 1 0 0 0,5 3-1 0 0,-4-3-594 0 0,0 0 0 0 0,0-1 0 0 0,0 1 0 0 0,0-1 0 0 0,0-1 0 0 0,1 1 0 0 0,-1-1 0 0 0,1 0 0 0 0,-1 0 0 0 0,7 0 0 0 0,11-1-4941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2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84 136 2732 0 0,'2'-99'15260'0'0,"-1"101"-15142"0"0,0 0 0 0 0,1 0 0 0 0,-1 0 1 0 0,-1 0-1 0 0,1 0 0 0 0,0 0 0 0 0,0 0 1 0 0,-1 0-1 0 0,1 0 0 0 0,-1 0 0 0 0,0 0 1 0 0,1 3-1 0 0,-1-3 56 0 0,3 16 239 0 0,-1 1 0 0 0,-1 0-1 0 0,-1-1 1 0 0,0 1 0 0 0,-6 31 0 0 0,-2-6 72 0 0,-16 50 1 0 0,22-89-448 0 0,1-1 1 0 0,-1 0 0 0 0,0 1-1 0 0,0-1 1 0 0,-1 0 0 0 0,1 0-1 0 0,-1 0 1 0 0,0 0 0 0 0,0-1-1 0 0,0 1 1 0 0,-1-1 0 0 0,1 1 0 0 0,-6 2-1 0 0,7-4-9 0 0,1-2-26 0 0,0 0 0 0 0,0-1-1 0 0,0 1 1 0 0,1 0 0 0 0,-1 0 0 0 0,0-1 0 0 0,0 1 0 0 0,0 0-1 0 0,0-1 1 0 0,1 1 0 0 0,-1 0 0 0 0,0-1 0 0 0,0 0 0 0 0,1 1 0 0 0,-1-1-1 0 0,0 1 1 0 0,1-1 0 0 0,-1 0 0 0 0,1 1 0 0 0,-1-1 0 0 0,1 0-1 0 0,-1 0 1 0 0,1 1 0 0 0,-1-1 0 0 0,1 0 0 0 0,0 0 0 0 0,-1 0 0 0 0,1 1-1 0 0,0-1 1 0 0,0 0 0 0 0,0 0 0 0 0,-1 0 0 0 0,1 0 0 0 0,0 0-1 0 0,0 0 1 0 0,1-1 0 0 0,3-38-11 0 0,-3 34 13 0 0,3-11-30 0 0,0 1 0 0 0,1 0 0 0 0,1 0 0 0 0,0 0 0 0 0,1 0 0 0 0,15-23 0 0 0,-16 29 8 0 0,1 0 1 0 0,0 0-1 0 0,1 1 0 0 0,0 0 0 0 0,0 1 1 0 0,1 0-1 0 0,0 0 0 0 0,0 0 1 0 0,1 1-1 0 0,12-6 0 0 0,-18 11 10 0 0,0 0 1 0 0,0 0-1 0 0,0 1 0 0 0,0-1 0 0 0,0 1 1 0 0,0 0-1 0 0,0 0 0 0 0,1 1 0 0 0,-1 0 1 0 0,0-1-1 0 0,1 1 0 0 0,-1 0 0 0 0,0 1 0 0 0,0-1 1 0 0,1 1-1 0 0,-1 0 0 0 0,0 0 0 0 0,6 2 1 0 0,-5 0 3 0 0,0 0 0 0 0,0 0 0 0 0,0 0 0 0 0,-1 0 0 0 0,1 1 1 0 0,-1-1-1 0 0,0 1 0 0 0,0 0 0 0 0,0 1 0 0 0,-1-1 0 0 0,1 1 0 0 0,4 7 1 0 0,-4-4 6 0 0,0-1 0 0 0,-1 1 0 0 0,0-1 0 0 0,0 1 0 0 0,-1 0 0 0 0,0 0 0 0 0,0 1 0 0 0,1 13 0 0 0,-3-17 3 0 0,0 1 0 0 0,0-1 0 0 0,0 1 1 0 0,-1 0-1 0 0,0-1 0 0 0,0 1 0 0 0,0-1 0 0 0,-1 1 0 0 0,0-1 0 0 0,0 0 0 0 0,0 0 0 0 0,-5 9 0 0 0,6-12 2 0 0,0 0-1 0 0,0-1 0 0 0,-1 1 1 0 0,1 0-1 0 0,-1-1 0 0 0,1 1 1 0 0,-1 0-1 0 0,1-1 0 0 0,-1 0 1 0 0,-3 2-1 0 0,5-2-7 0 0,-1-1 0 0 0,0 0 0 0 0,1 0-1 0 0,-1 0 1 0 0,0 0 0 0 0,1 0 0 0 0,-1 0 0 0 0,0 0 0 0 0,1 0-1 0 0,-1 0 1 0 0,0 0 0 0 0,1 0 0 0 0,-1 0 0 0 0,0-1 0 0 0,1 1-1 0 0,-1 0 1 0 0,0 0 0 0 0,0-1 0 0 0,0-1-1 0 0,1 1 0 0 0,-1-1 1 0 0,1 0-1 0 0,0 0 0 0 0,-1 0 1 0 0,1 1-1 0 0,0-1 0 0 0,0 0 0 0 0,0 0 1 0 0,0 0-1 0 0,1 1 0 0 0,-1-1 1 0 0,1-2-1 0 0,2-9-17 0 0,1 0 0 0 0,1 1 1 0 0,0 0-1 0 0,0 0 0 0 0,11-17 0 0 0,41-55-46 0 0,-52 77 58 0 0,3-4-13 0 0,0 0 0 0 0,1 0 0 0 0,1 1 0 0 0,0 0 0 0 0,0 0 0 0 0,1 1 0 0 0,0 0 0 0 0,0 1 0 0 0,1 1 0 0 0,0 0 0 0 0,1 0 0 0 0,18-7-1 0 0,-28 14 18 0 0,-1-1-1 0 0,0 1 0 0 0,0 0 1 0 0,0 0-1 0 0,1 0 0 0 0,-1 0 1 0 0,0 0-1 0 0,0 0 0 0 0,0 0 0 0 0,1 1 1 0 0,-1-1-1 0 0,0 1 0 0 0,0 0 1 0 0,0-1-1 0 0,0 1 0 0 0,0 0 0 0 0,0 0 1 0 0,0 0-1 0 0,0 1 0 0 0,0-1 1 0 0,-1 0-1 0 0,1 1 0 0 0,0-1 0 0 0,-1 1 1 0 0,1 0-1 0 0,-1-1 0 0 0,2 4 1 0 0,1 0 11 0 0,-1 1-1 0 0,1 0 1 0 0,-1 0 0 0 0,-1 0 0 0 0,1 0 0 0 0,-1 1 0 0 0,2 7 0 0 0,-2 0 53 0 0,-1 0-1 0 0,0 0 1 0 0,-1 0 0 0 0,0 0 0 0 0,-1 0 0 0 0,-1 0 0 0 0,-6 24-1 0 0,4-18-1319 0 0,1 1 0 0 0,-2 29 0 0 0,5-46 221 0 0,2 12-589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3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49 267 1888 0 0,'53'-143'18611'0'0,"-50"147"-17707"0"0,-2-3-870 0 0,-1-1 0 0 0,1 1 0 0 0,-1-1 0 0 0,1 1 0 0 0,-1-1 0 0 0,1 1 0 0 0,-1-1 1 0 0,1 1-1 0 0,-1-1 0 0 0,0 1 0 0 0,1 0 0 0 0,-1-1 0 0 0,0 1 0 0 0,0-1 0 0 0,1 1 0 0 0,-1 0 1 0 0,0 0-1 0 0,-2 23 544 0 0,-1-1 1 0 0,-1 0-1 0 0,0-1 1 0 0,-2 1 0 0 0,-13 30-1 0 0,-2 13-100 0 0,17-51-356 0 0,-1 7-21 0 0,-2-1-1 0 0,0 0 1 0 0,-15 30-1 0 0,15-33 181 0 0,7-15-104 0 0,6-9-89 0 0,4-10-100 0 0,147-201-444 0 0,-137 193 388 0 0,2 1 0 0 0,0 0 1 0 0,2 2-1 0 0,0 1 0 0 0,1 0 0 0 0,39-21 1 0 0,-59 38 46 0 0,1 0 1 0 0,-1 0 0 0 0,1 1-1 0 0,0 0 1 0 0,0 0 0 0 0,0 0-1 0 0,0 1 1 0 0,0 0-1 0 0,11 0 1 0 0,-15 1 15 0 0,1 0 1 0 0,-1 0-1 0 0,0 0 0 0 0,1 1 0 0 0,-1 0 0 0 0,1-1 0 0 0,-1 1 1 0 0,0 0-1 0 0,0 0 0 0 0,1 0 0 0 0,-1 0 0 0 0,0 1 1 0 0,0-1-1 0 0,0 1 0 0 0,0-1 0 0 0,0 1 0 0 0,-1-1 1 0 0,1 1-1 0 0,0 0 0 0 0,-1 0 0 0 0,1 0 0 0 0,-1 0 1 0 0,0 0-1 0 0,1 0 0 0 0,-1 1 0 0 0,1 3 0 0 0,0 0 27 0 0,0 1 1 0 0,0-1-1 0 0,-1 1 0 0 0,0 0 0 0 0,0-1 0 0 0,-1 1 0 0 0,0 0 0 0 0,0 0 0 0 0,-1-1 0 0 0,-1 12 0 0 0,-4 6 53 0 0,-12 38 0 0 0,7-29-12 0 0,-11 26 18 0 0,14-40-398 0 0,0 1 1 0 0,-4 23-1 0 0,12-42 246 0 0,-1 0 1 0 0,1 0-1 0 0,0 1 0 0 0,0-1 1 0 0,0 0-1 0 0,0 0 1 0 0,0 1-1 0 0,0-1 0 0 0,0 0 1 0 0,1 0-1 0 0,-1 0 0 0 0,0 1 1 0 0,1-1-1 0 0,-1 0 0 0 0,1 0 1 0 0,-1 0-1 0 0,1 0 1 0 0,0 0-1 0 0,-1 0 0 0 0,1 0 1 0 0,0 0-1 0 0,0 0 0 0 0,0 0 1 0 0,-1 0-1 0 0,1 0 0 0 0,0-1 1 0 0,0 1-1 0 0,2 1 1 0 0,1 0-185 0 0,-1-1 0 0 0,0 0 0 0 0,0 1 1 0 0,1-1-1 0 0,-1 0 0 0 0,8 0 0 0 0,-3 0-95 0 0,1-1-1 0 0,-1 0 0 0 0,1-1 0 0 0,-1 0 0 0 0,1 0 1 0 0,-1-1-1 0 0,0 0 0 0 0,1 0 0 0 0,-1-1 0 0 0,8-4 1 0 0,6-3-233 0 0,0-2 0 0 0,22-16-1 0 0,-14 7 286 0 0,-1-2 0 0 0,-1-1-1 0 0,38-43 1 0 0,65-92 1102 0 0,-95 114 100 0 0,33-55 3431 0 0,-68 100-4314 0 0,-1 0 0 0 0,0 0 1 0 0,0-1-1 0 0,1 1 0 0 0,-1 0 0 0 0,0 0 0 0 0,0 0 0 0 0,0-1 0 0 0,1 1 0 0 0,-1 0 1 0 0,0 0-1 0 0,0-1 0 0 0,0 1 0 0 0,0 0 0 0 0,1 0 0 0 0,-1-1 0 0 0,0 1 0 0 0,0 0 1 0 0,0-1-1 0 0,0 1 0 0 0,0 0 0 0 0,0-1 0 0 0,0 1 0 0 0,0 0 0 0 0,0 0 0 0 0,0-1 0 0 0,0 1 1 0 0,0 0-1 0 0,0-1 0 0 0,0 1 0 0 0,0 0 0 0 0,0-1 0 0 0,-1 1 0 0 0,1 0 0 0 0,0-1 1 0 0,-11 2 165 0 0,-16 10-105 0 0,6 2 23 0 0,0 2 0 0 0,-34 28 0 0 0,45-34-91 0 0,1 1 1 0 0,0 0 0 0 0,0 1-1 0 0,1 0 1 0 0,0 0-1 0 0,-11 23 1 0 0,18-31-10 0 0,0 0 0 0 0,0 0 0 0 0,1 0 1 0 0,-1 0-1 0 0,0 0 0 0 0,1 0 0 0 0,0 0 0 0 0,0 1 0 0 0,0-1 0 0 0,0 0 0 0 0,1 0 1 0 0,-1 0-1 0 0,1 0 0 0 0,-1 0 0 0 0,1 0 0 0 0,0 0 0 0 0,0 0 0 0 0,1 0 0 0 0,-1 0 1 0 0,1 0-1 0 0,-1 0 0 0 0,1-1 0 0 0,2 3 0 0 0,6 8 10 0 0,1-1 1 0 0,0 0-1 0 0,18 14 0 0 0,-6-4-4 0 0,-19-18 45 0 0,0 0 0 0 0,-1 0 0 0 0,1 0 0 0 0,-1 0 0 0 0,0 1 0 0 0,0-1 0 0 0,-1 1 0 0 0,1 0 0 0 0,-1 0 0 0 0,0 0 0 0 0,-1 0 0 0 0,1 0 0 0 0,0 6 1 0 0,-2-9 42 0 0,0 1 0 0 0,0-1 0 0 0,0 1 0 0 0,0-1 0 0 0,0 1 0 0 0,-1-1 1 0 0,1 1-1 0 0,-1-1 0 0 0,0 1 0 0 0,0-1 0 0 0,0 0 0 0 0,0 0 0 0 0,0 1 0 0 0,0-1 1 0 0,-1 0-1 0 0,1 0 0 0 0,-1 0 0 0 0,1 0 0 0 0,-1 0 0 0 0,0-1 0 0 0,0 1 1 0 0,0 0-1 0 0,0-1 0 0 0,0 1 0 0 0,0-1 0 0 0,0 0 0 0 0,0 0 0 0 0,-1 0 1 0 0,-3 1-1 0 0,-8 4-18 0 0,0-1 0 0 0,0-1 0 0 0,0-1 0 0 0,-1 0 0 0 0,1-1 1 0 0,-1 0-1 0 0,0-1 0 0 0,0-1 0 0 0,-15-1 0 0 0,15 0-1142 0 0,0-2 1 0 0,0 1-1 0 0,0-2 0 0 0,0 0 0 0 0,-16-7 1 0 0,28 9-101 0 0,-1 0 1 0 0,1 0 0 0 0,-1-1-1 0 0,1 1 1 0 0,0-1 0 0 0,0 0-1 0 0,0 0 1 0 0,-4-5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6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30 732 580 0 0,'-6'15'3837'0'0,"1"-6"-2879"0"0,1 0 1 0 0,0 0-1 0 0,-4 17 1 0 0,7-21-835 0 0,0-1 0 0 0,1 0 0 0 0,-1 1 0 0 0,1-1 0 0 0,0 1 0 0 0,0-1 0 0 0,1 0 0 0 0,-1 1 0 0 0,1-1 0 0 0,2 7 1 0 0,-2-9-93 0 0,0 0 1 0 0,-1 0 0 0 0,1-1-1 0 0,0 1 1 0 0,0-1-1 0 0,0 1 1 0 0,1 0 0 0 0,-1-1-1 0 0,0 0 1 0 0,0 1 0 0 0,1-1-1 0 0,-1 0 1 0 0,1 0 0 0 0,-1 0-1 0 0,1 0 1 0 0,0 0 0 0 0,-1 0-1 0 0,1 0 1 0 0,0 0 0 0 0,0-1-1 0 0,-1 1 1 0 0,1-1 0 0 0,0 1-1 0 0,0-1 1 0 0,0 0-1 0 0,0 1 1 0 0,0-1 0 0 0,0 0-1 0 0,-1 0 1 0 0,1-1 0 0 0,0 1-1 0 0,0 0 1 0 0,0-1 0 0 0,0 1-1 0 0,2-2 1 0 0,5 0-4 0 0,0-1 1 0 0,0-1-1 0 0,0 1 0 0 0,-1-2 1 0 0,15-8-1 0 0,3-7-12 0 0,0 0-1 0 0,-2-2 1 0 0,0-1 0 0 0,-1-1-1 0 0,-2-1 1 0 0,0-1-1 0 0,-2-1 1 0 0,0 0 0 0 0,17-39-1 0 0,1-9-24 0 0,-4-3-1 0 0,34-116 1 0 0,-51 134-5 0 0,-9 31 28 0 0,12-32 1 0 0,-18 60-12 0 0,-3 1-3 0 0,1 1 0 0 0,0-1 0 0 0,-1 1 0 0 0,1 0 0 0 0,0-1 0 0 0,0 1-1 0 0,0 0 1 0 0,-1 0 0 0 0,1 0 0 0 0,0 0 0 0 0,0 0 0 0 0,0 0 0 0 0,1 0 0 0 0,-1 0 0 0 0,0 0-1 0 0,0 0 1 0 0,0 1 0 0 0,0 1 0 0 0,-15 28 22 0 0,14-25-21 0 0,-139 360 242 0 0,137-354-230 0 0,-12 37 32 0 0,-11 56 0 0 0,24-92-38 0 0,1 0-1 0 0,0 1 1 0 0,1 0 0 0 0,1-1 0 0 0,0 1 0 0 0,1-1 0 0 0,0 1 0 0 0,1-1 0 0 0,5 20-1 0 0,-6-30-6 0 0,0 0 0 0 0,0 0 1 0 0,0 0-1 0 0,1 0 0 0 0,-1-1 0 0 0,1 1 0 0 0,-1 0 0 0 0,1-1 0 0 0,0 1 0 0 0,0-1 0 0 0,0 0 0 0 0,1 1 0 0 0,-1-1 0 0 0,0 0 0 0 0,1-1 0 0 0,0 1 0 0 0,-1 0 0 0 0,1-1 0 0 0,4 2 0 0 0,-3-1-1 0 0,1-1-1 0 0,0 0 1 0 0,0 0-1 0 0,0-1 1 0 0,0 0-1 0 0,-1 0 1 0 0,1 0-1 0 0,0 0 1 0 0,0-1-1 0 0,0 1 1 0 0,6-3-1 0 0,6-2-38 0 0,0-1 0 0 0,0-1-1 0 0,-1-1 1 0 0,0 0 0 0 0,25-17 0 0 0,-18 7-52 0 0,0-1 0 0 0,0 0 0 0 0,-2-2 0 0 0,-1-1 0 0 0,0 0 0 0 0,-2-2 0 0 0,30-49 0 0 0,-20 22 36 0 0,-2-1-1 0 0,-2-1 1 0 0,18-60-1 0 0,-17 25 241 0 0,21-130-1 0 0,-47 207-64 0 0,-6 16 17 0 0,-7 17 52 0 0,-116 316 1533 0 0,70-172-1108 0 0,-56 183 176 0 0,116-348-788 0 0,0-1 0 0 0,0 0 1 0 0,-1 0-1 0 0,1 1 0 0 0,0-1 0 0 0,0 0 0 0 0,0 1 0 0 0,-1-1 0 0 0,1 0 0 0 0,0 1 0 0 0,0-1 0 0 0,0 0 0 0 0,0 1 0 0 0,0-1 0 0 0,0 0 0 0 0,0 1 0 0 0,0-1 1 0 0,0 1-1 0 0,0-1 0 0 0,0 0 0 0 0,0 1 0 0 0,0-1 0 0 0,0 0 0 0 0,0 1 0 0 0,0-1 0 0 0,0 0 0 0 0,1 1 0 0 0,-1-1 0 0 0,0 0 0 0 0,0 1 0 0 0,0-1 0 0 0,0 0 1 0 0,1 1-1 0 0,-1-1 0 0 0,0 0 0 0 0,0 0 0 0 0,1 1 0 0 0,-1-1 0 0 0,0 0 0 0 0,1 0 0 0 0,-1 0 0 0 0,0 1 0 0 0,1-1 0 0 0,-1 0 0 0 0,0 0 0 0 0,1 0 0 0 0,-1 0 1 0 0,0 0-1 0 0,1 0 0 0 0,-1 0 0 0 0,0 0 0 0 0,1 1 0 0 0,-1-1 0 0 0,0 0 0 0 0,1 0 0 0 0,-1-1 0 0 0,1 1 0 0 0,-1 0 0 0 0,0 0 0 0 0,1 0 0 0 0,-1 0 0 0 0,0 0 0 0 0,1 0 1 0 0,0-1-1 0 0,1 0 1 0 0,1 0 0 0 0,-1 0 0 0 0,1 0 0 0 0,-1-1 0 0 0,0 1 1 0 0,0-1-1 0 0,1 0 0 0 0,1-2 0 0 0,106-128-4 0 0,4-3-6 0 0,-93 112 5 0 0,1 2 1 0 0,2 0 0 0 0,41-28 0 0 0,-61 46 0 0 0,-1 1-1 0 0,1 0 0 0 0,-1 1 0 0 0,1-1 1 0 0,0 0-1 0 0,0 1 0 0 0,-1 0 1 0 0,1 0-1 0 0,0 0 0 0 0,0 1 0 0 0,0-1 1 0 0,0 1-1 0 0,0 0 0 0 0,6 0 0 0 0,-7 1 2 0 0,-1-1-1 0 0,0 1 0 0 0,0 0 0 0 0,1 0 0 0 0,-1-1 0 0 0,0 1 0 0 0,0 1 0 0 0,0-1 1 0 0,0 0-1 0 0,0 0 0 0 0,0 1 0 0 0,-1-1 0 0 0,1 1 0 0 0,0 0 0 0 0,-1-1 0 0 0,1 1 1 0 0,-1 0-1 0 0,0 0 0 0 0,1 0 0 0 0,-1 0 0 0 0,0 0 0 0 0,0 0 0 0 0,0 0 0 0 0,-1 1 1 0 0,2 1-1 0 0,0 8 51 0 0,1 0 0 0 0,-2-1 0 0 0,1 1 0 0 0,-2 0 0 0 0,1 0 0 0 0,-2 0 0 0 0,-2 21 0 0 0,-25 84 564 0 0,14-62-456 0 0,9-34-89 0 0,0-3-11 0 0,0 1 0 0 0,2 0 0 0 0,-2 30 0 0 0,6-45-51 0 0,1-3-12 0 0,-1 1 0 0 0,1 0 0 0 0,-1-1 0 0 0,1 1 1 0 0,0-1-1 0 0,-1 0 0 0 0,1 1 0 0 0,0-1 0 0 0,0 0 0 0 0,0 0 1 0 0,0 0-1 0 0,0 0 0 0 0,0-1 0 0 0,0 1 0 0 0,0 0 0 0 0,1-1 0 0 0,-1 0 1 0 0,0 1-1 0 0,0-1 0 0 0,0 0 0 0 0,1 0 0 0 0,-1 0 0 0 0,0 0 1 0 0,0-1-1 0 0,0 1 0 0 0,4-2 0 0 0,2 1-141 0 0,6-1-599 0 0,-1 0 0 0 0,0-1 0 0 0,15-6 0 0 0,14-8-4222 0 0,-18 4-358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7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9 492 0 0,'-125'3'4274'0'0,"-170"9"3033"0"0,291-12-7094 0 0,205-9-669 0 0,-98 1-1387 0 0,29 3-2584 0 0,-64 4 1271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7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288 161 452 0 0,'-11'38'10268'0'0,"-1"4"-5108"0"0,12-40-5120 0 0,0-1-1 0 0,0 0 1 0 0,0 0-1 0 0,0 0 1 0 0,0 1-1 0 0,0-1 1 0 0,0 0-1 0 0,1 0 1 0 0,-1 0-1 0 0,0 1 1 0 0,1-1-1 0 0,-1 0 1 0 0,1 0-1 0 0,-1 0 1 0 0,1 0-1 0 0,0 0 1 0 0,-1 0-1 0 0,1 0 1 0 0,0 0-1 0 0,0 0 1 0 0,0 0-1 0 0,0-1 1 0 0,0 1-1 0 0,0 0 1 0 0,0-1-1 0 0,0 1 1 0 0,0 0-1 0 0,0-1 1 0 0,0 1-1 0 0,0-1 1 0 0,0 0-1 0 0,1 1 1 0 0,0-1-1 0 0,2 1-6 0 0,1 0 0 0 0,-1 0 0 0 0,0 0-1 0 0,1-1 1 0 0,-1 0 0 0 0,1 0-1 0 0,5-1 1 0 0,-5 1-28 0 0,0-1 1 0 0,-1 0-1 0 0,0 0 0 0 0,1 0 1 0 0,-1 0-1 0 0,0-1 0 0 0,1 0 1 0 0,-1 0-1 0 0,0 0 1 0 0,0 0-1 0 0,-1-1 0 0 0,1 1 1 0 0,0-1-1 0 0,-1 0 0 0 0,0 0 1 0 0,1 0-1 0 0,-1-1 0 0 0,-1 1 1 0 0,1-1-1 0 0,0 0 1 0 0,-1 0-1 0 0,4-7 0 0 0,-3 1-3 0 0,-1 1 0 0 0,0-1 0 0 0,0 1 0 0 0,-1-1 0 0 0,0 0 0 0 0,-1 0 0 0 0,0 1 0 0 0,0-1 0 0 0,-3-11 0 0 0,3 15-1 0 0,-2 0 0 0 0,1 1 0 0 0,0-1 1 0 0,-1 0-1 0 0,0 0 0 0 0,-1 1 0 0 0,1-1 1 0 0,-1 1-1 0 0,0 0 0 0 0,0 0 0 0 0,-1 0 1 0 0,0 0-1 0 0,1 1 0 0 0,-2-1 0 0 0,1 1 1 0 0,-6-5-1 0 0,7 7-2 0 0,-1 1 1 0 0,1-1-1 0 0,-1 1 0 0 0,1 0 0 0 0,-1-1 1 0 0,1 2-1 0 0,-1-1 0 0 0,1 0 0 0 0,-1 1 1 0 0,0-1-1 0 0,1 1 0 0 0,-1 0 1 0 0,0 0-1 0 0,1 1 0 0 0,-1-1 0 0 0,0 1 1 0 0,1 0-1 0 0,-1 0 0 0 0,1 0 1 0 0,-1 0-1 0 0,1 1 0 0 0,0-1 0 0 0,-1 1 1 0 0,-2 2-1 0 0,-8 4 21 0 0,2 1-1 0 0,-1 0 1 0 0,1 1 0 0 0,-14 13 0 0 0,-3 6 251 0 0,1 2 1 0 0,-46 64 0 0 0,64-80-208 0 0,1 0 0 0 0,0 1 0 0 0,1 0 0 0 0,1 0 0 0 0,0 1 0 0 0,1 0 0 0 0,1 0 0 0 0,1 0-1 0 0,-3 24 1 0 0,6-36-52 0 0,1 0-1 0 0,0 0 0 0 0,0 0 0 0 0,1 0 0 0 0,-1 0 0 0 0,1 0 0 0 0,0 0 0 0 0,0-1 1 0 0,1 1-1 0 0,-1 0 0 0 0,1-1 0 0 0,0 1 0 0 0,1-1 0 0 0,-1 1 0 0 0,1-1 1 0 0,0 0-1 0 0,0 0 0 0 0,4 4 0 0 0,-2-3-20 0 0,0-1 1 0 0,0 0-1 0 0,0-1 1 0 0,1 1-1 0 0,-1-1 1 0 0,1 0 0 0 0,0 0-1 0 0,0-1 1 0 0,0 0-1 0 0,0 0 1 0 0,1 0-1 0 0,-1-1 1 0 0,11 1-1 0 0,-2 0-145 0 0,-1-2 0 0 0,1 0-1 0 0,0 0 1 0 0,0-2 0 0 0,0 0-1 0 0,-1 0 1 0 0,1-1 0 0 0,26-10 0 0 0,-23 5-335 0 0,0 0 0 0 0,0-2 0 0 0,-1 0 0 0 0,-1 0 0 0 0,31-27 0 0 0,-17 9-216 0 0,-2-1 0 0 0,-1-1 0 0 0,-2-2 0 0 0,-1-1 0 0 0,38-69 0 0 0,4-36 2131 0 0,-60 130-1140 0 0,-4 15 296 0 0,-2 15 136 0 0,-7 17-32 0 0,-1 1 1 0 0,-3-1-1 0 0,-1 0 1 0 0,-18 38 0 0 0,14-35-399 0 0,-32 72 512 0 0,47-112-647 0 0,3-4-120 0 0,38-53-11 0 0,75-79 0 0 0,-93 112-28 0 0,1 1-1 0 0,1 1 1 0 0,0 1-1 0 0,2 1 1 0 0,52-28-1 0 0,-75 45 0 0 0,0-1 0 0 0,0 1-1 0 0,0 0 1 0 0,0 0 0 0 0,0 0 0 0 0,0 1 0 0 0,0-1-1 0 0,1 1 1 0 0,-1-1 0 0 0,0 1 0 0 0,5 1 0 0 0,-6-1 19 0 0,-1 0 0 0 0,1 1 0 0 0,0-1 1 0 0,0 1-1 0 0,-1 0 0 0 0,1-1 1 0 0,0 1-1 0 0,-1 0 0 0 0,1 0 0 0 0,0 0 1 0 0,-1 0-1 0 0,0 0 0 0 0,1 1 1 0 0,-1-1-1 0 0,2 2 0 0 0,0 1 75 0 0,-1 1-1 0 0,0-1 1 0 0,0 0 0 0 0,0 1-1 0 0,0-1 1 0 0,-1 1 0 0 0,0-1-1 0 0,0 1 1 0 0,0 0-1 0 0,0 0 1 0 0,-1-1 0 0 0,0 1-1 0 0,0 9 1 0 0,-4 14 303 0 0,0 1-1 0 0,-2 0 1 0 0,-12 35 0 0 0,-5 24-32 0 0,23-84-330 0 0,11 11 9 0 0,-5-13-36 0 0,-4-2 3 0 0,-1 0-9 0 0,0 1 0 0 0,1-1 0 0 0,-1 1 1 0 0,1-1-1 0 0,-1 0 0 0 0,0 0 0 0 0,1 0 1 0 0,-1 1-1 0 0,1-1 0 0 0,-1-1 0 0 0,1 1 1 0 0,-1 0-1 0 0,0 0 0 0 0,1-1 0 0 0,1 0 1 0 0,3 0-44 0 0,32-5-1417 0 0,0-3 1 0 0,-1 0-1 0 0,-1-3 0 0 0,53-23 0 0 0,-51 20-490 0 0,22-8-2140 0 0,9-3-1762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8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574 201 1192 0 0,'13'-39'5252'0'0,"-8"29"-4253"0"0,-1-1 1 0 0,0-1-1 0 0,-1 1 0 0 0,0 0 1 0 0,-1-1-1 0 0,-1 0 1 0 0,1 1-1 0 0,-2-1 1 0 0,0-16-1 0 0,0 27-929 0 0,-1-1 1 0 0,1 1-1 0 0,0-1 0 0 0,-1 1 0 0 0,1-1 0 0 0,-1 1 0 0 0,1 0 1 0 0,-1-1-1 0 0,0 1 0 0 0,0 0 0 0 0,1-1 0 0 0,-1 1 1 0 0,0 0-1 0 0,0 0 0 0 0,0 0 0 0 0,0 0 0 0 0,-1 0 0 0 0,1 0 1 0 0,0 0-1 0 0,0 0 0 0 0,-2 0 0 0 0,1 0 0 0 0,-1 0 0 0 0,0 0 0 0 0,0 1 0 0 0,1-1 1 0 0,-1 1-1 0 0,0-1 0 0 0,0 1 0 0 0,1 0 0 0 0,-1 0 0 0 0,-4 1 0 0 0,-5 1 84 0 0,0 1-1 0 0,0 0 1 0 0,0 1-1 0 0,-11 5 1 0 0,-29 16 100 0 0,1 2-1 0 0,2 2 1 0 0,0 2 0 0 0,3 3-1 0 0,0 1 1 0 0,-45 48 0 0 0,75-69-188 0 0,2 2 0 0 0,-26 33 0 0 0,36-44-57 0 0,0 1 0 0 0,0 0 1 0 0,1 1-1 0 0,0-1 0 0 0,0 0 0 0 0,1 1 0 0 0,-1 0 1 0 0,2-1-1 0 0,-1 1 0 0 0,1 0 0 0 0,0 0 0 0 0,-1 11 1 0 0,2-15-8 0 0,1-1 0 0 0,-1 1 1 0 0,1-1-1 0 0,-1 1 0 0 0,1 0 0 0 0,0-1 1 0 0,0 0-1 0 0,0 1 0 0 0,0-1 1 0 0,0 0-1 0 0,1 1 0 0 0,-1-1 0 0 0,1 0 1 0 0,-1 0-1 0 0,1 0 0 0 0,0 0 1 0 0,2 2-1 0 0,1-1 1 0 0,-1 0-1 0 0,1 0 1 0 0,-1 0-1 0 0,1-1 1 0 0,0 0 0 0 0,0 0-1 0 0,0 0 1 0 0,6 1 0 0 0,3 0 3 0 0,0-1 0 0 0,0 0 0 0 0,0-1 0 0 0,0-1 0 0 0,24-2 1 0 0,-20-1-9 0 0,-1-1 1 0 0,1 0-1 0 0,-1-1 1 0 0,0-1-1 0 0,-1-1 1 0 0,0 0-1 0 0,0-1 1 0 0,0-1-1 0 0,-1 0 1 0 0,0-2-1 0 0,21-18 1 0 0,-7 2 18 0 0,-2-1 0 0 0,-1-1 0 0 0,-1-1 0 0 0,26-42 1 0 0,-17 29 153 0 0,-33 42-21 0 0,0 4-22 0 0,-1 0 1 0 0,-1 0-1 0 0,1 1 1 0 0,0-1-1 0 0,-1 0 1 0 0,-1 6-1 0 0,2-8-44 0 0,-20 69 1068 0 0,11-43-858 0 0,-6 36-1 0 0,13-55-308 0 0,1 0-1 0 0,1 0 1 0 0,-1 1-1 0 0,1-1 0 0 0,1 0 1 0 0,-1 1-1 0 0,1-1 1 0 0,5 15-1 0 0,-6-20-102 0 0,1-1 0 0 0,0 0 1 0 0,1 1-1 0 0,-1-1 0 0 0,0 0 0 0 0,1 0 0 0 0,-1 0 0 0 0,1 0 0 0 0,0 0 0 0 0,-1 0 1 0 0,1 0-1 0 0,0 0 0 0 0,0-1 0 0 0,0 1 0 0 0,3 1 0 0 0,0-1-274 0 0,-1 1 0 0 0,1-1 0 0 0,1 0 0 0 0,-1-1 0 0 0,0 1 0 0 0,10 1 0 0 0,3-2-1288 0 0,1 0-1 0 0,-1-1 0 0 0,23-2 1 0 0,1-3-2740 0 0,5 0-2092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9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173 394 224 0 0,'-160'45'13328'0'0,"158"-44"-12885"0"0,1-1-399 0 0,0 0 0 0 0,1 0 0 0 0,-1-1 0 0 0,1 1 0 0 0,-1 0 0 0 0,1 0 0 0 0,-1 0 0 0 0,0-1-1 0 0,1 1 1 0 0,-1 0 0 0 0,1-1 0 0 0,-1 1 0 0 0,1 0 0 0 0,0-1 0 0 0,-1 1 0 0 0,1 0 0 0 0,-1-1 0 0 0,1 1-1 0 0,-1-2 1 0 0,21-15 220 0 0,1 0-1 0 0,39-23 1 0 0,-4 2-157 0 0,-19 11 42 0 0,52-36 541 0 0,126-119 0 0 0,-212 179-610 0 0,17-20 539 0 0,-19 23-604 0 0,-1-1 1 0 0,0 1-1 0 0,1-1 0 0 0,-1 1 0 0 0,0-1 0 0 0,1 1 0 0 0,-1-1 0 0 0,0 1 0 0 0,0-1 0 0 0,1 0 1 0 0,-1 1-1 0 0,0-1 0 0 0,0 1 0 0 0,0-1 0 0 0,0 1 0 0 0,0-1 0 0 0,0 0 0 0 0,0 1 0 0 0,0-1 1 0 0,0 1-1 0 0,0-1 0 0 0,0 0 0 0 0,0 1 0 0 0,0-1 0 0 0,-1 1 0 0 0,1-1 0 0 0,0 1 0 0 0,0-1 1 0 0,-1 0-1 0 0,1 1 0 0 0,0-1 0 0 0,-1 1 0 0 0,1 0 0 0 0,0-1 0 0 0,-1 1 0 0 0,1-1 0 0 0,-1 1 1 0 0,1-1-1 0 0,-1 1 0 0 0,0-1-6 0 0,0 1 0 0 0,0 0 0 0 0,0 0 0 0 0,-1 0 0 0 0,1 0 0 0 0,0 0 0 0 0,0 0 0 0 0,0 0 1 0 0,0 0-1 0 0,0 0 0 0 0,0 0 0 0 0,0 0 0 0 0,0 1 0 0 0,0-1 0 0 0,0 0 0 0 0,-2 2 0 0 0,0-1 16 0 0,-17 5 124 0 0,0 1-1 0 0,0 1 1 0 0,1 1 0 0 0,0 1-1 0 0,0 0 1 0 0,1 1 0 0 0,1 1-1 0 0,0 1 1 0 0,-19 19 0 0 0,32-28-133 0 0,0 0 0 0 0,0 0 0 0 0,1 0 0 0 0,-1 1 0 0 0,1-1 0 0 0,0 1 0 0 0,1 0 0 0 0,-1 0 0 0 0,1 0 0 0 0,0 1 0 0 0,0-1 0 0 0,0 0 0 0 0,1 1 0 0 0,-2 7 0 0 0,3-6-7 0 0,0-1-1 0 0,1 1 1 0 0,0-1-1 0 0,0 1 1 0 0,0-1-1 0 0,0 1 1 0 0,1-1-1 0 0,0 0 1 0 0,1 0-1 0 0,-1 0 1 0 0,1 0-1 0 0,4 6 1 0 0,23 34 38 0 0,37 43 1 0 0,-27-37 921 0 0,-40-52-946 0 0,0 1 0 0 0,1-1 0 0 0,-1 1 0 0 0,0 0 0 0 0,0-1 0 0 0,1 1 0 0 0,-1-1 0 0 0,0 1 0 0 0,0 0 0 0 0,0-1 0 0 0,0 1 0 0 0,0 0 0 0 0,0-1 0 0 0,0 1 0 0 0,0 0 0 0 0,0-1 0 0 0,0 1 0 0 0,0-1 0 0 0,-1 1 0 0 0,1 0 0 0 0,0-1 0 0 0,0 1 0 0 0,-1-1 0 0 0,1 1 0 0 0,0-1 0 0 0,0 1 0 0 0,-1-1 0 0 0,1 1 0 0 0,-1-1 0 0 0,1 1 0 0 0,-1-1 0 0 0,1 1 0 0 0,-1-1 0 0 0,1 1 0 0 0,-1-1 0 0 0,1 0 0 0 0,-1 1 0 0 0,1-1 0 0 0,-2 0 0 0 0,-22 12 257 0 0,11-8-222 0 0,-1-1 0 0 0,0-1 0 0 0,1 0 0 0 0,-1 0 0 0 0,-15-1 1 0 0,-74-6 23 0 0,54 1-32 0 0,-17-4-759 0 0,63 8 170 0 0,16-10-4921 0 0,10 3 3047 0 0,-14 5 632 0 0,11-3-2292 0 0,0-2-1914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2:59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411 152 784 0 0,'8'-5'1045'0'0,"-1"-1"-1"0"0,0 0 1 0 0,-1 0-1 0 0,1 0 1 0 0,-1-1 0 0 0,-1 0-1 0 0,1-1 1 0 0,-1 1-1 0 0,0-1 1 0 0,-1 0 0 0 0,0 0-1 0 0,0 0 1 0 0,-1-1-1 0 0,0 1 1 0 0,3-18 0 0 0,-5 26-991 0 0,-1-1 0 0 0,0 0 0 0 0,0 1 0 0 0,0-1 0 0 0,0 1 0 0 0,0-1 0 0 0,0 0 0 0 0,0 1 0 0 0,0-1 0 0 0,0 0 0 0 0,0 1 0 0 0,-1-1 1 0 0,1 1-1 0 0,0-1 0 0 0,0 0 0 0 0,0 1 0 0 0,-1-1 0 0 0,1 1 0 0 0,0-1 0 0 0,-1 1 0 0 0,1-1 0 0 0,-1 1 0 0 0,1-1 0 0 0,0 1 0 0 0,-1-1 1 0 0,1 1-1 0 0,-1 0 0 0 0,1-1 0 0 0,-2 0 0 0 0,0 1 17 0 0,1-1 0 0 0,-1 1 0 0 0,1 0 0 0 0,-1 0 0 0 0,1 0 0 0 0,-1 0 0 0 0,0 0 0 0 0,1 0 1 0 0,-1 0-1 0 0,0 0 0 0 0,-2 1 0 0 0,-5 2 178 0 0,-1 1 0 0 0,-17 7 0 0 0,24-9-138 0 0,-20 10 21 0 0,-1 2 1 0 0,2 0 0 0 0,-1 2 0 0 0,2 0 0 0 0,0 1 0 0 0,2 2 0 0 0,0 0 0 0 0,0 0 0 0 0,2 2 0 0 0,1 0-1 0 0,-24 40 1 0 0,38-56-126 0 0,-1 0 0 0 0,1 0-1 0 0,0 0 1 0 0,0 1 0 0 0,0-1 0 0 0,1 0-1 0 0,0 1 1 0 0,0-1 0 0 0,0 1-1 0 0,1 0 1 0 0,0-1 0 0 0,0 1-1 0 0,0-1 1 0 0,1 1 0 0 0,2 10 0 0 0,-2-13-6 0 0,0 1 0 0 0,1-1 0 0 0,-1 0 0 0 0,1 0 0 0 0,0-1 0 0 0,-1 1 1 0 0,1 0-1 0 0,1 0 0 0 0,-1-1 0 0 0,0 0 0 0 0,1 1 0 0 0,-1-1 0 0 0,1 0 1 0 0,0 0-1 0 0,-1 0 0 0 0,1 0 0 0 0,0-1 0 0 0,0 1 0 0 0,0-1 1 0 0,1 0-1 0 0,-1 0 0 0 0,0 0 0 0 0,0 0 0 0 0,1 0 0 0 0,-1-1 0 0 0,0 0 1 0 0,6 1-1 0 0,1-1-1 0 0,0-1 0 0 0,0 1 1 0 0,0-2-1 0 0,0 1 1 0 0,0-1-1 0 0,0-1 0 0 0,-1 0 1 0 0,1 0-1 0 0,-1-1 1 0 0,0 0-1 0 0,0 0 0 0 0,0-1 1 0 0,-1-1-1 0 0,1 1 0 0 0,-1-1 1 0 0,-1-1-1 0 0,11-9 1 0 0,7-12 7 0 0,-1-1-1 0 0,-1-1 1 0 0,25-42 0 0 0,-23 33 7 0 0,-21 33-20 0 0,13-15-48 0 0,-17 21 55 0 0,0-1 1 0 0,0 1-1 0 0,0 0 1 0 0,0 0-1 0 0,0 0 1 0 0,0 0 0 0 0,0 0-1 0 0,0 0 1 0 0,0 0-1 0 0,1 0 1 0 0,-1 0 0 0 0,0 0-1 0 0,0 0 1 0 0,0 0-1 0 0,0 0 1 0 0,0 0 0 0 0,0-1-1 0 0,0 1 1 0 0,1 0-1 0 0,-1 0 1 0 0,0 0 0 0 0,0 0-1 0 0,0 0 1 0 0,0 0-1 0 0,0 0 1 0 0,0 0-1 0 0,0 0 1 0 0,1 1 0 0 0,-1-1-1 0 0,0 0 1 0 0,0 0-1 0 0,0 0 1 0 0,0 0 0 0 0,0 0-1 0 0,0 0 1 0 0,0 0-1 0 0,1 0 1 0 0,-1 0 0 0 0,0 0-1 0 0,0 0 1 0 0,0 0-1 0 0,0 0 1 0 0,0 0-1 0 0,0 1 1 0 0,0-1 0 0 0,0 0-1 0 0,0 0 1 0 0,0 0-1 0 0,0 0 1 0 0,0 0 0 0 0,0 0-1 0 0,1 1 1 0 0,-2 16 383 0 0,-5 12 69 0 0,-2-1 0 0 0,-1 1 0 0 0,-1-2 0 0 0,-19 39 0 0 0,15-37-236 0 0,-179 378 2486 0 0,2-4-1644 0 0,190-400-1083 0 0,-101 203-1730 0 0,112-219-1559 0 0,86-134-7391 0 0,-50 74 5189 0 0,-9 16-126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0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11 154 2072 0 0,'64'-138'13896'0'0,"-63"137"-13769"0"0,-1-1 0 0 0,1 1 0 0 0,-1 0 0 0 0,1 0 0 0 0,-1 0 0 0 0,1 0 0 0 0,-1 0 0 0 0,1 1 0 0 0,0-1-1 0 0,0 0 1 0 0,0 0 0 0 0,-1 0 0 0 0,1 1 0 0 0,0-1 0 0 0,1 0 0 0 0,-1 13 717 0 0,-10 35-247 0 0,8-44-450 0 0,-31 106 871 0 0,19-70-871 0 0,2 0 1 0 0,-8 56-1 0 0,18-92-143 0 0,1 0 0 0 0,-1 0 0 0 0,1 0 0 0 0,0 0 0 0 0,0 0 0 0 0,0 0 0 0 0,0 0 0 0 0,1 0 0 0 0,-1 0 0 0 0,1 0 0 0 0,0 0 0 0 0,0 0 0 0 0,0 0 0 0 0,0 0 0 0 0,0-1 0 0 0,1 1 0 0 0,-1 0 0 0 0,4 3 0 0 0,-3-4-16 0 0,1 0 0 0 0,-1 0 0 0 0,1-1 0 0 0,-1 0 0 0 0,1 1 1 0 0,0-1-1 0 0,-1 0 0 0 0,1 0 0 0 0,0 0 0 0 0,0-1 0 0 0,0 1 0 0 0,-1-1 0 0 0,1 0 0 0 0,0 1 0 0 0,0-1 0 0 0,0 0 0 0 0,0-1 0 0 0,5 0 1 0 0,3-1-111 0 0,0 0 1 0 0,0-1 0 0 0,0 0 0 0 0,0-1-1 0 0,-1 0 1 0 0,1-1 0 0 0,13-8 0 0 0,63-47-348 0 0,-76 51 423 0 0,13-10-45 0 0,-1-2-1 0 0,0-1 1 0 0,22-28-1 0 0,51-77 981 0 0,-72 94-337 0 0,-23 31-414 0 0,-1 22 65 0 0,-30 54 35 0 0,-24 60-88 0 0,52-127-281 0 0,-1 0 0 0 0,2-1 1 0 0,-1 1-1 0 0,1 0 0 0 0,-1 12 0 0 0,2-18 40 0 0,0 1 0 0 0,0 0 0 0 0,0-1-1 0 0,1 1 1 0 0,-1-1 0 0 0,0 1-1 0 0,1 0 1 0 0,0-1 0 0 0,-1 1 0 0 0,1-1-1 0 0,0 0 1 0 0,-1 1 0 0 0,1-1-1 0 0,0 0 1 0 0,0 1 0 0 0,0-1 0 0 0,0 0-1 0 0,1 0 1 0 0,-1 0 0 0 0,0 0 0 0 0,0 0-1 0 0,1 0 1 0 0,-1 0 0 0 0,0 0-1 0 0,1 0 1 0 0,-1-1 0 0 0,1 1 0 0 0,-1-1-1 0 0,3 1 1 0 0,8 2-560 0 0,0 0 0 0 0,0-1 0 0 0,0-1 0 0 0,1 0 0 0 0,-1-1 0 0 0,0 0 0 0 0,1-1 0 0 0,18-4 0 0 0,6-3-659 0 0,51-17-1 0 0,-62 16 1127 0 0,-1 0 1 0 0,0-2-1 0 0,-1-1 1 0 0,0-1-1 0 0,25-18 0 0 0,-35 20 737 0 0,0 0-1 0 0,0-1 1 0 0,-1-1-1 0 0,-1 0 1 0 0,0-1-1 0 0,0 0 1 0 0,-2-1-1 0 0,15-25 1 0 0,-19 28 741 0 0,0 0 0 0 0,0-1 1 0 0,4-18-1 0 0,-10 31-1275 0 0,0 0 0 0 0,0-1 0 0 0,1 1 0 0 0,-1 0 0 0 0,0-1 0 0 0,0 1 1 0 0,0 0-1 0 0,0-1 0 0 0,0 1 0 0 0,0 0 0 0 0,0-1 0 0 0,0 1 0 0 0,0 0 0 0 0,0 0 0 0 0,0-1 0 0 0,-1 1 0 0 0,1 0 0 0 0,0-1 0 0 0,0 1 0 0 0,0 0 1 0 0,0-1-1 0 0,0 1 0 0 0,-1 0 0 0 0,1 0 0 0 0,0-1 0 0 0,0 1 0 0 0,0 0 0 0 0,-1 0 0 0 0,1 0 0 0 0,0-1 0 0 0,0 1 0 0 0,-1 0 0 0 0,1 0 0 0 0,0 0 1 0 0,0-1-1 0 0,-1 1 0 0 0,1 0 0 0 0,0 0 0 0 0,-1 0 0 0 0,1 0 0 0 0,0 0 0 0 0,-1 0 0 0 0,-10 0 154 0 0,11 0-171 0 0,-10 3 86 0 0,1 1 0 0 0,0-1 0 0 0,0 2 1 0 0,1-1-1 0 0,-1 1 0 0 0,1 0 0 0 0,0 1 0 0 0,-11 10 1 0 0,5-5 30 0 0,-18 14 142 0 0,-48 48 1 0 0,71-63-241 0 0,0 0 0 0 0,0 1-1 0 0,1 0 1 0 0,1 0 0 0 0,0 0-1 0 0,0 1 1 0 0,1 0 0 0 0,1 0 0 0 0,-5 14-1 0 0,9-24-20 0 0,1 0 0 0 0,-1 0 0 0 0,1 0 1 0 0,-1 0-1 0 0,1 0 0 0 0,0 0 0 0 0,0 0 0 0 0,0 0 0 0 0,0 0 0 0 0,0 0 0 0 0,0 0 0 0 0,0 0 0 0 0,1 0 0 0 0,-1 0 0 0 0,1 0 0 0 0,0 0 0 0 0,-1 0 1 0 0,1 0-1 0 0,0 0 0 0 0,0-1 0 0 0,0 1 0 0 0,0 0 0 0 0,1 0 0 0 0,-1-1 0 0 0,0 1 0 0 0,1-1 0 0 0,-1 0 0 0 0,1 1 0 0 0,-1-1 0 0 0,1 0 0 0 0,0 0 1 0 0,0 0-1 0 0,-1 0 0 0 0,1 0 0 0 0,0 0 0 0 0,0 0 0 0 0,0-1 0 0 0,0 1 0 0 0,3 0 0 0 0,1 0-36 0 0,1 0 0 0 0,0 0 0 0 0,-1 0 0 0 0,1-1-1 0 0,0 0 1 0 0,0-1 0 0 0,-1 1 0 0 0,1-1 0 0 0,0-1 0 0 0,10-3 0 0 0,-5 0-13 0 0,0 0 1 0 0,0-1-1 0 0,-1 0 1 0 0,0-1-1 0 0,0-1 1 0 0,-1 0-1 0 0,0 0 1 0 0,15-16-1 0 0,1-7-2 0 0,33-48 0 0 0,-24 31 19 0 0,-19 24 58 0 0,-13 18-26 0 0,1 0 0 0 0,0 0 0 0 0,0 1 0 0 0,1-1 0 0 0,5-5 0 0 0,-8 10-6 0 0,-2 1 6 0 0,1 0 0 0 0,-1 1 0 0 0,1-1 0 0 0,-1 0 1 0 0,1 0-1 0 0,-1 0 0 0 0,0 1 0 0 0,1-1 0 0 0,-1 0 0 0 0,0 0 1 0 0,1 1-1 0 0,-1-1 0 0 0,1 0 0 0 0,-1 1 0 0 0,0-1 0 0 0,0 0 1 0 0,1 1-1 0 0,-1-1 0 0 0,0 0 0 0 0,0 1 0 0 0,1-1 0 0 0,-1 1 1 0 0,0-1-1 0 0,0 0 0 0 0,0 1 0 0 0,0-1 0 0 0,0 1 0 0 0,0-1 1 0 0,1 1-1 0 0,-1-1 0 0 0,0 1 0 0 0,0-1 0 0 0,0 1 0 0 0,-1 0 1 0 0,0 19 26 0 0,1-18-24 0 0,-22 108 162 0 0,-2 15-112 0 0,24-121-221 0 0,0 1-1 0 0,0-1 1 0 0,0 0 0 0 0,0 1-1 0 0,0-1 1 0 0,1 0 0 0 0,1 8-1 0 0,8 4-2759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1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1 146 2168 0 0,'3'-7'961'0'0,"23"-45"4875"0"0,-23 48-5399 0 0,-1 0 0 0 0,1-1 0 0 0,0 2 0 0 0,0-1-1 0 0,0 0 1 0 0,1 0 0 0 0,0 1 0 0 0,7-6 0 0 0,-10 8-372 0 0,1 1 0 0 0,0-1 0 0 0,0 0 0 0 0,0 1 0 0 0,-1 0 0 0 0,1-1 0 0 0,0 1 0 0 0,0 0 0 0 0,0 0 0 0 0,0 0 0 0 0,0 0 0 0 0,0 0 0 0 0,0 0 0 0 0,0 0 0 0 0,0 1 0 0 0,-1-1 0 0 0,1 1 0 0 0,0 0 0 0 0,0-1 0 0 0,0 1 0 0 0,-1 0 0 0 0,1 0 0 0 0,0 0 0 0 0,-1 0 0 0 0,3 2 1 0 0,2 2 164 0 0,1 1 1 0 0,-1-1 0 0 0,-1 1 0 0 0,7 9-1 0 0,-3-3 27 0 0,-1 0-1 0 0,0 0 0 0 0,-2 1 0 0 0,1 1 0 0 0,-1-1 0 0 0,-1 1 0 0 0,-1 0 0 0 0,0 0 1 0 0,0 0-1 0 0,-2 0 0 0 0,1 1 0 0 0,-2-1 0 0 0,0 1 0 0 0,-1 0 0 0 0,0-1 1 0 0,-2 1-1 0 0,1-1 0 0 0,-8 27 0 0 0,8-37-190 0 0,-1 0 0 0 0,0 0 1 0 0,0 0-1 0 0,0-1 0 0 0,-1 1 1 0 0,1 0-1 0 0,-1-1 0 0 0,0 0 0 0 0,0 0 1 0 0,0 0-1 0 0,0 0 0 0 0,-1 0 0 0 0,1-1 1 0 0,-4 3-1 0 0,5-4 3 0 0,-2-3 1 0 0,3 2-69 0 0,1 0 0 0 0,0 0 1 0 0,-1 0-1 0 0,1 0 0 0 0,0 0 1 0 0,0 0-1 0 0,-1 0 0 0 0,1 0 1 0 0,0 0-1 0 0,-1 0 0 0 0,1-1 0 0 0,0 1 1 0 0,0 0-1 0 0,-1 0 0 0 0,1 0 1 0 0,0 0-1 0 0,0 0 0 0 0,-1-1 0 0 0,1 1 1 0 0,0 0-1 0 0,0 0 0 0 0,-1 0 1 0 0,1-1-1 0 0,0 1 0 0 0,0 0 0 0 0,0 0 1 0 0,0 0-1 0 0,-1-1 0 0 0,1 1 1 0 0,0 0-1 0 0,0-1 0 0 0,0 1 0 0 0,0 0 1 0 0,0-1-1 0 0,0-5 3 0 0,0 0-1 0 0,1 0 1 0 0,0 0-1 0 0,0 0 1 0 0,0 0 0 0 0,1 0-1 0 0,0 0 1 0 0,0 0-1 0 0,1 0 1 0 0,-1 1 0 0 0,1-1-1 0 0,1 1 1 0 0,-1 0-1 0 0,1 0 1 0 0,7-9 0 0 0,1 2-21 0 0,-1 0 1 0 0,1 0 0 0 0,1 1-1 0 0,26-17 1 0 0,-30 23 2 0 0,-1 1 0 0 0,1 0-1 0 0,0 0 1 0 0,1 1 0 0 0,-1 0 0 0 0,0 0 0 0 0,1 1 0 0 0,0 1-1 0 0,10-1 1 0 0,14 1-3 0 0,46 4-1 0 0,-49-1 18 0 0,55-2 0 0 0,-76-2-17 0 0,-1 1 0 0 0,0-1 0 0 0,1-1 0 0 0,-1 0-1 0 0,0 0 1 0 0,0-1 0 0 0,-1 0 0 0 0,1-1 0 0 0,-1 1 0 0 0,0-2-1 0 0,0 1 1 0 0,0-1 0 0 0,-1 0 0 0 0,0-1 0 0 0,0 0 0 0 0,-1 0-1 0 0,0 0 1 0 0,0-1 0 0 0,-1 0 0 0 0,1 0 0 0 0,-2 0-1 0 0,1-1 1 0 0,-1 1 0 0 0,-1-1 0 0 0,1 0 0 0 0,-2 0 0 0 0,1-1-1 0 0,1-14 1 0 0,-4 23 15 0 0,1 0 0 0 0,-1 0 0 0 0,0 0-1 0 0,0 0 1 0 0,0-1 0 0 0,0 1 0 0 0,-1 0-1 0 0,1 0 1 0 0,0 0 0 0 0,0 0 0 0 0,-1 0-1 0 0,1 0 1 0 0,0 0 0 0 0,-1 0 0 0 0,1 0-1 0 0,-1 0 1 0 0,0 0 0 0 0,1 0 0 0 0,-1 0-1 0 0,0 0 1 0 0,1 0 0 0 0,-1 1 0 0 0,-1-2-1 0 0,-12-3 7 0 0,9 5-2 0 0,0 0 0 0 0,0 0 0 0 0,0 1 0 0 0,0 0 1 0 0,0-1-1 0 0,0 2 0 0 0,0-1 0 0 0,1 1 0 0 0,-1-1 0 0 0,1 1 1 0 0,-1 1-1 0 0,1-1 0 0 0,0 1 0 0 0,-6 3 0 0 0,-7 7 101 0 0,-30 29 0 0 0,46-41-95 0 0,-19 20 118 0 0,0 0 0 0 0,2 1 0 0 0,-19 30 0 0 0,28-39-73 0 0,1 1-1 0 0,0 0 1 0 0,2 0 0 0 0,-1 1-1 0 0,2-1 1 0 0,0 2 0 0 0,-4 22 0 0 0,8-36-41 0 0,1 1-1 0 0,0 0 1 0 0,0 0 0 0 0,0-1 0 0 0,0 1 0 0 0,0 0 0 0 0,1 0 0 0 0,-1 0 0 0 0,1-1 0 0 0,0 1-1 0 0,0 0 1 0 0,0-1 0 0 0,0 1 0 0 0,0-1 0 0 0,1 1 0 0 0,-1-1 0 0 0,1 0 0 0 0,-1 1 0 0 0,1-1-1 0 0,0 0 1 0 0,0 0 0 0 0,0 0 0 0 0,0-1 0 0 0,0 1 0 0 0,0 0 0 0 0,1-1 0 0 0,-1 1-1 0 0,1-1 1 0 0,-1 0 0 0 0,1 0 0 0 0,4 2 0 0 0,8 2-23 0 0,-1-1 1 0 0,1-1-1 0 0,0 0 0 0 0,23 0 1 0 0,-37-2 4 0 0,41 1-736 0 0,0-2-1 0 0,0-1 1 0 0,-1-2 0 0 0,53-11-1 0 0,75-29-8443 0 0,-113 26 1958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100 137 1844 0 0,'-3'-7'1200'0'0,"1"0"0"0"0,1-1 0 0 0,0 1-1 0 0,0 0 1 0 0,0-1 0 0 0,1-11 0 0 0,0 14-900 0 0,1 1 1 0 0,0-1 0 0 0,-1 0 0 0 0,2 1-1 0 0,-1-1 1 0 0,0 1 0 0 0,1-1-1 0 0,0 1 1 0 0,0 0 0 0 0,0 0 0 0 0,4-5-1 0 0,-6 8-279 0 0,1 0 0 0 0,0 0-1 0 0,-1 0 1 0 0,1 0 0 0 0,0 0-1 0 0,0 0 1 0 0,0 0 0 0 0,0 0-1 0 0,0 0 1 0 0,0 0 0 0 0,0 1-1 0 0,0-1 1 0 0,0 1 0 0 0,0-1 0 0 0,0 0-1 0 0,1 1 1 0 0,-1 0 0 0 0,0-1-1 0 0,0 1 1 0 0,1 0 0 0 0,-1 0-1 0 0,0-1 1 0 0,0 1 0 0 0,1 0-1 0 0,-1 0 1 0 0,0 0 0 0 0,0 1-1 0 0,1-1 1 0 0,-1 0 0 0 0,0 0-1 0 0,0 1 1 0 0,1-1 0 0 0,-1 1-1 0 0,0-1 1 0 0,0 1 0 0 0,0-1 0 0 0,0 1-1 0 0,0 0 1 0 0,0 0 0 0 0,0-1-1 0 0,2 3 1 0 0,0 0 4 0 0,1 0-1 0 0,-1 1 1 0 0,-1-1 0 0 0,1 1-1 0 0,0 0 1 0 0,-1 0 0 0 0,0 0-1 0 0,0 0 1 0 0,3 9 0 0 0,-3-5 42 0 0,-1 0-1 0 0,0 1 1 0 0,0-1 0 0 0,-1 0 0 0 0,0 1 0 0 0,0-1 0 0 0,-1 1-1 0 0,0-1 1 0 0,-1 0 0 0 0,0 0 0 0 0,0 0 0 0 0,-1 0 0 0 0,0 0-1 0 0,-4 9 1 0 0,-3 3 135 0 0,-1-1 0 0 0,-1 0-1 0 0,0 0 1 0 0,-18 19 0 0 0,27-34-167 0 0,-8 10 534 0 0,-1-1 0 0 0,0 0 0 0 0,0-1 0 0 0,-26 19 0 0 0,36-30-418 0 0,0-2 2 0 0,2 1-149 0 0,0 0 0 0 0,0 0-1 0 0,0 0 1 0 0,-1 0 0 0 0,1 0-1 0 0,0-1 1 0 0,0 1 0 0 0,0 0-1 0 0,-1 0 1 0 0,1 0 0 0 0,0 0-1 0 0,0 0 1 0 0,0 0 0 0 0,0 0-1 0 0,0-1 1 0 0,-1 1 0 0 0,1 0-1 0 0,0 0 1 0 0,0 0 0 0 0,0 0-1 0 0,0-1 1 0 0,0 1 0 0 0,0 0-1 0 0,0 0 1 0 0,0 0 0 0 0,0 0-1 0 0,0-1 1 0 0,-1 1 0 0 0,1 0-1 0 0,0 0 1 0 0,0 0 0 0 0,0-1-1 0 0,0 1 1 0 0,0 0 0 0 0,0 0-1 0 0,1 0 1 0 0,-1-1 0 0 0,0 1-1 0 0,0 0 1 0 0,0 0 0 0 0,0 0-1 0 0,0-1 1 0 0,0 1 0 0 0,0 0-1 0 0,9-14 27 0 0,1 0-1 0 0,0 1 1 0 0,0 0 0 0 0,2 0-1 0 0,0 1 1 0 0,0 1-1 0 0,17-13 1 0 0,-4 6-34 0 0,0 2-1 0 0,1 0 1 0 0,35-15 0 0 0,-53 27-3 0 0,1 1 0 0 0,0 0 0 0 0,0 0 1 0 0,0 1-1 0 0,1 0 0 0 0,-1 0 0 0 0,0 1 1 0 0,1 0-1 0 0,-1 1 0 0 0,1 0 0 0 0,-1 1 1 0 0,1 0-1 0 0,8 2 0 0 0,-12-2 4 0 0,-1 1 0 0 0,0 0 0 0 0,1 0 0 0 0,-1 0 0 0 0,0 1 0 0 0,0 0 0 0 0,-1 0 0 0 0,1 0 0 0 0,-1 0 0 0 0,1 1-1 0 0,-1 0 1 0 0,0-1 0 0 0,0 2 0 0 0,-1-1 0 0 0,1 0 0 0 0,-1 1 0 0 0,0-1 0 0 0,0 1 0 0 0,-1 0 0 0 0,1 0 0 0 0,-1 0 0 0 0,0 1 0 0 0,1 5 0 0 0,0-2 5 0 0,-1 1 0 0 0,-1-1-1 0 0,0 0 1 0 0,0 1 0 0 0,-1 0 0 0 0,0-1 0 0 0,0 1 0 0 0,-1-1 0 0 0,-3 14 0 0 0,2-16 2 0 0,1-1-1 0 0,-2 1 1 0 0,1 0-1 0 0,-1-1 0 0 0,0 1 1 0 0,0-1-1 0 0,-1 0 1 0 0,0 0-1 0 0,0 0 0 0 0,0-1 1 0 0,-1 1-1 0 0,0-1 0 0 0,-7 6 1 0 0,11-10-3 0 0,0 0-1 0 0,0 0 1 0 0,0 0 0 0 0,0 0 0 0 0,0 0-1 0 0,-1 0 1 0 0,1 0 0 0 0,0-1-1 0 0,0 1 1 0 0,-1 0 0 0 0,1-1 0 0 0,-1 1-1 0 0,1-1 1 0 0,0 0 0 0 0,-1 1 0 0 0,1-1-1 0 0,-1 0 1 0 0,1 0 0 0 0,-1 0-1 0 0,1 0 1 0 0,-4 0 0 0 0,2-1 0 0 0,3 1-2 0 0,-1 0 0 0 0,0-1 0 0 0,0 1-1 0 0,1 0 1 0 0,-1-1 0 0 0,0 1 0 0 0,1 0 0 0 0,-1-1 0 0 0,1 1-1 0 0,-1-1 1 0 0,1 1 0 0 0,-1-1 0 0 0,1 0 0 0 0,-1 1-1 0 0,1-1 1 0 0,-1 1 0 0 0,1-1 0 0 0,-1 0 0 0 0,1 1-1 0 0,0-1 1 0 0,0 0 0 0 0,-1 1 0 0 0,1-1 0 0 0,0 0 0 0 0,0 0-1 0 0,0-1 1 0 0,-1-20-35 0 0,3 11 29 0 0,1 0 0 0 0,0 1 0 0 0,0-1 0 0 0,1 1 0 0 0,1 0 0 0 0,0 0 0 0 0,0 1-1 0 0,1 0 1 0 0,0-1 0 0 0,8-7 0 0 0,10-11-12 0 0,45-40 0 0 0,-54 54 13 0 0,1 1 0 0 0,0 1 0 0 0,1 1 1 0 0,29-15-1 0 0,-37 22-6 0 0,0-1 1 0 0,1 2-1 0 0,0-1 1 0 0,-1 1-1 0 0,1 1 1 0 0,1 0-1 0 0,-1 0 1 0 0,0 1-1 0 0,0 0 1 0 0,20 2-1 0 0,-27-1 10 0 0,-1 0 1 0 0,0 0-1 0 0,0 1 0 0 0,0 0 1 0 0,0-1-1 0 0,1 1 0 0 0,-1 0 0 0 0,0 0 1 0 0,0 0-1 0 0,-1 0 0 0 0,1 0 1 0 0,0 0-1 0 0,0 1 0 0 0,0-1 0 0 0,-1 1 1 0 0,1-1-1 0 0,-1 1 0 0 0,1 0 1 0 0,1 2-1 0 0,-2-1 1 0 0,1 0 1 0 0,-1 1 0 0 0,1-1-1 0 0,-1 1 1 0 0,0-1-1 0 0,0 1 1 0 0,-1-1 0 0 0,1 1-1 0 0,-1 0 1 0 0,0 5-1 0 0,0 6 5 0 0,-2 0 0 0 0,0-1 0 0 0,-1 1 0 0 0,-7 22 1 0 0,-11 19 71 0 0,14-38-1105 0 0,0 0-1 0 0,-7 33 1 0 0,14-49 753 0 0,0-1 1 0 0,0 0-1 0 0,0 1 0 0 0,0-1 0 0 0,0 0 1 0 0,0 1-1 0 0,1-1 0 0 0,-1 0 1 0 0,0 1-1 0 0,1-1 0 0 0,-1 0 0 0 0,1 0 1 0 0,0 1-1 0 0,-1-1 0 0 0,1 0 1 0 0,0 0-1 0 0,0 0 0 0 0,0 0 1 0 0,-1 0-1 0 0,1 0 0 0 0,0 0 0 0 0,1 0 1 0 0,-1-1-1 0 0,0 1 0 0 0,0 0 1 0 0,0 0-1 0 0,0-1 0 0 0,0 1 1 0 0,1-1-1 0 0,-1 1 0 0 0,0-1 0 0 0,1 0 1 0 0,-1 1-1 0 0,3-1 0 0 0,10 2-4763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3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339 656 2004 0 0,'10'-12'1921'0'0,"-1"0"-1"0"0,0-1 0 0 0,7-15 1 0 0,-13 23-1401 0 0,-1 0 0 0 0,1-1 0 0 0,-2 1 0 0 0,1 0-1 0 0,0-1 1 0 0,-1 0 0 0 0,0 1 0 0 0,-1-1 0 0 0,1 0 0 0 0,-1 1 0 0 0,0-8 0 0 0,0 12-491 0 0,-1 1 1 0 0,1-1 0 0 0,0 0-1 0 0,-1 1 1 0 0,1-1-1 0 0,0 0 1 0 0,-1 1-1 0 0,1-1 1 0 0,-1 1 0 0 0,1-1-1 0 0,-1 1 1 0 0,1-1-1 0 0,-1 1 1 0 0,0-1 0 0 0,1 1-1 0 0,-1-1 1 0 0,1 1-1 0 0,-1 0 1 0 0,0-1-1 0 0,1 1 1 0 0,-1 0 0 0 0,0 0-1 0 0,0 0 1 0 0,1-1-1 0 0,-1 1 1 0 0,0 0 0 0 0,1 0-1 0 0,-1 0 1 0 0,0 0-1 0 0,0 0 1 0 0,1 0 0 0 0,-3 1-1 0 0,-23 3 245 0 0,-6 11-83 0 0,0 2 0 0 0,1 1 1 0 0,1 1-1 0 0,1 1 0 0 0,1 2 1 0 0,1 1-1 0 0,-26 28 0 0 0,37-35-140 0 0,-25 32 0 0 0,37-42-40 0 0,0-1 1 0 0,0 1-1 0 0,1 0 0 0 0,0 0 1 0 0,0 1-1 0 0,0-1 0 0 0,1 1 1 0 0,0-1-1 0 0,0 1 0 0 0,-1 8 1 0 0,3-13-10 0 0,0 0 0 0 0,0-1 0 0 0,0 1 0 0 0,1 0 0 0 0,-1 0 0 0 0,0-1 0 0 0,1 1 0 0 0,-1 0 0 0 0,1 0 0 0 0,0-1 0 0 0,-1 1 0 0 0,1-1 0 0 0,0 1 0 0 0,0-1 1 0 0,0 1-1 0 0,0-1 0 0 0,0 1 0 0 0,0-1 0 0 0,1 0 0 0 0,-1 0 0 0 0,0 1 0 0 0,1-1 0 0 0,-1 0 0 0 0,1 0 0 0 0,-1 0 0 0 0,1-1 0 0 0,0 1 0 0 0,-1 0 0 0 0,1-1 0 0 0,0 1 0 0 0,-1-1 0 0 0,1 1 0 0 0,3-1 0 0 0,2 2-9 0 0,0-1-1 0 0,0 0 1 0 0,0-1-1 0 0,1 0 0 0 0,-1 0 1 0 0,0-1-1 0 0,8-1 0 0 0,-6 0-7 0 0,1-1-1 0 0,-1 0 1 0 0,0-1 0 0 0,1 0-1 0 0,-2-1 1 0 0,1 1-1 0 0,0-2 1 0 0,-1 1-1 0 0,0-1 1 0 0,0 0-1 0 0,11-13 1 0 0,6-8-14 0 0,39-56 0 0 0,-26 32 66 0 0,-28 36-40 0 0,15-14-97 0 0,-23 27 67 0 0,-1 3 19 0 0,0 0 14 0 0,-1-1 1 0 0,1 1 0 0 0,-1 0-1 0 0,1-1 1 0 0,-1 1 0 0 0,1 0-1 0 0,-1 0 1 0 0,0 0 0 0 0,1-1-1 0 0,-1 1 1 0 0,0 0 0 0 0,0 0-1 0 0,1 0 1 0 0,-1 0 0 0 0,0 0-1 0 0,0 0 1 0 0,0-1 0 0 0,0 1-1 0 0,0 0 1 0 0,0 0-1 0 0,0 0 1 0 0,-1 0 0 0 0,1 1-1 0 0,-1 0 7 0 0,0 18 87 0 0,-1-1 0 0 0,-1 1 0 0 0,-1-1 0 0 0,-8 23-1 0 0,-4 24 52 0 0,13-51-122 0 0,-6 38 54 0 0,9-48-57 0 0,0-1 0 0 0,0 1 0 0 0,0 0 0 0 0,0-1 0 0 0,1 1 0 0 0,-1-1 0 0 0,1 1 0 0 0,0-1 0 0 0,3 6 0 0 0,-3-8-13 0 0,1 0 0 0 0,-1-1-1 0 0,1 1 1 0 0,-1 0 0 0 0,1 0 0 0 0,0-1 0 0 0,0 1 0 0 0,0-1 0 0 0,0 0-1 0 0,0 1 1 0 0,0-1 0 0 0,0 0 0 0 0,0 0 0 0 0,0 0 0 0 0,1-1 0 0 0,-1 1-1 0 0,0 0 1 0 0,1-1 0 0 0,-1 1 0 0 0,0-1 0 0 0,1 0 0 0 0,-1 0 0 0 0,0 0 0 0 0,1 0-1 0 0,-1 0 1 0 0,4-2 0 0 0,6 1-4 0 0,-1-1 1 0 0,0-1-1 0 0,1 0 0 0 0,11-5 0 0 0,4-4-103 0 0,-2-1 0 0 0,0-1 1 0 0,0-1-1 0 0,-2-1 0 0 0,0-2 0 0 0,0 0 0 0 0,-2-1 0 0 0,0-1 0 0 0,22-29 1 0 0,14-24-411 0 0,71-119 1 0 0,-75 103 516 0 0,-5-3 1 0 0,62-162-1 0 0,-93 208 152 0 0,-16 44-94 0 0,-3 2-62 0 0,0 1 0 0 0,1-1 1 0 0,-1 0-1 0 0,1 1 0 0 0,-1-1 1 0 0,1 1-1 0 0,-1 0 0 0 0,1 0 1 0 0,-1-1-1 0 0,1 1 1 0 0,-1 0-1 0 0,0 1 0 0 0,1-1 1 0 0,-6 5 17 0 0,0 1 0 0 0,0 0 1 0 0,1 0-1 0 0,0 1 0 0 0,0 0 0 0 0,1 0 0 0 0,-8 15 1 0 0,3-5 55 0 0,-49 85 622 0 0,4 4 0 0 0,5 1 0 0 0,-62 199 0 0 0,107-290-640 0 0,0 1 0 0 0,1-1 0 0 0,1 1 0 0 0,0 0 0 0 0,0 18 0 0 0,3-32-49 0 0,0 0-1 0 0,1 0 1 0 0,-1 0-1 0 0,1 0 1 0 0,-1 0 0 0 0,1 0-1 0 0,0 0 1 0 0,1-1-1 0 0,-1 1 1 0 0,1 0-1 0 0,-1-1 1 0 0,1 1 0 0 0,0-1-1 0 0,1 1 1 0 0,-1-1-1 0 0,0 0 1 0 0,1 0 0 0 0,0 0-1 0 0,0 0 1 0 0,0 0-1 0 0,0-1 1 0 0,0 1-1 0 0,0-1 1 0 0,1 0 0 0 0,-1 0-1 0 0,1 0 1 0 0,0-1-1 0 0,6 3 1 0 0,0-1-10 0 0,1-1 0 0 0,0 0 0 0 0,-1-1-1 0 0,1 0 1 0 0,0-1 0 0 0,0 0 0 0 0,0 0 0 0 0,-1-1 0 0 0,1-1 0 0 0,0 0-1 0 0,18-6 1 0 0,-10 2-5 0 0,0-1-1 0 0,0-1 1 0 0,-1-1-1 0 0,0-1 1 0 0,24-16-1 0 0,-22 11 7 0 0,0-2 0 0 0,-1 0 0 0 0,-1 0 1 0 0,-1-2-1 0 0,0 0 0 0 0,-1-1 0 0 0,-2-1 0 0 0,0 0 0 0 0,-1-1 0 0 0,-1 0 0 0 0,-1-1 0 0 0,-1-1 0 0 0,14-47 0 0 0,-23 63 17 0 0,1 0 0 0 0,-1 0-1 0 0,-1 0 1 0 0,0-11 0 0 0,0 15-15 0 0,0 1-1 0 0,-1-1 1 0 0,1 1 0 0 0,-1-1-1 0 0,0 1 1 0 0,0-1 0 0 0,0 1 0 0 0,-1 0-1 0 0,1-1 1 0 0,-1 1 0 0 0,-3-5-1 0 0,5 7-3 0 0,-1 0 0 0 0,0 0-1 0 0,0 1 1 0 0,-1-1 0 0 0,1 0 0 0 0,0 0-1 0 0,0 1 1 0 0,0-1 0 0 0,0 0-1 0 0,-1 1 1 0 0,1-1 0 0 0,0 1-1 0 0,0 0 1 0 0,-1-1 0 0 0,1 1 0 0 0,0 0-1 0 0,-1 0 1 0 0,1 0 0 0 0,0 0-1 0 0,-1 0 1 0 0,1 0 0 0 0,0 0 0 0 0,-1 1-1 0 0,1-1 1 0 0,0 0 0 0 0,0 1-1 0 0,-1-1 1 0 0,1 1 0 0 0,0-1-1 0 0,0 1 1 0 0,0 0 0 0 0,-1-1 0 0 0,1 1-1 0 0,0 0 1 0 0,0 0 0 0 0,-1 1-1 0 0,-1 0-1 0 0,0 1-1 0 0,1-1 1 0 0,-1 1 0 0 0,1-1-1 0 0,-1 1 1 0 0,1 0-1 0 0,0 0 1 0 0,0 0-1 0 0,1 0 1 0 0,-1 0 0 0 0,0 0-1 0 0,-1 5 1 0 0,3-5 0 0 0,0-1 1 0 0,-1 1-1 0 0,1 0 1 0 0,0-1-1 0 0,1 1 1 0 0,-1-1-1 0 0,0 1 1 0 0,1 0 0 0 0,-1-1-1 0 0,1 1 1 0 0,0-1-1 0 0,0 1 1 0 0,0-1-1 0 0,0 0 1 0 0,0 1-1 0 0,1-1 1 0 0,1 2-1 0 0,1 1-13 0 0,-1-1 0 0 0,1 0-1 0 0,0-1 1 0 0,0 1-1 0 0,1-1 1 0 0,-1 0-1 0 0,10 5 1 0 0,2-1-85 0 0,0 0 1 0 0,0-1-1 0 0,1-1 1 0 0,19 4-1 0 0,-14-4-137 0 0,-1-2 1 0 0,0 0-1 0 0,1-1 0 0 0,0-2 1 0 0,38-2-1 0 0,-53 1 228 0 0,-1 0-1 0 0,1 0 1 0 0,-1 0-1 0 0,1-1 1 0 0,-1 0-1 0 0,0 0 1 0 0,0-1-1 0 0,0 0 1 0 0,0 0 0 0 0,0 0-1 0 0,-1 0 1 0 0,1-1-1 0 0,-1 0 1 0 0,0 0-1 0 0,0-1 1 0 0,-1 1-1 0 0,1-1 1 0 0,-1 0-1 0 0,0 0 1 0 0,0-1-1 0 0,-1 1 1 0 0,1-1 0 0 0,2-7-1 0 0,-6 12 25 0 0,1 0 0 0 0,0-1 0 0 0,-1 1 0 0 0,0-1 0 0 0,1 1 0 0 0,-1-1 1 0 0,0 1-1 0 0,0-1 0 0 0,0 1 0 0 0,0-1 0 0 0,0 1 0 0 0,0-1 0 0 0,0 1 0 0 0,0-1 0 0 0,-1 1 0 0 0,1-1 0 0 0,-1 1 0 0 0,1-1 0 0 0,-1 1 0 0 0,1-1 0 0 0,-2 0 0 0 0,1 0-13 0 0,-2 2 34 0 0,-3 2 6 0 0,0-1 0 0 0,0 1 0 0 0,0 0 0 0 0,0 0-1 0 0,0 1 1 0 0,1-1 0 0 0,-1 1 0 0 0,1 0-1 0 0,0 1 1 0 0,0 0 0 0 0,0-1 0 0 0,-6 8-1 0 0,-11 11 275 0 0,-23 30 0 0 0,32-36-230 0 0,-10 12 103 0 0,-27 44 0 0 0,43-61-145 0 0,1 0 0 0 0,0 1-1 0 0,1 0 1 0 0,0 0 0 0 0,1 0 0 0 0,0 1 0 0 0,-3 17-1 0 0,7-27-35 0 0,0 0 0 0 0,0-1-1 0 0,0 1 1 0 0,0 0-1 0 0,0 0 1 0 0,1-1 0 0 0,-1 1-1 0 0,1 0 1 0 0,-1-1-1 0 0,1 1 1 0 0,0-1 0 0 0,0 1-1 0 0,0-1 1 0 0,1 1 0 0 0,-1-1-1 0 0,1 0 1 0 0,1 3-1 0 0,0-2-26 0 0,1 1-1 0 0,-1-1 1 0 0,1 0-1 0 0,0 0 1 0 0,0 0-1 0 0,0 0 1 0 0,0-1-1 0 0,9 4 1 0 0,0-1-247 0 0,0 0 0 0 0,1-2 1 0 0,0 1-1 0 0,0-2 0 0 0,23 2 1 0 0,-16-3-258 0 0,0-2 0 0 0,1 0 0 0 0,-1-1 0 0 0,0-1 1 0 0,0-1-1 0 0,0-1 0 0 0,0-1 0 0 0,-1-1 0 0 0,0 0 0 0 0,0-2 1 0 0,-1 0-1 0 0,0-1 0 0 0,-1-1 0 0 0,23-18 0 0 0,-19 12 348 0 0,-1-1-1 0 0,-1-1 1 0 0,-1-1-1 0 0,22-30 1 0 0,-23 26 1030 0 0,-1-1 0 0 0,-2-1 0 0 0,22-50 1 0 0,-24 45 934 0 0,-3 4 345 0 0,15-26 0 0 0,-23 51-1710 0 0,-4 3-366 0 0,1 1 0 0 0,0-1 0 0 0,0 1 0 0 0,0-1 0 0 0,0 1 0 0 0,0-1 0 0 0,0 1 0 0 0,1 0 0 0 0,-2 3 0 0 0,0-2 93 0 0,-30 65 1589 0 0,-9 17-584 0 0,-48 145-1 0 0,88-227-1316 0 0,0 0 1 0 0,0 0-1 0 0,1 0 0 0 0,-1 0 0 0 0,1 1 0 0 0,0-1 0 0 0,0 0 0 0 0,0 0 0 0 0,0 1 0 0 0,0-1 0 0 0,1 0 0 0 0,-1 0 0 0 0,1 0 0 0 0,0 0 0 0 0,0 0 1 0 0,0 0-1 0 0,0 0 0 0 0,1 0 0 0 0,1 3 0 0 0,-1-3-406 0 0,0-1-1 0 0,0 0 1 0 0,0 0 0 0 0,1 0-1 0 0,-1-1 1 0 0,0 1 0 0 0,1-1 0 0 0,-1 1-1 0 0,1-1 1 0 0,0 0 0 0 0,-1 1-1 0 0,1-2 1 0 0,0 1 0 0 0,0 0 0 0 0,0 0-1 0 0,0-1 1 0 0,-1 0 0 0 0,1 1-1 0 0,0-1 1 0 0,0 0 0 0 0,3-1 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4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1680 0 0,'3'-19'3786'0'0,"2"0"0"0"0,0 0 0 0 0,15-36 0 0 0,-20 55-3757 0 0,0-1 1 0 0,0 1 0 0 0,1-1 0 0 0,-1 1-1 0 0,0 0 1 0 0,1-1 0 0 0,-1 1 0 0 0,0 0 0 0 0,1-1-1 0 0,-1 1 1 0 0,0-1 0 0 0,1 1 0 0 0,-1 0-1 0 0,1 0 1 0 0,-1-1 0 0 0,1 1 0 0 0,-1 0 0 0 0,0 0-1 0 0,1 0 1 0 0,-1-1 0 0 0,1 1 0 0 0,-1 0 0 0 0,1 0-1 0 0,-1 0 1 0 0,1 0 0 0 0,-1 0 0 0 0,1 0-1 0 0,0 0 1 0 0,16 8 266 0 0,10 16-16 0 0,-27-23-221 0 0,11 12 157 0 0,0 1 0 0 0,-2 0-1 0 0,0 1 1 0 0,0 0 0 0 0,-1 0 0 0 0,-1 1 0 0 0,-1 0 0 0 0,0 0 0 0 0,-1 1 0 0 0,-1-1 0 0 0,0 1 0 0 0,-2 0 0 0 0,1 0 0 0 0,-2 0 0 0 0,-1 24 0 0 0,-2-30-94 0 0,1-1 1 0 0,-2 1-1 0 0,0 0 1 0 0,0-1 0 0 0,-1 1-1 0 0,0-1 1 0 0,-1 0 0 0 0,0-1-1 0 0,-1 1 1 0 0,0-1-1 0 0,0 0 1 0 0,-1 0 0 0 0,0-1-1 0 0,0 0 1 0 0,-1 0-1 0 0,0-1 1 0 0,-1 0 0 0 0,1 0-1 0 0,-16 8 1 0 0,14-11 49 0 0,7-8-74 0 0,3 3-96 0 0,1 0 1 0 0,-1-1-1 0 0,0 1 0 0 0,1 0 1 0 0,-1 0-1 0 0,1 0 1 0 0,-1 0-1 0 0,1-1 0 0 0,0 1 1 0 0,0 0-1 0 0,-1 0 0 0 0,2-1 1 0 0,25-22-208 0 0,52-36 0 0 0,-9 9-41 0 0,27-28 48 0 0,153-129-53 0 0,-234 191 252 0 0,-16 13-6 0 0,-11 5 6 0 0,3 2 2 0 0,0 1-1 0 0,1-1 0 0 0,0 1 1 0 0,0 0-1 0 0,0 1 0 0 0,-10 8 1 0 0,-36 36 223 0 0,42-37-147 0 0,-6 5-4 0 0,1 0 1 0 0,0 2-1 0 0,-17 27 1 0 0,29-41-52 0 0,0 1 0 0 0,1 0 1 0 0,0 1-1 0 0,0-1 0 0 0,1 0 0 0 0,-1 1 0 0 0,1 0 0 0 0,1-1 1 0 0,-1 1-1 0 0,1 0 0 0 0,1 0 0 0 0,-1 0 0 0 0,1 0 0 0 0,0 0 1 0 0,1 0-1 0 0,1 9 0 0 0,-1-12-3 0 0,1 0 0 0 0,0 1 0 0 0,0-1 0 0 0,0 0 0 0 0,1 0 0 0 0,0 0 0 0 0,-1 0-1 0 0,1-1 1 0 0,0 1 0 0 0,1-1 0 0 0,-1 0 0 0 0,1 0 0 0 0,-1 0 0 0 0,1 0 0 0 0,0 0 0 0 0,0-1 0 0 0,0 0 0 0 0,0 0 0 0 0,1 0 0 0 0,-1 0 0 0 0,1-1 0 0 0,4 2 0 0 0,2 0-218 0 0,1-1 0 0 0,-1 0 1 0 0,1 0-1 0 0,0-1 0 0 0,0-1 1 0 0,0 0-1 0 0,18-2 0 0 0,-19 0-438 0 0,-1 0-1 0 0,0-1 0 0 0,0 0 0 0 0,0-1 0 0 0,0 0 0 0 0,0 0 0 0 0,17-12 0 0 0,-19 11-862 0 0,-1-1 0 0 0,0 1 0 0 0,0-1 0 0 0,-1-1 0 0 0,10-11 0 0 0,-2-4-5388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4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223 67 1144 0 0,'-65'-26'9198'0'0,"32"13"-4287"0"0,-47-14 0 0 0,36 30-22671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4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0 2552 0 0,'-35'3'1547'0'0,"-228"22"11042"0"0,235-18-11115 0 0,29-6-1418 0 0,0 1 1 0 0,0-1 0 0 0,0 0-1 0 0,0 0 1 0 0,0 0-1 0 0,1 0 1 0 0,-1-1 0 0 0,0 1-1 0 0,1 0 1 0 0,-1 0 0 0 0,0-1-1 0 0,1 1 1 0 0,1 0-1 0 0,34 6-139 0 0,0-1 0 0 0,0-1 0 0 0,46-1 0 0 0,-27-2-546 0 0,89 3-2540 0 0,-48-4-2059 0 0,-12-1-1964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5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86 483 1368 0 0,'47'-66'13028'0'0,"-50"78"-12643"0"0,-4 2-199 0 0,0-1 0 0 0,0 0 1 0 0,-14 16-1 0 0,-4 8 29 0 0,16-20-126 0 0,-5 5-4 0 0,-12 29 0 0 0,24-46-65 0 0,-1 0-1 0 0,1 1 1 0 0,1-1-1 0 0,-1 1 1 0 0,1 0 0 0 0,0-1-1 0 0,0 1 1 0 0,1 0 0 0 0,-1-1-1 0 0,1 1 1 0 0,1 8-1 0 0,0-11-8 0 0,0 0 0 0 0,0-1-1 0 0,1 1 1 0 0,-1-1-1 0 0,1 1 1 0 0,-1-1 0 0 0,1 1-1 0 0,0-1 1 0 0,0 0-1 0 0,0 0 1 0 0,0 0 0 0 0,0 0-1 0 0,0 0 1 0 0,0-1-1 0 0,1 1 1 0 0,-1 0-1 0 0,1-1 1 0 0,-1 0 0 0 0,1 0-1 0 0,0 0 1 0 0,-1 0-1 0 0,1 0 1 0 0,0 0 0 0 0,0-1-1 0 0,3 1 1 0 0,5 1 9 0 0,-1-1 0 0 0,1 0 0 0 0,0-1 0 0 0,-1 0 0 0 0,18-2 1 0 0,-16 0-10 0 0,1-1 0 0 0,-1-1 0 0 0,0 0 0 0 0,0 0 0 0 0,0-1 0 0 0,-1-1 0 0 0,1 0 0 0 0,-1-1 0 0 0,-1 0 0 0 0,1 0 1 0 0,-1-1-1 0 0,-1 0 0 0 0,1-1 0 0 0,-2 0 0 0 0,1-1 0 0 0,8-12 0 0 0,-9 11-4 0 0,-1-1 1 0 0,0 0-1 0 0,0 0 0 0 0,-1 0 0 0 0,-1-1 0 0 0,0 0 1 0 0,-1 0-1 0 0,0-1 0 0 0,-1 1 0 0 0,-1-1 0 0 0,0 1 1 0 0,0-1-1 0 0,-2 0 0 0 0,-1-26 0 0 0,0 36-3 0 0,1 0 0 0 0,-1 0 0 0 0,1 0-1 0 0,-1 0 1 0 0,-1 0 0 0 0,1 0 0 0 0,0 0 0 0 0,-1 1-1 0 0,0-1 1 0 0,0 0 0 0 0,0 1 0 0 0,0 0-1 0 0,-1-1 1 0 0,1 1 0 0 0,-1 0 0 0 0,0 0 0 0 0,-5-4-1 0 0,4 5-2 0 0,0 0-1 0 0,0 0 0 0 0,0 0 1 0 0,0 0-1 0 0,0 1 0 0 0,-1-1 1 0 0,1 1-1 0 0,-1 1 0 0 0,1-1 1 0 0,0 0-1 0 0,-1 1 0 0 0,1 0 1 0 0,-1 0-1 0 0,1 0 0 0 0,-10 2 1 0 0,0 1-3 0 0,1 1 0 0 0,-1 0 1 0 0,0 1-1 0 0,1 1 1 0 0,0 0-1 0 0,0 0 0 0 0,1 1 1 0 0,-1 1-1 0 0,2 0 1 0 0,-1 1-1 0 0,-17 17 0 0 0,20-17 2 0 0,0 0 0 0 0,0 1 0 0 0,1 0 0 0 0,0 1 1 0 0,1 0-1 0 0,0 0 0 0 0,0 1 0 0 0,2 0 0 0 0,-1 0 0 0 0,1 0 0 0 0,1 1 0 0 0,-5 24 0 0 0,8-32 6 0 0,1 1 1 0 0,-1-1-1 0 0,1 0 0 0 0,0 1 1 0 0,1-1-1 0 0,-1 1 1 0 0,1-1-1 0 0,0 0 0 0 0,1 0 1 0 0,-1 0-1 0 0,1 1 0 0 0,0-1 1 0 0,0 0-1 0 0,1-1 1 0 0,4 8-1 0 0,-3-6 1 0 0,1 0 1 0 0,1 0-1 0 0,-1-1 0 0 0,1 0 0 0 0,0 0 1 0 0,0 0-1 0 0,0-1 0 0 0,1 0 1 0 0,13 7-1 0 0,-3-4 2 0 0,1-1 1 0 0,1 0-1 0 0,-1-1 1 0 0,1-1-1 0 0,0-1 1 0 0,0 0-1 0 0,37-1 1 0 0,-27-3-6 0 0,0-2 0 0 0,0-1 0 0 0,0-1 0 0 0,-1-1 0 0 0,1-2 0 0 0,-2-1 0 0 0,1-1 0 0 0,-1-1 0 0 0,43-25 0 0 0,-36 14-9 0 0,-1-1 1 0 0,-1-1-1 0 0,-1-2 0 0 0,-1-1 1 0 0,-1-1-1 0 0,37-48 1 0 0,-8-1 159 0 0,-5-2 1 0 0,-2-2 0 0 0,54-121 0 0 0,-103 193 191 0 0,-10 16-270 0 0,-12 21-47 0 0,-29 76 800 0 0,-52 168-1 0 0,-4 120 780 0 0,47-105-832 0 0,47-207-515 0 0,-3 130 0 0 0,14-190-242 0 0,1-1 0 0 0,0 1 0 0 0,2-1 1 0 0,0 0-1 0 0,2 0 0 0 0,0 0 0 0 0,0 0 0 0 0,2-1 0 0 0,1 0 0 0 0,0 0 0 0 0,1-1 1 0 0,0 0-1 0 0,2-1 0 0 0,0 0 0 0 0,1 0 0 0 0,1-1 0 0 0,0-1 0 0 0,0 0 0 0 0,2-1 0 0 0,0 0 1 0 0,0-1-1 0 0,29 16 0 0 0,-25-17-12 0 0,1-1 1 0 0,23 9 0 0 0,-36-16-5 0 0,0-1 1 0 0,1 1-1 0 0,0-1 0 0 0,-1-1 1 0 0,1 0-1 0 0,0 0 0 0 0,0 0 0 0 0,0-1 1 0 0,11-1-1 0 0,-17 0-2 0 0,1 1-1 0 0,-1 0 1 0 0,0-1 0 0 0,1 0-1 0 0,-1 1 1 0 0,0-1-1 0 0,1 0 1 0 0,-1 0-1 0 0,0 0 1 0 0,0-1 0 0 0,0 1-1 0 0,0 0 1 0 0,0-1-1 0 0,0 1 1 0 0,0-1 0 0 0,0 0-1 0 0,-1 0 1 0 0,1 0-1 0 0,-1 0 1 0 0,2-2 0 0 0,-1 1-1 0 0,-1-1 0 0 0,0 1 0 0 0,0 0 1 0 0,0-1-1 0 0,-1 1 0 0 0,1-1 0 0 0,-1 1 1 0 0,0-1-1 0 0,0 1 0 0 0,0-1 0 0 0,0 1 1 0 0,-2-7-1 0 0,0-2-4 0 0,-2 0 1 0 0,0 1-1 0 0,0-1 0 0 0,-1 1 1 0 0,0 0-1 0 0,-1 0 0 0 0,-8-11 1 0 0,-7-6-11 0 0,-2 1 1 0 0,-1 1-1 0 0,-1 1 0 0 0,-1 1 1 0 0,-2 2-1 0 0,0 0 0 0 0,-1 2 1 0 0,-44-23-1 0 0,-29-9-31 0 0,-132-47 0 0 0,-93-24-700 0 0,321 121 253 0 0,0-1-1 0 0,0 0 1 0 0,0 0-1 0 0,-8-7 1 0 0,13 10 423 0 0,1 0 1 0 0,0-1-1 0 0,0 1 1 0 0,-1 0-1 0 0,1 0 1 0 0,0-1-1 0 0,0 1 0 0 0,0 0 1 0 0,-1-1-1 0 0,1 1 1 0 0,0-1-1 0 0,0 1 1 0 0,0 0-1 0 0,0-1 1 0 0,0 1-1 0 0,0 0 0 0 0,0-1 1 0 0,0 1-1 0 0,0-1 1 0 0,0 1-1 0 0,0 0 1 0 0,0-1-1 0 0,0 1 1 0 0,0-1-1 0 0,0 1 0 0 0,0 0 1 0 0,0-1-1 0 0,1 1 1 0 0,-1 0-1 0 0,0-1 1 0 0,0 1-1 0 0,0 0 1 0 0,1-1-1 0 0,-1 1 0 0 0,0 0 1 0 0,0-1-1 0 0,1 1 1 0 0,10-10-1343 0 0,34-12-5361 0 0,-9 9-123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6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68 2228 0 0,'-24'-57'10259'0'0,"23"56"-9848"0"0,1 0-362 0 0,0 1 0 0 0,-1-1 0 0 0,1 1 0 0 0,0-1 0 0 0,-1 1 0 0 0,1-1 0 0 0,0 1-1 0 0,-1-1 1 0 0,1 1 0 0 0,-1-1 0 0 0,1 1 0 0 0,0-1 0 0 0,-1 1 0 0 0,1 0 0 0 0,-1-1 0 0 0,1 1 0 0 0,-1 0 0 0 0,0-1 0 0 0,-6 8 120 0 0,0 1 0 0 0,1 0-1 0 0,0 0 1 0 0,1 0 0 0 0,0 1 0 0 0,-8 16 0 0 0,-1 3 216 0 0,-61 118 693 0 0,66-126-1003 0 0,1 1 1 0 0,1 1 0 0 0,1-1-1 0 0,1 1 1 0 0,-3 28 0 0 0,7-45-61 0 0,1-1 0 0 0,0 1 0 0 0,0-1 0 0 0,0 1 0 0 0,1-1 0 0 0,-1 0 1 0 0,1 1-1 0 0,0-1 0 0 0,1 0 0 0 0,-1 0 0 0 0,1 1 0 0 0,-1-1 0 0 0,1 0 0 0 0,0 0 0 0 0,1-1 1 0 0,-1 1-1 0 0,1 0 0 0 0,0-1 0 0 0,0 0 0 0 0,0 1 0 0 0,0-1 0 0 0,0 0 0 0 0,1-1 0 0 0,-1 1 0 0 0,1-1 1 0 0,0 1-1 0 0,0-1 0 0 0,0 0 0 0 0,0 0 0 0 0,0-1 0 0 0,0 1 0 0 0,0-1 0 0 0,0 0 0 0 0,6 1 0 0 0,-3-1-5 0 0,-1 0 0 0 0,0-1-1 0 0,1 0 1 0 0,-1 0-1 0 0,1 0 1 0 0,-1 0-1 0 0,0-1 1 0 0,1 0-1 0 0,-1-1 1 0 0,0 1 0 0 0,0-1-1 0 0,0 0 1 0 0,0-1-1 0 0,0 1 1 0 0,0-1-1 0 0,-1-1 1 0 0,1 1 0 0 0,-1-1-1 0 0,0 0 1 0 0,0 0-1 0 0,0 0 1 0 0,0-1-1 0 0,4-5 1 0 0,-3 0-2 0 0,-1 0 1 0 0,1 0-1 0 0,-2 0 0 0 0,0 0 1 0 0,0-1-1 0 0,0 0 1 0 0,-2 1-1 0 0,1-1 0 0 0,-1 0 1 0 0,-1-1-1 0 0,0 1 0 0 0,-1-22 1 0 0,-1 20 20 0 0,0 0 0 0 0,-1 0 1 0 0,0 0-1 0 0,-1 0 0 0 0,-1 0 1 0 0,0 1-1 0 0,0-1 0 0 0,-2 1 1 0 0,1 0-1 0 0,-13-19 0 0 0,15 28-28 0 0,1-1 0 0 0,0 1 0 0 0,-1 0-1 0 0,0 0 1 0 0,0 0 0 0 0,0 1-1 0 0,0-1 1 0 0,0 1 0 0 0,0-1 0 0 0,-1 1-1 0 0,1 0 1 0 0,-1 0 0 0 0,1 1-1 0 0,-1-1 1 0 0,0 1 0 0 0,0 0 0 0 0,-7-2-1 0 0,6 3 1 0 0,-1 0-1 0 0,1 0 1 0 0,0 0-1 0 0,-1 1 1 0 0,1 0-1 0 0,-1 0 0 0 0,1 0 1 0 0,0 1-1 0 0,0 0 1 0 0,0 0-1 0 0,-9 4 1 0 0,1 2-1 0 0,0 0 0 0 0,1 1 0 0 0,0 1 0 0 0,0 0 0 0 0,1 0 0 0 0,0 1 0 0 0,1 1 0 0 0,-13 18 0 0 0,16-20 2 0 0,1 0 1 0 0,1 0-1 0 0,0 0 1 0 0,1 0-1 0 0,-1 1 1 0 0,2 0-1 0 0,0 0 0 0 0,0 0 1 0 0,-1 17-1 0 0,3-24-1 0 0,1 0 0 0 0,0 0 0 0 0,0 0 0 0 0,0 0 0 0 0,0 0 0 0 0,1 0-1 0 0,0 0 1 0 0,0 0 0 0 0,0 0 0 0 0,0 0 0 0 0,0 0 0 0 0,1-1 0 0 0,0 1 0 0 0,0 0-1 0 0,0-1 1 0 0,0 0 0 0 0,0 1 0 0 0,1-1 0 0 0,-1 0 0 0 0,1 0 0 0 0,0 0 0 0 0,0 0 0 0 0,0-1-1 0 0,1 1 1 0 0,-1-1 0 0 0,0 0 0 0 0,1 0 0 0 0,0 0 0 0 0,6 2 0 0 0,3 0-5 0 0,0 0 1 0 0,0-2 0 0 0,0 1-1 0 0,1-2 1 0 0,-1 0 0 0 0,0 0-1 0 0,1-1 1 0 0,-1-1 0 0 0,0 0-1 0 0,0-1 1 0 0,1 0 0 0 0,-1-1-1 0 0,0-1 1 0 0,-1 0 0 0 0,18-8-1 0 0,3-3 7 0 0,-1-2 1 0 0,0-1-1 0 0,-1-2 0 0 0,38-32 0 0 0,-1-7-6 0 0,-45 37-33 0 0,2 1 0 0 0,48-33-1 0 0,-72 53 34 0 0,1 0-1 0 0,0 0 1 0 0,-1 1 0 0 0,1-1-1 0 0,0 0 1 0 0,-1 1-1 0 0,1-1 1 0 0,0 1-1 0 0,0 0 1 0 0,0-1 0 0 0,-1 1-1 0 0,1 0 1 0 0,0 0-1 0 0,0 0 1 0 0,0 0 0 0 0,-1 1-1 0 0,1-1 1 0 0,0 0-1 0 0,0 1 1 0 0,2 1-1 0 0,-1-1 1 0 0,0 1-1 0 0,0 0 0 0 0,0 0 0 0 0,-1 0 1 0 0,1 0-1 0 0,-1 0 0 0 0,0 0 0 0 0,1 1 1 0 0,-1-1-1 0 0,3 6 0 0 0,1 2-3 0 0,-1 0 0 0 0,0 1 0 0 0,0 0 0 0 0,-1 0 0 0 0,4 16 0 0 0,-4-4 22 0 0,0-1 0 0 0,-1 1 0 0 0,-1 0 0 0 0,-2-1 0 0 0,-2 30-1 0 0,-8 16 2619 0 0,10-67-2507 0 0,-1 1 0 0 0,1-1-1 0 0,0 1 1 0 0,-1-1 0 0 0,1 0 0 0 0,-1 0-1 0 0,1 1 1 0 0,-1-1 0 0 0,0 0-1 0 0,0 0 1 0 0,1 0 0 0 0,-3 2 0 0 0,3-3-82 0 0,0 1 1 0 0,-1-1-1 0 0,1 0 1 0 0,-1 0 0 0 0,1 1-1 0 0,0-1 1 0 0,-1 0-1 0 0,1 0 1 0 0,-1 0-1 0 0,1 0 1 0 0,-1 0 0 0 0,1 0-1 0 0,-1 0 1 0 0,1 0-1 0 0,-1 0 1 0 0,1 0 0 0 0,-1 0-1 0 0,1 0 1 0 0,0 0-1 0 0,-1 0 1 0 0,1 0 0 0 0,-1 0-1 0 0,1 0 1 0 0,-1-1-1 0 0,1 1 1 0 0,-1 0-1 0 0,1-2-24 0 0,-1 0-1 0 0,1 1 1 0 0,0-1-1 0 0,0 0 1 0 0,0 0-1 0 0,0 1 1 0 0,0-1-1 0 0,0 0 0 0 0,0 0 1 0 0,1 1-1 0 0,-1-1 1 0 0,2-2-1 0 0,-2 2 10 0 0,3-8-40 0 0,1 0 1 0 0,0 0 0 0 0,0 0-1 0 0,1 0 1 0 0,0 1-1 0 0,1 0 1 0 0,0 0-1 0 0,1 0 1 0 0,0 1 0 0 0,12-12-1 0 0,-6 7-642 0 0,1 1 1 0 0,0 1-1 0 0,1 0 0 0 0,0 1 1 0 0,25-12-1 0 0,-29 17-591 0 0,0 1 1 0 0,1 0-1 0 0,22-5 0 0 0,13 2-5845 0 0,-30 6 1865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7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344 584 704 0 0,'3'-2'831'0'0,"1"-1"1"0"0,-1 1-1 0 0,0-1 0 0 0,0 1 1 0 0,0-1-1 0 0,-1 0 0 0 0,1 0 1 0 0,-1 0-1 0 0,1-1 0 0 0,-1 1 1 0 0,2-4-1 0 0,-3 6-666 0 0,-1-1 0 0 0,1 0 0 0 0,0 1 0 0 0,-1-1-1 0 0,1 1 1 0 0,-1-1 0 0 0,0 1 0 0 0,0-1 0 0 0,1 0-1 0 0,-1 1 1 0 0,0-1 0 0 0,0 0 0 0 0,0 1 0 0 0,-1-1 0 0 0,1 0-1 0 0,0 1 1 0 0,-1-1 0 0 0,1 1 0 0 0,-1-1 0 0 0,1 0 0 0 0,-1 1-1 0 0,0-1 1 0 0,0 1 0 0 0,0 0 0 0 0,1-1 0 0 0,-1 1 0 0 0,-3-3-1 0 0,3 3-116 0 0,0 1 1 0 0,-1-1-1 0 0,1 0 0 0 0,0 0 0 0 0,-1 1 0 0 0,1-1 0 0 0,-1 1 0 0 0,1-1 0 0 0,-1 1 0 0 0,0-1 0 0 0,1 1 0 0 0,-1 0 0 0 0,1 0 0 0 0,-1 0 0 0 0,0 0 0 0 0,-2 1 0 0 0,-27 4 262 0 0,10 2-210 0 0,-1 1 0 0 0,2 0 0 0 0,0 1 0 0 0,0 2-1 0 0,0 0 1 0 0,1 1 0 0 0,1 1 0 0 0,0 0 0 0 0,1 1 0 0 0,1 2-1 0 0,0-1 1 0 0,1 2 0 0 0,0 0 0 0 0,2 0 0 0 0,-16 27 0 0 0,27-41-87 0 0,0 0 0 0 0,0 1 1 0 0,1-1-1 0 0,0 0 1 0 0,0 1-1 0 0,0-1 0 0 0,0 1 1 0 0,0-1-1 0 0,1 1 1 0 0,-1-1-1 0 0,1 1 0 0 0,0 0 1 0 0,0-1-1 0 0,0 1 1 0 0,1-1-1 0 0,-1 1 0 0 0,2 5 1 0 0,0-6-6 0 0,-1-1 0 0 0,0 1 0 0 0,1-1 0 0 0,-1 1-1 0 0,1-1 1 0 0,0 0 0 0 0,0 0 0 0 0,0 0 0 0 0,0 0 0 0 0,0 0 0 0 0,1 0 0 0 0,-1 0 0 0 0,0-1 0 0 0,1 1 0 0 0,-1-1 0 0 0,1 1 0 0 0,0-1 0 0 0,-1 0 0 0 0,1 0 0 0 0,0-1 0 0 0,0 1 0 0 0,3 0 0 0 0,2 1-2 0 0,1-1 0 0 0,-1-1 0 0 0,0 1 0 0 0,1-1 0 0 0,-1-1 0 0 0,0 1 0 0 0,1-1 0 0 0,-1-1 0 0 0,0 0 0 0 0,11-3 0 0 0,-7 0-4 0 0,0 0 0 0 0,0-1 1 0 0,-1-1-1 0 0,0 1 0 0 0,0-2 1 0 0,10-8-1 0 0,4-6-10 0 0,-2-2 0 0 0,0-1 0 0 0,-2 0 0 0 0,25-39 0 0 0,8-22-3 0 0,-5-3 0 0 0,-3-1 0 0 0,35-101 0 0 0,-53 127 21 0 0,8-25-32 0 0,-34 81 8 0 0,-1 7-3 0 0,-15 29-5 0 0,-14 36 257 0 0,2 1 0 0 0,3 1 0 0 0,4 0 0 0 0,2 2 0 0 0,3 1 0 0 0,-6 89 1 0 0,19-143-202 0 0,0 0 0 0 0,2 0 1 0 0,0 0-1 0 0,0 0 1 0 0,1 0-1 0 0,7 23 1 0 0,-7-32-21 0 0,1 1 0 0 0,0-1 0 0 0,0 0 0 0 0,0 0 0 0 0,0 0 0 0 0,1 0 0 0 0,0-1 0 0 0,0 0 0 0 0,1 1 1 0 0,0-1-1 0 0,-1-1 0 0 0,2 1 0 0 0,-1-1 0 0 0,0 0 0 0 0,1 0 0 0 0,10 5 0 0 0,-9-6-5 0 0,0 0-1 0 0,0 0 1 0 0,0-1-1 0 0,0 0 1 0 0,0 0 0 0 0,1 0-1 0 0,-1-1 1 0 0,1 0-1 0 0,-1-1 1 0 0,1 0-1 0 0,-1 0 1 0 0,1-1 0 0 0,10-1-1 0 0,-7-1-5 0 0,0 0-1 0 0,0-1 1 0 0,0 0 0 0 0,-1-1 0 0 0,0 0-1 0 0,0 0 1 0 0,0-1 0 0 0,10-9-1 0 0,2-2-13 0 0,-2-2-1 0 0,0-1 0 0 0,-1 0 0 0 0,-1-1 0 0 0,-1-1 0 0 0,21-36 1 0 0,-24 34 27 0 0,0-1 1 0 0,-1 0 0 0 0,-2-1-1 0 0,0 0 1 0 0,9-40 0 0 0,-20 62-11 0 0,-3-4-10 0 0,2 8 4 0 0,1 0 0 0 0,-1-1 0 0 0,1 1 0 0 0,-1 0 0 0 0,1 0 0 0 0,-1-1 0 0 0,1 1 0 0 0,-1 0 0 0 0,1 0 0 0 0,-1 0-1 0 0,0 0 1 0 0,1 0 0 0 0,-1 0 0 0 0,1 0 0 0 0,-1 0 0 0 0,1 0 0 0 0,-1 0 0 0 0,0 0 0 0 0,0 0 0 0 0,-5 2 2 0 0,1 0 0 0 0,-1 0 1 0 0,0 0-1 0 0,1 0 0 0 0,-1 1 0 0 0,1 0 1 0 0,0 1-1 0 0,0-1 0 0 0,0 1 1 0 0,0 0-1 0 0,1 0 0 0 0,-5 5 0 0 0,-9 11 15 0 0,-21 30 0 0 0,35-45-17 0 0,-4 6 6 0 0,1 0 0 0 0,0 1 0 0 0,1-1-1 0 0,0 1 1 0 0,0 1 0 0 0,1-1 0 0 0,1 1-1 0 0,-5 22 1 0 0,8-30 2 0 0,1 0 0 0 0,-1 0 0 0 0,1 0 0 0 0,0-1 0 0 0,0 1-1 0 0,0 0 1 0 0,1 0 0 0 0,0 0 0 0 0,0 0 0 0 0,0 0 0 0 0,1-1 0 0 0,-1 1 0 0 0,1 0 0 0 0,0-1-1 0 0,1 0 1 0 0,-1 1 0 0 0,1-1 0 0 0,-1 0 0 0 0,1 0 0 0 0,1 0 0 0 0,-1-1 0 0 0,0 1-1 0 0,1-1 1 0 0,0 0 0 0 0,0 0 0 0 0,7 4 0 0 0,3 1-1 0 0,0-1-1 0 0,0 0 1 0 0,1-2 0 0 0,0 1-1 0 0,0-2 1 0 0,1 0 0 0 0,-1-1-1 0 0,1-1 1 0 0,0 0 0 0 0,29-1-1 0 0,-25-1-1 0 0,-1-2-1 0 0,1 0 1 0 0,-1-1-1 0 0,1-1 1 0 0,-1-1-1 0 0,0-1 0 0 0,0-1 1 0 0,23-11-1 0 0,-24 7-10 0 0,1-1 0 0 0,-2 0 0 0 0,1-2 0 0 0,-2 0 0 0 0,0-1 0 0 0,-1 0 0 0 0,0-1 0 0 0,-1-1 0 0 0,-1 0 0 0 0,-1-1-1 0 0,0-1 1 0 0,-2 1 0 0 0,0-2 0 0 0,-1 0 0 0 0,0 0 0 0 0,-2 0 0 0 0,8-39 0 0 0,-14 45 26 0 0,0-1 0 0 0,-3-19 1 0 0,1 33-21 0 0,1 1 0 0 0,0-1 0 0 0,0 1 0 0 0,0-1 0 0 0,-1 0 1 0 0,1 1-1 0 0,0-1 0 0 0,-1 1 0 0 0,1-1 0 0 0,0 1 0 0 0,-1 0 1 0 0,1-1-1 0 0,0 1 0 0 0,-1-1 0 0 0,1 1 0 0 0,-1 0 1 0 0,1-1-1 0 0,-1 1 0 0 0,1 0 0 0 0,-1-1 0 0 0,0 1 0 0 0,1 0 1 0 0,-1 0-1 0 0,1 0 0 0 0,-1-1 0 0 0,1 1 0 0 0,-1 0 0 0 0,0 0 1 0 0,1 0-1 0 0,-2 0 0 0 0,-24 5-7 0 0,17 2-4 0 0,8-4 1 0 0,-1-1 13 0 0,1 0 1 0 0,0 0-1 0 0,0 0 0 0 0,0 0 1 0 0,0 0-1 0 0,1 0 0 0 0,-1 0 1 0 0,0 1-1 0 0,1-1 0 0 0,0 0 1 0 0,-1 0-1 0 0,1 1 0 0 0,0-1 1 0 0,0 0-1 0 0,0 0 0 0 0,1 1 1 0 0,-1-1-1 0 0,0 0 0 0 0,1 0 1 0 0,-1 0-1 0 0,1 1 0 0 0,0-1 1 0 0,0 0-1 0 0,0 0 0 0 0,0 0 1 0 0,0 0-1 0 0,0 0 0 0 0,3 2 1 0 0,3 3 5 0 0,-1-1 0 0 0,1 0 0 0 0,0-1 0 0 0,1 0 0 0 0,-1 0 0 0 0,1 0 0 0 0,0-1 0 0 0,0 0 0 0 0,0-1 1 0 0,1 0-1 0 0,-1 0 0 0 0,1-1 0 0 0,0 0 0 0 0,0 0 0 0 0,0-1 0 0 0,-1 0 0 0 0,12-1 0 0 0,4 0-2 0 0,1-1 0 0 0,-1-1 0 0 0,1-1 1 0 0,-1-2-1 0 0,26-7 0 0 0,57-23 201 0 0,-88 27 1419 0 0,28-16-1 0 0,-45 22-1395 0 0,1 1 0 0 0,0-1-1 0 0,-1 1 1 0 0,1 0 0 0 0,0 0 0 0 0,0 0-1 0 0,0 0 1 0 0,0 0 0 0 0,4 0-1 0 0,-7 1-219 0 0,0 0-1 0 0,0 0 0 0 0,0 0 0 0 0,0 0 0 0 0,0 0 0 0 0,1 0 1 0 0,-1 0-1 0 0,0 0 0 0 0,0 0 0 0 0,0 0 0 0 0,0 0 0 0 0,0 0 0 0 0,1 0 1 0 0,-1 0-1 0 0,0 0 0 0 0,0 0 0 0 0,0 1 0 0 0,0-1 0 0 0,0 0 1 0 0,0 0-1 0 0,1 0 0 0 0,-1 0 0 0 0,0 0 0 0 0,0 0 0 0 0,0 1 1 0 0,0-1-1 0 0,0 0 0 0 0,0 0 0 0 0,0 0 0 0 0,0 0 0 0 0,0 0 0 0 0,0 1 1 0 0,0-1-1 0 0,0 0 0 0 0,0 0 0 0 0,0 0 0 0 0,0 0 0 0 0,0 0 1 0 0,0 1-1 0 0,0-1 0 0 0,0 0 0 0 0,0 0 0 0 0,0 0 0 0 0,0 1 0 0 0,-8 12 190 0 0,-30 30 219 0 0,20-24-284 0 0,2 0 0 0 0,-14 22 1 0 0,18-25-213 0 0,2 1 1 0 0,1 0 0 0 0,0 1 0 0 0,1 0-1 0 0,-7 23 1 0 0,13-36-290 0 0,1 1 1 0 0,0-1-1 0 0,0 1 0 0 0,1-1 0 0 0,-1 1 1 0 0,1 0-1 0 0,1-1 0 0 0,-1 1 0 0 0,1 0 1 0 0,0-1-1 0 0,0 1 0 0 0,0-1 1 0 0,1 1-1 0 0,0-1 0 0 0,0 0 0 0 0,0 1 1 0 0,1-1-1 0 0,0 0 0 0 0,0-1 0 0 0,0 1 1 0 0,1 0-1 0 0,6 6 0 0 0,-4-4-1389 0 0,1-1 1 0 0,-1 0-1 0 0,1-1 0 0 0,10 7 1 0 0,14 5-6788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8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5 202 2288 0 0,'-2'-10'1262'0'0,"1"0"1"0"0,0 1-1 0 0,0-1 0 0 0,1 0 0 0 0,0 0 0 0 0,1 0 1 0 0,3-16-1 0 0,-2 16-602 0 0,1 1 0 0 0,0-1 0 0 0,0 0 1 0 0,6-8-1 0 0,-9 17-643 0 0,1-1 0 0 0,0 1 1 0 0,-1 0-1 0 0,1 0 0 0 0,0 0 1 0 0,0 0-1 0 0,0 0 0 0 0,0 0 1 0 0,0 0-1 0 0,0 1 0 0 0,0-1 1 0 0,0 0-1 0 0,0 1 0 0 0,1-1 1 0 0,-1 0-1 0 0,0 1 0 0 0,0-1 1 0 0,1 1-1 0 0,-1 0 0 0 0,0-1 1 0 0,0 1-1 0 0,1 0 0 0 0,-1 0 1 0 0,0 0-1 0 0,1 0 0 0 0,-1 0 1 0 0,0 0-1 0 0,1 0 0 0 0,-1 0 1 0 0,0 1-1 0 0,1-1 0 0 0,-1 0 1 0 0,0 1-1 0 0,3 0 0 0 0,0 1-13 0 0,1 0-1 0 0,-1 1 0 0 0,1-1 0 0 0,-1 1 1 0 0,0 0-1 0 0,0 0 0 0 0,5 4 1 0 0,0 4 9 0 0,-1-1 1 0 0,1 1 0 0 0,-2 1 0 0 0,1-1-1 0 0,-2 1 1 0 0,0 0 0 0 0,0 1 0 0 0,-1 0-1 0 0,0 0 1 0 0,2 13 0 0 0,1 11 144 0 0,-2-1 1 0 0,3 56-1 0 0,-8-76 86 0 0,0 1-1 0 0,-2-1 0 0 0,0 1 0 0 0,-1-1 1 0 0,-6 23-1 0 0,6-31 242 0 0,0 0 1 0 0,-1-1-1 0 0,0 1 0 0 0,0-1 0 0 0,-1 0 1 0 0,0 1-1 0 0,0-2 0 0 0,-1 1 1 0 0,0 0-1 0 0,0-1 0 0 0,0 0 1 0 0,-11 9-1 0 0,14-14-359 0 0,0-1 0 0 0,0 1 0 0 0,0 0 0 0 0,0 0 0 0 0,0-1 0 0 0,0 1 0 0 0,0-1 0 0 0,0 0 0 0 0,0 0-1 0 0,0 1 1 0 0,0-1 0 0 0,0 0 0 0 0,0-1 0 0 0,0 1 0 0 0,0 0 0 0 0,0-1 0 0 0,0 1 0 0 0,0-1 0 0 0,0 0 0 0 0,0 1 0 0 0,0-1 0 0 0,0 0 0 0 0,0 0 0 0 0,0 0 0 0 0,1 0 0 0 0,-1-1 0 0 0,0 1 0 0 0,1 0 0 0 0,-1-1 0 0 0,1 1 0 0 0,-1-1-1 0 0,1 0 1 0 0,0 1 0 0 0,-2-4 0 0 0,2 2-89 0 0,0 0 0 0 0,0 0 0 0 0,1 0 0 0 0,-1-1 0 0 0,0 1 0 0 0,1 0 1 0 0,0 0-1 0 0,0-1 0 0 0,0 1 0 0 0,0 0 0 0 0,1-1 0 0 0,-1 1 0 0 0,1 0 0 0 0,0 0 0 0 0,-1-1 0 0 0,2 1 0 0 0,-1 0 0 0 0,0 0 0 0 0,3-3 0 0 0,3-8-40 0 0,2 0 0 0 0,16-21-1 0 0,-17 25 30 0 0,23-27-477 0 0,1 1 0 0 0,2 2-1 0 0,1 1 1 0 0,1 2 0 0 0,57-37 0 0 0,61-26-4617 0 0,2 14-6268 0 0,-117 62 2971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9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51 1012 0 0,'15'-51'12241'0'0,"-15"54"-12023"0"0,-95 449 1049 0 0,89-421-1681 0 0,-4 38 0 0 0,9-58-350 0 0,1-1 0 0 0,0 1 0 0 0,1 0 0 0 0,2 13 0 0 0,2-10-2450 0 0,2-1-1258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09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74 1940 0 0,'4'-7'1036'0'0,"0"1"-1"0"0,0-1 1 0 0,0 1-1 0 0,-1-1 1 0 0,0 0-1 0 0,-1 0 1 0 0,0-1-1 0 0,3-10 1 0 0,-26 30-45 0 0,11-2-895 0 0,-1 0 0 0 0,2 0 0 0 0,-1 1 0 0 0,2 0 0 0 0,-1 1 0 0 0,1 0 0 0 0,1 1 0 0 0,0-1 0 0 0,1 1 0 0 0,1 0 0 0 0,-6 19 0 0 0,10-30-88 0 0,1 0-1 0 0,0 0 1 0 0,0 0-1 0 0,0 0 1 0 0,0 1-1 0 0,0-1 1 0 0,0 0-1 0 0,0 0 1 0 0,1 0-1 0 0,-1 0 1 0 0,1 0-1 0 0,-1 0 1 0 0,1-1-1 0 0,0 1 1 0 0,0 0-1 0 0,0 0 1 0 0,0 0-1 0 0,0-1 1 0 0,0 1-1 0 0,0 0 1 0 0,1-1-1 0 0,-1 1 1 0 0,0-1-1 0 0,1 1 1 0 0,-1-1-1 0 0,1 0 1 0 0,0 0-1 0 0,0 0 1 0 0,1 1-1 0 0,8 4 36 0 0,-1-1-1 0 0,1-1 1 0 0,0 0 0 0 0,13 3 0 0 0,5 2 40 0 0,-19-5-101 0 0,-3-2 182 0 0,0 1 0 0 0,0-1 1 0 0,0 1-1 0 0,-1 1 0 0 0,1-1 1 0 0,-1 1-1 0 0,0 0 0 0 0,0 1 1 0 0,-1-1-1 0 0,1 1 0 0 0,5 6 1 0 0,-11-9-101 0 0,1-1 0 0 0,0 0 0 0 0,-1 1 0 0 0,1-1 0 0 0,-1 1 0 0 0,0-1 0 0 0,1 0 0 0 0,-1 1 0 0 0,0-1 0 0 0,0 1 0 0 0,0-1 0 0 0,0 1 0 0 0,0-1 0 0 0,0 1 0 0 0,0-1 0 0 0,-1 1 0 0 0,1-1 0 0 0,0 1 0 0 0,-1-1 0 0 0,0 1 0 0 0,1-1 0 0 0,-1 0 0 0 0,0 2 0 0 0,-19 25 629 0 0,13-20-609 0 0,-1 0 0 0 0,0-1 1 0 0,0 0-1 0 0,-1-1 1 0 0,0 0-1 0 0,0 0 0 0 0,0-1 1 0 0,-1 0-1 0 0,1-1 1 0 0,-1 0-1 0 0,-11 3 0 0 0,12-5-356 0 0,0 1 1 0 0,0-2-1 0 0,1 1 0 0 0,-1-1 0 0 0,0-1 0 0 0,0 0 0 0 0,0 0 0 0 0,-10-2 1 0 0,14 1-624 0 0,0 0 0 0 0,0-1 1 0 0,0 0-1 0 0,0 0 0 0 0,0 0 0 0 0,1-1 1 0 0,-1 1-1 0 0,-6-6 0 0 0,-6-6-5322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0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2084 0 0,'3'-16'2112'0'0,"-1"0"-347"0"0,0 4-333 0 0,-1 2-92 0 0,1 0 464 0 0,0-5-632 0 0,-1 0-432 0 0,1 4-344 0 0,5 5-832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1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226 372 2212 0 0,'-16'-49'6673'0'0,"15"46"-6225"0"0,-1 0-1 0 0,0-1 1 0 0,1 1-1 0 0,-1 0 1 0 0,-1 0-1 0 0,1 0 1 0 0,0 0-1 0 0,-1 0 1 0 0,1 1-1 0 0,-6-5 1 0 0,7 7-413 0 0,0 0 0 0 0,0 0-1 0 0,1 0 1 0 0,-1-1 0 0 0,0 1 0 0 0,0 0 0 0 0,1 0 0 0 0,-1 0-1 0 0,0 0 1 0 0,0 1 0 0 0,0-1 0 0 0,1 0 0 0 0,-1 0-1 0 0,0 0 1 0 0,0 1 0 0 0,1-1 0 0 0,-1 0 0 0 0,0 0 0 0 0,1 1-1 0 0,-1-1 1 0 0,0 1 0 0 0,1-1 0 0 0,-1 1 0 0 0,0-1 0 0 0,0 1-1 0 0,-14 14 360 0 0,-4 13-269 0 0,1 0-1 0 0,1 0 0 0 0,1 2 0 0 0,2 0 1 0 0,1 1-1 0 0,1 0 0 0 0,2 1 1 0 0,1 0-1 0 0,-5 40 0 0 0,12-64-116 0 0,1 1 1 0 0,0 0-1 0 0,1-1 0 0 0,0 1 0 0 0,0 0 0 0 0,1-1 0 0 0,0 1 1 0 0,1 0-1 0 0,-1-1 0 0 0,2 1 0 0 0,4 11 0 0 0,-5-16-7 0 0,0-1 0 0 0,-1 1 0 0 0,2-1 0 0 0,-1 0 0 0 0,0 1 0 0 0,1-1 0 0 0,0 0 0 0 0,-1-1 0 0 0,1 1 0 0 0,0 0 0 0 0,0-1-1 0 0,1 0 1 0 0,-1 0 0 0 0,0 0 0 0 0,1 0 0 0 0,0 0 0 0 0,-1 0 0 0 0,1-1 0 0 0,0 0 0 0 0,0 0 0 0 0,0 0 0 0 0,-1 0 0 0 0,1-1 0 0 0,0 1 0 0 0,0-1 0 0 0,8-1 0 0 0,-3 1 0 0 0,-1-1 0 0 0,1 0 0 0 0,-1-1 0 0 0,0 0 0 0 0,1 0 0 0 0,-1-1 0 0 0,0 0 1 0 0,0 0-1 0 0,-1-1 0 0 0,1 0 0 0 0,-1-1 0 0 0,0 1 0 0 0,0-1 0 0 0,0-1 0 0 0,-1 1 1 0 0,1-1-1 0 0,-1 0 0 0 0,-1-1 0 0 0,1 1 0 0 0,5-11 0 0 0,-4 6 4 0 0,-1-1 0 0 0,0 0 0 0 0,-1 0 0 0 0,-1 0 0 0 0,0 0 0 0 0,0-1-1 0 0,-1 1 1 0 0,-1-1 0 0 0,0 0 0 0 0,-1 0 0 0 0,0 0 0 0 0,-3-25 0 0 0,1 19-5 0 0,-2 1 0 0 0,0-1 0 0 0,-1 1 0 0 0,-1 0 0 0 0,0 0-1 0 0,-2 0 1 0 0,0 1 0 0 0,-1 0 0 0 0,-1 0 0 0 0,-16-23 0 0 0,24 38 0 0 0,-1 0-1 0 0,1 0 0 0 0,-1 1 1 0 0,0-1-1 0 0,0 0 1 0 0,1 1-1 0 0,-1 0 0 0 0,0-1 1 0 0,0 1-1 0 0,-1 0 0 0 0,1 0 1 0 0,0 0-1 0 0,0 0 1 0 0,0 0-1 0 0,-1 1 0 0 0,1-1 1 0 0,0 1-1 0 0,-1-1 1 0 0,1 1-1 0 0,-1 0 0 0 0,1 0 1 0 0,0 0-1 0 0,-1 0 1 0 0,1 0-1 0 0,-1 1 0 0 0,1-1 1 0 0,-3 2-1 0 0,-2 0 3 0 0,1 1 0 0 0,0 0 0 0 0,0 0 0 0 0,0 0 0 0 0,1 1-1 0 0,-1 0 1 0 0,1 0 0 0 0,-9 10 0 0 0,6-6-1 0 0,2 0 0 0 0,-1 1 0 0 0,1 0-1 0 0,0 0 1 0 0,1 1 0 0 0,0 0 0 0 0,-7 17 0 0 0,11-22-6 0 0,-1 0 1 0 0,1 0 0 0 0,0 1 0 0 0,0-1 0 0 0,0 0 0 0 0,1 1 0 0 0,0 10 0 0 0,1-14-1 0 0,-1 1 1 0 0,1 0-1 0 0,-1-1 0 0 0,1 1 1 0 0,0-1-1 0 0,0 1 1 0 0,0-1-1 0 0,0 1 0 0 0,1-1 1 0 0,-1 0-1 0 0,1 0 1 0 0,-1 1-1 0 0,1-1 0 0 0,0 0 1 0 0,-1 0-1 0 0,5 2 1 0 0,-2-1-36 0 0,0-1 1 0 0,1 1-1 0 0,-1-1 1 0 0,1 0-1 0 0,0-1 1 0 0,-1 1-1 0 0,1-1 1 0 0,0 0-1 0 0,0 0 1 0 0,0 0-1 0 0,0-1 1 0 0,6 1-1 0 0,10-2-282 0 0,31-3-1 0 0,-43 3 248 0 0,27-3-218 0 0,-1-2 0 0 0,1-2-1 0 0,-1-1 1 0 0,-1-2 0 0 0,1-1 0 0 0,35-19 0 0 0,-48 20 209 0 0,0-2 0 0 0,-1 0 1 0 0,0-1-1 0 0,-1-1 0 0 0,-1-2 0 0 0,0 1 1 0 0,-1-2-1 0 0,-1 0 0 0 0,25-36 0 0 0,-17 12 118 0 0,-3 0 0 0 0,0-1 0 0 0,-3-1 0 0 0,15-52 0 0 0,-34 94 16 0 0,-1 4-28 0 0,-1 0 1 0 0,0 0-1 0 0,1 0 0 0 0,0 0 1 0 0,-1 0-1 0 0,1 1 0 0 0,0-1 1 0 0,0 0-1 0 0,-1 4 0 0 0,1-3 12 0 0,-36 80 391 0 0,4 2 0 0 0,-43 170 1 0 0,22 54 391 0 0,54-307-697 0 0,10-23-36 0 0,-10 19-75 0 0,13-28 16 0 0,1 0 0 0 0,2 2-1 0 0,1-1 1 0 0,0 2 0 0 0,2 1-1 0 0,43-46 1 0 0,-57 66-25 0 0,1 0-1 0 0,1 0 0 0 0,-1 1 1 0 0,1 0-1 0 0,0 0 1 0 0,9-4-1 0 0,-13 7-3 0 0,1 1 1 0 0,0-1-1 0 0,0 1 0 0 0,0 0 0 0 0,0 0 0 0 0,0 0 0 0 0,0 0 0 0 0,0 1 0 0 0,1-1 1 0 0,-1 1-1 0 0,0 0 0 0 0,0 1 0 0 0,8 1 0 0 0,-7-1 0 0 0,0 1 0 0 0,0 0 0 0 0,0 0 0 0 0,0 1 0 0 0,0-1 0 0 0,-1 1 0 0 0,1 0 0 0 0,-1 1 0 0 0,1-1 0 0 0,-1 1 1 0 0,-1 0-1 0 0,1 0 0 0 0,0 0 0 0 0,-1 0 0 0 0,0 0 0 0 0,0 1 0 0 0,0 0 0 0 0,2 5 0 0 0,-2-4 79 0 0,0 0 1 0 0,-1 0 0 0 0,0 0-1 0 0,0 0 1 0 0,0 1 0 0 0,-1-1-1 0 0,0 1 1 0 0,0-1 0 0 0,-1 1-1 0 0,1-1 1 0 0,-1 1 0 0 0,-1 0-1 0 0,1-1 1 0 0,-3 9-1 0 0,0-7 83 0 0,0 1 0 0 0,-1-1-1 0 0,0 0 1 0 0,0 0 0 0 0,-1 0-1 0 0,0-1 1 0 0,0 1 0 0 0,-1-1-1 0 0,0 0 1 0 0,0-1 0 0 0,0 1-1 0 0,-1-1 1 0 0,0-1 0 0 0,-1 1-1 0 0,1-1 1 0 0,-1-1 0 0 0,0 1-1 0 0,0-1 1 0 0,0 0 0 0 0,-18 4-1 0 0,4-1-65 0 0,0-2 1 0 0,-1 0-1 0 0,0-2 0 0 0,0 0 0 0 0,0-2 0 0 0,-46-3 0 0 0,43-2-2066 0 0,16-3-985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1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157 95 112 0 0,'23'-95'16246'0'0,"-23"97"-15852"0"0,1 9-47 0 0,0-1 1 0 0,-1 1 0 0 0,0-1-1 0 0,0 0 1 0 0,-2 1 0 0 0,-3 17-1 0 0,2-11-50 0 0,-90 432 3553 0 0,33-180-2751 0 0,58-259-1079 0 0,-4 18 56 0 0,-4 47 1 0 0,9-69-65 0 0,1 0 0 0 0,0 1 1 0 0,0-1-1 0 0,1 1 0 0 0,0-1 0 0 0,0 0 1 0 0,0 1-1 0 0,1-1 0 0 0,-1 0 1 0 0,2 0-1 0 0,-1 0 0 0 0,1 0 0 0 0,4 8 1 0 0,-4-12-25 0 0,-1 1 0 0 0,1-1 0 0 0,-1 1 0 0 0,1-1 0 0 0,0 0 0 0 0,0 0 1 0 0,0 0-1 0 0,0-1 0 0 0,1 1 0 0 0,-1-1 0 0 0,0 1 0 0 0,1-1 0 0 0,-1 0 0 0 0,1-1 1 0 0,-1 1-1 0 0,1-1 0 0 0,-1 1 0 0 0,1-1 0 0 0,0 0 0 0 0,-1 0 0 0 0,1 0 0 0 0,-1-1 1 0 0,1 0-1 0 0,-1 1 0 0 0,5-3 0 0 0,7-1-482 0 0,-1 0 0 0 0,0-2 1 0 0,0 1-1 0 0,21-14 0 0 0,-17 9-820 0 0,-1-1 0 0 0,0-1-1 0 0,18-17 1 0 0,-25 20-749 0 0,0-2-1 0 0,-1 1 1 0 0,9-13-1 0 0,-3 1-4019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72 2120 0 0,'-72'-2'11517'0'0,"70"2"-10709"0"0,-14-3 1359 0 0,18 0-2118 0 0,0 1 0 0 0,1 0 0 0 0,-1 0 0 0 0,0 1 0 0 0,1-1 0 0 0,-1 0 0 0 0,1 1 0 0 0,0-1 0 0 0,0 1 0 0 0,-1 0 0 0 0,1 0 0 0 0,5-1 0 0 0,46-9 114 0 0,-30 6-107 0 0,26-5-791 0 0,71-6 1 0 0,-5 13-7193 0 0,-86 3 2259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2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409 134 1056 0 0,'-2'-9'1954'0'0,"0"0"0"0"0,0 0 0 0 0,-1 0 0 0 0,0 0 0 0 0,-7-14 0 0 0,4 12-712 0 0,-1-1 0 0 0,0 1 0 0 0,-11-12 0 0 0,16 22-1201 0 0,1 0 1 0 0,-1 0 0 0 0,0 0 0 0 0,1 0 0 0 0,-1 0-1 0 0,0 1 1 0 0,0-1 0 0 0,0 0 0 0 0,0 1-1 0 0,0 0 1 0 0,1 0 0 0 0,-1-1 0 0 0,0 1 0 0 0,0 0-1 0 0,0 0 1 0 0,0 1 0 0 0,0-1 0 0 0,0 0-1 0 0,0 1 1 0 0,-3 1 0 0 0,-7 2 32 0 0,1 0 1 0 0,-1 1-1 0 0,1 0 1 0 0,0 1-1 0 0,1 1 1 0 0,0 0-1 0 0,-18 14 1 0 0,-59 66 312 0 0,65-63-293 0 0,-32 44 1 0 0,49-61-89 0 0,0 1 0 0 0,1 0 0 0 0,0 0 0 0 0,0 0 1 0 0,1 0-1 0 0,0 1 0 0 0,0-1 0 0 0,1 1 0 0 0,0 0 1 0 0,0 0-1 0 0,0 10 0 0 0,2-16-3 0 0,0 0 1 0 0,0 0-1 0 0,0-1 0 0 0,1 1 1 0 0,-1 0-1 0 0,1-1 0 0 0,0 1 1 0 0,-1 0-1 0 0,1-1 0 0 0,0 1 1 0 0,0-1-1 0 0,1 0 0 0 0,-1 1 1 0 0,1-1-1 0 0,-1 0 0 0 0,1 0 0 0 0,0 1 1 0 0,2 1-1 0 0,-1-2 0 0 0,0 0-1 0 0,0 0 0 0 0,0 0 1 0 0,0 0-1 0 0,0-1 0 0 0,1 0 1 0 0,-1 1-1 0 0,1-1 1 0 0,-1 0-1 0 0,1-1 0 0 0,-1 1 1 0 0,5 0-1 0 0,3-1 1 0 0,-1 0 1 0 0,0-1-1 0 0,0 0 0 0 0,0 0 0 0 0,0-1 0 0 0,0-1 0 0 0,0 1 1 0 0,17-9-1 0 0,-11 3-2 0 0,0-1 0 0 0,-1 0 1 0 0,-1-1-1 0 0,0-1 0 0 0,0 0 0 0 0,-1-1 1 0 0,0-1-1 0 0,-1 0 0 0 0,0 0 0 0 0,18-30 1 0 0,0-7 11 0 0,-3-2 0 0 0,24-60 1 0 0,-50 110-45 0 0,-1 2-21 0 0,0 0 52 0 0,1 0 1 0 0,-1 0-1 0 0,0 0 0 0 0,1 1 0 0 0,-1-1 0 0 0,0 0 0 0 0,1 0 1 0 0,-1 1-1 0 0,0-1 0 0 0,0 0 0 0 0,1 1 0 0 0,-1-1 0 0 0,0 0 0 0 0,0 0 1 0 0,0 1-1 0 0,1-1 0 0 0,-1 0 0 0 0,0 1 0 0 0,0-1 0 0 0,0 1 1 0 0,0-1-1 0 0,0 0 0 0 0,0 1 0 0 0,0-1 0 0 0,0 0 0 0 0,0 1 0 0 0,0-1 1 0 0,0 0-1 0 0,0 1 0 0 0,0-1 0 0 0,0 1 0 0 0,-1 15 13 0 0,0-13-8 0 0,-5 45-125 0 0,3-27 192 0 0,0 1-1 0 0,2 0 1 0 0,1 37 0 0 0,1-53-216 0 0,-1-1 1 0 0,1 0 0 0 0,0 1-1 0 0,1-1 1 0 0,-1 0 0 0 0,1 0-1 0 0,0 1 1 0 0,1-2-1 0 0,-1 1 1 0 0,1 0 0 0 0,0 0-1 0 0,0-1 1 0 0,0 1 0 0 0,1-1-1 0 0,-1 0 1 0 0,1 0 0 0 0,0-1-1 0 0,0 1 1 0 0,9 5 0 0 0,-7-5-292 0 0,0-1 1 0 0,1 0 0 0 0,-1 0 0 0 0,1-1-1 0 0,0 0 1 0 0,0 0 0 0 0,0-1 0 0 0,0 1 0 0 0,8-1-1 0 0,-5 0-1157 0 0,0-1-1 0 0,0-1 1 0 0,14-2-1 0 0,-4 0-2578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2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0 182 2400 0 0,'12'-18'2075'0'0,"-1"0"-1"0"0,-1-1 0 0 0,-1 0 1 0 0,0 0-1 0 0,-2-1 0 0 0,6-22 1 0 0,-4 15 1609 0 0,-16 57-3109 0 0,-5 17-366 0 0,-9 45 43 0 0,20-81-270 0 0,-1 0 0 0 0,2 1 0 0 0,-1-1 0 0 0,2 1-1 0 0,0-1 1 0 0,2 12 0 0 0,-3-22-83 0 0,0 0 0 0 0,0 0 1 0 0,0 1-1 0 0,1-1 0 0 0,-1 0 0 0 0,1 0 1 0 0,-1 0-1 0 0,1 0 0 0 0,-1 0 0 0 0,1 0 1 0 0,-1 0-1 0 0,1 0 0 0 0,0 0 0 0 0,0-1 1 0 0,-1 1-1 0 0,1 0 0 0 0,0 0 1 0 0,0 0-1 0 0,0-1 0 0 0,0 1 0 0 0,0-1 1 0 0,0 1-1 0 0,0 0 0 0 0,0-1 0 0 0,0 0 1 0 0,0 1-1 0 0,0-1 0 0 0,0 0 0 0 0,1 1 1 0 0,-1-1-1 0 0,0 0 0 0 0,0 0 0 0 0,2 0 1 0 0,1-1-641 0 0,-1 1 1 0 0,0-1 0 0 0,0 1 0 0 0,0-1 0 0 0,0 0-1 0 0,0 0 1 0 0,0-1 0 0 0,-1 1 0 0 0,1-1 0 0 0,0 1-1 0 0,4-4 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2.8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159 117 1976 0 0,'-10'-13'3292'0'0,"-2"0"0"0"0,-14-13 0 0 0,-29-20 2775 0 0,35 28-5165 0 0,18 17-1110 0 0,0 1-597 0 0,0 1 617 0 0,1-1-1 0 0,0 0 1 0 0,0 0-1 0 0,0 1 1 0 0,0-1-1 0 0,0 1 1 0 0,0-1-1 0 0,0 1 1 0 0,0 0-1 0 0,0-1 1 0 0,0 1-1 0 0,0 0 1 0 0,0 0 0 0 0,0 0-1 0 0,0-1 1 0 0,0 1-1 0 0,-1 2 1 0 0,-10 21-6789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2896 0 0,'3'-7'10483'0'0,"-3"7"-10341"0"0,6 3-29 0 0,-1 0 1 0 0,1 0-1 0 0,-1 1 1 0 0,0 0 0 0 0,-1 0-1 0 0,1 1 1 0 0,-1-1 0 0 0,0 1-1 0 0,0 0 1 0 0,6 9 0 0 0,4 10 57 0 0,13 26 1 0 0,-24-44-99 0 0,1 2 90 0 0,-1-1 1 0 0,0 1 0 0 0,-1-1-1 0 0,1 1 1 0 0,-1 0-1 0 0,-1 0 1 0 0,0 0 0 0 0,0 0-1 0 0,0 1 1 0 0,-1-1-1 0 0,0 0 1 0 0,-1 0 0 0 0,0 0-1 0 0,0 0 1 0 0,-1 0-1 0 0,0 0 1 0 0,0 0 0 0 0,-1 0-1 0 0,0-1 1 0 0,0 1-1 0 0,-1-1 1 0 0,0 0 0 0 0,0 0-1 0 0,-1 0 1 0 0,1-1-1 0 0,-2 1 1 0 0,1-1 0 0 0,-8 7-1 0 0,12-12-126 0 0,0 0 1 0 0,0-1-1 0 0,0 1 0 0 0,1 0 1 0 0,-1 0-1 0 0,0-1 0 0 0,0 1 0 0 0,0 0 1 0 0,0-1-1 0 0,0 1 0 0 0,-1-1 1 0 0,1 1-1 0 0,0-1 0 0 0,0 0 0 0 0,0 1 1 0 0,0-1-1 0 0,0 0 0 0 0,-1 0 1 0 0,1 0-1 0 0,0 0 0 0 0,0 0 0 0 0,0 0 1 0 0,-1 0-1 0 0,1 0 0 0 0,0 0 1 0 0,0-1-1 0 0,0 1 0 0 0,0 0 1 0 0,0-1-1 0 0,0 1 0 0 0,0-1 0 0 0,-1 1 1 0 0,1-1-1 0 0,0 0 0 0 0,-1 0 1 0 0,1-1-18 0 0,-1 0 0 0 0,1 1 0 0 0,0-1 1 0 0,0 0-1 0 0,0 0 0 0 0,0 0 0 0 0,0 0 1 0 0,0 0-1 0 0,0 0 0 0 0,1 0 0 0 0,-1 0 1 0 0,1 0-1 0 0,-1 0 0 0 0,1 0 0 0 0,0-1 1 0 0,0-2-1 0 0,2-6 1 0 0,0 0-1 0 0,0 0 1 0 0,1 0 0 0 0,0 1 0 0 0,1-1-1 0 0,1 1 1 0 0,-1 0 0 0 0,2 0 0 0 0,-1 1-1 0 0,1-1 1 0 0,7-8 0 0 0,3-2-13 0 0,1 1-1 0 0,1 1 1 0 0,34-28-1 0 0,-42 37-15 0 0,1 1 0 0 0,-1 0 0 0 0,2 0-1 0 0,-1 1 1 0 0,1 1 0 0 0,0 0 0 0 0,1 1-1 0 0,-1 0 1 0 0,1 0 0 0 0,17-2 0 0 0,-25 6-13 0 0,-1 1 1 0 0,0 0-1 0 0,1 0 1 0 0,-1 0 0 0 0,1 0-1 0 0,-1 1 1 0 0,1 0-1 0 0,-1 0 1 0 0,0 0-1 0 0,1 0 1 0 0,-1 1 0 0 0,0-1-1 0 0,0 1 1 0 0,0 0-1 0 0,7 5 1 0 0,-7-3 60 0 0,1 0 1 0 0,-1 0-1 0 0,0 1 0 0 0,0 0 1 0 0,0-1-1 0 0,-1 1 0 0 0,0 0 1 0 0,0 1-1 0 0,0-1 1 0 0,3 9-1 0 0,-1 1 297 0 0,-1 1 1 0 0,0 0-1 0 0,-1-1 0 0 0,-1 1 1 0 0,0 0-1 0 0,-1 1 1 0 0,-2 26-1 0 0,-1 34 380 0 0,4-52-2376 0 0,6-14-3128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7.2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102 138 256 0 0,'0'0'11332'0'0,"17"14"-10774"0"0,-10-12-502 0 0,-1 0 0 0 0,0-1 0 0 0,1 0-1 0 0,-1 0 1 0 0,1-1 0 0 0,-1 0-1 0 0,1 0 1 0 0,8-1 0 0 0,-9 0-38 0 0,0 0 1 0 0,1 0-1 0 0,-1-1 0 0 0,0 0 1 0 0,0 0-1 0 0,0 0 1 0 0,0-1-1 0 0,0 0 1 0 0,-1 0-1 0 0,1 0 0 0 0,-1-1 1 0 0,0 0-1 0 0,0 0 1 0 0,0 0-1 0 0,0 0 0 0 0,-1-1 1 0 0,8-10-1 0 0,-12 14-11 0 0,1-1-1 0 0,-1 1 0 0 0,1-1 1 0 0,-1 1-1 0 0,0-1 1 0 0,0 1-1 0 0,0-1 0 0 0,0 0 1 0 0,0 1-1 0 0,0-1 1 0 0,-1 1-1 0 0,1-1 1 0 0,0 1-1 0 0,-1-1 0 0 0,1 1 1 0 0,-1-1-1 0 0,1 1 1 0 0,-1-1-1 0 0,0 1 0 0 0,-1-2 1 0 0,-18-26 52 0 0,18 26-57 0 0,0 1 1 0 0,-1-1 0 0 0,1 1-1 0 0,-1-1 1 0 0,0 1 0 0 0,1 0 0 0 0,-1 0-1 0 0,0 0 1 0 0,0 0 0 0 0,0 0 0 0 0,-1 1-1 0 0,1 0 1 0 0,0-1 0 0 0,-1 1-1 0 0,1 0 1 0 0,0 1 0 0 0,-6-2 0 0 0,5 2-6 0 0,-1 1 1 0 0,0-1 0 0 0,1 1-1 0 0,-1-1 1 0 0,0 1-1 0 0,1 1 1 0 0,-1-1 0 0 0,1 1-1 0 0,0-1 1 0 0,-1 1-1 0 0,-6 5 1 0 0,1 0 1 0 0,0 0 1 0 0,0 1-1 0 0,0 1 1 0 0,1-1-1 0 0,0 1 1 0 0,1 1-1 0 0,0 0 0 0 0,-12 20 1 0 0,11-14-1 0 0,0 1 1 0 0,1 0-1 0 0,1 1 1 0 0,-8 28-1 0 0,14-41 8 0 0,-1 1-1 0 0,1-1 0 0 0,0 1 1 0 0,1 0-1 0 0,-1 0 0 0 0,1 0 1 0 0,0-1-1 0 0,0 1 0 0 0,1 0 1 0 0,0 0-1 0 0,0 0 1 0 0,0-1-1 0 0,1 1 0 0 0,0-1 1 0 0,0 1-1 0 0,0-1 0 0 0,1 0 1 0 0,0 0-1 0 0,3 5 1 0 0,-2-6-37 0 0,0 0 1 0 0,0-1-1 0 0,0 1 1 0 0,0-1-1 0 0,1 0 1 0 0,0-1 0 0 0,0 1-1 0 0,-1-1 1 0 0,1 0-1 0 0,0 0 1 0 0,1 0-1 0 0,-1-1 1 0 0,0 0 0 0 0,1 0-1 0 0,-1 0 1 0 0,0 0-1 0 0,8-1 1 0 0,10 0-548 0 0,0-1 0 0 0,37-7 0 0 0,97-25-4632 0 0,-103 18 1770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336 586 552 0 0,'2'-3'522'0'0,"0"0"0"0"0,0 0 0 0 0,-1-1 0 0 0,1 1 0 0 0,-1-1-1 0 0,0 1 1 0 0,0-1 0 0 0,0 1 0 0 0,-1-1 0 0 0,1 0 0 0 0,-1 1 0 0 0,0-1 0 0 0,0-4 0 0 0,0 7-465 0 0,0 1 0 0 0,0-1 1 0 0,-1 1-1 0 0,1-1 0 0 0,0 1 1 0 0,0-1-1 0 0,-1 1 0 0 0,1 0 1 0 0,0-1-1 0 0,-1 1 0 0 0,1-1 1 0 0,0 1-1 0 0,-1 0 0 0 0,1-1 1 0 0,-1 1-1 0 0,1 0 0 0 0,0 0 1 0 0,-1-1-1 0 0,1 1 0 0 0,-1 0 1 0 0,1 0-1 0 0,-1 0 0 0 0,1-1 1 0 0,-1 1-1 0 0,1 0 0 0 0,-1 0 1 0 0,1 0-1 0 0,-1 0 0 0 0,1 0 1 0 0,-1 0-1 0 0,1 0 0 0 0,-1 0 1 0 0,0 0-1 0 0,-15 3 493 0 0,15-3-530 0 0,-8 4 227 0 0,-1 0 0 0 0,1 0-1 0 0,0 0 1 0 0,1 1 0 0 0,-1 1 0 0 0,1 0-1 0 0,0 0 1 0 0,-7 8 0 0 0,0-2 98 0 0,-17 14 322 0 0,2 1 0 0 0,-31 37 0 0 0,47-48-507 0 0,1 0 0 0 0,1 1 0 0 0,0 1 1 0 0,2 0-1 0 0,0 0 0 0 0,-8 22 0 0 0,16-37-136 0 0,1 0 0 0 0,0 0 0 0 0,0-1 0 0 0,1 1-1 0 0,-1 0 1 0 0,1 0 0 0 0,-1 0 0 0 0,1 0 0 0 0,0 0 0 0 0,0 0 0 0 0,0 0-1 0 0,1 0 1 0 0,-1 0 0 0 0,1 0 0 0 0,-1 0 0 0 0,3 5 0 0 0,-2-6-18 0 0,0-1 0 0 0,0 0 0 0 0,0 0 0 0 0,1 1 0 0 0,-1-1 0 0 0,0 0 0 0 0,1 0 0 0 0,-1 0 0 0 0,0 0 0 0 0,1 0 0 0 0,0 0 0 0 0,-1-1 0 0 0,1 1 0 0 0,-1-1 0 0 0,1 1 0 0 0,0-1 0 0 0,-1 1 0 0 0,1-1 0 0 0,0 0 0 0 0,0 0 0 0 0,-1 0 0 0 0,1 0 0 0 0,0 0 0 0 0,-1 0 0 0 0,1 0 0 0 0,0 0 0 0 0,0-1 0 0 0,-1 1 0 0 0,3-2 0 0 0,14-2 1 0 0,-1-2 0 0 0,0 0 0 0 0,-1-2 0 0 0,0 1 0 0 0,0-2-1 0 0,0 0 1 0 0,-1-1 0 0 0,-1 0 0 0 0,1-2 0 0 0,12-12 0 0 0,-4 1-6 0 0,-2 0 1 0 0,0-1 0 0 0,-1-1 0 0 0,29-51-1 0 0,-22 25-34 0 0,-2-2 0 0 0,-2-1 0 0 0,20-69 0 0 0,26-175-93 0 0,-61 246 90 0 0,-8 43 0 0 0,-5 4 23 0 0,4 6 15 0 0,0 0-1 0 0,-1 0 1 0 0,1-1 0 0 0,0 1-1 0 0,-1 0 1 0 0,1 0 0 0 0,0 0 0 0 0,0 0-1 0 0,0 1 1 0 0,0-1 0 0 0,0 0 0 0 0,0 0-1 0 0,0 1 1 0 0,0-1 0 0 0,0 2 0 0 0,-13 24 265 0 0,-2 10 239 0 0,1 1 0 0 0,3 0 0 0 0,-10 44 1 0 0,-14 122 399 0 0,31-169-847 0 0,-1 9 102 0 0,-1 54 0 0 0,7-78-980 0 0,1 1 1 0 0,0 0-1 0 0,2 0 0 0 0,9 36 1 0 0,-9-49-880 0 0,-1-1 1 0 0,1 0 0 0 0,7 12 0 0 0,2 0-5017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7.9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3096 0 0,'17'-37'15480'0'0,"-9"23"-11050"0"0,-7 12-3750 0 0,1-6 1852 0 0,3 2-4106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19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72 252 624 0 0,'15'19'18930'0'0,"-78"-61"-18696"0"0,62 41-238 0 0,-3-1-33 0 0,1 0-1 0 0,0 0 1 0 0,0-1-1 0 0,0 1 1 0 0,-4-5-1 0 0,19 2 26 0 0,-1 1-1 0 0,1 0 1 0 0,0 0 0 0 0,0 1-1 0 0,21-2 1 0 0,2-1-12 0 0,20-6-27 0 0,248-66-417 0 0,-172 29 398 0 0,-112 40 62 0 0,13-5 32 0 0,-31 13-28 0 0,1 0 8 0 0,6-3 14 0 0,-3 0 13 0 0,8-1 40 0 0,-10 4-49 0 0,-1 1-18 0 0,-2 0-130 0 0,0 0 125 0 0,1 0 0 0 0,-1 0 0 0 0,0 1 1 0 0,1-1-1 0 0,-1 0 0 0 0,0 0 0 0 0,0 0 1 0 0,1 1-1 0 0,-1-1 0 0 0,0 0 0 0 0,0 0 1 0 0,1 1-1 0 0,-1-1 0 0 0,0 0 0 0 0,0 0 1 0 0,0 1-1 0 0,1-1 0 0 0,-1 0 0 0 0,0 1 1 0 0,0-1-1 0 0,0 0 0 0 0,0 1 0 0 0,0-1 1 0 0,0 0-1 0 0,0 1 0 0 0,0-1 0 0 0,0 0 1 0 0,0 1-1 0 0,0-1 0 0 0,0 1 0 0 0,0-1 1 0 0,0 0-1 0 0,0 1 0 0 0,0-1 0 0 0,0 0 1 0 0,0 1-1 0 0,0-1 0 0 0,0 0 0 0 0,-1 0 1 0 0,1 1-1 0 0,0 0 0 0 0,-9 23-13 0 0,4-12 21 0 0,-19 67 36 0 0,-34 118 607 0 0,-1 49 170 0 0,-19 68 493 0 0,77-311-1239 0 0,-29 96 510 0 0,16-58 2047 0 0,13-40-2548 0 0,0 1 1 0 0,0-1-1 0 0,-1 0 0 0 0,1 1 0 0 0,0-1 0 0 0,0 0 1 0 0,-1 0-1 0 0,1 1 0 0 0,0-1 0 0 0,-1 0 0 0 0,1 0 1 0 0,-1-1-1 0 0,0 1 0 0 0,1 0 0 0 0,-1 0 1 0 0,0-1-1 0 0,1 1 0 0 0,-1-1 0 0 0,0 0 0 0 0,0 1 1 0 0,1-1-1 0 0,-1 0 0 0 0,-3 0 0 0 0,-40-3 140 0 0,40 2-123 0 0,-34-5-16 0 0,0-3 1 0 0,1-1-1 0 0,-56-22 1 0 0,83 28-95 0 0,-27-7-3159 0 0,36 10 2193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0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169 166 2748 0 0,'40'-99'13072'0'0,"-22"50"-9270"0"0,-17 48-3669 0 0,4-10 204 0 0,-3 6-7 0 0,-5 17-5 0 0,-29 116 1453 0 0,-11 33-910 0 0,14-67-579 0 0,-22 62 9 0 0,-11 13 1486 0 0,61-168-1460 0 0,-3 17 1059 0 0,4-18-1364 0 0,0-1 1 0 0,0 1-1 0 0,0 0 1 0 0,0 0-1 0 0,0 0 1 0 0,0-1-1 0 0,0 1 1 0 0,0 0 0 0 0,-1 0-1 0 0,1 0 1 0 0,0 0-1 0 0,0 0 1 0 0,0-1-1 0 0,0 1 1 0 0,-1 0-1 0 0,1 0 1 0 0,0 0-1 0 0,0 0 1 0 0,0 0-1 0 0,0 0 1 0 0,-1 0-1 0 0,1 0 1 0 0,0 0-1 0 0,0-1 1 0 0,0 1-1 0 0,-1 0 1 0 0,1 0-1 0 0,0 0 1 0 0,0 0 0 0 0,0 0-1 0 0,-1 0 1 0 0,1 0-1 0 0,0 1 1 0 0,0-1-1 0 0,0 0 1 0 0,-1 0-1 0 0,1 0 1 0 0,0 0-1 0 0,0 0 1 0 0,0 0-1 0 0,-1 0 1 0 0,1 0-1 0 0,0 0 1 0 0,0 0-1 0 0,0 1 1 0 0,0-1-1 0 0,0 0 1 0 0,-1 0 0 0 0,1 0-1 0 0,0 0 1 0 0,0 1-1 0 0,0-1 1 0 0,0 0-1 0 0,0 0 1 0 0,0 0-1 0 0,0 0 1 0 0,-1 1-1 0 0,1-1 1 0 0,0 0-1 0 0,0 0 1 0 0,0 1-1 0 0,0-3-19 0 0,4-32 66 0 0,0 20-96 0 0,0 1 0 0 0,2 0 1 0 0,0 0-1 0 0,0 1 1 0 0,1 0-1 0 0,0 0 1 0 0,1 0-1 0 0,1 1 0 0 0,0 0 1 0 0,13-12-1 0 0,-1 1-19 0 0,2 1-1 0 0,1 1 0 0 0,0 1 0 0 0,1 2 1 0 0,1 0-1 0 0,37-17 0 0 0,-63 34 50 0 0,9-4-56 0 0,-1 1 1 0 0,1 0 0 0 0,13-3 0 0 0,-20 6 42 0 0,1 0 0 0 0,0-1 1 0 0,-1 1-1 0 0,1 0 0 0 0,-1 0 0 0 0,1 0 1 0 0,-1 1-1 0 0,1-1 0 0 0,-1 1 0 0 0,1-1 1 0 0,-1 1-1 0 0,1 0 0 0 0,-1 0 1 0 0,0 0-1 0 0,1 0 0 0 0,-1 0 0 0 0,0 1 1 0 0,3 1-1 0 0,0 2 3 0 0,0 0 0 0 0,-1 0 0 0 0,0 0 0 0 0,0 1 0 0 0,0 0 0 0 0,0-1 0 0 0,-1 1 0 0 0,0 1 0 0 0,0-1 0 0 0,-1 0 0 0 0,0 1 0 0 0,0-1 0 0 0,0 1 0 0 0,-1 0 0 0 0,0-1-1 0 0,0 15 1 0 0,-1 6 10 0 0,-1 1-1 0 0,-10 52 0 0 0,8-58-10 0 0,-14 46 50 0 0,11-48-33 0 0,6-18 16 0 0,-1 4 132 0 0,-1 8-3669 0 0,28-6-4974 0 0,-2-13 2310 0 0,-7-3-881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158 172 1556 0 0,'0'-10'6415'0'0,"0"10"-6295"0"0,0-1 0 0 0,0 1-1 0 0,0-1 1 0 0,0 1 0 0 0,0 0 0 0 0,-1-1 0 0 0,1 1 0 0 0,0 0 0 0 0,0-1 0 0 0,0 1 0 0 0,0 0 0 0 0,0-1 0 0 0,-1 1 0 0 0,1 0-1 0 0,0-1 1 0 0,-1 1 240 0 0,1-1-240 0 0,0 1 0 0 0,-1 0 0 0 0,1 0 0 0 0,0-1 0 0 0,-1 1 0 0 0,1 0-1 0 0,0 0 1 0 0,-1 0 0 0 0,1 0 0 0 0,0-1 0 0 0,-1 1 0 0 0,-7 8 1494 0 0,-6 20-290 0 0,13-26-973 0 0,1 0-153 0 0,0 1-52 0 0,0-1-2 0 0,0 0-1 0 0,0 0 0 0 0,0 0 0 0 0,0 0 1 0 0,0 0-1 0 0,1 0 0 0 0,-1 0 0 0 0,0 0 1 0 0,2 2-1 0 0,-2-3-100 0 0,1-1 0 0 0,0 1 0 0 0,-1 0 1 0 0,1 0-1 0 0,0-1 0 0 0,0 1 0 0 0,0-1 0 0 0,-1 1 0 0 0,1-1 1 0 0,0 1-1 0 0,0-1 0 0 0,0 1 0 0 0,0-1 0 0 0,0 0 0 0 0,0 0 0 0 0,0 1 1 0 0,0-1-1 0 0,-1 0 0 0 0,1 0 0 0 0,0 0 0 0 0,0 0 0 0 0,0 0 0 0 0,2 0 1 0 0,6-1 32 0 0,1 0 0 0 0,0 0 0 0 0,-1 0 0 0 0,1-1 0 0 0,-1-1 0 0 0,0 0 0 0 0,0 0 0 0 0,0-1 0 0 0,0 0 0 0 0,0 0 0 0 0,-1-1 0 0 0,0 0 0 0 0,9-8 0 0 0,-6 5-45 0 0,-1-2 1 0 0,0 1-1 0 0,-1-2 0 0 0,0 1 1 0 0,0-1-1 0 0,-1 0 0 0 0,-1-1 0 0 0,13-24 1 0 0,-19 32-16 0 0,0 1 1 0 0,0 0-1 0 0,0 0 1 0 0,0-1-1 0 0,-1 1 1 0 0,1-6-1 0 0,-1 7-19 0 0,0 1 0 0 0,0 0-1 0 0,0-1 1 0 0,0 1 0 0 0,0-1-1 0 0,0 1 1 0 0,0 0 0 0 0,-1-1 0 0 0,1 1-1 0 0,-1 0 1 0 0,1 0 0 0 0,-1-1 0 0 0,1 1-1 0 0,-1 0 1 0 0,0 0 0 0 0,1 0 0 0 0,-1 0-1 0 0,-2-2 1 0 0,2 2 0 0 0,0 1 0 0 0,-1-1 1 0 0,1 1-1 0 0,0-1 0 0 0,-1 1 0 0 0,1 0 0 0 0,-1 0 1 0 0,1-1-1 0 0,0 1 0 0 0,-1 0 0 0 0,1 0 0 0 0,-1 0 1 0 0,1 1-1 0 0,-1-1 0 0 0,1 0 0 0 0,-1 1 0 0 0,1-1 1 0 0,0 0-1 0 0,-3 2 0 0 0,-23 11-21 0 0,-5 7 206 0 0,1 3 1 0 0,1 0-1 0 0,1 2 0 0 0,1 1 1 0 0,2 1-1 0 0,0 1 0 0 0,2 1 0 0 0,1 2 1 0 0,-28 48-1 0 0,48-74-143 0 0,0 1-1 0 0,1-1 1 0 0,-1 1 0 0 0,1 0 0 0 0,0 0 0 0 0,0 0-1 0 0,1 0 1 0 0,-1 9 0 0 0,1-12-24 0 0,1-1-1 0 0,1 0 1 0 0,-1 0 0 0 0,0 0-1 0 0,0 0 1 0 0,1 0 0 0 0,-1 0-1 0 0,1 0 1 0 0,0 0 0 0 0,0 0-1 0 0,-1 0 1 0 0,1 0 0 0 0,0 0-1 0 0,1-1 1 0 0,-1 1 0 0 0,0 0 0 0 0,0-1-1 0 0,1 1 1 0 0,-1-1 0 0 0,1 1-1 0 0,-1-1 1 0 0,1 0 0 0 0,0 1-1 0 0,0-1 1 0 0,-1 0 0 0 0,1 0-1 0 0,0 0 1 0 0,3 0 0 0 0,5 3 19 0 0,1-1 1 0 0,0 0 0 0 0,0-1-1 0 0,0 0 1 0 0,0-1-1 0 0,20 0 1 0 0,70-8 34 0 0,-81 5-48 0 0,32-3 206 0 0,73-18 1 0 0,-100 16-871 0 0,36-14 0 0 0,-45 14-856 0 0,-1-1 0 0 0,0 0-1 0 0,16-12 1 0 0,-10 2-5365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2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357 580 284 0 0,'4'-5'1158'0'0,"0"-1"0"0"0,0 0 0 0 0,0 0 0 0 0,-1 0 0 0 0,0 0-1 0 0,0-1 1 0 0,3-10 0 0 0,-4 12-766 0 0,-1 0 1 0 0,0 0-1 0 0,-1 0 0 0 0,1 0 0 0 0,-1 0 1 0 0,0-1-1 0 0,0 1 0 0 0,0 0 0 0 0,-1 0 0 0 0,0 0 1 0 0,0-1-1 0 0,0 1 0 0 0,-1 0 0 0 0,1 0 0 0 0,-1 1 1 0 0,-4-8-1 0 0,5 11-371 0 0,1 0 1 0 0,-1 0-1 0 0,1 1 1 0 0,-1-1-1 0 0,0 0 1 0 0,1 1 0 0 0,-1-1-1 0 0,0 1 1 0 0,0-1-1 0 0,1 1 1 0 0,-1-1-1 0 0,0 1 1 0 0,0-1-1 0 0,0 1 1 0 0,0 0-1 0 0,1-1 1 0 0,-1 1-1 0 0,0 0 1 0 0,0 0 0 0 0,0 0-1 0 0,0 0 1 0 0,0-1-1 0 0,0 1 1 0 0,0 1-1 0 0,-1-1 1 0 0,-22 7 133 0 0,9 1-124 0 0,1 0 1 0 0,0 1-1 0 0,1 1 1 0 0,-1 0 0 0 0,-16 19-1 0 0,-55 64 45 0 0,84-92-74 0 0,-26 32 14 0 0,-42 65 1 0 0,62-87-1 0 0,0 0-1 0 0,1 1 1 0 0,1 0-1 0 0,0 1 1 0 0,0-1 0 0 0,1 1-1 0 0,1 0 1 0 0,0 0-1 0 0,1 0 1 0 0,-1 15 0 0 0,3-26-14 0 0,0 0 1 0 0,0 0 0 0 0,0-1-1 0 0,1 1 1 0 0,-1 0 0 0 0,0 0-1 0 0,1 0 1 0 0,-1 0 0 0 0,1 0-1 0 0,-1 0 1 0 0,1-1 0 0 0,0 1 0 0 0,0 0-1 0 0,0-1 1 0 0,0 1 0 0 0,0 0-1 0 0,0-1 1 0 0,0 1 0 0 0,1-1-1 0 0,-1 0 1 0 0,3 3 0 0 0,-2-3 5 0 0,1 0 0 0 0,0 0 0 0 0,-1 0 0 0 0,1 0 0 0 0,0 0 0 0 0,0 0 0 0 0,0-1 0 0 0,-1 1 0 0 0,1-1 0 0 0,0 0 0 0 0,0 0 0 0 0,6-1 0 0 0,4-1 21 0 0,1 0-1 0 0,-1-2 1 0 0,0 1 0 0 0,24-11-1 0 0,-16 4-34 0 0,-1 0-1 0 0,0-2 0 0 0,-1 0 0 0 0,0-1 0 0 0,-1 0 1 0 0,19-19-1 0 0,-13 8-19 0 0,-2-1-1 0 0,0-1 1 0 0,27-43-1 0 0,-3-10-27 0 0,-4-1-1 0 0,34-95 1 0 0,10-57-341 0 0,-85 230 367 0 0,-3 4 13 0 0,-7 13 16 0 0,0 0 1 0 0,1 1 0 0 0,1-1 0 0 0,0 2 0 0 0,-7 28-1 0 0,8-28 15 0 0,0 1 14 0 0,-62 207 432 0 0,61-191-380 0 0,0 0 0 0 0,2 0 1 0 0,2 0-1 0 0,1 62 0 0 0,3-87-61 0 0,-1 0 0 0 0,2-1 0 0 0,-1 1 0 0 0,1 0 0 0 0,0-1 0 0 0,0 0 0 0 0,1 1 0 0 0,1-1 1 0 0,-1 0-1 0 0,1-1 0 0 0,0 1 0 0 0,1-1 0 0 0,0 1 0 0 0,0-2 0 0 0,1 1 0 0 0,0 0 0 0 0,0-1 0 0 0,0 0 0 0 0,1 0 0 0 0,0-1 0 0 0,0 0 0 0 0,0 0 0 0 0,0-1 1 0 0,1 0-1 0 0,0 0 0 0 0,0-1 0 0 0,0 0 0 0 0,0 0 0 0 0,1-1 0 0 0,-1 0 0 0 0,12 2 0 0 0,-9-3-10 0 0,0 0 0 0 0,0-1 0 0 0,0 0 0 0 0,0 0 0 0 0,0-1 0 0 0,0-1 0 0 0,0 0 0 0 0,0 0 0 0 0,0-1 0 0 0,-1-1 0 0 0,1 1 0 0 0,-1-2 0 0 0,0 1 0 0 0,12-9 0 0 0,-11 5-10 0 0,0 0 0 0 0,0-1 0 0 0,0 0 1 0 0,-2-1-1 0 0,1 0 0 0 0,-1 0 1 0 0,-1-1-1 0 0,1-1 0 0 0,-2 1 0 0 0,0-1 1 0 0,6-14-1 0 0,-1-1 16 0 0,-2 0 1 0 0,0-1-1 0 0,-2 0 0 0 0,-1 0 1 0 0,5-56-1 0 0,-11 83-18 0 0,-1 1 0 0 0,0-1 0 0 0,0 1 0 0 0,0-1 0 0 0,0 0 1 0 0,1 1-1 0 0,-1-1 0 0 0,0 0 0 0 0,0 1 0 0 0,0-1 0 0 0,-1 0 0 0 0,1 1 0 0 0,0-1 0 0 0,0 0 0 0 0,0 1 0 0 0,0-1 0 0 0,-1 0 0 0 0,1 1 1 0 0,0-1-1 0 0,-1 1 0 0 0,1-1 0 0 0,0 0 0 0 0,-1 1 0 0 0,1-1 0 0 0,-1 1 0 0 0,1-1 0 0 0,0 1 0 0 0,-1-1 0 0 0,0 1 0 0 0,1 0 0 0 0,-1-1 1 0 0,1 1-1 0 0,-1 0 0 0 0,1-1 0 0 0,-1 1 0 0 0,0 0 0 0 0,1 0 0 0 0,-1-1 0 0 0,0 1 0 0 0,1 0 0 0 0,-1 0 0 0 0,0 0 0 0 0,1 0 0 0 0,-1 0 1 0 0,0 0-1 0 0,1 0 0 0 0,-1 0 0 0 0,0 0 0 0 0,1 0 0 0 0,-1 1 0 0 0,1-1 0 0 0,-1 0 0 0 0,0 0 0 0 0,1 0 0 0 0,-1 1 0 0 0,0-1 1 0 0,1 0-1 0 0,-1 1 0 0 0,-5 2-1 0 0,1 0-1 0 0,-1 0 1 0 0,1 0 0 0 0,0 0 0 0 0,-5 5 0 0 0,-11 11 5 0 0,2 0 1 0 0,0 1-1 0 0,-26 36 1 0 0,39-48 10 0 0,1 0-1 0 0,0 1 1 0 0,0 0 0 0 0,0 0 0 0 0,1 1-1 0 0,1-1 1 0 0,-1 1 0 0 0,2 0-1 0 0,-1 0 1 0 0,1 0 0 0 0,1 0 0 0 0,-1 20-1 0 0,2-27-1 0 0,1 1 0 0 0,-1-1 0 0 0,1 0-1 0 0,-1 1 1 0 0,1-1 0 0 0,0 0-1 0 0,0 0 1 0 0,1 0 0 0 0,-1 0 0 0 0,1 0-1 0 0,-1 0 1 0 0,1 0 0 0 0,0 0 0 0 0,0-1-1 0 0,0 1 1 0 0,0-1 0 0 0,5 5 0 0 0,-2-4 3 0 0,0 0 1 0 0,0 0-1 0 0,0 0 1 0 0,1-1 0 0 0,-1 1-1 0 0,1-1 1 0 0,-1 0-1 0 0,1-1 1 0 0,8 2 0 0 0,3-1-49 0 0,-1-1 1 0 0,0 0 0 0 0,1-1 0 0 0,-1-1-1 0 0,0-1 1 0 0,24-4 0 0 0,-11-2-498 0 0,-1-2 0 0 0,0 0 0 0 0,0-2 0 0 0,-1 0 0 0 0,0-2 0 0 0,-1-2 0 0 0,-1 0 0 0 0,0-1 0 0 0,-1-2 0 0 0,-1 0 0 0 0,34-39 0 0 0,-23 19 17 0 0,-1-1 0 0 0,-3-2 0 0 0,-2-1 0 0 0,-1-1-1 0 0,-2-2 1 0 0,19-50 0 0 0,-23 41 2378 0 0,-3-2-1 0 0,15-79 0 0 0,-32 130-1835 0 0,2-15 1468 0 0,-6 16-586 0 0,-6 10-406 0 0,5-1-281 0 0,0 1-1 0 0,1 0 1 0 0,-1 0-1 0 0,1 1 1 0 0,0-1 0 0 0,0 1-1 0 0,1-1 1 0 0,0 1 0 0 0,-2 7-1 0 0,0-3 78 0 0,-24 68 2209 0 0,-24 113 0 0 0,-1 86 86 0 0,39-193-2213 0 0,7-49-284 0 0,1 0 0 0 0,3 1 0 0 0,0 50 0 0 0,3-85-142 0 0,0 1 0 0 0,0 0-1 0 0,0 0 1 0 0,1 0 0 0 0,-1 0 0 0 0,0 0-1 0 0,1 0 1 0 0,0-1 0 0 0,-1 1 0 0 0,1 0-1 0 0,0 0 1 0 0,0-1 0 0 0,0 1-1 0 0,0-1 1 0 0,0 1 0 0 0,0-1 0 0 0,1 1-1 0 0,-1-1 1 0 0,0 1 0 0 0,1-1-1 0 0,-1 0 1 0 0,3 2 0 0 0,-1-2-189 0 0,0 0-1 0 0,0 0 1 0 0,0 0 0 0 0,0 0 0 0 0,1-1-1 0 0,-1 1 1 0 0,0-1 0 0 0,0 0 0 0 0,0 0-1 0 0,0 0 1 0 0,1 0 0 0 0,3-1 0 0 0,4-2-1043 0 0,0 1 0 0 0,-1-2 0 0 0,1 1 0 0 0,-1-1-1 0 0,0-1 1 0 0,19-11 0 0 0,0-5-4036 0 0,2-2-2657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51 1100 0 0,'-48'-15'5533'0'0,"18"5"7"0"0,-59-11 1 0 0,65 17-4080 0 0,29 3-1074 0 0,40 2-1081 0 0,-35-1 522 0 0,22 1-688 0 0,106 3-3496 0 0,-44-3-1689 0 0,-45-1 1014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3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261 60 1612 0 0,'-22'31'5501'0'0,"-15"20"1141"0"0,17-20-5010 0 0,19-30-1480 0 0,1-1-137 0 0,0 1-1 0 0,0-1 0 0 0,0 1 1 0 0,0-1-1 0 0,0 1 0 0 0,-1-1 0 0 0,1 0 1 0 0,0 1-1 0 0,0-1 0 0 0,0 1 0 0 0,0-1 1 0 0,0 1-1 0 0,0-1 0 0 0,1 1 0 0 0,-1-1 1 0 0,0 0-1 0 0,0 1 0 0 0,0-1 1 0 0,0 1-1 0 0,0-1 0 0 0,1 0 0 0 0,-1 1 1 0 0,0-1-1 0 0,0 1 0 0 0,1-1 0 0 0,-1 0 1 0 0,0 1-1 0 0,0-1 0 0 0,1 0 1 0 0,-1 1-1 0 0,0-1 0 0 0,1 0 0 0 0,-1 0 1 0 0,1 1-1 0 0,-1-1 0 0 0,0 0 0 0 0,1 0 1 0 0,-1 0-1 0 0,1 0 0 0 0,0 1 0 0 0,0-1 9 0 0,0 0-1 0 0,0 1 1 0 0,1-1-1 0 0,-1 0 0 0 0,0 0 1 0 0,0 1-1 0 0,1-1 1 0 0,-1 0-1 0 0,0-1 0 0 0,0 1 1 0 0,1 0-1 0 0,-1 0 1 0 0,0 0-1 0 0,0-1 0 0 0,3 0 1 0 0,2-2 3 0 0,0-1 1 0 0,-1 0 0 0 0,1 0-1 0 0,-1-1 1 0 0,0 0-1 0 0,0 0 1 0 0,0 0-1 0 0,-1 0 1 0 0,1-1-1 0 0,-1 1 1 0 0,-1-1 0 0 0,4-7-1 0 0,-3 5-29 0 0,0 0 0 0 0,-1 0 0 0 0,0-1 0 0 0,0 0 0 0 0,-1 1-1 0 0,0-1 1 0 0,0 0 0 0 0,0-16 0 0 0,-2 24-1 0 0,0 0 0 0 0,0 0 0 0 0,0 0 0 0 0,0 0 0 0 0,0 0 0 0 0,0 0 0 0 0,0 0 0 0 0,0 1 0 0 0,-1-1 0 0 0,1 0 0 0 0,0 0 0 0 0,0 0 0 0 0,-1 0 0 0 0,1 0 0 0 0,-1 1 0 0 0,1-1 0 0 0,0 0 0 0 0,-1 0 0 0 0,0 1-1 0 0,1-1 1 0 0,-1 0 0 0 0,1 1 0 0 0,-1-1 0 0 0,0 1 0 0 0,1-1 0 0 0,-1 1 0 0 0,0-1 0 0 0,0 1 0 0 0,0-1 0 0 0,1 1 0 0 0,-1 0 0 0 0,0-1 0 0 0,0 1 0 0 0,0 0 0 0 0,0 0 0 0 0,1-1 0 0 0,-1 1 0 0 0,0 0 0 0 0,0 0 0 0 0,0 0 0 0 0,0 0 0 0 0,0 0 0 0 0,0 0 0 0 0,0 1 0 0 0,1-1 0 0 0,-1 0-1 0 0,0 0 1 0 0,0 1 0 0 0,0-1 0 0 0,0 0 0 0 0,0 1 0 0 0,-6 2-2 0 0,0 0 0 0 0,0 0 0 0 0,0 1 0 0 0,-7 5 0 0 0,-10 8 188 0 0,1 1-1 0 0,1 1 1 0 0,0 0 0 0 0,2 2-1 0 0,0 1 1 0 0,2 0 0 0 0,0 1-1 0 0,-22 40 1 0 0,37-58-145 0 0,0 1 1 0 0,0 0-1 0 0,0 0 0 0 0,1 0 0 0 0,0 0 1 0 0,0 1-1 0 0,1-1 0 0 0,0 1 0 0 0,0-1 1 0 0,0 1-1 0 0,1-1 0 0 0,0 7 0 0 0,1-9-27 0 0,0-1-1 0 0,0 1 0 0 0,0-1 0 0 0,0 1 1 0 0,0-1-1 0 0,1 0 0 0 0,-1 0 0 0 0,1 0 1 0 0,0 0-1 0 0,0 0 0 0 0,0 0 1 0 0,0 0-1 0 0,1 0 0 0 0,-1-1 0 0 0,1 1 1 0 0,-1-1-1 0 0,1 0 0 0 0,0 0 0 0 0,0 0 1 0 0,0 0-1 0 0,0 0 0 0 0,1-1 0 0 0,5 3 1 0 0,1 0-435 0 0,0-1-1 0 0,1 0 1 0 0,0-1 0 0 0,-1 1 0 0 0,1-2-1 0 0,0 0 1 0 0,0 0 0 0 0,16-2 0 0 0,-13 0-1316 0 0,0-1 0 0 0,0 0 0 0 0,20-7 0 0 0,2-3-3966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3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65 2848 0 0,'28'-55'9001'0'0,"-21"45"-7705"0"0,-6 10-1272 0 0,-1 0 0 0 0,0 0 1 0 0,1 1-1 0 0,-1-1 1 0 0,0 0-1 0 0,0 0 0 0 0,1 0 1 0 0,-1 0-1 0 0,0 0 1 0 0,1 0-1 0 0,-1 0 0 0 0,0 0 1 0 0,0 0-1 0 0,1 1 1 0 0,-1-1-1 0 0,0 0 0 0 0,0 0 1 0 0,1 0-1 0 0,-1 1 1 0 0,0-1-1 0 0,0 0 0 0 0,0 0 1 0 0,1 0-1 0 0,-1 1 1 0 0,0-1-1 0 0,0 0 0 0 0,0 0 1 0 0,0 1-1 0 0,0-1 1 0 0,0 0-1 0 0,1 1 0 0 0,-1-1 1 0 0,0 0-1 0 0,0 1 1 0 0,0-1-1 0 0,0 0 0 0 0,0 0 1 0 0,0 1-1 0 0,0-1 1 0 0,0 0-1 0 0,0 1 0 0 0,5 46 1053 0 0,-2-1 0 0 0,-2 1-1 0 0,-1 0 1 0 0,-3 0 0 0 0,-2-1-1 0 0,-13 54 1 0 0,18-97-810 0 0,-1 1-1 0 0,-1-1 1 0 0,1 1 0 0 0,0-1-1 0 0,-1 0 1 0 0,0 0 0 0 0,1 1 0 0 0,-1-1-1 0 0,-1-1 1 0 0,1 1 0 0 0,0 0-1 0 0,-1 0 1 0 0,1-1 0 0 0,-1 1-1 0 0,0-1 1 0 0,0 0 0 0 0,0 0-1 0 0,0 0 1 0 0,0 0 0 0 0,-6 2-1 0 0,6-3 164 0 0,0-1-97 0 0,0 0-228 0 0,2 0-67 0 0,-1 0-1 0 0,1 1 0 0 0,0-1 1 0 0,-1 0-1 0 0,1 0 1 0 0,0 0-1 0 0,0 0 0 0 0,-1 0 1 0 0,1-1-1 0 0,0 1 1 0 0,-1 0-1 0 0,1-1 0 0 0,0 1 1 0 0,0-1-1 0 0,0 1 1 0 0,-1-1-1 0 0,1 1 0 0 0,0-1 1 0 0,0 0-1 0 0,0 0 1 0 0,0 1-1 0 0,0-1 0 0 0,0 0 1 0 0,0 0-1 0 0,0 0 1 0 0,1 0-1 0 0,-2-2 0 0 0,1 1-55 0 0,1 0 0 0 0,-1 0 0 0 0,1 1 0 0 0,0-1 0 0 0,-1 0-1 0 0,1 0 1 0 0,0 0 0 0 0,0 1 0 0 0,0-1 0 0 0,1 0 0 0 0,-1 0-1 0 0,0 0 1 0 0,1 1 0 0 0,-1-1 0 0 0,1 0 0 0 0,0 1 0 0 0,0-3 0 0 0,2 0-124 0 0,-1 0 1 0 0,1 0-1 0 0,0 0 1 0 0,0 0-1 0 0,0 0 1 0 0,5-3-1 0 0,6-5-683 0 0,0 2 0 0 0,25-16-1 0 0,15-3-1905 0 0,83-34-1 0 0,62-11-5031 0 0,-181 68 6864 0 0,19-7-2759 0 0,-1-1-1583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4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36 3348 0 0,'14'-36'11783'0'0,"-23"50"-10634"0"0,-48 104 2933 0 0,-17 66-2524 0 0,51-124-1200 0 0,-14 34 630 0 0,37-93-843 0 0,-1-12-222 0 0,1 9 52 0 0,0 0 0 0 0,0 0-1 0 0,0 0 1 0 0,0 0 0 0 0,0-1 0 0 0,0 1 0 0 0,1 0 0 0 0,-1 0 0 0 0,1 0-1 0 0,-1 0 1 0 0,3-3 0 0 0,9-21-128 0 0,1 1 1 0 0,2 1-1 0 0,0 0 0 0 0,2 1 0 0 0,0 0 1 0 0,2 2-1 0 0,0 0 0 0 0,1 1 0 0 0,27-20 1 0 0,-42 36 130 0 0,0 0-1 0 0,1 1 1 0 0,0-1 0 0 0,-1 1 0 0 0,1 0 0 0 0,1 0 0 0 0,-1 1 0 0 0,0 0-1 0 0,1 0 1 0 0,-1 0 0 0 0,10 0 0 0 0,-11 2 11 0 0,0 0 1 0 0,0 0-1 0 0,0 1 1 0 0,0-1-1 0 0,0 1 0 0 0,-1 0 1 0 0,1 1-1 0 0,0-1 1 0 0,-1 1-1 0 0,1 0 0 0 0,-1 0 1 0 0,1 1-1 0 0,-1-1 0 0 0,0 1 1 0 0,0 0-1 0 0,3 3 1 0 0,4 4-5 0 0,-1 0 0 0 0,-1 0 0 0 0,0 1 0 0 0,0 0 1 0 0,-1 0-1 0 0,0 1 0 0 0,7 15 0 0 0,-11-19 33 0 0,0 1 0 0 0,-1-1 0 0 0,0 1 0 0 0,0 0 0 0 0,-1 0-1 0 0,0 0 1 0 0,0 0 0 0 0,-1 0 0 0 0,0 0 0 0 0,-1 0 0 0 0,-2 18 0 0 0,2-24 35 0 0,0 0 0 0 0,-1-1 1 0 0,0 1-1 0 0,1 0 1 0 0,-1 0-1 0 0,0-1 0 0 0,-1 1 1 0 0,1-1-1 0 0,0 1 1 0 0,-1-1-1 0 0,1 0 1 0 0,-1 0-1 0 0,0 1 0 0 0,0-1 1 0 0,0 0-1 0 0,0 0 1 0 0,-2 1-1 0 0,2-1 53 0 0,0-2-11 0 0,1 0-87 0 0,1 0-1 0 0,-1 0 0 0 0,0 0 0 0 0,1 0 0 0 0,-1 0 1 0 0,0 0-1 0 0,1 0 0 0 0,-1 0 0 0 0,0 0 0 0 0,1 0 1 0 0,-1 0-1 0 0,1 0 0 0 0,-1 0 0 0 0,0-1 0 0 0,1 1 1 0 0,-1 0-1 0 0,1 0 0 0 0,-1-1 0 0 0,0 1 1 0 0,1 0-1 0 0,-1-1 0 0 0,1 1 0 0 0,-1-1 0 0 0,1 1 1 0 0,0-1-1 0 0,-1 1 0 0 0,1-1 0 0 0,-1 1 0 0 0,1-1 1 0 0,-1 0-1 0 0,1-1-8 0 0,-1 0 1 0 0,1 1 0 0 0,0-1-1 0 0,0 0 1 0 0,0 1 0 0 0,0-1-1 0 0,0 0 1 0 0,0 0 0 0 0,0 0-1 0 0,0 1 1 0 0,1-3 0 0 0,2-5-37 0 0,0 1 0 0 0,0 0 1 0 0,0 0-1 0 0,6-9 0 0 0,7-9-37 0 0,1 1 0 0 0,1 1 0 0 0,1 0 0 0 0,30-29-1 0 0,-37 42 47 0 0,0 0 0 0 0,1 0 0 0 0,1 1 0 0 0,-1 1 1 0 0,2 1-1 0 0,-1-1 0 0 0,1 2 0 0 0,0 0 0 0 0,27-7 0 0 0,-37 12 13 0 0,0 1 0 0 0,0 0 0 0 0,1 1 0 0 0,-1-1 0 0 0,0 1 0 0 0,1 0 0 0 0,-1 0 0 0 0,0 0 0 0 0,1 1 0 0 0,-1 0 0 0 0,0 0 0 0 0,1 0 0 0 0,-1 1 0 0 0,7 3 0 0 0,-9-3 17 0 0,0 0 0 0 0,0 0 0 0 0,0 0 0 0 0,-1 0 0 0 0,1 0 0 0 0,-1 1 0 0 0,1-1-1 0 0,-1 1 1 0 0,0 0 0 0 0,0-1 0 0 0,0 1 0 0 0,0 0 0 0 0,-1 0 0 0 0,1 1 0 0 0,-1-1 0 0 0,0 0 0 0 0,0 0-1 0 0,0 1 1 0 0,0-1 0 0 0,0 1 0 0 0,-1-1 0 0 0,1 7 0 0 0,-2 7 84 0 0,0 1 1 0 0,-1 0-1 0 0,-1-1 0 0 0,0 0 1 0 0,-1 0-1 0 0,-8 20 0 0 0,3-10-59 0 0,-4 29-1 0 0,13-55-83 0 0,0 0 0 0 0,-1 0-1 0 0,1 0 1 0 0,0 1-1 0 0,0-1 1 0 0,0 0 0 0 0,0 0-1 0 0,0 0 1 0 0,1 1-1 0 0,-1-1 1 0 0,0 0-1 0 0,0 0 1 0 0,1 0 0 0 0,-1 0-1 0 0,1 0 1 0 0,-1 0-1 0 0,1 0 1 0 0,-1 0 0 0 0,1 0-1 0 0,0 0 1 0 0,0 0-1 0 0,-1 0 1 0 0,1 0 0 0 0,0 0-1 0 0,0 0 1 0 0,0-1-1 0 0,0 1 1 0 0,0 0 0 0 0,0-1-1 0 0,0 1 1 0 0,0-1-1 0 0,0 1 1 0 0,0-1-1 0 0,0 1 1 0 0,0-1 0 0 0,1 0-1 0 0,-1 1 1 0 0,1-1-1 0 0,3 0-335 0 0,-1 1 0 0 0,0-1-1 0 0,1 0 1 0 0,-1 0 0 0 0,1 0-1 0 0,-1-1 1 0 0,1 0 0 0 0,-1 1-1 0 0,5-3 1 0 0,6-2-1058 0 0,-1-1 0 0 0,0-1 1 0 0,0 0-1 0 0,17-12 0 0 0,-12 5 805 0 0,0-1 1 0 0,20-21-1 0 0,29-40 3425 0 0,-9-2 4114 0 0,-54 72-6197 0 0,-3 2-335 0 0,0 0-1 0 0,0 0 1 0 0,1 1 0 0 0,0-1 0 0 0,0 1 0 0 0,3-4 450 0 0,-5 7-774 0 0,0 0-1 0 0,-1 1 1 0 0,1-1 0 0 0,-1 0-1 0 0,0 1 1 0 0,1-1 0 0 0,-1 0-1 0 0,1 1 1 0 0,-1-1 0 0 0,1 1-1 0 0,-1-1 1 0 0,0 0 0 0 0,1 1 0 0 0,-1-1-1 0 0,0 1 1 0 0,1-1 0 0 0,-1 1-1 0 0,0-1 1 0 0,0 1 0 0 0,0 0-1 0 0,1-1 1 0 0,-1 1 0 0 0,0-1-1 0 0,0 1 1 0 0,0-1 0 0 0,0 1 0 0 0,0 0-1 0 0,0-1 1 0 0,0 1 0 0 0,0-1-1 0 0,0 1 1 0 0,0-1 0 0 0,-1 1-1 0 0,1 1 1 0 0,-4 21 713 0 0,-6 16 5 0 0,2 1 1 0 0,-6 72-1 0 0,15-49-1049 0 0,-1-62 185 0 0,0 0-1 0 0,1 0 0 0 0,-1-1 0 0 0,0 1 1 0 0,1 0-1 0 0,-1 0 0 0 0,1 0 1 0 0,-1-1-1 0 0,1 1 0 0 0,-1 0 1 0 0,1-1-1 0 0,-1 1 0 0 0,1 0 0 0 0,0-1 1 0 0,-1 1-1 0 0,1-1 0 0 0,0 1 1 0 0,-1-1-1 0 0,1 1 0 0 0,0-1 1 0 0,0 0-1 0 0,-1 1 0 0 0,1-1 0 0 0,0 0 1 0 0,0 0-1 0 0,0 1 0 0 0,0-1 1 0 0,0 0-1 0 0,-1 0 0 0 0,1 0 1 0 0,0 0-1 0 0,1 0 0 0 0,25-3-4728 0 0,-12-5-410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4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175 156 2940 0 0,'-107'-98'13305'0'0,"59"56"-9263"0"0,30 27-4062 0 0,17 14-455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0 122 1776 0 0,'1'-3'1950'0'0,"0"-3"-1258"0"0,1 0-1 0 0,0 1 0 0 0,0-1 0 0 0,1 0 0 0 0,-1 1 1 0 0,1-1-1 0 0,1 1 0 0 0,-1 0 0 0 0,5-6 1 0 0,-3 5-322 0 0,0 1 1 0 0,1 0-1 0 0,-1 0 1 0 0,1 1-1 0 0,0-1 1 0 0,0 1 0 0 0,11-6-1 0 0,-13 8-315 0 0,0 0-1 0 0,1 0 1 0 0,-1 1 0 0 0,0-1-1 0 0,1 1 1 0 0,-1 0 0 0 0,1 0-1 0 0,-1 1 1 0 0,1-1 0 0 0,-1 1-1 0 0,1 0 1 0 0,-1 0 0 0 0,1 0-1 0 0,0 1 1 0 0,-1 0 0 0 0,1-1-1 0 0,-1 2 1 0 0,0-1 0 0 0,1 0-1 0 0,-1 1 1 0 0,0 0-1 0 0,0 0 1 0 0,0 0 0 0 0,0 1-1 0 0,0-1 1 0 0,0 1 0 0 0,-1 0-1 0 0,5 5 1 0 0,-2-2 67 0 0,-1 1 1 0 0,0 0-1 0 0,-1 0 0 0 0,1 1 0 0 0,-2 0 1 0 0,1-1-1 0 0,-1 1 0 0 0,0 0 0 0 0,0 0 1 0 0,-1 1-1 0 0,-1-1 0 0 0,1 1 1 0 0,-1-1-1 0 0,0 1 0 0 0,-1-1 0 0 0,0 1 1 0 0,-2 14-1 0 0,-2 3 340 0 0,-1 0 1 0 0,-1 0-1 0 0,-1 0 0 0 0,-14 33 0 0 0,-10 19 3912 0 0,31-80-4198 0 0,0-2-147 0 0,1 0 1 0 0,0 0 0 0 0,0 0-1 0 0,0 0 1 0 0,0 0 0 0 0,1 0-1 0 0,-1 1 1 0 0,1-1 0 0 0,2-3-1 0 0,25-36 21 0 0,-18 27-13 0 0,9-12-37 0 0,1 1 1 0 0,1 1-1 0 0,43-40 0 0 0,-48 52-31 0 0,0 0 0 0 0,2 0 0 0 0,-1 2 0 0 0,2 0 0 0 0,0 1 0 0 0,33-12 0 0 0,-48 21 18 0 0,0 0 0 0 0,0 1 0 0 0,0 0 0 0 0,0 0 0 0 0,1 0 0 0 0,-1 0 0 0 0,0 1 0 0 0,1 0 0 0 0,-1 0 0 0 0,0 1 0 0 0,1-1 0 0 0,-1 1 0 0 0,0 0 0 0 0,8 3 0 0 0,-10-2 10 0 0,1-1-1 0 0,-1 1 0 0 0,0 0 0 0 0,0 0 0 0 0,0 0 1 0 0,0 0-1 0 0,-1 0 0 0 0,1 1 0 0 0,-1-1 1 0 0,1 1-1 0 0,-1 0 0 0 0,0-1 0 0 0,0 1 1 0 0,0 0-1 0 0,0 0 0 0 0,-1 1 0 0 0,1-1 0 0 0,-1 0 1 0 0,0 1-1 0 0,0-1 0 0 0,0 0 0 0 0,1 5 1 0 0,-1 3-101 0 0,-1-1 0 0 0,0 0 0 0 0,-1 1 0 0 0,1-1 0 0 0,-2 0 0 0 0,0 0 0 0 0,0 0 0 0 0,-7 19 1 0 0,5-18-959 0 0,1 0 1 0 0,0 1 0 0 0,0 0-1 0 0,2-1 1 0 0,-1 1 0 0 0,1 14-1 0 0,1-24 499 0 0,0-1-1 0 0,1 1 0 0 0,-1 0 0 0 0,1 0 0 0 0,-1 0 0 0 0,1 0 0 0 0,-1-1 0 0 0,1 1 0 0 0,0 0 1 0 0,0-1-1 0 0,2 4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5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199 165 788 0 0,'11'-16'1942'0'0,"0"-1"0"0"0,-1 0 0 0 0,0-1 0 0 0,-2 0 0 0 0,0-1-1 0 0,6-23 1 0 0,-14 41-1896 0 0,1 1 1 0 0,-1-1-1 0 0,0 1 0 0 0,0-1 0 0 0,1 1 0 0 0,-1-1 0 0 0,0 1 1 0 0,0-1-1 0 0,0 1 0 0 0,0-1 0 0 0,0 0 0 0 0,0 1 0 0 0,0-1 1 0 0,0 1-1 0 0,0-1 0 0 0,0 1 0 0 0,0-1 0 0 0,0 1 0 0 0,0-1 1 0 0,0 1-1 0 0,-1-1 0 0 0,1 1 0 0 0,0-1 0 0 0,0 1 0 0 0,-1-1 1 0 0,1 1-1 0 0,0-1 0 0 0,-1 1 0 0 0,1-1 0 0 0,-1 1-19 0 0,0-1-1 0 0,0 1 0 0 0,0 0 1 0 0,1 0-1 0 0,-1 0 0 0 0,0 0 1 0 0,0 0-1 0 0,0 0 0 0 0,0 0 1 0 0,0 0-1 0 0,0 0 0 0 0,1 0 1 0 0,-1 0-1 0 0,0 0 0 0 0,-1 1 1 0 0,-31 15 160 0 0,-3 10 464 0 0,-46 40 0 0 0,68-53-575 0 0,1 0 0 0 0,1 1-1 0 0,0 0 1 0 0,1 1 0 0 0,0 0-1 0 0,-9 19 1 0 0,18-31-52 0 0,1 1 0 0 0,-1-1 0 0 0,1 1 0 0 0,0-1 0 0 0,0 1 0 0 0,0 0 0 0 0,0-1 0 0 0,1 1 0 0 0,-1 0 0 0 0,1 0 0 0 0,0-1 0 0 0,0 1 0 0 0,0 0 0 0 0,2 4 0 0 0,-2-5-13 0 0,1-1 0 0 0,0 0 1 0 0,0 0-1 0 0,0 0 0 0 0,0 0 1 0 0,0 0-1 0 0,1-1 0 0 0,-1 1 1 0 0,0 0-1 0 0,1 0 0 0 0,0-1 1 0 0,-1 1-1 0 0,1-1 0 0 0,0 0 1 0 0,-1 1-1 0 0,1-1 0 0 0,0 0 1 0 0,0 0-1 0 0,0 0 0 0 0,0 0 0 0 0,0 0 1 0 0,1-1-1 0 0,-1 1 0 0 0,0-1 1 0 0,4 1-1 0 0,4 0 1 0 0,1 0-1 0 0,0-1 0 0 0,0 0 1 0 0,0 0-1 0 0,-1-1 1 0 0,1-1-1 0 0,0 0 1 0 0,-1-1-1 0 0,1 0 1 0 0,-1 0-1 0 0,0-1 1 0 0,16-8-1 0 0,9-8-25 0 0,0-1-1 0 0,33-27 1 0 0,-18 11 33 0 0,-25 19-40 0 0,-17 12-26 0 0,1-1 1 0 0,0 1-1 0 0,0 1 0 0 0,13-6 0 0 0,-22 11 44 0 0,1 0 0 0 0,0-1 0 0 0,-1 1 1 0 0,1 0-1 0 0,0 0 0 0 0,-1 0 0 0 0,1 1 0 0 0,0-1 0 0 0,0 0 0 0 0,-1 0 0 0 0,1 0 0 0 0,0 0 1 0 0,-1 1-1 0 0,1-1 0 0 0,0 0 0 0 0,-1 1 0 0 0,1-1 0 0 0,-1 0 0 0 0,1 1 0 0 0,-1-1 0 0 0,1 1 1 0 0,0-1-1 0 0,-1 1 0 0 0,0-1 0 0 0,1 1 0 0 0,-1-1 0 0 0,1 1 0 0 0,-1-1 0 0 0,0 1 0 0 0,1 0 1 0 0,-1-1-1 0 0,0 1 0 0 0,1 0 0 0 0,-1-1 0 0 0,0 2 0 0 0,6 23-6 0 0,-6-9-194 0 0,-2 0 1 0 0,0 0-1 0 0,-1 0 0 0 0,0 0 1 0 0,-11 28-1 0 0,8-28-998 0 0,-5 12-1335 0 0,8-10-4170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6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1408 0 0,'17'-14'3155'0'0,"-13"10"-2319"0"0,0 1 1 0 0,0 0 0 0 0,0 0-1 0 0,0 0 1 0 0,9-4 0 0 0,-12 6-753 0 0,1 1 1 0 0,0 0-1 0 0,-1-1 1 0 0,1 1-1 0 0,-1 0 1 0 0,1 0 0 0 0,-1 0-1 0 0,1 0 1 0 0,0 0-1 0 0,-1 0 1 0 0,1 0-1 0 0,-1 1 1 0 0,1-1-1 0 0,0 0 1 0 0,-1 1-1 0 0,1-1 1 0 0,-1 1-1 0 0,0 0 1 0 0,1 0-1 0 0,-1-1 1 0 0,1 1 0 0 0,1 2-1 0 0,1 0 35 0 0,-1 1 0 0 0,1 0 1 0 0,-1 0-1 0 0,0 0 0 0 0,0 0 0 0 0,0 0 0 0 0,-1 1 0 0 0,1-1 0 0 0,-1 1 1 0 0,0-1-1 0 0,0 1 0 0 0,-1 0 0 0 0,1 0 0 0 0,0 8 0 0 0,0-2 208 0 0,-1-1-1 0 0,0 1 0 0 0,-1-1 0 0 0,0 1 0 0 0,0-1 0 0 0,-3 11 0 0 0,2-14-122 0 0,0-1 0 0 0,-1 1 0 0 0,1-1 0 0 0,-2 0 0 0 0,1 1-1 0 0,-1-1 1 0 0,0 0 0 0 0,0-1 0 0 0,0 1 0 0 0,-1-1 0 0 0,0 1-1 0 0,0-1 1 0 0,0 0 0 0 0,-1 0 0 0 0,0-1 0 0 0,0 0 0 0 0,0 1 0 0 0,0-2-1 0 0,-1 1 1 0 0,1 0 0 0 0,-12 4 0 0 0,15-7-71 0 0,1-1-123 0 0,0 0 0 0 0,0 0 0 0 0,0 0 1 0 0,1 0-1 0 0,-1 0 0 0 0,0-1 1 0 0,0 1-1 0 0,0 0 0 0 0,0 0 1 0 0,0 0-1 0 0,1-1 0 0 0,-1 1 0 0 0,0-1 1 0 0,0 1-1 0 0,0 0 0 0 0,1-1 1 0 0,-1 1-1 0 0,0-1 0 0 0,1 0 0 0 0,-1 1 1 0 0,0-1-1 0 0,1 1 0 0 0,-1-1 1 0 0,1 0-1 0 0,-1-1 0 0 0,0 1-6 0 0,1-1-1 0 0,-1 1 1 0 0,1-1 0 0 0,0 1-1 0 0,-1-1 1 0 0,1 0-1 0 0,0 1 1 0 0,0-1-1 0 0,0 0 1 0 0,1 1-1 0 0,-1-1 1 0 0,1-2 0 0 0,1-4-17 0 0,1 0 0 0 0,0 1 0 0 0,0-1 0 0 0,7-11 0 0 0,4-3-10 0 0,0 1-1 0 0,1 1 1 0 0,1 1 0 0 0,1 0 0 0 0,1 1-1 0 0,1 1 1 0 0,0 0 0 0 0,1 2-1 0 0,0 0 1 0 0,35-18 0 0 0,-51 30 12 0 0,1 1 1 0 0,-1 0 0 0 0,0 1-1 0 0,1-1 1 0 0,0 1-1 0 0,-1 0 1 0 0,1 0-1 0 0,0 0 1 0 0,0 1-1 0 0,-1-1 1 0 0,1 1 0 0 0,0 0-1 0 0,0 1 1 0 0,0-1-1 0 0,8 3 1 0 0,-10-2 3 0 0,0 1-1 0 0,1-1 1 0 0,-1 1 0 0 0,0 0 0 0 0,0 0-1 0 0,0 0 1 0 0,0 0 0 0 0,-1 1 0 0 0,1-1 0 0 0,-1 1-1 0 0,1 0 1 0 0,-1 0 0 0 0,0 0 0 0 0,0 0-1 0 0,0 0 1 0 0,0 0 0 0 0,-1 0 0 0 0,1 1-1 0 0,-1-1 1 0 0,0 0 0 0 0,1 6 0 0 0,1 5 9 0 0,-2 0 0 0 0,0 0-1 0 0,0 0 1 0 0,-1 1 0 0 0,-1-1 0 0 0,-1 0 0 0 0,-6 28 0 0 0,-1 21-49 0 0,8-61-67 0 0,1 0-1 0 0,0 0 0 0 0,0-1 0 0 0,0 1 0 0 0,0 0 1 0 0,0 0-1 0 0,0-1 0 0 0,1 1 0 0 0,-1 0 0 0 0,1-1 1 0 0,-1 1-1 0 0,1 0 0 0 0,-1-1 0 0 0,1 1 0 0 0,0-1 0 0 0,0 1 1 0 0,0-1-1 0 0,0 1 0 0 0,0-1 0 0 0,0 1 0 0 0,0-1 1 0 0,0 0-1 0 0,1 0 0 0 0,-1 0 0 0 0,0 0 0 0 0,1 0 1 0 0,-1 0-1 0 0,1 0 0 0 0,-1 0 0 0 0,1 0 0 0 0,0-1 0 0 0,2 2 1 0 0,1-1-752 0 0,0 0 1 0 0,0 0 0 0 0,1-1 0 0 0,-1 0 0 0 0,0 0 0 0 0,0 0 0 0 0,1-1-1 0 0,-1 1 1 0 0,9-3 0 0 0,7-4-4141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6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238 132 1720 0 0,'71'-132'14489'0'0,"-100"169"-12054"0"0,0 20-436 0 0,1 1 1 0 0,-27 85-1 0 0,28-68-517 0 0,-109 318 2844 0 0,135-392-4349 0 0,0 1-1 0 0,1 0 1 0 0,-1-1 0 0 0,1 1-1 0 0,-1 0 1 0 0,1-1 0 0 0,0 1-1 0 0,0 0 1 0 0,0 0 0 0 0,0-1-1 0 0,0 1 1 0 0,0 0 0 0 0,0 0-1 0 0,1-1 1 0 0,-1 1-1 0 0,0 0 1 0 0,1-1 0 0 0,0 1-1 0 0,-1 0 1 0 0,1-1 0 0 0,0 1-1 0 0,0-1 1 0 0,1 2 0 0 0,0-1-138 0 0,-1-1 1 0 0,1 0 0 0 0,0 1 0 0 0,0-1 0 0 0,0 0 0 0 0,0 0 0 0 0,0-1-1 0 0,1 1 1 0 0,-1 0 0 0 0,0-1 0 0 0,0 1 0 0 0,0-1 0 0 0,1 0 0 0 0,-1 0-1 0 0,3 0 1 0 0,6 0-1058 0 0,0-1-1 0 0,0-1 1 0 0,0 0 0 0 0,0 0-1 0 0,0-1 1 0 0,11-5-1 0 0,6-5-5135 0 0,2-6-3686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6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75 1512 0 0,'-115'-20'9229'0'0,"-34"-4"799"0"0,145 24-9403 0 0,126 11 216 0 0,176-14-3535 0 0,-102-21-5222 0 0,-166 17 4142 0 0,-3-1-1673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7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198 391 2432 0 0,'2'-4'897'0'0,"-1"0"-1"0"0,1 0 1 0 0,-1 0-1 0 0,0-1 1 0 0,0 1-1 0 0,0-1 1 0 0,-1 1-1 0 0,1-1 1 0 0,-1 1-1 0 0,0 0 1 0 0,-1-1 0 0 0,1 1-1 0 0,-1-1 1 0 0,-2-7-1 0 0,3 11-685 0 0,-19 11 206 0 0,-1 8-334 0 0,1 0-1 0 0,0 1 1 0 0,1 1 0 0 0,1 0-1 0 0,1 1 1 0 0,1 1-1 0 0,1 1 1 0 0,1 0 0 0 0,-13 32-1 0 0,25-53-66 0 0,0 1 1 0 0,0-1-1 0 0,0 1 0 0 0,0-1 0 0 0,1 1 1 0 0,-1-1-1 0 0,1 1 0 0 0,-1-1 0 0 0,1 1 0 0 0,0-1 1 0 0,0 1-1 0 0,0 0 0 0 0,1-1 0 0 0,-1 1 0 0 0,1-1 1 0 0,-1 1-1 0 0,1-1 0 0 0,0 1 0 0 0,0-1 1 0 0,2 5-1 0 0,-1-5-3 0 0,1 1 1 0 0,-1-1-1 0 0,0 0 1 0 0,1 0-1 0 0,-1-1 1 0 0,1 1-1 0 0,0 0 0 0 0,0-1 1 0 0,-1 0-1 0 0,1 0 1 0 0,0 0-1 0 0,0 0 1 0 0,0 0-1 0 0,0 0 1 0 0,1-1-1 0 0,-1 1 1 0 0,3-1-1 0 0,11 1 4 0 0,-1 0 0 0 0,1-2-1 0 0,0 0 1 0 0,-1-1 0 0 0,1 0 0 0 0,-1-2-1 0 0,1 1 1 0 0,-1-2 0 0 0,-1-1 0 0 0,1 0-1 0 0,-1 0 1 0 0,0-2 0 0 0,0 0 0 0 0,-1 0-1 0 0,0-2 1 0 0,0 1 0 0 0,-1-2 0 0 0,-1 0 0 0 0,0-1-1 0 0,0 0 1 0 0,-1 0 0 0 0,-1-1 0 0 0,0-1-1 0 0,0 0 1 0 0,-2 0 0 0 0,10-19 0 0 0,-10 15 34 0 0,0 0 1 0 0,-1 0-1 0 0,-1-1 1 0 0,0 0-1 0 0,-2 0 1 0 0,0 0-1 0 0,1-22 1 0 0,-4 40-51 0 0,-1 0 0 0 0,0 1-1 0 0,0-1 1 0 0,-1 0 0 0 0,1 1 0 0 0,0-1 0 0 0,0 0 0 0 0,0 1 0 0 0,0-1 0 0 0,0 0 0 0 0,-1 1 0 0 0,1-1 0 0 0,0 0 0 0 0,-1 1-1 0 0,1-1 1 0 0,0 1 0 0 0,-1-1 0 0 0,1 1 0 0 0,-1-1 0 0 0,1 1 0 0 0,-1-1 0 0 0,1 1 0 0 0,-1-1 0 0 0,1 1 0 0 0,-1 0 0 0 0,1-1-1 0 0,-1 1 1 0 0,0 0 0 0 0,1-1 0 0 0,-1 1 0 0 0,1 0 0 0 0,-1 0 0 0 0,0 0 0 0 0,1-1 0 0 0,-1 1 0 0 0,0 0 0 0 0,1 0 0 0 0,-1 0-1 0 0,0 0 1 0 0,1 0 0 0 0,-1 0 0 0 0,0 0 0 0 0,1 1 0 0 0,-1-1 0 0 0,0 0 0 0 0,1 0 0 0 0,-2 1 0 0 0,-3 0-5 0 0,0 1 1 0 0,0 0-1 0 0,0 0 1 0 0,-9 5-1 0 0,5-1-2 0 0,1 0 0 0 0,-1 0 0 0 0,1 1 0 0 0,1 0 0 0 0,-1 0 0 0 0,1 1 0 0 0,0 0 0 0 0,1 0 0 0 0,-10 17 0 0 0,14-23 8 0 0,1 1 1 0 0,-1 0-1 0 0,1 0 0 0 0,0-1 0 0 0,0 1 1 0 0,0 0-1 0 0,0 0 0 0 0,0 0 0 0 0,1 0 1 0 0,-1 0-1 0 0,1 0 0 0 0,0 0 1 0 0,0 0-1 0 0,0 0 0 0 0,0 1 0 0 0,0-1 1 0 0,1 0-1 0 0,-1 0 0 0 0,1 0 0 0 0,0 0 1 0 0,0-1-1 0 0,0 1 0 0 0,1 0 1 0 0,-1 0-1 0 0,0-1 0 0 0,1 1 0 0 0,0 0 1 0 0,0-1-1 0 0,0 0 0 0 0,0 1 0 0 0,0-1 1 0 0,0 0-1 0 0,0 0 0 0 0,1 0 1 0 0,-1 0-1 0 0,1-1 0 0 0,3 3 0 0 0,3 0 9 0 0,0 0-1 0 0,0 0 1 0 0,0-1 0 0 0,1 0-1 0 0,-1 0 1 0 0,1-1-1 0 0,0 0 1 0 0,15 0-1 0 0,8-1 4 0 0,39-4-1 0 0,-47 1-10 0 0,1-1 0 0 0,-1-2 0 0 0,0 0 0 0 0,0-2 0 0 0,-1-1 1 0 0,0 0-1 0 0,0-2 0 0 0,-1-1 0 0 0,0-1 0 0 0,-1-1 0 0 0,-1-1 0 0 0,0 0 1 0 0,0-2-1 0 0,-2 0 0 0 0,0-2 0 0 0,17-19 0 0 0,10-18-28 0 0,-3-2 0 0 0,56-94 0 0 0,-95 147-110 0 0,-7 14 98 0 0,-8 19 22 0 0,-253 445 1480 0 0,3 34 108 0 0,172-310-882 0 0,-120 391 0 0 0,200-554-514 0 0,1 0 0 0 0,-6 67 0 0 0,14-99-159 0 0,0-1 1 0 0,0 1 0 0 0,0-1 0 0 0,0 1 0 0 0,0 0 0 0 0,0-1 0 0 0,1 1-1 0 0,-1 0 1 0 0,1-1 0 0 0,0 1 0 0 0,0-1 0 0 0,0 1 0 0 0,0-1 0 0 0,0 0 0 0 0,1 1-1 0 0,-1-1 1 0 0,1 0 0 0 0,-1 0 0 0 0,1 0 0 0 0,0 0 0 0 0,0 0 0 0 0,0 0 0 0 0,0-1-1 0 0,3 3 1 0 0,-1-2 1 0 0,1 0 0 0 0,0 0 0 0 0,0-1 0 0 0,0 1-1 0 0,0-1 1 0 0,0 0 0 0 0,0-1 0 0 0,0 1 0 0 0,0-1-1 0 0,1 0 1 0 0,9-1 0 0 0,0-1-4 0 0,0 0 0 0 0,1-1 0 0 0,-1 0 1 0 0,-1-1-1 0 0,1-1 0 0 0,0-1 0 0 0,-1 0 0 0 0,0 0 0 0 0,-1-2 0 0 0,1 1 1 0 0,17-16-1 0 0,-22 16-8 0 0,-1 0 1 0 0,0-1 0 0 0,0-1-1 0 0,-1 1 1 0 0,0-1 0 0 0,0 0-1 0 0,-1-1 1 0 0,-1 1-1 0 0,1-1 1 0 0,-1-1 0 0 0,-1 1-1 0 0,0-1 1 0 0,-1 1 0 0 0,0-1-1 0 0,0 0 1 0 0,1-18 0 0 0,-3 6-9 0 0,-1 1 0 0 0,-1 0 1 0 0,-1 0-1 0 0,-1 0 1 0 0,-1 0-1 0 0,-1 1 0 0 0,0-1 1 0 0,-18-39-1 0 0,7 24-24 0 0,-2 1 0 0 0,-2 1-1 0 0,-1 0 1 0 0,-26-32 0 0 0,15 29-4 0 0,-2 0 1 0 0,-1 3-1 0 0,-49-40 0 0 0,-127-81-139 0 0,201 149 210 0 0,3 3-373 0 0,1 0 1 0 0,-1-1-1 0 0,1 0 0 0 0,0 0 1 0 0,-8-10-1 0 0,13 14 173 0 0,0 0 1 0 0,1-1-1 0 0,-1 1 1 0 0,0 0-1 0 0,0-1 1 0 0,1 1-1 0 0,-1-1 1 0 0,1 1-1 0 0,-1-1 1 0 0,1 1-1 0 0,-1-1 1 0 0,1 0-1 0 0,0 1 1 0 0,0-1-1 0 0,0 1 1 0 0,0-1-1 0 0,0 0 1 0 0,0 1-1 0 0,0-1 1 0 0,1 1-1 0 0,-1-1 1 0 0,1 1-1 0 0,-1-1 1 0 0,1 1-1 0 0,-1-1 1 0 0,1 1-1 0 0,0-1 1 0 0,0 1-1 0 0,0 0 1 0 0,0-1-1 0 0,0 1 1 0 0,0 0-1 0 0,1-2 1 0 0,7-5-1021 0 0,1-1 1 0 0,0 1 0 0 0,0 1 0 0 0,1 0-1 0 0,0 0 1 0 0,20-9 0 0 0,-21 11-65 0 0,34-17-3976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9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214 691 1124 0 0,'-31'3'2334'0'0,"0"2"0"0"0,1 2-1 0 0,-42 13 1 0 0,69-18-2124 0 0,-1-1 0 0 0,1 1 0 0 0,-1 0-1 0 0,1 0 1 0 0,-1 0 0 0 0,1 0 0 0 0,0 1 0 0 0,0-1 0 0 0,0 1 0 0 0,1 0-1 0 0,-1 0 1 0 0,-4 6 0 0 0,7-9-164 0 0,-1 1-1 0 0,1-1 1 0 0,0 1-1 0 0,-1-1 1 0 0,1 1-1 0 0,-1-1 1 0 0,1 1-1 0 0,0 0 1 0 0,0-1-1 0 0,-1 1 1 0 0,1-1-1 0 0,0 1 1 0 0,0 0-1 0 0,0-1 1 0 0,-1 1-1 0 0,1 0 1 0 0,0-1-1 0 0,0 1 1 0 0,0 0-1 0 0,0-1 1 0 0,0 1-1 0 0,1 0 1 0 0,-1-1-1 0 0,0 1 1 0 0,0 0-1 0 0,0-1 0 0 0,0 1 1 0 0,1 0-1 0 0,-1-1 1 0 0,0 1-1 0 0,1-1 1 0 0,-1 1-1 0 0,0 0 1 0 0,1-1-1 0 0,-1 1 1 0 0,1-1-1 0 0,-1 1 1 0 0,1-1-1 0 0,-1 0 1 0 0,1 1-1 0 0,-1-1 1 0 0,1 1-1 0 0,0-1 1 0 0,-1 0-1 0 0,1 0 1 0 0,-1 1-1 0 0,1-1 1 0 0,0 0-1 0 0,-1 0 1 0 0,1 0-1 0 0,1 1 1 0 0,2 0 58 0 0,0-1 1 0 0,0 1-1 0 0,1-1 0 0 0,-1 0 1 0 0,0 0-1 0 0,8-1 0 0 0,3-2-42 0 0,0-1-1 0 0,0-1 0 0 0,0 0 0 0 0,-1-1 1 0 0,0-1-1 0 0,0 0 0 0 0,-1-1 0 0 0,0-1 0 0 0,0 0 1 0 0,-1 0-1 0 0,0-1 0 0 0,0-1 0 0 0,9-12 1 0 0,6-8-50 0 0,-2-1 1 0 0,-1-2 0 0 0,33-61 0 0 0,-22 23 18 0 0,-3-1 0 0 0,31-109 1 0 0,-43 119-229 0 0,-36 81 118 0 0,-49 107 39 0 0,-52 138 0 0 0,114-256 46 0 0,-50 132 52 0 0,45-116-33 0 0,2 1 1 0 0,1-1-1 0 0,1 1 0 0 0,-2 27 1 0 0,6-48-15 0 0,0-1 0 0 0,0 1 1 0 0,0 0-1 0 0,0 0 0 0 0,0 0 0 0 0,0 0 1 0 0,1 0-1 0 0,0 0 0 0 0,-1 0 0 0 0,1 0 1 0 0,0 0-1 0 0,0-1 0 0 0,1 1 0 0 0,-1 0 1 0 0,1-1-1 0 0,-1 1 0 0 0,1-1 0 0 0,0 0 0 0 0,0 1 1 0 0,0-1-1 0 0,0 0 0 0 0,4 3 0 0 0,-1-2-42 0 0,0-1-1 0 0,0 0 0 0 0,0 0 1 0 0,0 0-1 0 0,0-1 0 0 0,1 0 1 0 0,-1 0-1 0 0,0 0 1 0 0,1 0-1 0 0,-1-1 0 0 0,10-1 1 0 0,4 0-355 0 0,0-2 1 0 0,0 0 0 0 0,0-1 0 0 0,0 0 0 0 0,-1-2-1 0 0,0 0 1 0 0,0-2 0 0 0,20-10 0 0 0,-4-1-269 0 0,-1-1 0 0 0,-1-2 0 0 0,33-30 1 0 0,-27 17 346 0 0,-1-1 0 0 0,-2-3 0 0 0,-2-1 0 0 0,-2-1 0 0 0,29-49-1 0 0,116-238 2371 0 0,-151 279-1177 0 0,-4 7-454 0 0,-20 41-242 0 0,-3 10 1 0 0,-100 237 1765 0 0,82-202-1698 0 0,-3 8 62 0 0,-118 278 950 0 0,124-290-722 0 0,17-38-387 0 0,2-2-153 0 0,0 0 0 0 0,0 0 0 0 0,1-1 1 0 0,-1 0-1 0 0,0 1 0 0 0,0-1 0 0 0,0 0 0 0 0,0 0 0 0 0,0 0 0 0 0,0 0 0 0 0,0 0 0 0 0,2-2 0 0 0,25-21-3 0 0,-17 13 1 0 0,154-112 10 0 0,-136 105-52 0 0,0 1 0 0 0,1 1-1 0 0,64-22 1 0 0,-92 36 24 0 0,1 1 1 0 0,-1 0-1 0 0,1 0 1 0 0,0 1-1 0 0,-1-1 1 0 0,1 1-1 0 0,0 0 1 0 0,0-1-1 0 0,-1 2 1 0 0,1-1-1 0 0,0 0 0 0 0,-1 1 1 0 0,1 0-1 0 0,0 0 1 0 0,-1 0-1 0 0,1 0 1 0 0,-1 0-1 0 0,5 3 1 0 0,-5-2 8 0 0,0 1 1 0 0,-1-1 0 0 0,0 0 0 0 0,1 1-1 0 0,-1-1 1 0 0,0 1 0 0 0,0 0 0 0 0,0 0 0 0 0,-1 0-1 0 0,1 0 1 0 0,-1 0 0 0 0,1 0 0 0 0,-1 0-1 0 0,0 1 1 0 0,0-1 0 0 0,-1 0 0 0 0,1 1-1 0 0,-1-1 1 0 0,1 7 0 0 0,-1 13 34 0 0,-2-1-1 0 0,0 1 1 0 0,-9 40 0 0 0,-4 29 69 0 0,15-90-98 0 0,-1 0 1 0 0,1 0-1 0 0,0 0 1 0 0,0 0-1 0 0,0 0 0 0 0,0 0 1 0 0,1-1-1 0 0,-1 1 1 0 0,0 0-1 0 0,1 0 0 0 0,0 0 1 0 0,-1 0-1 0 0,1 0 1 0 0,0-1-1 0 0,0 1 1 0 0,0 0-1 0 0,0-1 0 0 0,0 1 1 0 0,0-1-1 0 0,0 1 1 0 0,1-1-1 0 0,-1 1 0 0 0,0-1 1 0 0,1 0-1 0 0,-1 0 1 0 0,1 0-1 0 0,0 0 0 0 0,-1 0 1 0 0,1 0-1 0 0,0 0 1 0 0,0 0-1 0 0,-1-1 1 0 0,1 1-1 0 0,3 0 0 0 0,0 0-17 0 0,1-1 0 0 0,-1 1 0 0 0,0-1 0 0 0,1 0 0 0 0,-1-1 0 0 0,0 1 0 0 0,0-1 0 0 0,1 0 0 0 0,-1-1 0 0 0,0 1 0 0 0,9-5 0 0 0,5-3-56 0 0,-1-2 0 0 0,-1 0 0 0 0,0-1 0 0 0,0 0 0 0 0,-1-2 0 0 0,-1 0 0 0 0,0 0 0 0 0,18-24 0 0 0,9-18 49 0 0,40-70-1 0 0,-44 66 175 0 0,-17 21-65 0 0,-20 37-90 0 0,-4 3 8 0 0,1 1 0 0 0,0-1-1 0 0,-1 1 1 0 0,1 0 0 0 0,0-1 0 0 0,-1 1-1 0 0,1 0 1 0 0,0 0 0 0 0,1 1-1 0 0,-1-1 1 0 0,0 0 0 0 0,0 1 0 0 0,-1 3-1 0 0,-2 1 19 0 0,-25 35 177 0 0,-32 61 0 0 0,49-77-144 0 0,0 0 0 0 0,3 0 0 0 0,0 1 0 0 0,-6 29 0 0 0,15-53-33 0 0,0 0-1 0 0,1 0 1 0 0,-1 1-1 0 0,1-1 1 0 0,0 0-1 0 0,0 0 1 0 0,0 1 0 0 0,0-1-1 0 0,1 0 1 0 0,-1 0-1 0 0,1 1 1 0 0,0-1-1 0 0,0 0 1 0 0,0 0 0 0 0,3 5-1 0 0,-3-6-12 0 0,1-1 1 0 0,-1 1-1 0 0,1-1 0 0 0,-1 1 0 0 0,1-1 1 0 0,-1 1-1 0 0,1-1 0 0 0,0 0 1 0 0,-1 0-1 0 0,1 0 0 0 0,0 0 0 0 0,0 0 1 0 0,0-1-1 0 0,0 1 0 0 0,0 0 0 0 0,0-1 1 0 0,0 1-1 0 0,0-1 0 0 0,0 0 0 0 0,0 0 1 0 0,0 0-1 0 0,0 0 0 0 0,0 0 1 0 0,0 0-1 0 0,0-1 0 0 0,3 0 0 0 0,10-2 9 0 0,0-1-1 0 0,0 0 1 0 0,0-2-1 0 0,-1 0 1 0 0,0 0-1 0 0,0-1 1 0 0,23-16-1 0 0,83-74-23 0 0,-88 70-2 0 0,26-27 16 0 0,37-28 43 0 0,-67 67-152 0 0,-25 14 74 0 0,13 6-9 0 0,-13-4 40 0 0,-1 1-1 0 0,0-1 1 0 0,-1 1-1 0 0,1-1 1 0 0,0 1-1 0 0,0 0 1 0 0,-1 0-1 0 0,1 0 1 0 0,-1 0-1 0 0,1 0 1 0 0,-1 0-1 0 0,0 0 1 0 0,0 0 0 0 0,0 0-1 0 0,0 1 1 0 0,0-1-1 0 0,0 0 1 0 0,-1 1-1 0 0,1 3 1 0 0,1 3 249 0 0,-1 0 1 0 0,0 0-1 0 0,-1 18 1 0 0,0-16 67 0 0,-2 0 0 0 0,0 1-1 0 0,0-1 1 0 0,-1 0 0 0 0,0 0 0 0 0,-1 0 0 0 0,0 0 0 0 0,-1-1 0 0 0,0 0 0 0 0,0 1 0 0 0,-8 9 0 0 0,8-14-76 0 0,0 0 1 0 0,0 0-1 0 0,0-1 1 0 0,-1 1 0 0 0,0-1-1 0 0,0 0 1 0 0,0-1 0 0 0,-1 0-1 0 0,1 0 1 0 0,-1 0 0 0 0,0-1-1 0 0,0 0 1 0 0,0 0 0 0 0,-1 0-1 0 0,1-1 1 0 0,-15 2 0 0 0,15-4-223 0 0,-1 0 0 0 0,1 0 1 0 0,-1-1-1 0 0,1 1 0 0 0,0-2 1 0 0,0 1-1 0 0,-1-1 1 0 0,1-1-1 0 0,0 1 0 0 0,0-1 1 0 0,-8-5-1 0 0,10 5-376 0 0,1 0 0 0 0,0-1 0 0 0,0 0-1 0 0,0 1 1 0 0,0-1 0 0 0,1-1 0 0 0,0 1 0 0 0,0 0-1 0 0,0-1 1 0 0,0 0 0 0 0,1 1 0 0 0,-1-1-1 0 0,1 0 1 0 0,1 0 0 0 0,-1 0 0 0 0,1-1 0 0 0,-1 1-1 0 0,2 0 1 0 0,-2-10 0 0 0,2-7-2607 0 0,0 1-1 0 0,2 0 1 0 0,6-34-1 0 0,-8 49 2319 0 0,6-26-5321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9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12 117 2432 0 0,'10'-52'10649'0'0,"-3"16"-6955"0"0,-7 35-3460 0 0,0-10 401 0 0,0 11-839 0 0,0-1 0 0 0,0 1 0 0 0,0-1 0 0 0,0 1 0 0 0,0-1 0 0 0,0 1 0 0 0,0-1 0 0 0,0 1 0 0 0,0-1 0 0 0,0 1 0 0 0,0-1 0 0 0,0 1 0 0 0,-1-1 0 0 0,1 1 0 0 0,0-1 0 0 0,0 1 0 0 0,-28-9-11568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29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37 2800 0 0,'-120'30'9501'0'0,"109"-22"-8403"0"0,11-3-717 0 0,9-4 202 0 0,173-14 137 0 0,-88 4-804 0 0,180-18-2291 0 0,-92 6-2857 0 0,-85 10 244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1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44 118 1116 0 0,'-7'-9'1638'0'0,"0"0"0"0"0,-11-18 0 0 0,16 24-1387 0 0,1-1-1 0 0,-1 1 1 0 0,1 0 0 0 0,-1-1 0 0 0,1 1-1 0 0,0-1 1 0 0,1 1 0 0 0,-1-1 0 0 0,0 0-1 0 0,1 1 1 0 0,0-8 0 0 0,0 10-205 0 0,1-1 1 0 0,-1 1-1 0 0,0 0 0 0 0,1 0 1 0 0,-1 0-1 0 0,1 0 0 0 0,-1 0 1 0 0,1 0-1 0 0,0 0 0 0 0,-1 0 1 0 0,1 0-1 0 0,0 0 1 0 0,0 0-1 0 0,-1 0 0 0 0,1 0 1 0 0,0 1-1 0 0,0-1 0 0 0,0 0 1 0 0,0 1-1 0 0,0-1 0 0 0,0 1 1 0 0,0-1-1 0 0,1 1 1 0 0,-1-1-1 0 0,0 1 0 0 0,0 0 1 0 0,0-1-1 0 0,0 1 0 0 0,1 0 1 0 0,-1 0-1 0 0,0 0 0 0 0,1 0 1 0 0,34 4 942 0 0,-35-4-969 0 0,6 2 111 0 0,0 0 0 0 0,0 0 0 0 0,-1 1 0 0 0,1 0-1 0 0,-1 1 1 0 0,0-1 0 0 0,0 1 0 0 0,0 0 0 0 0,-1 1 0 0 0,0-1 0 0 0,1 1 0 0 0,-1 0 0 0 0,7 9 0 0 0,-6-5-17 0 0,1 0-1 0 0,-1 1 1 0 0,-1 0 0 0 0,0-1 0 0 0,0 2-1 0 0,-1-1 1 0 0,6 19 0 0 0,-8-15-46 0 0,1-1 0 0 0,-2 0 0 0 0,0 1 0 0 0,-1-1 0 0 0,0 0 1 0 0,-1 1-1 0 0,-4 20 0 0 0,-4 5 56 0 0,-17 47 1 0 0,20-68-30 0 0,8-24-7 0 0,11-30-55 0 0,2 8-22 0 0,1 0-1 0 0,2 1 1 0 0,25-31-1 0 0,-30 42-6 0 0,1 1-1 0 0,1 1 0 0 0,0 0 0 0 0,0 1 0 0 0,1 1 0 0 0,22-13 0 0 0,-30 21-6 0 0,-1 0 0 0 0,1 1 0 0 0,0 0 0 0 0,-1 0 0 0 0,1 1 0 0 0,0 0 0 0 0,0 1 0 0 0,1-1 0 0 0,-1 2 0 0 0,0-1 0 0 0,0 1 0 0 0,1 0 0 0 0,-1 1 0 0 0,0 0 0 0 0,0 0 0 0 0,0 1 0 0 0,0 0 0 0 0,0 0 0 0 0,0 1 0 0 0,0 0 0 0 0,-1 0 0 0 0,1 1 0 0 0,-1 0 0 0 0,0 0 0 0 0,0 1 0 0 0,0 0 0 0 0,-1 0 0 0 0,0 1 0 0 0,0-1 0 0 0,0 1 0 0 0,-1 1 0 0 0,0-1 0 0 0,0 1 0 0 0,0 0 0 0 0,-1 0 0 0 0,0 0 0 0 0,5 13 0 0 0,-6-9 11 0 0,0 0 0 0 0,0 0 0 0 0,-1 1 0 0 0,-1-1 0 0 0,0 1 0 0 0,0 0 0 0 0,-1-1 0 0 0,-1 1 0 0 0,0-1 0 0 0,0 1 0 0 0,-1-1 0 0 0,-1 1 0 0 0,0-1 0 0 0,0 0 0 0 0,-1 0 0 0 0,-1 0 0 0 0,0-1 0 0 0,0 1 0 0 0,-7 9 0 0 0,9-16 37 0 0,-7 4 17 0 0,10-8-61 0 0,-1 1 0 0 0,1-1 1 0 0,0 0-1 0 0,0 0 0 0 0,-1 1 0 0 0,1-1 0 0 0,0 0 0 0 0,-1 0 0 0 0,1 0 1 0 0,0 1-1 0 0,-1-1 0 0 0,1 0 0 0 0,-1 0 0 0 0,1 0 0 0 0,0 0 0 0 0,-1 0 1 0 0,1 0-1 0 0,0 0 0 0 0,-1 0 0 0 0,1 0 0 0 0,-1 0 0 0 0,1 0 1 0 0,0 0-1 0 0,-1 0 0 0 0,1 0 0 0 0,0 0 0 0 0,-1 0 0 0 0,1 0 0 0 0,0-1 1 0 0,-1 1-1 0 0,1 0 0 0 0,0 0 0 0 0,-1 0 0 0 0,1-1 0 0 0,0 1 0 0 0,-1 0 1 0 0,1 0-1 0 0,0-1 0 0 0,0 1 0 0 0,-1 0 0 0 0,1 0 0 0 0,0-1 0 0 0,0 1 1 0 0,-1 0-1 0 0,1-1 0 0 0,0 1 0 0 0,0 0 0 0 0,0-1 0 0 0,0 1 1 0 0,0-1-1 0 0,0 1 0 0 0,0 0 0 0 0,0-1 0 0 0,-1 1 0 0 0,1 0 0 0 0,0-1 1 0 0,0 1-1 0 0,1-1 0 0 0,-1 1 0 0 0,3-19 12 0 0,-3 19-13 0 0,5-15 2 0 0,1 0 0 0 0,0 1 1 0 0,1-1-1 0 0,1 1 0 0 0,0 1 0 0 0,16-21 0 0 0,-9 17 13 0 0,0 0 0 0 0,1 0 0 0 0,35-27 0 0 0,-41 37-14 0 0,-1 0 1 0 0,1 1-1 0 0,1 0 1 0 0,-1 1-1 0 0,1 0 1 0 0,0 1 0 0 0,0 0-1 0 0,15-3 1 0 0,-22 6 5 0 0,0 1 0 0 0,0-1 0 0 0,-1 1 0 0 0,1-1 0 0 0,0 1-1 0 0,0 0 1 0 0,0 1 0 0 0,0-1 0 0 0,0 1 0 0 0,0 0 0 0 0,0 0 0 0 0,0 0 0 0 0,-1 0 0 0 0,1 0 0 0 0,0 1 0 0 0,-1 0 0 0 0,1 0 0 0 0,-1 0 0 0 0,0 0 0 0 0,1 0 0 0 0,-1 1 0 0 0,0-1 0 0 0,-1 1 0 0 0,1 0 0 0 0,0 0 0 0 0,-1 0 0 0 0,4 6 0 0 0,-3-4 22 0 0,-1 1 0 0 0,0 0 0 0 0,0 0 0 0 0,0 0 0 0 0,-1 0 0 0 0,0 0-1 0 0,0 0 1 0 0,0 0 0 0 0,-1 0 0 0 0,0 1 0 0 0,0-1 0 0 0,-2 7 0 0 0,-1 14 35 0 0,-11 36-1 0 0,12-55-52 0 0,-5 17-7 0 0,3-16-306 0 0,2-1 0 0 0,-1 1 1 0 0,1 0-1 0 0,1 0 0 0 0,0 0 0 0 0,0 0 0 0 0,0 0 1 0 0,2 18-1 0 0,0-25-9 0 0,0 0 0 0 0,-1-1 0 0 0,1 1-1 0 0,0-1 1 0 0,0 1 0 0 0,0-1 0 0 0,0 0 0 0 0,0 1 0 0 0,0-1 0 0 0,0 0 0 0 0,0 1 0 0 0,0-1-1 0 0,1 0 1 0 0,-1 0 0 0 0,1 0 0 0 0,-1 0 0 0 0,1-1 0 0 0,-1 1 0 0 0,1 0 0 0 0,-1 0 0 0 0,1-1-1 0 0,-1 1 1 0 0,3-1 0 0 0,9 3-3534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2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340 742 616 0 0,'4'-10'1266'0'0,"0"0"0"0"0,-1 0 0 0 0,-1-1 0 0 0,0 1-1 0 0,0-1 1 0 0,-1 1 0 0 0,0-22 0 0 0,-1 29-1114 0 0,0 0 0 0 0,0 0 0 0 0,0 0 0 0 0,-1 0 0 0 0,1 0-1 0 0,-1 0 1 0 0,0-1 0 0 0,0 2 0 0 0,0-1 0 0 0,-1 0 0 0 0,1 0 0 0 0,0 0 0 0 0,-1 0 0 0 0,0 1 0 0 0,0-1 0 0 0,0 1-1 0 0,0-1 1 0 0,0 1 0 0 0,0 0 0 0 0,0 0 0 0 0,-1 0 0 0 0,1 0 0 0 0,-1 0 0 0 0,0 1 0 0 0,0-1 0 0 0,1 1 0 0 0,-1-1-1 0 0,0 1 1 0 0,0 0 0 0 0,0 0 0 0 0,-4 0 0 0 0,2 1-67 0 0,0-1 0 0 0,0 1 0 0 0,-1 1 0 0 0,1-1 0 0 0,0 1 0 0 0,-1 0 0 0 0,1 0 0 0 0,0 1 0 0 0,0-1 0 0 0,0 1-1 0 0,0 0 1 0 0,1 0 0 0 0,-1 1 0 0 0,-8 5 0 0 0,-4 4 108 0 0,-1 2 0 0 0,-17 17 1 0 0,18-14-92 0 0,0 1 0 0 0,1 0 0 0 0,1 1 1 0 0,-18 30-1 0 0,27-37-80 0 0,-1-1 0 0 0,1 1 1 0 0,1 0-1 0 0,0 0 0 0 0,1 0 0 0 0,0 1 0 0 0,1 0 1 0 0,1-1-1 0 0,-3 27 0 0 0,5-36-18 0 0,0 0-1 0 0,0 0 1 0 0,1 0-1 0 0,-1-1 1 0 0,1 1 0 0 0,-1 0-1 0 0,1 0 1 0 0,0 0 0 0 0,0-1-1 0 0,0 1 1 0 0,1 0-1 0 0,-1-1 1 0 0,1 1 0 0 0,-1-1-1 0 0,1 0 1 0 0,0 1 0 0 0,0-1-1 0 0,3 3 1 0 0,-1-2-5 0 0,0 0 0 0 0,0-1 0 0 0,0 0 0 0 0,0 1 0 0 0,1-2 0 0 0,-1 1 0 0 0,0 0 1 0 0,1-1-1 0 0,0 0 0 0 0,8 1 0 0 0,-3-1-37 0 0,0 0 1 0 0,0-1-1 0 0,-1-1 0 0 0,1 1 1 0 0,0-2-1 0 0,0 1 0 0 0,0-1 1 0 0,-1-1-1 0 0,1 0 0 0 0,14-6 1 0 0,-14 3 11 0 0,-1 0 1 0 0,1-1-1 0 0,-1 0 0 0 0,-1-1 1 0 0,1 1-1 0 0,-1-2 1 0 0,-1 1-1 0 0,1-1 1 0 0,-2 0-1 0 0,1-1 1 0 0,-1 1-1 0 0,-1-1 0 0 0,7-15 1 0 0,0-5 30 0 0,-1-2 0 0 0,-2 0 1 0 0,8-40-1 0 0,-17 69 64 0 0,-23 29 54 0 0,11-4 13 0 0,2 1 0 0 0,-13 39 0 0 0,20-52-111 0 0,0 1 0 0 0,1 0 0 0 0,0 0 1 0 0,1 1-1 0 0,0-1 0 0 0,0 0 1 0 0,1 0-1 0 0,2 14 0 0 0,-1-21-22 0 0,0-1 0 0 0,-1 0 0 0 0,2 1-1 0 0,-1-1 1 0 0,0 0 0 0 0,0 1 0 0 0,1-1-1 0 0,0 0 1 0 0,0 0 0 0 0,0 0 0 0 0,0 0 0 0 0,0-1-1 0 0,0 1 1 0 0,1-1 0 0 0,0 1 0 0 0,3 2-1 0 0,-2-2 1 0 0,1-1-1 0 0,0 1 0 0 0,0-1 0 0 0,0 0 0 0 0,0 0 0 0 0,0 0 0 0 0,0-1 1 0 0,0 0-1 0 0,10 1 0 0 0,-1-1-33 0 0,0-1 0 0 0,0 0 0 0 0,0-1 0 0 0,0-1 0 0 0,0 0-1 0 0,0-1 1 0 0,18-7 0 0 0,-17 5-117 0 0,1-2 1 0 0,-1 0-1 0 0,-1-1 0 0 0,0 0 0 0 0,0-2 0 0 0,23-18 0 0 0,-18 10-76 0 0,-1 0 0 0 0,0-1 0 0 0,25-38 0 0 0,-11 7-13 0 0,-3-2 0 0 0,-2-1 1 0 0,21-57-1 0 0,-11 4 269 0 0,-4-1-1 0 0,24-139 1 0 0,-53 227 83 0 0,4-25 554 0 0,-20 67-46 0 0,-86 296 1796 0 0,64-202-2074 0 0,25-86-288 0 0,-41 148 183 0 0,42-138-195 0 0,0 0 0 0 0,-2 60 0 0 0,10-92-37 0 0,0 1-1 0 0,0-1 1 0 0,1 0-1 0 0,0 0 1 0 0,1 0-1 0 0,0 0 0 0 0,0 0 1 0 0,1-1-1 0 0,0 1 1 0 0,1-1-1 0 0,0 1 1 0 0,8 12-1 0 0,-9-16-8 0 0,1-1 0 0 0,0 0 0 0 0,-1 0 1 0 0,2 0-1 0 0,-1 0 0 0 0,0-1 0 0 0,1 0 0 0 0,-1 0 0 0 0,1 0 1 0 0,0 0-1 0 0,0-1 0 0 0,0 1 0 0 0,1-1 0 0 0,-1-1 0 0 0,0 1 1 0 0,1-1-1 0 0,-1 0 0 0 0,1 0 0 0 0,-1 0 0 0 0,1-1 0 0 0,10 0 1 0 0,-7-1-74 0 0,0 0 1 0 0,1 0 0 0 0,-1-1 0 0 0,0 0 0 0 0,0 0 0 0 0,0-1-1 0 0,-1 0 1 0 0,1-1 0 0 0,-1 0 0 0 0,0 0 0 0 0,0-1 0 0 0,14-10 0 0 0,-12 6 26 0 0,0 0 0 0 0,-1-1 0 0 0,0 0 0 0 0,-1 0 0 0 0,0-1 0 0 0,-1 0 0 0 0,0-1 0 0 0,7-14 0 0 0,-3 0 35 0 0,-1 0-1 0 0,-2-2 1 0 0,0 1-1 0 0,-2-1 1 0 0,-1 0 0 0 0,-1 0-1 0 0,0-51 1 0 0,-3 77 11 0 0,-1 1 0 0 0,0 0 0 0 0,0-1 0 0 0,0 1 1 0 0,0 0-1 0 0,0 0 0 0 0,0-1 0 0 0,0 1 0 0 0,0 0 0 0 0,-1-1 1 0 0,1 1-1 0 0,0 0 0 0 0,-1-1 0 0 0,1 1 0 0 0,-1 0 1 0 0,0 0-1 0 0,1 0 0 0 0,-1 0 0 0 0,0-1 0 0 0,1 1 0 0 0,-1 0 1 0 0,0 0-1 0 0,0 1 0 0 0,0-1 0 0 0,-1-1 0 0 0,0 1 3 0 0,2 4-2 0 0,1-1-1 0 0,-1 1 1 0 0,1-1-1 0 0,0 1 1 0 0,-1-1-1 0 0,1 1 1 0 0,0-1-1 0 0,1 0 1 0 0,-1 1-1 0 0,0-1 1 0 0,1 0-1 0 0,-1 0 0 0 0,1 0 1 0 0,0 0-1 0 0,-1 0 1 0 0,1 0-1 0 0,0-1 1 0 0,0 1-1 0 0,0 0 1 0 0,1-1-1 0 0,-1 0 1 0 0,0 0-1 0 0,1 1 1 0 0,3 0-1 0 0,8 4-17 0 0,1-1 0 0 0,29 7-1 0 0,-32-9 7 0 0,136 24-830 0 0,-126-25 556 0 0,1-1 0 0 0,-1 0-1 0 0,0-2 1 0 0,40-6 0 0 0,-54 6 231 0 0,0-2 1 0 0,1 1-1 0 0,-1-1 1 0 0,8-4-1 0 0,-14 6 49 0 0,1 0 0 0 0,-1 0-1 0 0,0-1 1 0 0,1 1 0 0 0,-1-1 0 0 0,0 0-1 0 0,0 0 1 0 0,0 1 0 0 0,0-1-1 0 0,0-1 1 0 0,0 1 0 0 0,-1 0 0 0 0,1 0-1 0 0,-1-1 1 0 0,0 1 0 0 0,2-4-1 0 0,-2 3 29 0 0,0 0-1 0 0,0 0 1 0 0,0 0-1 0 0,-1 0 1 0 0,1 0-1 0 0,-1 0 0 0 0,0 0 1 0 0,0 0-1 0 0,0 0 1 0 0,-1-5-1 0 0,1 7 19 0 0,-1-1 0 0 0,0 0 0 0 0,0 0-1 0 0,0 0 1 0 0,0 1 0 0 0,0-1 0 0 0,-1 1 0 0 0,1-1 0 0 0,0 1-1 0 0,-3-3 1 0 0,1 1 49 0 0,1 2-53 0 0,1 0 0 0 0,-1 0 0 0 0,0 1 0 0 0,1-1 0 0 0,-1 0 0 0 0,0 1 0 0 0,0-1 0 0 0,0 1 0 0 0,0-1 0 0 0,1 1 0 0 0,-1 0 0 0 0,0 0-1 0 0,0 0 1 0 0,0 0 0 0 0,0 0 0 0 0,0 0 0 0 0,0 0 0 0 0,0 1 0 0 0,1-1 0 0 0,-1 1 0 0 0,0-1 0 0 0,-3 3 0 0 0,-7 3 177 0 0,0 0 0 0 0,1 2 0 0 0,0-1 0 0 0,0 1-1 0 0,1 1 1 0 0,0 0 0 0 0,0 0 0 0 0,-13 18 0 0 0,1 2 279 0 0,-36 60-1 0 0,44-65-365 0 0,2 1 0 0 0,0 0 1 0 0,-9 29-1 0 0,19-46-106 0 0,-1 0 0 0 0,1 0 0 0 0,0 1 0 0 0,1-1-1 0 0,0 1 1 0 0,0-1 0 0 0,1 1 0 0 0,0-1 0 0 0,1 1 0 0 0,0 0 0 0 0,0-1 0 0 0,1 1 0 0 0,0-1-1 0 0,3 8 1 0 0,-3-11-21 0 0,1 0 0 0 0,0 0 0 0 0,0-1-1 0 0,1 0 1 0 0,-1 0 0 0 0,1 0 0 0 0,0 0 0 0 0,0 0-1 0 0,0-1 1 0 0,1 0 0 0 0,-1 1 0 0 0,1-2-1 0 0,0 1 1 0 0,0 0 0 0 0,0-1 0 0 0,0 0 0 0 0,0 0-1 0 0,8 1 1 0 0,2 1-147 0 0,-1-2 0 0 0,1 1-1 0 0,1-2 1 0 0,-1 0 0 0 0,21-1 0 0 0,-20-1-89 0 0,-1-1 1 0 0,1 0-1 0 0,-1-2 0 0 0,0 1 1 0 0,0-2-1 0 0,-1 0 1 0 0,1-1-1 0 0,-1 0 1 0 0,0-1-1 0 0,-1 0 1 0 0,1-2-1 0 0,-1 1 1 0 0,-1-2-1 0 0,13-11 1 0 0,-7 3 83 0 0,-2 0 0 0 0,0-1 0 0 0,-1-1 1 0 0,-1 0-1 0 0,-1-1 0 0 0,-1 0 0 0 0,0-1 0 0 0,9-28 0 0 0,-8 15 715 0 0,-1-1 0 0 0,-2-1 0 0 0,7-54-1 0 0,-16 89 212 0 0,-14 9-213 0 0,10-3-412 0 0,-1 1 0 0 0,1 0 0 0 0,-1 0 0 0 0,1 0 0 0 0,1 0-1 0 0,-1 0 1 0 0,1 1 0 0 0,0-1 0 0 0,0 1 0 0 0,-1 6 0 0 0,-3 6 161 0 0,-3 8-168 0 0,1 1 0 0 0,1-1-1 0 0,2 1 1 0 0,0 0 0 0 0,2 1 0 0 0,1-1 0 0 0,2 1-1 0 0,4 51 1 0 0,-2-72-262 0 0,-1-1 1 0 0,1 0-1 0 0,0 1 1 0 0,1-1-1 0 0,0 0 1 0 0,0 0-1 0 0,0 0 1 0 0,1-1-1 0 0,-1 1 1 0 0,1-1-1 0 0,1 0 1 0 0,-1 0-1 0 0,1 0 1 0 0,0 0-1 0 0,0-1 1 0 0,0 0-1 0 0,0 0 0 0 0,10 5 1 0 0,-9-6-665 0 0,1 0 0 0 0,-1 0 0 0 0,0-1 0 0 0,12 3 0 0 0,-12-4-266 0 0,-1 0 0 0 0,1 0 0 0 0,0-1 1 0 0,-1 0-1 0 0,1 0 0 0 0,5-1 0 0 0,7-2-5032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3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1384 0 0,'3'-19'3736'0'0,"0"1"1"0"0,-2-1-1 0 0,-1-20 0 0 0,0 30-1717 0 0,2 10-1613 0 0,2 0-310 0 0,-1 0-1 0 0,0 1 1 0 0,0-1-1 0 0,-1 1 1 0 0,1 0-1 0 0,0 0 1 0 0,0 0-1 0 0,-1 0 1 0 0,0 1-1 0 0,1-1 1 0 0,-1 1-1 0 0,2 2 1 0 0,28 42 347 0 0,-16-22-275 0 0,9 11-298 0 0,74 98 884 0 0,-80-113-2139 0 0,41 38 1 0 0,-50-53 402 0 0,12 4-8291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3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74 932 0 0,'-2'-5'1008'0'0,"2"-2"539"0"0,-2 1 1 0 0,1 0-1 0 0,-1 0 0 0 0,0 0 1 0 0,0 0-1 0 0,-1 0 1 0 0,1 0-1 0 0,-1 1 1 0 0,-6-9-1 0 0,8 14-1435 0 0,-1 0 0 0 0,1 0 0 0 0,-1-1 0 0 0,1 1 0 0 0,-1 1-1 0 0,0-1 1 0 0,1 0 0 0 0,-1 0 0 0 0,1 1 0 0 0,0-1 0 0 0,-1 1 0 0 0,1-1 0 0 0,-1 1-1 0 0,1-1 1 0 0,0 1 0 0 0,-3 1 0 0 0,4-2-106 0 0,-12 8 363 0 0,0 0 0 0 0,0 0-1 0 0,1 1 1 0 0,0 1 0 0 0,-10 11 0 0 0,-45 57 395 0 0,36-38-871 0 0,1 2 0 0 0,2 0-1 0 0,2 2 1 0 0,-30 76 0 0 0,48-106-960 0 0,-3 4-2845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3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18 129 1480 0 0,'-4'-32'7253'0'0,"-3"-26"2224"0"0,1 21-7853 0 0,6 35-1941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3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0 1320 0 0,'-336'2'19625'0'0,"321"0"-19078"0"0,15-2-538 0 0,0 0 0 0 0,0 0 0 0 0,0 0 0 0 0,0 0 0 0 0,0 0 0 0 0,0 1 0 0 0,0-1 0 0 0,-1 0 0 0 0,1 0 0 0 0,0 0 0 0 0,0 0 0 0 0,0 0 0 0 0,0 0 0 0 0,0 1 0 0 0,0-1 0 0 0,0 0 0 0 0,0 0 0 0 0,0 0 0 0 0,0 0 0 0 0,0 0 0 0 0,0 0 0 0 0,1 1 0 0 0,-1-1 0 0 0,0 0 0 0 0,0 0 0 0 0,0 0 0 0 0,0 0 0 0 0,0 0 0 0 0,0 0 0 0 0,0 1 0 0 0,0-1 0 0 0,0 0 0 0 0,0 0 0 0 0,0 0 0 0 0,0 0 0 0 0,1 0 1 0 0,-1 0-1 0 0,0 0 0 0 0,0 0 0 0 0,0 0 0 0 0,0 0 0 0 0,0 0 0 0 0,0 0 0 0 0,1 0 0 0 0,-1 1 0 0 0,0-1 0 0 0,24 8 246 0 0,366 22-3635 0 0,-168-16-1678 0 0,-122-7 495 0 0,3-2-2203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4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75 121 36 0 0,'-4'-10'2349'0'0,"2"-1"-1"0"0,0 1 1 0 0,-2-22 0 0 0,3 21-277 0 0,-1 0 0 0 0,-6-24 1189 0 0,13 52-2018 0 0,-5 9-785 0 0,-1 0 0 0 0,-1-1 0 0 0,-1 1 0 0 0,-13 44 0 0 0,3-5-153 0 0,6-28-186 0 0,2-16-66 0 0,1 0 0 0 0,1 0 0 0 0,1 0 0 0 0,1 24 0 0 0,1-44-48 0 0,0 1 0 0 0,0-1-1 0 0,1 0 1 0 0,-1 1 0 0 0,0-1 0 0 0,0 0-1 0 0,1 1 1 0 0,-1-1 0 0 0,1 0 0 0 0,0 1 0 0 0,-1-1-1 0 0,1 0 1 0 0,0 0 0 0 0,-1 0 0 0 0,1 1 0 0 0,0-1-1 0 0,0 0 1 0 0,0 0 0 0 0,0 0 0 0 0,0 0 0 0 0,0-1-1 0 0,0 1 1 0 0,2 1 0 0 0,0-1-1 0 0,-1 0-1 0 0,1-1 1 0 0,-1 1-1 0 0,1-1 1 0 0,0 1-1 0 0,-1-1 1 0 0,1 0 0 0 0,0 0-1 0 0,-1 0 1 0 0,1 0-1 0 0,4-1 1 0 0,2-1-1 0 0,-1 0 1 0 0,1-1-1 0 0,0 0 0 0 0,-1 0 1 0 0,0-1-1 0 0,10-6 0 0 0,-6 2 4 0 0,-1-1-1 0 0,0 0 0 0 0,0 0 1 0 0,-1-2-1 0 0,12-14 0 0 0,41-64 11 0 0,-39 55-10 0 0,-20 27 4 0 0,1 0-48 0 0,-1 1 0 0 0,1 0-1 0 0,9-11 1 0 0,-12 16 19 0 0,15 5-26 0 0,-11-1 41 0 0,-1 0-1 0 0,0 1 0 0 0,0 0 0 0 0,-1 0 1 0 0,1 0-1 0 0,-1 0 0 0 0,0 1 0 0 0,0-1 1 0 0,0 1-1 0 0,-1 0 0 0 0,5 8 0 0 0,1 1-1 0 0,8 10-6 0 0,34 35-1 0 0,-43-51 27 0 0,1 0 0 0 0,0 0 0 0 0,1-1 0 0 0,-1-1 0 0 0,1 1 0 0 0,20 8 0 0 0,-28-14-13 0 0,0 0 0 0 0,0-1 0 0 0,0 1 1 0 0,0 0-1 0 0,0-1 0 0 0,0 0 0 0 0,0 1 1 0 0,0-1-1 0 0,0 0 0 0 0,0 0 0 0 0,1 0 1 0 0,-1 0-1 0 0,0 0 0 0 0,0-1 0 0 0,0 1 0 0 0,0-1 1 0 0,0 1-1 0 0,0-1 0 0 0,0 0 0 0 0,0 0 1 0 0,0 0-1 0 0,0 0 0 0 0,0 0 0 0 0,-1 0 1 0 0,1 0-1 0 0,0-1 0 0 0,-1 1 0 0 0,1-1 1 0 0,-1 1-1 0 0,1-1 0 0 0,-1 0 0 0 0,0 1 1 0 0,0-1-1 0 0,1 0 0 0 0,-1 0 0 0 0,0 0 1 0 0,-1 0-1 0 0,2-2 0 0 0,2-6 10 0 0,-1 0 0 0 0,0 0 0 0 0,0-1 0 0 0,-1 1 0 0 0,2-20 0 0 0,-2-13 24 0 0,-1 0 0 0 0,-3 1 0 0 0,-9-59 1 0 0,12 89-85 0 0,7 12-22 0 0,8 11 26 0 0,-6 1-311 0 0,2-1 0 0 0,0-1 0 0 0,0 0 0 0 0,1-1 0 0 0,0 0 0 0 0,1-1 0 0 0,0 0 0 0 0,0-1 0 0 0,0-1 0 0 0,1 0 0 0 0,0-1 0 0 0,0 0 0 0 0,0-2 0 0 0,27 4 0 0 0,-39-7 329 0 0,1 1-1 0 0,-1-1 0 0 0,0 0 1 0 0,0-1-1 0 0,1 1 0 0 0,-1 0 1 0 0,0-1-1 0 0,0 0 1 0 0,0 0-1 0 0,0 0 0 0 0,1 0 1 0 0,-1 0-1 0 0,-1 0 1 0 0,1-1-1 0 0,0 0 0 0 0,0 1 1 0 0,0-1-1 0 0,-1 0 0 0 0,1-1 1 0 0,-1 1-1 0 0,0 0 1 0 0,0-1-1 0 0,0 1 0 0 0,0-1 1 0 0,0 1-1 0 0,0-1 1 0 0,1-4-1 0 0,3-5 406 0 0,-1-1 1 0 0,0-1-1 0 0,-1 1 0 0 0,5-26 1 0 0,-4 14 1221 0 0,-2 5-740 0 0,-4 20-846 0 0,1 0 0 0 0,-1 0 0 0 0,1 0 0 0 0,0 0 0 0 0,-1 0 0 0 0,1 1 0 0 0,-1-1 0 0 0,1 0 0 0 0,0 0 0 0 0,-1 0 0 0 0,1 1 0 0 0,0-1 0 0 0,-1 0 0 0 0,1 0 0 0 0,0 1 1 0 0,-1-1-1 0 0,1 0 0 0 0,0 1 0 0 0,0-1 0 0 0,-1 1 0 0 0,1-1 0 0 0,0 0 0 0 0,0 1 0 0 0,-1 0 0 0 0,-19 36 300 0 0,11-14-227 0 0,0 0 0 0 0,2 0 1 0 0,1 1-1 0 0,1-1 1 0 0,1 1-1 0 0,0 1 1 0 0,2-1-1 0 0,1 1 0 0 0,1-1 1 0 0,4 27-1 0 0,-3-47-148 0 0,-1 0 0 0 0,1 0-1 0 0,0 0 1 0 0,1 0 0 0 0,-1 0 0 0 0,1-1-1 0 0,0 1 1 0 0,-1 0 0 0 0,2-1 0 0 0,-1 1-1 0 0,0-1 1 0 0,1 0 0 0 0,-1 0-1 0 0,1 0 1 0 0,0 0 0 0 0,0 0 0 0 0,0-1-1 0 0,1 1 1 0 0,-1-1 0 0 0,0 0 0 0 0,1 0-1 0 0,0 0 1 0 0,-1 0 0 0 0,1-1-1 0 0,6 2 1 0 0,-6-2-410 0 0,-1-1-1 0 0,1 1 0 0 0,0-1 1 0 0,-1 0-1 0 0,1 0 1 0 0,0 0-1 0 0,6-2 1 0 0,-6 1-440 0 0,1 0 0 0 0,-1 0 0 0 0,0-1 1 0 0,0 0-1 0 0,0 0 0 0 0,0 0 0 0 0,4-3 0 0 0,7-7-5303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5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115 118 2104 0 0,'-22'-28'4730'0'0,"-1"1"1"0"0,-27-25-1 0 0,42 44-4251 0 0,6 6-113 0 0,2 2-405 0 0,0 0 0 0 0,-1 0 0 0 0,1 0 1 0 0,0 0-1 0 0,-1 0 0 0 0,1 0 1 0 0,0 0-1 0 0,-1 0 0 0 0,1 0 1 0 0,0 0-1 0 0,-1 0 0 0 0,1 0 1 0 0,-1 0-1 0 0,1 0 0 0 0,0 1 0 0 0,0-1 1 0 0,-1 0-1 0 0,1 0 0 0 0,0 0 1 0 0,-1 0-1 0 0,1 1 0 0 0,0-1 1 0 0,0 0-1 0 0,-1 0 0 0 0,1 1 0 0 0,0-1 1 0 0,0 0-1 0 0,-1 0 0 0 0,1 1 1 0 0,0-1-1 0 0,0 0 0 0 0,0 1 1 0 0,4 11-1253 0 0,17 9-1978 0 0,-8-14-367 0 0,-1 1-1627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5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51 1480 0 0,'34'-51'17506'0'0,"-33"52"-17384"0"0,0 1 0 0 0,-1-1 0 0 0,1 0-1 0 0,0 1 1 0 0,-1-1 0 0 0,1 1 0 0 0,-1-1 0 0 0,1 0 0 0 0,-1 1 0 0 0,0-1 0 0 0,0 1 0 0 0,0-1 0 0 0,1 1 0 0 0,-2 2 0 0 0,-11 61 2803 0 0,-22 67 1 0 0,8-38-1844 0 0,7-21-549 0 0,0-1-219 0 0,2 0 0 0 0,-7 89 0 0 0,23-147-615 0 0,1-1 0 0 0,0 1 0 0 0,1-1 0 0 0,6 27 0 0 0,-6-35-204 0 0,1 1 1 0 0,0-1-1 0 0,0 0 1 0 0,0 1-1 0 0,1-1 1 0 0,3 6-1 0 0,-4-9-142 0 0,-1 0 0 0 0,1 0 1 0 0,0 1-1 0 0,0-1 0 0 0,0 0 0 0 0,1 0 0 0 0,-1-1 0 0 0,0 1 1 0 0,1 0-1 0 0,-1-1 0 0 0,1 0 0 0 0,5 3 0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6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75 259 1392 0 0,'-38'-37'10128'0'0,"6"6"-3184"0"0,31 30-6538 0 0,1 0-386 0 0,0 1 0 0 0,0 0 0 0 0,0 0 1 0 0,0 0-1 0 0,0 0 0 0 0,0 0 0 0 0,0-1 0 0 0,0 1 1 0 0,0 0-1 0 0,0 0 0 0 0,0 0 0 0 0,0 0 0 0 0,0 0 1 0 0,0 0-1 0 0,0-1 0 0 0,0 1 0 0 0,-1 0 1 0 0,1 0-1 0 0,0 0 0 0 0,0 0 0 0 0,0 0 0 0 0,0 0 1 0 0,0 0-1 0 0,0 0 0 0 0,0 0 0 0 0,0-1 0 0 0,-1 1 1 0 0,1 0-1 0 0,0 0 0 0 0,0 0 0 0 0,0 0 1 0 0,0 0-1 0 0,0 0 0 0 0,0 0 0 0 0,-1 0 0 0 0,1 0 1 0 0,0 0-1 0 0,0 0 0 0 0,0 0 0 0 0,0 0 0 0 0,0 0 1 0 0,0 0-1 0 0,-1 0 0 0 0,1 0 0 0 0,0 0-8 0 0,0 1 0 0 0,0-1 0 0 0,0 0 1 0 0,0 1-1 0 0,1-1 0 0 0,-1 0 0 0 0,0 1 0 0 0,0-1 0 0 0,0 0 0 0 0,0 0 0 0 0,0 1 0 0 0,0-1 0 0 0,1 0 0 0 0,-1 0 0 0 0,0 1 0 0 0,0-1 1 0 0,0 0-1 0 0,1 0 0 0 0,-1 0 0 0 0,0 1 0 0 0,0-1 0 0 0,1 0 0 0 0,-1 0 0 0 0,0 0 0 0 0,1 0 0 0 0,-1 0 0 0 0,0 1 0 0 0,0-1 0 0 0,1 0 1 0 0,-1 0-1 0 0,0 0 0 0 0,1 0 0 0 0,-1 0 0 0 0,16 6 63 0 0,-1 0 1 0 0,1 0-1 0 0,0-2 0 0 0,1 0 1 0 0,22 2-1 0 0,89 4 57 0 0,-120-10-125 0 0,18 2-86 0 0,0-2-1 0 0,0-1 1 0 0,0-1 0 0 0,0-2-1 0 0,0 0 1 0 0,-1-1-1 0 0,46-17 1 0 0,-59 17 24 0 0,0 0-1 0 0,-1-1 0 0 0,0 0 1 0 0,-1-1-1 0 0,1 0 1 0 0,-1 0-1 0 0,-1-1 1 0 0,1-1-1 0 0,-2 1 1 0 0,1-2-1 0 0,-1 1 1 0 0,0-1-1 0 0,-1 0 1 0 0,0-1-1 0 0,-1 0 1 0 0,0 0-1 0 0,0 0 1 0 0,4-17-1 0 0,-7 9 3 0 0,-3 19 52 0 0,0 0 0 0 0,0 0 0 0 0,0 0 0 0 0,-1 0 0 0 0,1 0 0 0 0,0-1 0 0 0,0 1 0 0 0,0 0 0 0 0,-1 0 0 0 0,1 0 0 0 0,0 0 0 0 0,0 0 0 0 0,-1 0 0 0 0,1 0 0 0 0,0 0 0 0 0,0 0 0 0 0,-1 0 0 0 0,1 0 0 0 0,0 0 0 0 0,0 0 0 0 0,0 0 0 0 0,-1 0 0 0 0,1 1 0 0 0,0-1 0 0 0,0 0-1 0 0,-1 0 1 0 0,1 0 0 0 0,0 0 0 0 0,0 0 0 0 0,0 0 0 0 0,0 1 0 0 0,-1-1 0 0 0,1 0 0 0 0,0 0 0 0 0,0 0 0 0 0,0 0 0 0 0,0 1 0 0 0,-1-1 0 0 0,-2 3 0 0 0,-1 1 0 0 0,1 0 0 0 0,0-1 0 0 0,0 1 0 0 0,-4 8 0 0 0,-29 61 690 0 0,-38 115-1 0 0,-10 84 544 0 0,62-196-1103 0 0,1-10 800 0 0,20-64-670 0 0,18-19-12 0 0,9-24-233 0 0,2 2 0 0 0,2 1 1 0 0,1 2-1 0 0,2 1 0 0 0,49-41 1 0 0,-73 68-33 0 0,1 0 0 0 0,0 1 1 0 0,1 0-1 0 0,-1 1 0 0 0,1 0 1 0 0,0 1-1 0 0,21-7 0 0 0,-29 11 11 0 0,1 0 0 0 0,-1 0 0 0 0,1 1-1 0 0,-1-1 1 0 0,1 1 0 0 0,-1 0 0 0 0,1 0 0 0 0,0 0-1 0 0,-1 1 1 0 0,1-1 0 0 0,-1 1 0 0 0,1 0-1 0 0,-1 0 1 0 0,1 0 0 0 0,-1 0 0 0 0,0 1 0 0 0,0-1-1 0 0,0 1 1 0 0,1 0 0 0 0,-1 0 0 0 0,-1 0-1 0 0,1 0 1 0 0,0 1 0 0 0,-1-1 0 0 0,1 1 0 0 0,-1 0-1 0 0,0-1 1 0 0,1 1 0 0 0,-1 0 0 0 0,2 6-1 0 0,1 0 102 0 0,0 1 0 0 0,-1 0 0 0 0,0 1 0 0 0,0-1 0 0 0,-1 0 0 0 0,-1 1 1 0 0,0 0-1 0 0,1 16 0 0 0,-2 6 833 0 0,-5 48 0 0 0,-1-2-129 0 0,6-74-727 0 0,7 5 54 0 0,-5-8-122 0 0,0-1 0 0 0,1 1-1 0 0,-1-1 1 0 0,0 0-1 0 0,0 0 1 0 0,1 0 0 0 0,-1 0-1 0 0,0-1 1 0 0,1 1-1 0 0,-1-1 1 0 0,1 0 0 0 0,4 0-1 0 0,46-6-607 0 0,-44 4 420 0 0,14-3-780 0 0,1 0 1 0 0,-1-2 0 0 0,-1-1 0 0 0,31-13-1 0 0,39-30-8955 0 0,-58 29 1242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6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379 65 3176 0 0,'0'-10'3279'0'0,"1"1"0"0"0,1 0 1 0 0,3-11-1 0 0,-2 3 954 0 0,-2 25-3901 0 0,0 1-1 0 0,-1-1 1 0 0,0 1 0 0 0,0-1-1 0 0,-1 0 1 0 0,-3 13 0 0 0,0 4 345 0 0,-84 435 4616 0 0,43-254-4056 0 0,-125 569 1212 0 0,164-743-2423 0 0,-36 143-2334 0 0,42-174 1945 0 0,0-1 1 0 0,0 1-1 0 0,0 0 1 0 0,-1 0-1 0 0,1 0 0 0 0,0 0 1 0 0,-1 0-1 0 0,-25-43-17363 0 0,22 16 10535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6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0 238 2416 0 0,'2'-4'268'0'0,"8"-24"1622"0"0,1 1-1 0 0,1 0 1 0 0,17-25-1 0 0,-25 44-1622 0 0,1 1-1 0 0,1 0 0 0 0,0 0 1 0 0,0 0-1 0 0,0 1 1 0 0,1 0-1 0 0,-1 0 1 0 0,2 1-1 0 0,-1 0 0 0 0,0 0 1 0 0,1 1-1 0 0,0-1 1 0 0,0 2-1 0 0,13-5 1 0 0,-7 5-157 0 0,-1 0 1 0 0,1 1-1 0 0,0 1 0 0 0,0 0 1 0 0,0 1-1 0 0,0 0 1 0 0,0 1-1 0 0,0 1 1 0 0,0 0-1 0 0,0 1 1 0 0,-1 0-1 0 0,1 1 1 0 0,-1 1-1 0 0,20 9 1 0 0,-23-9-65 0 0,-1-1 0 0 0,0 1 0 0 0,0 1 1 0 0,0 0-1 0 0,-1 0 0 0 0,0 1 0 0 0,0 0 1 0 0,-1 0-1 0 0,0 1 0 0 0,0 0 0 0 0,-1 0 1 0 0,0 0-1 0 0,0 1 0 0 0,-1 0 0 0 0,0 0 1 0 0,0 1-1 0 0,-1-1 0 0 0,0 1 0 0 0,-1 0 1 0 0,2 13-1 0 0,-3-15 71 0 0,-2 1-1 0 0,0 0 1 0 0,0-1 0 0 0,0 1-1 0 0,-1-1 1 0 0,0 1 0 0 0,-1-1-1 0 0,0 0 1 0 0,0 1 0 0 0,-7 14-1 0 0,4-12-16 0 0,-1 1 0 0 0,0-2 0 0 0,-1 1-1 0 0,-1-1 1 0 0,0 0 0 0 0,-17 17 0 0 0,11-14-54 0 0,-1 0 1 0 0,-1-1-1 0 0,0-1 1 0 0,0-1-1 0 0,-1 0 1 0 0,-1-1-1 0 0,0-1 1 0 0,0 0-1 0 0,-29 7 1 0 0,17-10-1187 0 0,29-5 925 0 0,0 0-1 0 0,0 0 1 0 0,0 0-1 0 0,0 0 1 0 0,1 0-1 0 0,-1 0 1 0 0,0 0-1 0 0,0-1 1 0 0,0 1 0 0 0,0 0-1 0 0,0 0 1 0 0,0-1-1 0 0,1 1 1 0 0,-1-1-1 0 0,0 1 1 0 0,0-1-1 0 0,1 1 1 0 0,-1-1-1 0 0,0 1 1 0 0,0-1-1 0 0,1 0 1 0 0,-1 1-1 0 0,1-1 1 0 0,-1 0 0 0 0,1 1-1 0 0,-1-1 1 0 0,0-1-1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39 149 2728 0 0,'16'-31'12575'0'0,"-33"64"-11325"0"0,8-13-914 0 0,1 1 0 0 0,-8 30 0 0 0,15-43-293 0 0,-1 0 1 0 0,1 1-1 0 0,0-1 0 0 0,1 0 0 0 0,0 0 0 0 0,0 0 0 0 0,1 0 1 0 0,0 1-1 0 0,4 14 0 0 0,-3-19-30 0 0,0 0-1 0 0,0 0 1 0 0,0 0 0 0 0,0-1 0 0 0,1 1-1 0 0,-1-1 1 0 0,1 0 0 0 0,0 0 0 0 0,0 0-1 0 0,0 0 1 0 0,1 0 0 0 0,-1-1-1 0 0,0 1 1 0 0,1-1 0 0 0,0 0 0 0 0,0 0-1 0 0,-1 0 1 0 0,1-1 0 0 0,0 1 0 0 0,0-1-1 0 0,1 0 1 0 0,-1 0 0 0 0,6 0 0 0 0,1 1 6 0 0,0-1 1 0 0,0 0-1 0 0,0-1 1 0 0,0 0-1 0 0,0-1 1 0 0,-1 0-1 0 0,1-1 1 0 0,11-3-1 0 0,-13 2-8 0 0,0-1-1 0 0,-1 0 0 0 0,0-1 0 0 0,0 0 0 0 0,0 0 0 0 0,0 0 0 0 0,-1-1 1 0 0,0 0-1 0 0,0-1 0 0 0,-1 0 0 0 0,0 0 0 0 0,0 0 0 0 0,0-1 1 0 0,-1 1-1 0 0,0-1 0 0 0,-1-1 0 0 0,0 1 0 0 0,0-1 0 0 0,-1 1 1 0 0,0-1-1 0 0,2-10 0 0 0,-2 11-5 0 0,-1-1 1 0 0,0 1-1 0 0,-1-1 0 0 0,0 1 0 0 0,0-1 1 0 0,-1 1-1 0 0,0-1 0 0 0,-1 1 1 0 0,0-1-1 0 0,0 0 0 0 0,0 1 0 0 0,-1 0 1 0 0,-1-1-1 0 0,0 1 0 0 0,0 0 1 0 0,0 0-1 0 0,-1 1 0 0 0,0-1 1 0 0,0 1-1 0 0,-1-1 0 0 0,0 1 0 0 0,0 1 1 0 0,-9-9-1 0 0,8 10-2 0 0,0 1 0 0 0,-1 0-1 0 0,0 0 1 0 0,1 1 0 0 0,-1-1 0 0 0,0 1 0 0 0,-1 1-1 0 0,1 0 1 0 0,0 0 0 0 0,-1 0 0 0 0,1 1-1 0 0,-1 0 1 0 0,0 0 0 0 0,1 1 0 0 0,-1 0-1 0 0,-14 2 1 0 0,16-2-153 0 0,-1 1-1 0 0,1 0 1 0 0,0 1-1 0 0,0 0 1 0 0,0 0-1 0 0,0 0 1 0 0,0 0-1 0 0,1 1 1 0 0,-1 0-1 0 0,1 0 1 0 0,-1 1-1 0 0,1-1 0 0 0,0 1 1 0 0,0 1-1 0 0,1-1 1 0 0,-1 0-1 0 0,1 1 1 0 0,0 0-1 0 0,0 0 1 0 0,1 0-1 0 0,-4 7 1 0 0,6-9-179 0 0,-1 1-1 0 0,1 0 1 0 0,0-1 0 0 0,0 1 0 0 0,0 0 0 0 0,0 0 0 0 0,0 5 0 0 0,5 14-4837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7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217 82 1036 0 0,'2'-3'596'0'0,"0"0"-1"0"0,-1 0 0 0 0,1-1 1 0 0,-1 1-1 0 0,1 0 1 0 0,-1-1-1 0 0,0 0 0 0 0,-1 1 1 0 0,1-1-1 0 0,0 1 1 0 0,-1-1-1 0 0,0 0 1 0 0,0 0-1 0 0,0 1 0 0 0,0-1 1 0 0,-1 0-1 0 0,-1-6 1 0 0,1 9-540 0 0,1 0-1 0 0,-1 0 1 0 0,1 0 0 0 0,-1 1 0 0 0,0-1-1 0 0,0 0 1 0 0,1 1 0 0 0,-1-1 0 0 0,0 0 0 0 0,0 1-1 0 0,1-1 1 0 0,-1 1 0 0 0,0-1 0 0 0,0 1-1 0 0,0 0 1 0 0,0-1 0 0 0,0 1 0 0 0,0 0 0 0 0,0 0-1 0 0,0-1 1 0 0,0 1 0 0 0,0 0 0 0 0,0 0 0 0 0,-2 0-1 0 0,-23 3 407 0 0,11 1-247 0 0,0 1 1 0 0,0 0-1 0 0,-27 15 1 0 0,34-16-174 0 0,0 1 0 0 0,0-1-1 0 0,1 2 1 0 0,0-1 0 0 0,0 1 0 0 0,0 1 0 0 0,1-1 0 0 0,-8 10 0 0 0,13-15-35 0 0,1 1 1 0 0,-1 0 0 0 0,0-1-1 0 0,1 1 1 0 0,-1 0 0 0 0,0-1-1 0 0,1 1 1 0 0,0 0-1 0 0,-1 0 1 0 0,1-1 0 0 0,0 1-1 0 0,0 0 1 0 0,0 0 0 0 0,0-1-1 0 0,1 1 1 0 0,-1 0 0 0 0,0 0-1 0 0,1-1 1 0 0,-1 1-1 0 0,1 0 1 0 0,-1 0 0 0 0,1-1-1 0 0,0 1 1 0 0,0-1 0 0 0,0 1-1 0 0,0-1 1 0 0,0 1 0 0 0,0-1-1 0 0,0 0 1 0 0,0 1-1 0 0,1-1 1 0 0,2 2 0 0 0,6 6 15 0 0,0-1-1 0 0,1 0 1 0 0,17 9 0 0 0,-16-9-16 0 0,1 0 3 0 0,91 63-18 0 0,-93-62 26 0 0,1 1-1 0 0,-2 0 1 0 0,1 1-1 0 0,-2 1 1 0 0,1-1-1 0 0,10 19 0 0 0,-19-28 123 0 0,1 0 0 0 0,-1 0-1 0 0,0 0 1 0 0,0 0-1 0 0,0 0 1 0 0,-1 0 0 0 0,1 1-1 0 0,0-1 1 0 0,-1 0-1 0 0,0 1 1 0 0,1-1 0 0 0,-1 0-1 0 0,0 1 1 0 0,0-1-1 0 0,0 0 1 0 0,0 1 0 0 0,-1-1-1 0 0,1 0 1 0 0,-1 1-1 0 0,0 2 1 0 0,-1-2 0 0 0,0 0 1 0 0,1-1-1 0 0,-1 1 0 0 0,0-1 0 0 0,0 1 1 0 0,-1-1-1 0 0,1 0 0 0 0,0 1 0 0 0,-1-1 1 0 0,1 0-1 0 0,-1-1 0 0 0,0 1 1 0 0,-3 1-1 0 0,-5 2 88 0 0,1-1-1 0 0,-1 0 1 0 0,0 0 0 0 0,0-2 0 0 0,-1 1 0 0 0,1-1 0 0 0,-14 0-1 0 0,2-1-92 0 0,1-1-1 0 0,-1-1 1 0 0,0-1-1 0 0,-41-10 0 0 0,63 12-259 0 0,0-1 0 0 0,0 1 1 0 0,0 0-1 0 0,1-1 0 0 0,-1 1 0 0 0,0 0 0 0 0,0-1 0 0 0,0 0 0 0 0,0 1 0 0 0,1-1 0 0 0,-1 1 0 0 0,0-1 0 0 0,0 0 0 0 0,1 1 0 0 0,-1-1 0 0 0,1 0 0 0 0,-1 0 0 0 0,1 0 0 0 0,-1 0 0 0 0,1 1 0 0 0,-1-1 0 0 0,1 0 0 0 0,0 0 0 0 0,-1 0 0 0 0,1 0 0 0 0,0 0 0 0 0,0 0 0 0 0,0 0 0 0 0,-1 0 0 0 0,1 0 1 0 0,0 0-1 0 0,1 0 0 0 0,-1 0 0 0 0,0 0 0 0 0,0 0 0 0 0,0 0 0 0 0,0 0 0 0 0,1 0 0 0 0,-1 0 0 0 0,1 1 0 0 0,-1-1 0 0 0,0 0 0 0 0,1 0 0 0 0,-1 0 0 0 0,1 0 0 0 0,0 1 0 0 0,-1-1 0 0 0,1 0 0 0 0,0 0 0 0 0,1 0 0 0 0,21-21-7024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8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16 2596 0 0,'11'-15'12360'0'0,"-12"20"-11985"0"0,1 0 0 0 0,-1 1 1 0 0,0-1-1 0 0,0 0 0 0 0,-1 0 0 0 0,1 0 0 0 0,-1 0 0 0 0,0 0 1 0 0,-4 7-1 0 0,-5 13 545 0 0,-11 31 255 0 0,10-28-759 0 0,-8 29 0 0 0,18-50-348 0 0,0 1 0 0 0,1 0 0 0 0,0-1 0 0 0,0 1 0 0 0,0 0 0 0 0,1 0 0 0 0,1-1 0 0 0,1 16 0 0 0,-1-20-49 0 0,0 0 0 0 0,0 0 0 0 0,0-1-1 0 0,0 1 1 0 0,0 0 0 0 0,1 0 0 0 0,-1-1-1 0 0,1 1 1 0 0,0-1 0 0 0,-1 0 0 0 0,1 1 0 0 0,0-1-1 0 0,1 0 1 0 0,-1 0 0 0 0,3 2 0 0 0,0-1-9 0 0,-1 0 0 0 0,1 0-1 0 0,0-1 1 0 0,1 0 0 0 0,-1 0 0 0 0,0 0 0 0 0,10 2 0 0 0,-4-3-401 0 0,-1 1-1 0 0,1-1 1 0 0,0-1-1 0 0,0 0 1 0 0,0 0-1 0 0,0-1 1 0 0,20-5-1 0 0,-23 4-520 0 0,1-1 0 0 0,0 0 0 0 0,-1-1-1 0 0,16-9 1 0 0,9-13-5021 0 0,-13 7-664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8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132 124 848 0 0,'-73'-71'8474'0'0,"24"25"-5317"0"0,40 40-3868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8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51 496 0 0,'4'-14'7471'0'0,"6"-14"1037"0"0,-8 20-6341 0 0,-29 103 1475 0 0,-106 352 1186 0 0,69-227-4369 0 0,63-218-497 0 0,-17 73-1359 0 0,16-66 46 0 0,0 1 0 0 0,1-1-1 0 0,1 1 1 0 0,0-1 0 0 0,1 18-1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8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2120 0 0,'55'-105'17803'0'0,"-54"103"-17379"0"0,8-1 1509 0 0,-8 14-1525 0 0,0 0 0 0 0,-1 0 0 0 0,0-1 0 0 0,-1 1 0 0 0,0 0 0 0 0,-1 0 0 0 0,0-1 0 0 0,-4 13 0 0 0,-2 10-85 0 0,-5 29 29 0 0,-9 59-357 0 0,21-106-828 0 0,1 0-1 0 0,0-1 0 0 0,2 22 0 0 0,-1-30-46 0 0,0 0-1 0 0,1 1 0 0 0,-1-1 0 0 0,1 0 0 0 0,5 9 0 0 0,-5-12-336 0 0,-1 1 0 0 0,2-1 0 0 0,-1 0 0 0 0,0 0-1 0 0,1 0 1 0 0,3 3 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9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61 2728 0 0,'0'0'51'0'0,"3"-6"1491"0"0,0 1 1 0 0,0 0-1 0 0,0-1 0 0 0,-1 0 1 0 0,0 0-1 0 0,0 1 0 0 0,2-12 0 0 0,-4 17-1503 0 0,0 0-1 0 0,0-1 0 0 0,0 1 0 0 0,0 0 0 0 0,0 0 1 0 0,0 0-1 0 0,0 0 0 0 0,0-1 0 0 0,0 1 0 0 0,0 0 1 0 0,0 0-1 0 0,0 0 0 0 0,0 0 0 0 0,0-1 1 0 0,0 1-1 0 0,0 0 0 0 0,0 0 0 0 0,0 0 0 0 0,0 0 1 0 0,1 0-1 0 0,-1-1 0 0 0,0 1 0 0 0,0 0 0 0 0,0 0 1 0 0,0 0-1 0 0,0 0 0 0 0,0 0 0 0 0,1 0 0 0 0,-1 0 1 0 0,0 0-1 0 0,0 0 0 0 0,0-1 0 0 0,0 1 1 0 0,1 0-1 0 0,-1 0 0 0 0,0 0 0 0 0,0 0 0 0 0,0 0 1 0 0,0 0-1 0 0,1 0 0 0 0,-1 0 0 0 0,0 0 0 0 0,0 0 1 0 0,1 1 31 0 0,-1-1 0 0 0,1 0 0 0 0,-1 1 0 0 0,0-1 0 0 0,1 0 0 0 0,-1 1 1 0 0,0-1-1 0 0,1 0 0 0 0,-1 1 0 0 0,0-1 0 0 0,1 1 0 0 0,-1-1 0 0 0,0 1 0 0 0,0-1 1 0 0,0 0-1 0 0,1 1 0 0 0,-1-1 0 0 0,0 1 0 0 0,0-1 0 0 0,0 1 0 0 0,0-1 0 0 0,0 1 1 0 0,0 0-1 0 0,2 95 3139 0 0,-3-71-2929 0 0,1-1-1 0 0,0 1 1 0 0,2-1-1 0 0,2 1 1 0 0,8 34-1 0 0,-11-55-263 0 0,-1-1 0 0 0,1 0 0 0 0,1 0 0 0 0,-1 0 0 0 0,0-1 0 0 0,1 1-1 0 0,0 0 1 0 0,-1 0 0 0 0,1-1 0 0 0,0 1 0 0 0,1-1 0 0 0,-1 0 0 0 0,0 0 0 0 0,1 1 0 0 0,-1-1 0 0 0,1-1 0 0 0,-1 1-1 0 0,1 0 1 0 0,0-1 0 0 0,0 1 0 0 0,0-1 0 0 0,0 0 0 0 0,0 0 0 0 0,0 0 0 0 0,0 0 0 0 0,0-1 0 0 0,0 1-1 0 0,0-1 1 0 0,1 0 0 0 0,-1 0 0 0 0,0 0 0 0 0,0 0 0 0 0,0 0 0 0 0,1-1 0 0 0,-1 0 0 0 0,4-1 0 0 0,5-1-43 0 0,0-2 0 0 0,0 1 0 0 0,-1-2 0 0 0,0 1 1 0 0,0-1-1 0 0,-1-1 0 0 0,1 0 0 0 0,9-9 1 0 0,76-76-238 0 0,-65 61 142 0 0,0 1 0 0 0,55-40-1 0 0,-84 69 118 0 0,1 0-1 0 0,-1 0 0 0 0,1 0 1 0 0,-1 0-1 0 0,1 0 0 0 0,0 1 0 0 0,-1-1 1 0 0,1 1-1 0 0,0 0 0 0 0,0 0 1 0 0,-1 0-1 0 0,1 0 0 0 0,0 0 0 0 0,-1 1 1 0 0,1-1-1 0 0,0 1 0 0 0,-1-1 1 0 0,1 1-1 0 0,4 2 0 0 0,6 3 11 0 0,1 0 0 0 0,17 13 0 0 0,-10-7 0 0 0,-3-3 10 0 0,0-1-1 0 0,0 0 1 0 0,1-1 0 0 0,1-1 0 0 0,-1-1 0 0 0,1-1 0 0 0,21 3-1 0 0,-37-7-24 0 0,-1 0-1 0 0,0 0 1 0 0,0-1-1 0 0,0 1 0 0 0,0-1 1 0 0,0 1-1 0 0,0-1 1 0 0,0 0-1 0 0,0 0 0 0 0,0 0 1 0 0,0 0-1 0 0,0-1 1 0 0,0 1-1 0 0,-1-1 0 0 0,1 0 1 0 0,-1 0-1 0 0,1 0 1 0 0,-1 0-1 0 0,0 0 0 0 0,1 0 1 0 0,-1-1-1 0 0,0 1 1 0 0,2-6-1 0 0,-1 3-17 0 0,0 0-1 0 0,0-1 1 0 0,-1 1 0 0 0,0-1-1 0 0,0 0 1 0 0,0 0 0 0 0,-1 0-1 0 0,0 0 1 0 0,0 0 0 0 0,0-8-1 0 0,-1 13 27 0 0,0 0-1 0 0,0 1 1 0 0,0-1-1 0 0,0 0 1 0 0,0 1-1 0 0,0-1 1 0 0,0 0-1 0 0,0 0 1 0 0,0 1-1 0 0,0-1 0 0 0,0 0 1 0 0,-1 1-1 0 0,1-1 1 0 0,0 0-1 0 0,-1 1 1 0 0,1-1-1 0 0,0 0 1 0 0,-1 1-1 0 0,1-1 1 0 0,-1 1-1 0 0,1-1 1 0 0,-1 1-1 0 0,1-1 1 0 0,-1 1-1 0 0,1-1 0 0 0,-1 1 1 0 0,1-1-1 0 0,-1 1 1 0 0,0 0-1 0 0,1-1 1 0 0,-1 1-1 0 0,0 0 1 0 0,1-1-1 0 0,-1 1 1 0 0,0 0-1 0 0,1 0 1 0 0,-1 0-1 0 0,0 0 0 0 0,0 0 1 0 0,1 0-1 0 0,-1 0 1 0 0,0 0-1 0 0,0 0 1 0 0,1 0-1 0 0,-1 0 1 0 0,0 0-1 0 0,1 1 1 0 0,-2-1-1 0 0,-2 1 14 0 0,1 1-1 0 0,-1-1 1 0 0,0 1 0 0 0,1-1-1 0 0,-1 1 1 0 0,1 0-1 0 0,-4 4 1 0 0,-1 1 131 0 0,1 1 0 0 0,0-1-1 0 0,0 2 1 0 0,1-1 0 0 0,0 1 0 0 0,1 0-1 0 0,0 0 1 0 0,0 1 0 0 0,-4 11 0 0 0,5-9 10 0 0,0-1 0 0 0,1 1 0 0 0,0 1 0 0 0,0-1 0 0 0,2 0 0 0 0,-1 1 0 0 0,2 16 0 0 0,0-24-112 0 0,0-1 0 0 0,1 1 0 0 0,0-1 0 0 0,0 0 0 0 0,0 1 0 0 0,0-1 1 0 0,1 0-1 0 0,0 0 0 0 0,0 0 0 0 0,0 0 0 0 0,0 0 0 0 0,1 0 0 0 0,-1-1 0 0 0,1 1 1 0 0,0-1-1 0 0,3 4 0 0 0,-1-3-37 0 0,0-1 1 0 0,0 1-1 0 0,0-1 0 0 0,0 0 1 0 0,0 0-1 0 0,1 0 0 0 0,-1-1 1 0 0,1 0-1 0 0,0 0 0 0 0,11 2 1 0 0,-7-3-296 0 0,-1 0 0 0 0,0-1 0 0 0,1 1 0 0 0,-1-2 0 0 0,0 1 0 0 0,19-5 0 0 0,-21 4-325 0 0,0-1-1 0 0,1-1 1 0 0,-1 1-1 0 0,0-1 0 0 0,-1 0 1 0 0,1-1-1 0 0,0 0 1 0 0,8-7-1 0 0,15-18-3331 0 0,-12 6-1507 0 0,-7 1-990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9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221 126 2768 0 0,'-130'-71'12466'0'0,"49"21"-7953"0"0,72 46-4570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39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306 0 828 0 0,'-117'6'7044'0'0,"-53"2"3509"0"0,152-6-10025 0 0,18-2-512 0 0,0 0-1 0 0,0 0 1 0 0,0 1 0 0 0,0-1 0 0 0,0 0 0 0 0,0 0 0 0 0,0 0-1 0 0,0 0 1 0 0,0 1 0 0 0,0-1 0 0 0,0 0 0 0 0,0 0 0 0 0,0 0-1 0 0,0 0 1 0 0,0 0 0 0 0,0 1 0 0 0,0-1 0 0 0,0 0 0 0 0,0 0-1 0 0,0 0 1 0 0,0 0 0 0 0,1 1 0 0 0,-1-1 0 0 0,0 0-1 0 0,0 0 1 0 0,0 0 0 0 0,0 0 0 0 0,0 0 0 0 0,0 0 0 0 0,0 0-1 0 0,1 1 1 0 0,-1-1 0 0 0,0 0 0 0 0,0 0 0 0 0,0 0 0 0 0,0 0-1 0 0,0 0 1 0 0,1 0 0 0 0,-1 0 0 0 0,0 0 0 0 0,0 0-1 0 0,0 0 1 0 0,0 0 0 0 0,0 0 0 0 0,1 0 0 0 0,-1 0 0 0 0,34 10 934 0 0,157 16-3492 0 0,102-2-5619 0 0,-290-23 8075 0 0,91 5-7368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0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237 275 1288 0 0,'9'-12'1743'0'0,"2"-1"587"0"0,0-1-1 0 0,-2 0 1 0 0,1-1 0 0 0,9-21 0 0 0,-16 26-672 0 0,-12 14-1177 0 0,7-3-539 0 0,-17 12 162 0 0,1 2 0 0 0,1 0 0 0 0,0 0-1 0 0,-25 32 1 0 0,25-28-68 0 0,-76 92 46 0 0,80-92-66 0 0,0 0-1 0 0,1 1 0 0 0,1 0 1 0 0,-10 26-1 0 0,20-44-6 0 0,1 0 1 0 0,-1-1-1 0 0,0 1 0 0 0,1 0 1 0 0,-1-1-1 0 0,1 1 0 0 0,0 0 0 0 0,0 0 1 0 0,0-1-1 0 0,0 1 0 0 0,0 0 1 0 0,0 0-1 0 0,0-1 0 0 0,0 1 1 0 0,1 0-1 0 0,-1 0 0 0 0,1-1 1 0 0,-1 1-1 0 0,1 0 0 0 0,-1-1 1 0 0,1 1-1 0 0,1 1 0 0 0,0-1 0 0 0,0 0 0 0 0,0 0 0 0 0,0-1 0 0 0,0 1-1 0 0,0-1 1 0 0,1 1 0 0 0,-1-1 0 0 0,0 0 0 0 0,1 0-1 0 0,-1 0 1 0 0,1 0 0 0 0,-1 0 0 0 0,4 0 0 0 0,9 1 13 0 0,-1 0 1 0 0,1-1 0 0 0,0-1 0 0 0,17-1 0 0 0,-28 1-16 0 0,13-2 14 0 0,0 1 0 0 0,0-2 0 0 0,0 0 0 0 0,0-1 0 0 0,-1-1-1 0 0,0-1 1 0 0,0 0 0 0 0,22-12 0 0 0,-28 12-12 0 0,-1 1 0 0 0,0-2-1 0 0,0 1 1 0 0,-1-1 0 0 0,0-1 0 0 0,0 1-1 0 0,-1-1 1 0 0,0-1 0 0 0,0 1 0 0 0,-1-1 0 0 0,0 0-1 0 0,0-1 1 0 0,-1 1 0 0 0,5-15 0 0 0,-5 9-3 0 0,-1 0 0 0 0,0 0 1 0 0,-1 0-1 0 0,-1 0 1 0 0,-1-1-1 0 0,0 1 0 0 0,-2-21 1 0 0,1 28-8 0 0,0 1 0 0 0,-1-1 0 0 0,-1 1 0 0 0,1 0 0 0 0,-1-1 0 0 0,0 1 0 0 0,-1 0 0 0 0,0 0 1 0 0,0 1-1 0 0,0-1 0 0 0,-1 0 0 0 0,0 1 0 0 0,0 0 0 0 0,0 0 0 0 0,-1 0 0 0 0,0 1 0 0 0,-7-7 0 0 0,7 9 1 0 0,0 0-1 0 0,0 1 1 0 0,-1-1-1 0 0,1 1 1 0 0,-1 0-1 0 0,1 1 1 0 0,-1-1-1 0 0,0 1 1 0 0,0 0-1 0 0,1 1 0 0 0,-1-1 1 0 0,0 1-1 0 0,0 0 1 0 0,0 1-1 0 0,0-1 1 0 0,1 1-1 0 0,-1 0 1 0 0,0 1-1 0 0,-8 2 1 0 0,-3 2-5 0 0,-1 1 1 0 0,1 0-1 0 0,0 2 1 0 0,-28 17-1 0 0,29-15-6 0 0,2 0 1 0 0,-25 23-1 0 0,34-29 10 0 0,0 0 0 0 0,1 1 0 0 0,-1-1-1 0 0,1 1 1 0 0,0 0 0 0 0,0 1 0 0 0,1-1-1 0 0,0 1 1 0 0,-4 13 0 0 0,6-18 4 0 0,0 0-1 0 0,1 0 1 0 0,0 0 0 0 0,-1 0-1 0 0,1 0 1 0 0,0 0 0 0 0,0 0-1 0 0,0 0 1 0 0,0 1 0 0 0,1-1-1 0 0,-1 0 1 0 0,1 0 0 0 0,-1 0 0 0 0,1 0-1 0 0,0 0 1 0 0,-1 0 0 0 0,1 0-1 0 0,0 0 1 0 0,0-1 0 0 0,3 4-1 0 0,-2-2 3 0 0,1-1-1 0 0,0 0 1 0 0,0 1-1 0 0,-1-1 1 0 0,1 0-1 0 0,1-1 1 0 0,-1 1-1 0 0,0-1 1 0 0,0 1-1 0 0,1-1 0 0 0,4 1 1 0 0,5 1 11 0 0,0-1 1 0 0,0 0-1 0 0,0-1 0 0 0,0-1 1 0 0,21-2-1 0 0,-1-2 5 0 0,-1-2 0 0 0,0-1 0 0 0,0-2 0 0 0,-1-1 0 0 0,49-22 0 0 0,140-89 114 0 0,-42 21-125 0 0,-175 99-16 0 0,0-1 1 0 0,0 1-1 0 0,0-1 0 0 0,0 1 1 0 0,0 0-1 0 0,1 0 1 0 0,-1 1-1 0 0,0-1 1 0 0,1 1-1 0 0,-1-1 1 0 0,1 1-1 0 0,-1 0 0 0 0,0 1 1 0 0,1-1-1 0 0,-1 0 1 0 0,5 2-1 0 0,-4 0 3 0 0,-1-1 0 0 0,0 1 0 0 0,0 0 0 0 0,0 0 0 0 0,0 0-1 0 0,0 0 1 0 0,0 1 0 0 0,0-1 0 0 0,-1 1 0 0 0,1 0 0 0 0,-1-1 0 0 0,0 1-1 0 0,1 0 1 0 0,-2 1 0 0 0,3 2 0 0 0,2 7 22 0 0,0 1-1 0 0,0 0 1 0 0,-2 0-1 0 0,0 0 1 0 0,0 0-1 0 0,-1 1 1 0 0,-1-1-1 0 0,1 29 1 0 0,-3-15 204 0 0,-1 0 1 0 0,-2 0 0 0 0,-10 47-1 0 0,-7 1 1289 0 0,18-69-1011 0 0,-1 0 0 0 0,0 0 0 0 0,0 0 0 0 0,-1 0 0 0 0,0-1 0 0 0,0 1 0 0 0,-9 10 0 0 0,13-17-454 0 0,0 1 1 0 0,-1 0-1 0 0,1-1 1 0 0,-1 1 0 0 0,1-1-1 0 0,-1 1 1 0 0,1 0-1 0 0,-1-1 1 0 0,1 0-1 0 0,-1 1 1 0 0,1-1 0 0 0,-1 1-1 0 0,0-1 1 0 0,1 0-1 0 0,-1 1 1 0 0,0-1 0 0 0,1 0-1 0 0,-1 1 1 0 0,0-1-1 0 0,1 0 1 0 0,-1 0 0 0 0,0 0-1 0 0,0 0 1 0 0,1 0-1 0 0,-1 0 1 0 0,0 0-1 0 0,0 0 1 0 0,1 0 0 0 0,-1 0-1 0 0,0 0 1 0 0,1 0-1 0 0,-1-1 1 0 0,0 1 0 0 0,0 0-1 0 0,1 0 1 0 0,-1-1-1 0 0,1 1 1 0 0,-1-1-1 0 0,0 1 1 0 0,1 0 0 0 0,-1-1-1 0 0,1 1 1 0 0,-1-1-1 0 0,1 1 1 0 0,-1-1 0 0 0,1 0-1 0 0,-1 1 1 0 0,1-1-1 0 0,-1 1 1 0 0,1-1 0 0 0,0 0-1 0 0,0 1 1 0 0,-1-1-1 0 0,1 0 1 0 0,0 1-1 0 0,0-2 1 0 0,-2-2-8 0 0,1-1 0 0 0,0 1 0 0 0,0-1 0 0 0,0 0 0 0 0,1 1 0 0 0,-1-1 1 0 0,1-5-1 0 0,3-10-24 0 0,1-1 1 0 0,1 1-1 0 0,1 0 1 0 0,0 1-1 0 0,2-1 0 0 0,0 1 1 0 0,1 1-1 0 0,1-1 1 0 0,17-22-1 0 0,-1 5-611 0 0,2 1 0 0 0,2 1 0 0 0,42-38-1 0 0,-52 55-490 0 0,0 1-1 0 0,2 0 0 0 0,0 1 0 0 0,25-11 0 0 0,49-18-8850 0 0,-65 33 1770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2.4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1524 0 0,'4'-9'1498'0'0,"0"-1"-1"0"0,1 0 1 0 0,0 1-1 0 0,1 0 1 0 0,9-12 0 0 0,-12 17-1272 0 0,0 1 0 0 0,0 0 1 0 0,0-1-1 0 0,0 1 1 0 0,1 1-1 0 0,-1-1 0 0 0,1 0 1 0 0,0 1-1 0 0,0 0 0 0 0,0 0 1 0 0,0 0-1 0 0,0 0 1 0 0,0 1-1 0 0,9-3 0 0 0,-10 4-186 0 0,0-1-1 0 0,0 1 0 0 0,0 0 1 0 0,0 0-1 0 0,0 1 1 0 0,0-1-1 0 0,1 0 0 0 0,-1 1 1 0 0,0 0-1 0 0,0 0 0 0 0,0 0 1 0 0,0 0-1 0 0,-1 0 1 0 0,1 0-1 0 0,0 1 0 0 0,5 3 1 0 0,-5-2-9 0 0,1 1 0 0 0,0 0 0 0 0,-1-1 0 0 0,0 1 0 0 0,0 1 1 0 0,0-1-1 0 0,0 0 0 0 0,-1 1 0 0 0,4 7 0 0 0,-1 1 28 0 0,-1 0 0 0 0,0 0-1 0 0,-1 1 1 0 0,-1-1-1 0 0,0 1 1 0 0,0 23 0 0 0,-3-12 222 0 0,-1 1 0 0 0,-1 0 0 0 0,-2-1 0 0 0,-8 30 0 0 0,-21 46 3472 0 0,25-85-2306 0 0,8-15-866 0 0,3-21-107 0 0,11-10-376 0 0,1 1 0 0 0,1 0 0 0 0,30-40 0 0 0,-11 22-97 0 0,45-45 0 0 0,-62 75-18 0 0,0 0-1 0 0,30-22 1 0 0,-41 34 3 0 0,0 1 0 0 0,1 0 1 0 0,-1 0-1 0 0,1 0 0 0 0,0 1 0 0 0,0 0 0 0 0,1 0 0 0 0,-1 1 0 0 0,0 0 0 0 0,1 0 0 0 0,14-1 0 0 0,-18 3 7 0 0,-1 0 1 0 0,1 0-1 0 0,-1 1 0 0 0,0-1 1 0 0,1 1-1 0 0,-1 0 0 0 0,0 0 1 0 0,1 0-1 0 0,-1 0 0 0 0,0 1 1 0 0,0-1-1 0 0,0 1 0 0 0,0 0 1 0 0,0 0-1 0 0,0 0 0 0 0,3 3 0 0 0,-3-2 4 0 0,0 1 0 0 0,1 0-1 0 0,-2 1 1 0 0,1-1 0 0 0,0 0-1 0 0,-1 1 1 0 0,0-1-1 0 0,0 1 1 0 0,3 10 0 0 0,-2 1 4 0 0,0 0 1 0 0,-1 0 0 0 0,-1 1-1 0 0,0-1 1 0 0,-3 29 0 0 0,-1-16 0 0 0,-1-1 0 0 0,-2 0 0 0 0,0 0 0 0 0,-15 37 0 0 0,21-64-2 0 0,-1 0 0 0 0,1 0 0 0 0,-1 0 0 0 0,1 0 0 0 0,0-1 0 0 0,-1 1 0 0 0,1 0 0 0 0,0 0 0 0 0,0 0 0 0 0,-1 0 0 0 0,1 0 0 0 0,0 0 0 0 0,0 0 0 0 0,0 0-1 0 0,0 0 1 0 0,0 0 0 0 0,0 0 0 0 0,1-1 0 0 0,-1 1 0 0 0,0 0 0 0 0,0 0 0 0 0,1 0 0 0 0,-1 0 0 0 0,0 0 0 0 0,2 1 0 0 0,-2-2 1 0 0,1 1 0 0 0,0-1 0 0 0,0 0-1 0 0,0 1 1 0 0,0-1 0 0 0,0 0 0 0 0,0 0 0 0 0,1 0-1 0 0,-1 0 1 0 0,0 0 0 0 0,0 0 0 0 0,0 0 0 0 0,0 0-1 0 0,0 0 1 0 0,0 0 0 0 0,0 0 0 0 0,0-1-1 0 0,1 1 1 0 0,10-4-9 0 0,-1-1 0 0 0,20-10-1 0 0,-28 13-6 0 0,49-27-146 0 0,-2-2 0 0 0,79-65 0 0 0,-96 68 116 0 0,-2-2 1 0 0,-1-1-1 0 0,-1-2 1 0 0,35-51-1 0 0,-21 16 45 0 0,-42 66-4 0 0,-1 1 3 0 0,0 1-1 0 0,-1-1 1 0 0,1 1 0 0 0,0-1 0 0 0,0 1 0 0 0,-1-1 0 0 0,1 1 0 0 0,0 0-1 0 0,0-1 1 0 0,-1 1 0 0 0,1-1 0 0 0,-1 1 0 0 0,1 0 0 0 0,0-1 0 0 0,-1 1-1 0 0,1 0 1 0 0,-1-1 0 0 0,1 1 0 0 0,-1 0 0 0 0,1 0 0 0 0,-1-1 0 0 0,1 1 0 0 0,-1 0-1 0 0,-16 9-12 0 0,1 1 0 0 0,0 1-1 0 0,0 0 1 0 0,1 2 0 0 0,1-1 0 0 0,0 2-1 0 0,-16 19 1 0 0,21-22 16 0 0,1 0 0 0 0,0 0-1 0 0,1 1 1 0 0,0 0 0 0 0,0 0 0 0 0,2 0 0 0 0,-1 1-1 0 0,2 0 1 0 0,0 0 0 0 0,0 1 0 0 0,-2 15 0 0 0,6-24 3 0 0,0 0-1 0 0,1 0 1 0 0,-1 0 0 0 0,1 0 0 0 0,0 0 0 0 0,0-1-1 0 0,0 1 1 0 0,1 0 0 0 0,0-1 0 0 0,0 1 0 0 0,0-1-1 0 0,0 1 1 0 0,1-1 0 0 0,0 0 0 0 0,-1 0 0 0 0,2 0-1 0 0,-1-1 1 0 0,0 1 0 0 0,1-1 0 0 0,-1 1 0 0 0,1-1-1 0 0,8 5 1 0 0,5 2-36 0 0,0 0 0 0 0,0-1 1 0 0,1-1-1 0 0,25 8 0 0 0,-8-4-740 0 0,2-1 0 0 0,-1-2 1 0 0,1-1-1 0 0,0-2 1 0 0,62 2-1 0 0,-82-8 439 0 0,0 0 1 0 0,0-2-1 0 0,0 0 0 0 0,0-1 0 0 0,0-1 0 0 0,0 0 1 0 0,-1-1-1 0 0,1-1 0 0 0,-1 0 0 0 0,-1-2 1 0 0,1 0-1 0 0,-1 0 0 0 0,-1-1 0 0 0,21-17 0 0 0,-19 11 302 0 0,0-1-1 0 0,-1 0 1 0 0,-1-1-1 0 0,0-1 1 0 0,-1 0-1 0 0,14-26 0 0 0,-19 29 383 0 0,-1 0-1 0 0,-1-1 1 0 0,0 1-1 0 0,0-1 1 0 0,-2 0-1 0 0,0-1 0 0 0,-1 1 1 0 0,0-1-1 0 0,-1-17 1 0 0,-2 29-238 0 0,0 1 1 0 0,-1-1-1 0 0,1 1 0 0 0,-1-1 1 0 0,-2-6-1 0 0,2 9-94 0 0,1 1 0 0 0,0 0 0 0 0,-1 0 0 0 0,1 0-1 0 0,-1 0 1 0 0,0-1 0 0 0,1 1 0 0 0,-1 0 0 0 0,0 0 0 0 0,0 0 0 0 0,0 0 0 0 0,1 0-1 0 0,-1 1 1 0 0,0-1 0 0 0,0 0 0 0 0,0 0 0 0 0,-1 1 0 0 0,1-1 0 0 0,0 0 0 0 0,0 1-1 0 0,0-1 1 0 0,0 1 0 0 0,-1-1 0 0 0,1 1 0 0 0,0 0 0 0 0,0 0 0 0 0,-3-1 0 0 0,-7 2 36 0 0,0 1 1 0 0,0 0 0 0 0,1 0 0 0 0,-1 1 0 0 0,0 1-1 0 0,1-1 1 0 0,0 2 0 0 0,0-1 0 0 0,0 2 0 0 0,0-1 0 0 0,-10 9-1 0 0,-17 13 144 0 0,-44 43 0 0 0,77-66-191 0 0,-24 21 65 0 0,-27 33-1 0 0,48-51-53 0 0,1 0-1 0 0,0 1 1 0 0,1 0 0 0 0,0 1 0 0 0,0-1 0 0 0,1 1 0 0 0,0-1-1 0 0,1 1 1 0 0,-5 18 0 0 0,8-24-16 0 0,-1 0 0 0 0,1 0-1 0 0,0 0 1 0 0,1 0 0 0 0,-1 0 0 0 0,0 0 0 0 0,1-1 0 0 0,0 1-1 0 0,-1 0 1 0 0,1 0 0 0 0,0-1 0 0 0,1 1 0 0 0,-1 0-1 0 0,0-1 1 0 0,1 1 0 0 0,-1-1 0 0 0,1 0 0 0 0,0 0-1 0 0,0 1 1 0 0,0-1 0 0 0,0 0 0 0 0,0 0 0 0 0,0-1 0 0 0,1 1-1 0 0,-1 0 1 0 0,0-1 0 0 0,1 1 0 0 0,0-1 0 0 0,5 2-1 0 0,2 1 5 0 0,0 0-1 0 0,0-1 0 0 0,1 0 1 0 0,0-1-1 0 0,-1 0 0 0 0,19 0 0 0 0,-18-2-8 0 0,0 0-1 0 0,0-1 0 0 0,-1-1 1 0 0,1 0-1 0 0,0 0 0 0 0,0-1 1 0 0,-1-1-1 0 0,0 0 0 0 0,1 0 0 0 0,-2-1 1 0 0,1 0-1 0 0,0 0 0 0 0,-1-1 1 0 0,9-8-1 0 0,11-10 24 0 0,-1-2 0 0 0,42-50 0 0 0,-44 47 11 0 0,-25 27-37 0 0,0 1 0 0 0,-1 0 0 0 0,1 0 1 0 0,0 1-1 0 0,0-1 0 0 0,0 0 0 0 0,0 0 0 0 0,0 0 1 0 0,0 0-1 0 0,0 1 0 0 0,0-1 0 0 0,0 1 1 0 0,1-1-1 0 0,-1 1 0 0 0,0-1 0 0 0,3 0 0 0 0,-4 1 2 0 0,1 1 0 0 0,-1-1 0 0 0,1 0 0 0 0,-1 0 0 0 0,1 1 0 0 0,-1-1 0 0 0,0 0 0 0 0,1 1 0 0 0,-1-1 0 0 0,1 0 0 0 0,-1 1 0 0 0,0-1 0 0 0,1 0-1 0 0,-1 1 1 0 0,0-1 0 0 0,0 1 0 0 0,1-1 0 0 0,-1 1 0 0 0,0-1 0 0 0,0 1 0 0 0,1-1 0 0 0,-1 1 0 0 0,0-1 0 0 0,0 1 0 0 0,0-1 0 0 0,0 1 0 0 0,0 0 0 0 0,1 8 40 0 0,-1-1 1 0 0,0 1-1 0 0,-1 15 0 0 0,0-17 63 0 0,-38 290 2575 0 0,-21-1-680 0 0,42-212-1555 0 0,-69 299 1043 0 0,56-270-1085 0 0,-62 146 0 0 0,78-225-173 0 0,-1 0 0 0 0,-27 41 0 0 0,37-65-94 0 0,-1-1-1 0 0,1-1 0 0 0,-2 1 1 0 0,1-1-1 0 0,-1 0 1 0 0,0-1-1 0 0,0 0 0 0 0,-1 0 1 0 0,0 0-1 0 0,-1-2 1 0 0,1 1-1 0 0,-13 5 0 0 0,15-9-81 0 0,1-1 0 0 0,0 1 0 0 0,-1-1 0 0 0,1 0-1 0 0,-1-1 1 0 0,1 0 0 0 0,-1 0 0 0 0,0 0 0 0 0,1-1 0 0 0,-1 0 0 0 0,1 0-1 0 0,0 0 1 0 0,-1-1 0 0 0,1 0 0 0 0,0-1 0 0 0,0 1 0 0 0,0-1-1 0 0,0 0 1 0 0,1 0 0 0 0,-1-1 0 0 0,1 0 0 0 0,-7-6 0 0 0,-3-3 6 0 0,0-1 1 0 0,2-1-1 0 0,0 0 1 0 0,0 0-1 0 0,2-1 1 0 0,-12-20-1 0 0,9 9-25 0 0,0-1-1 0 0,2 0 0 0 0,1 0 0 0 0,-11-47 1 0 0,13 31-125 0 0,1-1 1 0 0,-3-65-1 0 0,10 85 2 0 0,2 0 0 0 0,0 0 0 0 0,2 0 0 0 0,0 1 0 0 0,2-1 0 0 0,1 1 0 0 0,16-45 0 0 0,-10 41-173 0 0,1 1 1 0 0,2 1-1 0 0,0 0 0 0 0,2 1 1 0 0,0 1-1 0 0,28-29 1 0 0,-11 18-413 0 0,2 1-1 0 0,1 3 1 0 0,1 0 0 0 0,1 3 0 0 0,74-40-1 0 0,-56 39-1925 0 0,1 3 0 0 0,2 2 1 0 0,118-31-1 0 0,-139 46-1609 0 0,-6 0-2157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2.9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497 206 348 0 0,'4'-12'1224'0'0,"0"1"0"0"0,0-1 0 0 0,-1 0 0 0 0,-1 0 0 0 0,0 0 1 0 0,0 0-1 0 0,-2 0 0 0 0,0-21 0 0 0,0 30-1112 0 0,0 0 1 0 0,0-1 0 0 0,-1 1-1 0 0,0 0 1 0 0,1-1-1 0 0,-1 1 1 0 0,0 0 0 0 0,-1 0-1 0 0,1 0 1 0 0,0 0-1 0 0,-1 0 1 0 0,0 0 0 0 0,0 0-1 0 0,0 0 1 0 0,0 1-1 0 0,0-1 1 0 0,0 1-1 0 0,-1-1 1 0 0,1 1 0 0 0,-1 0-1 0 0,1 0 1 0 0,-1 0-1 0 0,0 0 1 0 0,0 1 0 0 0,0-1-1 0 0,0 1 1 0 0,0 0-1 0 0,-1-1 1 0 0,1 2 0 0 0,0-1-1 0 0,0 0 1 0 0,-1 1-1 0 0,1-1 1 0 0,0 1-1 0 0,-7 0 1 0 0,-5 1-58 0 0,0 1 1 0 0,-1 0-1 0 0,1 1 0 0 0,0 1 0 0 0,1 0 0 0 0,-1 1 1 0 0,1 0-1 0 0,-1 2 0 0 0,2-1 0 0 0,-17 12 0 0 0,-1 2 2 0 0,1 1-1 0 0,1 2 1 0 0,-30 30-1 0 0,45-40-29 0 0,1 1 0 0 0,1 1-1 0 0,0 0 1 0 0,1 0 0 0 0,1 1-1 0 0,-15 29 1 0 0,23-40-13 0 0,0 0-1 0 0,0 1 1 0 0,1-1 0 0 0,0 0 0 0 0,-1 1-1 0 0,2-1 1 0 0,-1 1 0 0 0,1-1 0 0 0,0 1 0 0 0,0 0-1 0 0,1 9 1 0 0,1-11-5 0 0,-1 0-1 0 0,0 0 1 0 0,1 0-1 0 0,0-1 1 0 0,0 1-1 0 0,0-1 1 0 0,0 1-1 0 0,0-1 0 0 0,1 0 1 0 0,-1 0-1 0 0,1 0 1 0 0,0 0-1 0 0,0 0 1 0 0,0 0-1 0 0,0-1 1 0 0,1 0-1 0 0,-1 0 1 0 0,5 3-1 0 0,1-1-4 0 0,0 0 0 0 0,0 0-1 0 0,0-1 1 0 0,1 0-1 0 0,-1-1 1 0 0,1 0 0 0 0,-1 0-1 0 0,1-1 1 0 0,0 0 0 0 0,-1-1-1 0 0,1 0 1 0 0,0 0 0 0 0,0-1-1 0 0,-1-1 1 0 0,1 0 0 0 0,-1 0-1 0 0,1 0 1 0 0,9-5 0 0 0,-7 2-3 0 0,-1 0 0 0 0,1-1 0 0 0,-1-1 0 0 0,0 0 0 0 0,0 0 0 0 0,-1-1 0 0 0,0 0 0 0 0,0-1 0 0 0,-1 0 0 0 0,0-1 0 0 0,-1 0 0 0 0,0 0 0 0 0,7-13 0 0 0,9-22 218 0 0,-2-1 0 0 0,22-66 0 0 0,-14 32 1054 0 0,-29 77-1226 0 0,3-3 2 0 0,-3 5-18 0 0,-15 40-22 0 0,9-27-18 0 0,-1 6 16 0 0,0 0 0 0 0,1 1 0 0 0,1 0-1 0 0,1 0 1 0 0,0 0 0 0 0,1 1 0 0 0,2-1 0 0 0,1 20-1 0 0,-1-34-49 0 0,1 0-1 0 0,0 1 0 0 0,0-1 1 0 0,1 0-1 0 0,-1 0 1 0 0,1 0-1 0 0,0 0 0 0 0,1 0 1 0 0,-1 0-1 0 0,1-1 0 0 0,0 1 1 0 0,0-1-1 0 0,0 0 0 0 0,1 0 1 0 0,-1 0-1 0 0,1 0 0 0 0,0 0 1 0 0,0-1-1 0 0,1 0 0 0 0,-1 0 1 0 0,0 0-1 0 0,1 0 0 0 0,0-1 1 0 0,0 0-1 0 0,0 0 1 0 0,10 3-1 0 0,-7-3-399 0 0,0-1 0 0 0,0 1 0 0 0,0-1 1 0 0,0-1-1 0 0,0 0 0 0 0,0 0 0 0 0,13-2 0 0 0,-13 1-418 0 0,0-1-1 0 0,0 0 1 0 0,0 0-1 0 0,0-1 0 0 0,-1 0 1 0 0,1 0-1 0 0,11-8 1 0 0,8-7-4088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3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225 402 388 0 0,'102'-307'12008'0'0,"-89"265"-9841"0"0,-1-8-134 0 0,-12 47-1834 0 0,-2 5-38 0 0,-9 10 89 0 0,1 1 1 0 0,1-1 0 0 0,-1 1 0 0 0,-11 25 0 0 0,-27 66 971 0 0,29-61-942 0 0,-30 72 60 0 0,5 2-1 0 0,6 2 0 0 0,-33 164 0 0 0,68-266-396 0 0,-3 18 172 0 0,-4 42 1 0 0,10-68-379 0 0,0 1-1 0 0,0 0 1 0 0,1 0 0 0 0,0 0 0 0 0,0-1 0 0 0,1 1 0 0 0,1-1-1 0 0,-1 1 1 0 0,6 10 0 0 0,-7-18-32 0 0,0 1 0 0 0,1-1 0 0 0,-1 0 0 0 0,1 0 0 0 0,-1 0 0 0 0,1 0 0 0 0,0 0 0 0 0,0 0 0 0 0,0 0 0 0 0,0-1 0 0 0,4 3 0 0 0,-4-2-380 0 0,0-1 1 0 0,0-1-1 0 0,0 1 1 0 0,0 0 0 0 0,0 0-1 0 0,0-1 1 0 0,0 1-1 0 0,5-1 1 0 0,8 0-5923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3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1 177 1704 0 0,'70'-174'14737'0'0,"-69"172"-14231"0"0,-1 2-492 0 0,1 0 0 0 0,-1 0-1 0 0,0 0 1 0 0,1 0 0 0 0,-1 0 0 0 0,0 0 0 0 0,1 1-1 0 0,-1-1 1 0 0,0 0 0 0 0,1 0 0 0 0,-1 0 0 0 0,0 1-1 0 0,0-1 1 0 0,1 0 0 0 0,-1 1 0 0 0,0-1 0 0 0,0 0-1 0 0,0 0 1 0 0,1 1 0 0 0,-1-1 0 0 0,0 0 0 0 0,0 1-1 0 0,0-1 1 0 0,0 0 0 0 0,0 1 0 0 0,0-1 0 0 0,1 1 0 0 0,-1-1-1 0 0,0 0 1 0 0,0 1 0 0 0,0-1 0 0 0,0 14 82 0 0,0-12-80 0 0,-16 184 954 0 0,9-131-982 0 0,0 104-1 0 0,13-106-1836 0 0,-6-50 1396 0 0,1 1-1 0 0,0-1 1 0 0,0 0-1 0 0,0 0 1 0 0,0 0-1 0 0,1 0 1 0 0,-1 0-1 0 0,1 0 1 0 0,0 0-1 0 0,0 0 1 0 0,0-1-1 0 0,4 6 1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4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0 386 200 0 0,'100'-220'16500'0'0,"-98"220"-16482"0"0,-1 0 0 0 0,0 0 0 0 0,0 0 1 0 0,0 0-1 0 0,0 0 0 0 0,0 0 1 0 0,0 1-1 0 0,0-1 0 0 0,0 0 1 0 0,0 1-1 0 0,0-1 0 0 0,0 1 0 0 0,0-1 1 0 0,0 1-1 0 0,0-1 0 0 0,0 1 1 0 0,0 0-1 0 0,-1 0 0 0 0,2 1 1 0 0,8 12 51 0 0,-1 1 0 0 0,0 0 0 0 0,-2 0 1 0 0,11 29-1 0 0,10 20 71 0 0,-15-39-83 0 0,-2-2 169 0 0,29 41 0 0 0,-39-62-217 0 0,1-1 1 0 0,-1 0 0 0 0,1 0-1 0 0,0 0 1 0 0,-1 0 0 0 0,1-1-1 0 0,0 1 1 0 0,0 0 0 0 0,0-1-1 0 0,-1 1 1 0 0,1-1 0 0 0,0 0-1 0 0,0 0 1 0 0,0 1 0 0 0,0-1-1 0 0,0 0 1 0 0,0-1 0 0 0,0 1-1 0 0,0 0 1 0 0,-1 0 0 0 0,1-1-1 0 0,0 0 1 0 0,0 1 0 0 0,0-1-1 0 0,2-1 1 0 0,1 0-1 0 0,1-1-1 0 0,0 0 1 0 0,-1-1-1 0 0,0 1 1 0 0,0-1-1 0 0,0 0 1 0 0,0-1-1 0 0,6-6 1 0 0,31-45 16 0 0,-21 27-5 0 0,17-22 16 0 0,-12 15-47 0 0,48-51 1 0 0,-72 84 1 0 0,1 1 0 0 0,-1 0-1 0 0,1 0 1 0 0,0 0 0 0 0,0 0 0 0 0,0 0-1 0 0,0 1 1 0 0,0-1 0 0 0,0 1 0 0 0,0 0-1 0 0,0 0 1 0 0,1 0 0 0 0,-1 0-1 0 0,0 1 1 0 0,6-1 0 0 0,1 1 1 0 0,-1 1 0 0 0,0 0 0 0 0,1 0 0 0 0,9 3 1 0 0,14 2 28 0 0,-24-5-1 0 0,0 0-1 0 0,0 0 1 0 0,0-1-1 0 0,0 0 0 0 0,1-1 1 0 0,-1 0-1 0 0,0-1 1 0 0,11-2-1 0 0,-16 2-10 0 0,1 0 1 0 0,-1 0-1 0 0,0 0 1 0 0,0 0-1 0 0,0-1 0 0 0,0 1 1 0 0,0-1-1 0 0,-1 0 1 0 0,1-1-1 0 0,-1 1 0 0 0,1 0 1 0 0,-1-1-1 0 0,-1 0 0 0 0,1 0 1 0 0,0 0-1 0 0,-1 0 1 0 0,3-6-1 0 0,17-57 1018 0 0,-19 58-869 0 0,-2 7-45 0 0,-3 0-64 0 0,2 2-49 0 0,0 0 0 0 0,0-1-1 0 0,0 1 1 0 0,0 0 0 0 0,-1 0 0 0 0,1 0 0 0 0,0 0-1 0 0,0-1 1 0 0,0 1 0 0 0,0 0 0 0 0,0 0-1 0 0,0 0 1 0 0,0 0 0 0 0,0 0 0 0 0,0 0-1 0 0,0-1 1 0 0,-1 1 0 0 0,1 0 0 0 0,0 0-1 0 0,0 0 1 0 0,0 0 0 0 0,0 0 0 0 0,0 0 0 0 0,-1 0-1 0 0,1 0 1 0 0,0 0 0 0 0,0-1 0 0 0,0 1-1 0 0,0 0 1 0 0,0 0 0 0 0,-1 0 0 0 0,1 0-1 0 0,0 0 1 0 0,0 0 0 0 0,0 0 0 0 0,0 0 0 0 0,-1 0-1 0 0,1 0 1 0 0,0 0 0 0 0,0 0 0 0 0,0 0-1 0 0,0 1 1 0 0,-1-1 0 0 0,-7 5 23 0 0,-1 1 0 0 0,1 0 0 0 0,0 0 0 0 0,1 0 0 0 0,0 1 0 0 0,0 1 0 0 0,0-1-1 0 0,1 1 1 0 0,-9 14 0 0 0,3-2 80 0 0,0 1-1 0 0,2 0 0 0 0,-9 24 1 0 0,17-39-67 0 0,0 0 0 0 0,0 0 0 0 0,0 0 0 0 0,1 0 0 0 0,0 0 0 0 0,0 1 0 0 0,1-1 0 0 0,0 0 0 0 0,0 0 0 0 0,0 1 0 0 0,2 6 0 0 0,-1-10-23 0 0,0 1 0 0 0,0-1 0 0 0,1 1 1 0 0,-1-1-1 0 0,1 0 0 0 0,0 0 0 0 0,-1 0 0 0 0,2 0 0 0 0,-1 0 0 0 0,0 0 1 0 0,1 0-1 0 0,-1-1 0 0 0,1 1 0 0 0,0-1 0 0 0,-1 0 0 0 0,1 0 0 0 0,0 0 1 0 0,1 0-1 0 0,-1 0 0 0 0,5 1 0 0 0,5 3-17 0 0,0-1-1 0 0,1-1 1 0 0,-1 0-1 0 0,1-1 1 0 0,0 0 0 0 0,0-1-1 0 0,0-1 1 0 0,0 0 0 0 0,1-1-1 0 0,-1-1 1 0 0,16-2 0 0 0,-20 1-413 0 0,1 0 0 0 0,-1-1-1 0 0,1-1 1 0 0,-1 1 0 0 0,0-1 0 0 0,-1-1 0 0 0,1 0 0 0 0,-1 0 0 0 0,0-1 0 0 0,0-1 0 0 0,0 1 0 0 0,-1-1 0 0 0,0 0 0 0 0,-1-1 0 0 0,10-11 0 0 0,-14 14-485 0 0,1 0 0 0 0,-1-1 0 0 0,0 0 0 0 0,-1 1 0 0 0,1-1 0 0 0,-1 0 0 0 0,2-8 0 0 0,-1-4-4294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4.2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178 101 580 0 0,'-42'-23'6606'0'0,"23"14"-2883"0"0,0-2 0 0 0,-22-16 0 0 0,32 21-3120 0 0,0 0 0 0 0,-19-8 1 0 0,18 9-2915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4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0 732 0 0,'-29'5'4798'0'0,"8"-1"774"0"0,-39 11 0 0 0,58-15-5120 0 0,5 1-99 0 0,13 4-321 0 0,0-1 1 0 0,0-1-1 0 0,0-1 1 0 0,0 0-1 0 0,26 0 1 0 0,1 0-605 0 0,80 6-2257 0 0,-41-5-2046 0 0,-7-1-2119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5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275 141 2308 0 0,'17'-17'3319'0'0,"0"0"1"0"0,20-28-1 0 0,15-16 1919 0 0,-51 60-5088 0 0,-28 8 134 0 0,-13 12-229 0 0,1 2 0 0 0,0 1-1 0 0,-37 29 1 0 0,24-16-50 0 0,39-27-7 0 0,-16 11 10 0 0,-42 35 0 0 0,70-53-6 0 0,0-1 1 0 0,0 1-1 0 0,0 0 1 0 0,0 0-1 0 0,1 0 1 0 0,-1-1 0 0 0,0 1-1 0 0,0 0 1 0 0,1 0-1 0 0,-1 0 1 0 0,1 1-1 0 0,-1-1 1 0 0,1 0-1 0 0,-1 0 1 0 0,1 0-1 0 0,0 0 1 0 0,-1 0 0 0 0,1 0-1 0 0,0 1 1 0 0,0 1-1 0 0,0-2-1 0 0,0 0 1 0 0,1 0-1 0 0,-1 0 0 0 0,1 0 1 0 0,-1 0-1 0 0,1 0 0 0 0,0 0 0 0 0,-1 0 1 0 0,1-1-1 0 0,0 1 0 0 0,-1 0 1 0 0,1 0-1 0 0,0-1 0 0 0,0 1 0 0 0,0 0 1 0 0,0-1-1 0 0,0 1 0 0 0,1 0 0 0 0,7 3 1 0 0,0-1 0 0 0,1 0 0 0 0,-1 0 0 0 0,12 1 0 0 0,-6-1 3 0 0,2 2-13 0 0,-1 1 0 0 0,0 0 1 0 0,0 1-1 0 0,0 0 1 0 0,-1 1-1 0 0,0 1 0 0 0,14 11 1 0 0,-19-12 7 0 0,0 1 0 0 0,-1-1 1 0 0,0 1-1 0 0,-1 1 0 0 0,0 0 1 0 0,0 0-1 0 0,-1 0 0 0 0,0 1 1 0 0,-1 0-1 0 0,6 15 0 0 0,-10-23 96 0 0,-1 0-1 0 0,0 0 0 0 0,0 0 0 0 0,0 0 0 0 0,-1 0 1 0 0,1 0-1 0 0,-1 0 0 0 0,1 0 0 0 0,-1 0 0 0 0,0 1 1 0 0,0-1-1 0 0,-1 0 0 0 0,1 0 0 0 0,-1 0 0 0 0,1 0 1 0 0,-1 0-1 0 0,0 0 0 0 0,0 0 0 0 0,-3 5 0 0 0,1-4 36 0 0,0 0 0 0 0,0-1 0 0 0,0 1 0 0 0,0-1 0 0 0,0 0 0 0 0,-1 0 0 0 0,0 0-1 0 0,1 0 1 0 0,-1-1 0 0 0,0 1 0 0 0,-1-1 0 0 0,-3 2 0 0 0,-5 1 155 0 0,0-1-1 0 0,0 0 1 0 0,0-1-1 0 0,0-1 1 0 0,-1 0 0 0 0,1 0-1 0 0,-28-2 1 0 0,35 0-229 0 0,0-1 1 0 0,1 0-1 0 0,-1 0 1 0 0,0-1-1 0 0,0 0 1 0 0,1 0 0 0 0,-1 0-1 0 0,1-1 1 0 0,-1 1-1 0 0,-8-8 1 0 0,13 10-142 0 0,0-1 0 0 0,0 0 0 0 0,0 0 0 0 0,0 0 0 0 0,0 0 1 0 0,1 0-1 0 0,-1 0 0 0 0,0 0 0 0 0,1 0 0 0 0,-1 0 1 0 0,0 0-1 0 0,1 0 0 0 0,-1 0 0 0 0,1 0 0 0 0,0-1 0 0 0,-1 1 1 0 0,1 0-1 0 0,0 0 0 0 0,0 0 0 0 0,0-1 0 0 0,0 1 1 0 0,0 0-1 0 0,0 0 0 0 0,0-1 0 0 0,0 1 0 0 0,0 0 0 0 0,1 0 1 0 0,-1-1-1 0 0,0 1 0 0 0,1 0 0 0 0,-1 0 0 0 0,1 0 0 0 0,-1 0 1 0 0,1 0-1 0 0,0 0 0 0 0,0 0 0 0 0,1-2 0 0 0,0-1-526 0 0,1 1 0 0 0,1-1 0 0 0,-1 1 0 0 0,0 0 0 0 0,1-1 0 0 0,0 2 0 0 0,7-6 0 0 0,26-10-6528 0 0,-16 9 12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90 80 0 0,'9'-26'9139'0'0,"19"-38"975"0"0,-28 68-10017 0 0,1 0-1 0 0,-1 0 1 0 0,0 0 0 0 0,-1 0-1 0 0,1 0 1 0 0,-1 0 0 0 0,1 0 0 0 0,-2 4-1 0 0,1-6-44 0 0,-15 54 541 0 0,3 0 0 0 0,-10 97 0 0 0,23-147-630 0 0,0 1 1 0 0,0-1-1 0 0,1 1 1 0 0,0 0-1 0 0,0-1 1 0 0,1 0-1 0 0,-1 1 1 0 0,1-1-1 0 0,1 0 1 0 0,-1 0-1 0 0,1 0 1 0 0,0 0-1 0 0,7 10 1 0 0,-7-13-318 0 0,-1 0 1 0 0,1 1 0 0 0,1-1 0 0 0,-1 0 0 0 0,0-1 0 0 0,1 1-1 0 0,-1-1 1 0 0,1 1 0 0 0,5 1 0 0 0,-5-2-479 0 0,0-1-1 0 0,0 1 1 0 0,0-1-1 0 0,0 0 1 0 0,0 0 0 0 0,0-1-1 0 0,1 0 1 0 0,-1 1 0 0 0,0-1-1 0 0,7-1 1 0 0,4-1-5599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5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79 122 128 0 0,'-2'-15'2270'0'0,"0"0"0"0"0,-1 1 0 0 0,-1-1 0 0 0,-1 1 0 0 0,-10-26 1 0 0,15 40-2260 0 0,-1-1 1 0 0,1 1 0 0 0,0-1 0 0 0,0 1 0 0 0,0-1-1 0 0,-1 1 1 0 0,1 0 0 0 0,0-1 0 0 0,0 1 0 0 0,-1-1-1 0 0,1 1 1 0 0,0 0 0 0 0,-1-1 0 0 0,1 1 0 0 0,-1 0-1 0 0,1-1 1 0 0,0 1 0 0 0,-1 0 0 0 0,1 0 0 0 0,-1-1 0 0 0,1 1-1 0 0,-1 0 1 0 0,1 0 0 0 0,-1 0 0 0 0,1 0 0 0 0,-1 0-1 0 0,1 0 1 0 0,-1 0 0 0 0,1 0 0 0 0,-1 0 0 0 0,1 0-1 0 0,-1 0 1 0 0,1 0 0 0 0,-1 0 0 0 0,1 0 0 0 0,-1 0-1 0 0,1 0 1 0 0,-1 0 0 0 0,1 1 0 0 0,0-1 0 0 0,-1 0-1 0 0,1 0 1 0 0,-1 1 0 0 0,1-1 0 0 0,-1 0 0 0 0,1 1-1 0 0,-14 15-1237 0 0,12-10 259 0 0,-1 0 0 0 0,1 0 1 0 0,1 0-1 0 0,-1 0 0 0 0,1 0 0 0 0,0 9 0 0 0,1-14 763 0 0,-2 14-3497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6.3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545 156 2312 0 0,'5'-7'1324'0'0,"0"0"-1"0"0,0 0 0 0 0,0-1 0 0 0,-1 1 1 0 0,-1-1-1 0 0,5-11 0 0 0,-7 15-1007 0 0,1 1 0 0 0,-1-1-1 0 0,0 0 1 0 0,-1 0 0 0 0,1 0-1 0 0,0 0 1 0 0,-1 0 0 0 0,0 0-1 0 0,0 0 1 0 0,-1-1 0 0 0,1 1-1 0 0,-1 0 1 0 0,1 0 0 0 0,-1 1 0 0 0,-3-7-1 0 0,4 8-267 0 0,-1 1 0 0 0,0-1 0 0 0,0 1 0 0 0,0 0 0 0 0,0-1 0 0 0,0 1 0 0 0,-1 0 0 0 0,1 0 0 0 0,0 0 0 0 0,-1 0 0 0 0,1 0 0 0 0,-1 0 0 0 0,1 0 0 0 0,-1 0 0 0 0,1 1 0 0 0,-1-1 0 0 0,-2 0 0 0 0,0 0-8 0 0,0 0 1 0 0,-1 0-1 0 0,1 1 0 0 0,0 0 0 0 0,0 0 1 0 0,0 0-1 0 0,-5 1 0 0 0,-3 1 1 0 0,-1 1-1 0 0,1 1 1 0 0,-21 8-1 0 0,10-3-23 0 0,0 2 0 0 0,1 1 0 0 0,0 1 0 0 0,1 1-1 0 0,1 1 1 0 0,0 1 0 0 0,1 0 0 0 0,0 1 0 0 0,2 1 0 0 0,0 1-1 0 0,-19 28 1 0 0,33-42-6 0 0,0 0 0 0 0,0 1 0 0 0,0-1 0 0 0,1 1 0 0 0,0-1-1 0 0,0 1 1 0 0,1 0 0 0 0,0 0 0 0 0,0-1 0 0 0,0 1 0 0 0,0 0 0 0 0,1 0-1 0 0,1 11 1 0 0,-1-14-2 0 0,1 1-1 0 0,0 0 0 0 0,0-1 0 0 0,0 0 0 0 0,1 1 1 0 0,-1-1-1 0 0,1 0 0 0 0,0 0 0 0 0,0 1 0 0 0,0-1 1 0 0,0-1-1 0 0,0 1 0 0 0,0 0 0 0 0,1 0 0 0 0,0-1 0 0 0,-1 0 1 0 0,1 1-1 0 0,0-1 0 0 0,0 0 0 0 0,0 0 0 0 0,0-1 1 0 0,1 1-1 0 0,5 2 0 0 0,-1-2-1 0 0,0 0-1 0 0,0 0 1 0 0,0 0 0 0 0,0-1 0 0 0,0 0-1 0 0,1-1 1 0 0,-1 0 0 0 0,0 0-1 0 0,0-1 1 0 0,0 0 0 0 0,0 0-1 0 0,0-1 1 0 0,0 0 0 0 0,0 0 0 0 0,0-1-1 0 0,0 0 1 0 0,-1 0 0 0 0,0-1-1 0 0,1 0 1 0 0,-1 0 0 0 0,7-7-1 0 0,12-10 126 0 0,0-1-1 0 0,-1-2 0 0 0,38-48 0 0 0,-31 35 368 0 0,-32 37-498 0 0,1-1 1 0 0,-1 0 0 0 0,0 1-1 0 0,1-1 1 0 0,-1 1-1 0 0,1-1 1 0 0,-1 1 0 0 0,0-1-1 0 0,1 1 1 0 0,-1-1-1 0 0,1 1 1 0 0,0-1 0 0 0,-1 1-1 0 0,1 0 1 0 0,-1-1-1 0 0,1 1 1 0 0,0 0 0 0 0,-1-1-1 0 0,1 1 1 0 0,0 0-1 0 0,-1 0 1 0 0,1 0 0 0 0,0-1-1 0 0,-1 1 1 0 0,1 0-1 0 0,0 0 1 0 0,-1 0 0 0 0,1 0-1 0 0,0 0 1 0 0,0 1-1 0 0,0 0 0 0 0,0 0-1 0 0,-1 0 0 0 0,1 0 0 0 0,-1 0 0 0 0,1 0 0 0 0,-1 0 1 0 0,1 0-1 0 0,-1 0 0 0 0,0 0 0 0 0,0 1 0 0 0,0-1 0 0 0,1 0 1 0 0,-1 0-1 0 0,0 0 0 0 0,-1 2 0 0 0,-5 51 9 0 0,-128 434 990 0 0,106-398-769 0 0,26-85-206 0 0,-23 79 480 0 0,-50 106 1 0 0,72-183-336 0 0,0-1-1 0 0,0 0 1 0 0,-1 0-1 0 0,0 0 0 0 0,-1-1 1 0 0,1 1-1 0 0,-1-1 1 0 0,0 0-1 0 0,0 0 1 0 0,-1-1-1 0 0,1 1 0 0 0,-1-1 1 0 0,0-1-1 0 0,0 1 1 0 0,0-1-1 0 0,-1 0 1 0 0,1 0-1 0 0,-1-1 0 0 0,0 0 1 0 0,0 0-1 0 0,0 0 1 0 0,0-1-1 0 0,0 0 1 0 0,0-1-1 0 0,0 1 0 0 0,0-1 1 0 0,0-1-1 0 0,0 1 1 0 0,0-1-1 0 0,0 0 1 0 0,0-1-1 0 0,1 0 0 0 0,-1 0 1 0 0,0 0-1 0 0,1-1 1 0 0,-1 0-1 0 0,1 0 1 0 0,0-1-1 0 0,0 0 0 0 0,0 0 1 0 0,-7-7-1 0 0,6 5-120 0 0,1 0 0 0 0,0 0 0 0 0,0-1 0 0 0,1 0 0 0 0,0 0-1 0 0,0 0 1 0 0,1 0 0 0 0,-1-1 0 0 0,2 0 0 0 0,-1 0 0 0 0,1 0 0 0 0,0 0-1 0 0,1-1 1 0 0,0 1 0 0 0,0-1 0 0 0,1 1 0 0 0,0-1 0 0 0,1 0-1 0 0,0-14 1 0 0,2 9-104 0 0,0 0 0 0 0,1 1 0 0 0,0-1 0 0 0,1 1 0 0 0,0 0 0 0 0,1 0 0 0 0,1 0 0 0 0,0 1 0 0 0,0 0 0 0 0,1 0 0 0 0,16-20 0 0 0,-9 17-707 0 0,0 0 0 0 0,1 1 0 0 0,0 0 1 0 0,1 1-1 0 0,1 1 0 0 0,18-11 0 0 0,115-54-6385 0 0,-57 32-576 0 0,-52 22 962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6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21 172 1080 0 0,'125'-170'17682'0'0,"-124"169"-17450"0"0,-9 27 306 0 0,-105 323 2152 0 0,102-316-2552 0 0,8-26 142 0 0,1 0-1 0 0,-1 0 0 0 0,1 0 1 0 0,1 1-1 0 0,-2 12 0 0 0,18-29-73 0 0,5-8-112 0 0,-1-2 1 0 0,19-23 0 0 0,0-1-15 0 0,167-143-323 0 0,-201 183 218 0 0,-3 2 15 0 0,0 0 0 0 0,0 0 0 0 0,0 0 0 0 0,0 0 0 0 0,0 0 0 0 0,0 1 0 0 0,0-1-1 0 0,1 0 1 0 0,-1 1 0 0 0,0-1 0 0 0,1 1 0 0 0,-1 0 0 0 0,2-1 0 0 0,20-1-67 0 0,-17 6 83 0 0,-4-2-10 0 0,1 0 2 0 0,-1 0 0 0 0,1 0 0 0 0,-1 0 0 0 0,0 0 0 0 0,0 1 0 0 0,0-1 0 0 0,0 1 0 0 0,0 0 0 0 0,-1-1 0 0 0,1 1 0 0 0,-1 0 0 0 0,1 0 0 0 0,-1 0 0 0 0,0 0 0 0 0,-1 0 0 0 0,1 0 0 0 0,1 6 0 0 0,0 6-6 0 0,-1 0 0 0 0,0 19 0 0 0,-6 38-80 0 0,2-51 100 0 0,2-1-1 0 0,0 0 1 0 0,3 30-1 0 0,-2-47 6 0 0,1 0-1 0 0,-1-1 1 0 0,1 1-1 0 0,-1-1 1 0 0,1 1-1 0 0,0 0 1 0 0,0-1-1 0 0,0 0 1 0 0,1 1-1 0 0,-1-1 1 0 0,0 0-1 0 0,1 1 1 0 0,0-1-1 0 0,-1 0 1 0 0,1 0-1 0 0,0 0 1 0 0,0 0-1 0 0,4 2 1 0 0,-3-2-70 0 0,0 0 0 0 0,1-1 0 0 0,-1 0 0 0 0,1 0 0 0 0,-1 0 0 0 0,1 0 0 0 0,-1 0 0 0 0,1-1 1 0 0,0 1-1 0 0,-1-1 0 0 0,1 0 0 0 0,5-1 0 0 0,1 0-375 0 0,1-1 0 0 0,-1 0 0 0 0,0-1 0 0 0,0 0 1 0 0,0-1-1 0 0,0 0 0 0 0,0 0 0 0 0,15-11 0 0 0,-3-1-1716 0 0,0 0 1 0 0,-2-2-1 0 0,0 0 0 0 0,24-30 1 0 0,-10 8-4530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7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0 126 164 0 0,'68'-115'16117'0'0,"-68"115"-16048"0"0,1-1 0 0 0,-1 1-1 0 0,0-1 1 0 0,0 1 0 0 0,1-1-1 0 0,-1 0 1 0 0,0 1 0 0 0,0-1-1 0 0,1 1 1 0 0,-1 0-1 0 0,1-1 1 0 0,-1 1 0 0 0,0-1-1 0 0,1 1 1 0 0,-1-1 0 0 0,1 1-1 0 0,-1 0 1 0 0,1-1 0 0 0,-1 1-1 0 0,1 0 1 0 0,0 0-1 0 0,-1-1 1 0 0,1 1 0 0 0,-1 0-1 0 0,1 0 1 0 0,-1 0 0 0 0,1 0-1 0 0,0 0 1 0 0,0 0-1 0 0,0 0-24 0 0,0 1-1 0 0,-1 0 0 0 0,1 0 1 0 0,0-1-1 0 0,-1 1 0 0 0,1 0 1 0 0,-1 0-1 0 0,1 0 0 0 0,-1-1 0 0 0,0 1 1 0 0,1 0-1 0 0,-1 0 0 0 0,0 0 1 0 0,0 0-1 0 0,1 2 0 0 0,2 41 749 0 0,-4-4-310 0 0,-2 0 1 0 0,-10 49-1 0 0,-25 76-216 0 0,12-55-745 0 0,24-104-351 0 0,1 1 0 0 0,0 0-1 0 0,0-1 1 0 0,0 1 0 0 0,1 0 0 0 0,1 13-1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7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99 888 0 0,'34'-38'5685'0'0,"-19"22"-1873"0"0,20-27 1 0 0,-34 42-3336 0 0,-4 1-376 0 0,1 1 0 0 0,-1 0 0 0 0,1 0 0 0 0,0 1 0 0 0,-1-1 0 0 0,1 0 0 0 0,0 1 0 0 0,0-1 0 0 0,0 1-1 0 0,-3 3 1 0 0,-3 1 65 0 0,-67 49 1176 0 0,-125 118 0 0 0,200-173-1330 0 0,-1 1 0 0 0,1-1 0 0 0,-1 1 0 0 0,1-1 0 0 0,-1 0 0 0 0,1 1 0 0 0,0-1-1 0 0,-1 1 1 0 0,1-1 0 0 0,0 1 0 0 0,-1-1 0 0 0,1 1 0 0 0,0 0 0 0 0,0-1 0 0 0,0 1 0 0 0,-1-1 0 0 0,1 1 0 0 0,0-1 0 0 0,0 1 0 0 0,0 0 0 0 0,0-1 0 0 0,0 1-1 0 0,0-1 1 0 0,0 1 0 0 0,0-1 0 0 0,0 1 0 0 0,0 0 0 0 0,0-1 0 0 0,1 1 0 0 0,-1-1 0 0 0,0 1 0 0 0,0-1 0 0 0,1 1 0 0 0,-1-1 0 0 0,0 1 0 0 0,1-1-1 0 0,-1 1 1 0 0,0-1 0 0 0,1 1 0 0 0,-1-1 0 0 0,1 1 0 0 0,-1-1 0 0 0,0 0 0 0 0,1 1 0 0 0,-1-1 0 0 0,1 0 0 0 0,0 1 0 0 0,-1-1 0 0 0,1 0 0 0 0,-1 0 0 0 0,1 0-1 0 0,-1 1 1 0 0,2-1 0 0 0,35 10 242 0 0,-33-10-225 0 0,0 1-14 0 0,22 4 47 0 0,0 0-1 0 0,42 17 0 0 0,-61-20-56 0 0,0 1 0 0 0,0 0 0 0 0,-1 1-1 0 0,0 0 1 0 0,1 0 0 0 0,-1 0 0 0 0,-1 1 0 0 0,1 0-1 0 0,-1 0 1 0 0,0 0 0 0 0,0 1 0 0 0,0-1 0 0 0,-1 1-1 0 0,7 12 1 0 0,-9-14 132 0 0,0 0-1 0 0,0 0 1 0 0,0 0-1 0 0,-1 0 1 0 0,0 1-1 0 0,0-1 1 0 0,0 1-1 0 0,0-1 1 0 0,-1 1-1 0 0,1-1 1 0 0,-1 1-1 0 0,0 0 1 0 0,-1-1-1 0 0,1 1 1 0 0,-1-1-1 0 0,0 1 1 0 0,0-1-1 0 0,0 0 1 0 0,-1 1-1 0 0,1-1 1 0 0,-1 0-1 0 0,0 0 1 0 0,-1 0-1 0 0,-3 6 1 0 0,2-5 53 0 0,-1 0-1 0 0,1-1 1 0 0,-1 1 0 0 0,0-1 0 0 0,0 0 0 0 0,-1 0 0 0 0,1-1-1 0 0,-1 1 1 0 0,0-1 0 0 0,0-1 0 0 0,0 1 0 0 0,0-1 0 0 0,0 0 0 0 0,-1 0-1 0 0,1-1 1 0 0,-11 2 0 0 0,10-3-177 0 0,-1 1 0 0 0,0-1 1 0 0,0 0-1 0 0,1-1 0 0 0,-1 0 0 0 0,0 0 0 0 0,0 0 0 0 0,1-1 0 0 0,-1 0 1 0 0,1-1-1 0 0,0 0 0 0 0,0 0 0 0 0,-8-5 0 0 0,10 5-354 0 0,0-1 0 0 0,0 1-1 0 0,0-1 1 0 0,1 0 0 0 0,0-1-1 0 0,0 1 1 0 0,-5-8 0 0 0,5 7-445 0 0,1 0 1 0 0,0-1 0 0 0,1 0-1 0 0,-1 1 1 0 0,1-1 0 0 0,0 0 0 0 0,-2-11-1 0 0,-3-27-7270 0 0,5 20 872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7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72 125 2900 0 0,'-11'-23'3035'0'0,"-2"-4"1912"0"0,-26-40 0 0 0,38 65-4979 0 0,-5-3-627 0 0,4 13-1974 0 0,3 12-2696 0 0,4-9 557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8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463 82 2084 0 0,'11'-7'2247'0'0,"1"-1"0"0"0,-2-1 0 0 0,1 1 0 0 0,-1-2 0 0 0,-1 1-1 0 0,15-20 1 0 0,-23 28-1643 0 0,-5 1-390 0 0,-9 4-123 0 0,-1 0 0 0 0,1 1 0 0 0,0 1 0 0 0,0 0-1 0 0,-18 12 1 0 0,1-1-6 0 0,-29 14 10 0 0,2 3 0 0 0,2 2 0 0 0,1 3 1 0 0,-66 60-1 0 0,112-91-79 0 0,0 1 0 0 0,1-1 1 0 0,-1 1-1 0 0,2 1 0 0 0,-1-1 1 0 0,1 1-1 0 0,1 0 0 0 0,0 0 1 0 0,-4 12-1 0 0,8-18-66 0 0,0 0 1 0 0,0-1-1 0 0,0 1 0 0 0,0 0 1 0 0,1 0-1 0 0,-1 0 0 0 0,1-1 0 0 0,0 1 1 0 0,0 0-1 0 0,1 0 0 0 0,-1 0 0 0 0,1 0 1 0 0,0-1-1 0 0,0 1 0 0 0,0 0 1 0 0,0-1-1 0 0,1 1 0 0 0,-1-1 0 0 0,1 1 1 0 0,0-1-1 0 0,0 0 0 0 0,0 0 0 0 0,1 0 1 0 0,-1 0-1 0 0,1 0 0 0 0,-1 0 1 0 0,1 0-1 0 0,0-1 0 0 0,0 0 0 0 0,4 3 1 0 0,3 1-454 0 0,1 0 1 0 0,0-1 0 0 0,1 0-1 0 0,-1 0 1 0 0,1-1 0 0 0,0-1-1 0 0,0 0 1 0 0,0-1 0 0 0,15 2-1 0 0,-4-3-969 0 0,-1 0 0 0 0,1-2-1 0 0,-1 0 1 0 0,27-6 0 0 0,-5-2-2097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8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297 186 1428 0 0,'15'-19'1826'0'0,"-1"1"0"0"0,-1-2 0 0 0,0 0-1 0 0,-1 0 1 0 0,17-44 0 0 0,-29 63-1783 0 0,1 0-1 0 0,-1 1 1 0 0,0-1-1 0 0,0 0 1 0 0,1 1-1 0 0,-1-1 0 0 0,0 0 1 0 0,0 1-1 0 0,0-1 1 0 0,0 0-1 0 0,1 0 1 0 0,-1 1-1 0 0,0-1 1 0 0,-1 0-1 0 0,1 0 1 0 0,0 1-1 0 0,0-1 1 0 0,0 0-1 0 0,0 0 1 0 0,0 1-1 0 0,-1-1 1 0 0,1 0-1 0 0,0 1 1 0 0,-1-1-1 0 0,1 0 1 0 0,-1 1-1 0 0,1-1 1 0 0,0 1-1 0 0,-2-2 1 0 0,1 2-4 0 0,-1-1 0 0 0,1 1 1 0 0,0-1-1 0 0,-1 1 1 0 0,1 0-1 0 0,0 0 0 0 0,-1 0 1 0 0,1 0-1 0 0,-1 0 1 0 0,1 0-1 0 0,0 0 1 0 0,-1 0-1 0 0,1 0 0 0 0,-2 1 1 0 0,-7 2 112 0 0,1 0 1 0 0,0 0 0 0 0,-11 6-1 0 0,-10 6 89 0 0,2 2 0 0 0,0 1 0 0 0,0 1 0 0 0,2 1 0 0 0,0 1-1 0 0,2 2 1 0 0,0 0 0 0 0,-30 41 0 0 0,45-51-180 0 0,0-1-1 0 0,1 2 1 0 0,-7 17-1 0 0,13-27-42 0 0,0 0-1 0 0,1 0 0 0 0,0 0 0 0 0,-1 0 0 0 0,1 1 0 0 0,1-1 0 0 0,-1 0 1 0 0,1 1-1 0 0,-1-1 0 0 0,1 0 0 0 0,1 1 0 0 0,-1-1 0 0 0,1 0 0 0 0,-1 1 1 0 0,1-1-1 0 0,2 5 0 0 0,-1-6-12 0 0,-1 0 1 0 0,2 0-1 0 0,-1 0 1 0 0,0 0-1 0 0,0-1 0 0 0,1 1 1 0 0,0-1-1 0 0,-1 1 1 0 0,1-1-1 0 0,0 0 0 0 0,0 0 1 0 0,0 0-1 0 0,1-1 1 0 0,-1 1-1 0 0,0-1 0 0 0,0 1 1 0 0,1-1-1 0 0,-1 0 1 0 0,1-1-1 0 0,-1 1 0 0 0,1-1 1 0 0,5 1-1 0 0,2 0-9 0 0,0-1-1 0 0,0 0 0 0 0,0-1 1 0 0,0 0-1 0 0,0 0 1 0 0,11-4-1 0 0,-6 0-5 0 0,-1-1-1 0 0,0-1 1 0 0,-1 0-1 0 0,0 0 1 0 0,0-2 0 0 0,0 0-1 0 0,-1 0 1 0 0,12-12-1 0 0,11-12-2 0 0,42-51 0 0 0,-31 28 39 0 0,30-35 139 0 0,-72 87-154 0 0,5-6-70 0 0,-9 10 58 0 0,-1 0 0 0 0,0 0 0 0 0,0 0 1 0 0,1 0-1 0 0,-1-1 0 0 0,0 1 0 0 0,0 0 1 0 0,1 0-1 0 0,-1 0 0 0 0,0 0 0 0 0,1 0 1 0 0,-1 0-1 0 0,0 0 0 0 0,0 0 0 0 0,1 0 1 0 0,-1 0-1 0 0,0 0 0 0 0,1 0 0 0 0,-1 0 1 0 0,0 0-1 0 0,0 1 0 0 0,1-1 1 0 0,-1 0-1 0 0,0 0 0 0 0,0 0 0 0 0,1 0 1 0 0,-1 0-1 0 0,0 1 0 0 0,0-1 0 0 0,1 0 1 0 0,-1 0-1 0 0,0 0 0 0 0,0 1 0 0 0,1-1 1 0 0,-1 1 0 0 0,0 0-1 0 0,0 0 1 0 0,0 0 0 0 0,0 0 0 0 0,0 0 0 0 0,0 0 0 0 0,0 0 0 0 0,0 0 0 0 0,0 0 0 0 0,-1 0 0 0 0,1 0 0 0 0,0 0 0 0 0,-1 0-1 0 0,1 0 1 0 0,0 0 0 0 0,-2 1 0 0 0,2 0 2 0 0,-38 103 228 0 0,26-78-152 0 0,1 1-1 0 0,2 0 1 0 0,1 1 0 0 0,1 0 0 0 0,-4 37-1 0 0,11-62-101 0 0,-1-1 1 0 0,1 0-1 0 0,1 1 0 0 0,-1-1 0 0 0,0 0 0 0 0,1 0 0 0 0,0 1 1 0 0,0-1-1 0 0,0 0 0 0 0,0 0 0 0 0,0 0 0 0 0,0 0 0 0 0,1 0 1 0 0,0 0-1 0 0,-1 0 0 0 0,1-1 0 0 0,0 1 0 0 0,0-1 0 0 0,1 1 0 0 0,-1-1 1 0 0,0 0-1 0 0,5 4 0 0 0,-4-5-256 0 0,0 1 0 0 0,0-1-1 0 0,0 1 1 0 0,0-1 0 0 0,0 0 0 0 0,0 0 0 0 0,0 0-1 0 0,1 0 1 0 0,4 0 0 0 0,-3-1-443 0 0,-1 0 0 0 0,0 0 0 0 0,0-1-1 0 0,1 1 1 0 0,-1-1 0 0 0,0 0 0 0 0,0 0 0 0 0,5-2-1 0 0,11-7-5359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49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289 138 1932 0 0,'5'-126'13191'0'0,"-5"126"-13134"0"0,0-1 0 0 0,0 1 0 0 0,0 0 0 0 0,0-1 0 0 0,0 1 0 0 0,0-1-1 0 0,0 1 1 0 0,0 0 0 0 0,0-1 0 0 0,0 1 0 0 0,0-1 0 0 0,0 1 0 0 0,0 0 0 0 0,0-1 0 0 0,0 1 0 0 0,0 0 0 0 0,0-1 0 0 0,-1 1 0 0 0,1 0 0 0 0,0-1 0 0 0,0 1 0 0 0,-1 0 0 0 0,1-1 0 0 0,0 1 0 0 0,0 0 0 0 0,-1-1 0 0 0,1 1 0 0 0,0 0 0 0 0,0 0 0 0 0,-1 0 0 0 0,1-1 0 0 0,-1 1 0 0 0,1 0 0 0 0,-1 0 0 0 0,-12 6 745 0 0,-10 20 119 0 0,6 2 149 0 0,2 0 0 0 0,-19 53 0 0 0,-14 64 981 0 0,33-93-1363 0 0,4-17-235 0 0,-4 19 151 0 0,-19 82 487 0 0,6-12-556 0 0,16-67-293 0 0,3 1 1 0 0,-4 103-1 0 0,12-158-262 0 0,1-1 0 0 0,0 0 0 0 0,0 1 0 0 0,1-1-1 0 0,-1 0 1 0 0,0 1 0 0 0,1-1 0 0 0,-1 0 0 0 0,1 1 0 0 0,0-1-1 0 0,0 0 1 0 0,0 0 0 0 0,0 0 0 0 0,0 0 0 0 0,0 0 0 0 0,1 0-1 0 0,-1 0 1 0 0,1 0 0 0 0,-1 0 0 0 0,1-1 0 0 0,0 1 0 0 0,0-1-1 0 0,0 1 1 0 0,-1-1 0 0 0,1 1 0 0 0,1-1 0 0 0,2 1 0 0 0,-2-1-98 0 0,0 0 0 0 0,1-1 1 0 0,-1 1-1 0 0,1-1 1 0 0,0 0-1 0 0,-1 0 1 0 0,1 0-1 0 0,-1 0 1 0 0,1-1-1 0 0,-1 1 0 0 0,1-1 1 0 0,-1 0-1 0 0,0 0 1 0 0,1 0-1 0 0,-1-1 1 0 0,0 1-1 0 0,0-1 1 0 0,5-2-1 0 0,13-11-627 0 0,0 0-1 0 0,-1-1 1 0 0,-1-1-1 0 0,32-35 1 0 0,59-89-1018 0 0,-83 104 1449 0 0,23-33-216 0 0,73-133 0 0 0,-96 148 674 0 0,-2-1 0 0 0,-3-1 0 0 0,19-77 1 0 0,-31 103 242 0 0,-7 22-256 0 0,0 0 0 0 0,-1-1 0 0 0,0 1 0 0 0,2-17 0 0 0,-4 26-128 0 0,0-1 1 0 0,0 1-1 0 0,0 0 0 0 0,0-1 1 0 0,0 1-1 0 0,0-1 0 0 0,0 1 1 0 0,0 0-1 0 0,0-1 0 0 0,0 1 1 0 0,0 0-1 0 0,0-1 0 0 0,0 1 1 0 0,0 0-1 0 0,-1-1 0 0 0,1 1 1 0 0,0 0-1 0 0,0-1 0 0 0,0 1 1 0 0,-1 0-1 0 0,1-1 0 0 0,0 1 1 0 0,0 0-1 0 0,0 0 0 0 0,-1-1 1 0 0,1 1-1 0 0,0 0 0 0 0,-1 0 1 0 0,1 0-1 0 0,0-1 0 0 0,-1 1 1 0 0,1 0-1 0 0,0 0 0 0 0,-1 0 1 0 0,1 0-1 0 0,0 0 0 0 0,-1 0 1 0 0,1-1-1 0 0,0 1 0 0 0,-1 0 1 0 0,1 0-1 0 0,-1 0 0 0 0,1 0 1 0 0,0 0-1 0 0,-1 0 0 0 0,1 1 1 0 0,0-1-1 0 0,-1 0 0 0 0,1 0 1 0 0,0 0-1 0 0,-1 0 0 0 0,1 0 1 0 0,0 0-1 0 0,-1 1 0 0 0,1-1 1 0 0,0 0-1 0 0,-1 0 0 0 0,1 1 1 0 0,0-1-1 0 0,0 0 0 0 0,-1 1 1 0 0,-18 15 10 0 0,1 6 192 0 0,1 1-1 0 0,1 1 1 0 0,2 1 0 0 0,0 0-1 0 0,-12 32 1 0 0,-41 138 1646 0 0,18-10-491 0 0,41-147-1086 0 0,1 0-1 0 0,-1 75 1 0 0,8-105-228 0 0,0 0 0 0 0,0 0 0 0 0,1 0 0 0 0,1 1 0 0 0,-1-1 0 0 0,1 0 0 0 0,1-1-1 0 0,-1 1 1 0 0,1 0 0 0 0,7 12 0 0 0,-7-16-30 0 0,0 0-1 0 0,0 0 0 0 0,1 0 1 0 0,-1 0-1 0 0,1-1 1 0 0,-1 1-1 0 0,1-1 1 0 0,0 0-1 0 0,1 0 1 0 0,-1-1-1 0 0,0 1 1 0 0,1-1-1 0 0,0 0 1 0 0,-1 0-1 0 0,1-1 1 0 0,0 1-1 0 0,0-1 1 0 0,6 1-1 0 0,1-1-6 0 0,0 0 0 0 0,0-1 0 0 0,-1-1 0 0 0,1 0 0 0 0,0 0 0 0 0,0-1 0 0 0,-1-1 0 0 0,1 0 0 0 0,-1 0 0 0 0,0-1 0 0 0,0-1 0 0 0,0 0 0 0 0,0 0 0 0 0,-1-1 0 0 0,14-10 0 0 0,5-6-14 0 0,-1-1 0 0 0,0-1 0 0 0,39-47-1 0 0,-42 40-38 0 0,-1-2-1 0 0,33-59 0 0 0,-32 49 19 0 0,-25 42 18 0 0,1 1 0 0 0,-1-1-1 0 0,1 0 1 0 0,-1 1 0 0 0,1-1-1 0 0,-1 0 1 0 0,0 0 0 0 0,1 0-1 0 0,-1 1 1 0 0,0-1 0 0 0,0 0-1 0 0,1 0 1 0 0,-1 0 0 0 0,0 0-1 0 0,0 1 1 0 0,0-1 0 0 0,0 0-1 0 0,0 0 1 0 0,0 0-1 0 0,-1-1 1 0 0,1 1 3 0 0,-1 1 1 0 0,1 0-1 0 0,0-1 1 0 0,-1 1-1 0 0,1 0 0 0 0,-1-1 1 0 0,1 1-1 0 0,-1 0 0 0 0,1 0 1 0 0,-1-1-1 0 0,1 1 0 0 0,-1 0 1 0 0,1 0-1 0 0,-1 0 0 0 0,1 0 1 0 0,-1 0-1 0 0,0 0 1 0 0,1 0-1 0 0,-1 0 0 0 0,1 0 1 0 0,-1 0-1 0 0,0 0 0 0 0,-28 9-77 0 0,15-1 104 0 0,2 0 0 0 0,-1 2 0 0 0,2-1 0 0 0,-1 2-1 0 0,1-1 1 0 0,1 1 0 0 0,-16 21 0 0 0,13-14-33 0 0,1 1 0 0 0,1 0 0 0 0,1 0 0 0 0,-13 36 0 0 0,22-51-147 0 0,0 1 0 0 0,0-1 0 0 0,0 0 1 0 0,0 1-1 0 0,1-1 0 0 0,0 1 0 0 0,-1-1 1 0 0,2 1-1 0 0,-1-1 0 0 0,1 1 0 0 0,-1-1 1 0 0,1 0-1 0 0,0 1 0 0 0,1-1 0 0 0,-1 0 1 0 0,1 0-1 0 0,0 0 0 0 0,0 0 0 0 0,0 0 1 0 0,0 0-1 0 0,1 0 0 0 0,0-1 0 0 0,0 1 1 0 0,0-1-1 0 0,0 0 0 0 0,0 0 0 0 0,7 5 1 0 0,3 2-1286 0 0,2 0 0 0 0,0-1 1 0 0,0 0-1 0 0,1-1 0 0 0,28 10 1 0 0,-12-9-2967 0 0,1-2-2019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0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437 575 1276 0 0,'3'-6'994'0'0,"2"-3"343"0"0,0 0 0 0 0,0 0 0 0 0,-1 0 0 0 0,0 0 0 0 0,-1-1 0 0 0,3-12 0 0 0,-6 21-1252 0 0,-1 0 0 0 0,1 0 1 0 0,-1 0-1 0 0,1 0 0 0 0,0 0 0 0 0,-1 0 0 0 0,0 0 1 0 0,1 0-1 0 0,-1 0 0 0 0,0 0 0 0 0,1 1 1 0 0,-1-1-1 0 0,0 0 0 0 0,0 0 0 0 0,0 1 0 0 0,1-1 1 0 0,-1 0-1 0 0,0 1 0 0 0,0-1 0 0 0,0 1 0 0 0,0-1 1 0 0,0 1-1 0 0,-1-1 0 0 0,1 1 0 0 0,0 0 0 0 0,0 0 1 0 0,0-1-1 0 0,0 1 0 0 0,0 0 0 0 0,0 0 0 0 0,0 0 1 0 0,-1 0-1 0 0,-1 1 0 0 0,-20 2 437 0 0,1 2 1 0 0,-1 1-1 0 0,1 0 0 0 0,0 2 0 0 0,0 0 1 0 0,1 2-1 0 0,0 0 0 0 0,-36 25 0 0 0,36-20-297 0 0,0 0 1 0 0,2 2-1 0 0,0 0 0 0 0,0 1 0 0 0,2 0 0 0 0,0 2 0 0 0,2 0 0 0 0,-16 26 1 0 0,27-39-153 0 0,0 0 0 0 0,0 0 0 0 0,1 0 1 0 0,0 1-1 0 0,0 0 0 0 0,1-1 1 0 0,0 1-1 0 0,-1 11 0 0 0,3-16-54 0 0,0 0 0 0 0,0 0 0 0 0,0-1 0 0 0,0 1 0 0 0,1 0 0 0 0,-1-1 0 0 0,1 1 0 0 0,0 0 0 0 0,0-1 0 0 0,0 1 0 0 0,0-1 0 0 0,0 1 0 0 0,0-1 0 0 0,1 0 0 0 0,-1 1-1 0 0,1-1 1 0 0,-1 0 0 0 0,1 0 0 0 0,0 0 0 0 0,0 0 0 0 0,0 0 0 0 0,0-1 0 0 0,0 1 0 0 0,1-1 0 0 0,-1 1 0 0 0,0-1 0 0 0,1 0 0 0 0,2 2 0 0 0,5 0-6 0 0,1 0 0 0 0,0 0-1 0 0,-1 0 1 0 0,1-2 0 0 0,0 1 0 0 0,0-1 0 0 0,0-1-1 0 0,0 0 1 0 0,0 0 0 0 0,0-1 0 0 0,0-1 0 0 0,0 0-1 0 0,-1 0 1 0 0,1-1 0 0 0,-1-1 0 0 0,19-7 0 0 0,-2-2-14 0 0,0-1 0 0 0,0-2 0 0 0,-2 0 1 0 0,45-37-1 0 0,-38 24-12 0 0,-2-1 0 0 0,-1-1 1 0 0,-1-1-1 0 0,-2-1 0 0 0,-1-2 0 0 0,-1-1 0 0 0,-2 0 0 0 0,-2-2 1 0 0,-2 0-1 0 0,-1-1 0 0 0,-2-1 0 0 0,16-66 0 0 0,-22 57 666 0 0,-3 0 0 0 0,2-96 0 0 0,-8 145-652 0 0,0 0 0 0 0,0-1 0 0 0,0 1 0 0 0,0 0-1 0 0,0 0 1 0 0,0-1 0 0 0,-1 1 0 0 0,1 0 0 0 0,0 0 0 0 0,0 0-1 0 0,0-1 1 0 0,0 1 0 0 0,0 0 0 0 0,0 0 0 0 0,0-1 0 0 0,0 1-1 0 0,-1 0 1 0 0,1 0 0 0 0,0 0 0 0 0,0 0 0 0 0,0-1 0 0 0,-1 1-1 0 0,1 0 1 0 0,0 0 0 0 0,0 0 0 0 0,0 0 0 0 0,-1 0-1 0 0,1-1 1 0 0,0 1 0 0 0,0 0 0 0 0,0 0 0 0 0,-1 0 0 0 0,1 0-1 0 0,0 0 1 0 0,0 0 0 0 0,-1 0 0 0 0,-12 3-48 0 0,-9 8-13 0 0,10-1 232 0 0,0 0 1 0 0,1 1-1 0 0,0 1 0 0 0,1 0 0 0 0,0 0 0 0 0,1 1 1 0 0,-14 26-1 0 0,-40 103 820 0 0,48-100-773 0 0,1 1-1 0 0,3 0 0 0 0,1 0 0 0 0,-5 70 1 0 0,12-72-1439 0 0,5 65 0 0 0,1-73-2040 0 0,1 0-1 0 0,12 43 1 0 0,-6-47-2060 0 0,3 0-2589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2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0 214 1260 0 0,'44'-137'10162'0'0,"-22"76"-7678"0"0,-22 60-2469 0 0,0 0 0 0 0,0 0 0 0 0,0 0 0 0 0,1 1 0 0 0,-1-1-1 0 0,0 0 1 0 0,1 1 0 0 0,-1-1 0 0 0,0 0 0 0 0,1 1 0 0 0,-1-1 0 0 0,1 0 0 0 0,-1 1 0 0 0,1-1 0 0 0,0 1 0 0 0,-1-1 0 0 0,1 1-1 0 0,-1-1 1 0 0,1 1 0 0 0,0-1 0 0 0,-1 1 0 0 0,1 0 0 0 0,0-1 0 0 0,0 1 0 0 0,-1 0 0 0 0,1 0 0 0 0,0-1 0 0 0,0 1 0 0 0,-1 0-1 0 0,1 0 1 0 0,0 0 0 0 0,0 0 0 0 0,0 0 0 0 0,-1 0 0 0 0,1 0 0 0 0,0 0 0 0 0,0 1 0 0 0,-1-1 0 0 0,1 0 0 0 0,0 0 0 0 0,0 1 0 0 0,-1-1-1 0 0,1 0 1 0 0,0 1 0 0 0,-1-1 0 0 0,1 0 0 0 0,0 1 0 0 0,-1-1 0 0 0,2 2 0 0 0,1 1 1 0 0,1-1 0 0 0,-1 1 0 0 0,0 0 1 0 0,0 0-1 0 0,0 1 0 0 0,-1-1 0 0 0,5 7 0 0 0,1 7 1 0 0,-1 1 0 0 0,0 0 0 0 0,-1 0 0 0 0,-1 1 0 0 0,-1-1 0 0 0,2 26 0 0 0,-3-7-23 0 0,-1 1-1 0 0,-4 48 0 0 0,-11 49 1783 0 0,13-133-1210 0 0,-1-31-243 0 0,6 1-283 0 0,1 0-1 0 0,1 1 1 0 0,2 0 0 0 0,1 1-1 0 0,1 0 1 0 0,1 0 0 0 0,15-23-1 0 0,-20 38-52 0 0,0 0-1 0 0,0 0 0 0 0,1 1 1 0 0,1 0-1 0 0,0 1 0 0 0,0 0 0 0 0,1 0 1 0 0,13-9-1 0 0,-18 14 8 0 0,1 1 0 0 0,0 0 0 0 0,-1 0 0 0 0,1 0 0 0 0,0 1 0 0 0,1 0 0 0 0,-1 0-1 0 0,0 0 1 0 0,0 1 0 0 0,1 0 0 0 0,-1 0 0 0 0,1 1 0 0 0,-1-1 0 0 0,1 2 0 0 0,-1-1 0 0 0,1 1 0 0 0,-1 0 0 0 0,8 2 0 0 0,1 2-5 0 0,0 1 0 0 0,0 0 0 0 0,-1 1 0 0 0,0 1 0 0 0,0 1 0 0 0,-1 0 0 0 0,0 0 0 0 0,-1 1 0 0 0,0 1 0 0 0,17 20 0 0 0,-12-12-174 0 0,-1 1 1 0 0,-1 1-1 0 0,-1 0 1 0 0,-1 1 0 0 0,20 46-1 0 0,-27-53 4 0 0,-1-1 1 0 0,6 30-1 0 0,-10-42 155 0 0,-2-3-6 0 0,0 0 30 0 0,0 1 1 0 0,1-1-1 0 0,-1 0 0 0 0,0 0 1 0 0,1 0-1 0 0,-1 0 1 0 0,1 0-1 0 0,-1 0 0 0 0,1 0 1 0 0,-1 0-1 0 0,1-1 1 0 0,0 1-1 0 0,0 0 0 0 0,-1 0 1 0 0,1 0-1 0 0,0 0 0 0 0,0 0 1 0 0,0 0-1 0 0,0-3 1 0 0,0 4 1 0 0,0-16-16 0 0,1 1-1 0 0,0-1 0 0 0,0 1 1 0 0,2 0-1 0 0,0 0 1 0 0,1 0-1 0 0,0 0 1 0 0,1 0-1 0 0,10-20 0 0 0,-11 27 7 0 0,0 0-1 0 0,1 0 0 0 0,0 0 0 0 0,0 1 0 0 0,0 0 0 0 0,1-1 0 0 0,0 2 0 0 0,1-1 0 0 0,0 1 1 0 0,0 0-1 0 0,0 0 0 0 0,0 1 0 0 0,1 0 0 0 0,0 1 0 0 0,0-1 0 0 0,17-5 0 0 0,-20 9 4 0 0,0 0 0 0 0,0 0 0 0 0,0 0 1 0 0,0 1-1 0 0,1 0 0 0 0,-1 0 0 0 0,0 0 0 0 0,0 1 0 0 0,0-1 0 0 0,0 1 0 0 0,0 1 0 0 0,0-1 0 0 0,0 1 0 0 0,-1-1 0 0 0,1 1 0 0 0,0 1 0 0 0,-1-1 0 0 0,1 1 0 0 0,-1 0 0 0 0,0 0 0 0 0,0 0 0 0 0,0 0 0 0 0,0 1 0 0 0,-1-1 0 0 0,0 1 0 0 0,1 0 0 0 0,2 6 0 0 0,0-2-1 0 0,-1 1 0 0 0,0-1 0 0 0,0 1 0 0 0,-1 0 0 0 0,0 0 0 0 0,-1 1 0 0 0,4 16 0 0 0,-2 1-30 0 0,1 40 1 0 0,1 6-77 0 0,-6-69-33 0 0,-1-1-1 0 0,1 0 0 0 0,-1 0 0 0 0,1 0 1 0 0,0 0-1 0 0,0 0 0 0 0,1 0 1 0 0,-1 0-1 0 0,1 0 0 0 0,-1 0 0 0 0,1-1 1 0 0,0 1-1 0 0,0 0 0 0 0,0-1 1 0 0,0 0-1 0 0,1 1 0 0 0,-1-1 0 0 0,1 0 1 0 0,-1 0-1 0 0,1 0 0 0 0,5 2 1 0 0,-4-3-245 0 0,0 1 1 0 0,0-1 0 0 0,0-1-1 0 0,0 1 1 0 0,0 0 0 0 0,0-1 0 0 0,0 0-1 0 0,0 0 1 0 0,0 0 0 0 0,0-1-1 0 0,0 1 1 0 0,1-1 0 0 0,-1 0 0 0 0,0 0-1 0 0,-1 0 1 0 0,7-3 0 0 0,6-4-2269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2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18 104 1408 0 0,'2'-104'9054'0'0,"-14"169"-7650"0"0,8-24-933 0 0,1 57 1 0 0,3-83-414 0 0,1-1 1 0 0,1 1 0 0 0,0-1-1 0 0,1 0 1 0 0,1 1 0 0 0,0-1-1 0 0,9 20 1 0 0,-11-31-64 0 0,-1 0 0 0 0,1 0 1 0 0,0-1-1 0 0,-1 1 0 0 0,1-1 0 0 0,0 1 1 0 0,1-1-1 0 0,-1 0 0 0 0,0 0 0 0 0,1 0 1 0 0,-1 0-1 0 0,1 0 0 0 0,0 0 0 0 0,-1-1 1 0 0,1 1-1 0 0,0-1 0 0 0,0 0 0 0 0,0 0 1 0 0,0 0-1 0 0,0 0 0 0 0,0-1 0 0 0,0 1 0 0 0,1-1 1 0 0,-1 0-1 0 0,0 1 0 0 0,0-2 0 0 0,0 1 1 0 0,0 0-1 0 0,5-1 0 0 0,-2-1-498 0 0,0 1-1 0 0,0-1 0 0 0,0 0 1 0 0,0-1-1 0 0,0 0 1 0 0,0 1-1 0 0,0-2 1 0 0,-1 1-1 0 0,0-1 0 0 0,0 0 1 0 0,0 0-1 0 0,0 0 1 0 0,8-10-1 0 0,-1-5-3177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2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92 672 0 0,'-76'-86'9768'0'0,"75"86"-9761"0"0,1-1 0 0 0,0 1 1 0 0,-1-1-1 0 0,1 1 0 0 0,0 0 1 0 0,-1-1-1 0 0,1 1 0 0 0,0 0 1 0 0,-1-1-1 0 0,1 1 0 0 0,-1 0 1 0 0,1 0-1 0 0,-1-1 0 0 0,1 1 1 0 0,-1 0-1 0 0,1 0 0 0 0,-1 0 1 0 0,1 0-1 0 0,-1 0 0 0 0,1 0 1 0 0,-1 0-1 0 0,1 0 0 0 0,-1 0 1 0 0,1 0-1 0 0,-1 0 0 0 0,1 0 1 0 0,-1 0-1 0 0,1 0 0 0 0,-1 0 1 0 0,1 0-1 0 0,-1 0 0 0 0,1 1 1 0 0,-1-1-1 0 0,1 0 0 0 0,0 0 1 0 0,-1 1-1 0 0,1-1 0 0 0,-1 0 1 0 0,1 1-1 0 0,0-1 0 0 0,-1 0 1 0 0,1 1-1 0 0,0-1 0 0 0,-1 0 1 0 0,1 1-1 0 0,0-1 0 0 0,-1 1 1 0 0,1-1-1 0 0,0 1 1 0 0,0-1-1 0 0,0 1 0 0 0,0-1 1 0 0,-1 1-1 0 0,1-1 0 0 0,0 1 1 0 0,0 0-1 0 0,-5 24-1261 0 0,9 0-2639 0 0,-2-12 586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3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45 600 0 0,'0'-18'9904'0'0,"2"13"-8803"0"0,4 0 1251 0 0,4 12-2136 0 0,-2 3-169 0 0,-1 0 1 0 0,-1 1 0 0 0,0 0 0 0 0,0 0 0 0 0,-1 0 0 0 0,0 1-1 0 0,4 19 1 0 0,16 89 229 0 0,-24-114-227 0 0,6 35 4396 0 0,-14-54-4136 0 0,8 3-291 0 0,0 1-1 0 0,1 0 0 0 0,0-1 0 0 0,1 1 0 0 0,0 0 0 0 0,0 0 0 0 0,1 0 0 0 0,0 1 0 0 0,1-1 0 0 0,-1 1 0 0 0,10-11 0 0 0,-1 1-27 0 0,1 0 0 0 0,1 2 1 0 0,33-30-1 0 0,8 4-51 0 0,-50 38 38 0 0,0 1-1 0 0,0-1 1 0 0,1 1 0 0 0,-1 0 0 0 0,1 1-1 0 0,-1 0 1 0 0,12-3 0 0 0,-15 5 18 0 0,-1 0 0 0 0,1 0-1 0 0,0 0 1 0 0,-1 0 0 0 0,1 0 0 0 0,-1 0 0 0 0,1 0 0 0 0,-1 1 0 0 0,1 0 0 0 0,-1-1-1 0 0,1 1 1 0 0,-1 0 0 0 0,1 0 0 0 0,-1 0 0 0 0,0 0 0 0 0,1 1 0 0 0,-1-1 0 0 0,0 1-1 0 0,0-1 1 0 0,0 1 0 0 0,0 0 0 0 0,0 0 0 0 0,-1 0 0 0 0,1 0 0 0 0,-1 0 0 0 0,1 0-1 0 0,-1 0 1 0 0,0 0 0 0 0,1 1 0 0 0,-1-1 0 0 0,0 1 0 0 0,-1-1 0 0 0,1 0-1 0 0,0 1 1 0 0,0 2 0 0 0,1 7 1 0 0,0-1-1 0 0,-1 0 1 0 0,0 1-1 0 0,-1-1 1 0 0,0 0 0 0 0,-2 18-1 0 0,-7 22 15 0 0,6-34-564 0 0,0 0 0 0 0,0 0 0 0 0,2 0 0 0 0,0 0 0 0 0,1 0 0 0 0,3 28 0 0 0,-2-42 76 0 0,0 0-1 0 0,0 0 0 0 0,0 0 1 0 0,1 0-1 0 0,-1 0 0 0 0,1 0 1 0 0,0 0-1 0 0,-1 0 0 0 0,1 0 1 0 0,1-1-1 0 0,-1 1 0 0 0,0-1 1 0 0,1 0-1 0 0,-1 1 0 0 0,1-1 1 0 0,-1 0-1 0 0,4 1 0 0 0,9 6-4069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4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101 171 1216 0 0,'5'-19'3099'0'0,"-3"13"-1214"0"0,0 1 1 0 0,-1-1 0 0 0,1 0 0 0 0,-1-10-1 0 0,-17 27 816 0 0,10-3-2077 0 0,-15 27 1537 0 0,-26 59-1 0 0,42-83-2057 0 0,1-1 0 0 0,1 1-1 0 0,0 0 1 0 0,0 0 0 0 0,1 0-1 0 0,1 0 1 0 0,-1 1 0 0 0,2-1-1 0 0,0 0 1 0 0,2 21 0 0 0,-2-29-85 0 0,1 0 1 0 0,0 0 0 0 0,0 1-1 0 0,0-1 1 0 0,1 0 0 0 0,-1 0-1 0 0,1 0 1 0 0,-1 0 0 0 0,1-1-1 0 0,0 1 1 0 0,0 0 0 0 0,0-1 0 0 0,1 1-1 0 0,-1-1 1 0 0,1 0 0 0 0,-1 0-1 0 0,1 0 1 0 0,0 0 0 0 0,-1 0-1 0 0,1 0 1 0 0,0-1 0 0 0,0 0-1 0 0,0 1 1 0 0,1-1 0 0 0,-1 0-1 0 0,0 0 1 0 0,0-1 0 0 0,1 1-1 0 0,-1-1 1 0 0,0 0 0 0 0,1 0-1 0 0,4 0 1 0 0,1 0-2 0 0,1-1-1 0 0,-1 0 1 0 0,0 0 0 0 0,0-1-1 0 0,0 0 1 0 0,0-1 0 0 0,0 0-1 0 0,0-1 1 0 0,-1 1-1 0 0,13-9 1 0 0,-11 5-19 0 0,1-1-1 0 0,-2-1 1 0 0,1 0 0 0 0,-1 0-1 0 0,-1-1 1 0 0,1 0-1 0 0,-2 0 1 0 0,1-1 0 0 0,-2 0-1 0 0,7-12 1 0 0,-4 3-12 0 0,-1 0 0 0 0,-1 0 0 0 0,0-1 0 0 0,-2 0 0 0 0,4-27 0 0 0,-7 38 6 0 0,-2 0 0 0 0,1 0-1 0 0,-1 0 1 0 0,-1 0 0 0 0,1 0-1 0 0,-2 0 1 0 0,1 0 0 0 0,-2 1-1 0 0,-5-18 1 0 0,7 24 1 0 0,0 0-1 0 0,-1 0 0 0 0,1 0 1 0 0,-1 0-1 0 0,1 0 1 0 0,-1 1-1 0 0,0-1 1 0 0,0 1-1 0 0,0-1 0 0 0,-1 1 1 0 0,1 0-1 0 0,-1 0 1 0 0,1 0-1 0 0,-1 0 0 0 0,0 0 1 0 0,1 1-1 0 0,-1-1 1 0 0,0 1-1 0 0,0-1 1 0 0,0 1-1 0 0,0 0 0 0 0,-1 1 1 0 0,1-1-1 0 0,0 0 1 0 0,0 1-1 0 0,0 0 0 0 0,-1-1 1 0 0,1 1-1 0 0,0 1 1 0 0,0-1-1 0 0,-1 0 1 0 0,1 1-1 0 0,-4 1 0 0 0,-4 1-1 0 0,0 0 1 0 0,1 2-1 0 0,-1-1 0 0 0,1 1 0 0 0,0 0 0 0 0,1 1 0 0 0,-1 0 0 0 0,-8 9 0 0 0,10-9 1 0 0,1 0 0 0 0,0 0 0 0 0,1 1 0 0 0,0 0 1 0 0,0 1-1 0 0,0-1 0 0 0,1 1 0 0 0,0 0 0 0 0,0 0 1 0 0,-3 10-1 0 0,7-16 11 0 0,0 1 1 0 0,0-1-1 0 0,1 1 0 0 0,-1 0 1 0 0,1-1-1 0 0,-1 1 1 0 0,1 0-1 0 0,0-1 1 0 0,0 1-1 0 0,0-1 1 0 0,0 1-1 0 0,1 0 0 0 0,-1-1 1 0 0,1 1-1 0 0,-1 0 1 0 0,2 3-1 0 0,0-4 0 0 0,-1 0 0 0 0,0 0-1 0 0,0-1 1 0 0,1 1 0 0 0,-1 0 0 0 0,1-1-1 0 0,0 1 1 0 0,-1-1 0 0 0,1 1 0 0 0,0-1-1 0 0,0 0 1 0 0,0 0 0 0 0,0 0 0 0 0,0 0-1 0 0,4 1 1 0 0,1 0-6 0 0,0 0 1 0 0,1-1-1 0 0,-1 0 0 0 0,0 0 1 0 0,1-1-1 0 0,-1 0 0 0 0,0 0 1 0 0,1-1-1 0 0,-1 0 0 0 0,12-3 0 0 0,14-8 9 0 0,-1 0 0 0 0,0-2-1 0 0,-1-2 1 0 0,50-32 0 0 0,-47 26-42 0 0,1 2 1 0 0,73-30-1 0 0,-104 48 30 0 0,0 1 1 0 0,0 0-1 0 0,0 0 0 0 0,0 0 0 0 0,0 1 0 0 0,0 0 0 0 0,0 0 0 0 0,0 0 0 0 0,0 0 0 0 0,0 0 0 0 0,0 1 0 0 0,0-1 0 0 0,0 1 0 0 0,0 0 0 0 0,0 1 0 0 0,3 1 0 0 0,-1 0 8 0 0,0 0-1 0 0,0 1 0 0 0,-1 0 1 0 0,1 0-1 0 0,-1 0 0 0 0,0 1 1 0 0,-1 0-1 0 0,9 10 0 0 0,0 4 32 0 0,0 2 0 0 0,-2-1 0 0 0,0 2 0 0 0,10 30 0 0 0,-9-22 14 0 0,-3 1-1 0 0,0 0 0 0 0,5 44 0 0 0,-11-55 319 0 0,-1 1-1 0 0,-2-1 1 0 0,1 0-1 0 0,-2 0 1 0 0,-1 1-1 0 0,-6 30 1 0 0,7-50-241 0 0,1 1 0 0 0,-1-1 0 0 0,1 1 0 0 0,-1-1-1 0 0,1 1 1 0 0,-1-1 0 0 0,0 1 0 0 0,1-1 0 0 0,-1 0 0 0 0,0 1 0 0 0,-2 1 0 0 0,3-2-95 0 0,-1-1-1 0 0,1 0 1 0 0,0 0-1 0 0,-1 0 1 0 0,1 1 0 0 0,0-1-1 0 0,-1 0 1 0 0,1 0-1 0 0,0 0 1 0 0,-1 0-1 0 0,1 0 1 0 0,-1 0-1 0 0,1 0 1 0 0,0 0 0 0 0,-1 0-1 0 0,1 0 1 0 0,0 0-1 0 0,-1 0 1 0 0,1 0-1 0 0,0 0 1 0 0,-1 0-1 0 0,1 0 1 0 0,-1 0 0 0 0,1 0-1 0 0,0-1 1 0 0,-1 1-1 0 0,1 0 1 0 0,0 0-1 0 0,-1 0 1 0 0,1-1-1 0 0,-2-1 17 0 0,1 1 0 0 0,-1-1-1 0 0,1 0 1 0 0,0 0-1 0 0,-1 0 1 0 0,1 0 0 0 0,0 0-1 0 0,0 0 1 0 0,1 0-1 0 0,-1 0 1 0 0,0 0 0 0 0,1 0-1 0 0,-1 0 1 0 0,1-4-1 0 0,-1-13-28 0 0,0 1-1 0 0,2 0 1 0 0,0 0-1 0 0,2 0 1 0 0,0 0-1 0 0,0 0 1 0 0,2 0-1 0 0,0 1 1 0 0,1-1-1 0 0,11-21 1 0 0,-2 10-961 0 0,1 0 1 0 0,2 1-1 0 0,1 0 1 0 0,40-45 0 0 0,-49 63-575 0 0,-1 1 0 0 0,23-16-1 0 0,5 1-7140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5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219 457 2368 0 0,'-2'-2'442'0'0,"0"0"-1"0"0,0 1 1 0 0,0-1-1 0 0,0 1 1 0 0,0-1-1 0 0,-1 1 1 0 0,1 0-1 0 0,0 0 1 0 0,-1 0-1 0 0,1 0 1 0 0,-1 0-1 0 0,1 1 1 0 0,-1-1-1 0 0,1 1 1 0 0,-1 0-1 0 0,1 0 1 0 0,-1 0-1 0 0,1 0 1 0 0,-1 0-1 0 0,-4 1 1 0 0,3 0-235 0 0,0 1 0 0 0,0 0 1 0 0,0 0-1 0 0,1 1 0 0 0,-1-1 0 0 0,1 1 1 0 0,-1-1-1 0 0,1 1 0 0 0,0 0 0 0 0,0 1 0 0 0,-4 5 1 0 0,-12 14 383 0 0,1 1 0 0 0,-19 36 0 0 0,30-46-458 0 0,0 0-1 0 0,1 1 1 0 0,0-1 0 0 0,1 1-1 0 0,1 1 1 0 0,-4 18 0 0 0,8-32-116 0 0,0 0 0 0 0,-1 1 0 0 0,1-1 0 0 0,0 0 0 0 0,0 0 0 0 0,0 1 0 0 0,0-1 0 0 0,1 0 0 0 0,-1 0 0 0 0,0 0 0 0 0,1 1 0 0 0,0-1 0 0 0,-1 0 0 0 0,1 0 0 0 0,0 0 0 0 0,0 0 0 0 0,0 0 0 0 0,1 0 0 0 0,-1 0 0 0 0,0-1 1 0 0,3 4-1 0 0,-1-3-4 0 0,-1-1 1 0 0,1 1-1 0 0,0-1 1 0 0,0 1 0 0 0,-1-1-1 0 0,1 0 1 0 0,0 0 0 0 0,0 0-1 0 0,0-1 1 0 0,0 1 0 0 0,0-1-1 0 0,1 1 1 0 0,4-1-1 0 0,4-1 9 0 0,0 0 0 0 0,0 0 0 0 0,0-2-1 0 0,0 1 1 0 0,0-1 0 0 0,20-9-1 0 0,-17 5-5 0 0,-1-1 0 0 0,1-1 0 0 0,-2 0 0 0 0,0 0 0 0 0,0-1 0 0 0,0-1 0 0 0,-1-1 0 0 0,-1 1 0 0 0,0-2 0 0 0,-1 1 0 0 0,0-2 0 0 0,-1 1 0 0 0,14-29 0 0 0,-14 25 7 0 0,-2-1-1 0 0,0 0 1 0 0,-1 0 0 0 0,-1 0 0 0 0,-1-1 0 0 0,0 1 0 0 0,-2-1 0 0 0,0 0 0 0 0,-1 0 0 0 0,-1 0-1 0 0,-4-32 1 0 0,4 48-21 0 0,0 0-1 0 0,-1 0 0 0 0,1 1 1 0 0,-1-1-1 0 0,0 0 0 0 0,0 1 1 0 0,0-1-1 0 0,0 0 0 0 0,0 1 1 0 0,0-1-1 0 0,-1 1 0 0 0,0 0 1 0 0,1-1-1 0 0,-1 1 0 0 0,0 0 1 0 0,0 0-1 0 0,0 0 1 0 0,0 0-1 0 0,0 1 0 0 0,-1-1 1 0 0,-3-2-1 0 0,3 3 1 0 0,-1 0 0 0 0,1 0 0 0 0,0 0 0 0 0,-1 1 0 0 0,1-1 0 0 0,-1 1 0 0 0,1 0 0 0 0,-1 0 0 0 0,1 0 0 0 0,-1 1 1 0 0,1-1-1 0 0,0 1 0 0 0,-1 0 0 0 0,1 0 0 0 0,0 0 0 0 0,-1 0 0 0 0,-4 3 0 0 0,-12 6-9 0 0,1 0 0 0 0,1 1-1 0 0,0 1 1 0 0,1 1 0 0 0,-27 24 0 0 0,35-28-1 0 0,0 1 1 0 0,0 0-1 0 0,1 0 1 0 0,1 0-1 0 0,-1 1 1 0 0,2 0-1 0 0,-1 1 1 0 0,2 0 0 0 0,0 0-1 0 0,-7 21 1 0 0,11-29 11 0 0,0 0 0 0 0,0 0 0 0 0,1 0 0 0 0,0 0 0 0 0,-1 0 0 0 0,1 0 1 0 0,0 0-1 0 0,1 0 0 0 0,-1-1 0 0 0,1 1 0 0 0,0 0 0 0 0,0 0 0 0 0,0 0 0 0 0,0 0 1 0 0,1-1-1 0 0,-1 1 0 0 0,1 0 0 0 0,3 4 0 0 0,-1-3 1 0 0,0-1 0 0 0,0 0 0 0 0,1 0 0 0 0,-1 0 0 0 0,1 0-1 0 0,0-1 1 0 0,0 0 0 0 0,0 0 0 0 0,0 0 0 0 0,1 0 0 0 0,6 2 0 0 0,8 1 6 0 0,1-1 1 0 0,-1-1-1 0 0,1-1 1 0 0,0-1 0 0 0,-1 0-1 0 0,23-2 1 0 0,-15-1-2 0 0,1-1 0 0 0,-1-2 0 0 0,0-1 0 0 0,0-1 0 0 0,0-1 1 0 0,-1-2-1 0 0,0 0 0 0 0,49-26 0 0 0,-54 23-2 0 0,-1-1 0 0 0,0-2-1 0 0,-1 0 1 0 0,-1-1 0 0 0,0-1 0 0 0,-1 0-1 0 0,-1-2 1 0 0,0 0 0 0 0,-2 0 0 0 0,19-32-1 0 0,-10 7 104 0 0,-3-1 0 0 0,-1-2 0 0 0,-3 0 0 0 0,-1 0-1 0 0,13-72 1 0 0,-29 118-63 0 0,-1 2-21 0 0,-3 8 66 0 0,0-1 0 0 0,1 1 1 0 0,0 0-1 0 0,0 0 0 0 0,1 0 1 0 0,-2 14-1 0 0,-1 4 152 0 0,-118 761 4957 0 0,96-527-4086 0 0,-15 107 84 0 0,25-261-827 0 0,-43 144 0 0 0,56-235-315 0 0,-2-1 0 0 0,1-1 0 0 0,-2 1 0 0 0,0-1 0 0 0,0 0 0 0 0,-2-1 0 0 0,1 1 1 0 0,-19 20-1 0 0,23-30-27 0 0,0 0-1 0 0,-1-1 1 0 0,1 1 0 0 0,0-1 0 0 0,-1 1 0 0 0,0-1 0 0 0,0-1 0 0 0,0 1 0 0 0,0-1 0 0 0,0 0 0 0 0,-1 0 0 0 0,1 0 0 0 0,-1-1 0 0 0,1 0 0 0 0,-1 0-1 0 0,1 0 1 0 0,-1-1 0 0 0,0 0 0 0 0,1 0 0 0 0,-1 0 0 0 0,1-1 0 0 0,-1 1 0 0 0,0-1 0 0 0,1-1 0 0 0,-1 1 0 0 0,1-1 0 0 0,-7-3 0 0 0,-1-1 1 0 0,1-1 0 0 0,0 0-1 0 0,1-1 1 0 0,0 0 0 0 0,0-1 0 0 0,0 0 0 0 0,1-1 0 0 0,1 0 0 0 0,0 0 0 0 0,0-1 0 0 0,1 0 0 0 0,0-1 0 0 0,1 0 0 0 0,0 0 0 0 0,1 0 0 0 0,-6-18-1 0 0,4 6-37 0 0,0 1 0 0 0,2-1 0 0 0,0-1 0 0 0,2 1 0 0 0,1-1 0 0 0,1 1-1 0 0,0-1 1 0 0,4-33 0 0 0,3 24-72 0 0,0 1 1 0 0,3 0-1 0 0,1 1 0 0 0,1 0 1 0 0,1 0-1 0 0,2 1 0 0 0,1 0 0 0 0,2 1 1 0 0,1 1-1 0 0,1 1 0 0 0,31-38 1 0 0,-16 27-885 0 0,2 2 0 0 0,1 1-1 0 0,2 1 1 0 0,1 3 0 0 0,2 1 0 0 0,82-48 0 0 0,-95 65-1392 0 0,44-17-1 0 0,-3 8-5845 0 0,-40 14 1022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7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180 752 1392 0 0,'-52'-134'13277'0'0,"52"132"-13100"0"0,-1 2-163 0 0,1 0 0 0 0,0 0 0 0 0,-1-1 0 0 0,1 1 0 0 0,0 0 0 0 0,-1 0 0 0 0,1 0 0 0 0,-1-1 0 0 0,1 1 0 0 0,0 0 0 0 0,-1 0 0 0 0,1 0 0 0 0,-1 0 0 0 0,1 0 0 0 0,0 0 0 0 0,-1 0 0 0 0,1 0 0 0 0,-1 0 0 0 0,1 0 0 0 0,-1 0 0 0 0,1 0 0 0 0,0 0 0 0 0,-1 0 0 0 0,0 1 0 0 0,-7 9 24 0 0,-1 0-1 0 0,1 1 1 0 0,1 0-1 0 0,0 1 1 0 0,-9 18-1 0 0,-22 67 85 0 0,33-83-81 0 0,1 1 1 0 0,0 1-1 0 0,0-1 0 0 0,2 0 0 0 0,0 1 0 0 0,0-1 0 0 0,2 1 0 0 0,0 0 0 0 0,3 25 0 0 0,-2-37-4 0 0,0-1 0 0 0,0 0 0 0 0,0 0 1 0 0,0 0-1 0 0,0 0 0 0 0,1 0 0 0 0,-1 0 0 0 0,1 0 0 0 0,0-1 0 0 0,0 1 0 0 0,0-1 0 0 0,0 1 1 0 0,0-1-1 0 0,1 0 0 0 0,-1 1 0 0 0,6 2 0 0 0,-3-2 13 0 0,-1-1 0 0 0,1 0 0 0 0,0 0-1 0 0,0 0 1 0 0,0-1 0 0 0,0 1 0 0 0,0-1 0 0 0,0-1 0 0 0,10 2 0 0 0,-5-2-2 0 0,0-1 1 0 0,1 1-1 0 0,-1-2 0 0 0,0 1 1 0 0,-1-1-1 0 0,1-1 1 0 0,0 0-1 0 0,-1 0 0 0 0,1-1 1 0 0,14-8-1 0 0,-17 7-30 0 0,0 0-1 0 0,0 0 1 0 0,0-1-1 0 0,-1 0 0 0 0,0 0 1 0 0,0-1-1 0 0,0 0 1 0 0,-1 0-1 0 0,0 0 0 0 0,0-1 1 0 0,3-7-1 0 0,-3 3-1 0 0,0-1 0 0 0,-1 1 0 0 0,0-1 0 0 0,-1 1 0 0 0,0-1 0 0 0,1-23 0 0 0,-4 8-3 0 0,0 1-1 0 0,-2-1 0 0 0,-1 1 0 0 0,-1 0 0 0 0,-2 0 0 0 0,-12-38 0 0 0,12 48-2 0 0,0 0 0 0 0,-1 0 0 0 0,-15-25 0 0 0,18 36-16 0 0,1 0 1 0 0,-1 1 0 0 0,0 0 0 0 0,-1 0 0 0 0,1 0 0 0 0,-1 1 0 0 0,0-1 0 0 0,0 1 0 0 0,0 0 0 0 0,-1 0 0 0 0,1 1-1 0 0,-1 0 1 0 0,-7-3 0 0 0,9 5 0 0 0,0 0 0 0 0,0 0-1 0 0,-1 1 1 0 0,1 0 0 0 0,0 0-1 0 0,-1 0 1 0 0,1 0 0 0 0,0 0-1 0 0,0 1 1 0 0,-1 0-1 0 0,1 0 1 0 0,0 0 0 0 0,0 1-1 0 0,0-1 1 0 0,0 1 0 0 0,0 0-1 0 0,0 0 1 0 0,1 0 0 0 0,-1 1-1 0 0,-5 4 1 0 0,2-2-1 0 0,1 0 0 0 0,0 1 0 0 0,0 0 1 0 0,0 0-1 0 0,1 0 0 0 0,0 1 0 0 0,0 0 0 0 0,0 0 0 0 0,-5 13 1 0 0,9-17 2 0 0,-1 1 0 0 0,1-1 0 0 0,0 1 1 0 0,0 0-1 0 0,1-1 0 0 0,-1 1 1 0 0,1 0-1 0 0,0-1 0 0 0,0 1 0 0 0,0 0 1 0 0,0 0-1 0 0,0-1 0 0 0,1 1 0 0 0,0 0 1 0 0,0-1-1 0 0,0 1 0 0 0,2 4 1 0 0,-1-4 4 0 0,1 1 1 0 0,0 0-1 0 0,0-1 1 0 0,1 0 0 0 0,-1 1-1 0 0,1-1 1 0 0,0-1 0 0 0,0 1-1 0 0,0 0 1 0 0,9 4 0 0 0,-1-1 9 0 0,0 0 0 0 0,1-1 0 0 0,0-1 1 0 0,0 0-1 0 0,1-1 0 0 0,-1 0 0 0 0,1-1 0 0 0,18 2 1 0 0,-1-3 0 0 0,0-1 1 0 0,-1-2-1 0 0,1-1 1 0 0,-1-1-1 0 0,1-2 1 0 0,-1-1-1 0 0,-1-1 1 0 0,1-1-1 0 0,-1-2 1 0 0,49-24-1 0 0,-55 22 4 0 0,-1-1 0 0 0,0 0 0 0 0,-1-2 0 0 0,-1-1 0 0 0,0 0 0 0 0,-2-1 1 0 0,1-1-1 0 0,-2-1 0 0 0,-1-1 0 0 0,0 0 0 0 0,-1-1 0 0 0,-2 0 0 0 0,15-30 0 0 0,-15 20 41 0 0,-1-1 0 0 0,13-55 0 0 0,5-68 1470 0 0,-29 150-1441 0 0,5-30 131 0 0,-6 34-158 0 0,-1 2-58 0 0,0 0 1 0 0,0 1-1 0 0,0-1 1 0 0,0 0-1 0 0,0 1 1 0 0,0-1-1 0 0,0 1 1 0 0,0-1-1 0 0,0 3 1 0 0,1-3-1 0 0,-9 21 13 0 0,1 0 0 0 0,2 1 1 0 0,0 0-1 0 0,-2 24 1 0 0,2-13-7 0 0,-82 583 1160 0 0,66-442-652 0 0,-42 681 851 0 0,62-601 1181 0 0,2-252-2042 0 0,-3-38 51 0 0,0 20-550 0 0,-1 1 0 0 0,0-1 0 0 0,-1 1 0 0 0,0-1 0 0 0,-1 1-1 0 0,-1 1 1 0 0,0-1 0 0 0,-1 1 0 0 0,0 1 0 0 0,-1-1 0 0 0,0 1 0 0 0,-1 1 0 0 0,-1 0-1 0 0,1 0 1 0 0,-2 1 0 0 0,0 0 0 0 0,0 1 0 0 0,0 1 0 0 0,-1 0 0 0 0,-17-8-1 0 0,-42-15 35 0 0,42 18-10 0 0,-35-19 1 0 0,63 32-37 0 0,1-1 0 0 0,0 0 0 0 0,-1 0 0 0 0,1 0 0 0 0,0 0 0 0 0,-1-1 0 0 0,1 1 0 0 0,0 0 0 0 0,0 0 0 0 0,0-1 0 0 0,0 1 0 0 0,0-1 0 0 0,1 1 0 0 0,-1-1 0 0 0,0 1 0 0 0,1-1 0 0 0,-1 1 1 0 0,1-1-1 0 0,-1 0 0 0 0,1 1 0 0 0,0-1 0 0 0,0 0 0 0 0,-1 1 0 0 0,1-1 0 0 0,1 0 0 0 0,-1 1 0 0 0,0-1 0 0 0,0 0 0 0 0,0 1 0 0 0,1-1 0 0 0,-1 1 0 0 0,1-1 0 0 0,0 0 0 0 0,-1 1 0 0 0,3-4 0 0 0,1-3-6 0 0,2-1 0 0 0,-1 1 0 0 0,1 0-1 0 0,11-13 1 0 0,32-27-118 0 0,1 2-1 0 0,100-70 0 0 0,-78 62 48 0 0,415-283-1626 0 0,-362 263 177 0 0,3 5 0 0 0,148-55 0 0 0,26 22-2920 0 0,-98 47-2533 0 0,-104 32 361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3:59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71 114 64 0 0,'14'-23'3393'0'0,"-2"4"-203"0"0,0 1 0 0 0,28-34 0 0 0,-39 51-2884 0 0,-46 109 1889 0 0,23-62-1451 0 0,2 0 0 0 0,1 1 0 0 0,-20 86 0 0 0,38-127-699 0 0,-1 0 0 0 0,2 1 0 0 0,-1-1 0 0 0,1 1 0 0 0,0-1 0 0 0,0 1 0 0 0,1-1 0 0 0,0 0 0 0 0,2 12 0 0 0,-1-15-28 0 0,-1 0 0 0 0,0 0 0 0 0,1 0 0 0 0,0 1 0 0 0,0-1 0 0 0,0-1 0 0 0,0 1 0 0 0,0 0 0 0 0,0 0 0 0 0,1-1 0 0 0,-1 0 1 0 0,1 1-1 0 0,0-1 0 0 0,0 0 0 0 0,0 0 0 0 0,0 0 0 0 0,0-1 0 0 0,0 1 0 0 0,5 1 0 0 0,8 2 7 0 0,1-1 0 0 0,-1-1 0 0 0,1-1-1 0 0,-1 0 1 0 0,1-1 0 0 0,0 0 0 0 0,0-2 0 0 0,0 0-1 0 0,-1-1 1 0 0,1 0 0 0 0,0-2 0 0 0,-1 0 0 0 0,0 0-1 0 0,0-2 1 0 0,0 0 0 0 0,-1-1 0 0 0,0 0 0 0 0,0-1-1 0 0,13-11 1 0 0,-15 9-8 0 0,-2-1 0 0 0,1-1 0 0 0,-2 0 0 0 0,0-1 0 0 0,0 0 1 0 0,-1 0-1 0 0,0-1 0 0 0,-2 0 0 0 0,1 0 0 0 0,-2-1 0 0 0,6-16 0 0 0,-8 19 23 0 0,-1 0 0 0 0,0 0 0 0 0,0-1 0 0 0,-1 1 0 0 0,-1-1-1 0 0,0 0 1 0 0,-1 1 0 0 0,0-1 0 0 0,-1 0 0 0 0,0 1 0 0 0,-1-1 0 0 0,0 1 0 0 0,-1-1 0 0 0,-7-17 0 0 0,8 26-35 0 0,0 0 1 0 0,0 0-1 0 0,0 0 1 0 0,0 0-1 0 0,-1 1 1 0 0,1-1-1 0 0,-1 1 0 0 0,0-1 1 0 0,0 1-1 0 0,-1 0 1 0 0,1 0-1 0 0,-1 0 1 0 0,1 1-1 0 0,-1-1 0 0 0,0 1 1 0 0,0 0-1 0 0,0 0 1 0 0,-8-2-1 0 0,4 2-3 0 0,0 1-1 0 0,0 0 1 0 0,1 0-1 0 0,-1 1 0 0 0,0 0 1 0 0,0 0-1 0 0,0 1 1 0 0,0 0-1 0 0,0 0 1 0 0,-8 3-1 0 0,-7 3-1 0 0,-1 0-1 0 0,1 2 0 0 0,0 0 1 0 0,-36 22-1 0 0,47-24-3 0 0,-1 2 0 0 0,1-1 0 0 0,1 1 0 0 0,-1 1 0 0 0,2 0 0 0 0,-1 1 0 0 0,1 0 0 0 0,1 0 0 0 0,-10 16 0 0 0,17-24 9 0 0,0 1 1 0 0,0 0 0 0 0,1-1 0 0 0,-1 1-1 0 0,1 0 1 0 0,0 0 0 0 0,0 0 0 0 0,0 0 0 0 0,0 0-1 0 0,1 0 1 0 0,-1 0 0 0 0,1 0 0 0 0,0 0-1 0 0,1 0 1 0 0,-1 0 0 0 0,2 6 0 0 0,-1-7 1 0 0,0 0 0 0 0,0 0 0 0 0,1 0 0 0 0,-1 0 0 0 0,1 0 0 0 0,0-1 1 0 0,-1 1-1 0 0,1-1 0 0 0,0 1 0 0 0,1-1 0 0 0,-1 0 0 0 0,0 0 0 0 0,1 0 0 0 0,-1 0 1 0 0,1 0-1 0 0,0 0 0 0 0,-1-1 0 0 0,1 0 0 0 0,0 1 0 0 0,0-1 0 0 0,0 0 0 0 0,3 1 1 0 0,7 0 6 0 0,-1 0 0 0 0,0 0 0 0 0,1-1 0 0 0,-1 0 0 0 0,1-1 0 0 0,0-1 0 0 0,-1 0 1 0 0,0-1-1 0 0,1 0 0 0 0,-1 0 0 0 0,0-2 0 0 0,13-4 0 0 0,18-9 14 0 0,78-43 0 0 0,-92 44-17 0 0,2 0-9 0 0,39-22-33 0 0,87-33 1 0 0,-154 70 24 0 0,0-1 0 0 0,1 1 1 0 0,-1 0-1 0 0,1 1 1 0 0,-1-1-1 0 0,1 0 0 0 0,-1 1 1 0 0,1 0-1 0 0,0 0 1 0 0,-1 0-1 0 0,1 0 1 0 0,0 1-1 0 0,-1-1 0 0 0,1 1 1 0 0,-1 0-1 0 0,1 0 1 0 0,-1 0-1 0 0,0 0 0 0 0,1 1 1 0 0,4 3-1 0 0,-4-2 5 0 0,0 0 0 0 0,0 1-1 0 0,0 0 1 0 0,-1 0 0 0 0,0 0 0 0 0,0 0-1 0 0,0 0 1 0 0,0 1 0 0 0,0-1 0 0 0,-1 1-1 0 0,0 0 1 0 0,0 0 0 0 0,2 7 0 0 0,1 5 3 0 0,-2 1 0 0 0,0-1 1 0 0,0 1-1 0 0,-2-1 0 0 0,0 1 1 0 0,-3 34-1 0 0,-1-27 216 0 0,-1 1 1 0 0,-2 0-1 0 0,0-1 0 0 0,-11 26 1 0 0,12-34 287 0 0,4-14-231 0 0,1-1 0 0 0,-1 1 1 0 0,0 0-1 0 0,0 0 0 0 0,0-1 0 0 0,0 1 1 0 0,0 0-1 0 0,0-1 0 0 0,-1 1 0 0 0,1-1 0 0 0,-1 0 1 0 0,0 1-1 0 0,0-1 0 0 0,1 0 0 0 0,-1 0 1 0 0,-1 0-1 0 0,1 0 0 0 0,0 0 0 0 0,-3 1 1 0 0,3-2 264 0 0,-1-2-122 0 0,2 0-367 0 0,-1 1-1 0 0,1-1 1 0 0,0 1 0 0 0,-1-1-1 0 0,1 0 1 0 0,0 0-1 0 0,-1 0 1 0 0,1 0-1 0 0,0 0 1 0 0,0 0 0 0 0,0 0-1 0 0,0 0 1 0 0,0 0-1 0 0,0 0 1 0 0,0 0-1 0 0,0-1 1 0 0,0 1-1 0 0,0 0 1 0 0,1-1 0 0 0,-1 1-1 0 0,0-3 1 0 0,0 1-1 0 0,1 0 0 0 0,-1 0 0 0 0,1-1 0 0 0,0 1 0 0 0,0 0 0 0 0,0-1 0 0 0,1 1 0 0 0,-1 0 0 0 0,2-6 0 0 0,1-1-66 0 0,0 0-1 0 0,1 0 1 0 0,0 1 0 0 0,1 0-1 0 0,11-17 1 0 0,-4 10-610 0 0,0 1-1 0 0,2 1 1 0 0,0 1 0 0 0,0-1-1 0 0,1 2 1 0 0,1 0-1 0 0,0 1 1 0 0,35-17 0 0 0,-23 14-2465 0 0,45-14 1 0 0,29 1-6578 0 0,-68 21 3249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00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376 513 564 0 0,'2'-3'709'0'0,"1"0"1"0"0,-1 1-1 0 0,0-1 0 0 0,0 0 1 0 0,0 0-1 0 0,-1 0 0 0 0,1 0 0 0 0,0 0 1 0 0,-1 0-1 0 0,0 0 0 0 0,0-1 1 0 0,0 1-1 0 0,0-1 0 0 0,-1 1 1 0 0,1 0-1 0 0,-1-1 0 0 0,0-4 1 0 0,-6-19 2148 0 0,5 26-2783 0 0,0-1 0 0 0,0 1 0 0 0,-1 0-1 0 0,1 0 1 0 0,0-1 0 0 0,-1 1 0 0 0,1 0 0 0 0,0 0 0 0 0,-1 0-1 0 0,1 1 1 0 0,-1-1 0 0 0,0 0 0 0 0,1 0 0 0 0,-1 1-1 0 0,1-1 1 0 0,-1 1 0 0 0,0 0 0 0 0,0-1 0 0 0,1 1 0 0 0,-1 0-1 0 0,0 0 1 0 0,0 0 0 0 0,1 0 0 0 0,-1 0 0 0 0,0 0 0 0 0,-2 1-1 0 0,-8 2 122 0 0,0 1 0 0 0,1 0 0 0 0,-1 0 0 0 0,1 1 0 0 0,0 0 0 0 0,0 1 0 0 0,-11 8 0 0 0,1 1 40 0 0,1 0 0 0 0,-26 27-1 0 0,20-16-76 0 0,2 1 0 0 0,-24 34 0 0 0,39-49-111 0 0,1 2 0 0 0,0-1-1 0 0,1 1 1 0 0,1 0-1 0 0,0 1 1 0 0,1-1-1 0 0,-6 25 1 0 0,10-35-33 0 0,1 0 1 0 0,-1 0-1 0 0,1 0 1 0 0,0 0-1 0 0,0 0 1 0 0,0-1-1 0 0,0 1 1 0 0,1 0-1 0 0,0 0 1 0 0,0 0-1 0 0,0 0 1 0 0,0 0 0 0 0,0-1-1 0 0,1 1 1 0 0,0 0-1 0 0,-1-1 1 0 0,1 1-1 0 0,1-1 1 0 0,-1 0-1 0 0,0 0 1 0 0,1 0-1 0 0,0 0 1 0 0,-1 0-1 0 0,1 0 1 0 0,0-1-1 0 0,0 0 1 0 0,7 5-1 0 0,-5-5-5 0 0,0 0 1 0 0,0 0-1 0 0,0 0 0 0 0,0 0 0 0 0,0-1 0 0 0,1 0 0 0 0,-1 0 0 0 0,0 0 0 0 0,1 0 0 0 0,-1-1 0 0 0,1 0 0 0 0,-1-1 0 0 0,0 1 0 0 0,1-1 0 0 0,-1 0 0 0 0,0 0 0 0 0,0 0 0 0 0,1-1 0 0 0,-1 0 0 0 0,5-2 0 0 0,2-3-8 0 0,-1 0-1 0 0,0-1 1 0 0,0-1-1 0 0,0 0 1 0 0,-1 0 0 0 0,-1-1-1 0 0,1 0 1 0 0,-2 0-1 0 0,10-15 1 0 0,9-17-34 0 0,25-52-1 0 0,-41 73 24 0 0,124-281-117 0 0,-25-11-68 0 0,-109 312 156 0 0,-2 1-8 0 0,0 1 41 0 0,0 0 1 0 0,0 0-1 0 0,0 0 0 0 0,0 0 0 0 0,1 0 1 0 0,-1 0-1 0 0,0 0 0 0 0,1 0 1 0 0,-1 0-1 0 0,1 0 0 0 0,-1 0 1 0 0,1 0-1 0 0,-1 1 0 0 0,1 1 1 0 0,-2 1-7 0 0,-17 39 102 0 0,2 1 1 0 0,-17 72 0 0 0,-9 96 505 0 0,18-38-289 0 0,22-145-236 0 0,2-1 0 0 0,2 1-1 0 0,0 0 1 0 0,6 31-1 0 0,-6-54-51 0 0,1 0 0 0 0,-1 0-1 0 0,1 0 1 0 0,0 0-1 0 0,1 0 1 0 0,-1-1 0 0 0,1 1-1 0 0,0-1 1 0 0,1 0-1 0 0,-1 1 1 0 0,1-2-1 0 0,0 1 1 0 0,1 0 0 0 0,-1-1-1 0 0,10 8 1 0 0,-7-7-4 0 0,1-1 0 0 0,-1 0 0 0 0,1 0 0 0 0,0-1 0 0 0,0 0 0 0 0,0 0 0 0 0,0-1 0 0 0,1 0 0 0 0,-1-1 0 0 0,1 0 0 0 0,8 1 0 0 0,0-2-4 0 0,1 0 0 0 0,-1-1 1 0 0,0-1-1 0 0,0 0 1 0 0,0-2-1 0 0,0 0 0 0 0,31-12 1 0 0,-25 6-27 0 0,-1 0 1 0 0,0-2 0 0 0,-1-1 0 0 0,0 0 0 0 0,20-18-1 0 0,-12 5-25 0 0,-1-1 0 0 0,-1-1 0 0 0,-1-2 0 0 0,-2 0 0 0 0,-1-2 0 0 0,36-64 0 0 0,-49 78 8 0 0,-1-1-1 0 0,-1 1 0 0 0,-1-2 0 0 0,0 1 0 0 0,7-40 0 0 0,-14 58 28 0 0,0 1-1 0 0,0-1 0 0 0,0 0 1 0 0,0 0-1 0 0,0 0 0 0 0,0 1 1 0 0,0-1-1 0 0,0 0 1 0 0,0 0-1 0 0,0 0 0 0 0,0 1 1 0 0,0-1-1 0 0,0 0 1 0 0,-1 0-1 0 0,1 1 0 0 0,0-1 1 0 0,-1 0-1 0 0,1 1 1 0 0,0-1-1 0 0,-1 0 0 0 0,1 1 1 0 0,-1-1-1 0 0,1 0 0 0 0,-1 1 1 0 0,0-1-1 0 0,1 1 1 0 0,-2-1-1 0 0,1 0 1 0 0,0 1 0 0 0,-1-1 0 0 0,1 1 0 0 0,-1 0 0 0 0,1 0 1 0 0,-1-1-1 0 0,1 1 0 0 0,-1 0 0 0 0,1 0 0 0 0,-1 0 0 0 0,1 1 0 0 0,-1-1 0 0 0,-1 1 0 0 0,-5 1-7 0 0,-1 1 0 0 0,1 0 0 0 0,-12 7-1 0 0,0 2 12 0 0,1 1 0 0 0,0 0 0 0 0,2 2 0 0 0,-1 0 0 0 0,2 1 0 0 0,0 1 0 0 0,1 0 0 0 0,0 1 0 0 0,2 0 0 0 0,0 1 0 0 0,1 1 0 0 0,1 0 0 0 0,1 1 0 0 0,-12 35 0 0 0,19-47 20 0 0,1-1-1 0 0,0 1 0 0 0,1 0 0 0 0,0-1 0 0 0,1 1 0 0 0,0 0 0 0 0,0 0 0 0 0,0 0 0 0 0,1-1 1 0 0,1 1-1 0 0,0 0 0 0 0,0-1 0 0 0,0 0 0 0 0,5 10 0 0 0,-5-14-5 0 0,0 0 0 0 0,0 0-1 0 0,1 0 1 0 0,0 0 0 0 0,-1 0-1 0 0,1 0 1 0 0,1-1 0 0 0,-1 0 0 0 0,0 0-1 0 0,1 0 1 0 0,0 0 0 0 0,0 0-1 0 0,-1 0 1 0 0,2-1 0 0 0,-1 0 0 0 0,0 0-1 0 0,0 0 1 0 0,1-1 0 0 0,-1 1-1 0 0,1-1 1 0 0,-1 0 0 0 0,1 0 0 0 0,-1-1-1 0 0,1 1 1 0 0,0-1 0 0 0,-1 0-1 0 0,10-1 1 0 0,-2-1-13 0 0,0-1-1 0 0,0 0 1 0 0,0-1-1 0 0,0 0 1 0 0,-1 0-1 0 0,0-2 1 0 0,0 1 0 0 0,0-1-1 0 0,0-1 1 0 0,-1 0-1 0 0,0-1 1 0 0,-1 1-1 0 0,16-18 1 0 0,-2 0 38 0 0,-2 0 0 0 0,-1-1 1 0 0,33-57-1 0 0,-42 65 112 0 0,-1-1 1 0 0,-1 1 0 0 0,0-1-1 0 0,-2-1 1 0 0,0 1-1 0 0,-1-1 1 0 0,-1-1-1 0 0,-1 1 1 0 0,-1-1-1 0 0,0 1 1 0 0,-2-1-1 0 0,-1-26 1 0 0,-3 30-191 0 0,1 15-25 0 0,-2 7 40 0 0,4-4 28 0 0,0 0 1 0 0,0 0-1 0 0,0-1 1 0 0,0 1-1 0 0,0 0 0 0 0,0 0 1 0 0,0 0-1 0 0,0 0 1 0 0,1 0-1 0 0,-1-1 1 0 0,0 1-1 0 0,1 0 1 0 0,-1 0-1 0 0,0 0 1 0 0,1-1-1 0 0,-1 1 1 0 0,1 0-1 0 0,-1-1 1 0 0,2 2-1 0 0,12 14 47 0 0,-12-14-51 0 0,6 6 7 0 0,0-1-1 0 0,1 0 0 0 0,0-1 0 0 0,0 0 0 0 0,1-1 0 0 0,0 1 0 0 0,0-2 1 0 0,13 5-1 0 0,-12-5-44 0 0,0 1 0 0 0,-1-1 1 0 0,1 2-1 0 0,-1-1 0 0 0,-1 2 1 0 0,1-1-1 0 0,8 9 0 0 0,-17-14 38 0 0,0 0 0 0 0,0 1 0 0 0,0-1 0 0 0,-1 1 0 0 0,1-1 0 0 0,0 1 0 0 0,-1 0 0 0 0,1-1 0 0 0,-1 1 0 0 0,0 0 1 0 0,1-1-1 0 0,-1 1 0 0 0,0 0 0 0 0,0-1 0 0 0,0 4 0 0 0,-4 26 124 0 0,3-27-94 0 0,-4 21 517 0 0,-2-2-1 0 0,-1 1 1 0 0,-13 29-1 0 0,8-23 36 0 0,-9 36-1 0 0,21-63-568 0 0,-1 3 78 0 0,0 0 1 0 0,1 0-1 0 0,0 0 0 0 0,0 0 0 0 0,1 0 0 0 0,-1 9 1 0 0,2-13-88 0 0,-1-1 0 0 0,0 1 0 0 0,1 0 0 0 0,-1-1 0 0 0,1 1 1 0 0,-1-1-1 0 0,1 1 0 0 0,0-1 0 0 0,0 1 0 0 0,-1-1 0 0 0,1 0 0 0 0,0 1 1 0 0,0-1-1 0 0,1 0 0 0 0,-1 0 0 0 0,0 0 0 0 0,0 0 0 0 0,0 0 0 0 0,1 0 1 0 0,-1 0-1 0 0,1 0 0 0 0,-1 0 0 0 0,1-1 0 0 0,-1 1 0 0 0,1 0 0 0 0,-1-1 1 0 0,1 1-1 0 0,-1-1 0 0 0,1 0 0 0 0,2 1 0 0 0,11 1-789 0 0,0-1 0 0 0,0 0 1 0 0,0-1-1 0 0,0-1 0 0 0,0 0 0 0 0,0-1 0 0 0,18-4 0 0 0,101-36-9682 0 0,-120 37 8747 0 0,39-15-7082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0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77 499 2412 0 0,'-77'52'23186'0'0,"78"-55"-23083"0"0,1 1 0 0 0,-1-1 0 0 0,0 0 0 0 0,1 0 0 0 0,-1 0 0 0 0,1 1 0 0 0,0-1 0 0 0,0 1 0 0 0,0-1 0 0 0,0 1 0 0 0,0 0 0 0 0,1 0 0 0 0,-1 0 1 0 0,1 0-1 0 0,3-2 0 0 0,8-8 91 0 0,9-13-171 0 0,-1-1 1 0 0,-1-2 0 0 0,-1 0 0 0 0,-1-1 0 0 0,-2-1 0 0 0,-1 0 0 0 0,-1-2 0 0 0,-2 1-1 0 0,-1-2 1 0 0,13-60 0 0 0,-23 85-55 0 0,-1 0 1 0 0,0 0-1 0 0,0 0 0 0 0,-1 0 0 0 0,0 0 0 0 0,-3-16 0 0 0,3 22 20 0 0,0 1 0 0 0,-1-1 0 0 0,1 0-1 0 0,0 0 1 0 0,-1 0 0 0 0,0 0-1 0 0,0 0 1 0 0,1 1 0 0 0,-1-1-1 0 0,0 0 1 0 0,0 1 0 0 0,-1-1 0 0 0,1 1-1 0 0,0-1 1 0 0,0 1 0 0 0,-1-1-1 0 0,1 1 1 0 0,-1 0 0 0 0,1 0-1 0 0,-1 0 1 0 0,1-1 0 0 0,-1 2-1 0 0,0-1 1 0 0,0 0 0 0 0,1 0 0 0 0,-1 1-1 0 0,0-1 1 0 0,0 0 0 0 0,0 1-1 0 0,0 0 1 0 0,0 0 0 0 0,0-1-1 0 0,0 1 1 0 0,0 0 0 0 0,-3 1-1 0 0,2-1 4 0 0,0 0-1 0 0,0 1 0 0 0,1 0 0 0 0,-1-1 1 0 0,0 1-1 0 0,0 0 0 0 0,0 0 0 0 0,0 0 1 0 0,1 1-1 0 0,-1-1 0 0 0,0 1 0 0 0,1 0 1 0 0,0-1-1 0 0,-1 1 0 0 0,1 0 0 0 0,-3 4 0 0 0,4-5 13 0 0,0 1-1 0 0,0 0 1 0 0,0 0-1 0 0,0 0 1 0 0,0-1-1 0 0,1 1 0 0 0,-1 0 1 0 0,1 0-1 0 0,-1 0 1 0 0,1 0-1 0 0,0 0 0 0 0,0 0 1 0 0,0 0-1 0 0,0 0 1 0 0,0 0-1 0 0,0 0 1 0 0,0 0-1 0 0,1 0 0 0 0,-1 0 1 0 0,1 0-1 0 0,-1 0 1 0 0,1 0-1 0 0,0 0 0 0 0,0 0 1 0 0,0-1-1 0 0,0 1 1 0 0,2 2-1 0 0,2 3 9 0 0,0-1 0 0 0,0 1 0 0 0,1-1 0 0 0,0 0 0 0 0,0-1 1 0 0,0 0-1 0 0,1 0 0 0 0,0 0 0 0 0,8 4 0 0 0,13 6-5 0 0,31 11-1 0 0,-29-14 5 0 0,170 62-175 0 0,-198-73 155 0 0,1-1-1 0 0,-1 1 0 0 0,0 0 0 0 0,0 0 1 0 0,0 0-1 0 0,0 1 0 0 0,0-1 0 0 0,0 0 0 0 0,-1 1 1 0 0,1-1-1 0 0,0 1 0 0 0,-1 0 0 0 0,1-1 1 0 0,-1 1-1 0 0,0 0 0 0 0,1 0 0 0 0,-1 0 0 0 0,1 3 1 0 0,0-1 30 0 0,-1 1 1 0 0,0-1-1 0 0,0 0 1 0 0,-1 0-1 0 0,1 0 1 0 0,-1 1-1 0 0,0-1 1 0 0,0 0-1 0 0,-1 6 1 0 0,-2 7 218 0 0,-1 0 0 0 0,-1 0 0 0 0,-12 29-1 0 0,16-43-189 0 0,-1 3-6 0 0,0-1 1 0 0,0 1-1 0 0,0-1 0 0 0,1 1 1 0 0,0 0-1 0 0,0-1 0 0 0,1 1 0 0 0,0 0 1 0 0,0 9-1 0 0,1-13-70 0 0,-1-1 1 0 0,1 1-1 0 0,-1 0 0 0 0,1 0 1 0 0,0 0-1 0 0,0-1 0 0 0,0 1 1 0 0,0 0-1 0 0,0-1 0 0 0,0 1 1 0 0,0-1-1 0 0,1 0 0 0 0,-1 1 1 0 0,0-1-1 0 0,1 0 1 0 0,-1 1-1 0 0,1-1 0 0 0,0 0 1 0 0,-1 0-1 0 0,1 0 0 0 0,0-1 1 0 0,0 1-1 0 0,2 1 0 0 0,3 0-717 0 0,-1 0-1 0 0,1-1 0 0 0,0 1 1 0 0,12 0-1 0 0,-9-2-1088 0 0,0-1 0 0 0,0 0-1 0 0,0 0 1 0 0,-1-1 0 0 0,13-3-1 0 0,-18 4 899 0 0,33-8-8890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00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4160 0 0,'51'17'4890'0'0,"-21"-6"2099"0"0,1-1 0 0 0,47 8 0 0 0,-51-16-8335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11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1073 432 0 0,'-48'-29'16065'0'0,"63"14"-15452"0"0,-9 9-459 0 0,17-20-11 0 0,-2-2-1 0 0,0 0 0 0 0,-2-2 0 0 0,23-48 1 0 0,172-429 107 0 0,-141 314-218 0 0,-59 152-30 0 0,-10 29-22 0 0,0-1 0 0 0,1 1 0 0 0,0 0 0 0 0,13-23 0 0 0,-15 33 2 0 0,-1 1 17 0 0,-1 0 1 0 0,0 1 0 0 0,1-1 0 0 0,-1 0 0 0 0,0 1-1 0 0,1 0 1 0 0,-1-1 0 0 0,1 1 0 0 0,-1 0-1 0 0,1 0 1 0 0,-1-1 0 0 0,1 1 0 0 0,-1 1 0 0 0,1-1-1 0 0,-1 0 1 0 0,1 0 0 0 0,-1 0 0 0 0,1 1-1 0 0,-1-1 1 0 0,0 1 0 0 0,1-1 0 0 0,-1 1 0 0 0,3 1-1 0 0,-1 0 7 0 0,1 1 1 0 0,-1-1-1 0 0,0 1 0 0 0,0 0 0 0 0,4 6 0 0 0,-4-6 2 0 0,7 11 28 0 0,0 0 0 0 0,-1 0 0 0 0,-1 1 0 0 0,0 0 0 0 0,-1 0-1 0 0,-1 1 1 0 0,6 21 0 0 0,23 118 122 0 0,2 106-112 0 0,-9-59-10 0 0,-24-170 8 0 0,7 30 2167 0 0,-12-64-2089 0 0,-5-46 114 0 0,-21-83-1 0 0,23 117-233 0 0,0 0-1 0 0,-1 0 0 0 0,-1 1 1 0 0,0 0-1 0 0,-1 0 1 0 0,-1 0-1 0 0,1 1 0 0 0,-2 0 1 0 0,0 0-1 0 0,-16-16 0 0 0,16 22-9 0 0,0 0 1 0 0,0 0-1 0 0,0 1 0 0 0,0 0 0 0 0,-1 0 0 0 0,0 1 0 0 0,0 0 0 0 0,0 1 1 0 0,0 0-1 0 0,-1 1 0 0 0,1 0 0 0 0,-1 0 0 0 0,1 1 0 0 0,-21 1 0 0 0,-11 2-11 0 0,0 2 0 0 0,-58 13-1 0 0,63-10 11 0 0,-219 58-26 0 0,223-56 34 0 0,-11 2 10 0 0,42-11 13 0 0,2-1-31 0 0,1 0 7 0 0,-1-1-1 0 0,0 1 1 0 0,1 0-1 0 0,-1 0 1 0 0,1-1-1 0 0,0 1 1 0 0,-1 0-1 0 0,1 0 1 0 0,0 0-1 0 0,0 0 1 0 0,0 0-1 0 0,0 0 1 0 0,0 0-1 0 0,0 0 1 0 0,0 0-1 0 0,0 0 1 0 0,0 1-1 0 0,0-1 1 0 0,1 0-1 0 0,28-14-25 0 0,-25 13 21 0 0,11-4-3 0 0,-1 1 1 0 0,1 0 0 0 0,0 1 0 0 0,0 1 0 0 0,0 1 0 0 0,27-1 0 0 0,102 8-25 0 0,-18 1-330 0 0,-87-7 85 0 0,255-9-3799 0 0,-99-9-2850 0 0,-172 15 3902 0 0,-2-1-1084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07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 0 0,'0'0'56'0'0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15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0 104 0 0,'-2'13'2452'0'0,"2"-12"-2036"0"0,-1 0 1 0 0,1 1 0 0 0,0-1 0 0 0,0 1 0 0 0,0-1 0 0 0,0 1 0 0 0,0-1 0 0 0,0 1 0 0 0,0-1 0 0 0,0 0 0 0 0,1 1 0 0 0,-1-1 0 0 0,2 4 940 0 0,-2-4-1300 0 0,0 0 1 0 0,0-1-1 0 0,0 1 0 0 0,0 0 1 0 0,1 0-1 0 0,-1 0 1 0 0,0 0-1 0 0,1-1 1 0 0,-1 1-1 0 0,1 0 0 0 0,-1 0 1 0 0,1-1-1 0 0,-1 1 1 0 0,1 0-1 0 0,-1-1 0 0 0,1 1 1 0 0,0-1-1 0 0,-1 1 1 0 0,1 0-1 0 0,0-1 0 0 0,-1 0 1 0 0,1 1-1 0 0,0-1 1 0 0,0 1-1 0 0,0-1 0 0 0,-1 0 1 0 0,1 1-1 0 0,0-1 1 0 0,2 0-1 0 0,-1 0 177 0 0,17 0-65 0 0,24 2 29 0 0,-41-2-163 0 0,1 0-44 0 0,6 2 3 0 0,-7-2 0 0 0,19 9 6 0 0,-2-7 172 0 0,-1 0-1 0 0,1-1 1 0 0,0-1 0 0 0,0-1-1 0 0,0 0 1 0 0,27-7-1 0 0,19 0-132 0 0,741-21 9 0 0,-450 40 109 0 0,-350-11-147 0 0,6 1-10 0 0,23 1-1064 0 0,-32-2 615 0 0,-13-3-3921 0 0,6 3 3709 0 0,0-1 0 0 0,1 1 0 0 0,-5-1 0 0 0,-7 1-1533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16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0 444 0 0,'-76'10'6165'0'0,"74"-10"-5937"0"0,-31 8 3157 0 0,46-6-3354 0 0,1 0 0 0 0,0-1 0 0 0,0-1 0 0 0,-1 0 1 0 0,29-4-1 0 0,-2 1-2 0 0,1110 9 126 0 0,-1114-5-149 0 0,297 8 334 0 0,-212-4 873 0 0,-119-4-1198 0 0,13-1-1423 0 0,-39 6 301 0 0,1-2 0 0 0,-1-1 0 0 0,0-1 0 0 0,-31-1 0 0 0,37 0 113 0 0,-20 0-832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16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256 32 1184 0 0,'-242'5'7897'0'0,"240"-5"-7762"0"0,-9 2 1803 0 0,203-19-1168 0 0,102-5-616 0 0,763 51-99 0 0,-898-20-77 0 0,69 7 2376 0 0,-182-13-2164 0 0,-43-2-196 0 0,-1-1 10 0 0,4 0-288 0 0,16 2 867 0 0,-22-2-662 0 0,1 0 1 0 0,-1 0 0 0 0,0 0 0 0 0,0 0-1 0 0,1 0 1 0 0,-1 0 0 0 0,0 0-1 0 0,1 0 1 0 0,-1 0 0 0 0,0 0 0 0 0,1 0-1 0 0,-1 0 1 0 0,0 1 0 0 0,0-1-1 0 0,1 0 1 0 0,-1 0 0 0 0,0 0 0 0 0,1 0-1 0 0,-1 0 1 0 0,0 1 0 0 0,0-1-1 0 0,1 0 1 0 0,-1 0 0 0 0,0 0 0 0 0,0 1-1 0 0,0-1 1 0 0,1 0 0 0 0,-1 0-1 0 0,0 1 1 0 0,0-1 0 0 0,0 0 0 0 0,0 1-1 0 0,0-1 1 0 0,0 0 0 0 0,0 0-1 0 0,1 1 1 0 0,-1-1 0 0 0,0 0 0 0 0,0 1-1 0 0,0-1 1 0 0,0 0 0 0 0,0 1-1 0 0,0-1 1 0 0,0 0 0 0 0,0 0 0 0 0,-1 1-1 0 0,1-1 1 0 0,0 1 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18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1668 0 0,'0'0'13433'0'0,"14"-6"-13289"0"0,17-3-108 0 0,0 2-1 0 0,0 1 1 0 0,1 2-1 0 0,35-1 0 0 0,-21 1-25 0 0,75-4-4830 0 0,-118 8 3976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19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44 115 492 0 0,'-3'0'3545'0'0,"-11"0"-255"0"0,9 1-2551 0 0,-16-2 2381 0 0,21 1-3103 0 0,0 0 0 0 0,0 0 0 0 0,0 0 1 0 0,0 0-1 0 0,0 0 0 0 0,0 0 0 0 0,0 0 0 0 0,0 0 1 0 0,0-1-1 0 0,0 0 431 0 0,0 1-431 0 0,0 0 0 0 0,0 0 0 0 0,0 0 0 0 0,0 0 1 0 0,0 0-1 0 0,0 0 0 0 0,-1 0 0 0 0,1 0 1 0 0,0 0-1 0 0,0 0 0 0 0,0 0 0 0 0,14-3-208 0 0,116-29 279 0 0,51-10-172 0 0,-146 35-309 0 0,68-11-1253 0 0,-34 9-3227 0 0,-54 7 2364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23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26 436 0 0,'-20'7'12979'0'0,"21"-8"-12976"0"0,-1 0 1 0 0,0 0 0 0 0,0 0 0 0 0,0 0-1 0 0,0 0 1 0 0,1 0 0 0 0,-1 0 0 0 0,1 0-1 0 0,-1 0 1 0 0,0 0 0 0 0,1 0 0 0 0,0 1 0 0 0,-1-1-1 0 0,1 0 1 0 0,-1 0 0 0 0,1 1 0 0 0,0-1-1 0 0,0 0 1 0 0,-1 1 0 0 0,1-1 0 0 0,0 0 0 0 0,0 1-1 0 0,0-1 1 0 0,0 1 0 0 0,-1 0 0 0 0,1-1-1 0 0,2 0 1 0 0,1-1-21 0 0,0 1 0 0 0,0-1-1 0 0,0 1 1 0 0,-1 0 0 0 0,2 0 0 0 0,-1 0 0 0 0,0 0-1 0 0,4 0 1 0 0,-4 1-6 0 0,0 1 0 0 0,0-1 0 0 0,-1 0 0 0 0,1 1 0 0 0,0 0 0 0 0,-1 0 0 0 0,1 0-1 0 0,0 0 1 0 0,-1 1 0 0 0,1-1 0 0 0,-1 1 0 0 0,0 0 0 0 0,1 0 0 0 0,-1 0 0 0 0,5 5 0 0 0,-4-3 28 0 0,0 1 0 0 0,-1-1 0 0 0,1 1 0 0 0,-1 0 0 0 0,0 0 0 0 0,0 0 0 0 0,-1 0 0 0 0,0 0 0 0 0,4 11 0 0 0,-3-5 104 0 0,-1 0-1 0 0,0 0 1 0 0,-1 0 0 0 0,0 0 0 0 0,-1 1 0 0 0,0-1 0 0 0,-1 0 0 0 0,0 0 0 0 0,0 1-1 0 0,-6 16 1 0 0,0-6 173 0 0,-2-1 0 0 0,0 0-1 0 0,-1-1 1 0 0,-2 0 0 0 0,0 0-1 0 0,0-2 1 0 0,-2 1 0 0 0,-19 19-1 0 0,-16 11 852 0 0,-76 58-1 0 0,28-25-322 0 0,96-82-801 0 0,0 1-1 0 0,1-1 1 0 0,-1 1-1 0 0,0 0 1 0 0,1-1-1 0 0,-1 1 1 0 0,0 0-1 0 0,1-1 1 0 0,-1 1-1 0 0,1 0 1 0 0,-1 0 0 0 0,1-1-1 0 0,-1 1 1 0 0,1 0-1 0 0,0 0 1 0 0,-1 0-1 0 0,1 0 1 0 0,0 0-1 0 0,0 0 1 0 0,-1 1-1 0 0,2-1-3 0 0,-1-1-1 0 0,0 1 0 0 0,1-1 1 0 0,-1 1-1 0 0,1 0 0 0 0,-1-1 1 0 0,0 0-1 0 0,1 1 0 0 0,-1-1 1 0 0,1 1-1 0 0,-1-1 0 0 0,1 1 0 0 0,-1-1 1 0 0,1 0-1 0 0,0 0 0 0 0,-1 1 1 0 0,1-1-1 0 0,-1 0 0 0 0,1 0 1 0 0,0 1-1 0 0,-1-1 0 0 0,2 0 1 0 0,5 1 15 0 0,1 0 0 0 0,0 0 0 0 0,13-1 0 0 0,-16 0-6 0 0,77-5 58 0 0,0-3-1 0 0,82-19 1 0 0,-102 16-54 0 0,208-43 1668 0 0,-244 49-1471 0 0,0 0-3170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2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17 668 0 0,'0'0'11614'0'0,"6"-11"-9789"0"0,-6 11-1782 0 0,2-1 28 0 0,0 0 0 0 0,-1 0-1 0 0,1 1 1 0 0,-1-1 0 0 0,1 1-1 0 0,0-1 1 0 0,-1 1 0 0 0,1 0-1 0 0,0-1 1 0 0,0 1-1 0 0,-1 0 1 0 0,3 0 0 0 0,-2 0-73 0 0,0 1 1 0 0,0-1-1 0 0,0 0 0 0 0,0 1 1 0 0,0-1-1 0 0,0 1 1 0 0,0-1-1 0 0,0 1 1 0 0,0 0-1 0 0,0 0 1 0 0,0 0-1 0 0,-1 0 0 0 0,1 0 1 0 0,0 0-1 0 0,-1 1 1 0 0,1-1-1 0 0,-1 0 1 0 0,0 1-1 0 0,1-1 1 0 0,-1 1-1 0 0,0 0 0 0 0,0-1 1 0 0,0 1-1 0 0,0 0 1 0 0,1 2-1 0 0,-1-2 9 0 0,2 5-12 0 0,-1-1 1 0 0,0 1 0 0 0,0-1-1 0 0,-1 1 1 0 0,0 0 0 0 0,0 0-1 0 0,0 0 1 0 0,-1-1-1 0 0,0 1 1 0 0,-1 0 0 0 0,1 0-1 0 0,-1 0 1 0 0,-4 12 0 0 0,-1 4 214 0 0,-2 0 0 0 0,-15 33 1 0 0,-6-2 455 0 0,-72 102 0 0 0,99-153-655 0 0,1-2 10 0 0,-1 1 1 0 0,1 0-1 0 0,0-1 0 0 0,0 1 0 0 0,0 0 1 0 0,0-1-1 0 0,0 1 0 0 0,0 0 0 0 0,1 0 1 0 0,-1 0-1 0 0,1 0 0 0 0,-1 0 0 0 0,1 0 1 0 0,0 0-1 0 0,-1 4 0 0 0,2-5-11 0 0,0 0-1 0 0,-1 0 1 0 0,1 0-1 0 0,0 0 1 0 0,0 0-1 0 0,0-1 1 0 0,0 1-1 0 0,0 0 1 0 0,0 0-1 0 0,0-1 1 0 0,0 1-1 0 0,0 0 1 0 0,0-1-1 0 0,0 1 1 0 0,0-1-1 0 0,0 0 1 0 0,1 1-1 0 0,-1-1 1 0 0,0 0-1 0 0,0 0 1 0 0,1 0-1 0 0,-1 1 1 0 0,0-1-1 0 0,0 0 1 0 0,1-1-1 0 0,0 1 1 0 0,19 0 45 0 0,0-1 1 0 0,29-6 0 0 0,-8 1-25 0 0,126-15-461 0 0,49-5-2557 0 0,-72 15-3549 0 0,-97 9 1150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31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 1128 0 0,'0'0'5093'0'0,"-6"-7"-5325"0"0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31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21 504 0 0,'9'-13'4344'0'0,"-3"6"-6373"0"0,-5 7 1614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31.9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7 876 0 0,'0'0'7647'0'0,"0"0"-7586"0"0,0-1 0 0 0,1 1 0 0 0,-1-1 0 0 0,0 1-1 0 0,1 0 1 0 0,-1-1 0 0 0,0 1 0 0 0,1 0-1 0 0,-1-1 1 0 0,1 1 0 0 0,-1 0 0 0 0,1-1-1 0 0,-1 1 1 0 0,1 0 0 0 0,-1 0 0 0 0,1-1 0 0 0,-1 1-1 0 0,1 0 1 0 0,0 0 0 0 0,9 1-382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33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1360 0 0,'0'0'1649'0'0,"11"-22"5929"0"0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07.8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836 291 1140 0 0,'-8'7'9830'0'0,"7"-9"-9684"0"0,0 0 0 0 0,0 0 0 0 0,1 0 0 0 0,-1 1 0 0 0,1-1 0 0 0,-1 0 0 0 0,1 0 0 0 0,0 0 1 0 0,0 0-1 0 0,0 0 0 0 0,0 0 0 0 0,0 0 0 0 0,0-2 0 0 0,6-35 728 0 0,-2 16-608 0 0,5-39 117 0 0,-4 34-16 0 0,2-52-1 0 0,-3 46-199 0 0,-4 32-206 0 0,-2 3-40 0 0,-2 6 88 0 0,1 0 0 0 0,-1 0 0 0 0,1 1 0 0 0,0-1 0 0 0,1 1 0 0 0,0-1 0 0 0,0 1 0 0 0,-1 12 0 0 0,-1 2-1 0 0,-122 774 551 0 0,71-398-164 0 0,30-237-189 0 0,-49 164 0 0 0,57-267-150 0 0,-3 0 0 0 0,-2-1 0 0 0,-3-2 0 0 0,-2 0 0 0 0,-2-2 0 0 0,-40 54 0 0 0,61-96-4 0 0,0-1-1 0 0,0-1 1 0 0,-1 0 0 0 0,0 0-1 0 0,0-1 1 0 0,-19 13 0 0 0,25-19-37 0 0,-1 0 1 0 0,1 0 0 0 0,0 0 0 0 0,0-1 0 0 0,-1 1 0 0 0,1-1 0 0 0,-1 0 0 0 0,1 0 0 0 0,-1-1 0 0 0,0 1 0 0 0,1-1 0 0 0,-1 1 0 0 0,0-1-1 0 0,1-1 1 0 0,-1 1 0 0 0,0 0 0 0 0,1-1 0 0 0,-1 1 0 0 0,0-1 0 0 0,1 0 0 0 0,-1-1 0 0 0,1 1 0 0 0,0 0 0 0 0,-1-1 0 0 0,1 0-1 0 0,0 0 1 0 0,-3-2 0 0 0,-2-3-12 0 0,0 0 0 0 0,1-1 1 0 0,0 1-1 0 0,0-2 0 0 0,1 1 0 0 0,0-1 0 0 0,1 0 0 0 0,0 0 0 0 0,-7-16 0 0 0,0-6-24 0 0,-14-58-1 0 0,10 15-12 0 0,3-1 0 0 0,3 0-1 0 0,4 0 1 0 0,3-1 0 0 0,3 0 0 0 0,4 1-1 0 0,2-1 1 0 0,18-73 0 0 0,-10 84-18 0 0,2 1-1 0 0,4 0 1 0 0,2 2 0 0 0,3 1 0 0 0,2 0-1 0 0,3 2 1 0 0,3 2 0 0 0,2 0-1 0 0,61-74 1 0 0,-67 98 16 0 0,1 2 0 0 0,1 1-1 0 0,64-48 1 0 0,-78 65 25 0 0,0 2-1 0 0,1 0 1 0 0,1 2-1 0 0,0 0 1 0 0,0 0-1 0 0,0 2 1 0 0,1 1-1 0 0,0 0 1 0 0,1 1-1 0 0,21-1 1 0 0,-28 5 7 0 0,0 1 1 0 0,-1 0-1 0 0,1 1 1 0 0,0 1 0 0 0,-1 0-1 0 0,1 1 1 0 0,-1 1-1 0 0,0 0 1 0 0,0 1 0 0 0,0 0-1 0 0,-1 0 1 0 0,1 2 0 0 0,-1 0-1 0 0,-1 0 1 0 0,1 1-1 0 0,-1 0 1 0 0,-1 1 0 0 0,0 0-1 0 0,11 13 1 0 0,-11-11 18 0 0,0 2 0 0 0,0-1 0 0 0,-2 1 0 0 0,1 1 1 0 0,-2 0-1 0 0,0 0 0 0 0,0 0 0 0 0,-2 1 0 0 0,0 0 0 0 0,0 0 0 0 0,-1 0 1 0 0,-1 0-1 0 0,-1 1 0 0 0,0 0 0 0 0,-1-1 0 0 0,-2 25 0 0 0,-2-13 16 0 0,-2 0-1 0 0,0 0 1 0 0,-2 0-1 0 0,-1-1 1 0 0,-2 0 0 0 0,0-1-1 0 0,-1 0 1 0 0,-2 0-1 0 0,-1-1 1 0 0,-17 23-1 0 0,7-14-13 0 0,-2-1 0 0 0,-1-1 0 0 0,-2-1 0 0 0,-1-2 1 0 0,-1-1-1 0 0,-36 25 0 0 0,47-39-4 0 0,1 0 0 0 0,-2-2 1 0 0,1 0-1 0 0,-37 13 0 0 0,49-21-8 0 0,0-1-1 0 0,1-1 0 0 0,-1 1 1 0 0,0-1-1 0 0,0 0 0 0 0,0-1 1 0 0,-12-1-1 0 0,15 1-4 0 0,0-1 1 0 0,1 0-1 0 0,-1 0 0 0 0,1-1 1 0 0,-1 1-1 0 0,1-1 0 0 0,0 0 1 0 0,0 0-1 0 0,0 0 1 0 0,0-1-1 0 0,0 0 0 0 0,0 1 1 0 0,-6-7-1 0 0,7 5-15 0 0,-1 0 0 0 0,1 0 1 0 0,0-1-1 0 0,0 1 0 0 0,0-1 0 0 0,1 1 0 0 0,-1-1 1 0 0,1 0-1 0 0,1 0 0 0 0,-4-10 0 0 0,5 12 6 0 0,-1 1 0 0 0,1-1 0 0 0,-1 0 0 0 0,1 0 0 0 0,0 0 0 0 0,0 0 0 0 0,0 0 0 0 0,1 1 0 0 0,-1-1-1 0 0,1 0 1 0 0,-1 0 0 0 0,1 1 0 0 0,0-1 0 0 0,0 0 0 0 0,0 1 0 0 0,0-1 0 0 0,1 0 0 0 0,-1 1 0 0 0,1 0 0 0 0,3-5 0 0 0,-4 6 13 0 0,0 1 0 0 0,0-1 1 0 0,1 0-1 0 0,-1 1 0 0 0,0-1 1 0 0,0 1-1 0 0,1 0 0 0 0,-1-1 0 0 0,0 1 1 0 0,0 0-1 0 0,1 0 0 0 0,-1 0 1 0 0,0 0-1 0 0,1 0 0 0 0,-1 0 1 0 0,0 0-1 0 0,1 0 0 0 0,-1 0 1 0 0,0 1-1 0 0,1-1 0 0 0,0 1 1 0 0,27 12 146 0 0,-17-3-108 0 0,1 1 1 0 0,-1 1-1 0 0,-1 0 0 0 0,0 0 1 0 0,-1 1-1 0 0,0 0 1 0 0,9 17-1 0 0,51 109 7 0 0,-43-81-177 0 0,-7-18-356 0 0,60 114-2103 0 0,-68-134 1167 0 0,1 0 1 0 0,1-2-1 0 0,1 1 0 0 0,0-2 1 0 0,23 20-1 0 0,-15-18-2572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09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406 982 2116 0 0,'-2'-10'695'0'0,"1"0"0"0"0,-1 0 0 0 0,-1 0 0 0 0,0 0 0 0 0,0 0 0 0 0,-1 0 0 0 0,0 1 0 0 0,-1-1 1 0 0,0 1-1 0 0,0 0 0 0 0,-1 1 0 0 0,-9-11 0 0 0,13 16-570 0 0,-1-1 0 0 0,0 1 0 0 0,0 1 0 0 0,0-1 0 0 0,0 0 0 0 0,0 1-1 0 0,0-1 1 0 0,-1 1 0 0 0,0 0 0 0 0,1 0 0 0 0,-1 1 0 0 0,0-1 0 0 0,0 1 0 0 0,0 0 0 0 0,0-1 0 0 0,0 2 0 0 0,0-1 0 0 0,0 0 0 0 0,0 1 0 0 0,0 0 0 0 0,0 0 0 0 0,0 0 0 0 0,0 1 0 0 0,0-1 0 0 0,0 1 0 0 0,0 0 0 0 0,0 0 0 0 0,0 0 0 0 0,0 1 0 0 0,0-1 0 0 0,1 1 0 0 0,-1 0 0 0 0,-4 3 0 0 0,-6 5 27 0 0,1 0 0 0 0,1 1 0 0 0,0 1 0 0 0,0 0 0 0 0,1 1 0 0 0,1 0 0 0 0,0 0 0 0 0,0 1 0 0 0,-9 19 0 0 0,2 1-34 0 0,2 0 0 0 0,1 1 0 0 0,-10 38 1 0 0,17-48-65 0 0,1 1 1 0 0,1 0-1 0 0,-2 31 1 0 0,7-48-40 0 0,-1 0 1 0 0,1 0 0 0 0,1 0 0 0 0,0 0-1 0 0,0 0 1 0 0,1 0 0 0 0,0 0 0 0 0,0 0-1 0 0,1-1 1 0 0,0 1 0 0 0,1-1 0 0 0,8 15-1 0 0,-9-20-21 0 0,-1 1-1 0 0,0-1 1 0 0,1 0-1 0 0,0 0 1 0 0,0 0-1 0 0,0 0 1 0 0,0-1-1 0 0,0 1 1 0 0,1-1-1 0 0,-1 0 1 0 0,1 0-1 0 0,0 0 1 0 0,-1 0-1 0 0,1-1 0 0 0,0 1 1 0 0,4 0-1 0 0,-2-1-72 0 0,-1-1-1 0 0,1 1 1 0 0,-1-1-1 0 0,0 0 1 0 0,1-1-1 0 0,-1 1 0 0 0,1-1 1 0 0,-1 0-1 0 0,0-1 1 0 0,10-3-1 0 0,-2 0-97 0 0,-1-2 1 0 0,1 0-1 0 0,-1 0 0 0 0,-1-1 1 0 0,1 0-1 0 0,-1-1 0 0 0,-1 0 1 0 0,14-16-1 0 0,-6 3 45 0 0,-2 0 0 0 0,0-2 0 0 0,-1 0-1 0 0,-1-1 1 0 0,-2 0 0 0 0,15-42 0 0 0,39-169 1845 0 0,-49 166-163 0 0,-17 69-1526 0 0,0 1 0 0 0,0-1 0 0 0,0 1 0 0 0,0-1 1 0 0,0 1-1 0 0,0-1 0 0 0,0 1 0 0 0,0-1 0 0 0,1 1 1 0 0,-1-1-1 0 0,0 1 0 0 0,0-1 0 0 0,0 1 0 0 0,1-1 0 0 0,-1 1 1 0 0,0 0-1 0 0,0-1 0 0 0,1 1 0 0 0,-1 0 0 0 0,0-1 1 0 0,1 1-1 0 0,-1-1 0 0 0,0 1 0 0 0,1 0 0 0 0,-1 0 1 0 0,0-1-1 0 0,1 1 0 0 0,-1 0 0 0 0,1-1 0 0 0,5 13 349 0 0,1 24-59 0 0,-1 87 24 0 0,6 64-65 0 0,-9-164-692 0 0,2-1-1 0 0,0 0 1 0 0,1-1-1 0 0,1 1 1 0 0,1-1-1 0 0,13 24 1 0 0,-19-41 199 0 0,0 0 1 0 0,0 0-1 0 0,1-1 1 0 0,0 1-1 0 0,-1-1 1 0 0,1 1-1 0 0,1-1 1 0 0,-1 0-1 0 0,0 0 1 0 0,1 0-1 0 0,0-1 0 0 0,6 4 1 0 0,-8-5 114 0 0,0 0-1 0 0,0-1 1 0 0,0 1 0 0 0,1-1-1 0 0,-1 1 1 0 0,0-1 0 0 0,1 0-1 0 0,-1 0 1 0 0,0 0 0 0 0,1 0-1 0 0,-1 0 1 0 0,0 0 0 0 0,0-1-1 0 0,1 1 1 0 0,-1-1 0 0 0,0 0-1 0 0,0 0 1 0 0,0 1 0 0 0,0-1-1 0 0,1-1 1 0 0,-1 1 0 0 0,-1 0-1 0 0,1 0 1 0 0,0-1 0 0 0,3-3-1 0 0,3-2-33 0 0,-1-1 0 0 0,-1 0-1 0 0,0 0 1 0 0,0-1 0 0 0,0 1-1 0 0,-1-2 1 0 0,0 1-1 0 0,4-12 1 0 0,24-84 116 0 0,-31 97 57 0 0,13-47 315 0 0,18-64 1079 0 0,-26 98-949 0 0,1 1 0 0 0,1 0 1 0 0,17-29-1 0 0,-25 47-411 0 0,0 0-1 0 0,0 0 1 0 0,1 0-1 0 0,-1 0 1 0 0,0 0-1 0 0,1 0 1 0 0,0 1-1 0 0,0-1 1 0 0,-1 0-1 0 0,1 1 1 0 0,0-1-1 0 0,0 1 1 0 0,0 0-1 0 0,0 0 1 0 0,1 0-1 0 0,-1 0 1 0 0,0 0-1 0 0,0 0 1 0 0,1 0 0 0 0,-1 1-1 0 0,0-1 1 0 0,1 1-1 0 0,-1 0 1 0 0,1 0-1 0 0,-1 0 1 0 0,5 0-1 0 0,-3 1 20 0 0,0 0 0 0 0,0 1 0 0 0,-1 0-1 0 0,1-1 1 0 0,-1 1 0 0 0,1 0 0 0 0,-1 1-1 0 0,0-1 1 0 0,0 0 0 0 0,0 1 0 0 0,0 0 0 0 0,0 0-1 0 0,0 0 1 0 0,-1 0 0 0 0,4 6 0 0 0,5 10 32 0 0,-1 1 0 0 0,0 0 0 0 0,-2 0 0 0 0,-1 1 0 0 0,0 0 0 0 0,-1 0 0 0 0,-2 1 0 0 0,0 0 0 0 0,-1 0 1 0 0,-1 0-1 0 0,-3 44 0 0 0,0-49-28 0 0,-8 36 0 0 0,8-48-73 0 0,0 0 1 0 0,-1-1 0 0 0,1 1 0 0 0,-1 0-1 0 0,0-1 1 0 0,0 1 0 0 0,-1-1-1 0 0,1 0 1 0 0,-1 0 0 0 0,0 0 0 0 0,0 0-1 0 0,-4 3 1 0 0,4-4 15 0 0,2-3-33 0 0,1 1 0 0 0,-1-1-1 0 0,1 0 1 0 0,-1 1 0 0 0,1-1 0 0 0,-1 0 0 0 0,0 1-1 0 0,1-1 1 0 0,-1 0 0 0 0,1 1 0 0 0,-1-1 0 0 0,0 0-1 0 0,1 0 1 0 0,-1 0 0 0 0,1 0 0 0 0,-1 0 0 0 0,0 0-1 0 0,1 0 1 0 0,-1 0 0 0 0,0 0 0 0 0,1 0-1 0 0,-1 0 1 0 0,0 0 0 0 0,1 0 0 0 0,-1 0 0 0 0,1 0-1 0 0,-1-1 1 0 0,0 1 0 0 0,1 0 0 0 0,-1-1 0 0 0,1 1-1 0 0,-1 0 1 0 0,1-1 0 0 0,-1 1 0 0 0,1 0 0 0 0,-1-1-1 0 0,1 1 1 0 0,-1-1 0 0 0,1 1 0 0 0,-1-2 0 0 0,1 2 1 0 0,-3-3-3 0 0,1 0 0 0 0,0 1 0 0 0,0-1 0 0 0,0 0 0 0 0,1 0 0 0 0,-1 0 0 0 0,1 0 0 0 0,-1 0 0 0 0,1-1 0 0 0,0 1 0 0 0,0 0 0 0 0,1-1 0 0 0,-1 1 0 0 0,0-5 0 0 0,0-49-50 0 0,1 55 49 0 0,1-18-10 0 0,2 1 0 0 0,0-1 1 0 0,1 1-1 0 0,1 0 0 0 0,0 0 0 0 0,2 1 1 0 0,0 0-1 0 0,1 0 0 0 0,11-18 1 0 0,-10 22-9 0 0,0 0 0 0 0,0 1 0 0 0,1 0 0 0 0,1 0 0 0 0,0 1 0 0 0,1 0 0 0 0,0 1 0 0 0,1 0 0 0 0,0 1 0 0 0,0 1 1 0 0,16-9-1 0 0,-24 16 25 0 0,0-1 0 0 0,0 1 0 0 0,0 0 0 0 0,1 1 0 0 0,-1-1 0 0 0,1 1 0 0 0,-1 0 0 0 0,1 0 0 0 0,-1 0 0 0 0,1 1 0 0 0,-1 0 0 0 0,1 0 1 0 0,-1 1-1 0 0,1-1 0 0 0,-1 1 0 0 0,1 0 0 0 0,-1 1 0 0 0,1-1 0 0 0,8 5 0 0 0,-9-3 42 0 0,1 0-1 0 0,-1 1 1 0 0,0 0-1 0 0,0 0 1 0 0,0 1-1 0 0,0-1 1 0 0,-1 1-1 0 0,0 0 1 0 0,0 0 0 0 0,0 0-1 0 0,0 1 1 0 0,-1 0-1 0 0,0-1 1 0 0,0 1-1 0 0,-1 0 1 0 0,4 10-1 0 0,-2 2 78 0 0,1 0 0 0 0,-2 0-1 0 0,-1 1 1 0 0,0-1 0 0 0,-1 23-1 0 0,-12 93 158 0 0,1 4-129 0 0,9-136-150 0 0,1 0 0 0 0,0 0 0 0 0,0 0 1 0 0,0 0-1 0 0,0 0 0 0 0,1-1 0 0 0,-1 1 1 0 0,0 0-1 0 0,1 0 0 0 0,-1 0 0 0 0,1-1 1 0 0,0 1-1 0 0,0 0 0 0 0,-1-1 0 0 0,1 1 1 0 0,0-1-1 0 0,0 1 0 0 0,1-1 0 0 0,-1 1 1 0 0,0-1-1 0 0,0 1 0 0 0,1-1 0 0 0,1 2 1 0 0,0-2-22 0 0,-1-1 1 0 0,1 1-1 0 0,0 0 1 0 0,0-1-1 0 0,-1 1 0 0 0,1-1 1 0 0,0 0-1 0 0,0 0 1 0 0,0 0-1 0 0,-1 0 1 0 0,1-1-1 0 0,0 1 1 0 0,0-1-1 0 0,-1 0 0 0 0,5-1 1 0 0,9-4-173 0 0,0 0 1 0 0,0-2-1 0 0,-1 0 1 0 0,0 0-1 0 0,0-2 0 0 0,-1 0 1 0 0,19-17-1 0 0,-1-3-513 0 0,50-59 1 0 0,-35 30 183 0 0,-3-3 1 0 0,-3-1 0 0 0,-2-2 0 0 0,44-105 0 0 0,-44 73 310 0 0,-4-1-1 0 0,38-177 1 0 0,-50 87 1514 0 0,-9 61-155 0 0,-15 120-1001 0 0,-2 14-113 0 0,-5 19-19 0 0,-52 358 1666 0 0,21 5 64 0 0,26-255-1407 0 0,-25 569 836 0 0,35-638-1092 0 0,2-20 130 0 0,-14 83 1 0 0,15-128-212 0 0,0 0 1 0 0,0 1-1 0 0,0-1 0 0 0,0 0 0 0 0,0 0 0 0 0,0 1 1 0 0,0-1-1 0 0,0 0 0 0 0,0 1 0 0 0,0-1 1 0 0,0 0-1 0 0,0 0 0 0 0,-1 1 0 0 0,1-1 1 0 0,0 0-1 0 0,0 0 0 0 0,0 1 0 0 0,0-1 1 0 0,0 0-1 0 0,-1 0 0 0 0,1 0 0 0 0,0 1 1 0 0,0-1-1 0 0,0 0 0 0 0,-1 0 0 0 0,1 0 1 0 0,0 0-1 0 0,0 1 0 0 0,-1-1 0 0 0,1 0 1 0 0,0 0-1 0 0,0 0 0 0 0,-1 0 0 0 0,-6-7 22 0 0,-2-17-15 0 0,4-5-18 0 0,1 1 0 0 0,1-1 0 0 0,2 0 0 0 0,2-39 0 0 0,-1 37-9 0 0,3-70-65 0 0,23-155-1 0 0,-17 208 52 0 0,2 0 0 0 0,2 1-1 0 0,1 0 1 0 0,3 1 0 0 0,30-58-1 0 0,-33 80 5 0 0,0 0-1 0 0,2 1 0 0 0,1 0 1 0 0,1 1-1 0 0,29-28 0 0 0,-36 39 6 0 0,2 1 0 0 0,-1 0 0 0 0,2 0 0 0 0,-1 1 0 0 0,1 1 0 0 0,1 0 0 0 0,-1 1-1 0 0,1 1 1 0 0,0 0 0 0 0,29-7 0 0 0,-39 12 23 0 0,0 0 0 0 0,1 0 0 0 0,-1 1 1 0 0,1 0-1 0 0,-1-1 0 0 0,1 2 0 0 0,-1-1 0 0 0,0 1 0 0 0,1 0 0 0 0,-1 0 1 0 0,0 0-1 0 0,1 1 0 0 0,-1-1 0 0 0,0 1 0 0 0,0 1 0 0 0,0-1 0 0 0,-1 1 1 0 0,1 0-1 0 0,-1 0 0 0 0,1 0 0 0 0,-1 0 0 0 0,0 1 0 0 0,0 0 0 0 0,0 0 1 0 0,-1 0-1 0 0,1 0 0 0 0,-1 0 0 0 0,0 1 0 0 0,0 0 0 0 0,-1-1 0 0 0,1 1 1 0 0,-1 0-1 0 0,0 0 0 0 0,-1 1 0 0 0,1-1 0 0 0,-1 0 0 0 0,0 0 0 0 0,1 11 1 0 0,-3-4 9 0 0,1-1 1 0 0,-2 1-1 0 0,0-1 1 0 0,0 0-1 0 0,-1 0 1 0 0,0 1-1 0 0,-1-2 1 0 0,0 1-1 0 0,-1 0 1 0 0,0-1 0 0 0,-1 0-1 0 0,0 0 1 0 0,0 0-1 0 0,-1-1 1 0 0,-1 0-1 0 0,1-1 1 0 0,-13 11-1 0 0,6-6 5 0 0,0-1-1 0 0,-1 0 0 0 0,-1-1 0 0 0,0-1 1 0 0,0-1-1 0 0,-1 0 0 0 0,0-1 1 0 0,-1-1-1 0 0,-34 10 0 0 0,44-15-16 0 0,0-1 0 0 0,0 0-1 0 0,-1 0 1 0 0,1 0-1 0 0,0-1 1 0 0,0-1 0 0 0,0 1-1 0 0,0-1 1 0 0,0 0 0 0 0,0-1-1 0 0,0 0 1 0 0,0-1-1 0 0,1 1 1 0 0,-1-1 0 0 0,-11-7-1 0 0,18 10-8 0 0,0-1-1 0 0,0 0 1 0 0,0 0-1 0 0,0 0 1 0 0,0 0-1 0 0,0 0 1 0 0,1 0-1 0 0,-1 0 1 0 0,0-1-1 0 0,0 1 1 0 0,1 0-1 0 0,-1 0 1 0 0,1-1-1 0 0,-1 1 1 0 0,1 0-1 0 0,0-1 1 0 0,-1 1-1 0 0,1 0 1 0 0,0-1-1 0 0,0 1 1 0 0,0 0-1 0 0,0-1 1 0 0,0 1-1 0 0,0-3 1 0 0,1 3-39 0 0,1 1 9 0 0,3 0 31 0 0,0 0 0 0 0,-1 1 1 0 0,1 0-1 0 0,-1 0 0 0 0,1 0 0 0 0,-1 0 1 0 0,1 1-1 0 0,-1 0 0 0 0,0 0 0 0 0,0 0 1 0 0,0 0-1 0 0,0 1 0 0 0,0-1 0 0 0,0 1 1 0 0,-1 0-1 0 0,5 5 0 0 0,11 10 13 0 0,26 35-1 0 0,-33-39 2 0 0,25 35 54 0 0,32 57 0 0 0,-39-57-202 0 0,60 74 0 0 0,-78-109-333 0 0,0-1 0 0 0,1 0-1 0 0,1-1 1 0 0,-1-1 0 0 0,2 0 0 0 0,0-1-1 0 0,0-1 1 0 0,1 0 0 0 0,25 10 0 0 0,-22-12-1110 0 0,0-1 0 0 0,0-1 0 0 0,1-1 0 0 0,33 3 0 0 0,-5-5-4389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0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117 544 2452 0 0,'-15'-41'13179'0'0,"-2"61"-11609"0"0,1 16-1052 0 0,2 0 0 0 0,2 2 0 0 0,1 0 0 0 0,-9 58-1 0 0,18-85-483 0 0,1-1 0 0 0,0 1 0 0 0,1 0 0 0 0,1 0 0 0 0,-1 0 0 0 0,2-1 0 0 0,-1 1 0 0 0,2 0 0 0 0,-1-1-1 0 0,8 18 1 0 0,-8-23-21 0 0,1 0-1 0 0,0 0 1 0 0,0 0 0 0 0,0-1-1 0 0,0 1 1 0 0,1-1-1 0 0,0 0 1 0 0,0 0-1 0 0,0 0 1 0 0,0-1-1 0 0,1 1 1 0 0,0-1-1 0 0,-1 0 1 0 0,1-1 0 0 0,0 1-1 0 0,0-1 1 0 0,1 0-1 0 0,-1 0 1 0 0,0 0-1 0 0,1-1 1 0 0,-1 0-1 0 0,8 1 1 0 0,-4-1-1 0 0,1 0 1 0 0,0-1-1 0 0,-1-1 1 0 0,1 0-1 0 0,0 0 1 0 0,-1 0-1 0 0,0-1 1 0 0,1-1-1 0 0,-1 0 1 0 0,0 0-1 0 0,0-1 1 0 0,0 0-1 0 0,-1 0 1 0 0,1-1-1 0 0,-1 0 1 0 0,0 0-1 0 0,0-1 1 0 0,-1 0-1 0 0,10-10 1 0 0,-7 5-13 0 0,0 0 0 0 0,-1-1 0 0 0,0 0 0 0 0,-1 0 0 0 0,-1-1 0 0 0,0 0 0 0 0,0-1 0 0 0,-1 1 0 0 0,-1-1 0 0 0,0 0 0 0 0,-1 0 0 0 0,2-15 0 0 0,-3 8-4 0 0,-1 1-1 0 0,-1 0 1 0 0,-1 0 0 0 0,0-1 0 0 0,-2 1 0 0 0,0 0-1 0 0,-2 0 1 0 0,-6-23 0 0 0,8 34-5 0 0,-1 0-1 0 0,0 0 1 0 0,-1 0 0 0 0,0 0 0 0 0,-1 1-1 0 0,1-1 1 0 0,-2 1 0 0 0,1 0-1 0 0,-1 1 1 0 0,0 0 0 0 0,-1 0-1 0 0,1 0 1 0 0,-1 0 0 0 0,-1 1-1 0 0,1 0 1 0 0,-1 1 0 0 0,0 0-1 0 0,-1 0 1 0 0,-11-5 0 0 0,12 8-1 0 0,0 0 0 0 0,0 0 0 0 0,0 1-1 0 0,0 0 1 0 0,0 1 0 0 0,0 0 0 0 0,-1 0 0 0 0,1 0 0 0 0,0 1 0 0 0,0 0 0 0 0,0 1-1 0 0,0 0 1 0 0,0 0 0 0 0,0 1 0 0 0,1 0 0 0 0,-1 0 0 0 0,1 1 0 0 0,0 0 0 0 0,0 0 0 0 0,0 1-1 0 0,0 0 1 0 0,-10 9 0 0 0,9-7 11 0 0,1 0-1 0 0,0 0 1 0 0,0 0-1 0 0,1 1 1 0 0,0 0-1 0 0,0 0 1 0 0,1 0-1 0 0,0 1 1 0 0,1 0-1 0 0,-1 0 1 0 0,2 0-1 0 0,-1 0 1 0 0,1 1-1 0 0,1 0 1 0 0,0-1-1 0 0,0 1 1 0 0,1 0-1 0 0,0 13 1 0 0,1-16 3 0 0,1 0 1 0 0,0 0 0 0 0,0 0-1 0 0,1 0 1 0 0,0 0 0 0 0,0 0-1 0 0,1-1 1 0 0,0 1 0 0 0,0-1-1 0 0,0 0 1 0 0,1 0 0 0 0,8 10-1 0 0,-6-9 4 0 0,1 0 0 0 0,0-1-1 0 0,0 0 1 0 0,1 0 0 0 0,-1 0 0 0 0,1-1-1 0 0,0 0 1 0 0,15 5 0 0 0,-3-2 3 0 0,0-2 1 0 0,1 0 0 0 0,0-1 0 0 0,0-1 0 0 0,0-1 0 0 0,0-1-1 0 0,38-2 1 0 0,-28-2-8 0 0,1-1-1 0 0,-1-2 0 0 0,0-1 0 0 0,0-1 1 0 0,-1-2-1 0 0,0-1 0 0 0,0-1 1 0 0,-1-2-1 0 0,-1-1 0 0 0,48-31 1 0 0,-45 23-2 0 0,-2-1 1 0 0,0-2 0 0 0,-1 0 0 0 0,-2-2 0 0 0,0-1 0 0 0,-2-1 0 0 0,-1-1-1 0 0,32-57 1 0 0,-27 33-29 0 0,-3-2-1 0 0,-2-1 0 0 0,-2 0 1 0 0,14-68-1 0 0,-35 114-69 0 0,-6 14 40 0 0,-9 18 9 0 0,-12 26 64 0 0,3 1 0 0 0,-32 91-1 0 0,-20 111 421 0 0,70-228-399 0 0,-88 362 1452 0 0,-58 500 1 0 0,150-871-1472 0 0,-96 608 660 0 0,91-586-576 0 0,-1-1 0 0 0,-2 0-1 0 0,-1-1 1 0 0,-30 63 0 0 0,37-91-89 0 0,1 1-1 0 0,-1-1 1 0 0,1 0 0 0 0,-1 0 0 0 0,-1-1-1 0 0,1 1 1 0 0,-10 6 0 0 0,13-9-12 0 0,-1-1-1 0 0,0 0 1 0 0,0 0 0 0 0,0 0-1 0 0,0 0 1 0 0,0-1 0 0 0,0 1 0 0 0,0-1-1 0 0,0 1 1 0 0,0-1 0 0 0,0 1-1 0 0,0-1 1 0 0,-1 0 0 0 0,1 0-1 0 0,0 0 1 0 0,0 0 0 0 0,0-1 0 0 0,0 1-1 0 0,0 0 1 0 0,0-1 0 0 0,0 0-1 0 0,0 1 1 0 0,0-1 0 0 0,0 0 0 0 0,0 0-1 0 0,-3-2 1 0 0,-4-4 5 0 0,0 0-1 0 0,0-1 1 0 0,1 0-1 0 0,0 0 1 0 0,1-1-1 0 0,0 0 1 0 0,0-1-1 0 0,-7-13 1 0 0,-4-10 8 0 0,-17-42 1 0 0,22 44-34 0 0,2 0 1 0 0,2 0-1 0 0,0-1 1 0 0,2 0-1 0 0,2-1 1 0 0,1 1-1 0 0,1-1 1 0 0,2 0-1 0 0,1 0 1 0 0,1 0-1 0 0,2 0 1 0 0,2 0-1 0 0,1 1 1 0 0,1 0-1 0 0,2 0 1 0 0,1 0-1 0 0,1 2 1 0 0,2-1-1 0 0,1 1 0 0 0,23-36 1 0 0,-7 24-28 0 0,1 1 0 0 0,2 2 0 0 0,1 1 0 0 0,3 2 1 0 0,0 1-1 0 0,3 2 0 0 0,0 1 0 0 0,79-45 0 0 0,-66 48-757 0 0,2 2 0 0 0,91-32 1 0 0,-90 42-1479 0 0,1 1 0 0 0,97-12 0 0 0,-63 18-5137 0 0,-69 6 2082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46 232 0 0,'-5'-5'2237'0'0,"1"-1"-1"0"0,-1-1 1 0 0,-6-12-1 0 0,11 17-1658 0 0,-6-4 1534 0 0,12 14-1914 0 0,-1 0 0 0 0,0 1 0 0 0,0-1 0 0 0,-1 1 0 0 0,-1 0 0 0 0,1 1 0 0 0,-1-1 0 0 0,3 18 0 0 0,7 81 243 0 0,-10-72-234 0 0,-1 0 0 0 0,-2 0 0 0 0,-2 0 0 0 0,-1 0-1 0 0,-2-1 1 0 0,-14 51 0 0 0,12-72 220 0 0,7-14-416 0 0,0 0 0 0 0,-1 0 0 0 0,1 0 0 0 0,0 0 0 0 0,0 0 0 0 0,0 1 0 0 0,-1-1 0 0 0,1 0 0 0 0,0 0 0 0 0,0 0 0 0 0,-1 0 0 0 0,1 0 1 0 0,0 0-1 0 0,0 0 0 0 0,0 0 0 0 0,-1 0 0 0 0,1 0 0 0 0,0 0 0 0 0,0-1 0 0 0,-1 1 0 0 0,1 0 0 0 0,0 0 0 0 0,0 0 0 0 0,0 0 0 0 0,-1 0 0 0 0,1 0 0 0 0,0 0 0 0 0,0-1 0 0 0,0 1 0 0 0,0 0 0 0 0,-1 0 1 0 0,1 0-1 0 0,0 0 0 0 0,0-1 0 0 0,-1-1 4 0 0,0 1 0 0 0,0-1 0 0 0,0 0 0 0 0,0 0 1 0 0,0 0-1 0 0,1 0 0 0 0,-1 0 0 0 0,1 0 0 0 0,-1 0 0 0 0,1 0 1 0 0,0-3-1 0 0,-1-35-16 0 0,2 0 1 0 0,1 0-1 0 0,3 0 1 0 0,1 0-1 0 0,2 1 0 0 0,23-70 1 0 0,-27 100-23 0 0,0 0 1 0 0,0 0 0 0 0,1 0-1 0 0,0 1 1 0 0,0 0 0 0 0,1 0-1 0 0,0 0 1 0 0,1 0-1 0 0,13-12 1 0 0,-16 17 15 0 0,-1 1 0 0 0,0 0 0 0 0,1-1 0 0 0,-1 1 0 0 0,1 0-1 0 0,-1 1 1 0 0,1-1 0 0 0,0 1 0 0 0,0 0 0 0 0,0 0 0 0 0,0 0 0 0 0,0 0 0 0 0,0 0 0 0 0,0 1 0 0 0,0 0 0 0 0,0 0-1 0 0,0 0 1 0 0,0 0 0 0 0,0 1 0 0 0,0 0 0 0 0,0 0 0 0 0,0 0 0 0 0,0 0 0 0 0,0 0 0 0 0,-1 1 0 0 0,7 3-1 0 0,2 2 11 0 0,-1 1 0 0 0,0 0 0 0 0,-1 1-1 0 0,0 1 1 0 0,0-1 0 0 0,-1 1-1 0 0,0 1 1 0 0,0 0 0 0 0,-1 0 0 0 0,-1 1-1 0 0,0 0 1 0 0,-1 0 0 0 0,0 0-1 0 0,-1 1 1 0 0,7 23 0 0 0,-8-21 29 0 0,0 0-1 0 0,-1 1 1 0 0,-1-1 0 0 0,0 1 0 0 0,-1-1 0 0 0,0 1-1 0 0,-2 0 1 0 0,0-1 0 0 0,0 1 0 0 0,-2-1 0 0 0,0 1 0 0 0,-1-1-1 0 0,-9 25 1 0 0,11-35-7 0 0,-1 0-1 0 0,0 0 1 0 0,0 0 0 0 0,0-1-1 0 0,-1 1 1 0 0,0-1-1 0 0,-4 5 1 0 0,8-9-24 0 0,-1 0 0 0 0,1 0 0 0 0,0 0 0 0 0,-1 0 0 0 0,1 0 0 0 0,-1 1 0 0 0,1-1 0 0 0,0 0 0 0 0,-1 0 0 0 0,1 0 0 0 0,-1 0 0 0 0,1 0 0 0 0,0 0 1 0 0,-1 0-1 0 0,1 0 0 0 0,-1-1 0 0 0,1 1 0 0 0,0 0 0 0 0,-1 0 0 0 0,1 0 0 0 0,-1 0 0 0 0,1 0 0 0 0,0-1 0 0 0,-1 1 0 0 0,1 0 0 0 0,0 0 0 0 0,-1-1 0 0 0,1 1 0 0 0,0 0 0 0 0,-1-1 0 0 0,1 1 0 0 0,0 0 0 0 0,0-1 0 0 0,-1 1 1 0 0,1 0-1 0 0,0-1 0 0 0,0 1 0 0 0,0 0 0 0 0,0-1 0 0 0,-1 1 0 0 0,1-1 0 0 0,-6-15-26 0 0,3 5 14 0 0,2 0 1 0 0,0-1 0 0 0,0 1 0 0 0,1 0 0 0 0,1-1 0 0 0,-1 1 0 0 0,4-14 0 0 0,2-1-13 0 0,16-51 1 0 0,-14 57-2 0 0,0 1 0 0 0,1 0 0 0 0,1 0 0 0 0,1 1 0 0 0,1 0 0 0 0,0 1 1 0 0,27-28-1 0 0,-31 37 7 0 0,0 0-1 0 0,1 0 1 0 0,0 1 0 0 0,0 0-1 0 0,0 1 1 0 0,1 0 0 0 0,0 1-1 0 0,0 0 1 0 0,1 0 0 0 0,0 1 0 0 0,-1 0-1 0 0,1 1 1 0 0,1 0 0 0 0,-1 1-1 0 0,0 0 1 0 0,14 0 0 0 0,-18 2 21 0 0,-1 0 1 0 0,0 1 0 0 0,0-1-1 0 0,0 1 1 0 0,0 1-1 0 0,0-1 1 0 0,0 1 0 0 0,-1 0-1 0 0,1 0 1 0 0,0 0-1 0 0,-1 1 1 0 0,1 0 0 0 0,-1 0-1 0 0,0 1 1 0 0,5 4-1 0 0,-4-3 26 0 0,-1 0 0 0 0,-1 1 0 0 0,1 0 0 0 0,-1 0 0 0 0,0 1-1 0 0,0-1 1 0 0,0 1 0 0 0,-1-1 0 0 0,0 1 0 0 0,3 14-1 0 0,-1-1 40 0 0,-2 1 0 0 0,0-1-1 0 0,-2 1 1 0 0,0-1-1 0 0,-1 1 1 0 0,-1 0-1 0 0,-7 39 1 0 0,-3-11 13 0 0,7-34-339 0 0,0 1 0 0 0,1 0 0 0 0,0-1 0 0 0,2 1 0 0 0,0 0 0 0 0,0 0 0 0 0,4 27 0 0 0,-3-41 92 0 0,1 0 0 0 0,0 1-1 0 0,0-1 1 0 0,0 1-1 0 0,0-1 1 0 0,0 0-1 0 0,0 0 1 0 0,0 0 0 0 0,1 0-1 0 0,-1 0 1 0 0,1 0-1 0 0,0 0 1 0 0,0 0 0 0 0,0 0-1 0 0,-1-1 1 0 0,1 1-1 0 0,1-1 1 0 0,-1 1 0 0 0,0-1-1 0 0,3 1 1 0 0,0 0-385 0 0,0 0 0 0 0,0-1 0 0 0,0 1 1 0 0,0-1-1 0 0,0-1 0 0 0,0 1 0 0 0,0-1 0 0 0,0 1 1 0 0,6-2-1 0 0,16-2-3260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3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1073 2128 0 0,'8'-16'1299'0'0,"-1"1"0"0"0,0-1 0 0 0,0-1 0 0 0,-2 1-1 0 0,4-19 1 0 0,-8 31-1109 0 0,0 0 0 0 0,0 0 0 0 0,-1-1 0 0 0,1 1 0 0 0,-1 0 0 0 0,0 0 0 0 0,-1-1 0 0 0,1 1 0 0 0,-1 0 0 0 0,1 0 0 0 0,-1 0 0 0 0,0 0 0 0 0,-1 0 0 0 0,1 0 0 0 0,-1 0 0 0 0,0 0-1 0 0,0 0 1 0 0,0 0 0 0 0,0 1 0 0 0,-1-1 0 0 0,1 1 0 0 0,-1 0 0 0 0,0 0 0 0 0,0 0 0 0 0,0 0 0 0 0,-5-4 0 0 0,5 6-153 0 0,0-1 0 0 0,0 1-1 0 0,0 0 1 0 0,0 0 0 0 0,0 0 0 0 0,0 1-1 0 0,0-1 1 0 0,0 1 0 0 0,0-1 0 0 0,-1 1 0 0 0,1 0-1 0 0,0 0 1 0 0,0 0 0 0 0,0 1 0 0 0,0-1 0 0 0,0 1-1 0 0,-1 0 1 0 0,1 0 0 0 0,0 0 0 0 0,0 0-1 0 0,1 0 1 0 0,-5 3 0 0 0,-6 3 14 0 0,1 1-1 0 0,0 0 1 0 0,-16 14 0 0 0,25-20-34 0 0,-23 21 33 0 0,0 1 1 0 0,2 1-1 0 0,0 1 0 0 0,2 1 0 0 0,1 1 1 0 0,1 1-1 0 0,1 1 0 0 0,2 0 0 0 0,1 2 1 0 0,-12 32-1 0 0,26-56-31 0 0,0-1 1 0 0,0 0-1 0 0,1 1 1 0 0,-1-1-1 0 0,2 1 1 0 0,-1-1-1 0 0,1 1 1 0 0,0-1-1 0 0,1 1 1 0 0,1 10-1 0 0,-1-15-8 0 0,-1 0-1 0 0,1 0 0 0 0,0 0 0 0 0,0-1 0 0 0,1 1 0 0 0,-1 0 0 0 0,1 0 1 0 0,-1-1-1 0 0,1 1 0 0 0,0 0 0 0 0,0-1 0 0 0,0 0 0 0 0,0 0 0 0 0,0 1 1 0 0,1-1-1 0 0,-1 0 0 0 0,1-1 0 0 0,-1 1 0 0 0,1 0 0 0 0,0-1 1 0 0,-1 1-1 0 0,1-1 0 0 0,0 0 0 0 0,0 0 0 0 0,0 0 0 0 0,0-1 0 0 0,5 2 1 0 0,0-1-52 0 0,0-1 0 0 0,0 1 1 0 0,0-1-1 0 0,0-1 0 0 0,0 0 1 0 0,0 0-1 0 0,-1 0 0 0 0,1-1 1 0 0,0 0-1 0 0,0 0 1 0 0,-1-1-1 0 0,9-4 0 0 0,-6 1-77 0 0,1-1 0 0 0,-1 1 0 0 0,0-2 0 0 0,-1 1 0 0 0,0-1 0 0 0,0-1 0 0 0,10-12 0 0 0,-3-1-49 0 0,0-1-1 0 0,-1 0 1 0 0,-2-1-1 0 0,0-1 1 0 0,-2 0-1 0 0,11-34 1 0 0,22-97 1331 0 0,-44 154-1178 0 0,-8 35 50 0 0,-4 40 381 0 0,5-33-246 0 0,1-1-1 0 0,2 1 0 0 0,1 1 1 0 0,4 49-1 0 0,1-71-109 0 0,1 0 1 0 0,0 0-1 0 0,1 0 0 0 0,12 31 0 0 0,-14-45-48 0 0,0 0-1 0 0,0 0 0 0 0,1-1 1 0 0,-1 0-1 0 0,1 1 1 0 0,0-1-1 0 0,0 0 1 0 0,0 0-1 0 0,1 0 1 0 0,0-1-1 0 0,-1 1 0 0 0,1-1 1 0 0,0 0-1 0 0,1 0 1 0 0,-1 0-1 0 0,0-1 1 0 0,1 0-1 0 0,0 1 1 0 0,-1-2-1 0 0,1 1 0 0 0,0 0 1 0 0,9 1-1 0 0,-2-2-114 0 0,0-1 0 0 0,0 0 0 0 0,0-1 0 0 0,-1 0 0 0 0,1-1 0 0 0,0 0 0 0 0,0-1 0 0 0,-1 0 0 0 0,0 0 0 0 0,0-2 0 0 0,0 1 0 0 0,0-1 0 0 0,0-1 0 0 0,17-12 0 0 0,-7 2-249 0 0,-2 0 1 0 0,1 0 0 0 0,-2-2 0 0 0,0-1 0 0 0,29-39 0 0 0,-20 18 27 0 0,-2-1-1 0 0,-2-2 1 0 0,-2 0-1 0 0,19-55 1 0 0,46-188-347 0 0,-48 115 1966 0 0,28-290 1 0 0,-57 344-33 0 0,-9 112-1073 0 0,-4 14-140 0 0,-5 17-14 0 0,-36 215 706 0 0,-15 296 0 0 0,48-279-405 0 0,12-220-266 0 0,3 0 0 0 0,1 1 0 0 0,1-1-1 0 0,19 63 1 0 0,-20-89-44 0 0,0-1 1 0 0,1 1-1 0 0,0-1 1 0 0,1 0-1 0 0,0 0 0 0 0,1-1 1 0 0,0 0-1 0 0,1 0 1 0 0,12 12-1 0 0,-14-16-11 0 0,0-1 1 0 0,1 0-1 0 0,0 0 1 0 0,0 0-1 0 0,0-1 1 0 0,0 0-1 0 0,1-1 0 0 0,0 1 1 0 0,0-1-1 0 0,0-1 1 0 0,0 0-1 0 0,0 0 1 0 0,0 0-1 0 0,15 0 0 0 0,-7-2-53 0 0,-1-1 0 0 0,0 0-1 0 0,0-1 1 0 0,1-1-1 0 0,-1 0 1 0 0,0-1 0 0 0,-1-1-1 0 0,1 0 1 0 0,-1-1-1 0 0,0-1 1 0 0,-1 0 0 0 0,1-1-1 0 0,-1 0 1 0 0,-1-1-1 0 0,0-1 1 0 0,0 0 0 0 0,14-15-1 0 0,-7 4-67 0 0,0-1 0 0 0,-1-1-1 0 0,-1-1 1 0 0,-1 0 0 0 0,-1-1-1 0 0,-2-1 1 0 0,0 0 0 0 0,11-35-1 0 0,-17 38 91 0 0,0 0 1 0 0,-2-1-1 0 0,0 1 0 0 0,-2-1 0 0 0,0-30 0 0 0,-2 41 52 0 0,-2 0 1 0 0,0 1-1 0 0,0-1 0 0 0,-1 0 0 0 0,-1 1 0 0 0,0 0 1 0 0,-1-1-1 0 0,0 1 0 0 0,0 0 0 0 0,-2 1 0 0 0,-10-18 1 0 0,15 26-42 0 0,0 1 1 0 0,-1 0 0 0 0,0 0 0 0 0,0 0 0 0 0,1 0 0 0 0,-1 0 0 0 0,0 0 0 0 0,0 1-1 0 0,-1-1 1 0 0,1 1 0 0 0,0-1 0 0 0,-1 1 0 0 0,1 0 0 0 0,0 0 0 0 0,-1 0-1 0 0,0 0 1 0 0,1 0 0 0 0,-1 0 0 0 0,1 1 0 0 0,-1-1 0 0 0,0 1 0 0 0,-3 0 0 0 0,4 0-1 0 0,-1 1 0 0 0,1-1 0 0 0,0 1 0 0 0,-1 0 1 0 0,1-1-1 0 0,0 1 0 0 0,-1 0 0 0 0,1 1 0 0 0,0-1 1 0 0,0 0-1 0 0,0 1 0 0 0,0-1 0 0 0,0 1 1 0 0,0-1-1 0 0,0 1 0 0 0,1 0 0 0 0,-1 0 0 0 0,1 0 1 0 0,-1 0-1 0 0,1 0 0 0 0,0 0 0 0 0,0 0 0 0 0,0 1 1 0 0,-2 2-1 0 0,2-1 3 0 0,-1 1 0 0 0,1-1 1 0 0,0 0-1 0 0,0 1 0 0 0,0-1 0 0 0,0 1 1 0 0,1 0-1 0 0,0-1 0 0 0,0 1 0 0 0,0-1 1 0 0,0 1-1 0 0,1 0 0 0 0,0-1 0 0 0,2 7 1 0 0,-1-5 9 0 0,1 0 0 0 0,0 0 1 0 0,0 0-1 0 0,0 0 1 0 0,1 0-1 0 0,0-1 0 0 0,0 1 1 0 0,9 9-1 0 0,-2-6-38 0 0,0 0 1 0 0,1 0-1 0 0,-1-1 1 0 0,2 0-1 0 0,-1-1 0 0 0,1 0 1 0 0,0-1-1 0 0,21 6 1 0 0,-11-5-279 0 0,1-2 0 0 0,0 0-1 0 0,0-2 1 0 0,1 0 0 0 0,-1-2 0 0 0,1-1 0 0 0,-1-1 0 0 0,1-1 0 0 0,-1-1 0 0 0,0-1 0 0 0,0-1 0 0 0,0-1 0 0 0,38-15 0 0 0,-52 15 262 0 0,1 1 1 0 0,-1-2-1 0 0,1 1 0 0 0,-2-2 0 0 0,1 1 1 0 0,-1-1-1 0 0,0-1 0 0 0,9-10 0 0 0,-15 15 208 0 0,0 0 0 0 0,1-1 0 0 0,-2 1 0 0 0,1-1 0 0 0,0 0 0 0 0,-1 1 0 0 0,0-1 0 0 0,0 0 0 0 0,0 0 0 0 0,-1 0 0 0 0,0-1 0 0 0,0 1 0 0 0,0 0 0 0 0,0-1 0 0 0,-1 1 0 0 0,0 0 0 0 0,0-1 0 0 0,0 1 0 0 0,-1 0 0 0 0,-2-9 0 0 0,3 13-143 0 0,0 0-1 0 0,0 0 1 0 0,-1 0 0 0 0,1 0 0 0 0,0 0-1 0 0,0 1 1 0 0,-1-1 0 0 0,1 0 0 0 0,-1 0-1 0 0,1 0 1 0 0,-1 1 0 0 0,1-1 0 0 0,-1 0 0 0 0,1 0-1 0 0,-1 1 1 0 0,0-1 0 0 0,1 1 0 0 0,-1-1-1 0 0,0 0 1 0 0,0 1 0 0 0,1 0 0 0 0,-1-1-1 0 0,0 1 1 0 0,0-1 0 0 0,0 1 0 0 0,0 0 0 0 0,0-1-1 0 0,1 1 1 0 0,-1 0 0 0 0,0 0 0 0 0,0 0-1 0 0,0 0 1 0 0,0 0 0 0 0,0 0 0 0 0,0 0-1 0 0,0 0 1 0 0,0 0 0 0 0,-1 1 0 0 0,-1 0 11 0 0,0 0 0 0 0,0 0 0 0 0,0 1 0 0 0,1-1 1 0 0,-1 1-1 0 0,0 0 0 0 0,0 0 0 0 0,1 0 0 0 0,-4 4 0 0 0,-6 7 146 0 0,0 1 0 0 0,1 1 0 0 0,1 0 0 0 0,0 0 0 0 0,1 1 0 0 0,1 0 0 0 0,-11 28-1 0 0,6-5 103 0 0,2 0-1 0 0,-9 53 1 0 0,17-71-214 0 0,0 1 0 0 0,2-1 0 0 0,0 1-1 0 0,2-1 1 0 0,3 25 0 0 0,-2-33-30 0 0,0 0 0 0 0,1-1 0 0 0,1 1-1 0 0,-1-1 1 0 0,2 0 0 0 0,0 0-1 0 0,1 0 1 0 0,0-1 0 0 0,14 21-1 0 0,-16-27-167 0 0,0 0-1 0 0,1 0 0 0 0,0-1 1 0 0,0 1-1 0 0,0-1 0 0 0,0 0 1 0 0,1 0-1 0 0,-1-1 0 0 0,1 0 0 0 0,0 0 1 0 0,0 0-1 0 0,0-1 0 0 0,0 1 1 0 0,1-1-1 0 0,-1-1 0 0 0,1 0 0 0 0,-1 1 1 0 0,1-2-1 0 0,-1 1 0 0 0,1-1 1 0 0,0 0-1 0 0,-1 0 0 0 0,13-3 0 0 0,-8 0-303 0 0,0 0 1 0 0,0 0-1 0 0,0-1 0 0 0,0-1 0 0 0,-1 0 0 0 0,0 0 0 0 0,0-1 0 0 0,0 0 0 0 0,-1-1 0 0 0,1 0 0 0 0,-2 0 0 0 0,16-17 0 0 0,-4-1 134 0 0,-1 0 0 0 0,-2-1 0 0 0,-1-1 0 0 0,0-1-1 0 0,-3 0 1 0 0,22-60 0 0 0,-10 5 4055 0 0,19-111-1 0 0,-26 109-650 0 0,-18 83-2494 0 0,1 4-498 0 0,1 0 1 0 0,-1 0-1 0 0,-1 0 1 0 0,1 0-1 0 0,0 0 1 0 0,0 0-1 0 0,-1 0 1 0 0,1 0-1 0 0,-1 0 1 0 0,1 4-1 0 0,2 33 568 0 0,-2 1 0 0 0,-5 43 0 0 0,0 8-268 0 0,3-30-196 0 0,2 60-679 0 0,0-105-383 0 0,1 0-1 0 0,0 0 0 0 0,2 0 1 0 0,-1-1-1 0 0,9 20 0 0 0,2-8-2658 0 0,1-14-2087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3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1476 0 0,'28'-93'16278'0'0,"-27"93"-16218"0"0,-1-1 0 0 0,0 1-1 0 0,0-1 1 0 0,0 1 0 0 0,1 0-1 0 0,-1-1 1 0 0,0 1 0 0 0,1-1 0 0 0,-1 1-1 0 0,0 0 1 0 0,1 0 0 0 0,-1-1-1 0 0,1 1 1 0 0,-1 0 0 0 0,0-1-1 0 0,1 1 1 0 0,-1 0 0 0 0,1 0-1 0 0,-1 0 1 0 0,1 0 0 0 0,-1-1 0 0 0,1 1-1 0 0,-1 0 1 0 0,1 0 0 0 0,-1 0-1 0 0,1 0 1 0 0,-1 0 0 0 0,1 0-1 0 0,-1 0 1 0 0,1 0 0 0 0,-1 0-1 0 0,1 1 1 0 0,-1-1 0 0 0,0 0-1 0 0,1 0 1 0 0,-1 0 0 0 0,1 0 0 0 0,-1 1-1 0 0,1-1 1 0 0,-1 0 0 0 0,0 0-1 0 0,1 1 1 0 0,-1-1 0 0 0,1 0-1 0 0,-1 1 1 0 0,20 14 1039 0 0,38 49 1116 0 0,74 106 0 0 0,-42-49-2397 0 0,-75-103-1063 0 0,29 28-1 0 0,-10-19-2513 0 0,2-10-5307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3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67 2660 0 0,'-3'-10'3061'0'0,"-1"0"1"0"0,0 0-1 0 0,0 0 0 0 0,-10-15 0 0 0,13 25-2971 0 0,0 0 0 0 0,1-1 0 0 0,-1 1 1 0 0,1 0-1 0 0,-1 0 0 0 0,0-1 0 0 0,1 1 0 0 0,-1 0 0 0 0,0 0 0 0 0,1 0 0 0 0,-1 0 0 0 0,0 0 0 0 0,1 0 0 0 0,-1 0 0 0 0,0 0 0 0 0,1 0 0 0 0,-1 1 0 0 0,0-1 0 0 0,1 0 0 0 0,-1 0 0 0 0,1 0 1 0 0,-1 1-1 0 0,0-1 0 0 0,1 0 0 0 0,-1 1 0 0 0,1-1 0 0 0,-1 1 0 0 0,1-1 0 0 0,-1 1 0 0 0,-16 12 1139 0 0,-7 14-434 0 0,0 1 0 0 0,2 1 1 0 0,1 1-1 0 0,-17 32 0 0 0,12-20-446 0 0,-72 123 551 0 0,-1 1-5060 0 0,76-135 312 0 0,2-17-4250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3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17 204 2288 0 0,'-7'-99'13426'0'0,"2"50"-8443"0"0,3 30-3640 0 0,-1-17-3437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3.9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296 131 4760 0 0,'-47'-5'3802'0'0,"-192"-29"8467"0"0,229 29-11581 0 0,15-2-502 0 0,18-3-293 0 0,37-4-581 0 0,1 2 0 0 0,80-3 0 0 0,-110 12 404 0 0,506-23-4351 0 0,5 37-2418 0 0,-316 0 1895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4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5953 0 0,'6'0'1933'0'0,"0"-1"1"0"0,0 0-1 0 0,0 0 1 0 0,0 0 0 0 0,11-5-1 0 0,-15 5-1275 0 0,1 0-1 0 0,-1 0 1 0 0,0-1-1 0 0,0 1 1 0 0,0-1-1 0 0,0 0 1 0 0,0 1-1 0 0,0-1 1 0 0,0 0-1 0 0,-1 0 0 0 0,1 0 1 0 0,-1-1-1 0 0,1 1 1 0 0,-1 0-1 0 0,0 0 1 0 0,0-1-1 0 0,1-2 1 0 0,14-53 2999 0 0,-7 23-6729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8:1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34 689 96 0 0,'-15'-2'5447'0'0,"-3"-6"2071"0"0,410-42-5108 0 0,-201 22-2198 0 0,1897-183 140 0 0,5 92-404 0 0,1016 8-712 0 0,-1816 71-86 0 0,3319-69-2113 0 0,-4294 106 1974 0 0,71-2-3849 0 0,-276 3 1663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06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159 356 1684 0 0,'-1'-10'11278'0'0,"11"11"-11216"0"0,0-2 0 0 0,0 0 0 0 0,0 0 1 0 0,0 0-1 0 0,0-1 0 0 0,0-1 0 0 0,-1 0 0 0 0,1 0 1 0 0,-1-1-1 0 0,0 0 0 0 0,0 0 0 0 0,0-1 0 0 0,13-10 1 0 0,-5 3-63 0 0,-1 0 0 0 0,-1-1 0 0 0,0-1 0 0 0,-1 0 1 0 0,-1-1-1 0 0,13-18 0 0 0,-11 10 40 0 0,-2 0 1 0 0,0 0 0 0 0,-2-2-1 0 0,0 1 1 0 0,11-42-1 0 0,-22 63 85 0 0,0 6-78 0 0,-9 32 200 0 0,-21 58-1 0 0,3-16 43 0 0,-38 156 404 0 0,-55 164-128 0 0,108-368-457 0 0,-1 0-1 0 0,-2-1 0 0 0,-1 0 0 0 0,-1-1 0 0 0,-30 36 0 0 0,45-60-39 0 0,-1 0 0 0 0,1-1 0 0 0,-1 1 0 0 0,0-1-1 0 0,0 1 1 0 0,0-1 0 0 0,0 0 0 0 0,0 0 0 0 0,0-1-1 0 0,0 1 1 0 0,-1-1 0 0 0,1 1 0 0 0,-1-1 0 0 0,-5 1 0 0 0,6-2-57 0 0,1 1 1 0 0,0-1 0 0 0,-1 0 0 0 0,1-1 0 0 0,0 1-1 0 0,-1 0 1 0 0,1-1 0 0 0,0 1 0 0 0,-1-1 0 0 0,1 0-1 0 0,0 0 1 0 0,0 0 0 0 0,0 0 0 0 0,0 0-1 0 0,0 0 1 0 0,0-1 0 0 0,0 1 0 0 0,0-1 0 0 0,1 1-1 0 0,-1-1 1 0 0,0 0 0 0 0,1 1 0 0 0,-1-1 0 0 0,-1-3-1 0 0,-1-3-15 0 0,-1 0-1 0 0,2 0 1 0 0,-1 0 0 0 0,1-1-1 0 0,0 0 1 0 0,1 1-1 0 0,0-1 1 0 0,0 0-1 0 0,1 0 1 0 0,0 0 0 0 0,0 0-1 0 0,1 0 1 0 0,1 0-1 0 0,-1 0 1 0 0,4-14-1 0 0,-3 17-2 0 0,0 0-1 0 0,1 0 0 0 0,-1 0 1 0 0,1 0-1 0 0,0 1 0 0 0,1-1 0 0 0,0 0 1 0 0,-1 1-1 0 0,2 0 0 0 0,-1 0 0 0 0,1 0 1 0 0,-1 0-1 0 0,1 0 0 0 0,1 1 1 0 0,-1 0-1 0 0,1 0 0 0 0,-1 0 0 0 0,1 0 1 0 0,0 1-1 0 0,0 0 0 0 0,1 0 0 0 0,-1 0 1 0 0,1 1-1 0 0,5-3 0 0 0,-3 4 22 0 0,-1 0 0 0 0,1 1-1 0 0,-1 0 1 0 0,1 0 0 0 0,0 0 0 0 0,-1 1-1 0 0,1 0 1 0 0,-1 0 0 0 0,0 1-1 0 0,1 0 1 0 0,-1 1 0 0 0,0-1-1 0 0,0 1 1 0 0,11 7 0 0 0,5 3 23 0 0,0 1 0 0 0,36 31 0 0 0,-36-26 110 0 0,65 51-1381 0 0,-72-59-121 0 0,0-1 1 0 0,0 0-1 0 0,32 12 0 0 0,-12-15-3701 0 0,-16-5 725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07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113 240 2052 0 0,'3'-24'14391'0'0,"-2"26"-14337"0"0,-1 0 0 0 0,1 1 0 0 0,-1-1 0 0 0,1 0 0 0 0,0 0 0 0 0,0 0 1 0 0,0 0-1 0 0,0 0 0 0 0,0 0 0 0 0,0 0 0 0 0,1 0 0 0 0,-1 0 0 0 0,1-1 0 0 0,-1 1 0 0 0,1 0 0 0 0,-1-1 1 0 0,1 0-1 0 0,0 1 0 0 0,2 0 0 0 0,0 0-22 0 0,-1 0 0 0 0,1-1 0 0 0,-1 0 0 0 0,1 0 0 0 0,-1 0 0 0 0,1 0 0 0 0,0-1 0 0 0,-1 1-1 0 0,1-1 1 0 0,0 0 0 0 0,4-1 0 0 0,-3 1-19 0 0,0 0 0 0 0,0-1-1 0 0,0 0 1 0 0,0 0-1 0 0,0-1 1 0 0,-1 1 0 0 0,1-1-1 0 0,0 0 1 0 0,-1 0-1 0 0,1-1 1 0 0,-1 1-1 0 0,0-1 1 0 0,0 0 0 0 0,0 0-1 0 0,0-1 1 0 0,0 1-1 0 0,6-8 1 0 0,-6 4-4 0 0,0-1 1 0 0,-1 0-1 0 0,0 0 0 0 0,0 0 1 0 0,-1 0-1 0 0,0-1 0 0 0,0 1 1 0 0,-1-1-1 0 0,0 1 0 0 0,0-1 1 0 0,-2-17-1 0 0,1 22-13 0 0,0-1-1 0 0,-1 0 1 0 0,0 0-1 0 0,0 0 1 0 0,0 1-1 0 0,0-1 1 0 0,-1 0-1 0 0,0 1 1 0 0,0 0-1 0 0,0-1 1 0 0,-1 1-1 0 0,1 0 1 0 0,-1 0 0 0 0,0 0-1 0 0,0 0 1 0 0,-1 1-1 0 0,1-1 1 0 0,-1 1-1 0 0,1 0 1 0 0,-1 0-1 0 0,0 0 1 0 0,-8-4-1 0 0,10 6 0 0 0,-1 0-1 0 0,0 0 1 0 0,0 0-1 0 0,0 1 1 0 0,0-1-1 0 0,1 1 0 0 0,-1-1 1 0 0,0 1-1 0 0,0 0 1 0 0,0 0-1 0 0,0 0 1 0 0,0 1-1 0 0,0-1 1 0 0,0 1-1 0 0,0-1 0 0 0,-3 2 1 0 0,0 1-3 0 0,1-1 0 0 0,0 1 1 0 0,0 0-1 0 0,0 0 0 0 0,0 1 0 0 0,0-1 0 0 0,-7 8 1 0 0,1 2-9 0 0,0 0 1 0 0,1 0 0 0 0,0 1 0 0 0,-13 27 0 0 0,8-12 11 0 0,2 0 0 0 0,1 1 0 0 0,-10 42 0 0 0,18-57 9 0 0,1 0 1 0 0,0 0-1 0 0,2 0 0 0 0,-1 0 0 0 0,2 0 1 0 0,0 1-1 0 0,1-1 0 0 0,1 0 1 0 0,4 19-1 0 0,-5-29-7 0 0,0-1-1 0 0,1 1 1 0 0,-1-1 0 0 0,1 1-1 0 0,1-1 1 0 0,-1 1 0 0 0,0-1-1 0 0,1 0 1 0 0,0 0 0 0 0,0-1-1 0 0,0 1 1 0 0,1 0 0 0 0,-1-1-1 0 0,1 0 1 0 0,6 5 0 0 0,-4-5-165 0 0,0 0 1 0 0,0 0 0 0 0,0-1 0 0 0,0 0-1 0 0,0 0 1 0 0,0 0 0 0 0,0-1-1 0 0,1 0 1 0 0,-1 0 0 0 0,11-1 0 0 0,-1 0-896 0 0,0-2 1 0 0,-1 0-1 0 0,1-1 0 0 0,-1 0 1 0 0,1-1-1 0 0,-1-1 1 0 0,0 0-1 0 0,25-14 1 0 0,-6 0-3064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07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68 129 492 0 0,'25'-94'10666'0'0,"-17"59"-4718"0"0,-10 38-5611 0 0,0-1 1 0 0,0 1-1 0 0,1 0 1 0 0,-1 0-1 0 0,0 0 1 0 0,1 0-1 0 0,0 0 1 0 0,-2 7-1 0 0,-54 200 5279 0 0,46-150-5053 0 0,3-1 0 0 0,2 1-1 0 0,3 87 1 0 0,3-147-563 0 0,1 22 85 0 0,7 42 0 0 0,-7-58-73 0 0,0-1 1 0 0,0 0 0 0 0,1 0-1 0 0,0 0 1 0 0,0 1-1 0 0,0-2 1 0 0,1 1-1 0 0,-1 0 1 0 0,1 0-1 0 0,0-1 1 0 0,1 0-1 0 0,-1 1 1 0 0,7 4-1 0 0,-8-7-81 0 0,1 0 1 0 0,0-1-1 0 0,-1 0 0 0 0,1 1 0 0 0,0-1 0 0 0,0 0 0 0 0,0-1 0 0 0,0 1 0 0 0,0-1 1 0 0,0 1-1 0 0,0-1 0 0 0,0 0 0 0 0,0 0 0 0 0,0 0 0 0 0,0 0 0 0 0,0-1 1 0 0,0 1-1 0 0,5-2 0 0 0,-1 0-410 0 0,0 0 0 0 0,-1 0 1 0 0,1-1-1 0 0,0 0 0 0 0,-1 0 0 0 0,12-9 1 0 0,-6 4-760 0 0,-1-1 0 0 0,0-1 1 0 0,-1 0-1 0 0,0 0 1 0 0,15-21-1 0 0,-20 23-623 0 0,0 0-1 0 0,-1 0 1 0 0,4-10-1 0 0,-1-2-4558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07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109 154 1668 0 0,'-109'5'18854'0'0,"110"-7"-18820"0"0,1 1-1 0 0,-1 0 1 0 0,1 0 0 0 0,-1 0 0 0 0,0 0-1 0 0,1 0 1 0 0,0 0 0 0 0,-1 0-1 0 0,1 0 1 0 0,0 0 0 0 0,-1 1 0 0 0,1-1-1 0 0,2 0 1 0 0,-2 1 9 0 0,228-70-267 0 0,-75 29-4730 0 0,-66 18-1963 0 0,-57 13 379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08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0 780 328 0 0,'0'0'2120'0'0,"14"25"6500"0"0,-11-15-8052 0 0,1-1 0 0 0,0 0 0 0 0,0 1 0 0 0,0-2-1 0 0,11 16 1 0 0,-14-23-244 0 0,3 3 305 0 0,-4-4-573 0 0,0 0 0 0 0,0 0 0 0 0,0 1 0 0 0,0-1 0 0 0,1 0 0 0 0,-1 0 0 0 0,0 1 0 0 0,0-1 0 0 0,0 0 0 0 0,0 0 0 0 0,0 0 0 0 0,1 1 0 0 0,-1-1 0 0 0,0 0 0 0 0,0 0 0 0 0,0 0 0 0 0,0 0 0 0 0,1 1 0 0 0,-1-1 0 0 0,0 0 0 0 0,0 0 0 0 0,1 0 0 0 0,-1 0 0 0 0,0 0 0 0 0,0 0 0 0 0,1 0 0 0 0,-1 0 0 0 0,0 1 0 0 0,0-1 0 0 0,1 0 0 0 0,-1 0 0 0 0,0 0 0 0 0,0 0 0 0 0,1 0 0 0 0,-1-1 0 0 0,0 1 0 0 0,4-1 61 0 0,-1 0-1 0 0,1 0 1 0 0,-1 0-1 0 0,0-1 0 0 0,0 0 1 0 0,0 1-1 0 0,0-1 1 0 0,0 0-1 0 0,0-1 0 0 0,0 1 1 0 0,-1 0-1 0 0,1-1 1 0 0,-1 0-1 0 0,5-5 0 0 0,29-48 318 0 0,-33 51-393 0 0,70-134 169 0 0,60-160 1 0 0,-75 162-252 0 0,-41 97 24 0 0,-3 4-68 0 0,3 0 0 0 0,27-44-1 0 0,-44 78 81 0 0,1 1 0 0 0,0 0 0 0 0,-1 0 0 0 0,1-1 0 0 0,0 1 0 0 0,0 0 0 0 0,0 0 0 0 0,0 0 0 0 0,0 0 0 0 0,0 0 0 0 0,0 0 0 0 0,0 0 0 0 0,0 0 0 0 0,0 1 0 0 0,0-1 0 0 0,1 0 0 0 0,-1 0 0 0 0,0 1 0 0 0,1-1 0 0 0,-1 1 0 0 0,0 0 0 0 0,1-1 0 0 0,-1 1 0 0 0,1 0 0 0 0,-1 0 0 0 0,0 0 0 0 0,1 0 0 0 0,-1 0 0 0 0,1 0 0 0 0,-1 0 0 0 0,0 0 0 0 0,1 0 0 0 0,-1 1 0 0 0,1-1 0 0 0,-1 1 0 0 0,0-1 0 0 0,1 1 0 0 0,-1 0 0 0 0,0-1 0 0 0,0 1 0 0 0,1 0 0 0 0,-1 0 0 0 0,0 0 0 0 0,0 0 0 0 0,0 0 0 0 0,0 0 0 0 0,0 0 0 0 0,0 0 0 0 0,1 2 0 0 0,4 5 4 0 0,0 0 0 0 0,-1 1-1 0 0,0-1 1 0 0,-1 1-1 0 0,7 17 1 0 0,2 16 18 0 0,-1 1 0 0 0,-2 0 0 0 0,-2 1 0 0 0,1 44 0 0 0,-1 179 106 0 0,-8-244-113 0 0,-2 58 414 0 0,2-79-363 0 0,-1 0-7 0 0,1-2-53 0 0,0 1 1 0 0,0-1 0 0 0,-1 0-1 0 0,1 0 1 0 0,0 0 0 0 0,0 0-1 0 0,0 0 1 0 0,0 1 0 0 0,0-1-1 0 0,0 0 1 0 0,0 0 0 0 0,0 0-1 0 0,0 0 1 0 0,0 0 0 0 0,0 1-1 0 0,0-1 1 0 0,-1 0 0 0 0,1 0-1 0 0,0 0 1 0 0,0 0 0 0 0,0 0-1 0 0,0 0 1 0 0,0 0 0 0 0,0 0-1 0 0,-1 0 1 0 0,1 0 0 0 0,0 0-1 0 0,0 1 1 0 0,0-1 0 0 0,0 0-1 0 0,0 0 1 0 0,-1 0 0 0 0,1 0-1 0 0,0 0 1 0 0,0 0 0 0 0,0 0-1 0 0,0 0 1 0 0,-1 0 0 0 0,1 0-1 0 0,0 0 1 0 0,0 0 0 0 0,0-1-1 0 0,0 1 1 0 0,-10-15-199 0 0,2-1 0 0 0,0 0 0 0 0,1-1 0 0 0,-6-18 0 0 0,-15-37-377 0 0,18 54 478 0 0,0 0 0 0 0,-1 1 0 0 0,-1 0 1 0 0,-1 0-1 0 0,0 1 0 0 0,-1 1 0 0 0,-23-20 0 0 0,26 26 57 0 0,-1 1-1 0 0,0-1 0 0 0,0 2 1 0 0,-1 0-1 0 0,0 0 0 0 0,0 1 1 0 0,0 1-1 0 0,-1 0 0 0 0,0 1 1 0 0,0 0-1 0 0,-19-2 0 0 0,31 6 32 0 0,-1-1 1 0 0,0 1-1 0 0,1 0 0 0 0,-1-1 0 0 0,1 1 0 0 0,-1 1 1 0 0,0-1-1 0 0,1 0 0 0 0,-1 1 0 0 0,1-1 0 0 0,-1 1 1 0 0,1 0-1 0 0,-1 0 0 0 0,1 0 0 0 0,0 0 0 0 0,-1 0 1 0 0,1 0-1 0 0,0 1 0 0 0,0-1 0 0 0,0 1 0 0 0,0 0 1 0 0,0-1-1 0 0,0 1 0 0 0,0 0 0 0 0,0 0 0 0 0,1 0 1 0 0,-1 0-1 0 0,1 1 0 0 0,0-1 0 0 0,0 0 0 0 0,-1 0 1 0 0,1 1-1 0 0,-1 3 0 0 0,2-4 10 0 0,1-1 0 0 0,-1 1 1 0 0,0-1-1 0 0,0 1 0 0 0,1-1 1 0 0,-1 1-1 0 0,1-1 0 0 0,-1 0 1 0 0,1 1-1 0 0,-1-1 0 0 0,1 0 0 0 0,0 1 1 0 0,0-1-1 0 0,0 0 0 0 0,0 0 1 0 0,0 0-1 0 0,0 0 0 0 0,0 0 0 0 0,0 0 1 0 0,0 0-1 0 0,0 0 0 0 0,1 0 1 0 0,-1 0-1 0 0,0-1 0 0 0,2 2 0 0 0,33 12 58 0 0,-4-7-153 0 0,0-2 0 0 0,0-2 0 0 0,0-1 0 0 0,62-4 0 0 0,-61 2-595 0 0,78-6-3421 0 0,-39-3-1393 0 0,-37 3 1218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09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75 2412 0 0,'-15'-66'9888'0'0,"15"64"-9443"0"0,0-2 409 0 0,1 1-296 0 0,3 10-376 0 0,-1 5 246 0 0,-1 0 1 0 0,0 0 0 0 0,0 0-1 0 0,-1 0 1 0 0,0 0-1 0 0,-1 0 1 0 0,-4 25 0 0 0,3-19-249 0 0,-10 84 468 0 0,-36 148 0 0 0,36-199-511 0 0,-2 6 4484 0 0,12-60-4406 0 0,0-2-170 0 0,0-1 0 0 0,1 1 0 0 0,0-1-1 0 0,0 1 1 0 0,0-1 0 0 0,0 1 0 0 0,1-1 0 0 0,0 1 0 0 0,0-1 0 0 0,1 1 0 0 0,0-1-1 0 0,3-6 1 0 0,2-4-7 0 0,0-1 0 0 0,17-25 0 0 0,-18 32-62 0 0,1 0-1 0 0,0 1 1 0 0,1-1 0 0 0,0 1-1 0 0,1 1 1 0 0,9-8-1 0 0,-14 13 11 0 0,-1 0 0 0 0,1 1 0 0 0,0 0 0 0 0,0 0 0 0 0,0 0-1 0 0,0 0 1 0 0,0 1 0 0 0,1-1 0 0 0,-1 1 0 0 0,0 0 0 0 0,1 0-1 0 0,-1 1 1 0 0,1-1 0 0 0,-1 1 0 0 0,1 0 0 0 0,-1 0 0 0 0,1 1 0 0 0,-1-1-1 0 0,6 2 1 0 0,-3 1 6 0 0,1-1 0 0 0,-1 1 0 0 0,0 0 0 0 0,0 1 0 0 0,0 0 0 0 0,0 0 0 0 0,0 0 0 0 0,-1 1 0 0 0,0 0 0 0 0,0 0 0 0 0,0 1 0 0 0,-1 0 0 0 0,1-1 0 0 0,-2 2 0 0 0,1-1 0 0 0,-1 1 0 0 0,1 0 0 0 0,-2-1 0 0 0,1 2 0 0 0,-1-1 0 0 0,4 12 0 0 0,-6-13 96 0 0,1 0 0 0 0,-1 0 1 0 0,0 0-1 0 0,0 0 1 0 0,-1 0-1 0 0,1 0 0 0 0,-1 1 1 0 0,-1-1-1 0 0,1 0 0 0 0,-1 0 1 0 0,0 0-1 0 0,-1 0 1 0 0,1 0-1 0 0,-1 0 0 0 0,0-1 1 0 0,-1 1-1 0 0,0 0 0 0 0,1-1 1 0 0,-2 0-1 0 0,1 0 0 0 0,0 0 1 0 0,-1 0-1 0 0,0 0 1 0 0,0-1-1 0 0,-1 1 0 0 0,1-1 1 0 0,-1 0-1 0 0,-6 4 0 0 0,4-4 32 0 0,0-1-1 0 0,-1 1 1 0 0,1-1-1 0 0,-1 0 0 0 0,1-1 1 0 0,-1 0-1 0 0,0 0 0 0 0,0 0 1 0 0,0-1-1 0 0,0-1 1 0 0,-15 1-1 0 0,11-2-120 0 0,1 0 1 0 0,-1-1-1 0 0,1 0 0 0 0,0 0 0 0 0,0-1 1 0 0,0 0-1 0 0,-18-9 0 0 0,28 11-172 0 0,0 1 1 0 0,-1-1-1 0 0,1 1 0 0 0,0-1 0 0 0,0 0 1 0 0,-1 0-1 0 0,1 1 0 0 0,0-1 0 0 0,0 0 0 0 0,0 0 1 0 0,0 0-1 0 0,0 0 0 0 0,0 0 0 0 0,0 0 1 0 0,0-1-1 0 0,1 1 0 0 0,-1 0 0 0 0,0 0 0 0 0,1-1 1 0 0,-1 1-1 0 0,1 0 0 0 0,-1-1 0 0 0,1 1 0 0 0,0 0 1 0 0,-1-1-1 0 0,1 1 0 0 0,0-1 0 0 0,0 1 1 0 0,0 0-1 0 0,0-1 0 0 0,0 1 0 0 0,0-1 0 0 0,1 1 1 0 0,-1-1-1 0 0,0 1 0 0 0,1 0 0 0 0,-1-1 0 0 0,1 1 1 0 0,-1 0-1 0 0,1 0 0 0 0,0-1 0 0 0,0 0 1 0 0,5-6-1121 0 0,0 0 0 0 0,0 1 1 0 0,0 0-1 0 0,1 0 1 0 0,8-6-1 0 0,-10 8 377 0 0,14-12-3094 0 0,2 1-1748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0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2528 0 0,'3'0'2262'0'0,"7"0"72"0"0,-7 0-1962 0 0,0-1 0 0 0,0 1 0 0 0,0 0 0 0 0,0 0 0 0 0,0 0 1 0 0,1 0-1 0 0,-1 1 0 0 0,0-1 0 0 0,0 1 0 0 0,0 0 0 0 0,0 0 0 0 0,0 0 0 0 0,-1 0 0 0 0,1 1 0 0 0,0-1 0 0 0,0 1 0 0 0,-1-1 0 0 0,1 1 0 0 0,-1 0 0 0 0,4 3 0 0 0,1 4 157 0 0,1-2-1 0 0,0 1 0 0 0,0-1 0 0 0,1 0 0 0 0,18 10 0 0 0,-21-14-400 0 0,1-1-1 0 0,-1 0 1 0 0,1 0 0 0 0,0-1-1 0 0,0 0 1 0 0,0 0-1 0 0,-1 0 1 0 0,1-1 0 0 0,0 0-1 0 0,0 0 1 0 0,0-1-1 0 0,0 0 1 0 0,0 0-1 0 0,0-1 1 0 0,-1 0 0 0 0,1 0-1 0 0,-1 0 1 0 0,1-1-1 0 0,8-5 1 0 0,-9 4 22 0 0,0 0-1 0 0,-1 0 1 0 0,1-1 0 0 0,-1 1-1 0 0,0-1 1 0 0,0-1 0 0 0,0 1 0 0 0,6-11-1 0 0,-9 12-118 0 0,0 1 0 0 0,0-1 1 0 0,-1 1-1 0 0,1-1 0 0 0,-1 0 0 0 0,0 1 0 0 0,0-1 0 0 0,0 0 0 0 0,0 0 0 0 0,-1 0 0 0 0,1 0 1 0 0,-1 0-1 0 0,0 0 0 0 0,0 0 0 0 0,-1 0 0 0 0,0-5 0 0 0,0 8-32 0 0,1-1 0 0 0,-1 1 0 0 0,1 0 1 0 0,-1 0-1 0 0,0-1 0 0 0,0 1 0 0 0,1 0 0 0 0,-1 0 0 0 0,0 0 0 0 0,0 0 1 0 0,0 0-1 0 0,0 0 0 0 0,0 0 0 0 0,0 0 0 0 0,0 1 0 0 0,-1-1 0 0 0,1 0 1 0 0,0 1-1 0 0,0-1 0 0 0,-1 0 0 0 0,1 1 0 0 0,0 0 0 0 0,-1-1 0 0 0,1 1 1 0 0,0 0-1 0 0,-1 0 0 0 0,1 0 0 0 0,-1-1 0 0 0,1 1 0 0 0,0 1 0 0 0,-1-1 1 0 0,1 0-1 0 0,-1 0 0 0 0,-1 1 0 0 0,-6 1-12 0 0,0 0 0 0 0,1 1 0 0 0,-15 6 0 0 0,7-2 21 0 0,1 1-1 0 0,1 1 1 0 0,0 0-1 0 0,0 1 1 0 0,1 0-1 0 0,-16 17 1 0 0,11-9 8 0 0,1 2 0 0 0,1 0 1 0 0,-20 31-1 0 0,31-43-6 0 0,0 0 0 0 0,1 1 0 0 0,0 0-1 0 0,0-1 1 0 0,1 1 0 0 0,0 1 0 0 0,1-1 0 0 0,0 0-1 0 0,0 1 1 0 0,0 11 0 0 0,2-18 1 0 0,0 1 1 0 0,1 0-1 0 0,-1 0 0 0 0,1-1 1 0 0,-1 1-1 0 0,1 0 0 0 0,0-1 1 0 0,1 1-1 0 0,-1-1 0 0 0,0 0 0 0 0,1 1 1 0 0,0-1-1 0 0,0 0 0 0 0,0 0 1 0 0,0 0-1 0 0,1 0 0 0 0,-1 0 1 0 0,1 0-1 0 0,-1-1 0 0 0,1 1 1 0 0,0-1-1 0 0,0 0 0 0 0,0 0 1 0 0,0 0-1 0 0,1 0 0 0 0,-1 0 0 0 0,0-1 1 0 0,7 2-1 0 0,4 2 14 0 0,0-2 0 0 0,1 0 0 0 0,-1 0 1 0 0,1-2-1 0 0,-1 0 0 0 0,16 0 0 0 0,9-3 9 0 0,39-8 1 0 0,-49 6-121 0 0,0-2 0 0 0,37-13 0 0 0,-27 3-3750 0 0,-3-3-5574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0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303 158 1200 0 0,'9'-23'5902'0'0,"8"-42"0"0"0,-15 53-4357 0 0,0-1 1 0 0,0-20-1 0 0,-2 33-1532 0 0,0-1 0 0 0,0 1-1 0 0,0-1 1 0 0,0 1-1 0 0,0-1 1 0 0,0 1 0 0 0,0-1-1 0 0,0 1 1 0 0,-1-1-1 0 0,1 1 1 0 0,0-1 0 0 0,0 1-1 0 0,-1 0 1 0 0,1-1-1 0 0,0 1 1 0 0,0-1 0 0 0,-1 1-1 0 0,1 0 1 0 0,-1-1 0 0 0,1 1-1 0 0,0 0 1 0 0,-1-1-1 0 0,1 1 1 0 0,-1 0 0 0 0,1 0-1 0 0,0-1 1 0 0,-1 1-1 0 0,1 0 1 0 0,-1 0 0 0 0,1 0-1 0 0,-1 0 1 0 0,1 0 0 0 0,-1-1-1 0 0,1 1 1 0 0,-1 0-1 0 0,1 0 1 0 0,-1 0 0 0 0,1 0-1 0 0,-1 1 1 0 0,1-1-1 0 0,-1 0 1 0 0,1 0 0 0 0,-1 0-1 0 0,1 0 1 0 0,-1 0-1 0 0,1 1 1 0 0,-1-1 0 0 0,1 0-1 0 0,-1 1 1 0 0,-23 11 16 0 0,4 2-13 0 0,2 0 0 0 0,0 2 0 0 0,1 0 0 0 0,-25 31 0 0 0,-50 82 54 0 0,76-102-87 0 0,-26 56 1 0 0,37-71 12 0 0,0 1 0 0 0,1 1 1 0 0,0-1-1 0 0,1 1 1 0 0,1-1-1 0 0,-2 27 1 0 0,4-38 6 0 0,0-1 0 0 0,0 0 1 0 0,0 1-1 0 0,0-1 0 0 0,0 1 0 0 0,0-1 1 0 0,0 0-1 0 0,0 1 0 0 0,1-1 1 0 0,-1 1-1 0 0,1-1 0 0 0,-1 0 0 0 0,1 1 1 0 0,-1-1-1 0 0,1 0 0 0 0,0 0 1 0 0,-1 1-1 0 0,1-1 0 0 0,0 0 1 0 0,0 0-1 0 0,0 0 0 0 0,0 0 0 0 0,0 0 1 0 0,0 0-1 0 0,0 0 0 0 0,0-1 1 0 0,1 1-1 0 0,-1 0 0 0 0,0 0 0 0 0,0-1 1 0 0,1 1-1 0 0,-1-1 0 0 0,0 1 1 0 0,1-1-1 0 0,-1 0 0 0 0,0 0 0 0 0,1 1 1 0 0,-1-1-1 0 0,1 0 0 0 0,-1 0 1 0 0,1 0-1 0 0,-1 0 0 0 0,0-1 0 0 0,1 1 1 0 0,-1 0-1 0 0,2-1 0 0 0,6-1 8 0 0,0-1-1 0 0,0 0 0 0 0,0-1 1 0 0,-1 1-1 0 0,14-10 0 0 0,-3 1 8 0 0,-1 0 0 0 0,-1-2 0 0 0,-1-1 0 0 0,26-27 0 0 0,50-76 319 0 0,-83 103-38 0 0,-5 10-213 0 0,-1-1 0 0 0,1 0 0 0 0,1 1 0 0 0,-1-1 0 0 0,9-6 0 0 0,-10 9-92 0 0,-3 3 6 0 0,1 0 0 0 0,-1-1 0 0 0,1 1 0 0 0,0 0 1 0 0,-1 0-1 0 0,1-1 0 0 0,-1 1 0 0 0,1 0 0 0 0,0 0 0 0 0,-1 0 0 0 0,1 0 0 0 0,0 0 1 0 0,-1 0-1 0 0,1 0 0 0 0,0 0 0 0 0,-1 0 0 0 0,1 0 0 0 0,-1 0 0 0 0,1 0 1 0 0,0 1-1 0 0,-1-1 0 0 0,1 0 0 0 0,-1 0 0 0 0,1 1 0 0 0,0-1 0 0 0,-1 0 1 0 0,1 1-1 0 0,-1-1 0 0 0,1 1 0 0 0,-1-1 0 0 0,1 0 0 0 0,-1 1 0 0 0,0-1 1 0 0,1 1-1 0 0,-1-1 0 0 0,1 1 0 0 0,-1 0 0 0 0,10 23 2 0 0,-8-21 2 0 0,15 52-18 0 0,-14-42 34 0 0,0 0 0 0 0,1-1 1 0 0,1 1-1 0 0,0-1 1 0 0,11 18-1 0 0,-14-27-13 0 0,0 0 1 0 0,1 0-1 0 0,-1-1 0 0 0,1 1 1 0 0,-1-1-1 0 0,1 1 0 0 0,0-1 1 0 0,0 0-1 0 0,0 0 0 0 0,0 0 0 0 0,0-1 1 0 0,0 1-1 0 0,1-1 0 0 0,-1 1 1 0 0,0-1-1 0 0,1 0 0 0 0,-1-1 1 0 0,1 1-1 0 0,-1-1 0 0 0,1 1 1 0 0,0-1-1 0 0,-1 0 0 0 0,1 0 1 0 0,-1-1-1 0 0,6 0 0 0 0,10-2-707 0 0,0-1 0 0 0,0-1 0 0 0,-1-1 0 0 0,0-1-1 0 0,35-17 1 0 0,36-31-7682 0 0,-65 37 3216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1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0 131 1144 0 0,'0'-9'1838'0'0,"1"1"0"0"0,0-1 0 0 0,0 1 0 0 0,3-13 0 0 0,-2 15-1494 0 0,1 0 0 0 0,-1 0 0 0 0,1 0 0 0 0,0 0 0 0 0,0 0 0 0 0,0 1 0 0 0,1-1 0 0 0,0 1 0 0 0,9-9 0 0 0,-11 13-311 0 0,-1 0 0 0 0,1-1 0 0 0,0 1 0 0 0,0 1 0 0 0,0-1 0 0 0,1 0 0 0 0,-1 0 0 0 0,0 1 0 0 0,0-1 0 0 0,0 1 0 0 0,0 0 0 0 0,1-1 0 0 0,-1 1 0 0 0,4 1 0 0 0,-1-1-12 0 0,-1 0 1 0 0,0 0-1 0 0,0 1 0 0 0,0 0 1 0 0,0 0-1 0 0,0 0 1 0 0,7 3-1 0 0,0 3 9 0 0,-1-1 1 0 0,0 2-1 0 0,-1-1 1 0 0,0 1-1 0 0,0 1 1 0 0,0-1-1 0 0,-1 1 1 0 0,-1 1-1 0 0,0 0 1 0 0,0 0-1 0 0,0 0 1 0 0,-1 1-1 0 0,-1 0 0 0 0,7 19 1 0 0,-7-15 87 0 0,0 0 0 0 0,-1 1 0 0 0,-1-1 0 0 0,-1 1 0 0 0,0 0-1 0 0,-1 0 1 0 0,0 0 0 0 0,-2 0 0 0 0,0 0 0 0 0,-5 27 0 0 0,2-23 152 0 0,-8 28 1434 0 0,11-47-1658 0 0,1 0 0 0 0,0 0 0 0 0,0 0-1 0 0,-1 0 1 0 0,1 0 0 0 0,-1-1-1 0 0,1 1 1 0 0,-1 0 0 0 0,1 0 0 0 0,-1 0-1 0 0,0-1 1 0 0,1 1 0 0 0,-1 0 0 0 0,0-1-1 0 0,1 1 1 0 0,-1-1 0 0 0,0 1 0 0 0,-1 0-1 0 0,2-1-32 0 0,-1 0-1 0 0,1 0 1 0 0,-1 0-1 0 0,1 0 0 0 0,-1 0 1 0 0,1 0-1 0 0,-1 0 1 0 0,1 0-1 0 0,-1 0 0 0 0,1-1 1 0 0,-1 1-1 0 0,1 0 1 0 0,-1 0-1 0 0,1 0 1 0 0,-1-1-1 0 0,1 1 0 0 0,-1 0 1 0 0,1-1-1 0 0,0 1 1 0 0,-1 0-1 0 0,1-1 1 0 0,0 1-1 0 0,-1-1 0 0 0,-1-1-1 0 0,1 0 0 0 0,-1-1 0 0 0,1 1-1 0 0,0 0 1 0 0,-1-1 0 0 0,1 1 0 0 0,1-1-1 0 0,-1 1 1 0 0,0-1 0 0 0,0-4 0 0 0,1-4-15 0 0,0 1 0 0 0,1-1-1 0 0,0 0 1 0 0,1 1 0 0 0,0-1 0 0 0,0 1 0 0 0,1-1 0 0 0,1 1 0 0 0,0 0 0 0 0,0 1 0 0 0,1-1 0 0 0,0 1 0 0 0,1-1-1 0 0,0 2 1 0 0,12-15 0 0 0,-13 17-10 0 0,-1 1-1 0 0,2 0 1 0 0,-1 0 0 0 0,0 0-1 0 0,1 1 1 0 0,0 0-1 0 0,0 0 1 0 0,0 0-1 0 0,1 1 1 0 0,-1 0-1 0 0,1 0 1 0 0,0 1-1 0 0,0 0 1 0 0,0 0 0 0 0,0 0-1 0 0,0 1 1 0 0,0 0-1 0 0,0 0 1 0 0,0 1-1 0 0,1 0 1 0 0,-1 0-1 0 0,0 1 1 0 0,0 0 0 0 0,9 2-1 0 0,-8 0 15 0 0,0 1 1 0 0,0-1-1 0 0,0 1 1 0 0,0 0-1 0 0,-1 1 0 0 0,0 0 1 0 0,0 0-1 0 0,0 1 0 0 0,0 0 1 0 0,-1 0-1 0 0,0 0 0 0 0,-1 1 1 0 0,10 14-1 0 0,-6-8 11 0 0,-1 1 0 0 0,-1 0-1 0 0,0 0 1 0 0,-1 1 0 0 0,0 0-1 0 0,5 26 1 0 0,-2 18 308 0 0,-9-57-271 0 0,0 5 5 0 0,0-16-24 0 0,2-3-41 0 0,0 0-1 0 0,0 0 0 0 0,1 0 0 0 0,1 1 1 0 0,0-1-1 0 0,1 1 0 0 0,0 0 0 0 0,0 0 1 0 0,1 0-1 0 0,10-13 0 0 0,-6 10-10 0 0,1 1 1 0 0,0 0-1 0 0,1 0 1 0 0,1 1-1 0 0,0 1 0 0 0,24-17 1 0 0,-34 26 10 0 0,2-2-4 0 0,0 1 1 0 0,0 0-1 0 0,0 1 0 0 0,0-1 1 0 0,0 1-1 0 0,1 0 0 0 0,-1 0 1 0 0,1 0-1 0 0,9-1 0 0 0,-11 3 14 0 0,0-1-1 0 0,0 1 1 0 0,1 0-1 0 0,-1 0 1 0 0,0 0-1 0 0,0 1 1 0 0,1-1-1 0 0,-1 1 1 0 0,0 0-1 0 0,0 1 1 0 0,0-1-1 0 0,0 1 1 0 0,0-1-1 0 0,0 1 1 0 0,-1 0-1 0 0,1 1 1 0 0,-1-1-1 0 0,1 1 1 0 0,-1-1-1 0 0,0 1 1 0 0,0 0-1 0 0,0 0 1 0 0,0 0-1 0 0,0 1 1 0 0,2 3-1 0 0,-1 2 15 0 0,0-1 0 0 0,0 1 1 0 0,-1 0-1 0 0,0 1 0 0 0,-1-1 0 0 0,0 0 0 0 0,-1 1 1 0 0,1 10-1 0 0,-2 47 33 0 0,-1-55-623 0 0,0-1 0 0 0,1 0 0 0 0,0 1 0 0 0,1-1 0 0 0,0 0 0 0 0,1 1 0 0 0,0-1 0 0 0,7 19 0 0 0,-8-29 204 0 0,0 1-1 0 0,0 0 0 0 0,0-1 1 0 0,0 1-1 0 0,0-1 1 0 0,0 1-1 0 0,1-1 0 0 0,-1 1 1 0 0,1-1-1 0 0,-1 0 0 0 0,1 0 1 0 0,-1 0-1 0 0,1 0 1 0 0,0 0-1 0 0,-1 0 0 0 0,1 0 1 0 0,2 0-1 0 0,8 3-4455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3.3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224 714 1348 0 0,'5'-8'1512'0'0,"0"0"0"0"0,-1-1-1 0 0,0 0 1 0 0,0 0 0 0 0,-1 0 0 0 0,-1 0-1 0 0,1 0 1 0 0,1-19 0 0 0,-3 21-938 0 0,-1 0 0 0 0,-1 1 1 0 0,1-1-1 0 0,-3-9 0 0 0,3 15-547 0 0,-1 0-1 0 0,1 0 1 0 0,0 0-1 0 0,-1 0 1 0 0,1 0 0 0 0,-1 0-1 0 0,1 0 1 0 0,-1 0 0 0 0,0 1-1 0 0,1-1 1 0 0,-1 0-1 0 0,0 0 1 0 0,0 1 0 0 0,1-1-1 0 0,-1 1 1 0 0,0-1 0 0 0,0 1-1 0 0,0-1 1 0 0,0 1 0 0 0,0-1-1 0 0,0 1 1 0 0,0 0-1 0 0,0-1 1 0 0,0 1 0 0 0,0 0-1 0 0,0 0 1 0 0,0 0 0 0 0,0 0-1 0 0,0 0 1 0 0,0 0-1 0 0,0 0 1 0 0,0 0 0 0 0,0 0-1 0 0,0 0 1 0 0,0 0 0 0 0,-1 1-1 0 0,-3 0 1 0 0,0 1-1 0 0,0-1 0 0 0,0 1 1 0 0,0 0-1 0 0,-6 4 0 0 0,-5 4-11 0 0,1 1-1 0 0,0 0 1 0 0,1 1-1 0 0,0 1 0 0 0,1 0 1 0 0,-18 24-1 0 0,22-25-19 0 0,0 0-1 0 0,1 1 0 0 0,1 0 1 0 0,0 0-1 0 0,1 0 1 0 0,0 1-1 0 0,1 0 1 0 0,-6 27-1 0 0,10-38 11 0 0,1 1-1 0 0,0 0 1 0 0,-1 0-1 0 0,1-1 1 0 0,0 1 0 0 0,1 0-1 0 0,-1 0 1 0 0,1-1 0 0 0,-1 1-1 0 0,1 0 1 0 0,0-1-1 0 0,1 1 1 0 0,-1-1 0 0 0,1 1-1 0 0,-1-1 1 0 0,1 0-1 0 0,0 1 1 0 0,0-1 0 0 0,3 3-1 0 0,-2-4-25 0 0,-1 1-1 0 0,1-1 0 0 0,0 0 1 0 0,0 0-1 0 0,0 0 1 0 0,0-1-1 0 0,0 1 1 0 0,0-1-1 0 0,0 1 0 0 0,0-1 1 0 0,1 0-1 0 0,-1-1 1 0 0,1 1-1 0 0,-1 0 0 0 0,1-1 1 0 0,-1 0-1 0 0,0 0 1 0 0,1 0-1 0 0,-1 0 1 0 0,1 0-1 0 0,3-2 0 0 0,3 0-67 0 0,0-1 0 0 0,-1 0 0 0 0,1-1 0 0 0,-1 0 0 0 0,0 0 0 0 0,0-1 0 0 0,-1 0 0 0 0,1-1 0 0 0,-1 0 0 0 0,0 0 0 0 0,-1-1 0 0 0,0 0 0 0 0,0 0 0 0 0,0-1 0 0 0,-1 0 0 0 0,9-14 0 0 0,2-5 140 0 0,-1-2-1 0 0,-1 0 1 0 0,19-57-1 0 0,-5 6 825 0 0,-28 78-887 0 0,-1 2-35 0 0,0 1 47 0 0,1-1 0 0 0,-1 0 0 0 0,1 0 0 0 0,-1 0 1 0 0,1 1-1 0 0,-1-1 0 0 0,1 0 0 0 0,-1 1 0 0 0,0-1 1 0 0,1 0-1 0 0,-1 1 0 0 0,0-1 0 0 0,1 1 0 0 0,-1-1 1 0 0,0 1-1 0 0,0-1 0 0 0,1 0 0 0 0,-1 1 0 0 0,0-1 1 0 0,0 1-1 0 0,0-1 0 0 0,0 1 0 0 0,0-1 0 0 0,1 1 1 0 0,-1-1-1 0 0,0 1 0 0 0,0-1 0 0 0,0 1 0 0 0,0-1 1 0 0,-1 2-1 0 0,1 21 12 0 0,-1-17-7 0 0,1 34 46 0 0,2 79 52 0 0,0-104-75 0 0,0 1 1 0 0,1-1-1 0 0,0 1 0 0 0,1-1 0 0 0,9 21 1 0 0,-12-33-17 0 0,0-1 0 0 0,0 1 0 0 0,1-1 0 0 0,-1 1 0 0 0,1-1 0 0 0,0 0 0 0 0,0 1 0 0 0,0-1 0 0 0,0 0 1 0 0,0 0-1 0 0,0 0 0 0 0,0-1 0 0 0,0 1 0 0 0,1 0 0 0 0,-1-1 0 0 0,1 0 0 0 0,3 2 0 0 0,-2-2-29 0 0,1 0-1 0 0,-1 0 1 0 0,0 0 0 0 0,0-1-1 0 0,1 0 1 0 0,-1 0-1 0 0,0 0 1 0 0,0 0 0 0 0,1-1-1 0 0,6-1 1 0 0,3-2-266 0 0,0-1 0 0 0,-1 0 0 0 0,1-1 0 0 0,-1-1 1 0 0,22-14-1 0 0,-12 5-345 0 0,0-2 0 0 0,-2-1 0 0 0,0 0 0 0 0,-1-2 1 0 0,-1 0-1 0 0,-1-1 0 0 0,-1-1 0 0 0,-1 0 0 0 0,25-51 0 0 0,-20 28 668 0 0,-2-1 0 0 0,-1-1 0 0 0,-3 0 0 0 0,15-89 0 0 0,-24 86 2028 0 0,-3-1 1 0 0,-3-62-1 0 0,0 49-269 0 0,-12 80-1716 0 0,-10 78 744 0 0,4 1 0 0 0,-9 161 1 0 0,18-74-184 0 0,9-136-536 0 0,2 0 0 0 0,8 46 0 0 0,-8-78-79 0 0,1 1 1 0 0,0-1-1 0 0,1 0 1 0 0,0 0 0 0 0,1 0-1 0 0,9 17 1 0 0,-12-27-22 0 0,0 0 0 0 0,0 1-1 0 0,0-1 1 0 0,1 0 0 0 0,0 0 0 0 0,-1 0 0 0 0,1-1 0 0 0,0 1 0 0 0,0-1 0 0 0,0 1 0 0 0,1-1 0 0 0,-1 0 0 0 0,1 0 0 0 0,-1 0-1 0 0,1-1 1 0 0,0 1 0 0 0,-1-1 0 0 0,1 0 0 0 0,0 0 0 0 0,0 0 0 0 0,0-1 0 0 0,0 1 0 0 0,0-1 0 0 0,0 0 0 0 0,-1 0 0 0 0,7-1-1 0 0,4-2-57 0 0,0 0 0 0 0,0-1 1 0 0,0-1-1 0 0,-1 0 0 0 0,0-1 0 0 0,0 0 0 0 0,0-1 0 0 0,-1-1 0 0 0,0 0 0 0 0,0 0 0 0 0,-1-1 0 0 0,0-1 0 0 0,18-20 0 0 0,-7 4-72 0 0,-1 0 0 0 0,-1-2 0 0 0,-2 0 0 0 0,29-59 0 0 0,-39 68 114 0 0,0 0 0 0 0,-1 0 0 0 0,8-40 0 0 0,-13 48 64 0 0,-1 1 0 0 0,0-1 1 0 0,0 0-1 0 0,-1 1 0 0 0,-1-1 1 0 0,1 0-1 0 0,-2 1 0 0 0,1-1 0 0 0,-5-12 1 0 0,5 17-43 0 0,-1 1-9 0 0,-11-4-22 0 0,13 9 15 0 0,-1 0 1 0 0,0 0-1 0 0,0-1 0 0 0,0 1 1 0 0,1 0-1 0 0,-1 0 1 0 0,0 0-1 0 0,0 0 0 0 0,1 0 1 0 0,-1 0-1 0 0,0 0 1 0 0,0 0-1 0 0,0 0 1 0 0,1 0-1 0 0,-1 0 0 0 0,0 1 1 0 0,0-1-1 0 0,1 0 1 0 0,-1 0-1 0 0,0 1 0 0 0,0-1 1 0 0,1 1-1 0 0,-2-1 1 0 0,-11 9-20 0 0,7 1-8 0 0,2 2 25 0 0,3-9 6 0 0,0-1-1 0 0,0 0 0 0 0,0 0 0 0 0,1 1 0 0 0,-1-1 1 0 0,1 1-1 0 0,0-1 0 0 0,0 1 0 0 0,0-1 0 0 0,0 0 1 0 0,0 1-1 0 0,0-1 0 0 0,1 1 0 0 0,-1-1 1 0 0,1 0-1 0 0,0 1 0 0 0,0-1 0 0 0,-1 0 0 0 0,2 1 1 0 0,-1-1-1 0 0,0 0 0 0 0,0 0 0 0 0,1 0 0 0 0,-1 0 1 0 0,1 0-1 0 0,-1-1 0 0 0,1 1 0 0 0,0 0 0 0 0,0-1 1 0 0,0 1-1 0 0,2 1 0 0 0,-3-2 0 0 0,7 5-69 0 0,1-1-1 0 0,-1 0 0 0 0,1 0 0 0 0,0-1 1 0 0,0-1-1 0 0,0 1 0 0 0,1-1 0 0 0,-1-1 0 0 0,1 1 1 0 0,0-2-1 0 0,-1 1 0 0 0,14-1 0 0 0,11 0-236 0 0,-1-2 0 0 0,42-7 1 0 0,-67 8 335 0 0,-1-2 0 0 0,1 1 0 0 0,0-1 1 0 0,-1-1-1 0 0,1 1 0 0 0,-1-1 1 0 0,0-1-1 0 0,0 1 0 0 0,0-1 1 0 0,0 0-1 0 0,0-1 0 0 0,-1 0 0 0 0,0 0 1 0 0,0 0-1 0 0,0 0 0 0 0,-1-1 1 0 0,0 0-1 0 0,5-8 0 0 0,-4-3 491 0 0,-6 17-516 0 0,0 0-1 0 0,0-1 1 0 0,0 1 0 0 0,0 0-1 0 0,0 0 1 0 0,-1-1 0 0 0,1 1-1 0 0,0 0 1 0 0,0 0 0 0 0,0 0-1 0 0,0-1 1 0 0,0 1 0 0 0,0 0-1 0 0,-1 0 1 0 0,1 0 0 0 0,0-1-1 0 0,0 1 1 0 0,0 0 0 0 0,-1 0-1 0 0,1 0 1 0 0,0 0 0 0 0,0-1-1 0 0,0 1 1 0 0,-1 0 0 0 0,1 0-1 0 0,0 0 1 0 0,0 0 0 0 0,-1 0-1 0 0,1 0 1 0 0,0 0 0 0 0,0 0-1 0 0,-1 0 1 0 0,1 0 0 0 0,0 0-1 0 0,-2 0-1 0 0,0 0 0 0 0,0 1 0 0 0,1-1 1 0 0,-1 1-1 0 0,0-1 0 0 0,1 1 0 0 0,-1 0 0 0 0,0 0 0 0 0,1-1 0 0 0,-1 1 0 0 0,1 0 0 0 0,-1 0 0 0 0,1 1 0 0 0,-2 0 0 0 0,-11 14 137 0 0,1-1 0 0 0,1 1 1 0 0,0 1-1 0 0,1 0 0 0 0,1 1 1 0 0,-14 34-1 0 0,14-28-52 0 0,2 1 0 0 0,0 0 1 0 0,2 0-1 0 0,-6 50 0 0 0,11-70-83 0 0,1 1 0 0 0,0-1 0 0 0,0 0 0 0 0,0 1 0 0 0,1-1 0 0 0,0 0-1 0 0,0 0 1 0 0,0 1 0 0 0,0-1 0 0 0,1 0 0 0 0,0 0 0 0 0,0-1 0 0 0,0 1 0 0 0,1 0-1 0 0,0-1 1 0 0,6 9 0 0 0,-5-9-108 0 0,0 0 0 0 0,0 0-1 0 0,1-1 1 0 0,-1 0 0 0 0,1 0-1 0 0,0 0 1 0 0,0 0 0 0 0,0-1-1 0 0,0 0 1 0 0,0 0 0 0 0,1 0-1 0 0,-1-1 1 0 0,0 0 0 0 0,1 0 0 0 0,-1 0-1 0 0,7 0 1 0 0,3-1-465 0 0,1 0-1 0 0,-1 0 1 0 0,0-2 0 0 0,1 0 0 0 0,-1-1 0 0 0,0 0-1 0 0,0-1 1 0 0,-1-1 0 0 0,1 0 0 0 0,-1-1-1 0 0,0-1 1 0 0,20-12 0 0 0,-22 11 258 0 0,-1 0 0 0 0,-1-1 0 0 0,1 0 0 0 0,-2 0 1 0 0,1-1-1 0 0,8-12 0 0 0,-11 12 569 0 0,0-1 1 0 0,-1 1-1 0 0,0-1 1 0 0,-1 0-1 0 0,0 0 1 0 0,-1 0-1 0 0,4-16 1 0 0,-4 9 371 0 0,2-5 1327 0 0,0-1 1 0 0,-2 0-1 0 0,1-37 0 0 0,-5 60-1587 0 0,-1 4-108 0 0,0 1 0 0 0,0-1 0 0 0,0 1 0 0 0,1-1-1 0 0,-1 7 1 0 0,-13 108 1992 0 0,-9 143-2054 0 0,23-258-553 0 0,0 1 0 0 0,0 0 0 0 0,0 0 0 0 0,0 0 0 0 0,1 0 0 0 0,0-1 0 0 0,0 1 0 0 0,0 0 0 0 0,0 0 0 0 0,0-1 0 0 0,1 1 0 0 0,3 4 0 0 0,-4-6-4 0 0,1-1 1 0 0,-1 1-1 0 0,1-1 1 0 0,-1 0-1 0 0,1 0 0 0 0,-1 0 1 0 0,1 0-1 0 0,0 0 1 0 0,0 0-1 0 0,0 0 1 0 0,-1-1-1 0 0,1 1 0 0 0,0-1 1 0 0,0 1-1 0 0,0-1 1 0 0,0 0-1 0 0,0 0 0 0 0,0 0 1 0 0,0 0-1 0 0,0 0 1 0 0,0 0-1 0 0,0 0 1 0 0,0-1-1 0 0,0 1 0 0 0,2-1 1 0 0,12-5-3917 0 0,1-1-1932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3.6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1 136 700 0 0,'28'-122'20559'0'0,"-27"120"-20191"0"0,-1 2-349 0 0,0-1 0 0 0,0 1 0 0 0,0-1 1 0 0,0 0-1 0 0,0 1 0 0 0,0-1 0 0 0,1 1 1 0 0,-1-1-1 0 0,0 1 0 0 0,0-1 0 0 0,1 1 1 0 0,-1 0-1 0 0,0-1 0 0 0,0 1 0 0 0,1-1 1 0 0,-1 1-1 0 0,1-1 0 0 0,-1 1 0 0 0,0 0 0 0 0,1-1 1 0 0,-1 1-1 0 0,1 0 0 0 0,-1 0 0 0 0,1-1 1 0 0,-1 1-1 0 0,1 0 0 0 0,-1 0 0 0 0,1 0 1 0 0,-1-1-1 0 0,1 1 0 0 0,-1 0 0 0 0,1 0 1 0 0,-1 0-1 0 0,1 0 0 0 0,-1 0 0 0 0,1 0 1 0 0,-1 0-1 0 0,1 0 0 0 0,0 0 0 0 0,-1 0 1 0 0,1 1-1 0 0,-1-1 0 0 0,1 0 0 0 0,-1 0 1 0 0,1 0-1 0 0,-1 1 0 0 0,1-1 0 0 0,-1 0 0 0 0,0 0 1 0 0,1 1-1 0 0,-1-1 0 0 0,1 1 0 0 0,-1-1 1 0 0,0 0-1 0 0,1 1 0 0 0,0 0 0 0 0,142 145 800 0 0,-89-88-1643 0 0,75 64 0 0 0,-128-121 709 0 0,31 23-3020 0 0,-10-15-3332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3.8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89 956 0 0,'-11'-24'5235'0'0,"9"17"-3947"0"0,0 1 0 0 0,-1 0-1 0 0,0 0 1 0 0,0 0-1 0 0,0 1 1 0 0,-1-1-1 0 0,0 1 1 0 0,0 0 0 0 0,-6-7-1 0 0,8 12-846 0 0,-1 0 56 0 0,-2 2-331 0 0,0 1 0 0 0,0-1 0 0 0,0 1 0 0 0,1 0 0 0 0,-1 0-1 0 0,1 0 1 0 0,-1 0 0 0 0,1 1 0 0 0,0 0 0 0 0,0 0 0 0 0,-4 5 0 0 0,-39 59 814 0 0,28-40-761 0 0,-91 154 503 0 0,68-102-4336 0 0,41-77 2950 0 0,-9 13-1044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71 175 2340 0 0,'-44'-112'17296'0'0,"33"85"-14786"0"0,4 8-3036 0 0,-1 2-4944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4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0 1464 0 0,'-291'65'18070'0'0,"287"-64"-17897"0"0,-1 0 0 0 0,1 1-1 0 0,0-1 1 0 0,0 1-1 0 0,0 0 1 0 0,0 0 0 0 0,0 0-1 0 0,-4 3 1 0 0,9-4-161 0 0,-1 0 1 0 0,0 0-1 0 0,1-1 1 0 0,-1 1-1 0 0,1 0 1 0 0,-1 0-1 0 0,1 0 1 0 0,0-1-1 0 0,-1 1 1 0 0,1 0-1 0 0,0-1 1 0 0,0 1-1 0 0,-1-1 1 0 0,1 1-1 0 0,0-1 1 0 0,0 1-1 0 0,0-1 1 0 0,0 0-1 0 0,-1 1 1 0 0,1-1 0 0 0,0 0-1 0 0,0 0 1 0 0,0 1-1 0 0,2-1 1 0 0,24 4 87 0 0,-27-4-97 0 0,263 13-2262 0 0,-87-14-3573 0 0,-112 0 2122 0 0,17 1-3589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5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116 423 1548 0 0,'16'-23'9693'0'0,"-2"4"-3748"0"0,-11 11-4171 0 0,-10 24-1606 0 0,-1-1 1 0 0,-15 20-1 0 0,-4 11-68 0 0,20-35-77 0 0,-12 24 23 0 0,-20 52 0 0 0,35-77-37 0 0,1-1 0 0 0,0 1 0 0 0,0 0 0 0 0,1 0 0 0 0,1 0-1 0 0,0 0 1 0 0,0 0 0 0 0,1 0 0 0 0,0 0 0 0 0,0 1 0 0 0,3 9-1 0 0,-2-17 2 0 0,0 0 0 0 0,0 1 0 0 0,0-1-1 0 0,0 0 1 0 0,0 0 0 0 0,1 0-1 0 0,0-1 1 0 0,0 1 0 0 0,-1 0-1 0 0,1-1 1 0 0,1 1 0 0 0,-1-1 0 0 0,0 0-1 0 0,1 1 1 0 0,-1-1 0 0 0,4 2-1 0 0,-1-2 1 0 0,-1 1 0 0 0,2-1-1 0 0,-1 0 1 0 0,0 0 0 0 0,0 0-1 0 0,1-1 1 0 0,-1 0 0 0 0,11 2 0 0 0,-2-3 7 0 0,1 0 0 0 0,-1 0 0 0 0,0-2 0 0 0,1 0 1 0 0,-1 0-1 0 0,22-7 0 0 0,-24 4-3 0 0,-1 0-1 0 0,1 0 1 0 0,-1-1-1 0 0,0 0 1 0 0,0-1-1 0 0,-1-1 1 0 0,0 1-1 0 0,0-2 1 0 0,-1 1-1 0 0,0-1 1 0 0,0-1-1 0 0,-1 0 1 0 0,0 0-1 0 0,-1 0 1 0 0,9-18-1 0 0,-12 21-17 0 0,0-1 0 0 0,-1 0 1 0 0,1 0-1 0 0,-2 0 0 0 0,1-1 0 0 0,-1 1 0 0 0,0 0 0 0 0,-1-1 1 0 0,0 0-1 0 0,0 1 0 0 0,-1-1 0 0 0,0 0 0 0 0,-1 1 0 0 0,0-1 1 0 0,0 1-1 0 0,-1-1 0 0 0,0 1 0 0 0,0-1 0 0 0,-1 1 1 0 0,0 0-1 0 0,-1 0 0 0 0,1 0 0 0 0,-9-11 0 0 0,9 14-6 0 0,-1 1-1 0 0,1-1 1 0 0,-1 1 0 0 0,0 0-1 0 0,0 1 1 0 0,0-1 0 0 0,0 1-1 0 0,-1-1 1 0 0,1 1-1 0 0,-1 1 1 0 0,0-1 0 0 0,0 1-1 0 0,0 0 1 0 0,0 0-1 0 0,-9-2 1 0 0,6 2 2 0 0,1 2 0 0 0,-1-1 0 0 0,0 1 0 0 0,1 0 0 0 0,-1 0 0 0 0,1 1-1 0 0,-1 0 1 0 0,1 1 0 0 0,-1 0 0 0 0,-9 3 0 0 0,3 1-2 0 0,0 0 0 0 0,0 1 0 0 0,1 0 0 0 0,0 1 0 0 0,0 1 0 0 0,1 0 0 0 0,0 0 0 0 0,1 1 0 0 0,0 1 0 0 0,-17 21 0 0 0,22-25 5 0 0,1 1 0 0 0,1-1 0 0 0,-1 1 0 0 0,1 0 1 0 0,1 0-1 0 0,-1 0 0 0 0,2 1 0 0 0,-1-1 0 0 0,1 1 0 0 0,-2 12 1 0 0,4-17 6 0 0,0 0 0 0 0,0 0 0 0 0,0 0 0 0 0,0 1 0 0 0,1-1 0 0 0,-1-1 0 0 0,1 1 0 0 0,0 0 0 0 0,1 0 0 0 0,-1 0 0 0 0,0 0 0 0 0,1-1 0 0 0,0 1 0 0 0,0-1 0 0 0,0 1 0 0 0,1-1 0 0 0,-1 0 1 0 0,1 1-1 0 0,-1-1 0 0 0,1-1 0 0 0,0 1 0 0 0,0 0 0 0 0,0-1 0 0 0,6 4 0 0 0,0-1 5 0 0,1-1 1 0 0,-1 0 0 0 0,1 0-1 0 0,0-1 1 0 0,0 0-1 0 0,0-1 1 0 0,0 0-1 0 0,0 0 1 0 0,16-1 0 0 0,5 0 0 0 0,-1-3 1 0 0,30-4-1 0 0,-31 2-19 0 0,0-1-1 0 0,-1-2 1 0 0,0 0 0 0 0,0-2-1 0 0,0-2 1 0 0,-1 0 0 0 0,-1-2-1 0 0,0 0 1 0 0,-1-2 0 0 0,0-1-1 0 0,-1-1 1 0 0,-1-1-1 0 0,-1-1 1 0 0,0-1 0 0 0,-2-1-1 0 0,0-1 1 0 0,-2 0 0 0 0,0-2-1 0 0,-1 0 1 0 0,-2 0 0 0 0,17-36-1 0 0,-15 14 45 0 0,-2 0-1 0 0,-2-2 1 0 0,-2 1 0 0 0,6-63-1 0 0,-12 78 130 0 0,-4 15-216 0 0,-6 29-23 0 0,-6 28 18 0 0,-52 531 2120 0 0,51-411-1483 0 0,-2 9-179 0 0,-24 518 323 0 0,53-339-302 0 0,-15-346-371 0 0,1 0 0 0 0,-1 1 0 0 0,0-1 1 0 0,1 0-1 0 0,-1 1 0 0 0,1-1 0 0 0,0 0 1 0 0,-1 0-1 0 0,1 0 0 0 0,0 0 0 0 0,1 0 1 0 0,-1 0-1 0 0,0 0 0 0 0,1 0 1 0 0,2 3-1 0 0,-2-4-25 0 0,0 0 0 0 0,-1 0 0 0 0,1 0 0 0 0,0 0 0 0 0,0-1 0 0 0,0 1 0 0 0,0-1 1 0 0,0 0-1 0 0,-1 1 0 0 0,1-1 0 0 0,0 0 0 0 0,0 0 0 0 0,0 0 0 0 0,0 0 0 0 0,0-1 0 0 0,0 1 0 0 0,0 0 0 0 0,0-1 0 0 0,0 1 1 0 0,2-2-1 0 0,11-3 10 0 0,-1-1 0 0 0,1 0-1 0 0,-1-2 1 0 0,-1 1 0 0 0,1-2 0 0 0,21-17 0 0 0,-8 3-34 0 0,46-51-1 0 0,-66 66 6 0 0,-1-1 0 0 0,1 1 0 0 0,-1-1 0 0 0,-1-1-1 0 0,1 1 1 0 0,-2-1 0 0 0,1 0 0 0 0,-1 0 0 0 0,-1 0-1 0 0,0 0 1 0 0,0-1 0 0 0,-1 1 0 0 0,1-15 0 0 0,-3 15-19 0 0,0 0 1 0 0,-1 1-1 0 0,0-1 0 0 0,0 1 1 0 0,-1 0-1 0 0,0-1 1 0 0,-1 1-1 0 0,0 0 0 0 0,-1 0 1 0 0,1 0-1 0 0,-2 1 1 0 0,1-1-1 0 0,-1 1 1 0 0,-1 0-1 0 0,-7-9 0 0 0,-8-7-24 0 0,-2 1 1 0 0,-1 1-1 0 0,0 1 0 0 0,-1 1 0 0 0,-42-24 0 0 0,-149-70 63 0 0,149 81 17 0 0,22 12-49 0 0,-29-15 77 0 0,65 31-107 0 0,0-1 0 0 0,1 1 0 0 0,0-2 0 0 0,0 1 0 0 0,-12-14 0 0 0,18 18-70 0 0,1 0 0 0 0,-1 0 1 0 0,0 0-1 0 0,1-1 0 0 0,0 1 0 0 0,0-1 0 0 0,0 1 0 0 0,0-1 1 0 0,0 1-1 0 0,0-1 0 0 0,1 0 0 0 0,-1 1 0 0 0,1-1 1 0 0,-1 0-1 0 0,1 1 0 0 0,1-5 0 0 0,-1 2-110 0 0,1 0 1 0 0,0 0-1 0 0,1 0 0 0 0,-1 0 0 0 0,1 0 0 0 0,0 1 0 0 0,0-1 0 0 0,4-5 1 0 0,3-4-560 0 0,0 1 0 0 0,1 1 0 0 0,1 0 0 0 0,20-18 0 0 0,5 1-2413 0 0,1 1 1 0 0,51-28 0 0 0,-44 30-2339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6.6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241 199 536 0 0,'-4'-24'4835'0'0,"-8"-32"0"0"0,-13-19 680 0 0,25 75-5498 0 0,0-1 0 0 0,-1 0-1 0 0,1 1 1 0 0,0-1 0 0 0,-1 0 0 0 0,1 1 0 0 0,-1-1 0 0 0,1 1 0 0 0,-1-1 0 0 0,1 1 0 0 0,-1-1 0 0 0,0 1 0 0 0,1-1-1 0 0,-1 1 1 0 0,0 0 0 0 0,1-1 0 0 0,-1 1 0 0 0,0 0 0 0 0,1-1 0 0 0,-1 1 0 0 0,0 0 0 0 0,0 0 0 0 0,1 0-1 0 0,-1 0 1 0 0,0 0 0 0 0,0 0 0 0 0,1 0 0 0 0,-1 0 0 0 0,0 0 0 0 0,0 0 0 0 0,1 0 0 0 0,-1 0 0 0 0,0 0-1 0 0,1 1 1 0 0,-1-1 0 0 0,0 0 0 0 0,1 1 0 0 0,-1-1 0 0 0,0 0 0 0 0,1 1 0 0 0,-1-1 0 0 0,0 1 0 0 0,1-1-1 0 0,-1 1 1 0 0,0 0 0 0 0,-28 26 14 0 0,27-26 2 0 0,-13 16-8 0 0,0 1 0 0 0,1 0-1 0 0,1 1 1 0 0,1 0 0 0 0,1 1-1 0 0,0 0 1 0 0,2 1 0 0 0,0 0-1 0 0,1 0 1 0 0,2 1 0 0 0,0 0-1 0 0,-3 23 1 0 0,8-41-17 0 0,1 0 1 0 0,0 0-1 0 0,0 0 1 0 0,0 0-1 0 0,0 0 1 0 0,1 0-1 0 0,-1 0 1 0 0,1 0-1 0 0,0 0 1 0 0,0 0-1 0 0,1-1 1 0 0,-1 1-1 0 0,1 0 1 0 0,0-1-1 0 0,0 1 1 0 0,0-1-1 0 0,0 0 1 0 0,0 1-1 0 0,1-1 1 0 0,0 0-1 0 0,-1 0 1 0 0,1-1-1 0 0,6 5 1 0 0,-4-4 2 0 0,1 0 0 0 0,-1 0 0 0 0,1-1 1 0 0,0 0-1 0 0,0 0 0 0 0,0 0 0 0 0,0-1 0 0 0,0 0 0 0 0,0 0 0 0 0,0 0 1 0 0,1-1-1 0 0,-1 0 0 0 0,0 0 0 0 0,10-2 0 0 0,0 0 8 0 0,0-2 0 0 0,0 1 0 0 0,0-2-1 0 0,-1 0 1 0 0,1 0 0 0 0,-1-2 0 0 0,-1 0 0 0 0,18-11-1 0 0,-22 11-7 0 0,-1 0-1 0 0,0 0 1 0 0,-1-1 0 0 0,1 0-1 0 0,-2 0 1 0 0,1-1-1 0 0,-1 0 1 0 0,0 0-1 0 0,-1-1 1 0 0,0 0-1 0 0,-1 0 1 0 0,7-17-1 0 0,-7 14-16 0 0,-1 0 0 0 0,0-1 0 0 0,-1 0 0 0 0,-1 1 0 0 0,0-1 0 0 0,-1-28 0 0 0,-1 35-4 0 0,0 0-1 0 0,-1-1 1 0 0,0 1 0 0 0,-1 0 0 0 0,1 0 0 0 0,-2 0-1 0 0,1 0 1 0 0,-1 0 0 0 0,0 1 0 0 0,0-1-1 0 0,0 1 1 0 0,-1 0 0 0 0,0 0 0 0 0,-1 0-1 0 0,-5-7 1 0 0,7 11 0 0 0,1-1 0 0 0,-1 1 0 0 0,0 0-1 0 0,0 0 1 0 0,0 0 0 0 0,0 0 0 0 0,0 1 0 0 0,0-1 0 0 0,0 1-1 0 0,-1 0 1 0 0,1 0 0 0 0,0 0 0 0 0,-1 0 0 0 0,-6 0-1 0 0,5 1 4 0 0,-1 0 0 0 0,0 0 0 0 0,0 1 0 0 0,0 0 0 0 0,1 0 0 0 0,-1 0 0 0 0,1 1 0 0 0,-8 3 0 0 0,-1 1 4 0 0,1 1 1 0 0,0 1 0 0 0,1 0 0 0 0,0 0 0 0 0,0 1 0 0 0,-12 13 0 0 0,13-12 0 0 0,1 1 0 0 0,1 0 0 0 0,0 1-1 0 0,-13 21 1 0 0,19-27 2 0 0,0 1 0 0 0,-1-1 0 0 0,2 0-1 0 0,-1 1 1 0 0,1 0 0 0 0,0 0 0 0 0,1-1-1 0 0,-1 1 1 0 0,1 0 0 0 0,1 0 0 0 0,-1 14 0 0 0,2-18 4 0 0,-1 0 0 0 0,1 0 0 0 0,0 0 0 0 0,0-1 0 0 0,0 1 0 0 0,0 0 0 0 0,1 0 0 0 0,-1-1 0 0 0,1 1 0 0 0,-1-1 0 0 0,1 1-1 0 0,0-1 1 0 0,0 0 0 0 0,0 0 0 0 0,0 0 0 0 0,0 0 0 0 0,1 0 0 0 0,-1 0 0 0 0,1 0 0 0 0,-1-1 0 0 0,1 1 0 0 0,-1-1 0 0 0,1 0 0 0 0,0 0 0 0 0,0 0 0 0 0,0 0 0 0 0,-1 0 0 0 0,1-1 0 0 0,5 1 0 0 0,7 1 2 0 0,-1-1 0 0 0,1-1 0 0 0,-1 0-1 0 0,24-3 1 0 0,-11-2 10 0 0,0 0 0 0 0,-1-2 0 0 0,1 0-1 0 0,-2-2 1 0 0,1-1 0 0 0,30-17 0 0 0,139-92-13 0 0,-97 55-61 0 0,-72 48 48 0 0,-13 6-33 0 0,1 1 0 0 0,1 1 0 0 0,28-12 0 0 0,-39 19 38 0 0,1-1 0 0 0,0 1 0 0 0,-1 0 0 0 0,1 0 0 0 0,0 1 0 0 0,0-1 0 0 0,0 1 0 0 0,0 0 0 0 0,-1 1 0 0 0,1-1-1 0 0,0 1 1 0 0,0 0 0 0 0,-1 0 0 0 0,1 0 0 0 0,0 1 0 0 0,-1-1 0 0 0,9 5 0 0 0,-2 1 12 0 0,1 1 0 0 0,-1 0 1 0 0,-1 1-1 0 0,0 0 0 0 0,0 0 1 0 0,0 1-1 0 0,-1 1 0 0 0,13 20 0 0 0,-2 1 78 0 0,30 66 0 0 0,-45-87 1500 0 0,1 0 0 0 0,12 16 1669 0 0,-18-27-3225 0 0,1-1 1 0 0,-1 1-1 0 0,1-1 0 0 0,0 0 0 0 0,-1 1 0 0 0,1-1 1 0 0,-1 0-1 0 0,0 1 0 0 0,1-1 0 0 0,-1 0 0 0 0,0 0 1 0 0,1 1-1 0 0,-1-1 0 0 0,0 0 0 0 0,0 0 0 0 0,1 1 1 0 0,-1-1-1 0 0,0-1 0 0 0,4-23 234 0 0,-3 17-204 0 0,2-2-188 0 0,0 0 0 0 0,0 0 1 0 0,1 0-1 0 0,0 0 0 0 0,0 1 0 0 0,1-1 1 0 0,1 1-1 0 0,-1 0 0 0 0,2 1 0 0 0,-1 0 1 0 0,1 0-1 0 0,13-12 0 0 0,-13 14-660 0 0,0 1 1 0 0,1-1-1 0 0,0 2 0 0 0,0-1 0 0 0,1 1 1 0 0,-1 0-1 0 0,1 1 0 0 0,0 0 0 0 0,0 0 0 0 0,0 1 1 0 0,0 0-1 0 0,0 0 0 0 0,0 1 0 0 0,14 1 1 0 0,-2 0-2823 0 0,1 0-1446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7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387 494 2732 0 0,'2'-5'1045'0'0,"0"1"0"0"0,0-1 0 0 0,0 0-1 0 0,0 0 1 0 0,-1 0 0 0 0,0 0 0 0 0,1-6-1 0 0,-2 7-686 0 0,0 1-1 0 0,0 0 0 0 0,-1-1 1 0 0,1 1-1 0 0,-1 0 0 0 0,0-1 1 0 0,1 1-1 0 0,-1 0 0 0 0,-1 0 0 0 0,1 0 1 0 0,-3-6-1 0 0,3 9-324 0 0,0-1 0 0 0,0 0 0 0 0,0 0 1 0 0,1 0-1 0 0,-1 1 0 0 0,0-1 0 0 0,0 0 0 0 0,0 1 0 0 0,0-1 0 0 0,0 1 0 0 0,-1-1 1 0 0,1 1-1 0 0,0 0 0 0 0,0-1 0 0 0,0 1 0 0 0,0 0 0 0 0,0 0 0 0 0,-1 0 1 0 0,1 0-1 0 0,0 0 0 0 0,0 0 0 0 0,-1 0 0 0 0,-26 4 167 0 0,14 1-98 0 0,0 0-1 0 0,0 0 1 0 0,1 2 0 0 0,-1 0-1 0 0,-19 13 1 0 0,-57 50 194 0 0,72-54-235 0 0,0 1 0 0 0,2 1 0 0 0,-17 21 1 0 0,24-27-41 0 0,1 0 1 0 0,1 0 0 0 0,0 1-1 0 0,1 0 1 0 0,0 0 0 0 0,-6 21-1 0 0,11-31-14 0 0,0-1 0 0 0,0 0 1 0 0,1 1-1 0 0,-1-1 0 0 0,1 1 0 0 0,0-1 0 0 0,0 1 0 0 0,-1-1 0 0 0,2 1 0 0 0,-1-1 0 0 0,0 0 0 0 0,0 1 0 0 0,1-1 0 0 0,0 1 1 0 0,-1-1-1 0 0,1 0 0 0 0,0 1 0 0 0,0-1 0 0 0,0 0 0 0 0,0 0 0 0 0,1 0 0 0 0,-1 0 0 0 0,0 0 0 0 0,1 0 0 0 0,0 0 1 0 0,-1 0-1 0 0,1-1 0 0 0,0 1 0 0 0,0 0 0 0 0,0-1 0 0 0,0 0 0 0 0,0 1 0 0 0,0-1 0 0 0,0 0 0 0 0,1 0 0 0 0,-1 0 0 0 0,0 0 1 0 0,5 0-1 0 0,1 1 4 0 0,0-1 1 0 0,0 0-1 0 0,0 0 1 0 0,0-1-1 0 0,1 0 1 0 0,-1 0-1 0 0,0-1 1 0 0,0 0-1 0 0,0-1 0 0 0,12-3 1 0 0,0-2-33 0 0,-1-1 0 0 0,-1 0 1 0 0,1-2-1 0 0,-1 0 0 0 0,-1-1 1 0 0,0 0-1 0 0,-1-2 0 0 0,25-23 0 0 0,-20 14-82 0 0,-2 0 0 0 0,-1-1 0 0 0,-1-1 0 0 0,-1-1 0 0 0,18-36 0 0 0,-10 9-59 0 0,33-105 1 0 0,0-55 862 0 0,-47 173-380 0 0,-2 3-323 0 0,-8 34-22 0 0,-5 20-35 0 0,-4 19 203 0 0,-47 204 1464 0 0,44-176-1069 0 0,-6 115 0 0 0,18-163-629 0 0,-1 1 0 0 0,2-1 0 0 0,1 1 0 0 0,0-1 0 0 0,7 28 0 0 0,-7-39-242 0 0,0-1 0 0 0,0 0-1 0 0,1 0 1 0 0,0 0 0 0 0,-1 0-1 0 0,2 0 1 0 0,-1 0 0 0 0,0-1-1 0 0,5 5 1 0 0,-4-6-253 0 0,-1 0 0 0 0,1 0 0 0 0,-1-1 0 0 0,1 1 0 0 0,0-1 0 0 0,0 0 1 0 0,0 0-1 0 0,0 0 0 0 0,0-1 0 0 0,1 0 0 0 0,-1 1 0 0 0,0-2 0 0 0,6 2 0 0 0,11-1-5643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7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170 248 1348 0 0,'23'-35'12807'0'0,"-2"24"-10950"0"0,-16 9-1772 0 0,0 1 0 0 0,0-1 0 0 0,-1 0-1 0 0,0 0 1 0 0,1-1 0 0 0,-1 1 0 0 0,0-1 0 0 0,0 0 0 0 0,0 0-1 0 0,0-1 1 0 0,-1 1 0 0 0,1-1 0 0 0,-1 0 0 0 0,0 0 0 0 0,0 0-1 0 0,0 0 1 0 0,-1 0 0 0 0,4-9 0 0 0,-2 4-71 0 0,0-2 1 0 0,-1 1-1 0 0,0 0 1 0 0,0-1-1 0 0,-2 1 1 0 0,1-1-1 0 0,-1-19 1 0 0,0 29-21 0 0,-1-1 1 0 0,0 1 0 0 0,-1 0 0 0 0,1 0 0 0 0,0-1 0 0 0,0 1 0 0 0,0 0-1 0 0,-1 0 1 0 0,1-1 0 0 0,-1 1 0 0 0,1 0 0 0 0,-1 0 0 0 0,1 0-1 0 0,-1 0 1 0 0,0 0 0 0 0,1 0 0 0 0,-1 0 0 0 0,0 0 0 0 0,0 0-1 0 0,0 0 1 0 0,0 0 0 0 0,-1-1 0 0 0,0 1-1 0 0,-1 0 1 0 0,1 0-1 0 0,0 0 0 0 0,0 1 1 0 0,0-1-1 0 0,0 1 0 0 0,-1-1 0 0 0,1 1 1 0 0,0 0-1 0 0,0 0 0 0 0,-5 0 1 0 0,-2 1 0 0 0,0 1 0 0 0,0 0 0 0 0,1 0 1 0 0,-1 1-1 0 0,-9 4 0 0 0,3 0 57 0 0,1 1 0 0 0,0 0-1 0 0,0 1 1 0 0,1 1 0 0 0,1 0 0 0 0,-1 1-1 0 0,2 0 1 0 0,-1 1 0 0 0,2 0-1 0 0,0 1 1 0 0,0 0 0 0 0,1 1-1 0 0,1 0 1 0 0,0 0 0 0 0,1 1 0 0 0,0-1-1 0 0,-7 27 1 0 0,13-35-57 0 0,0-1-1 0 0,0 1 1 0 0,1-1-1 0 0,-1 1 1 0 0,1-1 0 0 0,1 1-1 0 0,-1 0 1 0 0,1-1-1 0 0,0 0 1 0 0,0 1-1 0 0,1-1 1 0 0,-1 1 0 0 0,1-1-1 0 0,0 0 1 0 0,1 0-1 0 0,-1 0 1 0 0,1 0 0 0 0,0-1-1 0 0,0 1 1 0 0,1-1-1 0 0,-1 1 1 0 0,1-1-1 0 0,0 0 1 0 0,0-1 0 0 0,0 1-1 0 0,1-1 1 0 0,-1 0-1 0 0,1 0 1 0 0,0 0-1 0 0,0 0 1 0 0,0-1 0 0 0,0 0-1 0 0,0 0 1 0 0,0 0-1 0 0,1-1 1 0 0,-1 0 0 0 0,1 0-1 0 0,-1 0 1 0 0,11 0-1 0 0,-4-2-495 0 0,0 1 0 0 0,1-2 0 0 0,-1 1 0 0 0,0-2 0 0 0,0 0-1 0 0,0 0 1 0 0,0-1 0 0 0,0-1 0 0 0,-1 0 0 0 0,0 0 0 0 0,0-1-1 0 0,0 0 1 0 0,-1-1 0 0 0,0-1 0 0 0,0 1 0 0 0,15-18 0 0 0,-7 8-165 0 0,-2-1 0 0 0,27-40 0 0 0,-26 32 1447 0 0,23-49-1 0 0,10-25 4163 0 0,-50 99-4917 0 0,1-1 1 0 0,-1 1-1 0 0,0 0 1 0 0,1 0-1 0 0,0 0 0 0 0,-1 0 1 0 0,1 0-1 0 0,0 0 1 0 0,-1 1-1 0 0,1-1 1 0 0,0 0-1 0 0,0 0 1 0 0,0 0-1 0 0,-1 1 1 0 0,1-1-1 0 0,0 0 1 0 0,0 1-1 0 0,0-1 1 0 0,0 1-1 0 0,1-1 1 0 0,-1 1-1 0 0,0 0 0 0 0,1-1 1 0 0,0 1 9 0 0,-1 0-1 0 0,0 1 1 0 0,0-1-1 0 0,0 0 1 0 0,1 1 0 0 0,-1-1-1 0 0,0 1 1 0 0,0 0 0 0 0,0-1-1 0 0,0 1 1 0 0,0 0-1 0 0,0 0 1 0 0,0-1 0 0 0,0 1-1 0 0,0 0 1 0 0,-1 0-1 0 0,2 2 1 0 0,4 6 334 0 0,0 0 1 0 0,-1 0-1 0 0,7 18 0 0 0,-10-22-146 0 0,5 14 168 0 0,-1 1 1 0 0,0 0-1 0 0,-2 1 0 0 0,0-1 0 0 0,-2 0 0 0 0,0 1 0 0 0,-1 0 1 0 0,-2-1-1 0 0,0 1 0 0 0,0 0 0 0 0,-2-1 0 0 0,-1 1 0 0 0,-1-1 1 0 0,-7 23-1 0 0,8-33-37 0 0,0 0 0 0 0,-1 0 1 0 0,0 0-1 0 0,-6 9 1 0 0,8-16-158 0 0,1 1 0 0 0,-1 0 1 0 0,0-1-1 0 0,0 0 1 0 0,0 0-1 0 0,0 0 1 0 0,-1 0-1 0 0,1 0 1 0 0,-1-1-1 0 0,0 0 1 0 0,-7 4-1 0 0,10-6-183 0 0,1 1 1 0 0,-1-1-1 0 0,0 0 0 0 0,0 0 1 0 0,1 0-1 0 0,-1 0 0 0 0,0 0 1 0 0,0 0-1 0 0,1 0 0 0 0,-1 0 1 0 0,0 0-1 0 0,0 0 0 0 0,1 0 1 0 0,-1 0-1 0 0,0-1 0 0 0,1 1 1 0 0,-1 0-1 0 0,0-1 0 0 0,1 1 1 0 0,-1 0-1 0 0,0-1 0 0 0,1 1 1 0 0,-1-1-1 0 0,0 1 0 0 0,1-1 1 0 0,-1 1-1 0 0,1-1 0 0 0,-1 1 1 0 0,1-1-1 0 0,0 1 0 0 0,-1-1 1 0 0,1 0-1 0 0,-1 1 0 0 0,1-1 1 0 0,0 0-1 0 0,0 1 0 0 0,-1-1 1 0 0,1 0-1 0 0,0 0 0 0 0,0 1 1 0 0,0-1-1 0 0,0 0 0 0 0,0 0 1 0 0,0 0-1 0 0,-1-32-149 0 0,3 19-141 0 0,1 1 0 0 0,1-1 1 0 0,0 1-1 0 0,1 0 0 0 0,0 0 1 0 0,1 0-1 0 0,1 1 0 0 0,0 0 0 0 0,0 0 1 0 0,12-13-1 0 0,5-4-1523 0 0,0 1 0 0 0,47-39-1 0 0,9 4-4797 0 0,-62 48 2938 0 0,4-2-3070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8.7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1324 0 0,'7'-5'1620'0'0,"1"0"0"0"0,0 1 0 0 0,0 0 0 0 0,14-6 0 0 0,-19 9-1458 0 0,1 0 1 0 0,-1 1-1 0 0,1-1 1 0 0,-1 1-1 0 0,1 0 1 0 0,-1-1-1 0 0,1 1 1 0 0,-1 1-1 0 0,1-1 1 0 0,-1 1-1 0 0,1-1 1 0 0,-1 1-1 0 0,1 0 1 0 0,2 1-1 0 0,1 1-94 0 0,-1 0 0 0 0,0 1 0 0 0,0 0 0 0 0,0 0 0 0 0,0 0 0 0 0,-1 0 0 0 0,0 1 0 0 0,0 0 0 0 0,0 0 0 0 0,0 0 0 0 0,-1 1 0 0 0,0 0 0 0 0,0 0 0 0 0,-1 0 0 0 0,1 0 0 0 0,-1 0 0 0 0,-1 1 0 0 0,1-1 0 0 0,-1 1 0 0 0,2 10 0 0 0,-1-4 198 0 0,-1 1 0 0 0,-1-1 1 0 0,0 1-1 0 0,0-1 1 0 0,-2 1-1 0 0,1-1 1 0 0,-2 0-1 0 0,0 1 0 0 0,-6 20 1 0 0,-1-14 1470 0 0,8-20-1705 0 0,1 1 0 0 0,0-1-1 0 0,-1 0 1 0 0,1 1 0 0 0,0-1-1 0 0,-1 0 1 0 0,1 1 0 0 0,0-1-1 0 0,-1 0 1 0 0,1 1 0 0 0,-1-1-1 0 0,1 0 1 0 0,0 0 0 0 0,-1 0-1 0 0,1 0 1 0 0,-1 1 0 0 0,1-1-1 0 0,-1 0 1 0 0,1 0 0 0 0,-1 0-1 0 0,1 0 1 0 0,-1 0 0 0 0,1 0-1 0 0,-1 0 1 0 0,1 0 0 0 0,-1 0-1 0 0,1 0 1 0 0,0 0 0 0 0,-1 0-1 0 0,1-1 1 0 0,-2 1 0 0 0,2-1-24 0 0,0 1 0 0 0,-1-1 0 0 0,1 0 0 0 0,-1 1 0 0 0,1-1 0 0 0,0 0 0 0 0,0 0 0 0 0,-1 1 0 0 0,1-1 0 0 0,0 0 0 0 0,0 0 0 0 0,0 1 0 0 0,0-1 0 0 0,0 0 0 0 0,0 0 0 0 0,0 0 0 0 0,0 1 0 0 0,0-1 0 0 0,0 0 0 0 0,0 0 0 0 0,1 0 0 0 0,3-17 26 0 0,-1 8-35 0 0,1 0 0 0 0,1 0-1 0 0,0 1 1 0 0,0-1 0 0 0,1 1 0 0 0,0 0-1 0 0,1 1 1 0 0,0 0 0 0 0,0 0-1 0 0,14-12 1 0 0,-11 11-32 0 0,-1 2 0 0 0,2-1 0 0 0,-1 1 0 0 0,1 1 0 0 0,0 0 0 0 0,1 0 1 0 0,-1 1-1 0 0,23-6 0 0 0,-27 9 28 0 0,1 1 0 0 0,0 1 0 0 0,-1-1 1 0 0,1 1-1 0 0,0 0 0 0 0,-1 1 1 0 0,1 0-1 0 0,-1 0 0 0 0,1 1 0 0 0,-1 0 1 0 0,1 0-1 0 0,-1 0 0 0 0,0 1 0 0 0,0 0 1 0 0,0 1-1 0 0,-1 0 0 0 0,1 0 0 0 0,7 6 1 0 0,-5-3 15 0 0,0 0 0 0 0,-1 1 0 0 0,0 0 0 0 0,-1 1 0 0 0,1 0 0 0 0,-2 0 0 0 0,1 0 0 0 0,-1 1 0 0 0,-1 0 0 0 0,0 0 0 0 0,6 16 0 0 0,-10-23 1 0 0,0 0 0 0 0,-1-1 1 0 0,1 1-1 0 0,-1 0 1 0 0,0-1-1 0 0,0 1 0 0 0,0 0 1 0 0,0-1-1 0 0,0 1 1 0 0,-1 2-1 0 0,0 14 146 0 0,1-18-155 0 0,0-1-1 0 0,0 0 0 0 0,0 0 0 0 0,0 0 0 0 0,0 0 0 0 0,-1 0 0 0 0,1 1 0 0 0,0-1 0 0 0,0 0 0 0 0,0 0 1 0 0,0 0-1 0 0,0 0 0 0 0,0 0 0 0 0,0 1 0 0 0,0-1 0 0 0,-1 0 0 0 0,1 0 0 0 0,0 0 0 0 0,0 0 1 0 0,0 0-1 0 0,0 0 0 0 0,0 0 0 0 0,-1 1 0 0 0,1-1 0 0 0,0 0 0 0 0,0 0 0 0 0,0 0 0 0 0,0 0 0 0 0,0 0 1 0 0,-1 0-1 0 0,1 0 0 0 0,0 0 0 0 0,0 0 0 0 0,0 0 0 0 0,0 0 0 0 0,-1 0 0 0 0,1 0 0 0 0,0 0 1 0 0,0 0-1 0 0,0 0 0 0 0,0 0 0 0 0,-1 0 0 0 0,1-1 0 0 0,0 1 0 0 0,0 0 0 0 0,0 0 0 0 0,0 0 0 0 0,-1 0 1 0 0,1 0-2 0 0,-1-1 1 0 0,1 1-1 0 0,-1 0 0 0 0,1-1 1 0 0,-1 1-1 0 0,1 0 1 0 0,0-1-1 0 0,-1 1 1 0 0,1 0-1 0 0,0-1 1 0 0,-1 1-1 0 0,1-1 1 0 0,0 1-1 0 0,-1-1 1 0 0,1 1-1 0 0,0-1 0 0 0,0 1 1 0 0,-1-1-1 0 0,1 1 1 0 0,0-1-1 0 0,0 0 1 0 0,0-8-12 0 0,0 0 1 0 0,0 0 0 0 0,1 1 0 0 0,1-1-1 0 0,-1 0 1 0 0,1 1 0 0 0,1-1 0 0 0,-1 1-1 0 0,2 0 1 0 0,-1 0 0 0 0,1 0 0 0 0,6-10-1 0 0,-1 4-26 0 0,0 1 1 0 0,1 0-1 0 0,0 0 0 0 0,1 1 0 0 0,24-21 0 0 0,-28 28 14 0 0,-1 0 0 0 0,1 1 1 0 0,1-1-1 0 0,-1 1 0 0 0,0 1 0 0 0,1 0 1 0 0,0 0-1 0 0,0 0 0 0 0,0 1 0 0 0,0 0 1 0 0,0 0-1 0 0,9 0 0 0 0,-13 2 20 0 0,0 0-1 0 0,0 0 1 0 0,0 0-1 0 0,0 1 1 0 0,0-1-1 0 0,0 1 1 0 0,0 0-1 0 0,-1 0 1 0 0,1 0-1 0 0,0 1 1 0 0,-1-1-1 0 0,1 1 1 0 0,-1 0-1 0 0,1 0 1 0 0,-1 0-1 0 0,0 0 1 0 0,0 1-1 0 0,0-1 1 0 0,0 1-1 0 0,0 0 1 0 0,-1 0-1 0 0,1 0 1 0 0,-1 0-1 0 0,0 0 1 0 0,0 1-1 0 0,0-1 1 0 0,3 7-1 0 0,-2 1 30 0 0,1 1-1 0 0,-1 0 1 0 0,-1 1 0 0 0,0-1 0 0 0,-1 0-1 0 0,0 1 1 0 0,-1-1 0 0 0,-3 23-1 0 0,2-20-1170 0 0,0-1-1 0 0,2 1 1 0 0,-1 0-1 0 0,1-1 0 0 0,5 19 1 0 0,-2-22-2663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9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2048 0 0,'25'-50'11225'0'0,"-24"49"-10744"0"0,-1 0-460 0 0,0 1 0 0 0,0 0 1 0 0,0 0-1 0 0,0-1 0 0 0,0 1 0 0 0,0 0 1 0 0,0-1-1 0 0,0 1 0 0 0,1 0 0 0 0,-1 0 0 0 0,0-1 1 0 0,0 1-1 0 0,0 0 0 0 0,0 0 0 0 0,1-1 1 0 0,-1 1-1 0 0,0 0 0 0 0,0 0 0 0 0,1 0 1 0 0,-1-1-1 0 0,0 1 0 0 0,0 0 0 0 0,1 0 1 0 0,-1 0-1 0 0,0 0 0 0 0,0 0 0 0 0,1-1 0 0 0,-1 1 1 0 0,0 0-1 0 0,1 0 0 0 0,-1 0 0 0 0,0 0 1 0 0,0 0-1 0 0,1 0 0 0 0,-1 0 0 0 0,0 0 1 0 0,1 0-1 0 0,-1 0 0 0 0,0 0 0 0 0,1 0 0 0 0,-1 0 1 0 0,0 1-1 0 0,0-1 0 0 0,1 0 0 0 0,-1 0 1 0 0,0 0-1 0 0,1 0 0 0 0,-1 0 0 0 0,0 1 1 0 0,0-1-1 0 0,0 0 0 0 0,1 0 0 0 0,-1 1 1 0 0,14 7 367 0 0,8 11 174 0 0,-2 1 0 0 0,24 30 0 0 0,-22-25-358 0 0,28 27 0 0 0,-37-41-311 0 0,0-1 1 0 0,0 0-1 0 0,22 12 1 0 0,7-5-2551 0 0,-35-16 1339 0 0,0 1-1 0 0,1-1 1 0 0,-1 0 0 0 0,9 0 0 0 0,-2-1-4004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9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408 40 452 0 0,'-1'-3'853'0'0,"-1"1"0"0"0,1-1 0 0 0,0 1 0 0 0,-1 0 0 0 0,1-1 0 0 0,-1 1 0 0 0,0 0 0 0 0,-2-2 0 0 0,-17-11 3084 0 0,19 14-3182 0 0,1 1-673 0 0,-1 1 1 0 0,1-1-1 0 0,0 1 0 0 0,0-1 1 0 0,0 0-1 0 0,0 1 0 0 0,-1-1 1 0 0,1 0-1 0 0,0 0 0 0 0,0 0 1 0 0,0 0-1 0 0,-2 0 0 0 0,-2 1 118 0 0,-1 1 33 0 0,0 0 0 0 0,1 1 0 0 0,-1 0 0 0 0,1 0-1 0 0,-1 1 1 0 0,1-1 0 0 0,0 1 0 0 0,-5 5 0 0 0,-34 39 728 0 0,31-34-735 0 0,-22 29 430 0 0,-54 85 1 0 0,-15 56-3943 0 0,102-180 2589 0 0,-4 7-72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9.7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92 188 0 0,'35'-28'7005'0'0,"-22"18"-4474"0"0,-1 1 0 0 0,24-14 0 0 0,-35 22-2482 0 0,1 1 0 0 0,-1 0 0 0 0,1 0 0 0 0,-1 0 0 0 0,0 0 0 0 0,1 0 0 0 0,-1 0 0 0 0,1 0 0 0 0,-1 0 0 0 0,0 0-1 0 0,1 1 1 0 0,-1-1 0 0 0,1 1 0 0 0,-1-1 0 0 0,0 1 0 0 0,1-1 0 0 0,-1 1 0 0 0,0 0 0 0 0,2 1 0 0 0,20 17 914 0 0,-17-13-715 0 0,-1 2 1 0 0,1-1 0 0 0,-1 1 0 0 0,-1-1 0 0 0,0 1 0 0 0,0 1 0 0 0,0-1 0 0 0,-1 0 0 0 0,0 1-1 0 0,-1 0 1 0 0,0-1 0 0 0,0 1 0 0 0,0 10 0 0 0,-1 2 291 0 0,-1 0 0 0 0,-1 0 0 0 0,-1 0 1 0 0,-7 33-1 0 0,8-49-296 0 0,0-1 0 0 0,0 0 0 0 0,-1 1 0 0 0,1-1 0 0 0,-5 7 1 0 0,5-9 166 0 0,1-2-398 0 0,-1 0 1 0 0,1 0-1 0 0,-1 0 0 0 0,1-1 1 0 0,-1 1-1 0 0,1 0 0 0 0,-1 0 1 0 0,1 0-1 0 0,-1 0 0 0 0,1 0 1 0 0,-1-1-1 0 0,1 1 0 0 0,0 0 1 0 0,-1-1-1 0 0,1 1 0 0 0,-1 0 1 0 0,1 0-1 0 0,0-1 0 0 0,-1 1 1 0 0,1-1-1 0 0,0 1 0 0 0,-1 0 1 0 0,1-1-1 0 0,0 1 0 0 0,0-1 1 0 0,-1 1-1 0 0,1-1 0 0 0,0 1 0 0 0,0-1 1 0 0,-1-20 134 0 0,9-20-122 0 0,-7 40-22 0 0,5-17-18 0 0,1 0 1 0 0,0 1-1 0 0,1 0 1 0 0,1 1-1 0 0,1 0 1 0 0,1 0-1 0 0,0 1 1 0 0,0 0-1 0 0,2 1 1 0 0,0 0-1 0 0,0 1 1 0 0,2 1-1 0 0,-1 0 1 0 0,1 1-1 0 0,1 0 0 0 0,30-14 1 0 0,-42 23-8 0 0,0 0 0 0 0,0 1-1 0 0,1-1 1 0 0,-1 1 0 0 0,0 0 0 0 0,1 0 0 0 0,-1 1-1 0 0,0-1 1 0 0,1 1 0 0 0,-1 0 0 0 0,1 0 0 0 0,-1 1-1 0 0,0-1 1 0 0,1 1 0 0 0,-1 0 0 0 0,0 0 0 0 0,1 0 0 0 0,-1 1-1 0 0,0 0 1 0 0,0-1 0 0 0,0 2 0 0 0,0-1 0 0 0,6 5-1 0 0,-4-2 11 0 0,-1 0 0 0 0,1 1 0 0 0,-1-1-1 0 0,-1 1 1 0 0,1 1 0 0 0,-1-1 0 0 0,0 0-1 0 0,0 1 1 0 0,-1 0 0 0 0,0 0 0 0 0,0 0-1 0 0,-1 0 1 0 0,2 9 0 0 0,1 9 36 0 0,1 32-1 0 0,3 14 165 0 0,-9-70-264 0 0,0 0 0 0 0,1 0 0 0 0,-1 0 1 0 0,0 0-1 0 0,1 0 0 0 0,-1 0 0 0 0,0-1 0 0 0,1 1 1 0 0,-1 0-1 0 0,1 0 0 0 0,-1-1 0 0 0,1 1 0 0 0,0 0 0 0 0,-1 0 1 0 0,1-1-1 0 0,0 1 0 0 0,-1-1 0 0 0,1 1 0 0 0,0-1 1 0 0,0 1-1 0 0,-1-1 0 0 0,1 1 0 0 0,0-1 0 0 0,0 0 0 0 0,0 1 1 0 0,0-1-1 0 0,0 0 0 0 0,1 0 0 0 0,26-2-3027 0 0,-21 1 2281 0 0,45-10-7600 0 0,-20 3 630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19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5248 0 0,'9'5'7169'0'0,"4"1"-2496"0"0,-3 0-1713 0 0,1-1-284 0 0,0-2-2004 0 0,1 0-4156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0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238 323 432 0 0,'-4'7'15137'0'0,"-18"-26"-14989"0"0,0 1 1 0 0,-39-26-1 0 0,-24-17 301 0 0,67 47-506 0 0,17 13 29 0 0,1 0 29 0 0,1 0 0 0 0,0 0 1 0 0,-1 0-1 0 0,1 0 0 0 0,0 0 0 0 0,0 0 0 0 0,0 0 0 0 0,0 1 0 0 0,-1-1 0 0 0,1 0 1 0 0,0 1-1 0 0,1-1 0 0 0,178-33-35 0 0,-78 18-309 0 0,-24 2-78 0 0,-10 4-101 0 0,101-31 1 0 0,-141 30 1154 0 0,40-21-1 0 0,-67 32-608 0 0,1-1 28 0 0,-2 1-51 0 0,0 0 0 0 0,0-1 0 0 0,1 1 1 0 0,-1 0-1 0 0,0 0 0 0 0,0 0 0 0 0,0 0 1 0 0,1-1-1 0 0,-1 1 0 0 0,0 0 0 0 0,0 0 0 0 0,1 0 1 0 0,-1 0-1 0 0,0 0 0 0 0,0 0 0 0 0,1 0 1 0 0,-1 0-1 0 0,0 0 0 0 0,1 0 0 0 0,-1 0 0 0 0,0 0 1 0 0,0 0-1 0 0,1 0 0 0 0,-1 0 0 0 0,0 0 1 0 0,1 0-1 0 0,-1 0 0 0 0,0 0 0 0 0,0 0 0 0 0,1 0 1 0 0,-1 0-1 0 0,0 0 0 0 0,0 1 0 0 0,1-1 1 0 0,-1 0-1 0 0,0 0 0 0 0,0 0 0 0 0,0 0 0 0 0,1 1 1 0 0,-1-1-1 0 0,0 0 0 0 0,0 0 0 0 0,0 0 1 0 0,0 1-1 0 0,1-1 0 0 0,-1 0 0 0 0,0 0 0 0 0,0 1 1 0 0,0-1-1 0 0,0 0 0 0 0,0 0 0 0 0,0 1 1 0 0,0-1-1 0 0,0 0 0 0 0,0 1 0 0 0,0-1 0 0 0,0 0 1 0 0,0 0-1 0 0,0 1 0 0 0,-3 11-1 0 0,-1-1 0 0 0,0 0 0 0 0,-9 16 0 0 0,-3 9 83 0 0,-13 48 258 0 0,-18 90 0 0 0,-6 89-8 0 0,31-142-211 0 0,19-108-136 0 0,-22 97 523 0 0,22-99-128 0 0,-1 1 0 0 0,-1 0 1 0 0,0-1-1 0 0,0 0 1 0 0,-1 0-1 0 0,-14 19 1 0 0,17-28-310 0 0,0 1 1 0 0,1-1-1 0 0,-1 1 1 0 0,-1-1 0 0 0,1 0-1 0 0,0 0 1 0 0,0-1-1 0 0,-1 1 1 0 0,1-1-1 0 0,-1 1 1 0 0,1-1 0 0 0,-1 0-1 0 0,0 0 1 0 0,1-1-1 0 0,-1 1 1 0 0,0-1 0 0 0,0 0-1 0 0,1 0 1 0 0,-1 0-1 0 0,0 0 1 0 0,-5-2 0 0 0,-10-1 49 0 0,0-1 0 0 0,1-1 0 0 0,-19-8 0 0 0,15 5-22 0 0,-97-40 126 0 0,27 11-270 0 0,86 35 3 0 0,-27-4-358 0 0,15 9-1042 0 0,16-2 1109 0 0,-7 7-3236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0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64 1704 0 0,'7'-45'8507'0'0,"-7"27"-3822"0"0,-3 24-4345 0 0,-19 65 1597 0 0,-19 115-1 0 0,24-96-1278 0 0,-78 368 508 0 0,85-412-1144 0 0,-7 36 2705 0 0,17-82-2696 0 0,0 0-1 0 0,0 0 1 0 0,0 0-1 0 0,0 1 1 0 0,0-1-1 0 0,0 0 1 0 0,1 0-1 0 0,-1 0 1 0 0,0 0 0 0 0,0 1-1 0 0,0-1 1 0 0,0 0-1 0 0,0 0 1 0 0,-1 0-1 0 0,1 1 1 0 0,0-1-1 0 0,0 0 1 0 0,0 0-1 0 0,0 0 1 0 0,0 0 0 0 0,0 1-1 0 0,0-1 1 0 0,0 0-1 0 0,0 0 1 0 0,0 0-1 0 0,0 0 1 0 0,-1 1-1 0 0,1-1 1 0 0,0 0-1 0 0,0 0 1 0 0,0 0-1 0 0,0 0 1 0 0,0 0 0 0 0,-1 0-1 0 0,1 0 1 0 0,0 0-1 0 0,0 1 1 0 0,0-1-1 0 0,0 0 1 0 0,-1 0-1 0 0,1 0 1 0 0,0 0-1 0 0,0 0 1 0 0,0 0-1 0 0,0 0 1 0 0,-1 0 0 0 0,1 0-1 0 0,0 0 1 0 0,0 0-1 0 0,0 0 1 0 0,-1 0-1 0 0,1 0 1 0 0,0 0-1 0 0,0 0 1 0 0,0 0-1 0 0,0-1 1 0 0,-1 1-1 0 0,1 0 1 0 0,0 0 0 0 0,-1-1-7 0 0,1 1 1 0 0,0-1 0 0 0,-1 1-1 0 0,1-1 1 0 0,-1 0 0 0 0,1 1-1 0 0,0-1 1 0 0,0 0-1 0 0,-1 0 1 0 0,1 1 0 0 0,0-1-1 0 0,0 0 1 0 0,0 0 0 0 0,0 1-1 0 0,0-1 1 0 0,0 0 0 0 0,0 0-1 0 0,2-18-38 0 0,0 1 0 0 0,1 0 0 0 0,1 0 0 0 0,1 0-1 0 0,1 1 1 0 0,0 0 0 0 0,1 0 0 0 0,1 0 0 0 0,0 1 0 0 0,2 0-1 0 0,-1 0 1 0 0,2 1 0 0 0,0 1 0 0 0,1 0 0 0 0,0 0-1 0 0,2 1 1 0 0,23-18 0 0 0,-32 27-3 0 0,0 1 0 0 0,1 0 0 0 0,-1 0-1 0 0,1 1 1 0 0,-1-1 0 0 0,1 1 0 0 0,0 1 0 0 0,0-1-1 0 0,0 1 1 0 0,0 0 0 0 0,0 0 0 0 0,0 1 0 0 0,0 0 0 0 0,0 0-1 0 0,0 0 1 0 0,1 1 0 0 0,-1 0 0 0 0,0 0 0 0 0,0 0 0 0 0,10 4-1 0 0,-9-2 12 0 0,0 1 0 0 0,0-1 0 0 0,0 1 0 0 0,-1 0 0 0 0,1 1 0 0 0,-1-1 0 0 0,0 1 0 0 0,0 1 0 0 0,0-1 0 0 0,-1 1 0 0 0,0 0 0 0 0,0 0 0 0 0,-1 0 0 0 0,1 1 0 0 0,5 12 0 0 0,-5-5-27 0 0,0 1 0 0 0,0 0 1 0 0,-2 0-1 0 0,3 17 1 0 0,8 32-3622 0 0,-14-62 3444 0 0,1 0 0 0 0,0 0 0 0 0,0-1 0 0 0,0 1 0 0 0,0 0 0 0 0,0-1 0 0 0,0 1 0 0 0,0-1 0 0 0,1 1 1 0 0,-1-1-1 0 0,0 0 0 0 0,1 0 0 0 0,-1 1 0 0 0,1-1 0 0 0,-1 0 0 0 0,1 0 0 0 0,0 0 0 0 0,0-1 0 0 0,-1 1 1 0 0,1 0-1 0 0,0-1 0 0 0,0 1 0 0 0,0-1 0 0 0,0 1 0 0 0,-1-1 0 0 0,1 0 0 0 0,0 0 0 0 0,0 0 0 0 0,0 0 0 0 0,2 0 1 0 0,4-1-593 0 0,1 0 0 0 0,-1 0 1 0 0,0-1-1 0 0,0 0 1 0 0,15-6-1 0 0,4-5-2456 0 0,0 1-1192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1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166 186 2432 0 0,'12'-18'6606'0'0,"-2"3"-2087"0"0,-1 48-2409 0 0,-9-33-2124 0 0,8 19 611 0 0,-8-18-547 0 0,1 0 0 0 0,-1 0 0 0 0,0-1 0 0 0,1 1 0 0 0,-1 0-1 0 0,1-1 1 0 0,-1 1 0 0 0,1 0 0 0 0,0-1 0 0 0,-1 1 0 0 0,1-1-1 0 0,0 1 1 0 0,-1-1 0 0 0,1 1 0 0 0,0-1 0 0 0,0 1 0 0 0,-1-1 0 0 0,1 0-1 0 0,0 1 1 0 0,0-1 0 0 0,0 0 0 0 0,-1 0 0 0 0,1 0 0 0 0,0 0-1 0 0,1 1 1 0 0,3-3 0 0 0,-1 1 1 0 0,1-1-1 0 0,0 0 0 0 0,-1 0 0 0 0,1 0 1 0 0,-1 0-1 0 0,0-1 0 0 0,0 0 0 0 0,0 0 0 0 0,0 0 1 0 0,-1 0-1 0 0,1-1 0 0 0,-1 1 0 0 0,1-1 0 0 0,-1 0 1 0 0,-1 0-1 0 0,1 0 0 0 0,0 0 0 0 0,2-7 0 0 0,-1 3-26 0 0,0 0-1 0 0,-1 0 0 0 0,0 0 0 0 0,0-1 0 0 0,0 1 1 0 0,-1-1-1 0 0,-1 1 0 0 0,0-1 0 0 0,0 0 1 0 0,0-12-1 0 0,-1 18-28 0 0,-1 0 0 0 0,1 1-1 0 0,-1-1 1 0 0,0 0 0 0 0,0 0 0 0 0,0 0 0 0 0,0 1 0 0 0,-1-1 0 0 0,1 1 0 0 0,-2-4 0 0 0,2 5 0 0 0,0 0-1 0 0,0 0 1 0 0,0 0 0 0 0,1 0 0 0 0,-1 1 0 0 0,0-1 0 0 0,0 0 0 0 0,0 0 0 0 0,0 1 0 0 0,-1-1 0 0 0,1 0 0 0 0,0 1 0 0 0,0-1 0 0 0,0 1 0 0 0,0-1 0 0 0,-1 1 0 0 0,1 0 0 0 0,0-1 0 0 0,0 1 0 0 0,-1 0 0 0 0,1 0 0 0 0,0 0 0 0 0,-1 0 0 0 0,1 0 0 0 0,0 0 0 0 0,-3 1 0 0 0,-10 4-11 0 0,0 0 0 0 0,1 1 1 0 0,0 0-1 0 0,0 2 0 0 0,0-1 0 0 0,1 1 1 0 0,0 1-1 0 0,0 0 0 0 0,-16 18 0 0 0,9-7 52 0 0,1 0-1 0 0,1 1 0 0 0,1 1 1 0 0,-21 37-1 0 0,32-50-20 0 0,1 1 0 0 0,0 0-1 0 0,0 0 1 0 0,1 0 0 0 0,0 0 0 0 0,0 1-1 0 0,-1 19 1 0 0,3-27-4 0 0,1 1-1 0 0,0-1 0 0 0,0 0 0 0 0,0 0 0 0 0,0 1 1 0 0,1-1-1 0 0,0 0 0 0 0,-1 0 0 0 0,1 1 1 0 0,0-1-1 0 0,0 0 0 0 0,0 0 0 0 0,1 0 1 0 0,-1 0-1 0 0,1-1 0 0 0,0 1 0 0 0,0 0 1 0 0,0-1-1 0 0,0 1 0 0 0,0-1 0 0 0,0 1 1 0 0,1-1-1 0 0,-1 0 0 0 0,1 0 0 0 0,0 0 0 0 0,-1 0 1 0 0,1-1-1 0 0,0 1 0 0 0,5 1 0 0 0,6 1 29 0 0,1 0-1 0 0,0-1 0 0 0,0-1 1 0 0,0 0-1 0 0,1-1 0 0 0,-1-1 0 0 0,0 0 1 0 0,19-3-1 0 0,29-8-3940 0 0,-60 11 2764 0 0,5-3-254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2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2084 0 0,'0'-4'558'0'0,"1"-1"1"0"0,-1 1-1 0 0,1-1 0 0 0,-1 0 0 0 0,1 1 0 0 0,1-1 0 0 0,-1 1 0 0 0,1 0 1 0 0,-1-1-1 0 0,1 1 0 0 0,1 0 0 0 0,-1 0 0 0 0,0 0 0 0 0,6-6 1 0 0,-6 8-432 0 0,1-1 1 0 0,-1 1 0 0 0,0 0 0 0 0,1 0 0 0 0,-1 1 0 0 0,1-1 0 0 0,0 0-1 0 0,-1 1 1 0 0,1 0 0 0 0,0 0 0 0 0,0 0 0 0 0,0 0 0 0 0,0 0 0 0 0,0 0-1 0 0,0 1 1 0 0,0-1 0 0 0,1 1 0 0 0,-1 0 0 0 0,0 0 0 0 0,0 0 0 0 0,0 1-1 0 0,5 0 1 0 0,-2 1-32 0 0,0 0 1 0 0,1 1-1 0 0,-1 0 0 0 0,0 0 0 0 0,0 0 0 0 0,0 1 0 0 0,-1-1 0 0 0,1 1 1 0 0,-1 1-1 0 0,0-1 0 0 0,0 1 0 0 0,-1 0 0 0 0,1 0 0 0 0,-1 1 0 0 0,0-1 1 0 0,0 1-1 0 0,5 10 0 0 0,-2-1 103 0 0,1 1 1 0 0,-2 0 0 0 0,0 0-1 0 0,-1 1 1 0 0,5 31 0 0 0,-8-28 614 0 0,-1 0 0 0 0,-2 0 0 0 0,0 0 0 0 0,-5 31 0 0 0,5-48-582 0 0,1-1 129 0 0,-6 3 521 0 0,4-7-869 0 0,1 0-1 0 0,0 0 1 0 0,0 0 0 0 0,0-1 0 0 0,0 1 0 0 0,0 0 0 0 0,1-1 0 0 0,-1 1 0 0 0,1 0-1 0 0,-1-1 1 0 0,1 1 0 0 0,0-1 0 0 0,0 1 0 0 0,0-1 0 0 0,1-4 0 0 0,7-44 182 0 0,-6 40-182 0 0,3-10-30 0 0,1-1 1 0 0,0 1 0 0 0,2 0-1 0 0,0 1 1 0 0,12-21 0 0 0,-14 30 3 0 0,1-1 0 0 0,0 1 1 0 0,1 1-1 0 0,0-1 0 0 0,1 1 1 0 0,0 1-1 0 0,1 0 0 0 0,-1 0 1 0 0,21-13-1 0 0,-27 20-3 0 0,1 0 0 0 0,-1 0 0 0 0,0 0 0 0 0,1 1 0 0 0,-1 0 0 0 0,1 0 0 0 0,0 0 0 0 0,-1 0 0 0 0,1 0-1 0 0,7 0 1 0 0,-9 1 10 0 0,1 0 0 0 0,-1 1-1 0 0,0-1 1 0 0,0 1-1 0 0,1-1 1 0 0,-1 1-1 0 0,0 0 1 0 0,0 0-1 0 0,0 0 1 0 0,0 0-1 0 0,0 0 1 0 0,0 0-1 0 0,0 0 1 0 0,2 2 0 0 0,0 2-2 0 0,0-1 0 0 0,-1 0 0 0 0,1 1 0 0 0,-1 0 0 0 0,0 0 0 0 0,-1 0 0 0 0,1 0 0 0 0,-1 0 0 0 0,0 0 0 0 0,0 1 0 0 0,-1-1 0 0 0,0 1 0 0 0,1 7 0 0 0,3 25 2 0 0,-1 49 0 0 0,3 22 32 0 0,-7-106-39 0 0,1 0 0 0 0,-1 0-1 0 0,1-1 1 0 0,0 1 0 0 0,-1 0 0 0 0,1 0-1 0 0,1 0 1 0 0,-1-1 0 0 0,0 1-1 0 0,1-1 1 0 0,-1 1 0 0 0,1-1 0 0 0,0 1-1 0 0,0-1 1 0 0,0 0 0 0 0,0 0 0 0 0,0 0-1 0 0,0 0 1 0 0,0 0 0 0 0,1-1-1 0 0,-1 1 1 0 0,1 0 0 0 0,-1-1 0 0 0,4 1-1 0 0,-1 0-95 0 0,0-1 0 0 0,0 0 0 0 0,0 0 0 0 0,0-1 0 0 0,1 1 0 0 0,-1-1 0 0 0,0 0 0 0 0,0 0 0 0 0,0-1 0 0 0,1 0 0 0 0,-1 0 0 0 0,9-3 0 0 0,2-1-171 0 0,0-1-1 0 0,-1-1 0 0 0,0 0 0 0 0,-1-1 0 0 0,1 0 0 0 0,-2-1 0 0 0,1-1 0 0 0,-1 0 0 0 0,-1-1 0 0 0,13-13 0 0 0,-10 6 349 0 0,0-1-1 0 0,-1 0 0 0 0,-1-1 1 0 0,-1 0-1 0 0,-1-1 0 0 0,14-33 1 0 0,-1-7 1150 0 0,-23 59-1205 0 0,3-2-36 0 0,-2 3-5 0 0,-3 12 16 0 0,-4 36 24 0 0,2-1 1 0 0,7 88 0 0 0,-4-130-1 0 0,1 1 1 0 0,-1-1-1 0 0,1 1 1 0 0,0-1-1 0 0,1 1 1 0 0,-1-1-1 0 0,1 0 1 0 0,0 1-1 0 0,0-1 0 0 0,0 0 1 0 0,1 0-1 0 0,-1-1 1 0 0,1 1-1 0 0,0 0 1 0 0,0-1-1 0 0,1 0 1 0 0,-1 0-1 0 0,0 0 1 0 0,1 0-1 0 0,0 0 1 0 0,0-1-1 0 0,0 1 1 0 0,0-1-1 0 0,0 0 1 0 0,0 0-1 0 0,0-1 1 0 0,1 1-1 0 0,-1-1 1 0 0,1 0-1 0 0,-1 0 1 0 0,1-1-1 0 0,0 1 0 0 0,-1-1 1 0 0,1 0-1 0 0,-1 0 1 0 0,1 0-1 0 0,0-1 1 0 0,-1 0-1 0 0,1 0 1 0 0,-1 0-1 0 0,0 0 1 0 0,1-1-1 0 0,-1 1 1 0 0,0-1-1 0 0,0 0 1 0 0,0-1-1 0 0,0 1 1 0 0,7-6-1 0 0,-4 2-27 0 0,0-1-1 0 0,0 0 1 0 0,-1 0 0 0 0,1 0-1 0 0,-2-1 1 0 0,1 1 0 0 0,-1-1-1 0 0,0-1 1 0 0,-1 1 0 0 0,0-1-1 0 0,0 0 1 0 0,-1 0 0 0 0,2-9-1 0 0,3-14 148 0 0,-3-1-1 0 0,3-46 1 0 0,-3 28 652 0 0,-5 46-813 0 0,-1 6 6 0 0,-3 13-8 0 0,-4 23 0 0 0,2 2 114 0 0,-4 70 0 0 0,10-93-270 0 0,1 0 0 0 0,0 1 0 0 0,1-1 0 0 0,0 0 0 0 0,2 0 0 0 0,0 0-1 0 0,7 17 1 0 0,-9-28-372 0 0,0 0-1 0 0,1-1 0 0 0,0 1 1 0 0,0-1-1 0 0,0 0 1 0 0,0 0-1 0 0,1 0 0 0 0,0 0 1 0 0,0 0-1 0 0,0-1 0 0 0,0 0 1 0 0,7 5-1 0 0,-10-8 325 0 0,0 0-1 0 0,0 1 1 0 0,-1-1 0 0 0,1 0-1 0 0,0 1 1 0 0,0-1 0 0 0,0 0 0 0 0,0 0-1 0 0,0 0 1 0 0,0 0 0 0 0,-1 0-1 0 0,1 0 1 0 0,0 0 0 0 0,0 0-1 0 0,0 0 1 0 0,0 0 0 0 0,1-1-1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2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1 172 2484 0 0,'10'-83'13013'0'0,"-8"84"-12893"0"0,1 2-92 0 0,0-1-1 0 0,0 1 0 0 0,0 0 1 0 0,0 0-1 0 0,0 0 1 0 0,-1 0-1 0 0,1 0 0 0 0,-1 0 1 0 0,0 1-1 0 0,0-1 0 0 0,0 1 1 0 0,-1-1-1 0 0,1 1 0 0 0,1 7 1 0 0,3 12 66 0 0,5 28 0 0 0,-9-42-70 0 0,0 8 317 0 0,0 0 0 0 0,-1 0 0 0 0,-3 33 0 0 0,2-49-325 0 0,0-1-1 0 0,0 1 0 0 0,0-1 0 0 0,-1 1 1 0 0,1 0-1 0 0,0-1 0 0 0,0 1 0 0 0,-1-1 1 0 0,1 1-1 0 0,0-1 0 0 0,-1 1 0 0 0,1-1 1 0 0,0 1-1 0 0,-1-1 0 0 0,1 0 0 0 0,-1 1 1 0 0,1-1-1 0 0,-1 0 0 0 0,1 1 1 0 0,-1-1-1 0 0,1 0 0 0 0,-1 1 0 0 0,1-1 1 0 0,-1 0-1 0 0,1 0 0 0 0,-1 0 0 0 0,1 1 1 0 0,-1-1-1 0 0,0 0 0 0 0,1 0 0 0 0,-1 0 1 0 0,1 0-1 0 0,-1 0 0 0 0,0 0 0 0 0,1 0 1 0 0,-1 0-1 0 0,1 0 0 0 0,-1-1 0 0 0,1 1 1 0 0,-1 0-1 0 0,0 0 0 0 0,1 0 1 0 0,-1-1-1 0 0,1 1 0 0 0,-1 0 0 0 0,1-1 1 0 0,-1 1-1 0 0,1 0 0 0 0,-1-1 0 0 0,1 1 1 0 0,0-1-1 0 0,-1 1 0 0 0,1-1 0 0 0,-1 0 1 0 0,-1-7-12 0 0,-1 0 0 0 0,2 0 1 0 0,-1 0-1 0 0,1 0 0 0 0,0 0 0 0 0,1 0 1 0 0,0-1-1 0 0,0 1 0 0 0,1 0 1 0 0,0 0-1 0 0,0 0 0 0 0,1 0 1 0 0,0 0-1 0 0,0 0 0 0 0,7-15 0 0 0,-3 11-26 0 0,-1 1 0 0 0,1-1-1 0 0,1 1 1 0 0,0 0-1 0 0,0 0 1 0 0,1 1 0 0 0,1 0-1 0 0,0 1 1 0 0,17-15-1 0 0,-23 21 12 0 0,0 1 0 0 0,0 0 0 0 0,0 0 0 0 0,1 0 0 0 0,-1 1 0 0 0,0-1 0 0 0,1 1 0 0 0,0 0-1 0 0,-1 0 1 0 0,1 0 0 0 0,0 0 0 0 0,-1 1 0 0 0,1-1 0 0 0,0 1 0 0 0,0 0 0 0 0,-1 0 0 0 0,7 1-1 0 0,-5 1 2 0 0,0-1 0 0 0,0 1-1 0 0,0 0 1 0 0,0 0-1 0 0,0 0 1 0 0,0 1-1 0 0,-1 0 1 0 0,1 0-1 0 0,-1 0 1 0 0,0 0-1 0 0,5 6 1 0 0,-1-2 27 0 0,-1 1 1 0 0,-1 1-1 0 0,0-1 1 0 0,0 1 0 0 0,0 0-1 0 0,-1 0 1 0 0,0 0-1 0 0,-1 1 1 0 0,0 0-1 0 0,-1-1 1 0 0,0 2-1 0 0,2 13 1 0 0,-4-8 551 0 0,-1 0-1 0 0,0 0 1 0 0,-1 0-1 0 0,-5 23 1 0 0,5-37 81 0 0,1-3-642 0 0,-1 1 0 0 0,1 0 1 0 0,-1 0-1 0 0,1 0 0 0 0,-1 0 0 0 0,0 0 0 0 0,1 0 0 0 0,-1-1 1 0 0,1 1-1 0 0,-1 0 0 0 0,1-1 0 0 0,-1 1 0 0 0,1 0 1 0 0,-1-1-1 0 0,1 1 0 0 0,0 0 0 0 0,-1-1 0 0 0,1 1 1 0 0,0-1-1 0 0,-1 1 0 0 0,1-1 0 0 0,0 1 0 0 0,-1-1 0 0 0,1 0 1 0 0,2-19 1 0 0,2-1 0 0 0,0 1 0 0 0,1 0 0 0 0,1 0 1 0 0,17-35-1 0 0,-16 40-27 0 0,0 1 0 0 0,1 0-1 0 0,1 1 1 0 0,0 0 0 0 0,1 0 0 0 0,1 1 0 0 0,0 1-1 0 0,17-15 1 0 0,-25 23 3 0 0,0 0 0 0 0,1 1 0 0 0,-1-1 0 0 0,1 1 0 0 0,0 0 1 0 0,0 0-1 0 0,0 1 0 0 0,0-1 0 0 0,0 1 0 0 0,0 0 0 0 0,1 0 0 0 0,-1 0 0 0 0,0 0 0 0 0,0 1 0 0 0,1 0 0 0 0,-1 0 0 0 0,0 0 0 0 0,6 1 0 0 0,-5 0 7 0 0,-1 1-1 0 0,0-1 1 0 0,1 1 0 0 0,-1 0 0 0 0,0 0-1 0 0,0 1 1 0 0,0-1 0 0 0,0 1 0 0 0,0 0-1 0 0,-1 0 1 0 0,1 0 0 0 0,-1 0 0 0 0,0 1-1 0 0,0 0 1 0 0,0-1 0 0 0,4 8 0 0 0,1 4 37 0 0,-1 1 0 0 0,-1-1 0 0 0,0 1 0 0 0,0 1 0 0 0,2 19 1 0 0,-4-21-737 0 0,0 1 1 0 0,0-1 0 0 0,1 0-1 0 0,1 0 1 0 0,1-1 0 0 0,10 18-1 0 0,-15-29 44 0 0,10 12-1242 0 0,16-6-9776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3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0 199 636 0 0,'3'-196'16355'0'0,"-3"194"-15916"0"0,1 4-287 0 0,46 569 3782 0 0,-45-411-3539 0 0,-2-91 2618 0 0,1-78-2943 0 0,0 0 1 0 0,1 0 0 0 0,0 0 0 0 0,0 0 0 0 0,1 1 0 0 0,5-12 0 0 0,2-4-34 0 0,-6 13-53 0 0,0 0 0 0 0,1 0 0 0 0,0 1 0 0 0,1 0 0 0 0,0 0-1 0 0,1 1 1 0 0,0-1 0 0 0,0 2 0 0 0,1-1 0 0 0,11-9 0 0 0,-15 15 2 0 0,-1 0 0 0 0,1 0 0 0 0,0 0 0 0 0,0 1 0 0 0,1 0 0 0 0,-1 0 0 0 0,0 0 0 0 0,1 0 0 0 0,-1 1 0 0 0,1-1 0 0 0,-1 1 0 0 0,1 0 0 0 0,0 1-1 0 0,0-1 1 0 0,-1 1 0 0 0,1 0 0 0 0,0 0 0 0 0,0 1 0 0 0,-1-1 0 0 0,1 1 0 0 0,0 0 0 0 0,-1 0 0 0 0,1 1 0 0 0,-1-1 0 0 0,1 1 0 0 0,-1 0 0 0 0,6 3 0 0 0,-4-1 7 0 0,0 0 1 0 0,0 0-1 0 0,0 0 1 0 0,-1 1-1 0 0,0-1 1 0 0,0 1-1 0 0,0 1 1 0 0,0-1-1 0 0,-1 1 1 0 0,0-1-1 0 0,0 1 1 0 0,3 7-1 0 0,-5-9 17 0 0,-1-1-1 0 0,0 0 1 0 0,0 0-1 0 0,0 1 1 0 0,0-1-1 0 0,-1 1 1 0 0,1-1 0 0 0,-1 1-1 0 0,0-1 1 0 0,0 1-1 0 0,0-1 1 0 0,-1 0-1 0 0,1 1 1 0 0,-1-1-1 0 0,0 1 1 0 0,0-1-1 0 0,0 0 1 0 0,0 1-1 0 0,0-1 1 0 0,-1 0-1 0 0,1 0 1 0 0,-1 0-1 0 0,0 0 1 0 0,0 0 0 0 0,0-1-1 0 0,-4 4 1 0 0,-2 2 42 0 0,0-1 1 0 0,-1 0-1 0 0,0 0 0 0 0,0-1 1 0 0,0 0-1 0 0,-1-1 1 0 0,0 0-1 0 0,0 0 1 0 0,-1-1-1 0 0,-14 4 1 0 0,15-5-126 0 0,0-1 1 0 0,0 0-1 0 0,0-1 1 0 0,-1 0 0 0 0,1 0-1 0 0,-1-1 1 0 0,1 0-1 0 0,0-1 1 0 0,-1 0-1 0 0,1-1 1 0 0,-11-3 0 0 0,20 5-113 0 0,-1 0 1 0 0,1-1 0 0 0,-1 1-1 0 0,1 0 1 0 0,0-1-1 0 0,-1 0 1 0 0,1 1 0 0 0,0-1-1 0 0,0 0 1 0 0,0 1 0 0 0,-1-1-1 0 0,1 0 1 0 0,0 0-1 0 0,0 0 1 0 0,0 0 0 0 0,0 0-1 0 0,0 0 1 0 0,1-1 0 0 0,-1 1-1 0 0,0 0 1 0 0,0 0 0 0 0,1-1-1 0 0,-1 1 1 0 0,1 0-1 0 0,-1-1 1 0 0,1 1 0 0 0,0 0-1 0 0,-1-1 1 0 0,1 1 0 0 0,0-1-1 0 0,0 1 1 0 0,0 0 0 0 0,0-1-1 0 0,0 1 1 0 0,0-1-1 0 0,0 1 1 0 0,1 0 0 0 0,-1-1-1 0 0,0 1 1 0 0,1-1 0 0 0,-1 1-1 0 0,1 0 1 0 0,0 0 0 0 0,-1-1-1 0 0,1 1 1 0 0,2-2-1 0 0,2-5-1235 0 0,0 0 0 0 0,1 1-1 0 0,0 0 1 0 0,0 0-1 0 0,13-10 1 0 0,1 2-3756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3.9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1304 0 0,'15'-3'2761'0'0,"19"-1"4177"0"0,-32 5-6741 0 0,0-1-1 0 0,-1 0 0 0 0,1 0 0 0 0,0 1 1 0 0,-1-1-1 0 0,1 1 0 0 0,0-1 1 0 0,-1 1-1 0 0,1 0 0 0 0,-1 0 1 0 0,1-1-1 0 0,-1 1 0 0 0,1 0 0 0 0,-1 0 1 0 0,0 1-1 0 0,1-1 0 0 0,1 2 1 0 0,1 3 223 0 0,1-2 1 0 0,0 1-1 0 0,1 0 1 0 0,-1-1-1 0 0,1 0 1 0 0,0-1-1 0 0,-1 1 1 0 0,2-1-1 0 0,-1 0 1 0 0,0 0-1 0 0,1-1 1 0 0,7 2-1 0 0,-11-4-299 0 0,1 0 1 0 0,-1-1-1 0 0,1 1 0 0 0,-1-1 0 0 0,0 0 0 0 0,1 0 1 0 0,-1 0-1 0 0,0 0 0 0 0,0-1 0 0 0,0 1 1 0 0,0-1-1 0 0,0 0 0 0 0,0 0 0 0 0,0 0 0 0 0,3-4 1 0 0,-1 1-54 0 0,0 0 0 0 0,0 0 0 0 0,-1 0 0 0 0,0-1 0 0 0,0 0-1 0 0,0 0 1 0 0,-1 0 0 0 0,0 0 0 0 0,0 0 0 0 0,-1-1 0 0 0,0 1 0 0 0,0-1 0 0 0,0 0 0 0 0,-1 0 0 0 0,0 0 0 0 0,0 1 0 0 0,0-13 0 0 0,-1 18-71 0 0,-1 0 1 0 0,1 0-1 0 0,0 0 0 0 0,0 0 1 0 0,-1 0-1 0 0,1 0 1 0 0,0 0-1 0 0,-1 0 0 0 0,1 0 1 0 0,-1 0-1 0 0,0 0 0 0 0,1 0 1 0 0,-1 0-1 0 0,0 1 0 0 0,1-1 1 0 0,-1 0-1 0 0,0 1 0 0 0,0-1 1 0 0,1 0-1 0 0,-1 1 0 0 0,0-1 1 0 0,0 1-1 0 0,0-1 0 0 0,0 1 1 0 0,0-1-1 0 0,0 1 0 0 0,0 0 1 0 0,0 0-1 0 0,0-1 0 0 0,0 1 1 0 0,0 0-1 0 0,0 0 0 0 0,0 0 1 0 0,0 0-1 0 0,0 0 1 0 0,0 0-1 0 0,0 1 0 0 0,0-1 1 0 0,0 0-1 0 0,0 0 0 0 0,-2 1 1 0 0,-5 1-13 0 0,0 1 0 0 0,1-1 0 0 0,-14 7 0 0 0,19-8 22 0 0,-12 7-10 0 0,0 0-1 0 0,1 1 0 0 0,0 1 1 0 0,1 0-1 0 0,0 0 1 0 0,1 1-1 0 0,0 1 1 0 0,0 0-1 0 0,1 0 0 0 0,1 1 1 0 0,0 0-1 0 0,1 1 1 0 0,0 0-1 0 0,1 0 1 0 0,1 1-1 0 0,-7 22 0 0 0,11-33 19 0 0,1 1 0 0 0,1-1 0 0 0,-1 1 0 0 0,0-1 0 0 0,1 1 0 0 0,0 0 0 0 0,0-1 0 0 0,1 1-1 0 0,-1 0 1 0 0,1-1 0 0 0,0 1 0 0 0,0-1 0 0 0,1 1 0 0 0,-1-1 0 0 0,1 1 0 0 0,0-1-1 0 0,0 0 1 0 0,0 0 0 0 0,1 0 0 0 0,-1 0 0 0 0,1 0 0 0 0,7 6 0 0 0,-4-5 6 0 0,1 0 1 0 0,-1 0 0 0 0,2 0-1 0 0,-1-1 1 0 0,0 0-1 0 0,1-1 1 0 0,-1 1 0 0 0,1-2-1 0 0,0 1 1 0 0,0-1 0 0 0,0 0-1 0 0,9 1 1 0 0,6 0 29 0 0,0-1 0 0 0,0-1 0 0 0,1-1-1 0 0,-1 0 1 0 0,0-2 0 0 0,0-1 0 0 0,0-1 0 0 0,0-1 0 0 0,-1-1 0 0 0,33-12 0 0 0,-52 16-241 0 0,42-22-2231 0 0,-32 14-2095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4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50 108 8 0 0,'-5'-5'1088'0'0,"0"0"0"0"0,0-1 0 0 0,1 0 0 0 0,-1 0 0 0 0,1 0 0 0 0,1-1 0 0 0,0 0 0 0 0,0 1 0 0 0,0-1 0 0 0,0 0 0 0 0,1 0-1 0 0,0 0 1 0 0,0-9 0 0 0,2 16-1069 0 0,0-1-1 0 0,0 1 0 0 0,0-1 1 0 0,0 1-1 0 0,0-1 0 0 0,0 1 1 0 0,0 0-1 0 0,0-1 0 0 0,1 1 1 0 0,-1-1-1 0 0,0 1 0 0 0,0 0 1 0 0,1-1-1 0 0,-1 1 0 0 0,0 0 1 0 0,1-1-1 0 0,-1 1 0 0 0,0 0 1 0 0,1-1-1 0 0,-1 1 0 0 0,0 0 1 0 0,1 0-1 0 0,-1-1 0 0 0,0 1 1 0 0,1 0-1 0 0,-1 0 1 0 0,1 0-1 0 0,-1 0 0 0 0,1 0 1 0 0,-1-1-1 0 0,0 1 0 0 0,1 0 1 0 0,-1 0-1 0 0,1 0 0 0 0,-1 0 1 0 0,1 0-1 0 0,-1 0 0 0 0,1 0 1 0 0,-1 1-1 0 0,0-1 0 0 0,1 0 1 0 0,-1 0-1 0 0,1 0 0 0 0,-1 0 1 0 0,0 0-1 0 0,1 1 0 0 0,-1-1 1 0 0,1 0-1 0 0,-1 0 0 0 0,0 1 1 0 0,1-1-1 0 0,-1 1 0 0 0,23 13 112 0 0,-9-1 93 0 0,-1 2 0 0 0,-1 0-1 0 0,0 0 1 0 0,-1 1 0 0 0,-1 0-1 0 0,13 28 1 0 0,-10-15 214 0 0,-1 1-1 0 0,-2 0 0 0 0,9 37 1 0 0,-17-53 316 0 0,0 0 1 0 0,1 18-1 0 0,-3 8 4904 0 0,0-31-3516 0 0,15-44-2200 0 0,-5 12-559 0 0,0 1-1 0 0,2 0 1 0 0,0 0-1 0 0,1 1 1 0 0,1 1-1 0 0,1 0 1 0 0,1 1-1 0 0,1 1 1 0 0,21-19-1 0 0,-20 22-2360 0 0,38-25 0 0 0,-37 29-269 0 0,0 1 0 0 0,24-10 0 0 0,-19 10-2106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2:35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1 126 1872 0 0,'0'-17'2603'0'0,"0"-1"0"0"0,2 1 0 0 0,0 0 0 0 0,6-24 0 0 0,-8 41-2583 0 0,0-1 0 0 0,1 1 0 0 0,-1-1 0 0 0,0 1 0 0 0,1-1 1 0 0,-1 1-1 0 0,1 0 0 0 0,-1-1 0 0 0,0 1 0 0 0,1 0 0 0 0,-1-1 0 0 0,1 1 0 0 0,-1 0 0 0 0,1 0 0 0 0,0 0 0 0 0,-1-1 0 0 0,1 1 0 0 0,-1 0 0 0 0,1 0 0 0 0,-1 0 0 0 0,1 0 0 0 0,-1 0 0 0 0,1 0 0 0 0,0 0 0 0 0,-1 0 0 0 0,1 0 0 0 0,-1 0 0 0 0,1 0 0 0 0,-1 1 0 0 0,1-1 0 0 0,-1 0 0 0 0,1 0 0 0 0,-1 0 0 0 0,1 1 0 0 0,-1-1 0 0 0,1 0 0 0 0,-1 1 0 0 0,1-1 0 0 0,0 1 0 0 0,-1-1-27 0 0,4 2 30 0 0,-1 1-1 0 0,0-1 1 0 0,0 0-1 0 0,0 1 1 0 0,0 0-1 0 0,-1-1 1 0 0,1 1-1 0 0,-1 0 1 0 0,1 1-1 0 0,-1-1 1 0 0,2 5-1 0 0,18 41 383 0 0,-18-37-251 0 0,6 13 187 0 0,-2 1-1 0 0,0 0 0 0 0,-2 1 1 0 0,-1 0-1 0 0,-2 0 0 0 0,0 0 1 0 0,-2 0-1 0 0,0 1 0 0 0,-5 27 1 0 0,4-42 890 0 0,1-12-1129 0 0,-1 0 1 0 0,0 0-1 0 0,0 0 1 0 0,0 0-1 0 0,0 0 1 0 0,0 0-1 0 0,0 0 1 0 0,0 0-1 0 0,0 0 1 0 0,-1 0 0 0 0,1 0-1 0 0,0 0 1 0 0,-1 0-1 0 0,1 0 1 0 0,0 0-1 0 0,-1 0 1 0 0,1 0-1 0 0,-1 0 1 0 0,0 0-1 0 0,1 0 1 0 0,-1 0-1 0 0,0-1 1 0 0,1 1-1 0 0,-1 0 1 0 0,0 0-1 0 0,-1 0 1 0 0,1-1-86 0 0,1 0 0 0 0,-1 0 0 0 0,1 0 1 0 0,-1 0-1 0 0,1 0 0 0 0,0 0 0 0 0,-1 0 0 0 0,1 0 0 0 0,-1-1 1 0 0,1 1-1 0 0,-1 0 0 0 0,1 0 0 0 0,0 0 0 0 0,-1-1 0 0 0,1 1 1 0 0,-1 0-1 0 0,1-1 0 0 0,0 1 0 0 0,0 0 0 0 0,-1-1 0 0 0,1 1 1 0 0,0 0-1 0 0,-1-1 0 0 0,1 1 0 0 0,0 0 0 0 0,0-1 0 0 0,0 1 1 0 0,-1-1-1 0 0,1 1 0 0 0,0-1 0 0 0,0 1 0 0 0,0 0 1 0 0,0-1-1 0 0,-6-17 106 0 0,5 3-112 0 0,0 0 0 0 0,1 0 0 0 0,1 0 1 0 0,1 1-1 0 0,0-1 0 0 0,7-27 0 0 0,1 7-250 0 0,26-56 0 0 0,-27 72 18 0 0,1 0-1 0 0,0 1 1 0 0,15-19-1 0 0,-19 30-225 0 0,-1 0 0 0 0,1 1 0 0 0,0-1 0 0 0,0 1 0 0 0,1 0 0 0 0,0 0 0 0 0,0 1 0 0 0,0 0 0 0 0,16-7 0 0 0,-22 11 114 0 0,1 1-1 0 0,-1-1 1 0 0,0 1 0 0 0,1 0 0 0 0,-1 0 0 0 0,1-1-1 0 0,-1 1 1 0 0,1 0 0 0 0,-1 0 0 0 0,1 0 0 0 0,-1 1 0 0 0,1-1-1 0 0,-1 0 1 0 0,0 1 0 0 0,1-1 0 0 0,-1 0 0 0 0,0 1-1 0 0,1 0 1 0 0,-1-1 0 0 0,0 1 0 0 0,1 0 0 0 0,-1 0 0 0 0,0-1-1 0 0,0 1 1 0 0,0 0 0 0 0,0 0 0 0 0,0 0 0 0 0,0 1-1 0 0,0-1 1 0 0,0 0 0 0 0,0 0 0 0 0,-1 0 0 0 0,1 1-1 0 0,0-1 1 0 0,-1 0 0 0 0,2 3 0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2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32 2988 0 0,'22'-31'15937'0'0,"-22"31"-15861"0"0,0 0 0 0 0,1-1 0 0 0,-1 1 0 0 0,0 0 0 0 0,0 0 0 0 0,0 0 0 0 0,1 0 0 0 0,-1 0 0 0 0,0 0 0 0 0,0 0 0 0 0,3 1 1064 0 0,-3 0-1064 0 0,3 14 1341 0 0,-3 24-370 0 0,-18 68 173 0 0,-36 124 0 0 0,28-134-2220 0 0,19-59-3488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3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287 110 2416 0 0,'18'-30'5682'0'0,"-9"15"-2392"0"0,0 0 1 0 0,7-17 0 0 0,-16 30-2880 0 0,1-13 940 0 0,-22 25-1145 0 0,7-1-187 0 0,0 1 0 0 0,1 0 1 0 0,0 1-1 0 0,-15 16 0 0 0,21-20-24 0 0,0 2-1 0 0,0-1 1 0 0,1 1 0 0 0,0 0 0 0 0,1 0-1 0 0,0 0 1 0 0,-7 17 0 0 0,12-24 33 0 0,-1 1 0 0 0,0 0 0 0 0,1-1 0 0 0,-1 1 0 0 0,1-1 1 0 0,0 1-1 0 0,0 0 0 0 0,0-1 0 0 0,0 1 0 0 0,0 0 0 0 0,1-1 0 0 0,-1 1 0 0 0,1-1 1 0 0,-1 1-1 0 0,1 0 0 0 0,0-1 0 0 0,0 0 0 0 0,0 1 0 0 0,1-1 0 0 0,-1 0 0 0 0,1 1 1 0 0,-1-1-1 0 0,1 0 0 0 0,0 0 0 0 0,-1 0 0 0 0,1 0 0 0 0,0-1 0 0 0,0 1 0 0 0,0 0 0 0 0,4 1 1 0 0,6 4 342 0 0,1 0-1 0 0,0-1 1 0 0,0 0 0 0 0,22 5 0 0 0,-9-2-16 0 0,-1 0 133 0 0,-18-7-107 0 0,1 0 1 0 0,0 1 0 0 0,-1 1 0 0 0,0-1-1 0 0,1 1 1 0 0,-1 0 0 0 0,-1 1 0 0 0,8 5-1 0 0,-13-9-280 0 0,0 0 0 0 0,0 0-1 0 0,0 0 1 0 0,-1 0-1 0 0,1 0 1 0 0,0 0-1 0 0,-1 1 1 0 0,1-1-1 0 0,-1 0 1 0 0,0 0 0 0 0,1 0-1 0 0,-1 1 1 0 0,0-1-1 0 0,1 0 1 0 0,-1 0-1 0 0,0 1 1 0 0,0-1-1 0 0,0 0 1 0 0,0 0 0 0 0,-1 1-1 0 0,1-1 1 0 0,0 0-1 0 0,0 0 1 0 0,-1 1-1 0 0,1-1 1 0 0,-1 0-1 0 0,1 0 1 0 0,-1 0 0 0 0,1 0-1 0 0,-1 1 1 0 0,0-1-1 0 0,0 0 1 0 0,1 0-1 0 0,-1 0 1 0 0,-2 1-1 0 0,-1 2 79 0 0,0 1 0 0 0,-1-1-1 0 0,0 0 1 0 0,0 0 0 0 0,-9 5-1 0 0,5-4-186 0 0,-1-1 1 0 0,0 0-1 0 0,0 0 0 0 0,0-1 0 0 0,-1 0 1 0 0,1-1-1 0 0,-1 0 0 0 0,1-1 0 0 0,-1 0 1 0 0,0 0-1 0 0,1-1 0 0 0,-1-1 0 0 0,0 0 0 0 0,1 0 1 0 0,-1-1-1 0 0,1-1 0 0 0,-17-5 0 0 0,14 3-920 0 0,0 0-1 0 0,1-1 0 0 0,-1-1 0 0 0,2 0 0 0 0,-20-14 1 0 0,21 12-1080 0 0,0 1 0 0 0,1-1 1 0 0,0-1-1 0 0,1 0 0 0 0,0 0 0 0 0,-8-13 1 0 0,2 0-7511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3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55 3068 0 0,'-3'-9'4225'0'0,"-4"-5"-1153"0"0,4 1-1136 0 0,1 4-824 0 0,-1-1-960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4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260 119 1124 0 0,'16'-35'7325'0'0,"9"-26"2857"0"0,-24 60-10156 0 0,-1 1-1 0 0,0-1 0 0 0,1 0 1 0 0,-1 1-1 0 0,0-1 1 0 0,0 1-1 0 0,0-1 1 0 0,0 0-1 0 0,1 1 1 0 0,-1-1-1 0 0,0 0 1 0 0,0 1-1 0 0,0-1 0 0 0,-1 0 1 0 0,1 1-1 0 0,0-1 1 0 0,0 0-1 0 0,0 1 1 0 0,0-1-1 0 0,0 1 1 0 0,-1-1-1 0 0,1 0 1 0 0,0 1-1 0 0,-1-1 1 0 0,1 1-1 0 0,0-1 0 0 0,-1 1 1 0 0,1-1-1 0 0,-1 1 1 0 0,1-1-1 0 0,-1 1 1 0 0,1-1-1 0 0,-1 1 1 0 0,1-1-1 0 0,-1 1 1 0 0,1 0-1 0 0,-1 0 1 0 0,1-1-1 0 0,-1 1 0 0 0,0 0 1 0 0,1 0-1 0 0,-1-1 1 0 0,0 1-1 0 0,1 0 1 0 0,-1 0-1 0 0,0 0 1 0 0,1 0-1 0 0,-1 0 1 0 0,0 0-1 0 0,1 0 1 0 0,-1 0-1 0 0,1 0 0 0 0,-2 1 1 0 0,-37 7 59 0 0,36-8-57 0 0,-12 6-39 0 0,-1 1 0 0 0,1 0-1 0 0,0 1 1 0 0,1 1 0 0 0,0 0-1 0 0,0 1 1 0 0,-14 14-1 0 0,26-23 8 0 0,0 1 0 0 0,0 0-1 0 0,0 0 1 0 0,0 0 0 0 0,1 0-1 0 0,-1 0 1 0 0,1 0 0 0 0,-1 0-1 0 0,1 0 1 0 0,0 1 0 0 0,0-1-1 0 0,0 1 1 0 0,0-1 0 0 0,0 1-1 0 0,0-1 1 0 0,1 1 0 0 0,-1-1-1 0 0,1 4 1 0 0,1-2 4 0 0,0 0 0 0 0,0-1 0 0 0,1 0 1 0 0,0 1-1 0 0,-1-1 0 0 0,1 0 0 0 0,1 0 0 0 0,-1 0 1 0 0,0 0-1 0 0,1 0 0 0 0,-1 0 0 0 0,1-1 0 0 0,6 5 0 0 0,27 20-10 0 0,-11-10-1 0 0,0 2 1 0 0,-1 0-1 0 0,-1 2 1 0 0,34 39-1 0 0,-54-56 138 0 0,-1-1 1 0 0,0 1-1 0 0,1-1 0 0 0,-1 1 1 0 0,0 0-1 0 0,-1-1 0 0 0,1 1 0 0 0,-1 0 1 0 0,1 0-1 0 0,-1 1 0 0 0,0-1 1 0 0,-1 0-1 0 0,1 0 0 0 0,-1 0 0 0 0,0 1 1 0 0,0-1-1 0 0,0 0 0 0 0,0 0 1 0 0,-1 0-1 0 0,0 1 0 0 0,0-1 0 0 0,0 0 1 0 0,0 0-1 0 0,-1 0 0 0 0,1 0 1 0 0,-1-1-1 0 0,0 1 0 0 0,0 0 0 0 0,0-1 1 0 0,-1 1-1 0 0,0-1 0 0 0,1 0 1 0 0,-1 1-1 0 0,0-2 0 0 0,0 1 0 0 0,-1 0 1 0 0,1 0-1 0 0,-1-1 0 0 0,1 0 1 0 0,-1 0-1 0 0,0 0 0 0 0,1 0 1 0 0,-1 0-1 0 0,0-1 0 0 0,-7 2 0 0 0,-1 0 26 0 0,0-1 0 0 0,0-1 0 0 0,0 0 0 0 0,0 0 0 0 0,0-1 0 0 0,0 0 0 0 0,1-1-1 0 0,-18-4 1 0 0,-6-2-255 0 0,-47-17-1 0 0,67 16-3267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4.8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166 124 2756 0 0,'9'-7'1861'0'0,"-1"-1"0"0"0,-1 0 0 0 0,1 0 0 0 0,-1-1 0 0 0,-1 0 0 0 0,0 0 1 0 0,0 0-1 0 0,-1-1 0 0 0,8-18 0 0 0,-13 26-1419 0 0,-2-2-56 0 0,2 3-370 0 0,0 1 0 0 0,0-1 0 0 0,0 1 0 0 0,0-1 0 0 0,-1 1 0 0 0,1-1 0 0 0,0 0 0 0 0,0 1 0 0 0,-1-1 0 0 0,1 1 0 0 0,0-1 0 0 0,-1 1 0 0 0,1 0 0 0 0,0-1 0 0 0,-1 1 0 0 0,1-1 0 0 0,-1 1 0 0 0,1 0 0 0 0,-1-1 0 0 0,1 1 0 0 0,-1 0 0 0 0,1-1 0 0 0,-1 1 0 0 0,1 0 0 0 0,-1 0 0 0 0,1-1 0 0 0,-1 1 0 0 0,1 0 0 0 0,-1 0 0 0 0,0 0 0 0 0,1 0 0 0 0,-1 0 0 0 0,1 0 0 0 0,-1 0 0 0 0,1 0 0 0 0,-1 0 0 0 0,0 0 0 0 0,1 0 0 0 0,-1 0 0 0 0,1 0 0 0 0,-1 1 0 0 0,1-1 0 0 0,-1 0 0 0 0,1 0 0 0 0,-1 1 0 0 0,0 0 0 0 0,-13 6 1 0 0,0 0 0 0 0,1 2 0 0 0,0-1 0 0 0,1 2 0 0 0,0 0 0 0 0,1 0 0 0 0,0 1 0 0 0,0 0 0 0 0,-11 17 0 0 0,9-11 1 0 0,2 1 1 0 0,0 0-1 0 0,1 1 1 0 0,1 0-1 0 0,1 0 1 0 0,-9 31-1 0 0,16-47-32 0 0,0 0-1 0 0,0 0 1 0 0,0 0-1 0 0,0 1 1 0 0,1-1-1 0 0,0 0 1 0 0,0 1 0 0 0,0-1-1 0 0,0 0 1 0 0,0 1-1 0 0,1-1 1 0 0,-1 0-1 0 0,1 1 1 0 0,0-1-1 0 0,0 0 1 0 0,0 0 0 0 0,0 0-1 0 0,1 0 1 0 0,-1 0-1 0 0,1 0 1 0 0,0 0-1 0 0,0 0 1 0 0,0-1-1 0 0,2 3 1 0 0,0-2-12 0 0,-1-1 0 0 0,1 1 0 0 0,-1-1 0 0 0,1 0 0 0 0,0 0 0 0 0,0-1 0 0 0,0 1 0 0 0,0-1 0 0 0,0 0 0 0 0,0 0 0 0 0,0 0 0 0 0,0-1 0 0 0,1 1 0 0 0,-1-1 0 0 0,0 0 0 0 0,0 0 0 0 0,0-1 0 0 0,7 0 0 0 0,-1-1-110 0 0,0-1 1 0 0,0 0-1 0 0,0 0 0 0 0,0-1 1 0 0,0 0-1 0 0,-1-1 1 0 0,0 0-1 0 0,0-1 0 0 0,0 1 1 0 0,-1-2-1 0 0,1 1 1 0 0,-2-1-1 0 0,1-1 0 0 0,-1 1 1 0 0,10-14-1 0 0,-2 0 289 0 0,0-1-1 0 0,-2 0 1 0 0,-1-1-1 0 0,-1-1 1 0 0,10-29 0 0 0,-6 22 150 0 0,-11 28-370 0 0,-8 21 33 0 0,-3 12 77 0 0,1 0-1 0 0,1 0 1 0 0,2 0-1 0 0,0 41 0 0 0,3-59-15 0 0,1 0 0 0 0,-1 0 0 0 0,2-1 0 0 0,0 1 0 0 0,7 23 0 0 0,-8-32-134 0 0,0 1 0 0 0,1-1-1 0 0,-1 0 1 0 0,1 0 0 0 0,0 1 0 0 0,0-1 0 0 0,0 0 0 0 0,0-1 0 0 0,0 1 0 0 0,1 0 0 0 0,-1-1 0 0 0,1 1 0 0 0,0-1 0 0 0,0 0 0 0 0,0 0 0 0 0,0 0 0 0 0,0 0-1 0 0,0 0 1 0 0,1-1 0 0 0,-1 1 0 0 0,0-1 0 0 0,1 0 0 0 0,5 1 0 0 0,-2-1-513 0 0,0-1 1 0 0,0 0-1 0 0,1-1 0 0 0,-1 1 1 0 0,0-1-1 0 0,0 0 0 0 0,0-1 1 0 0,-1 0-1 0 0,1 0 0 0 0,0-1 0 0 0,-1 1 1 0 0,1-1-1 0 0,-1-1 0 0 0,0 1 1 0 0,0-1-1 0 0,0 0 0 0 0,-1-1 1 0 0,1 1-1 0 0,6-9 0 0 0,9-7-3725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5.0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3884 0 0,'10'-25'2888'0'0,"-2"0"0"0"0,0 0 0 0 0,-2-1 0 0 0,4-29 0 0 0,-10 54-2686 0 0,1-1 85 0 0,2-1 427 0 0,-4 13 22 0 0,-5 26-166 0 0,2 0 0 0 0,2 0 0 0 0,1 0 0 0 0,5 52 0 0 0,4-39-411 0 0,-8-46-173 0 0,0-1 1 0 0,1 0-1 0 0,0 1 1 0 0,0-1-1 0 0,-1 0 1 0 0,1 0-1 0 0,1 1 0 0 0,-1-1 1 0 0,0 0-1 0 0,0 0 1 0 0,1 0-1 0 0,-1-1 0 0 0,1 1 1 0 0,0 0-1 0 0,0 0 1 0 0,-1-1-1 0 0,4 2 0 0 0,-2-2-228 0 0,1 0 0 0 0,-1 0-1 0 0,0-1 1 0 0,0 0 0 0 0,1 1-1 0 0,-1-1 1 0 0,1-1-1 0 0,-1 1 1 0 0,0 0 0 0 0,1-1-1 0 0,-1 0 1 0 0,0 1 0 0 0,0-2-1 0 0,0 1 1 0 0,1 0-1 0 0,-1 0 1 0 0,0-1 0 0 0,2-1-1 0 0,3-2-1062 0 0,-1 1-1 0 0,-1-1 0 0 0,1 0 1 0 0,-1-1-1 0 0,0 0 0 0 0,9-10 1 0 0,5-7-5574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5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45 1840 0 0,'-3'-4'719'0'0,"0"0"1"0"0,-1 0-1 0 0,1 0 0 0 0,-1 1 0 0 0,1 0 1 0 0,-1-1-1 0 0,0 1 0 0 0,-1 1 0 0 0,1-1 1 0 0,0 0-1 0 0,-1 1 0 0 0,-6-3 0 0 0,9 5-674 0 0,1 0 0 0 0,0 0 0 0 0,0 0-1 0 0,0 0 1 0 0,-1 0 0 0 0,1 0 0 0 0,0 0-1 0 0,0 0 1 0 0,0 1 0 0 0,0-1 0 0 0,-1 0-1 0 0,1 1 1 0 0,0-1 0 0 0,0 1 0 0 0,0-1-1 0 0,0 1 1 0 0,0 0 0 0 0,0-1 0 0 0,0 1-1 0 0,0 0 1 0 0,-1 1 0 0 0,-14 20-447 0 0,13-17-592 0 0,1 1-1 0 0,0 0 0 0 0,0 1 1 0 0,0-1-1 0 0,-1 12 1 0 0,2-4-2408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5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337 578 1480 0 0,'9'-9'8083'0'0,"-7"6"-7513"0"0,-1 0 0 0 0,0-1 0 0 0,0 1 0 0 0,0 0 0 0 0,-1-1 0 0 0,1 1 0 0 0,-1-1 0 0 0,0 0 0 0 0,0 1 0 0 0,0-1 0 0 0,0 1 0 0 0,-1-4 0 0 0,0 3-252 0 0,0 0 0 0 0,0 1-1 0 0,-1 0 1 0 0,1-1-1 0 0,-1 1 1 0 0,1-1-1 0 0,-1 1 1 0 0,0 0-1 0 0,0 0 1 0 0,-5-4 0 0 0,4 4-248 0 0,0 0 0 0 0,0 0 1 0 0,-1 0-1 0 0,1 1 0 0 0,-1 0 1 0 0,1 0-1 0 0,-1 0 1 0 0,0 0-1 0 0,0 0 0 0 0,0 1 1 0 0,0-1-1 0 0,0 1 0 0 0,0 0 1 0 0,0 1-1 0 0,-1-1 0 0 0,1 1 1 0 0,0-1-1 0 0,0 1 1 0 0,-1 0-1 0 0,1 1 0 0 0,-7 1 1 0 0,-1 1-60 0 0,0 1-1 0 0,1 0 1 0 0,-1 1 0 0 0,1 1 0 0 0,0 0 0 0 0,0 0 0 0 0,0 1 0 0 0,1 0-1 0 0,0 1 1 0 0,1 0 0 0 0,-1 1 0 0 0,2 0 0 0 0,-1 0 0 0 0,1 1 0 0 0,-7 11 0 0 0,6-8-9 0 0,1 1 0 0 0,0 0 0 0 0,1 0 0 0 0,0 0 0 0 0,1 1 0 0 0,1 0 0 0 0,1 0 1 0 0,0 1-1 0 0,0 0 0 0 0,2-1 0 0 0,-2 26 0 0 0,4-36 7 0 0,0-1-1 0 0,0 0 1 0 0,1 1-1 0 0,-1-1 1 0 0,1 0-1 0 0,0 0 1 0 0,0 1-1 0 0,0-1 1 0 0,1 0 0 0 0,0 0-1 0 0,-1 0 1 0 0,1 0-1 0 0,1-1 1 0 0,-1 1-1 0 0,6 6 1 0 0,-6-8-4 0 0,1 0-1 0 0,0 0 1 0 0,-1 0-1 0 0,1 0 1 0 0,0 0-1 0 0,0-1 1 0 0,1 0 0 0 0,-1 1-1 0 0,0-1 1 0 0,0 0-1 0 0,1 0 1 0 0,-1-1 0 0 0,0 1-1 0 0,1-1 1 0 0,-1 0-1 0 0,1 0 1 0 0,-1 0 0 0 0,0 0-1 0 0,1 0 1 0 0,5-2-1 0 0,1-1-83 0 0,1 0 0 0 0,-1 0 0 0 0,-1-1 0 0 0,1-1 0 0 0,0 1-1 0 0,-1-1 1 0 0,0-1 0 0 0,0 0 0 0 0,-1 0 0 0 0,0-1 0 0 0,0 0 0 0 0,0 0-1 0 0,11-15 1 0 0,1-4-231 0 0,-1 0-1 0 0,-2-1 0 0 0,19-36 1 0 0,-12 12 55 0 0,-2-1 0 0 0,-2-1 1 0 0,-3 0-1 0 0,20-105 0 0 0,-27 95 1254 0 0,2-127-1 0 0,-12 189-998 0 0,1 0 1 0 0,-1 1 0 0 0,0-1-1 0 0,0 0 1 0 0,0 1-1 0 0,0-1 1 0 0,0 1-1 0 0,0-1 1 0 0,0 0-1 0 0,-1 1 1 0 0,1-1-1 0 0,0 0 1 0 0,0 1-1 0 0,0-1 1 0 0,-1 1 0 0 0,1-1-1 0 0,0 0 1 0 0,0 1-1 0 0,-1-1 1 0 0,1 1-1 0 0,-1-1 1 0 0,1 1-1 0 0,-1-1 1 0 0,0 1-1 0 0,0 0 0 0 0,1 0 0 0 0,-1 0 0 0 0,1 0 0 0 0,-1 0 0 0 0,1 0 0 0 0,-1 0 0 0 0,1 1 0 0 0,-1-1 0 0 0,1 0 0 0 0,-1 0 1 0 0,1 1-1 0 0,-1-1 0 0 0,1 0 0 0 0,-1 1 0 0 0,1-1 0 0 0,0 1 0 0 0,-1-1 0 0 0,1 0 0 0 0,-1 2 0 0 0,-2 1-1 0 0,0 1 0 0 0,0 0 0 0 0,1 0 0 0 0,0 0-1 0 0,-3 6 1 0 0,-9 39 83 0 0,2 1 1 0 0,3 0-1 0 0,1 1 0 0 0,3 0 0 0 0,3 0 0 0 0,1 0 0 0 0,7 60 1 0 0,-4-90-135 0 0,1 0 1 0 0,1 0-1 0 0,1-1 1 0 0,0 1 0 0 0,10 20-1 0 0,-11-32-467 0 0,0 0 1 0 0,1-1-1 0 0,0 1 0 0 0,0-1 0 0 0,11 11 0 0 0,-12-14-426 0 0,1 0 0 0 0,0 0-1 0 0,1-1 1 0 0,-1 0 0 0 0,1 0-1 0 0,0 0 1 0 0,0-1 0 0 0,11 5 0 0 0,10 1-6207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6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15 671 1144 0 0,'-10'47'10062'0'0,"5"4"-5813"0"0,5-47-4046 0 0,1 1 0 0 0,-1 0 0 0 0,1-1-1 0 0,0 1 1 0 0,1-1 0 0 0,-1 1 0 0 0,1-1-1 0 0,-1 1 1 0 0,1-1 0 0 0,3 5 0 0 0,-4-9-167 0 0,-1 1 0 0 0,1-1 0 0 0,0 0 1 0 0,-1 1-1 0 0,1-1 0 0 0,0 1 0 0 0,-1-1 1 0 0,1 0-1 0 0,0 0 0 0 0,0 1 0 0 0,-1-1 1 0 0,1 0-1 0 0,0 0 0 0 0,0 0 0 0 0,0 0 1 0 0,-1 0-1 0 0,1 0 0 0 0,0 0 0 0 0,0 0 1 0 0,-1 0-1 0 0,1 0 0 0 0,0 0 0 0 0,0-1 1 0 0,0 1-1 0 0,19-8 281 0 0,-11 2-262 0 0,-1 0 0 0 0,1 0 0 0 0,-1-1 0 0 0,0-1 0 0 0,-1 1 0 0 0,0-1 1 0 0,0 0-1 0 0,-1-1 0 0 0,0 0 0 0 0,6-10 0 0 0,4-12-8 0 0,22-55 1 0 0,-7 1-203 0 0,27-126 0 0 0,-1-93-267 0 0,-57 297 219 0 0,-6 15 144 0 0,-6 18 33 0 0,-10 39 136 0 0,3 1 1 0 0,-14 96-1 0 0,21-97-65 0 0,-2 7 40 0 0,-4 83-1 0 0,16-126-46 0 0,2 1-1 0 0,1-1 0 0 0,1 0 0 0 0,2 0 0 0 0,12 52 0 0 0,-14-76-134 0 0,0 0 0 0 0,0 0-1 0 0,0 1 1 0 0,1-1-1 0 0,-1 0 1 0 0,1-1 0 0 0,0 1-1 0 0,1-1 1 0 0,-1 1 0 0 0,1-1-1 0 0,0 0 1 0 0,0 0-1 0 0,0 0 1 0 0,0-1 0 0 0,1 0-1 0 0,-1 1 1 0 0,6 1-1 0 0,-6-3-102 0 0,1 0-1 0 0,-1-1 1 0 0,0 1-1 0 0,1-1 0 0 0,-1 0 1 0 0,1-1-1 0 0,0 1 1 0 0,-1-1-1 0 0,1 0 1 0 0,-1 0-1 0 0,1 0 0 0 0,0-1 1 0 0,-1 1-1 0 0,1-1 1 0 0,-1 0-1 0 0,1 0 0 0 0,-1-1 1 0 0,0 1-1 0 0,1-1 1 0 0,-1 0-1 0 0,4-3 1 0 0,5-4 1 0 0,-1 0 1 0 0,0 0-1 0 0,0-1 1 0 0,-1-1-1 0 0,0 0 1 0 0,-1 0-1 0 0,-1-1 1 0 0,0 0-1 0 0,15-26 1 0 0,1-10 2154 0 0,27-75 1 0 0,-38 86-14 0 0,-7 16-1247 0 0,-13 36-188 0 0,-3 16-145 0 0,1 0 1 0 0,-5 43 0 0 0,11-56-297 0 0,1 0 0 0 0,1 0 0 0 0,1 0 0 0 0,0 0 1 0 0,7 32-1 0 0,-8-48-45 0 0,1 0 0 0 0,-1 1 0 0 0,1-1 1 0 0,0 1-1 0 0,0-1 0 0 0,0 0 0 0 0,0 1 0 0 0,0-1 1 0 0,0 0-1 0 0,1 0 0 0 0,-1 0 0 0 0,1 0 1 0 0,-1 0-1 0 0,1 0 0 0 0,0-1 0 0 0,0 1 0 0 0,0 0 1 0 0,0-1-1 0 0,0 0 0 0 0,0 1 0 0 0,0-1 0 0 0,0 0 1 0 0,1 0-1 0 0,-1 0 0 0 0,0 0 0 0 0,1-1 0 0 0,-1 1 1 0 0,5 0-1 0 0,-2-1 9 0 0,1-1 0 0 0,-1 1 0 0 0,0-1 0 0 0,1-1 0 0 0,-1 1 0 0 0,0-1 0 0 0,0 1 0 0 0,0-1 0 0 0,0-1 0 0 0,0 1 0 0 0,5-5 0 0 0,-1 2 70 0 0,-1-1 0 0 0,-1-1 0 0 0,1 0 1 0 0,-1 0-1 0 0,11-15 0 0 0,-9 11 62 0 0,-1-1 0 0 0,-1-1 0 0 0,0 0 0 0 0,0 0 0 0 0,-1 0 0 0 0,-1-1 0 0 0,-1 1 0 0 0,6-28 0 0 0,-9 35-156 0 0,0 0 0 0 0,-1 0 0 0 0,1-1 0 0 0,-1 1 0 0 0,-1 0 0 0 0,1 0 0 0 0,-1 0 0 0 0,0 0 0 0 0,-1 0 0 0 0,0 0 0 0 0,1 1-1 0 0,-2-1 1 0 0,1 0 0 0 0,-5-7 0 0 0,2 6-102 0 0,0 0 0 0 0,0 1 0 0 0,-1 0 0 0 0,0 0 1 0 0,0 0-1 0 0,0 1 0 0 0,-1 0 0 0 0,0 0 0 0 0,-11-6 0 0 0,0 2-968 0 0,0 0 0 0 0,-1 1 0 0 0,-22-5 0 0 0,-55-12-8740 0 0,94 25 9580 0 0,-24-5-5102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6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74 2120 0 0,'-3'0'5527'0'0,"-13"0"411"0"0,13 0-4622 0 0,-7-3 2022 0 0,25-2-2474 0 0,30-6-699 0 0,60-8-1720 0 0,43-8-7297 0 0,-107 19 2395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7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63 1588 0 0,'12'-63'14231'0'0,"-11"65"-13947"0"0,1 0-193 0 0,0 1 1 0 0,-1-1 0 0 0,1 1-1 0 0,-1 0 1 0 0,1 0-1 0 0,-1-1 1 0 0,0 1-1 0 0,-1 0 1 0 0,1 0 0 0 0,0 0-1 0 0,-1 0 1 0 0,1 0-1 0 0,-1 0 1 0 0,0 5-1 0 0,-4 51 905 0 0,2-36-790 0 0,-5 47 172 0 0,-4 0 0 0 0,-2-1 1 0 0,-39 116-1 0 0,41-152 1216 0 0,10-31-1225 0 0,-4-15-87 0 0,5 5-269 0 0,1 0 0 0 0,0 1 0 0 0,0-1 0 0 0,0 1-1 0 0,1 0 1 0 0,0-1 0 0 0,1 1 0 0 0,0 0 0 0 0,0 0 0 0 0,6-9 0 0 0,-6 11-26 0 0,0 0 1 0 0,1 1 0 0 0,-1-1-1 0 0,1 1 1 0 0,0 0 0 0 0,0 0-1 0 0,0 0 1 0 0,1 1-1 0 0,-1 0 1 0 0,1-1 0 0 0,0 2-1 0 0,0-1 1 0 0,0 0-1 0 0,10-2 1 0 0,-10 4 0 0 0,-1 0 0 0 0,1 1 0 0 0,0 0 0 0 0,-1 0 0 0 0,1 0 0 0 0,-1 0 1 0 0,1 1-1 0 0,-1 0 0 0 0,1 0 0 0 0,-1 0 0 0 0,1 1 0 0 0,-1-1 0 0 0,0 1 0 0 0,1 0 0 0 0,-1 0 0 0 0,0 0 0 0 0,-1 1 0 0 0,5 2 0 0 0,1 2 4 0 0,0 0 0 0 0,-1 1 0 0 0,0 0-1 0 0,0 0 1 0 0,0 0 0 0 0,7 12-1 0 0,-10-12 27 0 0,-1-1-1 0 0,1 1 0 0 0,-1 0 0 0 0,-1 0 1 0 0,1 0-1 0 0,-2 0 0 0 0,1 0 0 0 0,2 13 0 0 0,-5-18 36 0 0,0 0 0 0 0,0 0 0 0 0,0 0 0 0 0,0-1 0 0 0,0 1-1 0 0,0 0 1 0 0,-1 0 0 0 0,1 0 0 0 0,-1-1 0 0 0,0 1-1 0 0,0 0 1 0 0,0-1 0 0 0,0 1 0 0 0,0-1 0 0 0,-1 1-1 0 0,1-1 1 0 0,-1 1 0 0 0,0-1 0 0 0,1 0 0 0 0,-1 0-1 0 0,0 0 1 0 0,0 0 0 0 0,-1 0 0 0 0,1 0 0 0 0,0-1-1 0 0,0 1 1 0 0,-1-1 0 0 0,1 1 0 0 0,-1-1 0 0 0,-3 1 0 0 0,-8 3 100 0 0,0 0 0 0 0,0-2 0 0 0,0 1 0 0 0,-1-2 0 0 0,-27 2 0 0 0,10-3-293 0 0,-47-5 1 0 0,78 4-24 0 0,0 0-1 0 0,-1 0 1 0 0,1-1 0 0 0,0 1-1 0 0,0 0 1 0 0,0 0 0 0 0,0-1-1 0 0,-1 1 1 0 0,1 0 0 0 0,0-1-1 0 0,0 1 1 0 0,0-1 0 0 0,0 0-1 0 0,0 1 1 0 0,0-1 0 0 0,0 0 0 0 0,0 1-1 0 0,0-1 1 0 0,1 0 0 0 0,-1 0-1 0 0,-1-1 1 0 0,2 1-14 0 0,0 0 0 0 0,-1 0 0 0 0,1 0 0 0 0,0 0 0 0 0,0 0 0 0 0,0 0 0 0 0,0 0 0 0 0,0 0 0 0 0,0 0 0 0 0,0-1 0 0 0,0 1 0 0 0,0 0 0 0 0,1 0 0 0 0,-1 0 0 0 0,0 0 0 0 0,1 0 0 0 0,-1 0 0 0 0,1-1 0 0 0,2-4-1258 0 0,1 0 1 0 0,0 1-1 0 0,0-1 0 0 0,0 1 1 0 0,7-7-1 0 0,7-6-5136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68 1288 0 0,'3'0'890'0'0,"1"1"0"0"0,0-1 0 0 0,-1 1-1 0 0,1 0 1 0 0,-1 0 0 0 0,0 0 0 0 0,1 0 0 0 0,-1 0-1 0 0,0 1 1 0 0,0-1 0 0 0,1 1 0 0 0,2 3 0 0 0,17 22 1973 0 0,-22-24-2776 0 0,0-1-1 0 0,1 0 0 0 0,-1 0 0 0 0,1 0 0 0 0,0 0 0 0 0,-1 0 0 0 0,1-1 0 0 0,0 1 1 0 0,0 0-1 0 0,0-1 0 0 0,0 1 0 0 0,0-1 0 0 0,1 0 0 0 0,-1 0 0 0 0,0 0 0 0 0,1 0 1 0 0,-1 0-1 0 0,0 0 0 0 0,1 0 0 0 0,-1-1 0 0 0,1 1 0 0 0,-1-1 0 0 0,1 0 1 0 0,0 0-1 0 0,-1 0 0 0 0,1 0 0 0 0,-1 0 0 0 0,1-1 0 0 0,-1 1 0 0 0,1-1 0 0 0,-1 0 1 0 0,1 1-1 0 0,-1-1 0 0 0,0 0 0 0 0,1 0 0 0 0,-1-1 0 0 0,0 1 0 0 0,0 0 0 0 0,0-1 1 0 0,4-3-1 0 0,-2 2-45 0 0,-1 0 1 0 0,1 0-1 0 0,-1-1 0 0 0,0 1 1 0 0,0-1-1 0 0,0 0 1 0 0,-1 0-1 0 0,1 0 0 0 0,-1 0 1 0 0,0 0-1 0 0,0 0 1 0 0,0-1-1 0 0,-1 1 1 0 0,1-1-1 0 0,-1 0 0 0 0,0 1 1 0 0,-1-1-1 0 0,1 0 1 0 0,-1 1-1 0 0,0-1 0 0 0,0-5 1 0 0,-1 8-45 0 0,1 1 1 0 0,-1-1-1 0 0,1 0 1 0 0,-1 1-1 0 0,1-1 1 0 0,-1 1-1 0 0,0 0 0 0 0,0-1 1 0 0,0 1-1 0 0,0 0 1 0 0,0-1-1 0 0,0 1 1 0 0,0 0-1 0 0,0 0 1 0 0,0 0-1 0 0,0 0 0 0 0,-1 0 1 0 0,1 0-1 0 0,0 0 1 0 0,-1 1-1 0 0,1-1 1 0 0,-1 0-1 0 0,1 1 0 0 0,-1-1 1 0 0,1 1-1 0 0,-1-1 1 0 0,1 1-1 0 0,-1 0 1 0 0,0 0-1 0 0,1 0 1 0 0,-1-1-1 0 0,1 2 0 0 0,-1-1 1 0 0,0 0-1 0 0,1 0 1 0 0,-1 0-1 0 0,1 1 1 0 0,-1-1-1 0 0,-1 1 1 0 0,-3 1-18 0 0,-1 0 0 0 0,1 0 0 0 0,0 1 0 0 0,-1 0 0 0 0,1 0 0 0 0,1 0 0 0 0,-1 0 0 0 0,-6 6 0 0 0,-4 6 25 0 0,1 1-1 0 0,0 1 0 0 0,1 0 0 0 0,1 1 0 0 0,1 0 0 0 0,0 1 0 0 0,2 0 0 0 0,0 1 0 0 0,1 0 0 0 0,1 0 1 0 0,1 1-1 0 0,1 0 0 0 0,-7 42 0 0 0,12-59 8 0 0,1 1-1 0 0,-1-1 1 0 0,1 0 0 0 0,0 1-1 0 0,0-1 1 0 0,1 0 0 0 0,-1 1-1 0 0,1-1 1 0 0,0 0 0 0 0,0 0-1 0 0,1 1 1 0 0,-1-1 0 0 0,1 0-1 0 0,0 0 1 0 0,0-1 0 0 0,0 1-1 0 0,0 0 1 0 0,1-1 0 0 0,0 1-1 0 0,3 3 1 0 0,-1-3-102 0 0,1 0 1 0 0,-1 0-1 0 0,1 0 1 0 0,0-1-1 0 0,0 0 1 0 0,0 0-1 0 0,0 0 1 0 0,1-1-1 0 0,-1 0 1 0 0,1-1-1 0 0,-1 1 1 0 0,10 0-1 0 0,0 0-1554 0 0,32-1-1 0 0,-5-4-3765 0 0,-2-4-2506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9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86 583 268 0 0,'-13'15'3051'0'0,"1"1"1"0"0,-11 17-1 0 0,17-23-2350 0 0,1 0-1 0 0,0 1 0 0 0,1-1 1 0 0,0 1-1 0 0,0 0 1 0 0,1 1-1 0 0,1-1 1 0 0,-2 15-1 0 0,4-26-694 0 0,0 18 1048 0 0,0-17-1018 0 0,0-1 0 0 0,0 1 0 0 0,0-1 1 0 0,0 1-1 0 0,0 0 0 0 0,0-1 0 0 0,0 1 0 0 0,0-1 0 0 0,0 1 0 0 0,1-1 1 0 0,-1 0-1 0 0,0 1 0 0 0,0-1 0 0 0,1 1 0 0 0,-1-1 0 0 0,0 1 0 0 0,1-1 0 0 0,-1 0 1 0 0,1 1-1 0 0,-1-1 0 0 0,0 1 0 0 0,1-1 0 0 0,-1 0 0 0 0,1 0 0 0 0,-1 1 1 0 0,1-1-1 0 0,-1 0 0 0 0,1 0 0 0 0,-1 0 0 0 0,1 1 0 0 0,-1-1 0 0 0,1 0 0 0 0,-1 0 1 0 0,1 0-1 0 0,-1 0 0 0 0,2 0 0 0 0,5-2 33 0 0,0 1 0 0 0,0-2-1 0 0,0 1 1 0 0,0-1 0 0 0,0 0 0 0 0,-1 0 0 0 0,1-1-1 0 0,-1 0 1 0 0,0 0 0 0 0,0-1 0 0 0,0 1-1 0 0,-1-1 1 0 0,1 0 0 0 0,-1-1 0 0 0,0 0 0 0 0,7-11-1 0 0,5-9-148 0 0,0-1 0 0 0,19-46 0 0 0,-10 11-206 0 0,-3 0 1 0 0,-2-2-1 0 0,-4 0 1 0 0,-2-1-1 0 0,-3 0 0 0 0,3-72 1 0 0,-11 114 238 0 0,-3 17 13 0 0,0 0 1 0 0,0 1 0 0 0,-1-1 0 0 0,0 0-1 0 0,0-8 1 0 0,0 12 5 0 0,-10 17-18 0 0,0 4 107 0 0,1 1 0 0 0,1 1 0 0 0,1-1-1 0 0,-8 36 1 0 0,11-40-32 0 0,-51 234 406 0 0,49-207-359 0 0,2 0-1 0 0,1 1 1 0 0,7 82 0 0 0,-4-118-40 0 0,1 0 0 0 0,1 1 0 0 0,0-1 0 0 0,0 0 0 0 0,0 0 0 0 0,1 0 0 0 0,7 13 0 0 0,-9-19-56 0 0,0 0-1 0 0,1 0 1 0 0,-1 0-1 0 0,1 0 0 0 0,-1 0 1 0 0,1-1-1 0 0,0 1 1 0 0,0 0-1 0 0,0-1 1 0 0,0 0-1 0 0,0 1 0 0 0,0-1 1 0 0,0 0-1 0 0,0 0 1 0 0,1 0-1 0 0,-1-1 1 0 0,0 1-1 0 0,1 0 0 0 0,-1-1 1 0 0,0 1-1 0 0,1-1 1 0 0,-1 0-1 0 0,1 0 1 0 0,-1 0-1 0 0,0 0 0 0 0,1 0 1 0 0,-1-1-1 0 0,1 1 1 0 0,-1-1-1 0 0,0 0 1 0 0,3-1-1 0 0,5-1-290 0 0,0-2 1 0 0,-1 1-1 0 0,0-1 1 0 0,0-1-1 0 0,-1 1 0 0 0,1-1 1 0 0,-1-1-1 0 0,0 0 1 0 0,-1 0-1 0 0,0-1 0 0 0,0 1 1 0 0,10-16-1 0 0,4-9-415 0 0,-2 0-1 0 0,18-39 1 0 0,-4-4 360 0 0,31-99 1 0 0,-18 3 3062 0 0,-31 102-644 0 0,-44 162-923 0 0,4 2 0 0 0,-22 185 1 0 0,29-52 35 0 0,33-237-1071 0 0,-11 6-99 0 0,-1-1 0 0 0,1 1 0 0 0,-1-1 0 0 0,0 0 0 0 0,0 0 1 0 0,0-1-1 0 0,3-6 0 0 0,3-5-34 0 0,62-86-213 0 0,-59 87 199 0 0,1 1 0 0 0,0 0 0 0 0,0 1 0 0 0,26-18-1 0 0,-36 28 37 0 0,1 1 0 0 0,-1 0 0 0 0,1-1 0 0 0,0 2 0 0 0,0-1 0 0 0,0 0 0 0 0,0 1 0 0 0,0 0 0 0 0,0 0 0 0 0,1 0 0 0 0,-1 0-1 0 0,0 1 1 0 0,0 0 0 0 0,1-1 0 0 0,-1 2 0 0 0,9 0 0 0 0,-9 0 10 0 0,-1 0 1 0 0,1 1-1 0 0,-1-1 1 0 0,1 1 0 0 0,-1 0-1 0 0,0 0 1 0 0,1 0-1 0 0,-1 0 1 0 0,0 0-1 0 0,0 1 1 0 0,-1-1-1 0 0,1 1 1 0 0,0 0-1 0 0,-1 0 1 0 0,0 0-1 0 0,1 0 1 0 0,-1 0-1 0 0,-1 1 1 0 0,4 5-1 0 0,3 13 5 0 0,0 1-1 0 0,-1 0 1 0 0,6 38 0 0 0,-9-35 56 0 0,2-1 0 0 0,14 41-1 0 0,-19-64-43 0 0,0 0 0 0 0,0 1-1 0 0,0-1 1 0 0,0 0 0 0 0,0 0-1 0 0,1-1 1 0 0,-1 1 0 0 0,1 0-1 0 0,-1 0 1 0 0,1-1-1 0 0,0 1 1 0 0,0-1 0 0 0,-1 1-1 0 0,1-1 1 0 0,0 0 0 0 0,0 0-1 0 0,0 0 1 0 0,0 0 0 0 0,3 1-1 0 0,-1-1 2 0 0,0-1 0 0 0,0 1-1 0 0,-1-1 1 0 0,1 0 0 0 0,0 0 0 0 0,0 0-1 0 0,0 0 1 0 0,-1-1 0 0 0,1 1 0 0 0,6-3 0 0 0,2-1 7 0 0,-1 0 1 0 0,0-1 0 0 0,0-1-1 0 0,-1 1 1 0 0,0-2 0 0 0,14-10-1 0 0,-8 4-1 0 0,-1-2-1 0 0,-1 0 0 0 0,0 0 0 0 0,17-25 0 0 0,38-73 135 0 0,-62 99-42 0 0,-1 1 0 0 0,8-26 0 0 0,-13 37-114 0 0,0 1 0 0 0,-1-1 0 0 0,0 0-1 0 0,1 1 1 0 0,-1-1 0 0 0,0 0 0 0 0,0 0 0 0 0,0 1 0 0 0,0-1 0 0 0,0 0 0 0 0,0 0 0 0 0,0 1 0 0 0,-1-4-1 0 0,1 5 3 0 0,-1-1-1 0 0,1 1 0 0 0,0 0 1 0 0,-1-1-1 0 0,1 1 1 0 0,0 0-1 0 0,-1 0 0 0 0,1-1 1 0 0,0 1-1 0 0,-1 0 0 0 0,1 0 1 0 0,0-1-1 0 0,-1 1 0 0 0,1 0 1 0 0,-1 0-1 0 0,1 0 0 0 0,0 0 1 0 0,-1 0-1 0 0,1 0 0 0 0,-1 0 1 0 0,1 0-1 0 0,-1 0 0 0 0,1 0 1 0 0,0 0-1 0 0,-1 0 0 0 0,1 0 1 0 0,-1 0-1 0 0,1 0 0 0 0,-1 0 1 0 0,1 0-1 0 0,-1 1 0 0 0,-3 0-4 0 0,1 1-1 0 0,-1 0 1 0 0,0 0-1 0 0,1 0 1 0 0,-1 0-1 0 0,-4 6 0 0 0,0 0 45 0 0,0 1 0 0 0,1 0 0 0 0,1 0 0 0 0,-1 1 0 0 0,2 0 0 0 0,-1 0-1 0 0,1 1 1 0 0,1 0 0 0 0,0-1 0 0 0,1 1 0 0 0,0 0 0 0 0,0 1 0 0 0,1-1-1 0 0,1 1 1 0 0,0-1 0 0 0,0 1 0 0 0,1-1 0 0 0,1 1 0 0 0,0-1 0 0 0,0 1-1 0 0,5 16 1 0 0,-5-24-11 0 0,1 0 0 0 0,-1-1 0 0 0,1 1 0 0 0,0-1 0 0 0,0 1 0 0 0,0-1 0 0 0,0 0 0 0 0,1 0 0 0 0,-1 0 0 0 0,1 0 0 0 0,0 0 0 0 0,0-1 0 0 0,0 1 0 0 0,0-1 0 0 0,5 3 0 0 0,-2-2-58 0 0,-1-1-1 0 0,1 1 1 0 0,0-2-1 0 0,0 1 1 0 0,-1-1 0 0 0,1 1-1 0 0,0-2 1 0 0,0 1-1 0 0,8-1 1 0 0,1 0-587 0 0,-1-1 0 0 0,-1-1 0 0 0,1-1 0 0 0,0 0 0 0 0,0-1 0 0 0,-1 0 1 0 0,0-1-1 0 0,13-6 0 0 0,20-17-5926 0 0,-24 11 227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9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 3232 0 0,'-58'3'4554'0'0,"-86"6"5634"0"0,131-6-9475 0 0,17 1-243 0 0,19 0-190 0 0,241-8-2140 0 0,-87-11-7180 0 0,-131 10 2907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09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4 108 1128 0 0,'-1'-3'415'0'0,"0"0"1"0"0,1-1-1 0 0,-1 1 0 0 0,1 0 1 0 0,0 0-1 0 0,0-1 1 0 0,0 1-1 0 0,0 0 0 0 0,1-1 1 0 0,-1 1-1 0 0,1 0 0 0 0,0 0 1 0 0,0 0-1 0 0,0 0 0 0 0,0-1 1 0 0,1 1-1 0 0,-1 1 0 0 0,1-1 1 0 0,0 0-1 0 0,0 0 0 0 0,0 1 1 0 0,0-1-1 0 0,0 1 0 0 0,0-1 1 0 0,1 1-1 0 0,3-2 0 0 0,-2 0-250 0 0,1 1-1 0 0,0 1 0 0 0,-1-1 1 0 0,1 1-1 0 0,1-1 0 0 0,-1 1 0 0 0,0 1 1 0 0,0-1-1 0 0,1 1 0 0 0,-1 0 1 0 0,0 0-1 0 0,1 1 0 0 0,-1-1 0 0 0,1 1 1 0 0,-1 0-1 0 0,1 1 0 0 0,-1-1 1 0 0,1 1-1 0 0,-1 0 0 0 0,1 1 1 0 0,-1-1-1 0 0,0 1 0 0 0,0 0 0 0 0,9 5 1 0 0,-3-1 0 0 0,-1 0 0 0 0,0 1 0 0 0,0 0 1 0 0,-1 1-1 0 0,0 0 0 0 0,0 0 1 0 0,-1 1-1 0 0,0 0 0 0 0,0 0 0 0 0,7 14 1 0 0,-7-9-84 0 0,0 0 0 0 0,-1 1 0 0 0,-1 0 1 0 0,-1 1-1 0 0,0-1 0 0 0,-1 1 0 0 0,-1 0 0 0 0,2 17 1 0 0,-2 0 735 0 0,-2 1 1 0 0,-6 58-1 0 0,5-87 1072 0 0,1-17-1521 0 0,4-24-419 0 0,6 2-123 0 0,1-1 0 0 0,32-60 1 0 0,-38 85-233 0 0,0 0 1 0 0,0 1 0 0 0,0 0 0 0 0,1 0 0 0 0,1 0-1 0 0,-1 1 1 0 0,1 0 0 0 0,1 1 0 0 0,-1 0 0 0 0,1 0-1 0 0,1 1 1 0 0,-1 0 0 0 0,19-8 0 0 0,-21 12-273 0 0,0 0 0 0 0,0 1 0 0 0,0 1 0 0 0,0-1 0 0 0,0 1-1 0 0,0 0 1 0 0,1 1 0 0 0,-1-1 0 0 0,0 1 0 0 0,0 1 0 0 0,-1 0 0 0 0,1 0 0 0 0,7 3 0 0 0,0-1-1499 0 0,1-1-1260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0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176 132 2332 0 0,'14'-6'4642'0'0,"-11"3"-4138"0"0,0 0-1 0 0,-1 0 1 0 0,1 0 0 0 0,-1 0 0 0 0,1-1-1 0 0,-1 1 1 0 0,0-1 0 0 0,0 1-1 0 0,0-1 1 0 0,-1 0 0 0 0,1 0 0 0 0,0-6-1 0 0,1-1 396 0 0,-2 1 0 0 0,0-1 0 0 0,0-18 0 0 0,-1 29-887 0 0,0-1 0 0 0,0 0 0 0 0,0 1 0 0 0,0-1 1 0 0,0 1-1 0 0,-1-1 0 0 0,1 0 0 0 0,0 1 1 0 0,0-1-1 0 0,-1 1 0 0 0,1-1 0 0 0,0 1 0 0 0,-1-1 1 0 0,1 1-1 0 0,-1-1 0 0 0,1 1 0 0 0,0-1 1 0 0,-1 1-1 0 0,1 0 0 0 0,-1-1 0 0 0,0 1 0 0 0,1 0 1 0 0,-1-1-1 0 0,1 1 0 0 0,-1 0 0 0 0,1 0 1 0 0,-1-1-1 0 0,0 1 0 0 0,1 0 0 0 0,-1 0 0 0 0,1 0 1 0 0,-1 0-1 0 0,-1 0 0 0 0,-17 1 69 0 0,11 1-58 0 0,0 1 1 0 0,1 0 0 0 0,-1 1 0 0 0,1 0 0 0 0,0 0 0 0 0,0 0 0 0 0,0 1-1 0 0,1 0 1 0 0,-12 11 0 0 0,0 3 43 0 0,-28 38-1 0 0,40-50-50 0 0,1 2 0 0 0,0-1 1 0 0,0 1-1 0 0,1-1 0 0 0,0 1 0 0 0,1 0 0 0 0,0 1 1 0 0,0-1-1 0 0,-2 16 0 0 0,5-22-13 0 0,-1 0 0 0 0,1 0 0 0 0,0-1 0 0 0,0 1 0 0 0,1 0-1 0 0,-1 0 1 0 0,0-1 0 0 0,1 1 0 0 0,0 0 0 0 0,-1-1 0 0 0,1 1 0 0 0,0 0 0 0 0,0-1 0 0 0,1 1 0 0 0,-1-1 0 0 0,0 0 0 0 0,1 1 0 0 0,0-1 0 0 0,-1 0-1 0 0,1 0 1 0 0,0 0 0 0 0,0 0 0 0 0,0 0 0 0 0,0-1 0 0 0,1 1 0 0 0,-1 0 0 0 0,0-1 0 0 0,1 0 0 0 0,-1 1 0 0 0,1-1 0 0 0,-1 0 0 0 0,1-1-1 0 0,0 1 1 0 0,-1 0 0 0 0,1-1 0 0 0,0 1 0 0 0,0-1 0 0 0,3 0 0 0 0,1 1-81 0 0,0-1 0 0 0,-1 0 0 0 0,1 0 0 0 0,0-1 0 0 0,0 0 0 0 0,-1 0-1 0 0,1 0 1 0 0,0-1 0 0 0,-1 0 0 0 0,1-1 0 0 0,-1 1 0 0 0,0-1 0 0 0,0 0 0 0 0,0-1 0 0 0,0 1 0 0 0,-1-1 0 0 0,1 0 0 0 0,-1-1 0 0 0,0 1 0 0 0,9-11-1 0 0,3-7 164 0 0,-1 0-1 0 0,0-1 1 0 0,21-46-1 0 0,-26 49 263 0 0,19-49 1001 0 0,-29 66-1338 0 0,1-2 6 0 0,1 5-21 0 0,-2 8-10 0 0,-1 5 2 0 0,0 1 0 0 0,-3 18 0 0 0,-2 17 48 0 0,5-21-65 0 0,-1-8-405 0 0,3 35-1 0 0,-1-50-115 0 0,0 0 0 0 0,-1-1 0 0 0,1 1 0 0 0,1-1 0 0 0,-1 1 0 0 0,1-1 1 0 0,0 0-1 0 0,0 0 0 0 0,0 1 0 0 0,0-1 0 0 0,1-1 0 0 0,5 8 0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0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1 200 1652 0 0,'28'-63'10992'0'0,"-28"63"-10952"0"0,0-1-1 0 0,0 1 0 0 0,1-1 0 0 0,-1 1 0 0 0,0 0 0 0 0,1-1 0 0 0,-1 1 1 0 0,0-1-1 0 0,1 1 0 0 0,-1 0 0 0 0,0-1 0 0 0,1 1 0 0 0,-1 0 0 0 0,1 0 1 0 0,-1-1-1 0 0,0 1 0 0 0,1 0 0 0 0,-1 0 0 0 0,1 0 0 0 0,-1-1 0 0 0,1 1 0 0 0,-1 0 1 0 0,1 0-1 0 0,-1 0 0 0 0,1 0 0 0 0,-1 0 0 0 0,1 0 0 0 0,-1 0 0 0 0,1 0 1 0 0,-1 0-1 0 0,1 0 0 0 0,-1 1 0 0 0,1-1 0 0 0,-1 0 0 0 0,1 0 0 0 0,-1 0 1 0 0,1 0-1 0 0,-1 1 0 0 0,0-1 0 0 0,1 0 0 0 0,-1 1 0 0 0,1-1 0 0 0,-1 0 0 0 0,0 1 1 0 0,1-1-1 0 0,15 16 714 0 0,-11-9-571 0 0,0 1 0 0 0,-1-1 0 0 0,0 1 0 0 0,0 0-1 0 0,-1 0 1 0 0,0 0 0 0 0,4 17 0 0 0,6 60 528 0 0,-13-82-692 0 0,1 5 112 0 0,-1 1 0 0 0,0 0 0 0 0,-1 0 0 0 0,1-1-1 0 0,-2 1 1 0 0,1-1 0 0 0,-1 1 0 0 0,0-1 0 0 0,-1 0 0 0 0,0 1 0 0 0,-6 9 0 0 0,9-17-119 0 0,0-1 0 0 0,-1 1 1 0 0,1-1-1 0 0,0 1 0 0 0,-1-1 0 0 0,1 1 1 0 0,0-1-1 0 0,-1 1 0 0 0,1-1 0 0 0,-1 1 1 0 0,1-1-1 0 0,-1 1 0 0 0,1-1 1 0 0,-1 0-1 0 0,1 1 0 0 0,-1-1 0 0 0,1 0 1 0 0,-1 0-1 0 0,0 0 0 0 0,1 1 0 0 0,-1-1 1 0 0,1 0-1 0 0,-1 0 0 0 0,0 0 1 0 0,1 0-1 0 0,-1 0 0 0 0,1 0 0 0 0,-1 0 1 0 0,0 0-1 0 0,1 0 0 0 0,-1 0 0 0 0,1 0 1 0 0,-1 0-1 0 0,0-1 0 0 0,1 1 0 0 0,-1 0 1 0 0,0-1-1 0 0,-1 0 0 0 0,1 0-1 0 0,-1 1 1 0 0,1-2 0 0 0,0 1-1 0 0,-1 0 1 0 0,1 0 0 0 0,0 0-1 0 0,0 0 1 0 0,-1-1-1 0 0,0-1 1 0 0,0-4-35 0 0,0 0 0 0 0,0 1 0 0 0,1-2 0 0 0,0 1 0 0 0,0 0 0 0 0,0 0 0 0 0,1 0 0 0 0,0 0-1 0 0,1-1 1 0 0,0 1 0 0 0,2-8 0 0 0,-2 1-54 0 0,1-5 29 0 0,1 1 1 0 0,1 0-1 0 0,1 0 1 0 0,0 0 0 0 0,1 0-1 0 0,1 1 1 0 0,1 0-1 0 0,0 1 1 0 0,1-1-1 0 0,1 2 1 0 0,0-1 0 0 0,1 1-1 0 0,1 1 1 0 0,1 0-1 0 0,0 1 1 0 0,17-14-1 0 0,-27 24 36 0 0,1 0 0 0 0,1 1 0 0 0,-1-1 0 0 0,0 1-1 0 0,1 0 1 0 0,-1 0 0 0 0,1 0 0 0 0,-1 1 0 0 0,1 0 0 0 0,0-1-1 0 0,0 2 1 0 0,0-1 0 0 0,-1 1 0 0 0,1-1 0 0 0,6 2-1 0 0,-7-1 10 0 0,0 1 0 0 0,0 0 0 0 0,-1 0 0 0 0,1 0 0 0 0,0 0-1 0 0,-1 0 1 0 0,1 1 0 0 0,-1 0 0 0 0,1 0 0 0 0,-1 0 0 0 0,0 0 0 0 0,0 0-1 0 0,0 1 1 0 0,0 0 0 0 0,0-1 0 0 0,-1 1 0 0 0,1 0 0 0 0,-1 0-1 0 0,4 5 1 0 0,0 4 34 0 0,0 1-1 0 0,-1 0 1 0 0,0 0-1 0 0,-1 0 1 0 0,-1 0 0 0 0,0 0-1 0 0,0 1 1 0 0,-2 0-1 0 0,1 14 1 0 0,0-5-87 0 0,1 0 1 0 0,6 24-1 0 0,-7-43-267 0 0,-1 0-1 0 0,0 1 1 0 0,1-1-1 0 0,0 0 1 0 0,0 0-1 0 0,0 0 1 0 0,0 0-1 0 0,1 0 1 0 0,5 5-1 0 0,-6-7-411 0 0,0 0 0 0 0,0 0-1 0 0,1 0 1 0 0,-1-1 0 0 0,0 1-1 0 0,1-1 1 0 0,0 1 0 0 0,-1-1-1 0 0,6 1 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1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99 177 1840 0 0,'30'-174'15376'0'0,"-30"172"-14832"0"0,-8 26 244 0 0,-9 62 1271 0 0,-10 161 0 0 0,19-140-1421 0 0,0-17-250 0 0,-32 244 522 0 0,31-285 1240 0 0,5-51-1949 0 0,4 2-198 0 0,0 0 0 0 0,-1 0 1 0 0,1 0-1 0 0,0 0 0 0 0,-1 0 1 0 0,1 0-1 0 0,0 0 0 0 0,0 0 1 0 0,-1 0-1 0 0,1 0 1 0 0,0 0-1 0 0,0 0 0 0 0,-1 0 1 0 0,1 0-1 0 0,0-1 0 0 0,0 1 1 0 0,-1 0-1 0 0,1 0 1 0 0,0 0-1 0 0,0 0 0 0 0,0 0 1 0 0,-1-1-1 0 0,1 1 0 0 0,0 0 1 0 0,0 0-1 0 0,0-1 0 0 0,-1 1 1 0 0,1 0-1 0 0,0 0 1 0 0,0 0-1 0 0,0-1 0 0 0,0 1 1 0 0,0 0-1 0 0,0-1 0 0 0,0 1 1 0 0,0 0-1 0 0,0 0 0 0 0,0-1 1 0 0,0-29-133 0 0,1 1 1 0 0,2-1-1 0 0,2 1 1 0 0,0 0-1 0 0,2 0 0 0 0,1 0 1 0 0,1 1-1 0 0,1 0 1 0 0,2 1-1 0 0,26-45 1 0 0,-28 55 90 0 0,1 1 0 0 0,1 0 1 0 0,1 0-1 0 0,0 2 0 0 0,1-1 1 0 0,25-19-1 0 0,-33 29 16 0 0,1 1-1 0 0,0-1 1 0 0,1 1 0 0 0,-1 1-1 0 0,1-1 1 0 0,-1 1 0 0 0,1 0-1 0 0,10-1 1 0 0,-13 3-6 0 0,0 0-1 0 0,1 1 1 0 0,-1 0 0 0 0,0 0 0 0 0,1 0-1 0 0,-1 0 1 0 0,0 1 0 0 0,0 0-1 0 0,0 0 1 0 0,1 1 0 0 0,-1-1 0 0 0,0 1-1 0 0,9 5 1 0 0,-11-5 22 0 0,0-1 0 0 0,1 2 0 0 0,-1-1 0 0 0,0 0 0 0 0,0 1 0 0 0,0-1 0 0 0,0 1 0 0 0,-1 0 0 0 0,1 0-1 0 0,-1 0 1 0 0,0 0 0 0 0,0 1 0 0 0,0-1 0 0 0,2 5 0 0 0,-3-5 6 0 0,0-1-1 0 0,-1 1 0 0 0,1-1 1 0 0,-1 1-1 0 0,1-1 0 0 0,-1 1 1 0 0,0-1-1 0 0,0 1 1 0 0,-1-1-1 0 0,1 1 0 0 0,0-1 1 0 0,-1 1-1 0 0,1-1 0 0 0,-1 1 1 0 0,0-1-1 0 0,0 0 0 0 0,0 1 1 0 0,0-1-1 0 0,0 0 0 0 0,-1 0 1 0 0,1 1-1 0 0,-1-1 1 0 0,-2 2-1 0 0,-4 4-33 0 0,0 0 1 0 0,0 0-1 0 0,-1-1 0 0 0,-1 0 1 0 0,1-1-1 0 0,-1 0 0 0 0,0-1 1 0 0,0 0-1 0 0,-18 6 1 0 0,12-5 13 0 0,0-1 1 0 0,-1-1-1 0 0,0-1 1 0 0,0-1 0 0 0,-29 1-1 0 0,34-3 26 0 0,-1-1 0 0 0,1 0 0 0 0,-23-6 0 0 0,33 6-36 0 0,-10 1-258 0 0,94 94-73 0 0,-55-56 250 0 0,63 79 237 0 0,-77-101-66 0 0,2 0 0 0 0,0-2 0 0 0,1 0 0 0 0,33 23 0 0 0,-39-32-306 0 0,-1 1-1 0 0,1-2 1 0 0,0 1-1 0 0,0-1 1 0 0,1-1-1 0 0,-1 0 1 0 0,1 0-1 0 0,17 1 1 0 0,-20-3-647 0 0,1-1 0 0 0,-1 0-1 0 0,1-1 1 0 0,14-2 0 0 0,-16 2-306 0 0,0-1 0 0 0,-1-1 0 0 0,1 1-1 0 0,0-1 1 0 0,-1 0 0 0 0,7-4-1 0 0,9-8-5227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2.7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236 319 1252 0 0,'18'-46'5188'0'0,"-2"-1"-1"0"0,11-57 1 0 0,-26 101-4965 0 0,-2 3-214 0 0,1 0 1 0 0,0-1-1 0 0,0 1 1 0 0,0 0 0 0 0,0 0-1 0 0,0-1 1 0 0,-1 1 0 0 0,1 0-1 0 0,0 0 1 0 0,0-1 0 0 0,-1 1-1 0 0,1 0 1 0 0,0 0 0 0 0,0 0-1 0 0,0 0 1 0 0,-1-1 0 0 0,1 1-1 0 0,0 0 1 0 0,-1 0-1 0 0,1 0 1 0 0,0 0 0 0 0,0 0-1 0 0,-1 0 1 0 0,1 0 0 0 0,0 0-1 0 0,-1 0 1 0 0,1 0 0 0 0,0 0-1 0 0,0 0 1 0 0,-1 0 0 0 0,1 0-1 0 0,0 0 1 0 0,-1 0 0 0 0,1 0-1 0 0,0 0 1 0 0,0 0-1 0 0,-1 0 1 0 0,1 1 0 0 0,0-1-1 0 0,0 0 1 0 0,-1 0 0 0 0,-10 6 76 0 0,11-6-83 0 0,-18 14 44 0 0,1 0 0 0 0,0 1 0 0 0,2 0-1 0 0,-1 1 1 0 0,2 1 0 0 0,0 1 0 0 0,1 0-1 0 0,1 0 1 0 0,1 1 0 0 0,0 1 0 0 0,2 0-1 0 0,0 0 1 0 0,-8 31 0 0 0,15-46-31 0 0,1 0 0 0 0,0-1 1 0 0,0 1-1 0 0,1 0 0 0 0,0 0 0 0 0,-1 0 1 0 0,2 0-1 0 0,-1 0 0 0 0,0 0 0 0 0,1 0 0 0 0,0-1 1 0 0,0 1-1 0 0,0 0 0 0 0,1 0 0 0 0,0-1 1 0 0,0 1-1 0 0,4 6 0 0 0,-4-8 1 0 0,1 0 0 0 0,-1 0 0 0 0,1 0 1 0 0,0 0-1 0 0,0-1 0 0 0,0 1 0 0 0,0-1 0 0 0,0 0 0 0 0,1 0 1 0 0,-1 0-1 0 0,1 0 0 0 0,-1-1 0 0 0,1 1 0 0 0,0-1 0 0 0,-1 0 1 0 0,1 0-1 0 0,0 0 0 0 0,0-1 0 0 0,0 1 0 0 0,0-1 0 0 0,0 0 1 0 0,5-1-1 0 0,-2 1 2 0 0,0-1 0 0 0,0 0 1 0 0,0-1-1 0 0,0 1 0 0 0,0-1 0 0 0,0-1 1 0 0,-1 1-1 0 0,1-1 0 0 0,-1 0 0 0 0,0-1 1 0 0,1 1-1 0 0,8-8 0 0 0,-7 4-1 0 0,-1-1 0 0 0,1 1 0 0 0,-1-1 0 0 0,-1-1 0 0 0,1 1 0 0 0,-1-1 0 0 0,9-18 0 0 0,-8 11-26 0 0,-1 0 0 0 0,0 0 0 0 0,-1 0 0 0 0,-1-1 0 0 0,-1 1 0 0 0,0-1-1 0 0,-1 0 1 0 0,-1 0 0 0 0,0 0 0 0 0,-3-25 0 0 0,2 40 2 0 0,0 0 1 0 0,0 0-1 0 0,0 0 0 0 0,0 0 0 0 0,-1 0 1 0 0,1 0-1 0 0,-1 0 0 0 0,1 0 1 0 0,-1 0-1 0 0,0 0 0 0 0,0 1 0 0 0,1-1 1 0 0,-1 0-1 0 0,-1 1 0 0 0,1-1 1 0 0,0 0-1 0 0,0 1 0 0 0,-1-1 0 0 0,1 1 1 0 0,0 0-1 0 0,-1-1 0 0 0,0 1 1 0 0,1 0-1 0 0,-1 0 0 0 0,0 0 0 0 0,1 0 1 0 0,-1 0-1 0 0,0 1 0 0 0,0-1 0 0 0,0 0 1 0 0,0 1-1 0 0,0-1 0 0 0,0 1 1 0 0,0 0-1 0 0,0 0 0 0 0,0 0 0 0 0,0 0 1 0 0,0 0-1 0 0,0 0 0 0 0,1 0 1 0 0,-1 1-1 0 0,-3 0 0 0 0,-2 1-4 0 0,0 0 0 0 0,-1 1-1 0 0,1-1 1 0 0,0 2 0 0 0,1-1-1 0 0,-1 1 1 0 0,0 0 0 0 0,1 1 0 0 0,-11 9-1 0 0,7-5 4 0 0,1 1 0 0 0,0 1 0 0 0,1 0-1 0 0,0 0 1 0 0,1 1 0 0 0,-12 24 0 0 0,15-28 3 0 0,1 0 0 0 0,0 1 0 0 0,0 0 1 0 0,1 0-1 0 0,0-1 0 0 0,1 2 1 0 0,0-1-1 0 0,0 0 0 0 0,1 0 0 0 0,0 0 1 0 0,2 13-1 0 0,-1-17 9 0 0,0 0 1 0 0,0-1-1 0 0,1 1 1 0 0,0-1-1 0 0,-1 1 0 0 0,1-1 1 0 0,1 0-1 0 0,-1 0 1 0 0,1 0-1 0 0,0 0 1 0 0,-1 0-1 0 0,2 0 0 0 0,-1-1 1 0 0,0 1-1 0 0,6 3 1 0 0,-3-3-1 0 0,1 0 1 0 0,-1 0-1 0 0,1-1 1 0 0,0 1 0 0 0,0-2-1 0 0,0 1 1 0 0,1-1 0 0 0,-1 0-1 0 0,8 1 1 0 0,2-1 6 0 0,0-1 1 0 0,0 0-1 0 0,1-1 0 0 0,-1-1 1 0 0,0-1-1 0 0,0 0 1 0 0,33-10-1 0 0,-32 6-4 0 0,0-1 0 0 0,0-1 0 0 0,-1-1 0 0 0,0 0 0 0 0,-1-1 0 0 0,0-1 0 0 0,0 0 0 0 0,-1-2 0 0 0,-1 1 1 0 0,0-2-1 0 0,13-15 0 0 0,-8 5 12 0 0,-1-1 1 0 0,-1-1-1 0 0,-1 0 1 0 0,-1-2 0 0 0,-2 1-1 0 0,13-37 1 0 0,22-80 325 0 0,-47 142-362 0 0,-5 6 6 0 0,0-1 1 0 0,1 1 0 0 0,-1 0 0 0 0,1 0-1 0 0,0 0 1 0 0,0 1 0 0 0,1-1-1 0 0,-1 1 1 0 0,1-1 0 0 0,0 1-1 0 0,-2 9 1 0 0,0-5 4 0 0,-33 87 451 0 0,-41 175 0 0 0,2 109 800 0 0,45-211-860 0 0,5-28-119 0 0,-67 322 188 0 0,41-234 65 0 0,52-226-501 0 0,0-3-17 0 0,0 0-1 0 0,0 0 1 0 0,0 1-1 0 0,0-1 1 0 0,0 0-1 0 0,0 0 1 0 0,0 0-1 0 0,0 0 1 0 0,0 0-1 0 0,0 1 1 0 0,0-1-1 0 0,1 0 1 0 0,-1 0-1 0 0,0 0 1 0 0,0 0-1 0 0,0 0 1 0 0,0 0-1 0 0,0 0 1 0 0,0 0-1 0 0,0 0 1 0 0,1 0-1 0 0,-1 0 1 0 0,0 1 0 0 0,0-1-1 0 0,0 0 1 0 0,0 0-1 0 0,0 0 1 0 0,1 0-1 0 0,-1 0 1 0 0,0 0-1 0 0,0 0 1 0 0,0 0-1 0 0,0 0 1 0 0,0 0-1 0 0,1 0 1 0 0,-1 0-1 0 0,0 0 1 0 0,0-1-1 0 0,0 1 1 0 0,0 0-1 0 0,0 0 1 0 0,1 0-1 0 0,-1 0 1 0 0,0 0-1 0 0,0 0 1 0 0,0 0-1 0 0,0 0 1 0 0,0 0-1 0 0,0 0 1 0 0,0-1-1 0 0,1 1 1 0 0,-1 0-1 0 0,0 0 1 0 0,0 0-1 0 0,0 0 1 0 0,0 0 0 0 0,0 0-1 0 0,0-1 1 0 0,0 1-1 0 0,0 0 1 0 0,0 0-1 0 0,0 0 1 0 0,0 0-1 0 0,15-17 25 0 0,12-21-14 0 0,-8 7-9 0 0,-1-1 0 0 0,-1-1-1 0 0,-2-1 1 0 0,18-56 0 0 0,-30 77-4 0 0,0 0 0 0 0,0 0 0 0 0,-1 0 0 0 0,-1 0 1 0 0,0 0-1 0 0,-1 0 0 0 0,-1-1 0 0 0,0 1 0 0 0,0 0 1 0 0,-1 0-1 0 0,-1 0 0 0 0,-1 0 0 0 0,1 0 0 0 0,-2 1 0 0 0,0-1 1 0 0,-9-14-1 0 0,2 6 2 0 0,-2 1-1 0 0,-1 1 1 0 0,-1 0 0 0 0,0 1 0 0 0,-1 1 0 0 0,-1 0 0 0 0,-33-23-1 0 0,-15-4 21 0 0,-73-36-1 0 0,51 31-68 0 0,77 43 6 0 0,7 4-97 0 0,-1-1 0 0 0,1 1 0 0 0,-1-1 0 0 0,1 0 0 0 0,0 0 0 0 0,0 0 0 0 0,1-1 0 0 0,-6-5 0 0 0,9 9 68 0 0,1-1 1 0 0,-1 0-1 0 0,0 0 1 0 0,0 0-1 0 0,1 0 1 0 0,-1 1-1 0 0,0-1 1 0 0,1 0-1 0 0,-1 0 1 0 0,1 1-1 0 0,-1-1 1 0 0,1 0-1 0 0,-1 1 1 0 0,1-1-1 0 0,0 1 0 0 0,-1-1 1 0 0,1 0-1 0 0,1 0 1 0 0,3-3-555 0 0,1 1 54 0 0,0 0 1 0 0,0 0 0 0 0,0 0-1 0 0,0 1 1 0 0,1-1 0 0 0,9-1 0 0 0,6-2-1489 0 0,9-5-2566 0 0,5-2-2387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3.9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132 660 296 0 0,'-14'8'2013'0'0,"1"0"0"0"0,0 1-1 0 0,0 0 1 0 0,-16 16 0 0 0,24-20-1587 0 0,0 0 1 0 0,1 1-1 0 0,-1-1 1 0 0,1 1-1 0 0,0 0 1 0 0,0 0-1 0 0,1 1 1 0 0,0-1-1 0 0,0 1 0 0 0,0-1 1 0 0,-2 13-1 0 0,5-18-369 0 0,-1 0 1 0 0,1 1-1 0 0,0-1 0 0 0,0 0 0 0 0,0 1 0 0 0,0-1 0 0 0,0 0 0 0 0,0 0 0 0 0,0 1 0 0 0,0-1 0 0 0,0 0 0 0 0,1 0 0 0 0,-1 1 0 0 0,0-1 0 0 0,1 0 1 0 0,-1 0-1 0 0,1 0 0 0 0,0 1 0 0 0,-1-1 0 0 0,1 0 0 0 0,0 0 0 0 0,1 1 0 0 0,0 0-3 0 0,0-1 0 0 0,-1 0-1 0 0,1 0 1 0 0,0 0 0 0 0,0 0 0 0 0,0 0-1 0 0,0 0 1 0 0,0-1 0 0 0,0 1 0 0 0,1-1 0 0 0,-1 1-1 0 0,3-1 1 0 0,3 0 37 0 0,1 0 0 0 0,0 0 0 0 0,-1-1 0 0 0,1 0 0 0 0,12-3 0 0 0,-10 0-52 0 0,0 0 0 0 0,-1 0 0 0 0,1 0 0 0 0,-1-2 0 0 0,0 1 0 0 0,-1-1 0 0 0,1 0 0 0 0,-1-1 0 0 0,8-8 0 0 0,-4 2-13 0 0,-1 0-1 0 0,-1 0 1 0 0,0-2 0 0 0,0 1-1 0 0,9-19 1 0 0,-2-4-26 0 0,0-2-1 0 0,-3 0 1 0 0,-1 0 0 0 0,9-46 0 0 0,-6 12 18 0 0,-3-1 1 0 0,-3 0-1 0 0,2-108 1 0 0,-13 182-22 0 0,0 0 1 0 0,0-1-1 0 0,0 1 1 0 0,0 0-1 0 0,0 0 1 0 0,0 0 0 0 0,0-1-1 0 0,0 1 1 0 0,0 0-1 0 0,0 0 1 0 0,0 0-1 0 0,0-1 1 0 0,0 1-1 0 0,0 0 1 0 0,0 0-1 0 0,0 0 1 0 0,0-1 0 0 0,0 1-1 0 0,0 0 1 0 0,0 0-1 0 0,0 0 1 0 0,0-1-1 0 0,-1 1 1 0 0,1 0-1 0 0,0 0 1 0 0,0 0 0 0 0,0-1-1 0 0,0 1 1 0 0,0 0-1 0 0,0 0 1 0 0,-1 0-1 0 0,1 0 1 0 0,0 0-1 0 0,0 0 1 0 0,0-1-1 0 0,-1 1 1 0 0,1 0 0 0 0,0 0-1 0 0,0 0 1 0 0,0 0-1 0 0,-1 0 1 0 0,1 0-1 0 0,0 0 1 0 0,0 0-1 0 0,-1 0 1 0 0,-8 8-42 0 0,-8 16 14 0 0,-22 52 121 0 0,4 2-1 0 0,3 2 1 0 0,-41 161-1 0 0,61-188-23 0 0,-6 58-1 0 0,17-95-43 0 0,0-1 0 0 0,0 1 0 0 0,2 0-1 0 0,0 0 1 0 0,1 0 0 0 0,0-1 0 0 0,1 1-1 0 0,7 19 1 0 0,-8-31-14 0 0,-1 0-1 0 0,1-1 1 0 0,0 1-1 0 0,1 0 0 0 0,-1-1 1 0 0,1 0-1 0 0,-1 1 1 0 0,1-1-1 0 0,0 0 1 0 0,0 0-1 0 0,0-1 1 0 0,1 1-1 0 0,-1-1 1 0 0,1 1-1 0 0,-1-1 1 0 0,1 0-1 0 0,0-1 1 0 0,0 1-1 0 0,0 0 1 0 0,0-1-1 0 0,0 0 1 0 0,0 0-1 0 0,0 0 1 0 0,0-1-1 0 0,0 1 1 0 0,0-1-1 0 0,8-1 1 0 0,1 1-99 0 0,0-2 1 0 0,0 1-1 0 0,0-2 0 0 0,0 0 1 0 0,0-1-1 0 0,-1 0 1 0 0,21-9-1 0 0,-7-1-171 0 0,-1-1-1 0 0,-1-1 1 0 0,-1-1-1 0 0,0-1 0 0 0,-1-1 1 0 0,-1-1-1 0 0,-1 0 1 0 0,0-2-1 0 0,-2 0 0 0 0,-1-2 1 0 0,17-28-1 0 0,-4-2 139 0 0,-2 0-1 0 0,-3-2 0 0 0,-2-1 1 0 0,19-73-1 0 0,-24 57 1377 0 0,14-115 1 0 0,-32 188-1250 0 0,0-1 0 0 0,1 0 0 0 0,-1 0 0 0 0,0 1 0 0 0,0-1 0 0 0,0 0 0 0 0,0 0 0 0 0,0 1 0 0 0,0-1 0 0 0,0 0 0 0 0,0 0 0 0 0,0 1 0 0 0,0-1 0 0 0,0 0 0 0 0,-1 0 0 0 0,1 1 0 0 0,0-1 0 0 0,0 0 0 0 0,-1 1 0 0 0,1-1 0 0 0,-1 0 0 0 0,0 0 0 0 0,1 1-4 0 0,-1 0 1 0 0,1 0-1 0 0,-1 0 1 0 0,1 0-1 0 0,-1 0 0 0 0,0 1 1 0 0,1-1-1 0 0,-1 0 1 0 0,1 0-1 0 0,-1 0 1 0 0,1 1-1 0 0,-1-1 0 0 0,1 0 1 0 0,-1 1-1 0 0,1-1 1 0 0,-1 0-1 0 0,1 1 1 0 0,0-1-1 0 0,-1 1 0 0 0,1-1 1 0 0,-1 1-1 0 0,-21 31-15 0 0,-11 56 460 0 0,3 2 0 0 0,4 0 0 0 0,-14 104 0 0 0,26-104-124 0 0,4 2 1 0 0,2 116 0 0 0,8-208-313 0 0,0 1 1 0 0,0-1 0 0 0,0 1 0 0 0,0 0 0 0 0,0-1 0 0 0,0 1 0 0 0,0-1 0 0 0,0 1 0 0 0,0-1 0 0 0,0 1 0 0 0,0 0 0 0 0,0-1-1 0 0,1 1 1 0 0,-1-1 0 0 0,0 1 0 0 0,0-1 0 0 0,1 1 0 0 0,-1-1 0 0 0,0 1 0 0 0,1-1 0 0 0,-1 1 0 0 0,0-1 0 0 0,1 1 0 0 0,0 0-1 0 0,8-8 54 0 0,8-20-35 0 0,20-69-44 0 0,22-49-68 0 0,-49 126 60 0 0,0 1 1 0 0,1 0-1 0 0,1 0 0 0 0,0 2 1 0 0,23-24-1 0 0,-27 32-1 0 0,1 0 0 0 0,1 1-1 0 0,-1 0 1 0 0,1 0 0 0 0,0 1 0 0 0,1 0-1 0 0,10-4 1 0 0,-18 10 20 0 0,-1-1 1 0 0,0 0-1 0 0,0 1 0 0 0,0-1 1 0 0,1 1-1 0 0,-1 0 0 0 0,0-1 1 0 0,1 1-1 0 0,-1 0 0 0 0,0 1 0 0 0,1-1 1 0 0,-1 0-1 0 0,0 1 0 0 0,0-1 1 0 0,1 1-1 0 0,-1 0 0 0 0,0 0 0 0 0,0-1 1 0 0,0 2-1 0 0,0-1 0 0 0,0 0 1 0 0,0 0-1 0 0,0 1 0 0 0,0-1 1 0 0,-1 1-1 0 0,1-1 0 0 0,2 3 0 0 0,1 2 1 0 0,-1 0-1 0 0,0-1 0 0 0,0 1 1 0 0,0 1-1 0 0,0-1 0 0 0,-1 0 1 0 0,3 8-1 0 0,-1 4 8 0 0,0 0 1 0 0,-1 0-1 0 0,-1 1 0 0 0,-1-1 1 0 0,0 1-1 0 0,-2 27 1 0 0,-15 111 59 0 0,13-141-57 0 0,1-13 1 0 0,0 1 0 0 0,1-1 0 0 0,0 1 1 0 0,0-1-1 0 0,0 1 0 0 0,0-1 1 0 0,0 1-1 0 0,1-1 0 0 0,-1 1 1 0 0,1-1-1 0 0,0 1 0 0 0,0-1 0 0 0,2 4 1 0 0,-1-5-2 0 0,-1 0 0 0 0,1 0 0 0 0,0-1 0 0 0,-1 1 0 0 0,1 0 0 0 0,0-1 0 0 0,0 0 0 0 0,0 1 1 0 0,0-1-1 0 0,0 0 0 0 0,0 0 0 0 0,0 0 0 0 0,1 0 0 0 0,-1 0 0 0 0,0-1 0 0 0,1 1 0 0 0,-1-1 0 0 0,0 1 0 0 0,5-1 1 0 0,4 1 4 0 0,0-1 0 0 0,1 0 0 0 0,-1 0 0 0 0,0-1 1 0 0,1-1-1 0 0,-1 0 0 0 0,0-1 0 0 0,0 0 1 0 0,14-5-1 0 0,-10 1-9 0 0,0 0-1 0 0,0-2 1 0 0,-1 1-1 0 0,0-2 1 0 0,23-19 0 0 0,-18 12-11 0 0,-2-2 1 0 0,0 1 0 0 0,-1-2 0 0 0,-1 0 0 0 0,-1-1 0 0 0,0-1-1 0 0,-2 0 1 0 0,13-30 0 0 0,-24 48 3 0 0,21-59 3 0 0,-20 57-3 0 0,-1 0-1 0 0,0 0 1 0 0,0 0 0 0 0,0 0 0 0 0,-1-1-1 0 0,0 1 1 0 0,0 0 0 0 0,-2-8 0 0 0,2 13-1 0 0,0 0 0 0 0,0 1 1 0 0,-1-1-1 0 0,1 0 0 0 0,0 1 1 0 0,0-1-1 0 0,-1 1 0 0 0,1-1 1 0 0,-1 0-1 0 0,1 1 0 0 0,0-1 1 0 0,-1 1-1 0 0,1-1 0 0 0,-1 1 1 0 0,1-1-1 0 0,-1 1 0 0 0,1 0 1 0 0,-1-1-1 0 0,0 1 0 0 0,1 0 1 0 0,-1-1-1 0 0,1 1 0 0 0,-1 0 0 0 0,0-1 1 0 0,1 1-1 0 0,-1 0 0 0 0,0 0 1 0 0,1 0-1 0 0,-1 0 0 0 0,0 0 1 0 0,1 0-1 0 0,-1 0 0 0 0,0 0 1 0 0,0 0-1 0 0,-21 6-65 0 0,17-3 69 0 0,0 1 0 0 0,0 0 1 0 0,0 0-1 0 0,1 0 0 0 0,-1 0 1 0 0,1 1-1 0 0,0 0 0 0 0,0-1 1 0 0,-5 10-1 0 0,0 2 50 0 0,-14 32-1 0 0,19-37-29 0 0,0-1 0 0 0,1 1 0 0 0,0 0-1 0 0,1-1 1 0 0,0 1 0 0 0,1 0 0 0 0,0 0 0 0 0,1 0 0 0 0,0 0-1 0 0,2 16 1 0 0,-1-21-3 0 0,1 0 0 0 0,-1 1 0 0 0,1-1 0 0 0,0 0 0 0 0,0 0 0 0 0,1-1 0 0 0,0 1 0 0 0,0 0 0 0 0,0-1 0 0 0,1 0 0 0 0,-1 0 0 0 0,1 0 0 0 0,1 0 0 0 0,-1-1 0 0 0,1 1 0 0 0,-1-1 0 0 0,1 0 0 0 0,0 0 0 0 0,8 4 0 0 0,-4-4-194 0 0,0 0 0 0 0,0-1 1 0 0,0 1-1 0 0,1-2 0 0 0,-1 1 0 0 0,1-1 0 0 0,0-1 0 0 0,0 0 0 0 0,-1 0 0 0 0,1-1 0 0 0,0 0 0 0 0,17-3 1 0 0,-12 0-1197 0 0,-1 0 1 0 0,1-1 0 0 0,-1 0-1 0 0,0-1 1 0 0,0-1 0 0 0,-1 0 0 0 0,24-14-1 0 0,-9 1-3508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4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14 3848 0 0,'-110'2'6319'0'0,"-101"6"3793"0"0,201-5-8655 0 0,20 0-1053 0 0,21 1-231 0 0,236-6-736 0 0,0-12-4890 0 0,-168 6-9 0 0,0-1-2969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5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 1080 0 0,'0'0'8260'0'0,"3"0"-7266"0"0,11 0 1443 0 0,-12 2-2291 0 0,0 0 0 0 0,0 0 1 0 0,0 0-1 0 0,0 1 0 0 0,0-1 0 0 0,-1 1 0 0 0,1-1 0 0 0,-1 1 0 0 0,1-1 1 0 0,0 6-1 0 0,9 20 175 0 0,-1 1 0 0 0,-1 0 0 0 0,-2 1 1 0 0,-1 0-1 0 0,3 46 0 0 0,-8-57-179 0 0,0-1 1 0 0,-2 0-1 0 0,0 1 0 0 0,-1-1 0 0 0,-1 0 1 0 0,0 0-1 0 0,-2 0 0 0 0,0-1 0 0 0,-1 1 1 0 0,-12 24-1 0 0,18-40-104 0 0,-1-1 1 0 0,0 1 0 0 0,0 0-1 0 0,0-1 1 0 0,0 1-1 0 0,0-1 1 0 0,-1 1-1 0 0,1-1 1 0 0,0 1-1 0 0,-1-1 1 0 0,1 0-1 0 0,-1 0 1 0 0,1 1-1 0 0,-1-1 1 0 0,0 0-1 0 0,1-1 1 0 0,-1 1-1 0 0,0 0 1 0 0,0 0-1 0 0,0-1 1 0 0,1 1 0 0 0,-4 0-1 0 0,3-2-26 0 0,0 1 1 0 0,0 0-1 0 0,0-1 0 0 0,1 1 0 0 0,-1-1 1 0 0,0 0-1 0 0,1 1 0 0 0,-1-1 0 0 0,0 0 1 0 0,1 0-1 0 0,-1 0 0 0 0,1 0 0 0 0,-1 0 1 0 0,1-1-1 0 0,0 1 0 0 0,-1 0 0 0 0,1-1 1 0 0,0 1-1 0 0,0 0 0 0 0,0-1 0 0 0,0 0 1 0 0,0 1-1 0 0,0-3 0 0 0,-3-5-4 0 0,0 0-1 0 0,1 0 1 0 0,0-1-1 0 0,1 1 1 0 0,0-1-1 0 0,0 0 1 0 0,1 1-1 0 0,1-1 1 0 0,0-12-1 0 0,1-3 13 0 0,1 1 0 0 0,9-38 0 0 0,-8 48-37 0 0,1 0 0 0 0,1 0 0 0 0,0 0 0 0 0,1 0 0 0 0,0 1-1 0 0,1 0 1 0 0,1 0 0 0 0,0 1 0 0 0,1 0 0 0 0,18-19 0 0 0,-22 26 9 0 0,0 0 1 0 0,0 0-1 0 0,1 1 0 0 0,0-1 0 0 0,0 1 1 0 0,0 1-1 0 0,0-1 0 0 0,1 1 0 0 0,-1 0 0 0 0,1 1 1 0 0,0 0-1 0 0,0 0 0 0 0,0 0 0 0 0,0 1 1 0 0,0 0-1 0 0,0 0 0 0 0,0 0 0 0 0,0 1 0 0 0,1 1 1 0 0,-1-1-1 0 0,0 1 0 0 0,0 0 0 0 0,0 1 1 0 0,7 2-1 0 0,-2 0-2 0 0,0 0 0 0 0,-1 1 0 0 0,1 1 0 0 0,-1 0 0 0 0,-1 0-1 0 0,1 1 1 0 0,-1 0 0 0 0,0 1 0 0 0,-1 0 0 0 0,0 1 0 0 0,11 12 0 0 0,-15-14 13 0 0,0 0-1 0 0,0 1 1 0 0,0 0-1 0 0,-1 0 1 0 0,0 0-1 0 0,0 0 1 0 0,-1 1 0 0 0,0-1-1 0 0,0 1 1 0 0,-1 0-1 0 0,-1 0 1 0 0,1 0-1 0 0,-1 0 1 0 0,-1 0-1 0 0,0 0 1 0 0,-1 11-1 0 0,0-10 42 0 0,0 1 0 0 0,-1-1-1 0 0,-1 0 1 0 0,0 0 0 0 0,-7 16-1 0 0,10-25-26 0 0,-1 1 0 0 0,1-1-1 0 0,-1 0 1 0 0,0 0-1 0 0,1 0 1 0 0,-1 0-1 0 0,0 0 1 0 0,0 0 0 0 0,0 0-1 0 0,0 0 1 0 0,0 0-1 0 0,-2 1 1 0 0,3-2-12 0 0,-1 0 1 0 0,1 0 0 0 0,0 0-1 0 0,-1 1 1 0 0,1-1-1 0 0,-1 0 1 0 0,1 0-1 0 0,-1 0 1 0 0,1 0 0 0 0,-1 0-1 0 0,1 0 1 0 0,-1 0-1 0 0,1 0 1 0 0,0 0-1 0 0,-1 0 1 0 0,1-1 0 0 0,-1 1-1 0 0,1 0 1 0 0,-1 0-1 0 0,1 0 1 0 0,0 0-1 0 0,-1-1 1 0 0,0 1-1 0 0,0-2 0 0 0,0 1-1 0 0,0 0 0 0 0,-1 0 0 0 0,1-1 0 0 0,1 1 0 0 0,-1-1 0 0 0,0 1 0 0 0,0-1 0 0 0,0 1 0 0 0,1-1 0 0 0,-1 0 0 0 0,1 1 0 0 0,-1-1 0 0 0,1 1 0 0 0,0-1 0 0 0,0-2 0 0 0,0-11-6 0 0,1 0-1 0 0,0 0 0 0 0,1 1 0 0 0,1-1 0 0 0,0 0 1 0 0,2 1-1 0 0,-1 0 0 0 0,2 0 0 0 0,-1 0 0 0 0,2 1 0 0 0,0-1 1 0 0,1 2-1 0 0,0-1 0 0 0,1 1 0 0 0,0 0 0 0 0,19-18 0 0 0,-19 22-20 0 0,0 1 1 0 0,1 0-1 0 0,0 0 0 0 0,0 1 0 0 0,0 0 0 0 0,1 1 0 0 0,0 0 0 0 0,0 1 0 0 0,0 0 0 0 0,21-4 0 0 0,-26 7 13 0 0,-1 1-1 0 0,0-1 1 0 0,1 1-1 0 0,-1 0 1 0 0,0 0-1 0 0,1 1 1 0 0,-1 0-1 0 0,0 0 1 0 0,0 0-1 0 0,1 0 1 0 0,6 4-1 0 0,-9-4 8 0 0,1 2 0 0 0,0-1 0 0 0,-1 0 0 0 0,0 1-1 0 0,1-1 1 0 0,-1 1 0 0 0,0 0 0 0 0,-1 0 0 0 0,1 0 0 0 0,0 1-1 0 0,-1-1 1 0 0,0 0 0 0 0,0 1 0 0 0,0 0 0 0 0,0-1 0 0 0,2 7-1 0 0,-1 3-9 0 0,0 1-1 0 0,-1-1 0 0 0,-1 1 0 0 0,0 0 0 0 0,0-1 1 0 0,-1 1-1 0 0,-1 0 0 0 0,-4 20 0 0 0,1-3-406 0 0,2-7-385 0 0,0-12-22 0 0,1 0 0 0 0,0 0-1 0 0,2 17 1 0 0,-1-25 68 0 0,1 0-1 0 0,0 0 0 0 0,0 0 1 0 0,0 0-1 0 0,0 0 1 0 0,1 0-1 0 0,-1 0 1 0 0,4 4-1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7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262 710 2292 0 0,'4'-16'2595'0'0,"1"0"1"0"0,-2 1-1 0 0,2-20 0 0 0,-5 31-2268 0 0,1-1 1 0 0,-1 0-1 0 0,-1 0 1 0 0,1 0-1 0 0,-1 0 1 0 0,0 0-1 0 0,0 0 1 0 0,0 1-1 0 0,0-1 1 0 0,-1 0-1 0 0,0 1 1 0 0,0-1-1 0 0,0 1 0 0 0,-5-7 1 0 0,6 10-309 0 0,0 0 0 0 0,0 0 0 0 0,-1 1 0 0 0,1-1-1 0 0,0 0 1 0 0,0 0 0 0 0,-1 1 0 0 0,1-1 0 0 0,-1 0 0 0 0,1 1 0 0 0,0 0 0 0 0,-1-1 0 0 0,1 1 0 0 0,-1 0-1 0 0,1 0 1 0 0,-1-1 0 0 0,1 1 0 0 0,-1 0 0 0 0,1 1 0 0 0,-1-1 0 0 0,1 0 0 0 0,-1 0 0 0 0,1 1 0 0 0,-1-1-1 0 0,1 1 1 0 0,0-1 0 0 0,-1 1 0 0 0,1-1 0 0 0,0 1 0 0 0,-1 0 0 0 0,1 0 0 0 0,-2 1 0 0 0,-5 3-3 0 0,0 1 0 0 0,0-1 0 0 0,-10 11 1 0 0,-6 8-22 0 0,1 0 1 0 0,-35 48 0 0 0,49-58 6 0 0,1-1 1 0 0,0 1 0 0 0,0 0 0 0 0,2 1 0 0 0,0 0-1 0 0,0 0 1 0 0,-5 29 0 0 0,10-39 5 0 0,0 0 0 0 0,1-1 0 0 0,-1 1 0 0 0,1 0 0 0 0,1 0 0 0 0,-1-1 0 0 0,1 1-1 0 0,-1 0 1 0 0,4 8 0 0 0,-3-11-4 0 0,0 0 0 0 0,0 0-1 0 0,0 0 1 0 0,0 1 0 0 0,1-1-1 0 0,-1 0 1 0 0,1-1 0 0 0,-1 1-1 0 0,1 0 1 0 0,0 0 0 0 0,-1-1-1 0 0,1 1 1 0 0,0-1-1 0 0,0 1 1 0 0,0-1 0 0 0,1 0-1 0 0,-1 0 1 0 0,0 0 0 0 0,0 0-1 0 0,4 1 1 0 0,-2-1-24 0 0,1 0 1 0 0,-1 0-1 0 0,1 0 0 0 0,0-1 0 0 0,0 0 1 0 0,-1 1-1 0 0,1-2 0 0 0,0 1 0 0 0,-1 0 1 0 0,1-1-1 0 0,0 0 0 0 0,-1 0 0 0 0,1-1 1 0 0,-1 1-1 0 0,6-4 0 0 0,-3 2-4 0 0,0-1 0 0 0,-1-1 0 0 0,0 1 0 0 0,0-1 0 0 0,-1 0 0 0 0,1 0 0 0 0,-1-1 0 0 0,8-10 0 0 0,-1-2 75 0 0,-1 0 0 0 0,-1 0 0 0 0,-1-1 0 0 0,-1 0-1 0 0,12-41 1 0 0,-9 23 459 0 0,6-25 78 0 0,-16 61-618 0 0,0 14 23 0 0,-10 69 794 0 0,-4 51-232 0 0,13-114-494 0 0,0 0 1 0 0,1 0-1 0 0,1 0 0 0 0,9 36 0 0 0,-11-52-52 0 0,1 0-1 0 0,0 0 1 0 0,0 0 0 0 0,0 0-1 0 0,0-1 1 0 0,1 1-1 0 0,-1 0 1 0 0,1-1-1 0 0,-1 1 1 0 0,1-1 0 0 0,0 1-1 0 0,0-1 1 0 0,0 0-1 0 0,0 0 1 0 0,1 0 0 0 0,-1 0-1 0 0,1 0 1 0 0,-1-1-1 0 0,1 1 1 0 0,4 2-1 0 0,-3-3-37 0 0,0-1 0 0 0,0 1 0 0 0,0-1 0 0 0,1 1 0 0 0,-1-1 0 0 0,0 0 0 0 0,0-1 0 0 0,0 1 0 0 0,0-1-1 0 0,0 1 1 0 0,0-1 0 0 0,0-1 0 0 0,0 1 0 0 0,-1 0 0 0 0,7-4 0 0 0,4-2-184 0 0,-1-2 1 0 0,0 1-1 0 0,0-2 1 0 0,-1 1-1 0 0,0-2 1 0 0,-1 0-1 0 0,0 0 1 0 0,0-1-1 0 0,15-24 0 0 0,-4 3-266 0 0,-2-1-1 0 0,28-64 1 0 0,-29 49 272 0 0,-2-1 1 0 0,-1-1 0 0 0,-4-1 0 0 0,9-64-1 0 0,-13 32 1552 0 0,-4-162 0 0 0,-3 218-918 0 0,0 19-336 0 0,-1 1 1 0 0,0-1-1 0 0,-1 0 1 0 0,-2-15-1 0 0,1 22-99 0 0,0 6 1 0 0,-2 15-3 0 0,-4 23-11 0 0,-45 693 2347 0 0,53-729-2316 0 0,1 121 179 0 0,0-108-150 0 0,1 0 0 0 0,1 0 1 0 0,1 0-1 0 0,8 28 0 0 0,-10-43-30 0 0,0 1 0 0 0,0 0-1 0 0,1-1 1 0 0,-1 0-1 0 0,1 1 1 0 0,0-1-1 0 0,0 0 1 0 0,0 0 0 0 0,1 0-1 0 0,-1-1 1 0 0,1 1-1 0 0,0-1 1 0 0,0 0-1 0 0,7 4 1 0 0,-5-4-7 0 0,1 0 0 0 0,-1 0 0 0 0,1-1 0 0 0,0 0 0 0 0,0 0 0 0 0,0-1 0 0 0,0 1 0 0 0,0-2 0 0 0,11 1 0 0 0,-4-1-63 0 0,0-1 1 0 0,0-1 0 0 0,1 0 0 0 0,-2-1 0 0 0,1-1 0 0 0,0 0-1 0 0,-1-1 1 0 0,0 0 0 0 0,25-14 0 0 0,-23 9 8 0 0,-1 0 1 0 0,0-1-1 0 0,-1 0 0 0 0,0-1 0 0 0,-1-1 1 0 0,0 0-1 0 0,-1 0 0 0 0,0-1 1 0 0,-1-1-1 0 0,12-24 0 0 0,-16 27 70 0 0,0-1-1 0 0,-1 1 0 0 0,0-1 1 0 0,-1-1-1 0 0,-1 1 0 0 0,0 0 1 0 0,-1-1-1 0 0,0 0 0 0 0,-1 1 1 0 0,-1-1-1 0 0,0 0 0 0 0,0 0 1 0 0,-2 1-1 0 0,-2-15 0 0 0,2 21 5 0 0,2 3-31 0 0,-1 0 1 0 0,0 0-1 0 0,0 1 0 0 0,0-1 1 0 0,0 0-1 0 0,-1 1 1 0 0,1-1-1 0 0,-1 1 0 0 0,0-1 1 0 0,0 1-1 0 0,0 0 0 0 0,-4-4 1 0 0,4 5-21 0 0,0 2 25 0 0,0 0 0 0 0,1 0 0 0 0,-1 1 0 0 0,0-1 1 0 0,0 0-1 0 0,0 1 0 0 0,0-1 0 0 0,0 1 0 0 0,1-1 0 0 0,-1 1 0 0 0,0 0 0 0 0,0 0 1 0 0,1 0-1 0 0,-1 0 0 0 0,1 0 0 0 0,-1 0 0 0 0,1 0 0 0 0,-1 0 0 0 0,1 1 1 0 0,0-1-1 0 0,-1 1 0 0 0,1-1 0 0 0,0 1 0 0 0,0-1 0 0 0,0 1 0 0 0,0 0 0 0 0,0-1 1 0 0,1 1-1 0 0,-1 0 0 0 0,0 0 0 0 0,1 0 0 0 0,0 0 0 0 0,-1-1 0 0 0,1 1 0 0 0,0 0 1 0 0,0 0-1 0 0,0 0 0 0 0,0 0 0 0 0,0 3 0 0 0,1 1 0 0 0,-1 0-1 0 0,1 0 0 0 0,0 0 1 0 0,1-1-1 0 0,0 1 1 0 0,-1 0-1 0 0,2-1 1 0 0,-1 1-1 0 0,1-1 1 0 0,0 1-1 0 0,6 8 1 0 0,-3-7-64 0 0,0-1 0 0 0,1 0 0 0 0,0-1 1 0 0,0 0-1 0 0,0 0 0 0 0,1 0 1 0 0,-1-1-1 0 0,1 0 0 0 0,0 0 1 0 0,0-1-1 0 0,0 0 0 0 0,11 2 0 0 0,-6-2-38 0 0,1-1 1 0 0,-1 0-1 0 0,1-1 0 0 0,0 0 0 0 0,0-1 0 0 0,-1 0 0 0 0,16-3 0 0 0,-24 2 112 0 0,-1 0 1 0 0,1 1-1 0 0,-1-2 0 0 0,1 1 0 0 0,-1 0 0 0 0,1-1 1 0 0,-1 0-1 0 0,0 0 0 0 0,0 0 0 0 0,0-1 1 0 0,0 0-1 0 0,0 1 0 0 0,-1-1 0 0 0,1 0 0 0 0,-1-1 1 0 0,0 1-1 0 0,0-1 0 0 0,0 1 0 0 0,0-1 0 0 0,0 0 1 0 0,-1 0-1 0 0,0 0 0 0 0,0 0 0 0 0,0 0 1 0 0,0-1-1 0 0,-1 1 0 0 0,1-1 0 0 0,-1 1 0 0 0,0-1 1 0 0,-1 0-1 0 0,1 1 0 0 0,-1-1 0 0 0,0-7 0 0 0,-1 2 168 0 0,0 0-1 0 0,-1 1 0 0 0,-4-15 0 0 0,6 24-171 0 0,0 0-1 0 0,0-1 1 0 0,-1 1-1 0 0,1 0 1 0 0,0-1-1 0 0,0 1 1 0 0,-1 0-1 0 0,1-1 1 0 0,0 1-1 0 0,-1 0 1 0 0,1 0-1 0 0,0-1 1 0 0,0 1-1 0 0,-1 0 1 0 0,1 0-1 0 0,-1 0 1 0 0,1 0-1 0 0,0-1 1 0 0,-1 1-1 0 0,1 0 1 0 0,0 0-1 0 0,-1 0 1 0 0,1 0-1 0 0,-1 0 1 0 0,1 0-1 0 0,0 0 1 0 0,-1 0-1 0 0,1 0 1 0 0,-1 0-1 0 0,1 0 1 0 0,0 0-1 0 0,-1 0 1 0 0,1 1-1 0 0,-1-1 1 0 0,1 0-1 0 0,0 0 1 0 0,-1 0-1 0 0,1 0 1 0 0,0 1-1 0 0,-1-1 1 0 0,1 0-1 0 0,0 0 1 0 0,-1 1-1 0 0,-13 10 53 0 0,5 1 76 0 0,0 0 0 0 0,0 0 0 0 0,2 1 1 0 0,0 1-1 0 0,0-1 0 0 0,-5 17 0 0 0,-23 87 347 0 0,30-100-426 0 0,2 0 0 0 0,0 1 0 0 0,1-1 0 0 0,0 0 0 0 0,1 1 0 0 0,3 25 0 0 0,-2-38-115 0 0,1-1 1 0 0,0 1-1 0 0,0-1 1 0 0,0 1-1 0 0,0-1 1 0 0,1 0-1 0 0,-1 0 1 0 0,1 1-1 0 0,0-1 1 0 0,1 0-1 0 0,-1-1 1 0 0,1 1-1 0 0,-1 0 1 0 0,1-1-1 0 0,0 1 1 0 0,1-1-1 0 0,-1 0 1 0 0,0 0-1 0 0,1 0 1 0 0,0 0-1 0 0,0-1 1 0 0,0 0-1 0 0,0 0 1 0 0,0 0-1 0 0,0 0 1 0 0,0 0-1 0 0,1-1 1 0 0,-1 0-1 0 0,7 2 1 0 0,2-2-473 0 0,-1 1 1 0 0,1-1 0 0 0,-1-1 0 0 0,1 0-1 0 0,0-1 1 0 0,-1-1 0 0 0,0 0 0 0 0,1 0 0 0 0,-1-1-1 0 0,0-1 1 0 0,0 0 0 0 0,18-8 0 0 0,-22 7 488 0 0,0 0 0 0 0,1 0 0 0 0,-1 0 0 0 0,-1-1 0 0 0,1 0 0 0 0,-1-1 0 0 0,0 1 0 0 0,-1-1 0 0 0,0-1 0 0 0,0 1 0 0 0,0-1 0 0 0,-1 0 0 0 0,0-1 0 0 0,-1 1 0 0 0,0-1 0 0 0,6-17 0 0 0,-1-12 1914 0 0,-1 1-1 0 0,-2-1 0 0 0,-2 0 0 0 0,0-47 0 0 0,-4 83-1390 0 0,1 4-313 0 0,0 1 0 0 0,0-1 0 0 0,0 0 0 0 0,-1 1 0 0 0,1-1 0 0 0,-1 1 0 0 0,1 4 1 0 0,6 179 3780 0 0,-1-18-4706 0 0,3-114-2469 0 0,-8-51 2385 0 0,0 1 0 0 0,1-1 0 0 0,-1 1 0 0 0,1-1 0 0 0,0 0 0 0 0,4 6 0 0 0,9-7-4630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7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2392 0 0,'6'-16'2854'0'0,"-1"0"0"0"0,0 0 0 0 0,-1 0 0 0 0,1-19 0 0 0,-5 34-2783 0 0,0 0 1 0 0,0 1-1 0 0,1-1 0 0 0,-1 0 0 0 0,0 0 1 0 0,0 0-1 0 0,0 0 0 0 0,1 0 0 0 0,-1 1 1 0 0,0-1-1 0 0,1 0 0 0 0,-1 0 0 0 0,0 1 1 0 0,1-1-1 0 0,-1 0 0 0 0,1 0 0 0 0,0 1 1 0 0,-1-1-1 0 0,1 1 0 0 0,0-2 0 0 0,0 2-13 0 0,-1 0 0 0 0,1 0-1 0 0,0 0 1 0 0,-1 0-1 0 0,1 0 1 0 0,-1 0 0 0 0,1 0-1 0 0,0 0 1 0 0,-1 0 0 0 0,1 0-1 0 0,0 0 1 0 0,-1 0 0 0 0,1 0-1 0 0,-1 0 1 0 0,1 1-1 0 0,0-1 1 0 0,-1 0 0 0 0,1 0-1 0 0,-1 1 1 0 0,2-1 0 0 0,3 4 261 0 0,-1 0 1 0 0,1-1 0 0 0,-1 1 0 0 0,6 7 0 0 0,-10-11-304 0 0,62 73 1658 0 0,23 25-525 0 0,-73-86-1680 0 0,1 0 0 0 0,0-1 0 0 0,1-1-1 0 0,0 0 1 0 0,22 11 0 0 0,-34-19 51 0 0,22 8-3158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7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74 1052 0 0,'-5'-16'5745'0'0,"-1"-1"0"0"0,-10-19-1 0 0,13 34-4846 0 0,3 2-855 0 0,-1 0 0 0 0,1 0 0 0 0,0-1 0 0 0,-1 1 0 0 0,1 0-1 0 0,-1 0 1 0 0,1-1 0 0 0,0 1 0 0 0,-1 0 0 0 0,1 0 0 0 0,-1 0 0 0 0,1 0-1 0 0,0 0 1 0 0,-1-1 0 0 0,1 1 0 0 0,-1 0 0 0 0,1 0 0 0 0,-1 0 0 0 0,1 0-1 0 0,-1 0 1 0 0,1 1 0 0 0,0-1 0 0 0,-1 0 0 0 0,1 0 0 0 0,-1 0 0 0 0,-10 8 561 0 0,1 0 0 0 0,1 1 1 0 0,0 0-1 0 0,0 1 1 0 0,-8 11-1 0 0,-39 60 1422 0 0,50-72-1867 0 0,-116 182 1727 0 0,46-59-4494 0 0,75-131 2421 0 0,-10 20-1904 0 0,4-9-2672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7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82 138 1468 0 0,'-38'-64'12596'0'0,"2"3"-5990"0"0,29 49-7712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8.1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205 0 120 0 0,'-40'9'3956'0'0,"-113"26"8033"0"0,152-35-11935 0 0,1 0 1 0 0,0 0-1 0 0,-1 0 1 0 0,1 0-1 0 0,-1 0 1 0 0,1 0-1 0 0,0 0 1 0 0,-1 0-1 0 0,1 0 1 0 0,-1 0-1 0 0,1 0 1 0 0,0 0-1 0 0,-1 0 1 0 0,1 1 0 0 0,-1-1-1 0 0,1 0 1 0 0,0 0-1 0 0,-1 0 1 0 0,1 1-1 0 0,0-1 1 0 0,-1 0-1 0 0,1 0 1 0 0,0 1-1 0 0,0-1 1 0 0,-1 0-1 0 0,1 1 1 0 0,0-1-1 0 0,0 0 1 0 0,-1 1-1 0 0,1-1 1 0 0,0 1-1 0 0,0-1 1 0 0,14 4 447 0 0,27-2-329 0 0,280-3-2363 0 0,-108-1-6206 0 0,-149 2 2847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9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26 911 744 0 0,'-18'14'11483'0'0,"12"-8"-9272"0"0,6-4-2029 0 0,-1 0 0 0 0,1 0 0 0 0,0 0 1 0 0,0-1-1 0 0,0 1 0 0 0,0 0 0 0 0,0 0 0 0 0,0 0 0 0 0,0 0 0 0 0,1 0 0 0 0,-1 0 1 0 0,0 0-1 0 0,1 0 0 0 0,0 0 0 0 0,-1-1 0 0 0,1 1 0 0 0,0 0 0 0 0,0 0 0 0 0,0-1 1 0 0,0 1-1 0 0,1-1 0 0 0,-1 1 0 0 0,2 1 0 0 0,-2-2 202 0 0,7-2-193 0 0,0 0 0 0 0,0-1 0 0 0,0 1 0 0 0,-1-2 0 0 0,1 1 0 0 0,0-1 0 0 0,-1 0 0 0 0,0-1 0 0 0,0 1 0 0 0,0-1 0 0 0,0-1 0 0 0,-1 1 0 0 0,12-11 0 0 0,5-7-107 0 0,-1 0-1 0 0,22-30 0 0 0,154-227 88 0 0,-24-15 8 0 0,-137 231-171 0 0,-10 15-53 0 0,53-83-216 0 0,-80 130 253 0 0,1 0 0 0 0,0 0 0 0 0,-1 0 0 0 0,1 0 0 0 0,0 0 0 0 0,-1 1 0 0 0,1-1 0 0 0,0 0 1 0 0,0 0-1 0 0,-1 1 0 0 0,1-1 0 0 0,0 0 0 0 0,0 1 0 0 0,0-1 0 0 0,0 1 0 0 0,0-1 0 0 0,0 1 0 0 0,0 0 0 0 0,0-1 0 0 0,0 1 0 0 0,0 0 0 0 0,0 0 0 0 0,1 0 0 0 0,1 0 0 0 0,-2 0 2 0 0,0 1 1 0 0,1-1 0 0 0,-1 1-1 0 0,0 0 1 0 0,0-1 0 0 0,0 1-1 0 0,1 0 1 0 0,-1 0-1 0 0,0 0 1 0 0,0 0 0 0 0,0 0-1 0 0,0 0 1 0 0,-1 0 0 0 0,1 0-1 0 0,0 1 1 0 0,0 0 0 0 0,3 5-8 0 0,-1 0 1 0 0,0 1 0 0 0,0-1-1 0 0,-1 0 1 0 0,3 12 0 0 0,0 35 140 0 0,-2 1 1 0 0,-2 0-1 0 0,-10 82 1 0 0,3-56-5 0 0,-30 364 387 0 0,32-398-222 0 0,3-28-253 0 0,1-17-310 0 0,1-5-297 0 0,2-20-137 0 0,-1 0-1 0 0,0 0 1 0 0,-2 0-1 0 0,-1 0 1 0 0,0 0 0 0 0,-8-36-1 0 0,5 41 494 0 0,-1 0-1 0 0,0 0 1 0 0,-1 0-1 0 0,-1 1 1 0 0,-1-1-1 0 0,0 2 0 0 0,-2-1 1 0 0,-17-24-1 0 0,19 32 241 0 0,1 0 1 0 0,-1 1-1 0 0,-1 0 0 0 0,1 1 0 0 0,-1 0 0 0 0,0 0 0 0 0,-1 1 0 0 0,0 0 0 0 0,0 1 0 0 0,0 0 0 0 0,-1 0 0 0 0,1 1 0 0 0,-1 1 0 0 0,0 0 1 0 0,-13-2-1 0 0,3 2 234 0 0,-1 2 0 0 0,1 0 0 0 0,0 1 1 0 0,-1 2-1 0 0,1 0 0 0 0,0 1 1 0 0,-24 7-1 0 0,32-8-174 0 0,8-1-50 0 0,1 0 1 0 0,-1 0 0 0 0,1 0 0 0 0,-1 1 0 0 0,1-1 0 0 0,-1 1 0 0 0,1 0 0 0 0,0 0 0 0 0,-6 5 0 0 0,8-6 33 0 0,10 8 92 0 0,-3-7-140 0 0,1 0 1 0 0,-1 0-1 0 0,1-1 0 0 0,-1 0 1 0 0,1 0-1 0 0,0 0 1 0 0,-1-1-1 0 0,1 0 0 0 0,0 0 1 0 0,9-1-1 0 0,0 0 1 0 0,575-29 247 0 0,-531 24-405 0 0,15-2-1446 0 0,-24 6-7792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19.8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23 439 3152 0 0,'0'0'7106'0'0,"-3"0"-6018"0"0,3 0-957 0 0,-1 1 0 0 0,0-1 1 0 0,0 0-1 0 0,0 0 0 0 0,0 0 0 0 0,1 1 0 0 0,-1-1 0 0 0,0 0 0 0 0,0 0 0 0 0,0 1 0 0 0,1-1 0 0 0,-1 1 0 0 0,0-1 0 0 0,1 1 0 0 0,-1-1 0 0 0,0 1 0 0 0,1 0 0 0 0,-1-1 0 0 0,1 1 0 0 0,-1 0 0 0 0,1-1 1 0 0,-1 1-1 0 0,1 0 0 0 0,-1-1 0 0 0,1 1 0 0 0,0 0 0 0 0,-1 0 0 0 0,1 0 0 0 0,0 0 0 0 0,0-1 0 0 0,-1 1 0 0 0,1 0 0 0 0,0 1 0 0 0,0 0 137 0 0,4 30 910 0 0,-4-31-1117 0 0,0 0 0 0 0,1-1-1 0 0,-1 1 1 0 0,0 0 0 0 0,1-1 0 0 0,-1 1-1 0 0,1 0 1 0 0,-1-1 0 0 0,1 1-1 0 0,-1-1 1 0 0,1 1 0 0 0,-1-1 0 0 0,1 1-1 0 0,0-1 1 0 0,-1 1 0 0 0,1-1-1 0 0,0 1 1 0 0,-1-1 0 0 0,1 0 0 0 0,0 1-1 0 0,-1-1 1 0 0,1 0 0 0 0,0 0-1 0 0,0 0 1 0 0,-1 0 0 0 0,1 1 0 0 0,0-1-1 0 0,1 0 1 0 0,1-1 11 0 0,-1 1 0 0 0,1-1 0 0 0,-1 1 0 0 0,1-1 0 0 0,-1 0 0 0 0,0 0 0 0 0,1 0 0 0 0,-1 0 0 0 0,3-2 0 0 0,3-2 12 0 0,0-1-1 0 0,-1 0 1 0 0,0 0-1 0 0,9-10 1 0 0,-1-3-30 0 0,0-1 1 0 0,-1-1 0 0 0,-1 0 0 0 0,-1-1 0 0 0,-1 0 0 0 0,15-44 0 0 0,-11 17-17 0 0,-2 0 0 0 0,8-67 0 0 0,-15 64-445 0 0,-21 71 296 0 0,-3 33 1 0 0,-21 101 0 0 0,34-121 146 0 0,0 1 0 0 0,3 0-1 0 0,1 0 1 0 0,3 47 0 0 0,-1-77-22 0 0,-1 1-1 0 0,0-1 1 0 0,1 0 0 0 0,0 1-1 0 0,0-1 1 0 0,0 0 0 0 0,0 0-1 0 0,0 1 1 0 0,0-1 0 0 0,1 0-1 0 0,0 0 1 0 0,0 0 0 0 0,-1-1-1 0 0,2 1 1 0 0,-1 0 0 0 0,0-1-1 0 0,0 1 1 0 0,1-1 0 0 0,0 0-1 0 0,-1 0 1 0 0,1 0 0 0 0,4 2-1 0 0,-2-2-80 0 0,0 0 0 0 0,0-1 0 0 0,0 0-1 0 0,0 0 1 0 0,1 0 0 0 0,-1 0-1 0 0,0-1 1 0 0,0 0 0 0 0,1 0 0 0 0,-1-1-1 0 0,0 1 1 0 0,0-1 0 0 0,0 0-1 0 0,5-2 1 0 0,1 0-590 0 0,0-1-1 0 0,0 0 1 0 0,0-1 0 0 0,-1 0-1 0 0,0-1 1 0 0,0 0 0 0 0,11-8-1 0 0,-12 6-625 0 0,0 0 0 0 0,0 0 0 0 0,-1-1 0 0 0,7-10 0 0 0,7-12-4030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0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66 732 0 0,'-86'-60'13110'0'0,"85"60"-13097"0"0,0-1 0 0 0,0 0 0 0 0,1 1 0 0 0,-1-1 0 0 0,0 1-1 0 0,0-1 1 0 0,0 1 0 0 0,0 0 0 0 0,0-1 0 0 0,0 1 0 0 0,0 0 0 0 0,-1-1 0 0 0,1 1 0 0 0,-1 0 0 0 0,1 0-70 0 0,1 0 0 0 0,0 0 0 0 0,-1 1 0 0 0,1-1-1 0 0,0 0 1 0 0,-1 0 0 0 0,1 0 0 0 0,0 0 0 0 0,-1 1 0 0 0,1-1 0 0 0,0 0 0 0 0,-1 0 0 0 0,1 1 0 0 0,0-1 0 0 0,0 0 0 0 0,-1 0 0 0 0,1 1 0 0 0,0-1 0 0 0,0 0 0 0 0,-1 1 0 0 0,1-1 0 0 0,0 1 0 0 0,0-1 0 0 0,0 0 0 0 0,0 1 0 0 0,-1 1-586 0 0,1 1 1 0 0,0-1 0 0 0,-1 0-1 0 0,1 1 1 0 0,0-1 0 0 0,1 0-1 0 0,-1 0 1 0 0,0 1 0 0 0,2 3-1 0 0,1 4-3082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0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111 848 208 0 0,'-4'35'5762'0'0,"1"-22"-3990"0"0,2 0 0 0 0,-1 1 0 0 0,2-1 0 0 0,0 0 0 0 0,3 24 0 0 0,-3-37-1688 0 0,1 1 0 0 0,0 0 1 0 0,-1-1-1 0 0,1 1 1 0 0,0 0-1 0 0,-1-1 1 0 0,1 1-1 0 0,0-1 0 0 0,0 1 1 0 0,-1-1-1 0 0,1 1 1 0 0,0-1-1 0 0,0 0 1 0 0,0 1-1 0 0,0-1 0 0 0,0 0 1 0 0,0 0-1 0 0,-1 0 1 0 0,1 1-1 0 0,0-1 1 0 0,0 0-1 0 0,0 0 0 0 0,0 0 1 0 0,0-1-1 0 0,0 1 1 0 0,0 0-1 0 0,0 0 1 0 0,1-1-1 0 0,-1 1-135 0 0,4-1 145 0 0,0 0 0 0 0,1-1 0 0 0,-1 1 0 0 0,0-1-1 0 0,0 0 1 0 0,0-1 0 0 0,0 1 0 0 0,0-1 0 0 0,7-6 0 0 0,35-32 212 0 0,-27 19-252 0 0,-1-1 0 0 0,0-1 1 0 0,-2 0-1 0 0,-1-2 0 0 0,-1 0 1 0 0,16-38-1 0 0,-9 8-22 0 0,-1-1 1 0 0,14-69-1 0 0,-19 40-102 0 0,-3-1 0 0 0,2-124 0 0 0,-13 117-348 0 0,-16 112 289 0 0,-6 36 135 0 0,-22 102 1 0 0,3 62 407 0 0,21-111-139 0 0,15-91-212 0 0,-136 832 2709 0 0,127-764-2502 0 0,-23 176 425 0 0,27-176-373 0 0,4 93 0 0 0,4-168-284 0 0,1 1 1 0 0,0-1 0 0 0,0 0 0 0 0,1 0 0 0 0,0 0-1 0 0,0 0 1 0 0,5 10 0 0 0,-6-16-26 0 0,1 0 0 0 0,0 1 1 0 0,0-1-1 0 0,0 0 0 0 0,1 0 0 0 0,-1 0 1 0 0,1 0-1 0 0,-1-1 0 0 0,1 1 0 0 0,0-1 0 0 0,0 1 1 0 0,0-1-1 0 0,1 0 0 0 0,-1 0 0 0 0,0-1 0 0 0,1 1 1 0 0,-1-1-1 0 0,1 1 0 0 0,6 0 0 0 0,1 0 6 0 0,0-1 0 0 0,0 0 0 0 0,0 0 0 0 0,0-2 0 0 0,0 1 0 0 0,0-1 0 0 0,-1-1 0 0 0,1 0 0 0 0,0-1 0 0 0,-1 0 0 0 0,1 0 0 0 0,-1-1 0 0 0,0 0 0 0 0,17-11 0 0 0,-15 8-2 0 0,0 0 0 0 0,-1-1 1 0 0,0-1-1 0 0,0 0 0 0 0,-1 0 1 0 0,0-1-1 0 0,0-1 0 0 0,-2 1 0 0 0,1-1 1 0 0,-1-1-1 0 0,7-14 0 0 0,-9 15-34 0 0,-1 0-1 0 0,-1-1 0 0 0,0 1 1 0 0,-1-1-1 0 0,0 0 0 0 0,-1 0 0 0 0,0-1 1 0 0,-1 1-1 0 0,0 0 0 0 0,-2-24 1 0 0,-2 18 8 0 0,0 1 1 0 0,-1 0 0 0 0,0 0 0 0 0,-2 0 0 0 0,0 0 0 0 0,-15-29 0 0 0,-2 8-5 0 0,-1 2 1 0 0,-1 1 0 0 0,-3 0 0 0 0,0 2 0 0 0,-43-37 0 0 0,-48-31-18 0 0,77 68 132 0 0,1-2-1 0 0,-44-48 1 0 0,81 78-118 0 0,-1-1 0 0 0,1 1 0 0 0,0-1 0 0 0,0 0 0 0 0,1-1 0 0 0,0 1-1 0 0,0-1 1 0 0,0 1 0 0 0,-3-13 0 0 0,5 14-74 0 0,1 0 1 0 0,-1 0-1 0 0,1 0 0 0 0,0-1 1 0 0,0 1-1 0 0,1 0 0 0 0,-1 0 1 0 0,1 0-1 0 0,0 0 0 0 0,1 0 1 0 0,-1 0-1 0 0,1 0 0 0 0,0 0 1 0 0,3-5-1 0 0,5-6-309 0 0,0 0 0 0 0,1 1 1 0 0,1 0-1 0 0,0 1 0 0 0,1 1 0 0 0,0 0 0 0 0,1 0 1 0 0,0 2-1 0 0,1-1 0 0 0,19-9 0 0 0,7-3-3074 0 0,2 3-1 0 0,80-29 1 0 0,-63 28-3937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3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10 2332 0 0,'11'-9'18489'0'0,"-13"46"-17685"0"0,-2 0 1 0 0,-15 57 0 0 0,7-37-435 0 0,-13 49 2 0 0,-6 32-65 0 0,24-102-824 0 0,3-24-2606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3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185 96 1856 0 0,'5'-35'5920'0'0,"2"-20"1986"0"0,-7 55-7887 0 0,0 0 0 0 0,0 0 1 0 0,0 0-1 0 0,0-1 0 0 0,0 1 0 0 0,0 0 0 0 0,0 0 0 0 0,0 0 0 0 0,0-1 1 0 0,0 1-1 0 0,0 0 0 0 0,0 0 0 0 0,0 0 0 0 0,0-1 0 0 0,0 1 1 0 0,0 0-1 0 0,0 0 0 0 0,0 0 0 0 0,1 0 0 0 0,-1-1 0 0 0,0 1 1 0 0,0 0-1 0 0,0 0 0 0 0,0 0 0 0 0,0 0 0 0 0,0 0 0 0 0,1 0 0 0 0,-1-1 1 0 0,0 1-1 0 0,0 0 0 0 0,0 0 0 0 0,0 0 0 0 0,1 0 0 0 0,-1 0 1 0 0,0 0-1 0 0,0 0 0 0 0,0 0 0 0 0,1 0 0 0 0,7 3 725 0 0,7 10 129 0 0,24 27 213 0 0,-2 2 1 0 0,-3 2 0 0 0,-1 1 0 0 0,44 80-1 0 0,-55-83-846 0 0,-2 1-1 0 0,-2 1 1 0 0,-1 1-1 0 0,-3 0 1 0 0,15 83-1 0 0,-26-104-192 0 0,-1 1 0 0 0,-1 0-1 0 0,-2 0 1 0 0,0-1 0 0 0,-1 1 0 0 0,-2 0-1 0 0,0-1 1 0 0,-2 0 0 0 0,-1 0-1 0 0,0 0 1 0 0,-2-1 0 0 0,-1 0-1 0 0,-18 31 1 0 0,9-23-298 0 0,-1-1-1 0 0,-2 0 1 0 0,-1-2-1 0 0,-2 0 0 0 0,0-2 1 0 0,-2-1-1 0 0,0-1 1 0 0,-45 30-1 0 0,-46 20-3319 0 0,35-34-5406 0 0,53-29 623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5.5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64 815 2336 0 0,'-3'0'3799'0'0,"1"0"-3696"0"0,0 0 198 0 0,0-1 0 0 0,1 1 0 0 0,-1 0 1 0 0,0 1-1 0 0,0-1 0 0 0,0 0 1 0 0,1 1-1 0 0,-1-1 0 0 0,0 0 1 0 0,1 1-1 0 0,-1 0 0 0 0,0-1 1 0 0,1 1-1 0 0,-1 0 0 0 0,1 0 1 0 0,-1 0-1 0 0,1 0 0 0 0,-1 0 0 0 0,0 2 1 0 0,-1 1-36 0 0,0 0-1 0 0,0 0 1 0 0,1 1 0 0 0,-1-1 0 0 0,1 1 0 0 0,1-1 0 0 0,-1 1-1 0 0,0 0 1 0 0,1 0 0 0 0,0-1 0 0 0,0 1 0 0 0,1 0 0 0 0,-1 0-1 0 0,1 0 1 0 0,1 8 0 0 0,-1-11-207 0 0,0 1 0 0 0,0 0 0 0 0,1-1 1 0 0,0 1-1 0 0,-1-1 0 0 0,1 1 0 0 0,0-1 0 0 0,0 1 0 0 0,0-1 0 0 0,1 1 0 0 0,-1-1 1 0 0,0 0-1 0 0,1 0 0 0 0,0 0 0 0 0,-1 0 0 0 0,1 0 0 0 0,0 0 0 0 0,0 0 0 0 0,0 0 1 0 0,0-1-1 0 0,1 1 0 0 0,-1-1 0 0 0,0 0 0 0 0,0 1 0 0 0,1-1 0 0 0,-1 0 0 0 0,1 0 1 0 0,-1-1-1 0 0,1 1 0 0 0,0-1 0 0 0,3 1 0 0 0,5 0-9 0 0,-1-1-1 0 0,1-1 1 0 0,0 1-1 0 0,-1-2 1 0 0,1 1 0 0 0,-1-2-1 0 0,0 1 1 0 0,0-2-1 0 0,0 1 1 0 0,0-1 0 0 0,0-1-1 0 0,-1 1 1 0 0,0-2-1 0 0,14-9 1 0 0,-5 2-33 0 0,-1-1 0 0 0,-1-1 0 0 0,0 0 0 0 0,-1-2-1 0 0,0 1 1 0 0,12-20 0 0 0,-6 2-161 0 0,-2 0-1 0 0,-1-1 1 0 0,-1 0-1 0 0,-2-2 1 0 0,-2 0 0 0 0,9-39-1 0 0,-9 15-77 0 0,-2 0 0 0 0,-2 0-1 0 0,0-70 1 0 0,-9 130 220 0 0,1-26-76 0 0,-1-1 1 0 0,-1 0-1 0 0,-1 1 0 0 0,-8-37 0 0 0,10 63 74 0 0,0 1 0 0 0,-1-1-1 0 0,1 0 1 0 0,0 1 0 0 0,0-1-1 0 0,0 0 1 0 0,0 1 0 0 0,-1-1-1 0 0,1 1 1 0 0,0-1 0 0 0,-1 0 0 0 0,1 1-1 0 0,-1-1 1 0 0,1 1 0 0 0,0-1-1 0 0,-1 1 1 0 0,1-1 0 0 0,-1 1-1 0 0,1 0 1 0 0,-1-1 0 0 0,1 1 0 0 0,-1 0-1 0 0,0-1 1 0 0,1 1 0 0 0,-1 0-1 0 0,1 0 1 0 0,-1-1 0 0 0,0 1-1 0 0,1 0 1 0 0,-2 0 0 0 0,1 0-1 0 0,-1 0 0 0 0,1 1 1 0 0,-1-1-1 0 0,1 1 0 0 0,0-1 0 0 0,-1 1 0 0 0,1-1 1 0 0,-1 1-1 0 0,1 0 0 0 0,0 0 0 0 0,0 0 1 0 0,-2 1-1 0 0,-3 3 4 0 0,1 1-1 0 0,-1-1 1 0 0,1 1 0 0 0,-5 8 0 0 0,-10 21 10 0 0,1 2 0 0 0,1 0 1 0 0,-15 50-1 0 0,-26 123 260 0 0,52-178-225 0 0,-28 140 152 0 0,33-152-156 0 0,0 0 0 0 0,1 0 0 0 0,1 0-1 0 0,1 0 1 0 0,1 0 0 0 0,7 32 0 0 0,-8-46-26 0 0,1 1 0 0 0,0-1 0 0 0,1 0 1 0 0,-1 0-1 0 0,1 0 0 0 0,0 0 1 0 0,1-1-1 0 0,-1 1 0 0 0,1-1 0 0 0,1 0 1 0 0,-1 0-1 0 0,0 0 0 0 0,1-1 0 0 0,0 1 1 0 0,6 3-1 0 0,-4-4-49 0 0,0 0-1 0 0,-1-1 1 0 0,1 0 0 0 0,0 0-1 0 0,1-1 1 0 0,-1 0 0 0 0,0 0-1 0 0,1-1 1 0 0,-1 0 0 0 0,1 0 0 0 0,0-1-1 0 0,14 0 1 0 0,-7-1-220 0 0,-1-1-1 0 0,1-1 1 0 0,-1 0-1 0 0,1 0 1 0 0,-1-2-1 0 0,0 0 1 0 0,-1 0 0 0 0,1-1-1 0 0,-1-1 1 0 0,0 0-1 0 0,13-10 1 0 0,-10 4 1 0 0,0-1 1 0 0,0 0-1 0 0,-2-1 0 0 0,0-1 1 0 0,0 0-1 0 0,-2-1 0 0 0,11-18 0 0 0,-2-2-127 0 0,-2 0-1 0 0,25-69 1 0 0,10-74-31 0 0,-37 102 1581 0 0,7-98-1 0 0,-16 107 249 0 0,-9 58-1223 0 0,-5 12-67 0 0,-6 14-29 0 0,-1 19 234 0 0,2 0-1 0 0,-9 51 0 0 0,-5 75 648 0 0,21-128-847 0 0,-37 410 1022 0 0,38-417-979 0 0,1-6 187 0 0,8-36-283 0 0,3-10-85 0 0,0 0 1 0 0,2 0-1 0 0,0 1 1 0 0,27-42-1 0 0,-31 57-6 0 0,1 0-1 0 0,0 0 1 0 0,0 1 0 0 0,1 0-1 0 0,1 0 1 0 0,0 1 0 0 0,0 0-1 0 0,1 1 1 0 0,0 0 0 0 0,0 1-1 0 0,1 0 1 0 0,14-6 0 0 0,-21 11 3 0 0,-1 0 0 0 0,0 1 0 0 0,1-1 0 0 0,0 1 0 0 0,-1 1 0 0 0,1-1 0 0 0,0 1 0 0 0,0-1 0 0 0,-1 1 0 0 0,1 0 0 0 0,0 1 0 0 0,0-1 0 0 0,-1 1 0 0 0,1 0 0 0 0,-1 0 0 0 0,1 1 0 0 0,-1-1 0 0 0,1 1 0 0 0,5 4 0 0 0,-5-3 6 0 0,-1 0 0 0 0,0 0 1 0 0,0 1-1 0 0,0 0 0 0 0,0 0 1 0 0,-1 0-1 0 0,1 0 0 0 0,-1 1 0 0 0,0-1 1 0 0,0 1-1 0 0,-1 0 0 0 0,0-1 1 0 0,1 1-1 0 0,-1 1 0 0 0,-1-1 0 0 0,3 10 1 0 0,-2-1 2 0 0,0 1-1 0 0,-1 0 1 0 0,0 0 0 0 0,-1-1 0 0 0,-2 17 0 0 0,-16 72 66 0 0,1-5 5 0 0,17-96-66 0 0,0-1-1 0 0,0 1 0 0 0,0-1 1 0 0,0 0-1 0 0,1 1 0 0 0,-1-1 1 0 0,0 1-1 0 0,0-1 0 0 0,1 0 1 0 0,-1 1-1 0 0,1-1 0 0 0,-1 0 1 0 0,1 0-1 0 0,0 1 0 0 0,-1-1 1 0 0,1 0-1 0 0,0 0 0 0 0,0 0 1 0 0,0 0-1 0 0,0 0 0 0 0,0 0 1 0 0,0 0-1 0 0,0 0 0 0 0,0 0 1 0 0,0 0-1 0 0,1 0 0 0 0,-1-1 1 0 0,0 1-1 0 0,0-1 0 0 0,1 1 1 0 0,-1-1-1 0 0,0 1 0 0 0,1-1 1 0 0,-1 0-1 0 0,1 1 0 0 0,2-1 1 0 0,3 1 5 0 0,0-1 1 0 0,0 0-1 0 0,1 0 1 0 0,-1-1-1 0 0,11-1 1 0 0,-2-2-22 0 0,0-1 0 0 0,-1 0 0 0 0,0-1 0 0 0,0-1 1 0 0,0-1-1 0 0,-1 0 0 0 0,0 0 0 0 0,0-1 0 0 0,-1-1 1 0 0,0-1-1 0 0,-1 1 0 0 0,0-2 0 0 0,18-22 0 0 0,-9 6-34 0 0,-1 0-1 0 0,-2-1 0 0 0,0-1 0 0 0,-2-1 0 0 0,19-50 0 0 0,-24 48 151 0 0,10-51 1 0 0,-21 83-108 0 0,0 0 0 0 0,1 1-1 0 0,-1-1 1 0 0,0 0 0 0 0,0 1 0 0 0,0-1 0 0 0,0 0 0 0 0,0 1 0 0 0,0-1 0 0 0,0 0 0 0 0,0 1 0 0 0,0-1 0 0 0,0 0 0 0 0,0 1 0 0 0,-1-1-1 0 0,1 1 1 0 0,0-1 0 0 0,0 0 0 0 0,-1 0 0 0 0,-8 2-51 0 0,7 0 45 0 0,-1 1 1 0 0,1-1-1 0 0,0 1 0 0 0,0 0 1 0 0,0 0-1 0 0,0 0 1 0 0,0 0-1 0 0,-2 3 0 0 0,-12 20-14 0 0,1 1-1 0 0,2 0 0 0 0,-15 39 1 0 0,21-46 40 0 0,1 0 1 0 0,1 1 0 0 0,1-1-1 0 0,0 1 1 0 0,-1 39 0 0 0,5-55-9 0 0,0 0 0 0 0,1 0 1 0 0,-1 0-1 0 0,1-1 0 0 0,0 1 1 0 0,0 0-1 0 0,0 0 0 0 0,0-1 1 0 0,1 1-1 0 0,-1-1 0 0 0,1 1 1 0 0,0-1-1 0 0,0 0 0 0 0,0 0 1 0 0,5 6-1 0 0,-2-5-1 0 0,-1 0 0 0 0,1 0 0 0 0,-1-1 0 0 0,1 0-1 0 0,0 0 1 0 0,1 0 0 0 0,-1 0 0 0 0,0-1 0 0 0,10 3 0 0 0,0-1 3 0 0,0-1-1 0 0,1-1 1 0 0,-1 0-1 0 0,1-1 0 0 0,0 0 1 0 0,30-4-1 0 0,-28 0-25 0 0,0 0-1 0 0,0-2 0 0 0,0 0 1 0 0,-1-1-1 0 0,0 0 0 0 0,0-2 1 0 0,-1 0-1 0 0,0-1 0 0 0,0 0 0 0 0,-1-2 1 0 0,0 1-1 0 0,-1-2 0 0 0,0 0 1 0 0,-1-1-1 0 0,0 0 0 0 0,-1-1 1 0 0,-1 0-1 0 0,0-1 0 0 0,-1 0 1 0 0,0-1-1 0 0,-2 0 0 0 0,0 0 0 0 0,0-1 1 0 0,-2 0-1 0 0,0-1 0 0 0,-1 1 1 0 0,4-27-1 0 0,-7 32 12 0 0,-1-1 1 0 0,0 0-1 0 0,-1 0 1 0 0,-1 0-1 0 0,0 1 0 0 0,-1-1 1 0 0,0 0-1 0 0,-1 1 1 0 0,-8-23-1 0 0,11 34-1 0 0,0 0 1 0 0,0 1-1 0 0,0-1 1 0 0,0 0-1 0 0,0 1 1 0 0,-1-1-1 0 0,1 1 0 0 0,0-1 1 0 0,-1 0-1 0 0,1 1 1 0 0,0-1-1 0 0,-1 1 1 0 0,1-1-1 0 0,0 1 0 0 0,-1-1 1 0 0,1 1-1 0 0,-1-1 1 0 0,1 1-1 0 0,-1-1 1 0 0,0 1-1 0 0,1 0 1 0 0,-1-1-1 0 0,1 1 0 0 0,-1 0 1 0 0,0 0-1 0 0,1-1 1 0 0,-1 1-1 0 0,1 0 1 0 0,-1 0-1 0 0,0 0 0 0 0,1 0 1 0 0,-1 0-1 0 0,0 0 1 0 0,1 0-1 0 0,-1 0 1 0 0,0 0-1 0 0,1 0 0 0 0,-1 0 1 0 0,0 0-1 0 0,1 0 1 0 0,-1 1-1 0 0,0-1 1 0 0,1 0-1 0 0,-1 0 0 0 0,0 1 1 0 0,1-1-1 0 0,-1 0 1 0 0,1 1-1 0 0,-1-1 1 0 0,1 1-1 0 0,-1 0 0 0 0,-2 1 2 0 0,1 0-1 0 0,0 0 0 0 0,0 0 1 0 0,1 1-1 0 0,-1-1 0 0 0,0 1 0 0 0,1-1 1 0 0,-1 1-1 0 0,-1 4 0 0 0,2-3 6 0 0,0 0-1 0 0,1 0 0 0 0,-1 0 1 0 0,1 1-1 0 0,-1-1 0 0 0,1 0 1 0 0,0 0-1 0 0,1 1 0 0 0,-1-1 1 0 0,1 0-1 0 0,0 0 0 0 0,0 0 1 0 0,0 0-1 0 0,0 0 0 0 0,1 0 1 0 0,3 7-1 0 0,-1-5 4 0 0,0-1 0 0 0,1 1 0 0 0,-1-1 0 0 0,1 0-1 0 0,0 0 1 0 0,1 0 0 0 0,-1-1 0 0 0,1 0 0 0 0,8 5 0 0 0,3 0 4 0 0,0-1 0 0 0,0 0 0 0 0,1-2 0 0 0,0 0 0 0 0,0-1 1 0 0,32 5-1 0 0,-34-8-19 0 0,1 0 0 0 0,-1-1 0 0 0,1 0 0 0 0,-1-1 0 0 0,0-1 0 0 0,26-5 1 0 0,-35 4 3 0 0,0 0-1 0 0,0-1 1 0 0,0 0 0 0 0,0 0 0 0 0,0-1 0 0 0,-1 1 0 0 0,1-2 0 0 0,-1 1 0 0 0,0-1 0 0 0,0 1 0 0 0,-1-2 0 0 0,0 1 0 0 0,1-1 0 0 0,-2 1 0 0 0,1-2-1 0 0,-1 1 1 0 0,6-10 0 0 0,-7 5-18 0 0,-10 8-40 0 0,-11 10 10 0 0,4 4 99 0 0,0 2-1 0 0,1-1 1 0 0,0 2 0 0 0,1 0 0 0 0,-20 30-1 0 0,15-18 121 0 0,2 1 0 0 0,-20 49-1 0 0,30-63-123 0 0,0 0-1 0 0,1 0 1 0 0,1 0-1 0 0,0 1 1 0 0,0-1-1 0 0,2 1 0 0 0,-1 14 1 0 0,2-24-31 0 0,0 1-1 0 0,0-1 1 0 0,1 0 0 0 0,0 0-1 0 0,0 0 1 0 0,0 0 0 0 0,0 0 0 0 0,0 0-1 0 0,1 0 1 0 0,0 0 0 0 0,0-1-1 0 0,0 1 1 0 0,0 0 0 0 0,0-1 0 0 0,1 0-1 0 0,0 1 1 0 0,-1-1 0 0 0,1 0-1 0 0,1-1 1 0 0,-1 1 0 0 0,0 0 0 0 0,0-1-1 0 0,1 0 1 0 0,0 0 0 0 0,-1 0-1 0 0,1 0 1 0 0,4 1 0 0 0,3 1 1 0 0,1 0 0 0 0,-1-1 0 0 0,1-1 0 0 0,0 1-1 0 0,0-2 1 0 0,0 0 0 0 0,0 0 0 0 0,0-1 0 0 0,0-1 0 0 0,0 0 0 0 0,13-3 0 0 0,-9 0-7 0 0,1-1 0 0 0,-1 0 0 0 0,-1-1 0 0 0,1-1 0 0 0,-1 0 0 0 0,0-1 0 0 0,16-12 1 0 0,-3-1-7 0 0,-1-2 0 0 0,-1-1 1 0 0,0-1-1 0 0,-3 0 0 0 0,0-2 1 0 0,37-58-1 0 0,-47 65 9 0 0,30-51 48 0 0,-38 61 43 0 0,0 0-1 0 0,-1 0 1 0 0,0 0-1 0 0,-1 0 1 0 0,3-16 0 0 0,-5 25-90 0 0,-1-1 1 0 0,0 1-1 0 0,0-1 1 0 0,0 1-1 0 0,0 0 1 0 0,0-1-1 0 0,0 1 1 0 0,0 0-1 0 0,0-1 1 0 0,0 1-1 0 0,-1-1 1 0 0,1 1-1 0 0,-2-3 1 0 0,2 4-9 0 0,0 0 0 0 0,-1-1 0 0 0,1 1 1 0 0,0-1-1 0 0,-1 1 0 0 0,1 0 0 0 0,-1-1 1 0 0,1 1-1 0 0,0 0 0 0 0,-1-1 0 0 0,1 1 1 0 0,-1 0-1 0 0,1 0 0 0 0,-1 0 0 0 0,1-1 1 0 0,-1 1-1 0 0,1 0 0 0 0,-1 0 1 0 0,1 0-1 0 0,-1 0 0 0 0,0 0 0 0 0,1 0 1 0 0,-1 0-1 0 0,0 0 0 0 0,-2 1-3 0 0,0 0 0 0 0,1 0 0 0 0,-1 0 0 0 0,0 0 0 0 0,0 0 0 0 0,1 1 1 0 0,-1-1-1 0 0,1 1 0 0 0,-1-1 0 0 0,1 1 0 0 0,-3 3 0 0 0,-5 6 157 0 0,0 0 0 0 0,1 0-1 0 0,0 1 1 0 0,1 0 0 0 0,0 1 0 0 0,1 0 0 0 0,1 0 0 0 0,0 0 0 0 0,0 1 0 0 0,1 0-1 0 0,1 0 1 0 0,1 0 0 0 0,0 1 0 0 0,1-1 0 0 0,0 1 0 0 0,1-1 0 0 0,1 1 0 0 0,0 0-1 0 0,1-1 1 0 0,4 24 0 0 0,-2-31-118 0 0,-1 1 0 0 0,2 0 0 0 0,-1-1-1 0 0,1 0 1 0 0,0 0 0 0 0,0 0 0 0 0,1 0 0 0 0,0-1 0 0 0,0 0-1 0 0,1 0 1 0 0,0 0 0 0 0,0 0 0 0 0,0-1 0 0 0,1 0 0 0 0,-1 0-1 0 0,1-1 1 0 0,14 7 0 0 0,7 1-101 0 0,1-1 1 0 0,0-1-1 0 0,39 8 0 0 0,-62-16 23 0 0,12 2-470 0 0,-1-1 0 0 0,1 0 0 0 0,0-2 0 0 0,19 1 0 0 0,-26-3-731 0 0,1 0 0 0 0,20-4 0 0 0,-25 3-112 0 0,0 0-1 0 0,0-1 1 0 0,0 1 0 0 0,-1-1 0 0 0,8-5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6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1 211 1184 0 0,'15'17'14414'0'0,"-13"-16"-13867"0"0,14-5 985 0 0,5-5-1267 0 0,0-2 0 0 0,37-24 0 0 0,-50 29-247 0 0,-1 0 0 0 0,0 0 1 0 0,0 0-1 0 0,0-1 0 0 0,-1 0 0 0 0,0 0 0 0 0,0-1 0 0 0,-1 0 0 0 0,0 0 1 0 0,6-13-1 0 0,-11 20-93 0 0,1-1 1 0 0,0 0-1 0 0,0 0 1 0 0,-1 0-1 0 0,1 0 1 0 0,-1 0-1 0 0,0 0 1 0 0,1 0-1 0 0,-1 0 1 0 0,0 0-1 0 0,0 0 1 0 0,0 0-1 0 0,-1 0 1 0 0,1 0-1 0 0,0 0 1 0 0,-1 1 0 0 0,1-1-1 0 0,-1 0 1 0 0,0 0-1 0 0,0 0 1 0 0,1 0-1 0 0,-1 0 1 0 0,0 1-1 0 0,-1-1 1 0 0,1 1-1 0 0,0-1 1 0 0,0 0-1 0 0,-1 1 1 0 0,1 0-1 0 0,-1-1 1 0 0,1 1-1 0 0,-1 0 1 0 0,1 0-1 0 0,-1 0 1 0 0,0 0-1 0 0,0 0 1 0 0,1 0-1 0 0,-1 0 1 0 0,-3 0-1 0 0,-4-2-1159 0 0,0 0-1 0 0,0 1 0 0 0,-1 0 1 0 0,0 0-1 0 0,1 1 0 0 0,-16 0 0 0 0,6 1-3410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6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61 344 0 0,'-3'0'4532'0'0,"-31"-4"5131"0"0,29 3-8220 0 0,-8-2 52 0 0,6-1-217 0 0,287-30-2986 0 0,-90 22-6195 0 0,-121 9 1163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29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317 166 1760 0 0,'12'-28'12355'0'0,"-10"52"-11957"0"0,-2-16-321 0 0,1 0 1 0 0,-1-1-1 0 0,2 1 1 0 0,-1 0-1 0 0,1 0 0 0 0,0-1 1 0 0,4 10-1 0 0,-4-15-42 0 0,-1 1 1 0 0,1-1-1 0 0,-1 0 1 0 0,1 1-1 0 0,0-1 0 0 0,0 0 1 0 0,0 0-1 0 0,1-1 0 0 0,-1 1 1 0 0,0 0-1 0 0,1-1 0 0 0,-1 1 1 0 0,1-1-1 0 0,-1 0 0 0 0,1 0 1 0 0,0 0-1 0 0,-1 0 1 0 0,1 0-1 0 0,0 0 0 0 0,0-1 1 0 0,-1 0-1 0 0,1 1 0 0 0,0-1 1 0 0,0 0-1 0 0,0 0 0 0 0,0-1 1 0 0,0 1-1 0 0,-1 0 1 0 0,1-1-1 0 0,0 0 0 0 0,0 0 1 0 0,-1 0-1 0 0,1 0 0 0 0,0 0 1 0 0,-1 0-1 0 0,1-1 0 0 0,-1 1 1 0 0,0-1-1 0 0,1 0 1 0 0,-1 0-1 0 0,0 1 0 0 0,0-1 1 0 0,0-1-1 0 0,0 1 0 0 0,-1 0 1 0 0,1 0-1 0 0,0-1 0 0 0,-1 1 1 0 0,0-1-1 0 0,0 1 0 0 0,1-1 1 0 0,0-4-1 0 0,2-5-7 0 0,-1 0-1 0 0,0-1 1 0 0,-1 0-1 0 0,0 1 0 0 0,-1-1 1 0 0,-1-21-1 0 0,0 29-32 0 0,0-1-1 0 0,-1 1 0 0 0,1 0 0 0 0,-1 0 0 0 0,0 0 1 0 0,-1 0-1 0 0,1 0 0 0 0,-1 0 0 0 0,0 0 0 0 0,0 0 1 0 0,0 0-1 0 0,-1 1 0 0 0,0-1 0 0 0,0 1 0 0 0,0 0 1 0 0,0 0-1 0 0,-1 0 0 0 0,-7-6 0 0 0,8 8-1 0 0,-1 0 0 0 0,0 0 0 0 0,0 1-1 0 0,0-1 1 0 0,0 1 0 0 0,0 0 0 0 0,0 1-1 0 0,0-1 1 0 0,0 0 0 0 0,0 1 0 0 0,0 0-1 0 0,0 0 1 0 0,0 1 0 0 0,0-1 0 0 0,0 1 0 0 0,0-1-1 0 0,0 1 1 0 0,0 1 0 0 0,0-1 0 0 0,0 0-1 0 0,-4 4 1 0 0,-8 2-1 0 0,1 2 0 0 0,0-1-1 0 0,-21 19 1 0 0,8-4 57 0 0,1 0-1 0 0,1 3 1 0 0,-45 54 0 0 0,55-58-11 0 0,0 1 1 0 0,1 1 0 0 0,1 0-1 0 0,2 1 1 0 0,-17 45 0 0 0,27-63-24 0 0,0-1-1 0 0,0 1 1 0 0,1-1 0 0 0,0 1-1 0 0,0-1 1 0 0,1 1-1 0 0,0 0 1 0 0,0-1 0 0 0,0 1-1 0 0,1 0 1 0 0,0-1 0 0 0,1 1-1 0 0,1 7 1 0 0,-1-10-3 0 0,0 1 0 0 0,0-1 0 0 0,1 0 0 0 0,-1 0 0 0 0,1 0 0 0 0,0-1 0 0 0,0 1 0 0 0,0 0 0 0 0,0-1 0 0 0,1 0 0 0 0,-1 0 0 0 0,1 0 0 0 0,0 0 0 0 0,0-1 0 0 0,0 1 0 0 0,0-1 0 0 0,0 0 0 0 0,1 0 0 0 0,5 1 0 0 0,7 2-185 0 0,1-1 0 0 0,0-1-1 0 0,0 0 1 0 0,0-2 0 0 0,0 0-1 0 0,0-1 1 0 0,32-3-1 0 0,-20-2-2081 0 0,-1 0 0 0 0,0-2-1 0 0,55-20 1 0 0,-48 11-2701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0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66 2020 0 0,'-2'-5'1193'0'0,"0"-1"-1"0"0,0 0 1 0 0,1 0-1 0 0,-1 1 1 0 0,1-1 0 0 0,0 0-1 0 0,1 0 1 0 0,0-7-1 0 0,0 12-1173 0 0,0 1 0 0 0,0 0-1 0 0,0 0 1 0 0,0-1 0 0 0,0 1-1 0 0,0 0 1 0 0,0-1 0 0 0,0 1-1 0 0,0 0 1 0 0,1 0 0 0 0,-1-1-1 0 0,0 1 1 0 0,0 0 0 0 0,0 0 0 0 0,1-1-1 0 0,-1 1 1 0 0,0 0 0 0 0,0 0-1 0 0,0 0 1 0 0,1 0 0 0 0,-1-1-1 0 0,0 1 1 0 0,0 0 0 0 0,1 0-1 0 0,-1 0 1 0 0,0 0 0 0 0,1 0-1 0 0,-1 0 1 0 0,0 0 0 0 0,0 0 0 0 0,1-1-1 0 0,-1 1 1 0 0,0 0 0 0 0,1 0-1 0 0,-1 0 1 0 0,0 0 0 0 0,1 1-1 0 0,-1-1 1 0 0,0 0 0 0 0,0 0-1 0 0,1 0 1 0 0,-1 0 0 0 0,0 0 0 0 0,1 0-1 0 0,-1 0 1 0 0,0 1 0 0 0,16 5 197 0 0,-15-6-197 0 0,10 7 56 0 0,1 0 0 0 0,-1 0-1 0 0,0 1 1 0 0,-1 0 0 0 0,1 0 0 0 0,-2 2-1 0 0,1-1 1 0 0,-1 1 0 0 0,-1 0-1 0 0,0 1 1 0 0,12 20 0 0 0,-16-23 12 0 0,0-1 0 0 0,-1 1 0 0 0,0 0 0 0 0,0 0 0 0 0,0 1 0 0 0,-1-1 0 0 0,-1 0 0 0 0,1 1 0 0 0,-1 0 0 0 0,-1-1 0 0 0,0 1 0 0 0,0-1 0 0 0,0 1 0 0 0,-1-1 0 0 0,0 1 0 0 0,-1-1 0 0 0,0 1 0 0 0,0-1 0 0 0,-4 9 0 0 0,-5 3 231 0 0,0-1 1 0 0,-2 0 0 0 0,0 0 0 0 0,-1-1 0 0 0,0-1 0 0 0,-2 0 0 0 0,0-2 0 0 0,-22 18 0 0 0,24-24 147 0 0,14-9-460 0 0,-1 0 1 0 0,1 0 0 0 0,0 1-1 0 0,0-1 1 0 0,-1 0-1 0 0,1 0 1 0 0,0 0-1 0 0,-1 0 1 0 0,1 0-1 0 0,0 0 1 0 0,-1 0-1 0 0,1 0 1 0 0,0 0 0 0 0,0 0-1 0 0,-1 0 1 0 0,1 0-1 0 0,0 0 1 0 0,-1 0-1 0 0,1 0 1 0 0,0 0-1 0 0,-1 0 1 0 0,1 0-1 0 0,0 0 1 0 0,0-1 0 0 0,-1 1-1 0 0,1 0 1 0 0,0 0-1 0 0,0 0 1 0 0,-1-1-1 0 0,1 1 1 0 0,0 0-1 0 0,0 0 1 0 0,-1 0 0 0 0,1-1-1 0 0,0 1 1 0 0,0 0-1 0 0,0 0 1 0 0,0-1-1 0 0,-1 1 1 0 0,1 0-1 0 0,0-1 1 0 0,0 1-1 0 0,0 0 1 0 0,0-1 0 0 0,0 0-10 0 0,0 0 0 0 0,0 0 0 0 0,0-1 0 0 0,1 1 0 0 0,-1 0 1 0 0,0 0-1 0 0,1 0 0 0 0,-1 0 0 0 0,1 0 0 0 0,-1 0 1 0 0,1 0-1 0 0,0 0 0 0 0,-1 0 0 0 0,1 0 0 0 0,0 0 0 0 0,1-1 1 0 0,17-17-104 0 0,-16 16 74 0 0,177-146-703 0 0,-113 96 629 0 0,95-93 0 0 0,-149 131 154 0 0,18-28 0 0 0,-9 11 149 0 0,-19 25-165 0 0,-10 9-21 0 0,-12 11-7 0 0,-4 13 44 0 0,1 0-1 0 0,1 2 0 0 0,-22 37 1 0 0,36-54-29 0 0,1 1 1 0 0,1 0 0 0 0,-1 0 0 0 0,2 0-1 0 0,0 0 1 0 0,0 1 0 0 0,1 0 0 0 0,1-1-1 0 0,0 1 1 0 0,1 0 0 0 0,0 26-1 0 0,2-34-8 0 0,0 1 0 0 0,0-1 0 0 0,0 1 0 0 0,1-1 0 0 0,0 0 0 0 0,0 0-1 0 0,0 0 1 0 0,1 0 0 0 0,0 0 0 0 0,-1 0 0 0 0,2-1 0 0 0,-1 1-1 0 0,4 3 1 0 0,0-1 11 0 0,-1-1-1 0 0,2 0 0 0 0,-1-1 1 0 0,0 1-1 0 0,1-1 0 0 0,0-1 1 0 0,11 5-1 0 0,-1-2-98 0 0,0 0 1 0 0,0-2-1 0 0,0 0 0 0 0,1-2 0 0 0,0 0 1 0 0,-1 0-1 0 0,22-2 0 0 0,-29-1-50 0 0,0 0 0 0 0,0-1 0 0 0,0 0 0 0 0,-1-1 0 0 0,1-1-1 0 0,-1 0 1 0 0,1 0 0 0 0,-1-1 0 0 0,0 0 0 0 0,0 0 0 0 0,-1-1 0 0 0,19-13 0 0 0,-19 10 73 0 0,1 0 1 0 0,-2-1 0 0 0,1 0 0 0 0,-1 0 0 0 0,0-1 0 0 0,-1 0 0 0 0,0-1 0 0 0,0 1 0 0 0,-2-1 0 0 0,10-23 0 0 0,-8 11 242 0 0,-1 1 0 0 0,0-1 0 0 0,3-41 0 0 0,0 0 1121 0 0,-8 58-1243 0 0,2-16 275 0 0,-12 39 10 0 0,-5 28 102 0 0,1 0 0 0 0,3 1 0 0 0,-10 91 0 0 0,20-132-449 0 0,-2 11 117 0 0,1 31 1 0 0,1-44-112 0 0,1 1-1 0 0,-1 0 1 0 0,1 0 0 0 0,-1-1 0 0 0,1 1 0 0 0,0-1-1 0 0,1 1 1 0 0,-1-1 0 0 0,0 1 0 0 0,1-1 0 0 0,0 0 0 0 0,0 0-1 0 0,0 1 1 0 0,3 2 0 0 0,-4-5-109 0 0,0-1 0 0 0,0 1 0 0 0,1 0 0 0 0,-1 0 0 0 0,0-1 0 0 0,1 1 0 0 0,-1-1 0 0 0,1 1 0 0 0,-1-1 0 0 0,1 0 0 0 0,-1 0 0 0 0,1 1 0 0 0,-1-1 0 0 0,0 0 0 0 0,1 0 0 0 0,-1 0 0 0 0,3-1 0 0 0,24-6-1981 0 0,-22 4 1122 0 0,-1 0 0 0 0,1 0 0 0 0,-1-1 1 0 0,0 1-1 0 0,0-1 0 0 0,0 0 0 0 0,0-1 0 0 0,-1 1 0 0 0,0-1 0 0 0,6-7 0 0 0,6-11-4566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0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86 2816 0 0,'-55'-78'10405'0'0,"55"78"-10404"0"0,0-1-1 0 0,-1 1 0 0 0,1 0 1 0 0,0-1-1 0 0,0 1 0 0 0,-1-1 1 0 0,1 1-1 0 0,0-1 1 0 0,-1 1-1 0 0,1 0 0 0 0,0-1 1 0 0,-1 1-1 0 0,1 0 0 0 0,-1-1 1 0 0,1 1-1 0 0,0 0 1 0 0,-1 0-1 0 0,1-1 0 0 0,-1 1 1 0 0,1 0-1 0 0,-1 0 0 0 0,0 0 1 0 0,-4 7-909 0 0,2 13-1286 0 0,5 6-2257 0 0,1-11 1178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1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13 2884 0 0,'21'-7'11911'0'0,"-23"3"-12483"0"0,1 3 996 0 0,-6 3 71 0 0,-6-1-134 0 0,-5 5-181 0 0,1 1 0 0 0,0 1 0 0 0,1 1 0 0 0,-23 15 0 0 0,31-19-158 0 0,1 1 0 0 0,0-1 0 0 0,1 1 0 0 0,-1 0 0 0 0,1 0 0 0 0,0 1 1 0 0,1 0-1 0 0,-1 0 0 0 0,1 0 0 0 0,1 1 0 0 0,-8 16 0 0 0,11-22-15 0 0,1 0-1 0 0,-1 0 1 0 0,1 0-1 0 0,0 1 1 0 0,-1-1-1 0 0,1 0 0 0 0,0 0 1 0 0,0 1-1 0 0,1-1 1 0 0,-1 0-1 0 0,0 0 1 0 0,1 0-1 0 0,-1 1 1 0 0,1-1-1 0 0,0 0 1 0 0,1 3-1 0 0,0-1 2 0 0,1 0-1 0 0,0 0 1 0 0,-1 0-1 0 0,1-1 1 0 0,1 1-1 0 0,-1-1 1 0 0,6 5-1 0 0,5 2 5 0 0,0 0 0 0 0,1-1 0 0 0,19 9-1 0 0,-28-16-7 0 0,30 16-8 0 0,59 31-63 0 0,-95-48 105 0 0,1-1 0 0 0,0 0-1 0 0,0 1 1 0 0,-1-1-1 0 0,1 1 1 0 0,0-1 0 0 0,-1 1-1 0 0,1 0 1 0 0,0-1 0 0 0,-1 1-1 0 0,1-1 1 0 0,-1 1 0 0 0,1 0-1 0 0,-1 0 1 0 0,1-1 0 0 0,-1 1-1 0 0,1 0 1 0 0,-1 0-1 0 0,0-1 1 0 0,0 1 0 0 0,1 0-1 0 0,-1 0 1 0 0,0 0 0 0 0,0 0-1 0 0,0 0 1 0 0,0-1 0 0 0,0 1-1 0 0,0 0 1 0 0,0 0 0 0 0,0 0-1 0 0,0 0 1 0 0,0 0 0 0 0,0-1-1 0 0,-1 1 1 0 0,1 0-1 0 0,0 0 1 0 0,-1 0 0 0 0,1-1-1 0 0,-1 1 1 0 0,1 0 0 0 0,0 0-1 0 0,-1-1 1 0 0,0 1 0 0 0,1 0-1 0 0,-1-1 1 0 0,1 1 0 0 0,-2 0-1 0 0,-3 3 100 0 0,1 0 0 0 0,-1 0 0 0 0,0 0 0 0 0,0-1 0 0 0,-7 4-1 0 0,-2 0-7 0 0,-1-1 0 0 0,-1 0-1 0 0,1-1 1 0 0,-1-1 0 0 0,0 0 0 0 0,0-1-1 0 0,0 0 1 0 0,-30-1 0 0 0,44-2-249 0 0,-1 0 0 0 0,1 0 1 0 0,-1 0-1 0 0,1 0 0 0 0,0-1 1 0 0,-1 1-1 0 0,1-1 0 0 0,0 0 1 0 0,-1 1-1 0 0,1-1 1 0 0,0 0-1 0 0,-4-3 0 0 0,5 3-66 0 0,0 0-1 0 0,0 0 0 0 0,0 0 1 0 0,0 0-1 0 0,0 0 0 0 0,0 0 1 0 0,0 0-1 0 0,0-1 1 0 0,1 1-1 0 0,-1 0 0 0 0,0-1 1 0 0,1 1-1 0 0,-1-1 0 0 0,1 1 1 0 0,-1-3-1 0 0,1-1-755 0 0,0-1-1 0 0,0 1 1 0 0,0-1 0 0 0,1 1 0 0 0,0 0-1 0 0,0-1 1 0 0,0 1 0 0 0,1 0-1 0 0,2-6 1 0 0,4-9-3294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1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99 1288 0 0,'46'-99'14893'0'0,"-37"120"-12738"0"0,-7 240 4302 0 0,-3-212-5642 0 0,-17 213 1753 0 0,3-89-1959 0 0,14-43-357 0 0,1-72-135 0 0,0-56-115 0 0,0-1-1 0 0,0 1 1 0 0,0-1 0 0 0,0 1-1 0 0,0 0 1 0 0,1-1 0 0 0,-1 1-1 0 0,0-1 1 0 0,1 1 0 0 0,-1-1-1 0 0,1 0 1 0 0,0 1 0 0 0,-1-1-1 0 0,1 0 1 0 0,0 1 0 0 0,0-1-1 0 0,0 0 1 0 0,0 0 0 0 0,0 1 0 0 0,0-1-1 0 0,0 0 1 0 0,0 0 0 0 0,2 1-1 0 0,-1-1-91 0 0,0-1 0 0 0,0 1-1 0 0,0 0 1 0 0,1 0 0 0 0,-1-1-1 0 0,0 0 1 0 0,1 1 0 0 0,-1-1-1 0 0,0 0 1 0 0,1 0 0 0 0,-1 0-1 0 0,0-1 1 0 0,4 0 0 0 0,3-1-664 0 0,0 0 0 0 0,0-1 0 0 0,0 0 0 0 0,0-1-1 0 0,-1 0 1 0 0,12-8 0 0 0,9-11-2841 0 0,-16 9 1381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1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259 123 3244 0 0,'-79'-24'6186'0'0,"-99"-35"5659"0"0,176 59-11617 0 0,53-10 2 0 0,1 3-1 0 0,0 2 1 0 0,63 2-1 0 0,17-1-145 0 0,28-6-1484 0 0,-157 10 671 0 0,0 0-132 0 0,13 4-1971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3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19 492 496 0 0,'0'0'3589'0'0,"-7"8"-557"0"0,5-5-2949 0 0,-8 21 8484 0 0,19-28-7752 0 0,194-141 2 0 0,-140 95-803 0 0,61-62 0 0 0,-106 94-1 0 0,7-5 7 0 0,-2-1 1 0 0,-1-1 0 0 0,-1-1-1 0 0,19-31 1 0 0,-38 55-29 0 0,-1-1 0 0 0,0 0 0 0 0,0 1 0 0 0,0-1 0 0 0,0 0 0 0 0,0 0 0 0 0,0-4 0 0 0,-1 6 7 0 0,0 1-1 0 0,0-1 0 0 0,0 0 1 0 0,0 1-1 0 0,0-1 0 0 0,0 1 1 0 0,0-1-1 0 0,0 0 0 0 0,0 1 1 0 0,0-1-1 0 0,0 1 0 0 0,-1-1 1 0 0,1 1-1 0 0,0-1 0 0 0,0 0 1 0 0,-1 1-1 0 0,1-1 0 0 0,0 1 1 0 0,-1-1-1 0 0,1 1 0 0 0,-1 0 1 0 0,1-1-1 0 0,0 1 0 0 0,-1-1 1 0 0,1 1-1 0 0,-1 0 0 0 0,1-1 1 0 0,-1 1-1 0 0,1 0 0 0 0,-1-1 1 0 0,0 1-1 0 0,1 0 0 0 0,-1 0 1 0 0,1 0-1 0 0,-1-1 0 0 0,1 1 1 0 0,-1 0-1 0 0,0 0 0 0 0,1 0 1 0 0,-1 0-1 0 0,1 0 0 0 0,-1 0 1 0 0,0 0-1 0 0,0 1 0 0 0,-15 1-10 0 0,1 2-1 0 0,1 0 0 0 0,-1 0 0 0 0,0 1 1 0 0,1 1-1 0 0,0 1 0 0 0,0 0 0 0 0,1 0 1 0 0,0 2-1 0 0,0-1 0 0 0,-21 21 1 0 0,33-28 12 0 0,-1 0 0 0 0,1 0 1 0 0,-1 0-1 0 0,1 1 1 0 0,0-1-1 0 0,0 0 0 0 0,-1 1 1 0 0,1 0-1 0 0,0-1 0 0 0,0 1 1 0 0,1-1-1 0 0,-1 1 1 0 0,0 0-1 0 0,0 0 0 0 0,1 0 1 0 0,-1-1-1 0 0,1 1 1 0 0,0 0-1 0 0,-1 0 0 0 0,1 0 1 0 0,0 0-1 0 0,0 0 1 0 0,0-1-1 0 0,0 1 0 0 0,1 0 1 0 0,-1 0-1 0 0,0 0 0 0 0,1 0 1 0 0,0 0-1 0 0,-1-1 1 0 0,1 1-1 0 0,0 0 0 0 0,0-1 1 0 0,0 1-1 0 0,0 0 1 0 0,0-1-1 0 0,0 1 0 0 0,0-1 1 0 0,3 3-1 0 0,5 5 1 0 0,1-1 1 0 0,0 0-1 0 0,0-1 1 0 0,22 12-1 0 0,-14-9-15 0 0,12 9 142 0 0,57 37-449 0 0,-78-49 557 0 0,0 1-1 0 0,0 0 1 0 0,-1 0-1 0 0,0 0 1 0 0,0 1 0 0 0,9 16-1 0 0,-16-23-166 0 0,0-1-1 0 0,-1 0 0 0 0,0 1 0 0 0,1-1 1 0 0,-1 1-1 0 0,0-1 0 0 0,0 0 1 0 0,1 1-1 0 0,-1-1 0 0 0,0 1 0 0 0,-1-1 1 0 0,1 1-1 0 0,0-1 0 0 0,0 1 1 0 0,-1-1-1 0 0,1 0 0 0 0,0 1 0 0 0,-1-1 1 0 0,0 0-1 0 0,1 1 0 0 0,-1-1 1 0 0,0 0-1 0 0,1 0 0 0 0,-1 1 0 0 0,0-1 1 0 0,0 0-1 0 0,0 0 0 0 0,0 0 0 0 0,0 0 1 0 0,-1 0-1 0 0,1 0 0 0 0,-1 0 1 0 0,-5 4 160 0 0,1 0 0 0 0,-1 0 0 0 0,-15 6 1 0 0,6-4-56 0 0,0 0-1 0 0,-1-2 1 0 0,0 0 0 0 0,0 0 0 0 0,0-2 0 0 0,-18 2 0 0 0,27-4-206 0 0,0-1 0 0 0,0 0 1 0 0,0 0-1 0 0,0 0 0 0 0,0-1 1 0 0,0 0-1 0 0,0-1 0 0 0,0 1 1 0 0,1-2-1 0 0,-1 1 0 0 0,1-1 0 0 0,0 0 1 0 0,-1-1-1 0 0,1 1 0 0 0,-10-8 1 0 0,15 9-183 0 0,0 0 1 0 0,0 0-1 0 0,0 0 1 0 0,0-1-1 0 0,0 1 1 0 0,0 0-1 0 0,1-1 1 0 0,-1 1-1 0 0,1-1 0 0 0,0 0 1 0 0,0 0-1 0 0,0 1 1 0 0,0-1-1 0 0,0 0 1 0 0,0 0-1 0 0,1 0 1 0 0,-1 0-1 0 0,1-4 1 0 0,0 1-1088 0 0,1 0-1 0 0,-1-1 1 0 0,2 1 0 0 0,-1 0 0 0 0,0 0-1 0 0,1 0 1 0 0,5-10 0 0 0,-1 2-4425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4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394 533 200 0 0,'2'-16'1756'0'0,"-1"0"0"0"0,0 0-1 0 0,-1 0 1 0 0,0 0 0 0 0,-2 0 0 0 0,0 0 0 0 0,0 1-1 0 0,-9-28 1 0 0,10 42-1727 0 0,1 0 0 0 0,0 0 0 0 0,-1 0 0 0 0,1 1 0 0 0,-1-1 0 0 0,1 0 0 0 0,-1 0-1 0 0,1 0 1 0 0,-1 1 0 0 0,0-1 0 0 0,1 0 0 0 0,-1 1 0 0 0,0-1 0 0 0,0 1 0 0 0,1-1 0 0 0,-1 0 0 0 0,0 1 0 0 0,0 0-1 0 0,0-1 1 0 0,0 1 0 0 0,1 0 0 0 0,-1-1 0 0 0,0 1 0 0 0,0 0 0 0 0,0 0 0 0 0,0 0 0 0 0,0 0 0 0 0,0-1 0 0 0,0 2-1 0 0,0-1 1 0 0,0 0 0 0 0,0 0 0 0 0,0 0 0 0 0,0 0 0 0 0,0 0 0 0 0,1 1 0 0 0,-1-1 0 0 0,0 0 0 0 0,-1 1 0 0 0,-3 2-5 0 0,0-1 0 0 0,0 1 0 0 0,0 0 0 0 0,1 0 0 0 0,-6 5 1 0 0,-14 14 36 0 0,1 1 0 0 0,1 2 0 0 0,-27 38 0 0 0,-48 88 68 0 0,81-123-104 0 0,1 0 1 0 0,1 1-1 0 0,2 1 0 0 0,1 0 1 0 0,1 0-1 0 0,-9 49 0 0 0,18-75-18 0 0,0-1 0 0 0,1 1 0 0 0,-1 0 0 0 0,1-1 0 0 0,0 1 0 0 0,0-1 0 0 0,1 1 0 0 0,-1 0 0 0 0,1-1 0 0 0,-1 1 0 0 0,1-1 0 0 0,0 1 0 0 0,1-1 0 0 0,-1 1 0 0 0,0-1 0 0 0,1 0 0 0 0,0 0 0 0 0,0 0 0 0 0,0 0 0 0 0,0 0 0 0 0,0 0 0 0 0,1 0 0 0 0,-1-1 0 0 0,1 1 0 0 0,0-1 0 0 0,5 4 0 0 0,-2-3-3 0 0,1 1-1 0 0,0-1 1 0 0,0-1-1 0 0,0 0 1 0 0,0 0-1 0 0,0 0 1 0 0,0 0-1 0 0,0-1 1 0 0,1-1-1 0 0,-1 1 1 0 0,1-1-1 0 0,7-1 1 0 0,-2 0-38 0 0,0-1 0 0 0,0 0 0 0 0,-1-1 0 0 0,1 0 0 0 0,-1-1 0 0 0,0 0 0 0 0,0-1 0 0 0,0 0 0 0 0,19-13 1 0 0,-17 9-12 0 0,-1-1 0 0 0,0-1 1 0 0,-1 0-1 0 0,0-1 0 0 0,-1 0 1 0 0,18-25-1 0 0,-8 4 94 0 0,-2-2 1 0 0,-2 0-1 0 0,0-1 1 0 0,-3 0-1 0 0,17-64 1 0 0,-29 94 3 0 0,15-44 63 0 0,-17 49-119 0 0,-2 22-15 0 0,-5 20 14 0 0,1-4 19 0 0,-3 43 1 0 0,9-70-3 0 0,0 0 1 0 0,0 0 0 0 0,1 0 0 0 0,0-1 0 0 0,1 1 0 0 0,0 0 0 0 0,0 0 0 0 0,1-1 0 0 0,6 13 0 0 0,-7-17-1 0 0,0-1-1 0 0,0-1 1 0 0,1 1-1 0 0,0 0 1 0 0,0-1-1 0 0,0 1 1 0 0,0-1-1 0 0,0 0 1 0 0,1 0 0 0 0,0 0-1 0 0,-1 0 1 0 0,1-1-1 0 0,0 1 1 0 0,6 2-1 0 0,-3-3-24 0 0,-1 0 1 0 0,1 0-1 0 0,0 0 0 0 0,0-1 0 0 0,0 0 1 0 0,0 0-1 0 0,0-1 0 0 0,13-1 0 0 0,-7 0-128 0 0,-1-1 1 0 0,1-1-1 0 0,0 0 0 0 0,-1 0 0 0 0,1-2 0 0 0,-1 1 0 0 0,0-1 0 0 0,-1-1 0 0 0,20-13 1 0 0,-15 7-9 0 0,-1-2 1 0 0,-1 0-1 0 0,0 0 1 0 0,-1-2 0 0 0,0 1-1 0 0,-1-2 1 0 0,-1 1 0 0 0,-1-2-1 0 0,0 1 1 0 0,9-26-1 0 0,5-21-37 0 0,27-109-1 0 0,-29 74 1439 0 0,15-148-1 0 0,-31 185-676 0 0,-16 102-328 0 0,-24 152 2101 0 0,-11 75-1142 0 0,36-197-967 0 0,2 129-1 0 0,7-190-320 0 0,1 1 1 0 0,0 0 0 0 0,0-1 0 0 0,1 1-1 0 0,1-1 1 0 0,-1 1 0 0 0,2-1-1 0 0,6 15 1 0 0,-8-20-167 0 0,0-1 0 0 0,0 0 0 0 0,1 0 0 0 0,-1 0-1 0 0,1 0 1 0 0,0 0 0 0 0,0-1 0 0 0,0 1 0 0 0,0-1 0 0 0,5 3 0 0 0,-5-3-215 0 0,1 0 0 0 0,-1-1 0 0 0,1 0 0 0 0,-1 0 0 0 0,1 0 0 0 0,0 0 0 0 0,0 0 0 0 0,0-1 0 0 0,0 0 0 0 0,-1 1 0 0 0,1-2 0 0 0,4 1 0 0 0,11-4-3703 0 0,1-2-1922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4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89 748 0 0,'-159'-37'14045'0'0,"156"36"-13091"0"0,12 0-817 0 0,1-1 0 0 0,0 2 0 0 0,17 0 0 0 0,9 0-8 0 0,67-6-238 0 0,107-8-2847 0 0,-71-5-3510 0 0,-93 10 1977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5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0 731 720 0 0,'16'27'9596'0'0,"-12"-22"-8966"0"0,-1 1 0 0 0,1 0-1 0 0,-1 0 1 0 0,-1 0 0 0 0,1 0 0 0 0,-1 0-1 0 0,2 7 1 0 0,-2-9-543 0 0,0 0 1 0 0,0-1-1 0 0,1 1 1 0 0,-1-1-1 0 0,1 0 0 0 0,0 0 1 0 0,0 0-1 0 0,0 0 1 0 0,0 0-1 0 0,0-1 0 0 0,6 4 1 0 0,-2-4-10 0 0,-1 0-1 0 0,1-1 1 0 0,0 0 0 0 0,0-1 0 0 0,-1 1-1 0 0,1-1 1 0 0,0 0 0 0 0,0-1 0 0 0,-1 0-1 0 0,13-2 1 0 0,-3-1-40 0 0,-1 1-1 0 0,0-2 1 0 0,0 0 0 0 0,0-1-1 0 0,-1 0 1 0 0,0-1-1 0 0,0 0 1 0 0,21-16 0 0 0,-16 8-17 0 0,-1-1 0 0 0,-1 0 0 0 0,-1-1 1 0 0,0-1-1 0 0,15-21 0 0 0,4-16-3 0 0,-2-1 0 0 0,-3-1-1 0 0,28-74 1 0 0,73-236-259 0 0,-130 365 205 0 0,-1 4-7 0 0,1-1 40 0 0,-1 0-1 0 0,0 1 1 0 0,1-1 0 0 0,-1 1-1 0 0,0-1 1 0 0,0 1 0 0 0,0-1-1 0 0,0 1 1 0 0,0-1 0 0 0,0 1-1 0 0,-1 1 1 0 0,-7 54 105 0 0,-20 171 392 0 0,24-181-382 0 0,3 0 1 0 0,9 87-1 0 0,-7-123-88 0 0,1 0 0 0 0,0 1 0 0 0,1-1 1 0 0,1 0-1 0 0,-1 0 0 0 0,2 0 0 0 0,-1-1 1 0 0,2 1-1 0 0,6 10 0 0 0,-8-16-10 0 0,0 0 0 0 0,1 0-1 0 0,0 0 1 0 0,-1 0-1 0 0,1-1 1 0 0,1 0 0 0 0,-1 0-1 0 0,1 0 1 0 0,-1-1 0 0 0,1 0-1 0 0,0 0 1 0 0,0 0 0 0 0,1-1-1 0 0,-1 0 1 0 0,1 0-1 0 0,-1-1 1 0 0,8 2 0 0 0,0-2-12 0 0,1 1-1 0 0,-1-2 1 0 0,1 0 0 0 0,-1-1 0 0 0,1 0-1 0 0,-1-1 1 0 0,1-1 0 0 0,-1 0 0 0 0,0-1 0 0 0,0-1-1 0 0,-1 0 1 0 0,1 0 0 0 0,-1-2 0 0 0,0 1-1 0 0,21-17 1 0 0,-11 6-48 0 0,-2-1-1 0 0,0-1 1 0 0,-1-2-1 0 0,-1 0 1 0 0,-1 0-1 0 0,-1-2 1 0 0,17-29-1 0 0,23-57 29 0 0,-32 56 267 0 0,-21 47-218 0 0,-4 5-31 0 0,0 1 1 0 0,0-1 0 0 0,0 1 0 0 0,0 0-1 0 0,0-1 1 0 0,0 1 0 0 0,0-1-1 0 0,0 1 1 0 0,0 0 0 0 0,0-1 0 0 0,0 1-1 0 0,0 0 1 0 0,0-1 0 0 0,0 1-1 0 0,0 0 1 0 0,-1-1 0 0 0,1 1 0 0 0,0 0-1 0 0,0-1 1 0 0,0 1 0 0 0,-1 0-1 0 0,1-1 1 0 0,0 1 0 0 0,0 0-1 0 0,-1-1 1 0 0,1 1 0 0 0,0 0 0 0 0,-1 0-1 0 0,1-1 1 0 0,-10 9 33 0 0,0 0-1 0 0,1 1 1 0 0,0 0-1 0 0,0 0 1 0 0,1 1 0 0 0,1 0-1 0 0,-11 18 1 0 0,4-3 61 0 0,1 0 0 0 0,-14 39 1 0 0,22-51-64 0 0,0 1 1 0 0,1 0 0 0 0,1 0-1 0 0,0 1 1 0 0,-1 21 0 0 0,4-32-25 0 0,0 1-1 0 0,0-1 1 0 0,0 1 0 0 0,1-1-1 0 0,0 0 1 0 0,0 1 0 0 0,0-1 0 0 0,0 0-1 0 0,1 0 1 0 0,0 0 0 0 0,0 0 0 0 0,0 0-1 0 0,0 0 1 0 0,0 0 0 0 0,1-1 0 0 0,0 1-1 0 0,0-1 1 0 0,0 1 0 0 0,0-1 0 0 0,0 0-1 0 0,1-1 1 0 0,4 4 0 0 0,4 1-220 0 0,1 0 0 0 0,0-1 0 0 0,1 0 1 0 0,0-1-1 0 0,0 0 0 0 0,0-2 0 0 0,0 1 0 0 0,16 0 1 0 0,2 0-1238 0 0,-1-2 0 0 0,53-4 0 0 0,-59 0 115 0 0,1-1 0 0 0,-1-1-1 0 0,0-2 1 0 0,-1 0 0 0 0,44-19-1 0 0,-34 9-1726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5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187 218 4312 0 0,'17'-15'1127'0'0,"-1"-2"0"0"0,0 0 0 0 0,-2 0 0 0 0,1-1 0 0 0,-2-1-1 0 0,-1-1 1 0 0,0 0 0 0 0,11-27 0 0 0,-22 46-1076 0 0,-1 0 0 0 0,1 0 0 0 0,-1 0 0 0 0,1 0 0 0 0,-1 0-1 0 0,0-1 1 0 0,0 1 0 0 0,1 0 0 0 0,-1 0 0 0 0,0 0 0 0 0,0 0 0 0 0,0-1 0 0 0,0 1 0 0 0,0 0 0 0 0,0 0 0 0 0,0 0 0 0 0,-1 0-1 0 0,0-2 1 0 0,1 2-27 0 0,0 1-1 0 0,-1-1 1 0 0,1 1-1 0 0,-1 0 1 0 0,1-1-1 0 0,-1 1 1 0 0,1 0-1 0 0,-1 0 0 0 0,0-1 1 0 0,1 1-1 0 0,-1 0 1 0 0,1 0-1 0 0,-1 0 1 0 0,1 0-1 0 0,-1-1 1 0 0,0 1-1 0 0,1 0 0 0 0,-1 0 1 0 0,1 0-1 0 0,-1 1 1 0 0,0-1-1 0 0,1 0 1 0 0,-1 0-1 0 0,0 0 1 0 0,-5 2 92 0 0,1 0 1 0 0,-1 0 0 0 0,1 0-1 0 0,0 1 1 0 0,-9 5 0 0 0,-14 12 140 0 0,0 1 1 0 0,1 2 0 0 0,2 1 0 0 0,0 1 0 0 0,2 0 0 0 0,0 2 0 0 0,-34 55-1 0 0,52-73-231 0 0,0 0-1 0 0,0 1 1 0 0,1-1-1 0 0,0 1 1 0 0,1 0-1 0 0,0 0 1 0 0,-2 11-1 0 0,5-19-18 0 0,-1 1 0 0 0,1-1 1 0 0,0 0-1 0 0,0 1 0 0 0,0-1 0 0 0,0 1 0 0 0,0-1 0 0 0,1 0 0 0 0,-1 1 0 0 0,1-1 0 0 0,0 1 0 0 0,-1-1 0 0 0,1 0 1 0 0,0 0-1 0 0,0 0 0 0 0,1 1 0 0 0,-1-1 0 0 0,0 0 0 0 0,1 0 0 0 0,-1-1 0 0 0,1 1 0 0 0,-1 0 0 0 0,1 0 0 0 0,0-1 1 0 0,0 1-1 0 0,0-1 0 0 0,0 1 0 0 0,0-1 0 0 0,0 0 0 0 0,0 0 0 0 0,1 0 0 0 0,-1 0 0 0 0,0 0 0 0 0,4 0 0 0 0,-2 0-47 0 0,1 0-1 0 0,-1-1 0 0 0,1 0 0 0 0,-1 0 0 0 0,1 0 0 0 0,-1 0 0 0 0,1-1 0 0 0,-1 1 1 0 0,1-1-1 0 0,-1 0 0 0 0,1-1 0 0 0,-1 1 0 0 0,0-1 0 0 0,0 0 0 0 0,6-3 0 0 0,2-2-123 0 0,1-1-1 0 0,-1 0 0 0 0,14-14 0 0 0,-1-2 2 0 0,-1-2 0 0 0,-1-1 0 0 0,24-35-1 0 0,24-30 509 0 0,-63 80-283 0 0,-8 12-60 0 0,0-1-1 0 0,1 0 0 0 0,-1 0 0 0 0,1 0 1 0 0,-1 1-1 0 0,0-1 0 0 0,1 0 0 0 0,0 0 1 0 0,-1 1-1 0 0,1-1 0 0 0,-1 0 0 0 0,1 1 1 0 0,0-1-1 0 0,-1 1 0 0 0,1-1 0 0 0,0 1 1 0 0,0-1-1 0 0,0 1 0 0 0,-1-1 0 0 0,1 1 1 0 0,0 0-1 0 0,0 0 0 0 0,0-1 0 0 0,0 1 1 0 0,0 0-1 0 0,-1 0 0 0 0,1 0 1 0 0,0 0-1 0 0,0 0 0 0 0,1 0 0 0 0,-1 1 27 0 0,-1-1 0 0 0,1 1-1 0 0,-1-1 1 0 0,1 1 0 0 0,-1 0 0 0 0,1 0-1 0 0,-1-1 1 0 0,0 1 0 0 0,1 0-1 0 0,-1 0 1 0 0,0-1 0 0 0,0 1 0 0 0,1 0-1 0 0,-1 0 1 0 0,0 0 0 0 0,0-1-1 0 0,0 1 1 0 0,0 0 0 0 0,0 0 0 0 0,0 0-1 0 0,0 0 1 0 0,0-1 0 0 0,-1 3-1 0 0,-3 26 333 0 0,3-23-263 0 0,-10 53 244 0 0,7-47-566 0 0,1 1-1 0 0,0 0 0 0 0,1-1 0 0 0,1 1 0 0 0,0 0 0 0 0,1 0 0 0 0,0 0 0 0 0,3 22 0 0 0,-2-33-344 0 0,0 1 0 0 0,0-1-1 0 0,1 0 1 0 0,-1 0-1 0 0,0 0 1 0 0,1 0 0 0 0,-1 0-1 0 0,1 0 1 0 0,0 0 0 0 0,-1 0-1 0 0,1 0 1 0 0,0-1-1 0 0,0 1 1 0 0,0-1 0 0 0,0 0-1 0 0,3 2 1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77 760 0 0,'13'-7'2591'0'0,"0"-1"0"0"0,-1 0 1 0 0,0-1-1 0 0,17-17 0 0 0,-29 26-2493 0 0,1-1 1 0 0,-1 1-1 0 0,1-1 0 0 0,-1 1 1 0 0,1-1-1 0 0,-1 1 1 0 0,1-1-1 0 0,-1 1 0 0 0,0-1 1 0 0,1 0-1 0 0,-1 1 1 0 0,0-1-1 0 0,1 1 0 0 0,-1-1 1 0 0,0 0-1 0 0,0 1 1 0 0,0-1-1 0 0,0-1 0 0 0,-6-3 618 0 0,4 5-693 0 0,0-1 0 0 0,0 1 0 0 0,0 0 0 0 0,0 0 0 0 0,0 0 0 0 0,1 0 0 0 0,-1 0 0 0 0,0 1 0 0 0,-3 0 0 0 0,-12 8 79 0 0,1 0 1 0 0,1 1 0 0 0,-1 1-1 0 0,2 1 1 0 0,-24 22-1 0 0,21-19-44 0 0,-4 10-4 0 0,20-23-44 0 0,1-1 0 0 0,-1 0 0 0 0,0 1 1 0 0,1-1-1 0 0,-1 0 0 0 0,1 1 0 0 0,-1-1 0 0 0,1 1 0 0 0,-1-1 1 0 0,1 1-1 0 0,0-1 0 0 0,0 1 0 0 0,0-1 0 0 0,0 1 0 0 0,0 0 1 0 0,0-1-1 0 0,1 3 0 0 0,0-3-3 0 0,-1 0-1 0 0,1 0 1 0 0,0 0-1 0 0,-1 0 1 0 0,1 0 0 0 0,0 0-1 0 0,0 0 1 0 0,0-1 0 0 0,-1 1-1 0 0,1 0 1 0 0,0-1-1 0 0,0 1 1 0 0,0 0 0 0 0,0-1-1 0 0,1 1 1 0 0,-1-1-1 0 0,2 1 1 0 0,20 5 44 0 0,-21-6-50 0 0,28 5 46 0 0,-4-1-46 0 0,43 12 0 0 0,-62-14 9 0 0,-1 0 0 0 0,0 1 1 0 0,1 0-1 0 0,-1 0 0 0 0,0 0 1 0 0,-1 1-1 0 0,1-1 0 0 0,-1 1 0 0 0,1 1 1 0 0,-1-1-1 0 0,7 10 0 0 0,-9-11 109 0 0,-1 0 0 0 0,0 1-1 0 0,0-1 1 0 0,0 1-1 0 0,0-1 1 0 0,-1 1 0 0 0,1 0-1 0 0,-1-1 1 0 0,0 1 0 0 0,0 0-1 0 0,0 0 1 0 0,-1 0 0 0 0,1 0-1 0 0,-1 0 1 0 0,0 0 0 0 0,-1 6-1 0 0,0-4 26 0 0,0 0-1 0 0,-1 0 0 0 0,0 0 1 0 0,0 0-1 0 0,-1 0 0 0 0,1-1 1 0 0,-1 1-1 0 0,0-1 0 0 0,-1 0 1 0 0,-3 5-1 0 0,0-1 14 0 0,-1-1-1 0 0,0 0 1 0 0,0 0-1 0 0,0-1 0 0 0,-1 0 1 0 0,0 0-1 0 0,-1-1 1 0 0,1 0-1 0 0,-1-1 1 0 0,0 0-1 0 0,-17 5 0 0 0,16-6-95 0 0,4-2-20 0 0,1 0-1 0 0,0-1 1 0 0,-1 1 0 0 0,1-1-1 0 0,-1 0 1 0 0,1-1 0 0 0,-1 0-1 0 0,-6 0 1 0 0,8 0-135 0 0,1-1-1 0 0,0 0 0 0 0,0 0 1 0 0,-1 0-1 0 0,1-1 0 0 0,0 1 1 0 0,0-1-1 0 0,1 0 0 0 0,-1 0 1 0 0,0-1-1 0 0,-5-3 0 0 0,7 4-162 0 0,0-1-1 0 0,0 1 1 0 0,0 0-1 0 0,1 0 0 0 0,-1-1 1 0 0,1 1-1 0 0,0-1 0 0 0,-1 1 1 0 0,1-1-1 0 0,0 0 1 0 0,1 1-1 0 0,-1-1 0 0 0,0 0 1 0 0,1 0-1 0 0,-1 1 0 0 0,1-1 1 0 0,0 0-1 0 0,0 0 0 0 0,0 0 1 0 0,1-4-1 0 0,1-4-1148 0 0,1 1-1 0 0,0-1 1 0 0,0 1-1 0 0,1-1 1 0 0,6-10-1 0 0,-7 15 308 0 0,10-22-4095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7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2108 0 0,'70'-101'14199'0'0,"-70"101"-14167"0"0,0-1 1 0 0,0 1 0 0 0,0 0-1 0 0,0-1 1 0 0,1 1 0 0 0,-1 0-1 0 0,0 0 1 0 0,0-1 0 0 0,0 1-1 0 0,1 0 1 0 0,-1 0 0 0 0,0-1-1 0 0,0 1 1 0 0,1 0 0 0 0,-1 0-1 0 0,0 0 1 0 0,1-1 0 0 0,-1 1-1 0 0,0 0 1 0 0,0 0 0 0 0,1 0-1 0 0,-1 0 1 0 0,0 0 0 0 0,1 0-1 0 0,-1 0 1 0 0,0 0 0 0 0,1 0-1 0 0,-1 0 1 0 0,0 0-1 0 0,1 0 1 0 0,-1 0 0 0 0,0 0-1 0 0,1 0 1 0 0,-1 0 0 0 0,0 0-1 0 0,1 0 1 0 0,6 12 879 0 0,-1 18 513 0 0,-1 30 1128 0 0,-3 87-1 0 0,-16 62-417 0 0,1-23-1149 0 0,5-61-599 0 0,-1 80-23 0 0,9-204-369 0 0,0 1 0 0 0,0-1 0 0 0,0 1 0 0 0,0 0 0 0 0,0-1 0 0 0,0 1 0 0 0,1-1 0 0 0,-1 1 0 0 0,1-1 0 0 0,-1 1 0 0 0,1-1 0 0 0,-1 0 0 0 0,1 1 0 0 0,0-1 0 0 0,0 0 0 0 0,0 1 0 0 0,0-1 0 0 0,0 0 0 0 0,0 0 0 0 0,0 0 0 0 0,0 0 0 0 0,3 2 0 0 0,-2-2-81 0 0,1 0 0 0 0,-1 0 0 0 0,1 0-1 0 0,-1 0 1 0 0,1-1 0 0 0,-1 1 0 0 0,1-1 0 0 0,0 0 0 0 0,-1 1 0 0 0,1-1 0 0 0,0-1-1 0 0,3 1 1 0 0,7-3-495 0 0,0 1 1 0 0,0-2-1 0 0,0 0 0 0 0,15-7 0 0 0,8-5-1801 0 0,0-1-1 0 0,65-44 1 0 0,-76 42-567 0 0,-1 0 1 0 0,28-29-1 0 0,-18 12-3344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7.8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60 2392 0 0,'-154'-15'14854'0'0,"188"13"-14645"0"0,55-10 1 0 0,-20 2-369 0 0,52 1-1907 0 0,-17 2-5125 0 0,-68 3 1346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3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316 165 1832 0 0,'0'-3'2247'0'0,"-4"-70"9643"0"0,3 71-11672 0 0,-1 3-154 0 0,1 0 0 0 0,-1 1-1 0 0,0-1 1 0 0,0 0 0 0 0,1 1 0 0 0,-1-1 0 0 0,1 1 0 0 0,-1 0-1 0 0,1-1 1 0 0,0 1 0 0 0,-1 0 0 0 0,1 0 0 0 0,-1 4 0 0 0,-3 1 152 0 0,-45 70 1205 0 0,-65 135 0 0 0,102-185-1232 0 0,-19 55 0 0 0,29-71-159 0 0,0 0 0 0 0,1 0 0 0 0,0 0 0 0 0,0 0 0 0 0,1 1 0 0 0,1-1 0 0 0,0 0 0 0 0,1 14 0 0 0,0-22-22 0 0,-1 0 0 0 0,1-1 0 0 0,0 1 0 0 0,-1-1 0 0 0,1 1 0 0 0,0-1 1 0 0,1 0-1 0 0,-1 1 0 0 0,0-1 0 0 0,1 0 0 0 0,-1 0 0 0 0,1 0 0 0 0,-1 0 1 0 0,1 0-1 0 0,0 0 0 0 0,0-1 0 0 0,0 1 0 0 0,0 0 0 0 0,0-1 1 0 0,1 1-1 0 0,-1-1 0 0 0,0 0 0 0 0,1 0 0 0 0,-1 0 0 0 0,0 0 0 0 0,1 0 1 0 0,-1-1-1 0 0,1 1 0 0 0,0-1 0 0 0,-1 0 0 0 0,1 1 0 0 0,-1-1 0 0 0,1 0 1 0 0,4-1-1 0 0,6 0 4 0 0,0-1 1 0 0,0 0-1 0 0,-1-1 1 0 0,1-1-1 0 0,19-8 1 0 0,-11 3-1 0 0,-1 0 0 0 0,-1-2 1 0 0,1-1-1 0 0,-2 0 0 0 0,0-1 1 0 0,0-1-1 0 0,-1-1 1 0 0,-1-1-1 0 0,-1 0 0 0 0,0-1 1 0 0,-1 0-1 0 0,0-1 0 0 0,20-38 1 0 0,-26 41-4 0 0,-1-1 1 0 0,0 0 0 0 0,-1 0-1 0 0,0-1 1 0 0,-1 0 0 0 0,-1 0-1 0 0,-1 0 1 0 0,-1 0 0 0 0,0 0-1 0 0,-1-1 1 0 0,-1 1 0 0 0,0 0-1 0 0,-1-1 1 0 0,-1 1 0 0 0,-1 0-1 0 0,-1 0 1 0 0,0 0 0 0 0,-10-24-1 0 0,12 36-16 0 0,0-1 0 0 0,-1 1 0 0 0,0 0 0 0 0,0 0 1 0 0,0 0-1 0 0,-1 0 0 0 0,1 0 0 0 0,-1 1 0 0 0,-1-1 0 0 0,1 1 0 0 0,0 0 0 0 0,-1 1 0 0 0,-7-5 0 0 0,8 6 7 0 0,0 0-1 0 0,0 0 1 0 0,-1 1 0 0 0,1-1 0 0 0,0 1-1 0 0,-1 1 1 0 0,1-1 0 0 0,-1 0 0 0 0,1 1-1 0 0,-1 0 1 0 0,1 0 0 0 0,-1 0 0 0 0,1 1-1 0 0,-1 0 1 0 0,1 0 0 0 0,0 0 0 0 0,-1 0 0 0 0,-5 3-1 0 0,-8 4-4 0 0,0 0 0 0 0,0 2 0 0 0,1 0-1 0 0,1 1 1 0 0,-1 1 0 0 0,2 1 0 0 0,-18 17 0 0 0,-2 6-27 0 0,-51 69 1 0 0,70-85 19 0 0,2 2 0 0 0,1 0 0 0 0,-13 26 0 0 0,23-41 18 0 0,0 0 0 0 0,0 1 1 0 0,0 0-1 0 0,1-1 0 0 0,0 1 0 0 0,0 0 1 0 0,1 0-1 0 0,0 0 0 0 0,1 0 0 0 0,-1 0 1 0 0,2 0-1 0 0,-1 0 0 0 0,1 0 0 0 0,2 9 1 0 0,-2-14 2 0 0,0 0 0 0 0,1 0 1 0 0,-1 0-1 0 0,1 0 1 0 0,-1 0-1 0 0,1 0 0 0 0,0-1 1 0 0,0 1-1 0 0,0-1 0 0 0,0 1 1 0 0,1-1-1 0 0,-1 0 1 0 0,1 0-1 0 0,4 3 0 0 0,-2-2-1 0 0,1 0 0 0 0,-1-1 0 0 0,1 0-1 0 0,-1 0 1 0 0,1 0 0 0 0,0-1 0 0 0,9 2-1 0 0,3-2 0 0 0,-1 0 0 0 0,1-2-1 0 0,0 0 1 0 0,27-5 0 0 0,-11 0-1 0 0,-1-2 0 0 0,1-2 0 0 0,-1-1 0 0 0,-1-2 0 0 0,0 0 0 0 0,-1-3 0 0 0,-1 0 0 0 0,0-2 0 0 0,-1-1 0 0 0,-1-2 0 0 0,-1 0 0 0 0,-1-2 0 0 0,-1-1 0 0 0,22-27 0 0 0,88-119-48 0 0,-135 169 39 0 0,0 1 0 0 0,0-1-1 0 0,0 1 1 0 0,1 0-1 0 0,-1-1 1 0 0,0 1-1 0 0,0-1 1 0 0,0 1 0 0 0,1 0-1 0 0,-1-1 1 0 0,0 1-1 0 0,0 0 1 0 0,1-1 0 0 0,-1 1-1 0 0,0 0 1 0 0,1 0-1 0 0,-1-1 1 0 0,0 1 0 0 0,1 0-1 0 0,-1 0 1 0 0,0-1-1 0 0,1 1 1 0 0,-1 0 0 0 0,1 0-1 0 0,-1 0 1 0 0,0 0-1 0 0,1 0 1 0 0,-1 0 0 0 0,1-1-1 0 0,-1 1 1 0 0,0 0-1 0 0,1 0 1 0 0,-1 0 0 0 0,1 0-1 0 0,-1 1 1 0 0,0-1-1 0 0,1 0 1 0 0,0 0 0 0 0,2 18-43 0 0,-8 27 21 0 0,-46 155 119 0 0,19-80 30 0 0,1-13 2660 0 0,35-118-2535 0 0,17-54-123 0 0,2 1 0 0 0,41-77 0 0 0,-52 117-138 0 0,2 0-1 0 0,27-38 1 0 0,-33 52-8 0 0,1 0 1 0 0,0 0-1 0 0,0 1 0 0 0,1 0 0 0 0,0 0 1 0 0,1 1-1 0 0,17-10 0 0 0,-25 16 11 0 0,-1 1 0 0 0,1-1 0 0 0,0 1 0 0 0,0 0-1 0 0,0 0 1 0 0,0 0 0 0 0,0 0 0 0 0,0 1 0 0 0,0-1 0 0 0,0 1-1 0 0,0 0 1 0 0,0 0 0 0 0,0 0 0 0 0,0 0 0 0 0,0 0 0 0 0,0 1-1 0 0,0-1 1 0 0,0 1 0 0 0,0 0 0 0 0,0 0 0 0 0,0 0 0 0 0,0 0-1 0 0,0 1 1 0 0,-1-1 0 0 0,1 1 0 0 0,0-1 0 0 0,-1 1 0 0 0,0 0-1 0 0,1 0 1 0 0,-1 0 0 0 0,0 0 0 0 0,0 1 0 0 0,0-1 0 0 0,0 1-1 0 0,3 4 1 0 0,0 2 1 0 0,0 1-1 0 0,-1-1 1 0 0,0 1 0 0 0,0 0-1 0 0,-1 0 1 0 0,0 0-1 0 0,0 0 1 0 0,-2 1 0 0 0,2 12-1 0 0,-3 22 16 0 0,-1 0 0 0 0,-3 0 0 0 0,-10 52 0 0 0,-4 30 47 0 0,18-126-49 0 0,-1 0 0 0 0,1 0 0 0 0,0 0 0 0 0,0 0-1 0 0,0 0 1 0 0,0 1 0 0 0,0-1 0 0 0,0 0 0 0 0,0 0 0 0 0,0 0-1 0 0,0 0 1 0 0,1 0 0 0 0,-1 0 0 0 0,0 0 0 0 0,1 0 0 0 0,-1 0-1 0 0,1 0 1 0 0,-1 0 0 0 0,1 0 0 0 0,-1 0 0 0 0,1 0 0 0 0,0 0-1 0 0,-1-1 1 0 0,1 1 0 0 0,1 1 0 0 0,0-1-1 0 0,0-1 0 0 0,0 0 1 0 0,0 1-1 0 0,0-1 0 0 0,0 0 0 0 0,0 0 1 0 0,0 0-1 0 0,0 0 0 0 0,0 0 0 0 0,0 0 0 0 0,0-1 1 0 0,2 0-1 0 0,9-2-1 0 0,-1 0 0 0 0,0-1 1 0 0,0-1-1 0 0,-1 0 0 0 0,1-1 0 0 0,16-11 1 0 0,62-49-193 0 0,-70 50 106 0 0,126-112-390 0 0,-121 103 414 0 0,-2-1-1 0 0,0-1 0 0 0,28-46 0 0 0,-42 58 48 0 0,-2 1 1 0 0,0-1-1 0 0,8-25 0 0 0,-10 20-76 0 0,-6 15 86 0 0,-1 3-6 0 0,2 1 6 0 0,0 0 1 0 0,0 1 0 0 0,0-1-1 0 0,-1 1 1 0 0,1-1 0 0 0,0 0-1 0 0,0 1 1 0 0,-1-1 0 0 0,1 1-1 0 0,-1-1 1 0 0,1 1 0 0 0,0-1-1 0 0,-1 1 1 0 0,1-1 0 0 0,-1 1-1 0 0,1 0 1 0 0,-1-1 0 0 0,1 1-1 0 0,-1 0 1 0 0,1-1 0 0 0,-1 1-1 0 0,0 0 1 0 0,1 0 0 0 0,-1-1-1 0 0,1 1 1 0 0,-1 0 0 0 0,0 0-1 0 0,1 0 1 0 0,-1 0 0 0 0,1 0-1 0 0,-1 0 1 0 0,0 0 0 0 0,1 0-1 0 0,-1 0 1 0 0,0 0 0 0 0,1 0-1 0 0,-1 0 1 0 0,1 1 0 0 0,-1-1-1 0 0,0 0 1 0 0,-25 10-23 0 0,9 1 20 0 0,1 0 0 0 0,0 1-1 0 0,1 1 1 0 0,0 0 0 0 0,1 1-1 0 0,1 1 1 0 0,0 0 0 0 0,1 1-1 0 0,1 0 1 0 0,0 1-1 0 0,1 0 1 0 0,1 1 0 0 0,1 0-1 0 0,0 0 1 0 0,-7 27 0 0 0,14-41 7 0 0,0 1 0 0 0,0 0 0 0 0,0-1 0 0 0,1 1 1 0 0,0 0-1 0 0,-1-1 0 0 0,2 1 0 0 0,-1 0 0 0 0,0-1 0 0 0,1 1 0 0 0,0 0 1 0 0,0-1-1 0 0,0 1 0 0 0,1-1 0 0 0,0 0 0 0 0,-1 1 0 0 0,1-1 0 0 0,1 0 0 0 0,-1 0 1 0 0,1 0-1 0 0,0 0 0 0 0,-1-1 0 0 0,2 1 0 0 0,-1-1 0 0 0,0 1 0 0 0,1-1 1 0 0,-1 0-1 0 0,1 0 0 0 0,0-1 0 0 0,0 1 0 0 0,0-1 0 0 0,0 0 0 0 0,1 0 1 0 0,-1 0-1 0 0,0-1 0 0 0,1 0 0 0 0,5 2 0 0 0,10 1-682 0 0,0-1 1 0 0,0-1-1 0 0,0 0 0 0 0,1-1 1 0 0,-1-2-1 0 0,29-3 0 0 0,-29 1-1644 0 0,1-1-1 0 0,-1-1 0 0 0,28-10 0 0 0,-10-1-4798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0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2360 0 0,'0'-4'1160'0'0,"1"-21"4516"0"0,-1 22-5340 0 0,1 0 1 0 0,0 0 0 0 0,-1 0 0 0 0,1 0 0 0 0,0 1 0 0 0,0-1 0 0 0,0 0 0 0 0,1 1-1 0 0,-1-1 1 0 0,4-4 0 0 0,-4 6-286 0 0,0 0-1 0 0,0 0 1 0 0,0 0 0 0 0,0 1-1 0 0,0-1 1 0 0,1 0-1 0 0,-1 0 1 0 0,0 1-1 0 0,0-1 1 0 0,1 1 0 0 0,-1-1-1 0 0,1 1 1 0 0,-1-1-1 0 0,0 1 1 0 0,1 0 0 0 0,-1 0-1 0 0,1 0 1 0 0,-1 0-1 0 0,1 0 1 0 0,-1 0-1 0 0,1 0 1 0 0,-1 0 0 0 0,0 0-1 0 0,1 1 1 0 0,-1-1-1 0 0,1 1 1 0 0,-1-1-1 0 0,0 1 1 0 0,1-1 0 0 0,-1 1-1 0 0,0 0 1 0 0,0-1-1 0 0,2 3 1 0 0,3 0-4 0 0,-1 1 1 0 0,-1-1-1 0 0,1 1 0 0 0,0 0 0 0 0,-1 0 1 0 0,6 8-1 0 0,-3 0 124 0 0,0-1 0 0 0,-1 1 0 0 0,0 1-1 0 0,-1-1 1 0 0,-1 1 0 0 0,0 0 0 0 0,0 0 0 0 0,-1 0 0 0 0,-1 0 0 0 0,0 1-1 0 0,-1-1 1 0 0,-1 1 0 0 0,0-1 0 0 0,0 1 0 0 0,-2-1 0 0 0,1 0-1 0 0,-2 1 1 0 0,0-1 0 0 0,0 0 0 0 0,-1 0 0 0 0,-1 0 0 0 0,0-1 0 0 0,-8 14-1 0 0,12-24-133 0 0,0-1 1 0 0,0 1-1 0 0,0 0 0 0 0,0-1 0 0 0,-1 1 0 0 0,1-1 0 0 0,0 1 0 0 0,-1-1 0 0 0,1 0 0 0 0,-1 1 0 0 0,1-1 0 0 0,-1 0 0 0 0,1 0 0 0 0,-1 0 0 0 0,0 0 0 0 0,0-1 0 0 0,1 1 0 0 0,-1 0 0 0 0,0-1 0 0 0,0 1 0 0 0,0-1 0 0 0,0 1 1 0 0,0-1-1 0 0,0 0 0 0 0,-2 0 0 0 0,2-1-27 0 0,0 1 1 0 0,0-1-1 0 0,0 0 1 0 0,1 0-1 0 0,-1 0 0 0 0,0 0 1 0 0,1 0-1 0 0,-1 0 1 0 0,1 0-1 0 0,-1 0 1 0 0,1 0-1 0 0,0-1 1 0 0,-1 1-1 0 0,1-1 1 0 0,0 1-1 0 0,0-1 1 0 0,0 0-1 0 0,0 1 1 0 0,0-1-1 0 0,1 0 0 0 0,-1 1 1 0 0,0-1-1 0 0,1 0 1 0 0,-1 0-1 0 0,0-3 1 0 0,0-7-8 0 0,-1 1 1 0 0,2-1-1 0 0,-1 1 1 0 0,2-1-1 0 0,-1 1 0 0 0,2-1 1 0 0,-1 1-1 0 0,2-1 1 0 0,4-13-1 0 0,-1 6-1 0 0,1 0-1 0 0,0 0 0 0 0,2 1 1 0 0,17-26-1 0 0,-19 33-5 0 0,1 0-1 0 0,0 1 0 0 0,1 0 0 0 0,1 0 1 0 0,-1 1-1 0 0,1 1 0 0 0,1-1 1 0 0,0 2-1 0 0,0-1 0 0 0,0 2 1 0 0,1-1-1 0 0,0 2 0 0 0,24-9 1 0 0,-28 11-3 0 0,0 1 1 0 0,0 1 0 0 0,1 0-1 0 0,-1 0 1 0 0,0 0 0 0 0,0 1-1 0 0,1 0 1 0 0,-1 1 0 0 0,0-1-1 0 0,0 2 1 0 0,0-1 0 0 0,0 1-1 0 0,0 1 1 0 0,0-1 0 0 0,0 1-1 0 0,-1 1 1 0 0,1-1 0 0 0,-1 1-1 0 0,0 0 1 0 0,0 1 0 0 0,0 0-1 0 0,-1 0 1 0 0,8 8 0 0 0,-7-5 5 0 0,0 0 0 0 0,-1 0 0 0 0,0 0 1 0 0,-1 1-1 0 0,0 0 0 0 0,0 0 0 0 0,-1 0 0 0 0,0 0 0 0 0,0 1 1 0 0,-1 0-1 0 0,-1 0 0 0 0,0 0 0 0 0,2 12 0 0 0,-3-7 41 0 0,0-1-1 0 0,-1 0 0 0 0,-1 1 0 0 0,0-1 1 0 0,-1 0-1 0 0,0 0 0 0 0,-1 1 1 0 0,-8 22-1 0 0,6-30 1 0 0,1-9-22 0 0,2-12-29 0 0,4 5-6 0 0,1-1 0 0 0,0 0 0 0 0,0 1-1 0 0,1 0 1 0 0,9-17 0 0 0,32-41-57 0 0,-44 64 71 0 0,13-15-12 0 0,1 0-1 0 0,0 1 0 0 0,1 1 1 0 0,1 1-1 0 0,1 0 1 0 0,0 1-1 0 0,1 0 1 0 0,0 2-1 0 0,1 1 0 0 0,0 0 1 0 0,1 1-1 0 0,0 1 1 0 0,0 1-1 0 0,1 1 0 0 0,26-5 1 0 0,-44 12 10 0 0,-1-1 0 0 0,1 1 1 0 0,0-1-1 0 0,0 1 0 0 0,0 0 1 0 0,0 0-1 0 0,0 1 0 0 0,0-1 0 0 0,0 1 1 0 0,0 0-1 0 0,0 0 0 0 0,-1 0 1 0 0,1 1-1 0 0,0-1 0 0 0,5 4 0 0 0,-7-3 12 0 0,0 0-1 0 0,0 0 0 0 0,0 0 0 0 0,0 0 0 0 0,0 0 0 0 0,-1 1 0 0 0,1-1 0 0 0,-1 0 0 0 0,0 1 0 0 0,0-1 0 0 0,0 1 0 0 0,0 0 0 0 0,0-1 0 0 0,0 1 0 0 0,-1 0 0 0 0,1-1 0 0 0,-1 1 0 0 0,1 0 1 0 0,-1 0-1 0 0,0-1 0 0 0,-1 1 0 0 0,1 0 0 0 0,-1 2 0 0 0,-3 19 81 0 0,-1 0 1 0 0,-1-1 0 0 0,-13 33-1 0 0,11-37-170 0 0,2 0 0 0 0,0 0 0 0 0,1 0 0 0 0,1 1-1 0 0,-3 36 1 0 0,7-53-44 0 0,0-1-1 0 0,0 0 0 0 0,0 0 1 0 0,0 1-1 0 0,1-1 1 0 0,-1 0-1 0 0,1 0 1 0 0,-1 0-1 0 0,1 0 0 0 0,0 0 1 0 0,-1 0-1 0 0,1 0 1 0 0,0 0-1 0 0,1 0 0 0 0,-1 0 1 0 0,0 0-1 0 0,0 0 1 0 0,1-1-1 0 0,-1 1 1 0 0,1 0-1 0 0,0-1 0 0 0,-1 0 1 0 0,1 1-1 0 0,0-1 1 0 0,0 0-1 0 0,0 0 1 0 0,0 0-1 0 0,0 0 0 0 0,0 0 1 0 0,0 0-1 0 0,0-1 1 0 0,0 1-1 0 0,0-1 1 0 0,0 1-1 0 0,1-1 0 0 0,1 0 1 0 0,4 1-388 0 0,-1-2 0 0 0,1 1 0 0 0,-1-1 0 0 0,0 0 0 0 0,1 0-1 0 0,-1-1 1 0 0,0 0 0 0 0,0 0 0 0 0,11-6 0 0 0,-3 0 256 0 0,-1-1-1 0 0,0 0 1 0 0,-1-1-1 0 0,1-1 1 0 0,-2 0 0 0 0,0-1-1 0 0,0 0 1 0 0,-1-1-1 0 0,16-25 1 0 0,6-13 2802 0 0,33-72 0 0 0,-64 118-2312 0 0,17-39 2196 0 0,-14 31-1397 0 0,1-1 0 0 0,0 1 0 0 0,13-20 0 0 0,-18 32-724 0 0,0 3-160 0 0,-1-1-1 0 0,1 1 1 0 0,-1 0 0 0 0,1-1 0 0 0,-1 1 0 0 0,0 0-1 0 0,0-1 1 0 0,0 1 0 0 0,0 0 0 0 0,0-1 0 0 0,0 1-1 0 0,0 0 1 0 0,-1 2 0 0 0,1-4-142 0 0,-12 56 1799 0 0,-19 60 0 0 0,17-71-1563 0 0,2 1 0 0 0,-9 65 0 0 0,20-101-355 0 0,0-3-190 0 0,0 0 0 0 0,1 1-1 0 0,0-1 1 0 0,1 8 0 0 0,-1-13 124 0 0,0 0 1 0 0,0-1-1 0 0,1 1 0 0 0,-1-1 1 0 0,1 1-1 0 0,-1 0 0 0 0,1-1 1 0 0,0 1-1 0 0,0-1 0 0 0,0 1 1 0 0,0-1-1 0 0,0 1 0 0 0,0-1 1 0 0,0 0-1 0 0,0 0 0 0 0,0 1 1 0 0,0-1-1 0 0,1 0 0 0 0,-1 0 1 0 0,1 0-1 0 0,-1 0 0 0 0,3 1 1 0 0,0-1-466 0 0,-1 0 1 0 0,1 0 0 0 0,0 0 0 0 0,-1 0 0 0 0,1-1-1 0 0,0 1 1 0 0,0-1 0 0 0,0 0 0 0 0,-1 0 0 0 0,1 0 0 0 0,0-1-1 0 0,0 1 1 0 0,0-1 0 0 0,-1 0 0 0 0,1 0 0 0 0,-1 0-1 0 0,1-1 1 0 0,3-1 0 0 0,12-5-4965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90 2616 0 0,'13'-32'5016'0'0,"13"-26"3668"0"0,-25 61-8340 0 0,0 1-129 0 0,1 1 0 0 0,-1 0 0 0 0,0-1 0 0 0,0 1 1 0 0,0 0-1 0 0,-1 0 0 0 0,0 0 0 0 0,0-1 0 0 0,-1 10 0 0 0,-9 51 1254 0 0,6-45-1096 0 0,-38 175 1190 0 0,22-109-573 0 0,16-76-578 0 0,1-14-128 0 0,1-13-240 0 0,6-6-174 0 0,1-1 0 0 0,1 1 1 0 0,1 1-1 0 0,1-1 0 0 0,1 1 1 0 0,1 1-1 0 0,1-1 0 0 0,17-23 1 0 0,-16 27 85 0 0,1 1 0 0 0,0 1 0 0 0,1 0 0 0 0,30-25 0 0 0,-37 36 27 0 0,-1-1 1 0 0,1 1-1 0 0,0 1 1 0 0,1-1 0 0 0,-1 1-1 0 0,1 1 1 0 0,0-1-1 0 0,0 1 1 0 0,0 1-1 0 0,0-1 1 0 0,0 1-1 0 0,1 1 1 0 0,-1 0-1 0 0,16-1 1 0 0,-20 2 9 0 0,0 1 1 0 0,0-1-1 0 0,0 1 1 0 0,0 0-1 0 0,0 0 1 0 0,0 0-1 0 0,0 1 1 0 0,-1-1-1 0 0,1 1 0 0 0,0 0 1 0 0,-1 0-1 0 0,1 0 1 0 0,-1 1-1 0 0,0-1 1 0 0,5 5-1 0 0,-4-2 16 0 0,0 0 0 0 0,-1-1 0 0 0,0 1 0 0 0,0 0 0 0 0,0 0 0 0 0,0 1 0 0 0,-1-1 0 0 0,0 1 0 0 0,3 10 0 0 0,-3-2 37 0 0,0-1-1 0 0,0 1 1 0 0,-2 0 0 0 0,1-1-1 0 0,-2 1 1 0 0,0 0 0 0 0,0-1-1 0 0,-5 20 1 0 0,-11 20 170 0 0,12-37-1108 0 0,-1 1 0 0 0,-4 30 1 0 0,10-46 727 0 0,0 0 0 0 0,0 0 0 0 0,0 0 0 0 0,0 0 0 0 0,1 1 0 0 0,-1-1 0 0 0,0 0 0 0 0,0 0 0 0 0,1 0 0 0 0,-1 0 0 0 0,0 0 0 0 0,1 0 0 0 0,-1-1 0 0 0,1 1 0 0 0,0 0 0 0 0,-1 0 0 0 0,1 0 0 0 0,0 0 0 0 0,-1 0 0 0 0,1-1 0 0 0,0 1 0 0 0,0 0 0 0 0,0-1 0 0 0,-1 1 0 0 0,1-1 0 0 0,0 1 0 0 0,0-1 0 0 0,0 1 0 0 0,0-1 0 0 0,0 1 0 0 0,0-1 0 0 0,0 0 0 0 0,0 0 0 0 0,0 0 0 0 0,0 1 0 0 0,0-1 0 0 0,0 0 0 0 0,0 0 0 0 0,2-1 0 0 0,3 2-769 0 0,-1-1 1 0 0,0-1-1 0 0,1 1 1 0 0,-1-1-1 0 0,0 0 1 0 0,6-2-1 0 0,8-3-3824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1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80 202 1184 0 0,'72'-129'15851'0'0,"-71"126"-15734"0"0,9-14 1834 0 0,-8 15-926 0 0,-2 11-509 0 0,-5 7 114 0 0,0 0 0 0 0,-1 0 0 0 0,-11 20 0 0 0,-7 19 456 0 0,9-13-488 0 0,-26 78 272 0 0,38-106-816 0 0,0 0 0 0 0,0 1 0 0 0,1-1 0 0 0,1 0 0 0 0,1 1 0 0 0,1 21 0 0 0,-1-33-41 0 0,1 0 0 0 0,-1-1 0 0 0,1 1 0 0 0,-1 0 0 0 0,1-1 0 0 0,0 1-1 0 0,0-1 1 0 0,0 1 0 0 0,0-1 0 0 0,0 1 0 0 0,1-1 0 0 0,-1 0 0 0 0,1 0-1 0 0,0 0 1 0 0,0 0 0 0 0,-1 0 0 0 0,1 0 0 0 0,0 0 0 0 0,1 0 0 0 0,-1-1-1 0 0,0 1 1 0 0,0-1 0 0 0,1 0 0 0 0,-1 1 0 0 0,1-1 0 0 0,-1 0 0 0 0,1 0-1 0 0,-1-1 1 0 0,1 1 0 0 0,4 0 0 0 0,-1-1 0 0 0,0 1 0 0 0,0-1 0 0 0,0-1 1 0 0,0 1-1 0 0,-1-1 0 0 0,1 0 0 0 0,0-1 0 0 0,0 1 0 0 0,-1-1 0 0 0,1 0 1 0 0,-1-1-1 0 0,1 1 0 0 0,5-5 0 0 0,1-1-33 0 0,-1 0 1 0 0,0-2-1 0 0,-1 1 1 0 0,0-2-1 0 0,0 1 0 0 0,-1-1 1 0 0,-1 0-1 0 0,0-1 1 0 0,0 0-1 0 0,-1 0 0 0 0,6-16 1 0 0,-2 1-93 0 0,0-1 1 0 0,-2-1 0 0 0,-1 0-1 0 0,6-36 1 0 0,-12 52 85 0 0,-1 0 1 0 0,0 0-1 0 0,-1 0 0 0 0,0 0 1 0 0,-1 0-1 0 0,-1 0 0 0 0,0 0 1 0 0,-4-17-1 0 0,5 26 19 0 0,0 1-1 0 0,-1-1 1 0 0,1 1-1 0 0,0-1 1 0 0,-1 1-1 0 0,0 0 1 0 0,0 0-1 0 0,0-1 1 0 0,0 2-1 0 0,0-1 1 0 0,-1 0 0 0 0,1 0-1 0 0,-1 1 1 0 0,0-1-1 0 0,1 1 1 0 0,-1 0-1 0 0,0 0 1 0 0,-1 0-1 0 0,1 0 1 0 0,0 0-1 0 0,-1 1 1 0 0,1 0-1 0 0,0-1 1 0 0,-1 1-1 0 0,0 0 1 0 0,1 1 0 0 0,-1-1-1 0 0,1 1 1 0 0,-1 0-1 0 0,0-1 1 0 0,1 2-1 0 0,-1-1 1 0 0,-6 1-1 0 0,1 1 0 0 0,1 0 0 0 0,-1 1 0 0 0,1 0 0 0 0,0 0 0 0 0,-1 1 0 0 0,1 0 1 0 0,-13 10-1 0 0,6-4 30 0 0,1 1 0 0 0,-24 24 0 0 0,25-21-216 0 0,0 1 0 0 0,2 0 0 0 0,-1 1 0 0 0,-16 31 1 0 0,25-41-226 0 0,0 1 1 0 0,0-1 0 0 0,0 1 0 0 0,1-1 0 0 0,0 1 0 0 0,0 0-1 0 0,1 0 1 0 0,0 0 0 0 0,0 0 0 0 0,1 0 0 0 0,0 0 0 0 0,0 0 0 0 0,0 0-1 0 0,1 0 1 0 0,0 0 0 0 0,4 11 0 0 0,-4-14-279 0 0,1-1 1 0 0,0 0-1 0 0,0 0 0 0 0,0 0 1 0 0,1 0-1 0 0,-1 0 0 0 0,1 0 0 0 0,-1-1 1 0 0,1 1-1 0 0,0-1 0 0 0,0 1 1 0 0,0-1-1 0 0,4 2 0 0 0,5 1-4472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1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1 111 492 0 0,'12'-19'4147'0'0,"-4"6"-655"0"0,0 1-1 0 0,16-19 0 0 0,-22 31-3404 0 0,-1 0 1 0 0,1 0-1 0 0,0 1 1 0 0,-1-1-1 0 0,1 0 1 0 0,-1 1 0 0 0,1-1-1 0 0,-1 1 1 0 0,1-1-1 0 0,1 2 1 0 0,-3-2-37 0 0,5 3 187 0 0,0 0 0 0 0,-1 1 0 0 0,1 0 0 0 0,-1 0 0 0 0,0 0 1 0 0,0 1-1 0 0,0 0 0 0 0,0-1 0 0 0,-1 1 0 0 0,0 0 0 0 0,4 9 0 0 0,-2-5 2 0 0,7 12 223 0 0,-2 0 0 0 0,0 1-1 0 0,-1 0 1 0 0,-1 1-1 0 0,-2 0 1 0 0,0 0 0 0 0,-1 1-1 0 0,-1 0 1 0 0,-2 0-1 0 0,0 0 1 0 0,-2 0 0 0 0,-3 36-1 0 0,2-54-105 0 0,0 1-1 0 0,0-1 1 0 0,0 1 0 0 0,-1-1-1 0 0,0 0 1 0 0,-1 1-1 0 0,0-1 1 0 0,-5 9-1 0 0,7-13 44 0 0,-5-5-151 0 0,6 3-244 0 0,-1 0 0 0 0,1 0 1 0 0,0 0-1 0 0,-1 0 0 0 0,1 0 0 0 0,0 0 0 0 0,0 0 0 0 0,-1 0 0 0 0,1 0 1 0 0,0-1-1 0 0,-1 1 0 0 0,1 0 0 0 0,0 0 0 0 0,0 0 0 0 0,-1 0 0 0 0,1 0 1 0 0,0-1-1 0 0,0 1 0 0 0,-1 0 0 0 0,1 0 0 0 0,0 0 0 0 0,0-1 0 0 0,0 1 1 0 0,-1 0-1 0 0,1 0 0 0 0,0-1 0 0 0,0 1 0 0 0,0 0 0 0 0,0-1 0 0 0,0 1 1 0 0,-1 0-1 0 0,1 0 0 0 0,0-1 0 0 0,0 1 0 0 0,0-1 0 0 0,0-9-4 0 0,0-1-1 0 0,1 1 0 0 0,1 0 1 0 0,-1-1-1 0 0,1 1 0 0 0,1 0 0 0 0,0 0 1 0 0,1 0-1 0 0,-1 1 0 0 0,2-1 1 0 0,-1 1-1 0 0,8-10 0 0 0,5-8-493 0 0,2 0 0 0 0,37-40-1 0 0,-25 35-979 0 0,1 2 0 0 0,52-38-1 0 0,23-8-6321 0 0,-100 71 7010 0 0,14-10-4130 0 0,-2-1-2571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1.8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26 4196 0 0,'-112'-12'7157'0'0,"-62"-2"299"0"0,144 17-6644 0 0,29-3-890 0 0,0 0 1 0 0,0 1-1 0 0,0-1 0 0 0,0 1 0 0 0,0-1 1 0 0,0 1-1 0 0,0-1 0 0 0,0 1 1 0 0,0 0-1 0 0,0 0 0 0 0,0-1 0 0 0,0 1 1 0 0,0 0-1 0 0,1 0 0 0 0,-1 0 1 0 0,0 0-1 0 0,1 0 0 0 0,-1 0 0 0 0,1 0 1 0 0,-1 1-1 0 0,1-2-70 0 0,0 1 1 0 0,0-1-1 0 0,0 1 0 0 0,0-1 1 0 0,0 1-1 0 0,0-1 1 0 0,0 1-1 0 0,0-1 0 0 0,1 1 1 0 0,-1-1-1 0 0,0 1 0 0 0,0-1 1 0 0,1 1-1 0 0,-1-1 1 0 0,0 1-1 0 0,0-1 0 0 0,1 0 1 0 0,-1 1-1 0 0,1-1 0 0 0,-1 1 1 0 0,0-1-1 0 0,1 0 1 0 0,-1 0-1 0 0,1 1 0 0 0,0-1 1 0 0,10 7-4146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3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227 321 2768 0 0,'5'-9'1596'0'0,"-1"1"0"0"0,0-1 0 0 0,-1 0 0 0 0,1 0 0 0 0,-2-1 0 0 0,0 1 0 0 0,0-1 0 0 0,1-14 0 0 0,-1 13-461 0 0,-2 9-503 0 0,-2 2-590 0 0,1 1 1 0 0,-1 0-1 0 0,1 0 0 0 0,-1-1 0 0 0,1 1 1 0 0,-1 0-1 0 0,1 0 0 0 0,-1 1 0 0 0,1-1 1 0 0,0 0-1 0 0,0 0 0 0 0,-1 2 0 0 0,-44 61 298 0 0,2 2-1 0 0,4 2 1 0 0,-57 131-1 0 0,95-193-321 0 0,0 0 1 0 0,0 0-1 0 0,0 1 0 0 0,1-1 0 0 0,0 0 1 0 0,0 12-1 0 0,1-16-13 0 0,0-1 1 0 0,0 1-1 0 0,0 0 1 0 0,0-1-1 0 0,1 1 1 0 0,-1 0-1 0 0,0-1 0 0 0,1 1 1 0 0,0-1-1 0 0,-1 1 1 0 0,1-1-1 0 0,0 1 0 0 0,0-1 1 0 0,0 1-1 0 0,0-1 1 0 0,0 0-1 0 0,0 1 1 0 0,0-1-1 0 0,0 0 0 0 0,0 0 1 0 0,1 0-1 0 0,-1 0 1 0 0,1 0-1 0 0,-1 0 0 0 0,0 0 1 0 0,1-1-1 0 0,0 1 1 0 0,-1 0-1 0 0,1-1 1 0 0,1 1-1 0 0,7 1 5 0 0,0-1 0 0 0,0 0 1 0 0,0 0-1 0 0,0-1 0 0 0,0-1 0 0 0,0 0 0 0 0,0 0 1 0 0,0-1-1 0 0,0 0 0 0 0,0 0 0 0 0,-1-1 0 0 0,17-8 1 0 0,-8 3 3 0 0,-1-1 0 0 0,-1 0 0 0 0,1-1 0 0 0,-2-1 0 0 0,27-23 0 0 0,-27 19-6 0 0,-1-2 0 0 0,0 0-1 0 0,-2-1 1 0 0,0 0 0 0 0,-1-1 0 0 0,0 0-1 0 0,-2-1 1 0 0,0 0 0 0 0,-2 0-1 0 0,0-1 1 0 0,-1 0 0 0 0,-1 0 0 0 0,4-33-1 0 0,-8 37-20 0 0,0 0-1 0 0,-1 1 0 0 0,-2-24 0 0 0,1 33 3 0 0,0 0 1 0 0,0 0-1 0 0,-1 0 1 0 0,0 0-1 0 0,0 0 0 0 0,-1 1 1 0 0,0-1-1 0 0,0 1 1 0 0,0-1-1 0 0,-6-7 0 0 0,7 12 7 0 0,1 0-1 0 0,-1 0 0 0 0,0 1 1 0 0,0-1-1 0 0,0 1 0 0 0,1-1 0 0 0,-1 1 1 0 0,-1-1-1 0 0,1 1 0 0 0,0 0 1 0 0,0 0-1 0 0,0 0 0 0 0,-1 0 1 0 0,1 1-1 0 0,0-1 0 0 0,-1 0 1 0 0,1 1-1 0 0,-4-1 0 0 0,2 2 4 0 0,-1-1-1 0 0,1 0 1 0 0,0 1-1 0 0,-1 0 1 0 0,1 0-1 0 0,0 0 1 0 0,0 1-1 0 0,0-1 1 0 0,-7 4-1 0 0,-1 3-2 0 0,0-1 1 0 0,1 2-1 0 0,0-1 1 0 0,0 2-1 0 0,-12 13 0 0 0,8-6-2 0 0,0 1-1 0 0,2 0 0 0 0,0 1 1 0 0,1 1-1 0 0,1 0 1 0 0,1 0-1 0 0,0 1 0 0 0,2 0 1 0 0,0 1-1 0 0,2 0 1 0 0,-7 44-1 0 0,12-61 11 0 0,0 1 1 0 0,1 0-1 0 0,0 0 0 0 0,0-1 0 0 0,1 1 1 0 0,-1 0-1 0 0,1-1 0 0 0,1 1 1 0 0,-1-1-1 0 0,1 1 0 0 0,0-1 1 0 0,0 1-1 0 0,0-1 0 0 0,1 0 0 0 0,0 0 1 0 0,0 0-1 0 0,0-1 0 0 0,1 1 1 0 0,-1-1-1 0 0,1 0 0 0 0,0 0 1 0 0,0 0-1 0 0,1 0 0 0 0,-1 0 0 0 0,1-1 1 0 0,0 0-1 0 0,0 0 0 0 0,0-1 1 0 0,0 1-1 0 0,0-1 0 0 0,1 0 1 0 0,10 2-1 0 0,1 0-2 0 0,0-1 0 0 0,1-1 1 0 0,-1-1-1 0 0,1 0 0 0 0,-1-2 0 0 0,1 0 1 0 0,28-5-1 0 0,-22 0-1 0 0,0 0 0 0 0,-1-1 0 0 0,0-2 1 0 0,44-22-1 0 0,-34 12-18 0 0,-1-2 1 0 0,-1-1 0 0 0,0-2-1 0 0,-2 0 1 0 0,-1-3 0 0 0,48-56-1 0 0,-46 42 89 0 0,-1-2 0 0 0,-2-1-1 0 0,-2-2 1 0 0,-2 0 0 0 0,30-88-1 0 0,-53 133-49 0 0,-8 14 52 0 0,4-9-30 0 0,-9 19 292 0 0,1 1 1 0 0,-11 33-1 0 0,10-23-15 0 0,-27 62 527 0 0,-184 467 1855 0 0,159-375-2179 0 0,-43 202 1 0 0,102-365-488 0 0,-27 148 179 0 0,28-142-146 0 0,2 0 0 0 0,2 0 0 0 0,3 48 0 0 0,-2-76-61 0 0,0 0 0 0 0,1-1 1 0 0,-1 1-1 0 0,0 0 0 0 0,1-1 0 0 0,0 1 1 0 0,0 0-1 0 0,0-1 0 0 0,0 1 0 0 0,0-1 1 0 0,0 1-1 0 0,1-1 0 0 0,-1 0 0 0 0,1 1 1 0 0,-1-1-1 0 0,1 0 0 0 0,0 0 0 0 0,0 0 1 0 0,0 0-1 0 0,0-1 0 0 0,0 1 0 0 0,1 0 1 0 0,3 1-1 0 0,-4-2-14 0 0,2-1 43 0 0,-3 0-37 0 0,1 0 0 0 0,0 0 0 0 0,-1-1-1 0 0,1 1 1 0 0,-1-1 0 0 0,1 1 0 0 0,-1-1 0 0 0,1 1 0 0 0,-1-1 0 0 0,1 0 0 0 0,-1 0 0 0 0,1 0 0 0 0,-1 0 0 0 0,0 0 0 0 0,0 0 0 0 0,1 0 0 0 0,-1 0 0 0 0,0 0 0 0 0,0 0 0 0 0,0-1 0 0 0,0 1 0 0 0,0-1 0 0 0,-1 1 0 0 0,1 0 0 0 0,0-1 0 0 0,-1 1 0 0 0,1-1 0 0 0,-1 0 0 0 0,1 1 0 0 0,-1-1 0 0 0,0 1 0 0 0,1-3 0 0 0,-1-7-15 0 0,-1 0 1 0 0,0 0-1 0 0,0 0 1 0 0,-1 0 0 0 0,0 1-1 0 0,-1-1 1 0 0,0 1-1 0 0,-1-1 1 0 0,0 1 0 0 0,-8-15-1 0 0,-9-11-60 0 0,-34-46-1 0 0,53 78 75 0 0,-37-46-338 0 0,-2 2 1 0 0,-2 2-1 0 0,-1 1 1 0 0,-3 3 0 0 0,-72-51-1 0 0,112 88-657 0 0,0-1 0 0 0,1 1 0 0 0,0-2 0 0 0,-7-7 0 0 0,13 13 840 0 0,-1 0 0 0 0,1 1-1 0 0,0-1 1 0 0,0 0 0 0 0,0 0 0 0 0,0 1 0 0 0,0-1 0 0 0,-1 0-1 0 0,1 0 1 0 0,0 1 0 0 0,1-1 0 0 0,-1 0 0 0 0,0 0 0 0 0,0 1-1 0 0,0-1 1 0 0,0 0 0 0 0,1 0 0 0 0,-1 1 0 0 0,0-1-1 0 0,0 0 1 0 0,1 1 0 0 0,-1-1 0 0 0,1 0 0 0 0,-1 1 0 0 0,1-1-1 0 0,-1 1 1 0 0,1-1 0 0 0,-1 1 0 0 0,1-1 0 0 0,0 0 0 0 0,21-16-5561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3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31 756 2992 0 0,'-4'16'5463'0'0,"2"-12"-4873"0"0,-12 41 3883 0 0,11-34-3981 0 0,0 1 0 0 0,1-1-1 0 0,1 0 1 0 0,-1 15 0 0 0,2-25-453 0 0,1 0 1 0 0,-1 0-1 0 0,0-1 0 0 0,0 1 1 0 0,0 0-1 0 0,1 0 0 0 0,-1-1 1 0 0,0 1-1 0 0,1 0 0 0 0,-1-1 1 0 0,0 1-1 0 0,1 0 0 0 0,-1-1 1 0 0,1 1-1 0 0,-1-1 1 0 0,1 1-1 0 0,0-1 0 0 0,-1 1 1 0 0,1-1-1 0 0,-1 1 0 0 0,1-1 1 0 0,0 0-1 0 0,-1 1 0 0 0,1-1 1 0 0,0 0-1 0 0,0 1 1 0 0,-1-1-1 0 0,1 0 0 0 0,0 0 1 0 0,0 0-1 0 0,0 0 0 0 0,23 1 474 0 0,-16-2-445 0 0,-1-1 0 0 0,1 0 1 0 0,-1 0-1 0 0,0 0 0 0 0,1-1 1 0 0,-1-1-1 0 0,-1 1 0 0 0,1-1 0 0 0,0 0 1 0 0,-1-1-1 0 0,8-5 0 0 0,5-8 92 0 0,33-37-1 0 0,-17 12-25 0 0,58-93 0 0 0,15-60-67 0 0,-61 107-67 0 0,114-192-126 0 0,-158 276 99 0 0,-1 1 0 0 0,1-1 0 0 0,0 1 0 0 0,0-1 0 0 0,1 1 0 0 0,-1 0 0 0 0,1 1 0 0 0,0-1 1 0 0,0 0-1 0 0,5-2 0 0 0,-8 6 24 0 0,-1-1 0 0 0,1 1 1 0 0,0 0-1 0 0,0 0 0 0 0,0 0 1 0 0,-1 0-1 0 0,1 0 0 0 0,0 0 1 0 0,0 1-1 0 0,0-1 0 0 0,0 0 0 0 0,-1 0 1 0 0,1 1-1 0 0,0-1 0 0 0,0 0 1 0 0,-1 1-1 0 0,1-1 0 0 0,0 1 1 0 0,-1-1-1 0 0,1 1 0 0 0,0-1 1 0 0,-1 1-1 0 0,1-1 0 0 0,-1 1 0 0 0,1 0 1 0 0,-1-1-1 0 0,1 1 0 0 0,-1 0 1 0 0,1 1-1 0 0,12 21-19 0 0,-6 4 93 0 0,0 0 1 0 0,-2 1-1 0 0,-1 0 0 0 0,1 46 0 0 0,-10 117 750 0 0,3-160-755 0 0,-10 104 305 0 0,-34 163-1 0 0,45-296-410 0 0,-2 14-372 0 0,0 0 0 0 0,0 25-1 0 0,15-48-511 0 0,-6 0 523 0 0,0-1-1 0 0,0 1 0 0 0,0-1 0 0 0,-1 0 0 0 0,-1 0 0 0 0,0-1 0 0 0,7-16 1 0 0,-5 12 57 0 0,0-1 164 0 0,-1-1-1 0 0,0 1 0 0 0,0-1 1 0 0,-1 1-1 0 0,-1-1 1 0 0,-1-1-1 0 0,0 1 1 0 0,-1-26-1 0 0,-1 32 170 0 0,-1 1 1 0 0,0 0-1 0 0,-1 0 0 0 0,0-1 0 0 0,0 1 1 0 0,-1 0-1 0 0,0 1 0 0 0,-1-1 0 0 0,1 0 0 0 0,-1 1 1 0 0,-1 0-1 0 0,1 0 0 0 0,-1 0 0 0 0,-1 1 1 0 0,1-1-1 0 0,-1 1 0 0 0,-9-7 0 0 0,3 4 131 0 0,0 1 1 0 0,0 0-1 0 0,-1 1 0 0 0,0 0 0 0 0,0 1 1 0 0,-1 0-1 0 0,0 1 0 0 0,0 1 0 0 0,0 0 1 0 0,0 1-1 0 0,-27-2 0 0 0,7 3 412 0 0,0 2 1 0 0,0 1-1 0 0,-67 11 0 0 0,93-10-457 0 0,0 0 0 0 0,1 0 0 0 0,-1 1 1 0 0,-10 5-1 0 0,16-7-16 0 0,5 2 36 0 0,-3-3-93 0 0,0 0 1 0 0,0 1-1 0 0,0-1 1 0 0,0 0-1 0 0,0 0 1 0 0,0 1-1 0 0,1-1 0 0 0,-1 0 1 0 0,0 0-1 0 0,0 1 1 0 0,0-1-1 0 0,1 0 1 0 0,-1 0-1 0 0,0 0 1 0 0,0 1-1 0 0,0-1 1 0 0,1 0-1 0 0,-1 0 1 0 0,0 0-1 0 0,1 0 1 0 0,-1 0-1 0 0,0 1 1 0 0,0-1-1 0 0,1 0 1 0 0,-1 0-1 0 0,0 0 1 0 0,1 0-1 0 0,-1 0 1 0 0,0 0-1 0 0,0 0 1 0 0,1 0-1 0 0,-1 0 1 0 0,45 2-152 0 0,0-1-1 0 0,0-2 1 0 0,65-11-1 0 0,-91 10-224 0 0,84-12-2639 0 0,-36 0-2734 0 0,-38 6 596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5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244 546 2172 0 0,'14'-33'4952'0'0,"-1"0"0"0"0,11-47 0 0 0,-18 60-3374 0 0,-6 18-1324 0 0,0 2-238 0 0,0 0 0 0 0,-1-1-1 0 0,1 1 1 0 0,0 0 0 0 0,-1-1 0 0 0,1 1 0 0 0,0 0 0 0 0,-1-1 0 0 0,1 1 0 0 0,-1 0 0 0 0,1 0 0 0 0,0-1 0 0 0,-1 1-1 0 0,1 0 1 0 0,-1 0 0 0 0,1 0 0 0 0,-1 0 0 0 0,1 0 0 0 0,0-1 0 0 0,-1 1 0 0 0,1 0 0 0 0,-1 0 0 0 0,1 0 0 0 0,-1 0-1 0 0,1 0 1 0 0,-1 1 0 0 0,1-1 0 0 0,-1 0 0 0 0,1 0 0 0 0,-1 0 0 0 0,1 0 0 0 0,0 0 0 0 0,-1 1 0 0 0,1-1 0 0 0,-1 0-1 0 0,1 0 1 0 0,0 1 0 0 0,-1-1 0 0 0,1 0 0 0 0,0 0 0 0 0,-1 1 0 0 0,-20 17 89 0 0,16-13-19 0 0,-16 16 155 0 0,0 1-1 0 0,-35 47 1 0 0,-24 56 130 0 0,66-101-285 0 0,-20 49-1 0 0,29-61-60 0 0,1 0-1 0 0,1 0 1 0 0,0 1 0 0 0,0-1-1 0 0,1 1 1 0 0,0 17-1 0 0,2-27-14 0 0,0 1 1 0 0,0 0-1 0 0,1 0 0 0 0,-1-1 0 0 0,1 1 0 0 0,0 0 1 0 0,0-1-1 0 0,0 1 0 0 0,0-1 0 0 0,1 0 0 0 0,-1 1 1 0 0,1-1-1 0 0,0 0 0 0 0,0 0 0 0 0,0 0 0 0 0,0 0 1 0 0,1 0-1 0 0,2 3 0 0 0,0-3 2 0 0,-1 0 0 0 0,0 0-1 0 0,1 0 1 0 0,0-1 0 0 0,-1 0 0 0 0,1 0 0 0 0,0 0-1 0 0,0 0 1 0 0,1-1 0 0 0,-1 0 0 0 0,8 1 0 0 0,0-1 2 0 0,0 0 0 0 0,0-1 0 0 0,1-1 0 0 0,-1 0 0 0 0,0-1 0 0 0,0 0 0 0 0,0-1 0 0 0,0 0 0 0 0,16-8 0 0 0,-18 6-10 0 0,0-1 0 0 0,0-1 0 0 0,-1 0 0 0 0,0 0 0 0 0,0-1 1 0 0,-1 0-1 0 0,0-1 0 0 0,0 0 0 0 0,-1 0 0 0 0,0-1 0 0 0,-1 0 0 0 0,0-1 0 0 0,0 1 0 0 0,-2-1 0 0 0,8-17 0 0 0,-8 14-22 0 0,0 0 1 0 0,0 0 0 0 0,-2 0-1 0 0,0 0 1 0 0,0-1 0 0 0,-1 0-1 0 0,-1 1 1 0 0,-1-1-1 0 0,0 0 1 0 0,0 0 0 0 0,-2 1-1 0 0,-5-27 1 0 0,5 35 6 0 0,1 1 0 0 0,-1-1 0 0 0,0 1-1 0 0,-1 0 1 0 0,1 0 0 0 0,-1 0 0 0 0,0 0 0 0 0,-1 0 0 0 0,1 0 0 0 0,-1 1 0 0 0,1-1 0 0 0,-2 1-1 0 0,1 0 1 0 0,0 0 0 0 0,-1 1 0 0 0,1-1 0 0 0,-1 1 0 0 0,0 0 0 0 0,0 1 0 0 0,-1-1 0 0 0,1 1-1 0 0,0 0 1 0 0,-10-3 0 0 0,5 4 5 0 0,1-1 0 0 0,-1 1 0 0 0,1 1 0 0 0,-1 0-1 0 0,0 0 1 0 0,0 1 0 0 0,1 0 0 0 0,-1 0 0 0 0,1 1 0 0 0,-1 1 0 0 0,1 0 0 0 0,0 0-1 0 0,-13 7 1 0 0,5-2-2 0 0,0 1 0 0 0,1 1 1 0 0,0 1-1 0 0,-25 22 0 0 0,36-28 3 0 0,-1 0 1 0 0,1 1 0 0 0,0-1-1 0 0,0 1 1 0 0,1 0 0 0 0,0 0-1 0 0,0 1 1 0 0,0-1 0 0 0,1 1 0 0 0,0 0-1 0 0,0-1 1 0 0,1 2 0 0 0,0-1-1 0 0,0 0 1 0 0,-1 9 0 0 0,3-13 4 0 0,0-1 0 0 0,0 1 0 0 0,0-1 0 0 0,1 0 0 0 0,-1 1 0 0 0,1-1 0 0 0,-1 1 0 0 0,1-1 0 0 0,0 0 0 0 0,0 1 0 0 0,0-1 0 0 0,0 0 0 0 0,0 0 0 0 0,0 0 0 0 0,1 0 0 0 0,-1 0 0 0 0,3 2 0 0 0,-1 0-6 0 0,0-2 1 0 0,1 1 0 0 0,-1 0 0 0 0,1-1-1 0 0,0 1 1 0 0,0-1 0 0 0,0 0-1 0 0,8 2 1 0 0,2 0-105 0 0,0 0 0 0 0,0-1-1 0 0,0-1 1 0 0,27 1 0 0 0,-3-4-206 0 0,0-2 0 0 0,0-1 0 0 0,-1-1 0 0 0,1-3-1 0 0,-1-1 1 0 0,-1-1 0 0 0,0-3 0 0 0,0 0 0 0 0,-1-3 0 0 0,-1 0 0 0 0,-1-3 0 0 0,0 0 0 0 0,48-39 0 0 0,-57 36 144 0 0,-1-1 0 0 0,0 0 0 0 0,-2-2 0 0 0,-1 0 0 0 0,0-2 0 0 0,30-57 0 0 0,-25 34 707 0 0,-2-1 0 0 0,-3-1 0 0 0,18-69 1 0 0,-37 117-493 0 0,5-19 198 0 0,-7 21-156 0 0,-5 16-60 0 0,-89 284 2362 0 0,49-141-1539 0 0,-34 117 346 0 0,-64 393-1 0 0,132-584-831 0 0,-23 140-456 0 0,13-74 4505 0 0,41-176-4089 0 0,22-57-207 0 0,21-48-210 0 0,-51 105 129 0 0,-2 0-1 0 0,0 0 1 0 0,4-30 0 0 0,-12 49-32 0 0,0 0 0 0 0,0 0 0 0 0,-1 1 1 0 0,0-1-1 0 0,-1 0 0 0 0,1 0 0 0 0,-2 0 0 0 0,1 0 1 0 0,-1 1-1 0 0,0-1 0 0 0,-4-8 0 0 0,1 6-6 0 0,0 0 1 0 0,0 0-1 0 0,-2 0 0 0 0,1 1 0 0 0,-1 0 1 0 0,-15-16-1 0 0,-6 1-9 0 0,0 1 0 0 0,-1 2 0 0 0,-56-31-1 0 0,77 47 16 0 0,-48-25 4 0 0,31 16-128 0 0,0 0 1 0 0,-28-21 0 0 0,53 35 96 0 0,-1-1 1 0 0,1 1 0 0 0,0 0 0 0 0,-1-1 0 0 0,1 1 0 0 0,0-1 0 0 0,-1 1 0 0 0,1-1 0 0 0,0 1 0 0 0,0-1 0 0 0,0 0-1 0 0,-1 1 1 0 0,1-1 0 0 0,0 1 0 0 0,0-1 0 0 0,0 1 0 0 0,0-1 0 0 0,0 0 0 0 0,0 1 0 0 0,0-1 0 0 0,0 1 0 0 0,0-1-1 0 0,0 1 1 0 0,0-1 0 0 0,1 0 0 0 0,-1 1 0 0 0,0-1 0 0 0,0 1 0 0 0,1-1 0 0 0,-1 1 0 0 0,0-1 0 0 0,0 1 0 0 0,1-1-1 0 0,-1 1 1 0 0,1-1 0 0 0,-1 1 0 0 0,0 0 0 0 0,1-1 0 0 0,-1 1 0 0 0,1 0 0 0 0,0-1 0 0 0,20-14-903 0 0,21-1-910 0 0,1 1 1 0 0,78-14-1 0 0,-10 1-936 0 0,135-56-6390 0 0,-163 49 3267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6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39 504 0 0,'-17'-14'8398'0'0,"16"14"-8280"0"0,0-1 1 0 0,0 1-1 0 0,1 0 0 0 0,-1-1 0 0 0,0 1 1 0 0,0 0-1 0 0,0 0 0 0 0,0 0 0 0 0,0 0 1 0 0,0 0-1 0 0,0 0 0 0 0,0 0 0 0 0,1 0 1 0 0,-1 0-1 0 0,0 0 0 0 0,0 1 0 0 0,0-1 1 0 0,0 0-1 0 0,0 1 0 0 0,0-1 0 0 0,-1 1 1 0 0,-17 18 1020 0 0,11-7-884 0 0,1 0 0 0 0,-7 16 0 0 0,10-21 40 0 0,-23 49 457 0 0,-26 78 1 0 0,43-103-662 0 0,1 1 1 0 0,2 0 0 0 0,1 1 0 0 0,-2 40 0 0 0,8-66-68 0 0,-1 0 1 0 0,2 0-1 0 0,-1 0 1 0 0,1 0-1 0 0,0 0 1 0 0,1 0 0 0 0,-1 0-1 0 0,1-1 1 0 0,1 1-1 0 0,4 10 1 0 0,-6-15-13 0 0,1 1 0 0 0,0-1 0 0 0,-1 0 0 0 0,1 1 0 0 0,0-1 1 0 0,0 0-1 0 0,0 0 0 0 0,1 0 0 0 0,-1-1 0 0 0,0 1 0 0 0,1 0 0 0 0,-1-1 1 0 0,1 0-1 0 0,-1 1 0 0 0,1-1 0 0 0,0 0 0 0 0,0 0 0 0 0,-1-1 0 0 0,1 1 1 0 0,0 0-1 0 0,0-1 0 0 0,0 0 0 0 0,0 0 0 0 0,0 0 0 0 0,0 0 1 0 0,0 0-1 0 0,4-1 0 0 0,1-1 6 0 0,1 0 0 0 0,-1 0 0 0 0,0 0 0 0 0,0-1 0 0 0,-1 0 0 0 0,1-1 0 0 0,0 0 0 0 0,-1 0 0 0 0,0-1 0 0 0,9-6 0 0 0,-7 3 1 0 0,0-1 0 0 0,0 0 0 0 0,0-1 0 0 0,-1 0 1 0 0,-1 0-1 0 0,9-15 0 0 0,-6 5 6 0 0,0-1 0 0 0,-1 0-1 0 0,-1-1 1 0 0,-1 0 0 0 0,-1 0 0 0 0,0 0 0 0 0,1-28 0 0 0,-5 32-31 0 0,-1 1 1 0 0,-1-1-1 0 0,-1 1 1 0 0,-1-1-1 0 0,0 1 1 0 0,-9-32 0 0 0,9 40-11 0 0,0 1 0 0 0,-1-1 1 0 0,-1 1-1 0 0,0 0 0 0 0,0 0 1 0 0,0 1-1 0 0,-1-1 1 0 0,0 1-1 0 0,0 0 0 0 0,-1 0 1 0 0,0 0-1 0 0,0 1 0 0 0,-1 0 1 0 0,1 0-1 0 0,-11-6 1 0 0,13 10 3 0 0,0 0 0 0 0,0 0 0 0 0,0 1 0 0 0,-1-1 0 0 0,1 1 1 0 0,0 0-1 0 0,-1 0 0 0 0,1 0 0 0 0,-1 1 0 0 0,1-1 0 0 0,-1 1 1 0 0,1 0-1 0 0,0 1 0 0 0,-6 0 0 0 0,2 1 2 0 0,0 0 0 0 0,1 0 0 0 0,0 1 0 0 0,-1 0 0 0 0,1 0 0 0 0,0 1 0 0 0,-10 7 0 0 0,4-2-8 0 0,0 1 1 0 0,1 1 0 0 0,1 0 0 0 0,0 0 0 0 0,0 1-1 0 0,1 1 1 0 0,-12 19 0 0 0,19-27 12 0 0,-1 1 0 0 0,1 0 0 0 0,0 1-1 0 0,1-1 1 0 0,0 0 0 0 0,0 1 0 0 0,0 0 0 0 0,1-1 0 0 0,-1 13-1 0 0,2-17 9 0 0,0 1-1 0 0,0-1 0 0 0,0 0 1 0 0,0 1-1 0 0,1-1 0 0 0,-1 0 1 0 0,1 1-1 0 0,0-1 0 0 0,0 0 1 0 0,-1 0-1 0 0,2 0 0 0 0,-1 0 1 0 0,0 0-1 0 0,0 0 0 0 0,1 0 1 0 0,-1 0-1 0 0,1 0 0 0 0,-1-1 1 0 0,1 1-1 0 0,0-1 0 0 0,-1 1 1 0 0,1-1-1 0 0,0 1 0 0 0,0-1 1 0 0,0 0-1 0 0,0 0 0 0 0,0 0 1 0 0,1 0-1 0 0,-1 0 0 0 0,0-1 0 0 0,3 1 1 0 0,3 1 5 0 0,-1-1 1 0 0,1-1-1 0 0,0 1 1 0 0,-1-1-1 0 0,1 0 1 0 0,-1-1-1 0 0,1 0 1 0 0,0 0-1 0 0,-1-1 1 0 0,15-5-1 0 0,4-3 39 0 0,41-21 1 0 0,11-13 4 0 0,-35 19-105 0 0,48-20 0 0 0,-87 43 44 0 0,-1 1 0 0 0,1 0 0 0 0,0 0 0 0 0,-1 0 0 0 0,1 0 0 0 0,0 0 0 0 0,0 1 0 0 0,0 0 1 0 0,0 0-1 0 0,-1 0 0 0 0,1 0 0 0 0,0 0 0 0 0,0 1 0 0 0,0 0 0 0 0,0 0 0 0 0,-1 0 0 0 0,1 0 0 0 0,0 0 0 0 0,-1 1 0 0 0,1-1 0 0 0,-1 1 0 0 0,0 0 1 0 0,1 0-1 0 0,-1 1 0 0 0,0-1 0 0 0,0 1 0 0 0,-1-1 0 0 0,4 4 0 0 0,1 3-3 0 0,0 0 0 0 0,-1 0-1 0 0,0 1 1 0 0,-1 0 0 0 0,0 0 0 0 0,0 0 0 0 0,-1 0-1 0 0,4 18 1 0 0,3 14-32 0 0,-3 1-1 0 0,7 87 1 0 0,-13-36 6151 0 0,-2-94-6069 0 0,1 0 0 0 0,-1 0 0 0 0,0 0 0 0 0,0 0-1 0 0,0 0 1 0 0,0 0 0 0 0,0 0 0 0 0,0 0 0 0 0,0 1 0 0 0,0-1 0 0 0,0 0 0 0 0,0 0 0 0 0,0 0-1 0 0,0 0 1 0 0,0 0 0 0 0,0 0 0 0 0,0 1 0 0 0,0-1 0 0 0,0 0 0 0 0,0 0 0 0 0,0 0-1 0 0,0 0 1 0 0,0 0 0 0 0,0 1 0 0 0,0-1 0 0 0,0 0 0 0 0,0 0 0 0 0,0 0 0 0 0,0 0 0 0 0,0 0-1 0 0,0 0 1 0 0,0 0 0 0 0,0 1 0 0 0,-1-1 0 0 0,1 0 0 0 0,0 0 0 0 0,0 0 0 0 0,0 0-1 0 0,0 0 1 0 0,0 0 0 0 0,0 0 0 0 0,0 0 0 0 0,0 0 0 0 0,-1 0 0 0 0,1 0 0 0 0,0 0 0 0 0,0 0-1 0 0,0 0 1 0 0,0 1 0 0 0,0-1 0 0 0,0 0 0 0 0,-1 0 0 0 0,1 0 0 0 0,0 0 0 0 0,0 0 0 0 0,-6-9 580 0 0,-3-15-272 0 0,8 11-337 0 0,0-1 0 0 0,0 1 0 0 0,1 0 0 0 0,1 0 0 0 0,0 0 0 0 0,1-1 0 0 0,1 1 0 0 0,0 0 0 0 0,0 1 0 0 0,11-25 1 0 0,-11 30-294 0 0,0 0 0 0 0,1 1 0 0 0,0 0 0 0 0,0 0 0 0 0,0 0 0 0 0,1 0 0 0 0,0 1 0 0 0,0-1 0 0 0,0 1 0 0 0,1 1 0 0 0,-1-1 0 0 0,1 1 0 0 0,0 0 0 0 0,1 0 1 0 0,-1 1-1 0 0,1-1 0 0 0,-1 2 0 0 0,1-1 0 0 0,0 1 0 0 0,0 0 0 0 0,10-2 0 0 0,12 2-1749 0 0,0 1 0 0 0,0 1 1 0 0,32 4-1 0 0,8 0-3101 0 0,-40-2 1978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8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316 491 1784 0 0,'4'-3'1041'0'0,"-1"0"0"0"0,0-1 0 0 0,0 1-1 0 0,0-1 1 0 0,-1 0 0 0 0,1 1 0 0 0,2-6-1 0 0,-5 6-725 0 0,1 1-1 0 0,0 0 1 0 0,-1-1-1 0 0,0 1 0 0 0,1 0 1 0 0,-1-1-1 0 0,0 1 1 0 0,0 0-1 0 0,0-1 0 0 0,-1 1 1 0 0,1 0-1 0 0,0-1 1 0 0,-1 1-1 0 0,0 0 0 0 0,-1-3 1 0 0,2 2-188 0 0,-1 1 0 0 0,1 0 0 0 0,-1 0 0 0 0,0 0 0 0 0,0 0 0 0 0,0 0 0 0 0,0 1 0 0 0,0-1 0 0 0,0 0 0 0 0,-1 0 0 0 0,1 1 0 0 0,-1-1 0 0 0,1 0 0 0 0,-1 1 0 0 0,1 0 0 0 0,-1-1 0 0 0,0 1 0 0 0,0 0 0 0 0,0 0 0 0 0,0 0 0 0 0,0 0 0 0 0,0 0 0 0 0,0 0 0 0 0,0 1 0 0 0,0-1 0 0 0,0 1 0 0 0,0-1 0 0 0,-4 1 0 0 0,1 1-100 0 0,0-1 1 0 0,0 1-1 0 0,0 1 0 0 0,0-1 1 0 0,0 1-1 0 0,0 0 1 0 0,0 0-1 0 0,1 0 0 0 0,-1 0 1 0 0,-8 7-1 0 0,-6 5-13 0 0,0 1 1 0 0,0 1-1 0 0,2 0 0 0 0,0 2 0 0 0,1 0 1 0 0,1 1-1 0 0,-15 22 0 0 0,19-23-10 0 0,0 0-1 0 0,2 0 1 0 0,0 1 0 0 0,1 0-1 0 0,1 0 1 0 0,0 1 0 0 0,2 0-1 0 0,-5 34 1 0 0,9-48 6 0 0,1 0 1 0 0,0 0-1 0 0,0 1 0 0 0,0-1 1 0 0,1 0-1 0 0,0 0 0 0 0,2 8 1 0 0,-2-13-5 0 0,-1 1-1 0 0,1 0 1 0 0,0-1 0 0 0,-1 1 0 0 0,1 0-1 0 0,0-1 1 0 0,0 1 0 0 0,0-1 0 0 0,0 1 0 0 0,0-1-1 0 0,0 0 1 0 0,0 0 0 0 0,1 1 0 0 0,-1-1-1 0 0,0 0 1 0 0,1 0 0 0 0,-1 0 0 0 0,1 0-1 0 0,-1 0 1 0 0,1-1 0 0 0,0 1 0 0 0,-1 0-1 0 0,1-1 1 0 0,0 1 0 0 0,-1-1 0 0 0,1 1 0 0 0,0-1-1 0 0,0 0 1 0 0,-1 0 0 0 0,1 0 0 0 0,0 0-1 0 0,3 0 1 0 0,5-2-62 0 0,-1 0 0 0 0,0 0 0 0 0,1-1 0 0 0,-1 0 0 0 0,0-1-1 0 0,-1 0 1 0 0,1 0 0 0 0,15-11 0 0 0,-10 5-91 0 0,-1 0 0 0 0,0-2 0 0 0,-1 1 0 0 0,17-22 1 0 0,-3-3-131 0 0,-2 0 1 0 0,-1-2 0 0 0,20-44-1 0 0,-16 23-11 0 0,37-124 0 0 0,-1-69 1792 0 0,-56 222-1001 0 0,-6 26-489 0 0,3-11-1 0 0,-3 14-17 0 0,1 8-6 0 0,-2 25 18 0 0,-1 1-1 0 0,-10 59 1 0 0,2-17 119 0 0,-5 56 360 0 0,3-49-291 0 0,4 2 0 0 0,5 100 0 0 0,2-175-180 0 0,1-1 0 0 0,0 0 0 0 0,1 0 0 0 0,0 1 0 0 0,0-1 0 0 0,0 0 0 0 0,1-1 0 0 0,1 1 0 0 0,5 11 0 0 0,-6-15-6 0 0,0-1-1 0 0,0 1 1 0 0,0 0 0 0 0,0-1 0 0 0,1 0-1 0 0,0 1 1 0 0,-1-1 0 0 0,1-1 0 0 0,0 1 0 0 0,1-1-1 0 0,-1 1 1 0 0,0-1 0 0 0,1 0 0 0 0,-1-1-1 0 0,1 1 1 0 0,0-1 0 0 0,8 2 0 0 0,-4-2-7 0 0,1 0 0 0 0,-1-1 0 0 0,0 0 1 0 0,1 0-1 0 0,-1-1 0 0 0,0 0 0 0 0,0 0 1 0 0,0-1-1 0 0,0-1 0 0 0,13-4 1 0 0,-9 1-38 0 0,0 0 0 0 0,0-1 0 0 0,-1 0 0 0 0,1-1 1 0 0,-2-1-1 0 0,13-10 0 0 0,-3-2-21 0 0,0-1 0 0 0,-2-1 0 0 0,0 0 0 0 0,-2-1 0 0 0,28-50 0 0 0,-33 50 65 0 0,-2 1 0 0 0,11-32-1 0 0,-17 42 40 0 0,-1 1-1 0 0,0-1 0 0 0,-1 0 0 0 0,0 0 1 0 0,-1 0-1 0 0,-1-19 0 0 0,0 31-51 0 0,0-1 0 0 0,0 1 0 0 0,0 0 0 0 0,0 0 0 0 0,-1-1 0 0 0,1 1 0 0 0,0 0 1 0 0,-1 0-1 0 0,1-1 0 0 0,0 1 0 0 0,-1 0 0 0 0,0 0 0 0 0,1 0 0 0 0,-1 0 0 0 0,0 0 0 0 0,1 0 0 0 0,-1 0 0 0 0,-1-1 0 0 0,1 1 2 0 0,1 1-1 0 0,-1 0 1 0 0,0 0-1 0 0,0-1 1 0 0,1 1-1 0 0,-1 0 1 0 0,0 0 0 0 0,0 0-1 0 0,1 0 1 0 0,-1 0-1 0 0,0 0 1 0 0,0 0-1 0 0,1 0 1 0 0,-1 0 0 0 0,0 0-1 0 0,1 0 1 0 0,-1 0-1 0 0,0 1 1 0 0,0-1-1 0 0,1 0 1 0 0,-2 1 0 0 0,-2 1-4 0 0,0 1 0 0 0,0 0 0 0 0,0 0 0 0 0,0 0 0 0 0,-5 6 0 0 0,8-9 2 0 0,-14 17-10 0 0,0 0 1 0 0,1 1-1 0 0,1 1 0 0 0,-18 35 0 0 0,-31 86 144 0 0,54-117-83 0 0,1 0 1 0 0,-7 38-1 0 0,12-51-23 0 0,1 0-1 0 0,0 0 0 0 0,1 0 0 0 0,0 0 0 0 0,0 0 1 0 0,1 0-1 0 0,1 0 0 0 0,4 19 0 0 0,-4-24-14 0 0,1-1-1 0 0,-1 1 1 0 0,1-1-1 0 0,0 0 1 0 0,0 1-1 0 0,1-1 1 0 0,-1-1-1 0 0,1 1 1 0 0,0 0-1 0 0,0-1 1 0 0,0 0 0 0 0,0 0-1 0 0,0 0 1 0 0,1-1-1 0 0,-1 1 1 0 0,1-1-1 0 0,0 0 1 0 0,0 0-1 0 0,0-1 1 0 0,0 1-1 0 0,6 0 1 0 0,5 1 5 0 0,0 0 0 0 0,0-2 0 0 0,1 0 0 0 0,-1 0 0 0 0,23-3 0 0 0,-16-2-3 0 0,0 0 0 0 0,0-1 0 0 0,0-1 0 0 0,-1-1 1 0 0,0-1-1 0 0,0-1 0 0 0,-1-1 0 0 0,0-1 0 0 0,0-1 1 0 0,33-26-1 0 0,-33 21 6 0 0,0-2 0 0 0,-1 0 1 0 0,0-2-1 0 0,-2 0 0 0 0,-1-1 1 0 0,0 0-1 0 0,-2-1 1 0 0,23-46-1 0 0,-33 57 43 0 0,0 0 0 0 0,-1-1-1 0 0,0 0 1 0 0,-1 1 0 0 0,3-25 0 0 0,-5 31-42 0 0,0 1 1 0 0,-1-1-1 0 0,0 0 0 0 0,-1 0 0 0 0,1 1 1 0 0,-1-1-1 0 0,0 0 0 0 0,0 1 0 0 0,-1-1 1 0 0,0 1-1 0 0,0-1 0 0 0,0 1 0 0 0,0 0 1 0 0,-1 0-1 0 0,-5-8 0 0 0,6 11-20 0 0,1 0 0 0 0,-1 1 0 0 0,0-1-1 0 0,1 1 1 0 0,-1-1 0 0 0,0 1 0 0 0,0 0-1 0 0,0 0 1 0 0,0 0 0 0 0,0 0 0 0 0,0 0-1 0 0,0 0 1 0 0,0 0 0 0 0,-1 1-1 0 0,1-1 1 0 0,-3 1 0 0 0,2-1-1 0 0,0 0 1 0 0,0 1-1 0 0,0 0 0 0 0,0-1 1 0 0,0 1-1 0 0,0 0 0 0 0,0 1 1 0 0,0-1-1 0 0,1 0 0 0 0,-1 1 1 0 0,0 0-1 0 0,0 0 1 0 0,-4 1-1 0 0,-2 2-5 0 0,4-2 6 0 0,1-1 1 0 0,0 1-1 0 0,-1 1 0 0 0,1-1 0 0 0,0 0 1 0 0,0 1-1 0 0,0 0 0 0 0,0 0 1 0 0,1 0-1 0 0,-1 1 0 0 0,1-1 0 0 0,0 1 1 0 0,0 0-1 0 0,0-1 0 0 0,-4 9 1 0 0,7-10 4 0 0,-1 0 0 0 0,1 0 1 0 0,-1 0-1 0 0,1-1 0 0 0,0 1 1 0 0,0 0-1 0 0,0 0 0 0 0,0 0 1 0 0,0 0-1 0 0,0 0 0 0 0,0-1 1 0 0,1 1-1 0 0,-1 0 0 0 0,1 0 1 0 0,-1 0-1 0 0,1-1 0 0 0,0 1 0 0 0,0 0 1 0 0,0-1-1 0 0,0 1 0 0 0,0 0 1 0 0,0-1-1 0 0,0 1 0 0 0,0-1 1 0 0,1 0-1 0 0,-1 1 0 0 0,0-1 1 0 0,1 0-1 0 0,0 0 0 0 0,-1 0 1 0 0,1 0-1 0 0,-1 0 0 0 0,3 1 1 0 0,4 1 7 0 0,-1 1 1 0 0,0-1-1 0 0,1 0 1 0 0,0-1-1 0 0,-1 1 1 0 0,10 0-1 0 0,3-1 11 0 0,0-1 0 0 0,0 0 0 0 0,0-2 0 0 0,0 0 0 0 0,0-2 0 0 0,-1 0 0 0 0,27-7 0 0 0,-35 7 18 0 0,-1 1 0 0 0,1 0 0 0 0,-1 1 0 0 0,15 0 0 0 0,-25 1-40 0 0,0 0 1 0 0,1 0-1 0 0,-1 0 1 0 0,1 0-1 0 0,-1 0 0 0 0,1 0 1 0 0,-1 0-1 0 0,0 0 1 0 0,1 0-1 0 0,-1 0 0 0 0,1 1 1 0 0,-1-1-1 0 0,0 0 1 0 0,1 0-1 0 0,-1 1 1 0 0,0-1-1 0 0,1 0 0 0 0,-1 0 1 0 0,0 1-1 0 0,1-1 1 0 0,-1 0-1 0 0,0 1 0 0 0,0-1 1 0 0,1 0-1 0 0,-1 1 1 0 0,0-1-1 0 0,0 1 0 0 0,0-1 1 0 0,1 0-1 0 0,-1 1 1 0 0,0-1-1 0 0,0 1 0 0 0,0-1 1 0 0,0 1-1 0 0,0-1 1 0 0,0 0-1 0 0,0 1 0 0 0,0-1 1 0 0,0 1-1 0 0,0 0 1 0 0,-5 19 249 0 0,4-18-221 0 0,-62 145 3138 0 0,9-28-1486 0 0,46-98-1501 0 0,1 1-1 0 0,1-1 1 0 0,-6 40-1 0 0,12-58-186 0 0,-1 0-1 0 0,1 1 1 0 0,0-1-1 0 0,0 0 1 0 0,0 0-1 0 0,0 1 1 0 0,0-1 0 0 0,1 0-1 0 0,0 0 1 0 0,-1 1-1 0 0,1-1 1 0 0,0 0-1 0 0,1 0 1 0 0,-1 0-1 0 0,1 0 1 0 0,-1 0-1 0 0,1 0 1 0 0,0-1-1 0 0,0 1 1 0 0,0-1 0 0 0,0 1-1 0 0,0-1 1 0 0,1 1-1 0 0,-1-1 1 0 0,1 0-1 0 0,2 2 1 0 0,1-2-328 0 0,0 1 0 0 0,-1-1 1 0 0,1 0-1 0 0,0 0 0 0 0,0-1 0 0 0,0 0 1 0 0,0 0-1 0 0,0 0 0 0 0,0-1 1 0 0,0 0-1 0 0,0 0 0 0 0,0 0 1 0 0,8-2-1 0 0,0-1-1399 0 0,-1 0 0 0 0,17-6 0 0 0,6-5-5295 0 0,-10 3-1590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4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50 523 1968 0 0,'-12'8'4421'0'0,"9"-4"-3992"0"0,-1 0 0 0 0,1 0 0 0 0,-1 0 0 0 0,1 0 0 0 0,1 0 0 0 0,-1 0 0 0 0,1 1 0 0 0,-1 0 0 0 0,1-1 0 0 0,0 1 0 0 0,1 0 1 0 0,-1 0-1 0 0,1 0 0 0 0,0 0 0 0 0,1 0 0 0 0,-1 0 0 0 0,1 0 0 0 0,0 9 0 0 0,0-13-131 0 0,3 14 1113 0 0,-1-14-1286 0 0,0 1 1 0 0,1-1-1 0 0,-1 0 0 0 0,0-1 0 0 0,1 1 0 0 0,-1 0 0 0 0,1 0 1 0 0,-1-1-1 0 0,1 0 0 0 0,-1 1 0 0 0,1-1 0 0 0,-1 0 1 0 0,1 0-1 0 0,-1 0 0 0 0,1-1 0 0 0,-1 1 0 0 0,1-1 1 0 0,-1 1-1 0 0,0-1 0 0 0,4-1 0 0 0,51-19 354 0 0,-57 20-462 0 0,27-12 33 0 0,-1-1 1 0 0,-1-1-1 0 0,-1-1 1 0 0,0-2-1 0 0,-1 0 0 0 0,0-2 1 0 0,-2 0-1 0 0,-1-2 0 0 0,0 0 1 0 0,-2-1-1 0 0,0-1 0 0 0,-2 0 1 0 0,0-2-1 0 0,-2 0 0 0 0,-1 0 1 0 0,-1-1-1 0 0,-1-1 0 0 0,-2 0 1 0 0,0 0-1 0 0,6-48 1 0 0,-13 69-76 0 0,-1 0 1 0 0,-1 0 0 0 0,0-1-1 0 0,0 1 1 0 0,0 0 0 0 0,0 0-1 0 0,-1 0 1 0 0,-3-11 0 0 0,3 18 20 0 0,1-1 1 0 0,0 1-1 0 0,-1-1 1 0 0,1 0-1 0 0,-1 1 1 0 0,0-1-1 0 0,1 1 0 0 0,-1 0 1 0 0,1-1-1 0 0,-1 1 1 0 0,0-1-1 0 0,1 1 1 0 0,-1 0-1 0 0,0-1 1 0 0,1 1-1 0 0,-1 0 0 0 0,0 0 1 0 0,1 0-1 0 0,-1-1 1 0 0,0 1-1 0 0,0 0 1 0 0,1 0-1 0 0,-1 0 1 0 0,0 0-1 0 0,0 0 0 0 0,1 1 1 0 0,-1-1-1 0 0,0 0 1 0 0,-1 0-1 0 0,-20 8-38 0 0,14-3 26 0 0,0 1 0 0 0,0 0 0 0 0,1 0 0 0 0,-1 1-1 0 0,1 0 1 0 0,1 0 0 0 0,-1 0 0 0 0,1 1 0 0 0,1 0 0 0 0,0 0-1 0 0,0 1 1 0 0,0-1 0 0 0,1 1 0 0 0,0 0 0 0 0,1 1 0 0 0,-4 13-1 0 0,7-20 20 0 0,-1-1 0 0 0,1 0 0 0 0,0 0 0 0 0,0 0 0 0 0,0 0 0 0 0,1 1 0 0 0,-1-1 0 0 0,0 0 0 0 0,1 0 0 0 0,-1 0 0 0 0,1 0 0 0 0,0 0 0 0 0,0 0 0 0 0,-1 0 0 0 0,2 0 0 0 0,-1 0 0 0 0,0 0 0 0 0,0-1 0 0 0,0 1 0 0 0,1 0 0 0 0,-1-1 0 0 0,1 1 0 0 0,-1-1 0 0 0,1 1 0 0 0,0-1 0 0 0,0 0 0 0 0,-1 0 0 0 0,1 1 0 0 0,0-2 0 0 0,0 1 0 0 0,0 0 0 0 0,0 0 0 0 0,0 0 0 0 0,0-1 0 0 0,4 1 0 0 0,7 2 15 0 0,0-2-1 0 0,0 1 1 0 0,0-1-1 0 0,20-2 1 0 0,-30 1-17 0 0,29-2 14 0 0,1-2 1 0 0,0-1-1 0 0,-1-1 1 0 0,34-12-1 0 0,-18 2 24 0 0,-2-2 0 0 0,45-25 0 0 0,-64 29 241 0 0,0-1 1 0 0,-2-1 0 0 0,0-1 0 0 0,45-41 0 0 0,-61 46-187 0 0,-13 11-123 0 0,-20 18-14 0 0,-4 9 15 0 0,1 2 0 0 0,2 1 0 0 0,-33 47 0 0 0,49-63 29 0 0,0 1 1 0 0,2 0-1 0 0,-1 0 1 0 0,2 1 0 0 0,0 0-1 0 0,1 0 1 0 0,0 0-1 0 0,1 1 1 0 0,1-1-1 0 0,0 1 1 0 0,0 18-1 0 0,3-27-2 0 0,1 0 1 0 0,-1 0-1 0 0,1 0 0 0 0,0-1 0 0 0,1 1 0 0 0,0 0 0 0 0,0-1 0 0 0,0 1 0 0 0,1-1 0 0 0,0 0 1 0 0,0 0-1 0 0,7 10 0 0 0,-4-9-111 0 0,0 1 0 0 0,1-1 1 0 0,0-1-1 0 0,0 1 0 0 0,0-1 1 0 0,1-1-1 0 0,0 1 0 0 0,12 5 1 0 0,-5-4-635 0 0,1 0 0 0 0,0-1 0 0 0,0 0 0 0 0,19 3 0 0 0,-14-5-1983 0 0,1 0 1 0 0,33 0-1 0 0,-18-4-3448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0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43 392 120 0 0,'36'-72'14631'0'0,"-35"71"-14292"0"0,2-1-10 0 0,2-1-12 0 0,-3 13-48 0 0,-4 16 201 0 0,-2 1-1 0 0,0-1 1 0 0,-2 0-1 0 0,-18 49 1 0 0,-7 35-80 0 0,26-88-328 0 0,0-4 6 0 0,-3 30 0 0 0,8-44-50 0 0,-1 0 0 0 0,1 0 0 0 0,0-1 0 0 0,0 1 0 0 0,1 0 0 0 0,-1-1 0 0 0,1 1-1 0 0,0 0 1 0 0,0-1 0 0 0,0 1 0 0 0,0-1 0 0 0,0 1 0 0 0,1-1 0 0 0,2 4 0 0 0,-2-5-10 0 0,-1-1 1 0 0,1 0 0 0 0,-1 0 0 0 0,1 0-1 0 0,0 0 1 0 0,-1-1 0 0 0,1 1-1 0 0,0 0 1 0 0,0-1 0 0 0,0 1-1 0 0,0-1 1 0 0,-1 0 0 0 0,1 1 0 0 0,0-1-1 0 0,0 0 1 0 0,0 0 0 0 0,0 0-1 0 0,0-1 1 0 0,3 1 0 0 0,4-2 5 0 0,0 0 1 0 0,0 0-1 0 0,-1-1 1 0 0,1 0-1 0 0,0 0 1 0 0,-1-1-1 0 0,0 0 1 0 0,0-1-1 0 0,13-9 1 0 0,-9 4-29 0 0,0 0 1 0 0,0-1-1 0 0,-1-1 1 0 0,-1 0-1 0 0,10-14 1 0 0,6-15 163 0 0,-1-2 1 0 0,30-72 0 0 0,-54 112-118 0 0,8-16-147 0 0,-4 18 0 0 0,-3 14 67 0 0,-3 12-2 0 0,0-6 51 0 0,1 1 1 0 0,1-1 0 0 0,1 1-1 0 0,0-1 1 0 0,7 26 0 0 0,-7-41 6 0 0,-1 1 0 0 0,1-1 0 0 0,0 0 0 0 0,0 0 0 0 0,0 0 0 0 0,0 0 0 0 0,1 0 0 0 0,0 0 0 0 0,0 0 0 0 0,0-1 0 0 0,0 1 0 0 0,0-1 0 0 0,1 0 0 0 0,0 0 0 0 0,-1 0 0 0 0,1-1 0 0 0,0 1 0 0 0,0-1 0 0 0,0 0 0 0 0,1 0 0 0 0,-1-1 0 0 0,0 1 0 0 0,1-1 0 0 0,-1 0 0 0 0,1 0 0 0 0,0 0 0 0 0,-1-1 0 0 0,7 1 0 0 0,-1-1 4 0 0,0 0 1 0 0,0 0-1 0 0,0-1 0 0 0,-1-1 1 0 0,1 0-1 0 0,0 0 0 0 0,-1-1 1 0 0,1 0-1 0 0,-1 0 0 0 0,0-1 1 0 0,11-6-1 0 0,-9 3-2 0 0,0-1-1 0 0,-1 1 1 0 0,0-2 0 0 0,0 1-1 0 0,-1-1 1 0 0,0-1-1 0 0,15-20 1 0 0,-14 13-5 0 0,0 0 0 0 0,0 0 0 0 0,-2 0 0 0 0,0-1 0 0 0,-1-1-1 0 0,-1 1 1 0 0,-1-1 0 0 0,-1 0 0 0 0,0 0 0 0 0,-1-1 0 0 0,0-28 0 0 0,-3 28-37 0 0,0 1 1 0 0,-2 0 0 0 0,0-1-1 0 0,-1 1 1 0 0,-1 0-1 0 0,-1 0 1 0 0,-10-25-1 0 0,15 43 23 0 0,0 0 0 0 0,-1-1 0 0 0,1 1 0 0 0,-1 1 0 0 0,1-1 0 0 0,-1 0 0 0 0,1 0 0 0 0,-1 0 0 0 0,0 0 0 0 0,1 0 0 0 0,-1 0 0 0 0,0 1 0 0 0,0-1 0 0 0,0 0 0 0 0,0 1 0 0 0,1-1 0 0 0,-1 0 0 0 0,0 1 0 0 0,0-1 0 0 0,0 1 0 0 0,0 0-1 0 0,0-1 1 0 0,0 1 0 0 0,0 0 0 0 0,0-1 0 0 0,-1 1 0 0 0,1 0 0 0 0,0 0 0 0 0,0 0 0 0 0,0 0 0 0 0,0 0 0 0 0,0 0 0 0 0,0 0 0 0 0,0 1 0 0 0,0-1 0 0 0,0 0 0 0 0,0 0 0 0 0,0 1 0 0 0,0-1 0 0 0,0 1 0 0 0,0-1 0 0 0,-2 2-1 0 0,3-2 4 0 0,-1 1 0 0 0,0 0-1 0 0,1 0 1 0 0,-1 0 0 0 0,1 0-1 0 0,-1 0 1 0 0,1-1-1 0 0,-1 1 1 0 0,1 0 0 0 0,-1 0-1 0 0,1 0 1 0 0,0 0-1 0 0,0 0 1 0 0,-1 0 0 0 0,1 0-1 0 0,0 0 1 0 0,0 0 0 0 0,0 1-1 0 0,0-1 1 0 0,0 1-1 0 0,4 19-42 0 0,-2-17 42 0 0,0-1 0 0 0,0 1 0 0 0,0-1 0 0 0,0 0-1 0 0,0 1 1 0 0,1-1 0 0 0,-1 0 0 0 0,1-1 0 0 0,0 1 0 0 0,0 0 0 0 0,0-1 0 0 0,0 0-1 0 0,0 1 1 0 0,1-1 0 0 0,-1-1 0 0 0,1 1 0 0 0,-1 0 0 0 0,8 1 0 0 0,2 1-128 0 0,0 0 0 0 0,1-2 1 0 0,-1 1-1 0 0,15-1 0 0 0,-7-1 35 0 0,0-1 0 0 0,-1-1 0 0 0,1 0 0 0 0,-1-2 0 0 0,1-1-1 0 0,-1 0 1 0 0,0-1 0 0 0,0-2 0 0 0,0 0 0 0 0,-1 0 0 0 0,0-2-1 0 0,-1-1 1 0 0,0 0 0 0 0,-1-1 0 0 0,0-1 0 0 0,0-1 0 0 0,-1 0-1 0 0,-1-1 1 0 0,0-1 0 0 0,-1 0 0 0 0,14-19 0 0 0,-25 29 204 0 0,-1 1-67 0 0,1 0-1 0 0,0 0 0 0 0,-1 0 0 0 0,2 1 1 0 0,-1-1-1 0 0,0 1 0 0 0,8-6 0 0 0,-17 35-57 0 0,-63 175 580 0 0,-16 52 392 0 0,24-48-409 0 0,58-196-532 0 0,-1 7 647 0 0,5-16-648 0 0,-1 0-1 0 0,1 0 1 0 0,-1 1 0 0 0,0-1-1 0 0,1 0 1 0 0,-1 0-1 0 0,1 0 1 0 0,-1 0-1 0 0,0 0 1 0 0,1 0-1 0 0,-1 0 1 0 0,1 0-1 0 0,-1 0 1 0 0,0 0-1 0 0,1 0 1 0 0,-1 0-1 0 0,1 0 1 0 0,-1 0-1 0 0,1 0 1 0 0,-1 0-1 0 0,0 0 1 0 0,1 0 0 0 0,-1 0-1 0 0,1-1 1 0 0,-1 1-1 0 0,0 0 1 0 0,1 0-1 0 0,-1-1 1 0 0,0 1-1 0 0,1 0 1 0 0,-1 0-1 0 0,0-1 1 0 0,0 1-1 0 0,1-1 1 0 0,9-6 23 0 0,0 0 0 0 0,0-1-1 0 0,-1-1 1 0 0,15-15 0 0 0,-1-1-16 0 0,5-1-16 0 0,1 2 1 0 0,36-25 0 0 0,-53 41-23 0 0,1 0 0 0 0,0 1 0 0 0,1 0 0 0 0,0 1 0 0 0,0 1 1 0 0,0 0-1 0 0,1 0 0 0 0,17-2 0 0 0,-29 7 13 0 0,1-1-1 0 0,0 1 1 0 0,-1 0 0 0 0,1 0 0 0 0,0 0 0 0 0,-1 1 0 0 0,1-1-1 0 0,-1 1 1 0 0,1 0 0 0 0,-1 0 0 0 0,1 0 0 0 0,-1 0-1 0 0,1 1 1 0 0,-1-1 0 0 0,0 1 0 0 0,6 4 0 0 0,-5-3 2 0 0,-1 0 1 0 0,0 1-1 0 0,0 0 1 0 0,0-1-1 0 0,0 1 1 0 0,-1 0-1 0 0,1 0 1 0 0,-1 1-1 0 0,0-1 1 0 0,0 0-1 0 0,1 7 1 0 0,2 9 4 0 0,-1 0-1 0 0,-2 0 1 0 0,0 0 0 0 0,-1 36-1 0 0,-1-48 4 0 0,0 0 11 0 0,0 0-1 0 0,0-1 0 0 0,1 1 1 0 0,0 0-1 0 0,0 0 0 0 0,1-1 1 0 0,0 1-1 0 0,1-1 0 0 0,3 8 0 0 0,-4-11-37 0 0,0 0-1 0 0,1-1 1 0 0,-1 1-1 0 0,1-1 1 0 0,0 0-1 0 0,0 0 1 0 0,1 0-1 0 0,-1 0 1 0 0,1-1-1 0 0,-1 1 1 0 0,1-1-1 0 0,0 0 0 0 0,0 0 1 0 0,0 0-1 0 0,0-1 1 0 0,0 1-1 0 0,8 1 1 0 0,-5-1-227 0 0,0-1 0 0 0,0 1 1 0 0,0-1-1 0 0,1-1 0 0 0,-1 1 0 0 0,1-1 1 0 0,-1-1-1 0 0,0 1 0 0 0,1-1 0 0 0,-1 0 1 0 0,0-1-1 0 0,0 0 0 0 0,0 0 1 0 0,10-5-1 0 0,-8 3-58 0 0,-1-1 1 0 0,0 0-1 0 0,0-1 1 0 0,0 0-1 0 0,-1 0 0 0 0,0-1 1 0 0,0 0-1 0 0,-1 0 1 0 0,11-15-1 0 0,-1-5 207 0 0,-2-1 1 0 0,0 0-1 0 0,-2-1 1 0 0,0-1-1 0 0,11-51 0 0 0,-1-5 3164 0 0,-22 84-2931 0 0,-1-6 487 0 0,-16 42 9 0 0,2 0-1 0 0,1 1 1 0 0,2 1 0 0 0,1 0-1 0 0,2 1 1 0 0,-7 50 0 0 0,16-85-619 0 0,-1 1 0 0 0,1 0 0 0 0,-1 0 0 0 0,1-1 1 0 0,0 1-1 0 0,0 0 0 0 0,0 0 0 0 0,0 0 0 0 0,1-1 0 0 0,-1 1 0 0 0,1 0 1 0 0,0 0-1 0 0,-1-1 0 0 0,1 1 0 0 0,0-1 0 0 0,1 1 0 0 0,-1-1 0 0 0,0 1 1 0 0,1-1-1 0 0,0 1 0 0 0,-1-1 0 0 0,1 0 0 0 0,0 0 0 0 0,0 0 0 0 0,0 0 1 0 0,0 0-1 0 0,4 2 0 0 0,-4-3-118 0 0,0-1 0 0 0,0 1 0 0 0,0-1 0 0 0,0 1 0 0 0,0-1 0 0 0,0 0 0 0 0,0 1 0 0 0,0-1-1 0 0,0 0 1 0 0,0 0 0 0 0,0-1 0 0 0,1 1 0 0 0,-1 0 0 0 0,3-2 0 0 0,27-9-2018 0 0,-29 9 1741 0 0,7-2-1169 0 0,0-1-1 0 0,-1 0 1 0 0,1-1-1 0 0,10-9 0 0 0,1-3-4345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59 1796 0 0,'-29'-22'7179'0'0,"-5"-5"-809"0"0,34 26-6384 0 0,-1 0-1 0 0,0 0 1 0 0,0 1 0 0 0,0-1 0 0 0,0 0 0 0 0,0 1 0 0 0,0-1 0 0 0,0 0-1 0 0,0 1 1 0 0,0-1 0 0 0,0 1 0 0 0,0 0 0 0 0,0-1 0 0 0,0 1 0 0 0,0 0-1 0 0,0-1 1 0 0,0 1 0 0 0,-1 0 0 0 0,1 0 0 0 0,0 0 0 0 0,-1 0 0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340 431 1116 0 0,'-2'-16'3001'0'0,"0"1"-1"0"0,-7-22 1 0 0,7 31-2455 0 0,0 0 1 0 0,-1 0-1 0 0,1 0 0 0 0,-1 1 1 0 0,0-1-1 0 0,-1 1 1 0 0,1 0-1 0 0,-8-8 0 0 0,9 11-512 0 0,1 1 0 0 0,-1 0 0 0 0,0 0-1 0 0,1 0 1 0 0,-1 1 0 0 0,0-1 0 0 0,0 0 0 0 0,1 1-1 0 0,-1-1 1 0 0,0 1 0 0 0,0-1 0 0 0,0 1-1 0 0,0 0 1 0 0,0 0 0 0 0,0 0 0 0 0,0 0-1 0 0,0 0 1 0 0,0 0 0 0 0,1 0 0 0 0,-1 1-1 0 0,0-1 1 0 0,0 1 0 0 0,0 0 0 0 0,0-1 0 0 0,1 1-1 0 0,-1 0 1 0 0,0 0 0 0 0,1 0 0 0 0,-3 2-1 0 0,-6 3-16 0 0,0 1 0 0 0,1 0 0 0 0,-11 12 0 0 0,19-18-6 0 0,-21 21 5 0 0,1 1 1 0 0,1 1-1 0 0,1 1 0 0 0,1 0 1 0 0,1 1-1 0 0,2 1 0 0 0,0 1 1 0 0,-16 45-1 0 0,29-66-1 0 0,0-1 0 0 0,0 1 0 0 0,1-1 0 0 0,0 1 0 0 0,0-1 0 0 0,1 1 0 0 0,-1 0 0 0 0,2-1 0 0 0,-1 1-1 0 0,1 0 1 0 0,0-1 0 0 0,0 1 0 0 0,0 0 0 0 0,5 11 0 0 0,-3-14-17 0 0,-1 1-1 0 0,0-1 1 0 0,1 0 0 0 0,0 0-1 0 0,0 0 1 0 0,0-1-1 0 0,1 1 1 0 0,-1-1 0 0 0,1 1-1 0 0,0-1 1 0 0,0 0-1 0 0,0-1 1 0 0,0 1 0 0 0,0-1-1 0 0,1 0 1 0 0,-1 0-1 0 0,1 0 1 0 0,-1 0 0 0 0,1-1-1 0 0,0 0 1 0 0,5 1 0 0 0,8 1-411 0 0,1-1 0 0 0,0-1 0 0 0,0-1 0 0 0,0 0 0 0 0,0-2 0 0 0,-1 0 1 0 0,1-1-1 0 0,0 0 0 0 0,-1-2 0 0 0,0 0 0 0 0,0-2 0 0 0,0 0 1 0 0,-1 0-1 0 0,0-2 0 0 0,20-13 0 0 0,-11 5 28 0 0,-1-2 0 0 0,-1-1 0 0 0,-1 0 0 0 0,-1-2 0 0 0,-1 0 0 0 0,0-2 0 0 0,-2 0 0 0 0,26-44 0 0 0,-8 3 1008 0 0,42-102 1 0 0,-21 3 3800 0 0,-45 129-2984 0 0,-8 21-880 0 0,0 1 0 0 0,3-18-1 0 0,-8 29-499 0 0,-9 18 142 0 0,-26 98 1505 0 0,-22 118-1 0 0,43-168-1500 0 0,-24 173 218 0 0,32-196-350 0 0,1 16 1027 0 0,4-55-617 0 0,5-2-435 0 0,0-1 0 0 0,-1 0 0 0 0,1 0 0 0 0,-1 0 0 0 0,0 0 0 0 0,1 0 0 0 0,-1-1 0 0 0,0 1 1 0 0,0-1-1 0 0,0 0 0 0 0,0 0 0 0 0,6-5 0 0 0,34-35 20 0 0,-28 26-26 0 0,36-33-58 0 0,2 2-1 0 0,86-60 0 0 0,-137 105 9 0 0,1 1 0 0 0,-1-1 0 0 0,1 0-1 0 0,-1 1 1 0 0,1-1 0 0 0,0 1 0 0 0,0 0 0 0 0,-1 0 0 0 0,1 0-1 0 0,0 0 1 0 0,0 1 0 0 0,0-1 0 0 0,0 1 0 0 0,0-1 0 0 0,0 1-1 0 0,0 0 1 0 0,0 0 0 0 0,0 1 0 0 0,0-1 0 0 0,0 1 0 0 0,0-1-1 0 0,0 1 1 0 0,0 0 0 0 0,0 0 0 0 0,5 3 0 0 0,-4-1 3 0 0,-1 0 1 0 0,1 0-1 0 0,-1 1 1 0 0,0-1-1 0 0,0 1 1 0 0,0 0-1 0 0,-1-1 1 0 0,1 1-1 0 0,-1 1 0 0 0,0-1 1 0 0,0 0-1 0 0,0 0 1 0 0,-1 1-1 0 0,0-1 1 0 0,2 10-1 0 0,0 2-3 0 0,-2-1 0 0 0,0 1-1 0 0,0 0 1 0 0,-3 23-1 0 0,-13 64 56 0 0,3-25 215 0 0,12-77-256 0 0,0 0 1 0 0,0 0 0 0 0,0 0-1 0 0,0 0 1 0 0,0 0-1 0 0,0 0 1 0 0,0-1 0 0 0,0 1-1 0 0,1 0 1 0 0,-1 0 0 0 0,0 0-1 0 0,0 0 1 0 0,1-1 0 0 0,-1 1-1 0 0,1 0 1 0 0,-1 0-1 0 0,1-1 1 0 0,-1 1 0 0 0,1 0-1 0 0,0-1 1 0 0,-1 1 0 0 0,1-1-1 0 0,0 1 1 0 0,-1-1-1 0 0,1 1 1 0 0,0-1 0 0 0,0 1-1 0 0,-1-1 1 0 0,1 0 0 0 0,0 1-1 0 0,0-1 1 0 0,0 0 0 0 0,-1 0-1 0 0,1 1 1 0 0,0-1-1 0 0,0 0 1 0 0,0 0 0 0 0,0 0-1 0 0,0 0 1 0 0,0 0 0 0 0,1-1-1 0 0,6 1 13 0 0,0-1-1 0 0,0 0 0 0 0,12-3 1 0 0,-13 3 4 0 0,19-6-468 0 0,0-1 1 0 0,-1-1 0 0 0,0-1-1 0 0,30-17 1 0 0,-22 9-2903 0 0,30-22 0 0 0,-41 22-1066 0 0,-1-1-2148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3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371 643 108 0 0,'0'0'410'0'0,"12"-10"1890"0"0,0-1-1 0 0,-1 1 1 0 0,10-14 0 0 0,-18 20-1834 0 0,-1 0 0 0 0,1 0 1 0 0,-1 0-1 0 0,1-1 0 0 0,-1 1 0 0 0,0-1 0 0 0,-1 0 0 0 0,1 1 1 0 0,-1-1-1 0 0,0 0 0 0 0,0 0 0 0 0,-1 0 0 0 0,1-6 0 0 0,-1 10-447 0 0,0 0 0 0 0,0 1 0 0 0,-1-1 0 0 0,1 0 0 0 0,0 0 0 0 0,0 1 0 0 0,0-1-1 0 0,-1 0 1 0 0,1 1 0 0 0,0-1 0 0 0,-1 1 0 0 0,1-1 0 0 0,0 0 0 0 0,-1 1-1 0 0,1-1 1 0 0,-1 1 0 0 0,1-1 0 0 0,-1 1 0 0 0,1-1 0 0 0,-1 1 0 0 0,1-1-1 0 0,-1 1 1 0 0,0 0 0 0 0,1-1 0 0 0,-1 1 0 0 0,0 0 0 0 0,1-1 0 0 0,-1 1-1 0 0,0 0 1 0 0,1 0 0 0 0,-1 0 0 0 0,0 0 0 0 0,1 0 0 0 0,-1-1 0 0 0,0 1-1 0 0,0 1 1 0 0,1-1 0 0 0,-1 0 0 0 0,0 0 0 0 0,1 0 0 0 0,-1 0 0 0 0,0 0-1 0 0,1 1 1 0 0,-1-1 0 0 0,-1 1 0 0 0,-31 12 28 0 0,12-2-45 0 0,0 2 0 0 0,2 0-1 0 0,0 2 1 0 0,-34 32-1 0 0,-59 77-3 0 0,28-17 2 0 0,74-92 4 0 0,1 1-1 0 0,0 0 1 0 0,1 0-1 0 0,0 1 1 0 0,-7 24 0 0 0,14-37 4 0 0,0 0 0 0 0,0 0 1 0 0,1 0-1 0 0,-1 0 1 0 0,1 0-1 0 0,-1 0 1 0 0,1 0-1 0 0,1 0 1 0 0,-1 0-1 0 0,0 0 1 0 0,1 0-1 0 0,0 0 0 0 0,0 0 1 0 0,0 0-1 0 0,4 7 1 0 0,-4-9-2 0 0,1 1 1 0 0,0-1 0 0 0,0 0-1 0 0,0 1 1 0 0,1-1-1 0 0,-1 0 1 0 0,0 0 0 0 0,1 0-1 0 0,-1 0 1 0 0,1-1 0 0 0,0 1-1 0 0,-1-1 1 0 0,1 0 0 0 0,0 1-1 0 0,0-1 1 0 0,0-1-1 0 0,0 1 1 0 0,0 0 0 0 0,0-1-1 0 0,6 1 1 0 0,2 0 4 0 0,1-1 1 0 0,-1 0-1 0 0,0-1 1 0 0,0 0-1 0 0,0-1 0 0 0,0 0 1 0 0,0-1-1 0 0,0 0 1 0 0,10-5-1 0 0,-5 1-11 0 0,-1 0-1 0 0,-1-2 1 0 0,1 0-1 0 0,-1 0 1 0 0,18-16-1 0 0,-7 0-66 0 0,0 0-1 0 0,-2-2 0 0 0,-1 0 0 0 0,-1-2 0 0 0,19-33 1 0 0,-5-1-84 0 0,-3-1 0 0 0,34-94 0 0 0,29-141 96 0 0,-60 178 340 0 0,-12 37-180 0 0,-22 82-130 0 0,-1 4-30 0 0,-2 17 109 0 0,-2-1-1 0 0,0 0 0 0 0,0 0 1 0 0,-13 30-1 0 0,9-25 147 0 0,-40 120 773 0 0,7 3 0 0 0,-24 154 0 0 0,59-259-867 0 0,-1 44 0 0 0,7-72-80 0 0,0 0 0 0 0,1 1-1 0 0,0-1 1 0 0,1 0 0 0 0,1 0 0 0 0,0 0-1 0 0,7 18 1 0 0,-8-26-80 0 0,1 0-1 0 0,-1 0 0 0 0,1-1 1 0 0,0 1-1 0 0,1-1 1 0 0,-1 0-1 0 0,1 0 0 0 0,0 0 1 0 0,0-1-1 0 0,0 1 1 0 0,0-1-1 0 0,1 0 0 0 0,-1 0 1 0 0,1 0-1 0 0,0-1 1 0 0,0 0-1 0 0,0 0 0 0 0,0 0 1 0 0,0 0-1 0 0,0-1 0 0 0,0 0 1 0 0,1 0-1 0 0,-1 0 1 0 0,1-1-1 0 0,-1 1 0 0 0,0-1 1 0 0,8-1-1 0 0,-1 0-103 0 0,0-1 0 0 0,-1 0 1 0 0,1 0-1 0 0,-1-1 0 0 0,0-1 0 0 0,0 0 0 0 0,0 0 0 0 0,0-1 0 0 0,-1-1 0 0 0,1 1 0 0 0,14-13 1 0 0,-5 1 80 0 0,-2 0 0 0 0,0-2 0 0 0,-1 0 0 0 0,-1-1 1 0 0,-1 0-1 0 0,17-31 0 0 0,-10 11 1104 0 0,-2-1-1 0 0,25-74 1 0 0,-40 100-819 0 0,-2 5-38 0 0,-8 22-157 0 0,-47 150 6 0 0,46-137 13 0 0,1 0 0 0 0,1-1 0 0 0,2 1 1 0 0,0 46-1 0 0,2-68-21 0 0,0 0 0 0 0,0 0 0 0 0,0 0 0 0 0,1 0-1 0 0,-1 0 1 0 0,1 0 0 0 0,0 0 0 0 0,0-1 0 0 0,0 1 0 0 0,0 0 0 0 0,0 0 0 0 0,1-1 0 0 0,-1 1 0 0 0,1 0 0 0 0,0-1 0 0 0,-1 0-1 0 0,1 1 1 0 0,0-1 0 0 0,1 0 0 0 0,-1 0 0 0 0,0 0 0 0 0,1 0 0 0 0,-1 0 0 0 0,1-1 0 0 0,-1 1 0 0 0,1-1 0 0 0,0 0 0 0 0,0 1-1 0 0,-1-1 1 0 0,1 0 0 0 0,0-1 0 0 0,0 1 0 0 0,0-1 0 0 0,0 1 0 0 0,4-1 0 0 0,0 0 21 0 0,0 0 1 0 0,-1-1-1 0 0,1 0 1 0 0,0 0-1 0 0,0-1 1 0 0,-1 0-1 0 0,1 0 1 0 0,-1 0-1 0 0,0-1 1 0 0,0 0-1 0 0,0 0 1 0 0,0 0-1 0 0,0-1 1 0 0,10-9-1 0 0,-4 1 59 0 0,0-1 1 0 0,0-1-1 0 0,-1 1 0 0 0,-1-2 0 0 0,-1 0 0 0 0,0 0 0 0 0,13-31 0 0 0,-14 25 86 0 0,0 0 0 0 0,-2 0 0 0 0,-1 0 0 0 0,-1-1 0 0 0,4-44-1 0 0,-8 58-142 0 0,0 0 0 0 0,0-1-1 0 0,-1 1 1 0 0,0-1 0 0 0,-1 1-1 0 0,1 0 1 0 0,-2 0 0 0 0,1 0-1 0 0,-1 0 1 0 0,0 0 0 0 0,-6-8-1 0 0,7 12-51 0 0,0 1 1 0 0,0 0-1 0 0,0 0 0 0 0,-1 0 0 0 0,0 0 0 0 0,1 1 0 0 0,-1-1 1 0 0,0 1-1 0 0,0-1 0 0 0,0 1 0 0 0,-1 0 0 0 0,1 1 0 0 0,-1-1 1 0 0,1 0-1 0 0,-1 1 0 0 0,1 0 0 0 0,-1 0 0 0 0,0 0 0 0 0,1 0 1 0 0,-1 0-1 0 0,0 1 0 0 0,0 0 0 0 0,0 0 0 0 0,1 0 0 0 0,-1 0 1 0 0,-7 2-1 0 0,4-1-279 0 0,0 0 1 0 0,0 1-1 0 0,0 0 0 0 0,0 1 1 0 0,0 0-1 0 0,1 0 0 0 0,-1 0 1 0 0,1 1-1 0 0,0-1 0 0 0,0 2 1 0 0,0-1-1 0 0,1 1 0 0 0,-1-1 1 0 0,-6 9-1 0 0,9-9-498 0 0,0 1-1 0 0,0 0 1 0 0,0-1-1 0 0,0 1 1 0 0,1 0-1 0 0,-1 0 1 0 0,1 0-1 0 0,1 1 1 0 0,-1-1 0 0 0,1 0-1 0 0,0 1 1 0 0,-1 8-1 0 0,2 1-5325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4.7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72 180 832 0 0,'18'-12'12030'0'0,"-12"10"-10827"0"0,-5 2-1098 0 0,-1 1 0 0 0,1-1 0 0 0,0 1 0 0 0,0-1-1 0 0,0 1 1 0 0,-1-1 0 0 0,1 1 0 0 0,0 0 0 0 0,-1-1-1 0 0,1 1 1 0 0,0 0 0 0 0,-1 0 0 0 0,1 0 0 0 0,-1-1-1 0 0,1 1 1 0 0,-1 0 0 0 0,0 0 0 0 0,1 0 0 0 0,-1 0 0 0 0,0 0-1 0 0,1 0 1 0 0,-1-1 0 0 0,0 1 0 0 0,0 1 0 0 0,1 3-64 0 0,1-1 0 0 0,-1 0 0 0 0,1 0 0 0 0,0 0 1 0 0,0 0-1 0 0,1 0 0 0 0,-1 0 0 0 0,1-1 0 0 0,0 1 0 0 0,0-1 1 0 0,0 0-1 0 0,0 1 0 0 0,1-2 0 0 0,-1 1 0 0 0,1 0 1 0 0,0-1-1 0 0,0 1 0 0 0,-1-1 0 0 0,2 0 0 0 0,-1 0 1 0 0,0-1-1 0 0,0 1 0 0 0,6 0 0 0 0,-7-2-28 0 0,0 1-1 0 0,0-1 0 0 0,-1 0 0 0 0,1 0 1 0 0,0 0-1 0 0,0-1 0 0 0,0 1 1 0 0,0-1-1 0 0,0 0 0 0 0,0 1 1 0 0,-1-1-1 0 0,4-2 0 0 0,30-18 86 0 0,-30 16-85 0 0,0-1 0 0 0,0 0 0 0 0,0 0 0 0 0,-1-1 0 0 0,0 0 0 0 0,0 0 0 0 0,-1 0 0 0 0,0 0 0 0 0,0-1 0 0 0,5-15 0 0 0,-7 17 6 0 0,0-1 0 0 0,0 1 0 0 0,-1-1 0 0 0,0 1 0 0 0,0-1 0 0 0,0 0 0 0 0,-1 1 0 0 0,0-1 0 0 0,-1 0 0 0 0,1 1 0 0 0,-1-1 0 0 0,0 0 0 0 0,-1 1 0 0 0,-2-8 0 0 0,3 12-16 0 0,0-1-1 0 0,0 1 0 0 0,0 0 0 0 0,0 0 0 0 0,0 0 0 0 0,-1 0 1 0 0,1 1-1 0 0,0-1 0 0 0,-1 0 0 0 0,0 0 0 0 0,1 1 1 0 0,-1-1-1 0 0,0 1 0 0 0,0 0 0 0 0,0-1 0 0 0,0 1 1 0 0,0 0-1 0 0,0 0 0 0 0,0 0 0 0 0,0 0 0 0 0,-3 0 0 0 0,1 1-2 0 0,0-1 0 0 0,1 1-1 0 0,-1 0 1 0 0,0 0-1 0 0,0 1 1 0 0,0-1 0 0 0,1 1-1 0 0,-1 0 1 0 0,0 0-1 0 0,1 0 1 0 0,-7 3-1 0 0,-2 2 9 0 0,0 1 0 0 0,1 0-1 0 0,0 0 1 0 0,0 1-1 0 0,0 0 1 0 0,-12 14-1 0 0,5-2 38 0 0,0 1 1 0 0,2 0-1 0 0,0 2 0 0 0,-12 23 0 0 0,20-31-21 0 0,1 0 1 0 0,0 0-1 0 0,2 0 0 0 0,0 0 1 0 0,0 1-1 0 0,1 0 0 0 0,1 0 1 0 0,-1 17-1 0 0,4-29-14 0 0,0 0 0 0 0,0 0 0 0 0,0 1 0 0 0,0-1 1 0 0,1 0-1 0 0,0 0 0 0 0,0 0 0 0 0,0 1 0 0 0,0-1 0 0 0,1 0 0 0 0,-1 0 0 0 0,1-1 0 0 0,0 1 0 0 0,0 0 0 0 0,1-1 1 0 0,-1 1-1 0 0,1-1 0 0 0,-1 0 0 0 0,1 1 0 0 0,0-1 0 0 0,0-1 0 0 0,7 5 0 0 0,-4-3-203 0 0,1 0 0 0 0,0 0 0 0 0,1-1-1 0 0,-1-1 1 0 0,1 1 0 0 0,-1-1-1 0 0,1 0 1 0 0,0-1 0 0 0,-1 0 0 0 0,1 0-1 0 0,12 0 1 0 0,6-3-568 0 0,0 0-1 0 0,-1-2 1 0 0,1-1-1 0 0,-1 0 1 0 0,0-2-1 0 0,-1-1 1 0 0,0-1-1 0 0,0-2 0 0 0,-1 0 1 0 0,0-1-1 0 0,22-16 1 0 0,-10 4 404 0 0,0-2-1 0 0,31-30 1 0 0,-31 21 1719 0 0,42-52 1 0 0,-68 77-716 0 0,0-1 0 0 0,-1 0 1 0 0,0 0-1 0 0,-1-1 0 0 0,-1 0 0 0 0,0 0 1 0 0,0-1-1 0 0,7-24 0 0 0,-13 37-627 0 0,0-1 0 0 0,0 1 0 0 0,0-1 0 0 0,0 0 0 0 0,0 1 0 0 0,0-1 0 0 0,0 1 0 0 0,0-1 0 0 0,0 0 0 0 0,0 1 0 0 0,0-1 0 0 0,0 1 0 0 0,0-1 0 0 0,0 1 0 0 0,0-1 0 0 0,-1 1 0 0 0,1-1 0 0 0,0 1 0 0 0,0-1 0 0 0,-1 1 0 0 0,1-1 0 0 0,0 1 0 0 0,-1-1 0 0 0,1 1 1 0 0,-1-1-1 0 0,1 1 0 0 0,0 0 0 0 0,-1-1 0 0 0,1 1 0 0 0,-1-1 0 0 0,1 1 0 0 0,-1 0 0 0 0,0-1 0 0 0,-1 1 5 0 0,0 0 1 0 0,0-1-1 0 0,0 1 0 0 0,0 0 1 0 0,0 0-1 0 0,0 0 1 0 0,0 0-1 0 0,0 0 0 0 0,0 1 1 0 0,-2 0-1 0 0,-5 1 40 0 0,-1 1-1 0 0,1 1 0 0 0,-9 3 0 0 0,16-6-51 0 0,-48 27 161 0 0,45-25-155 0 0,1 0-1 0 0,1 0 1 0 0,-1 0-1 0 0,0 0 1 0 0,1 0-1 0 0,0 1 1 0 0,-1 0-1 0 0,2 0 0 0 0,-5 6 1 0 0,6-8-10 0 0,0 1 1 0 0,0-1-1 0 0,0 1 1 0 0,1 0 0 0 0,-1-1-1 0 0,1 1 1 0 0,0 0-1 0 0,-1 0 1 0 0,1-1-1 0 0,1 1 1 0 0,-1 0-1 0 0,0 0 1 0 0,1-1-1 0 0,-1 1 1 0 0,1 0 0 0 0,0-1-1 0 0,0 1 1 0 0,0-1-1 0 0,0 1 1 0 0,0-1-1 0 0,0 1 1 0 0,3 3-1 0 0,4 4 0 0 0,0 0 0 0 0,0 0 0 0 0,16 13 0 0 0,-14-12-10 0 0,13 13-7 0 0,38 53 1 0 0,-59-75 144 0 0,-1 0 1 0 0,1 0 0 0 0,-1 1 0 0 0,0-1 0 0 0,0 0 0 0 0,1 1 0 0 0,-1-1-1 0 0,-1 1 1 0 0,1-1 0 0 0,0 1 0 0 0,-1 0 0 0 0,1-1 0 0 0,-1 1 0 0 0,0-1-1 0 0,0 1 1 0 0,0 0 0 0 0,0-1 0 0 0,0 1 0 0 0,0 0 0 0 0,-1-1-1 0 0,0 1 1 0 0,1-1 0 0 0,-1 1 0 0 0,-1 2 0 0 0,-1-1 83 0 0,1 0 1 0 0,-1 0-1 0 0,0-1 1 0 0,0 1-1 0 0,-1-1 1 0 0,1 1-1 0 0,-1-1 0 0 0,1 0 1 0 0,-1-1-1 0 0,0 1 1 0 0,0-1-1 0 0,-1 1 1 0 0,-3 0-1 0 0,-4 3 52 0 0,1-2 0 0 0,-1 0 0 0 0,0 0 0 0 0,0-1 0 0 0,-1 0 0 0 0,-14 0 0 0 0,23-2-398 0 0,0-1 0 0 0,0 0 0 0 0,0 0 0 0 0,0 0 0 0 0,-1 0 0 0 0,1-1-1 0 0,0 1 1 0 0,0-1 0 0 0,0 0 0 0 0,0-1 0 0 0,0 1 0 0 0,0-1-1 0 0,1 1 1 0 0,-1-1 0 0 0,0 0 0 0 0,1-1 0 0 0,-1 1 0 0 0,1 0 0 0 0,0-1-1 0 0,0 0 1 0 0,-3-3 0 0 0,5 4-116 0 0,0 1 0 0 0,0-1-1 0 0,0 1 1 0 0,1-1 0 0 0,-1 1 0 0 0,0-1 0 0 0,1 1-1 0 0,0-1 1 0 0,-1 0 0 0 0,1 1 0 0 0,0-1 0 0 0,0 0-1 0 0,0 1 1 0 0,0-1 0 0 0,0 0 0 0 0,0 0 0 0 0,0 1-1 0 0,0-1 1 0 0,1 1 0 0 0,-1-1 0 0 0,1 0 0 0 0,0-1 0 0 0,1-2-1004 0 0,0 1 0 0 0,1 0 1 0 0,-1-1-1 0 0,1 1 0 0 0,0 0 1 0 0,5-4-1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5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1040 0 0,'30'-49'7501'0'0,"-25"42"-6729"0"0,0 1-1 0 0,1-1 1 0 0,0 1-1 0 0,13-9 0 0 0,-16 12-687 0 0,0 1-1 0 0,1 0 1 0 0,-1 0 0 0 0,1 0-1 0 0,0 0 1 0 0,0 1-1 0 0,0-1 1 0 0,-1 1-1 0 0,1 0 1 0 0,1 0-1 0 0,-1 1 1 0 0,0-1-1 0 0,0 1 1 0 0,0 0-1 0 0,0 0 1 0 0,0 0-1 0 0,0 0 1 0 0,0 1-1 0 0,0 0 1 0 0,0 0-1 0 0,0 0 1 0 0,0 0-1 0 0,0 0 1 0 0,0 1-1 0 0,7 4 1 0 0,-5-2-63 0 0,1 0 1 0 0,-1 1-1 0 0,0 0 1 0 0,0 0-1 0 0,-1 1 1 0 0,1 0-1 0 0,-1 0 1 0 0,-1 0-1 0 0,1 0 1 0 0,-1 1-1 0 0,0 0 1 0 0,0 0-1 0 0,-1 0 1 0 0,0 0-1 0 0,0 0 1 0 0,-1 1-1 0 0,0-1 1 0 0,0 1-1 0 0,-1 0 0 0 0,0-1 1 0 0,0 11-1 0 0,0-2 132 0 0,-1 0 0 0 0,-1 0 0 0 0,-1 0 0 0 0,0 0 0 0 0,-1 0 0 0 0,-1 0 0 0 0,0 0 0 0 0,-1-1 0 0 0,-8 19 0 0 0,10-28 138 0 0,0-1 1 0 0,0 1-1 0 0,-1-1 0 0 0,0 0 1 0 0,-8 9-1 0 0,11-12-210 0 0,-1-1 0 0 0,1 1 0 0 0,-1-1 0 0 0,0 1 0 0 0,1-1 1 0 0,-1 0-1 0 0,0 0 0 0 0,0 0 0 0 0,0 0 0 0 0,0 0 0 0 0,0 0 0 0 0,0-1 0 0 0,0 1 0 0 0,0-1 0 0 0,0 1 0 0 0,0-1 1 0 0,-1 0-1 0 0,1 0 0 0 0,-2 0 0 0 0,2 0-70 0 0,1-1 1 0 0,0 1-1 0 0,0-1 1 0 0,0 0 0 0 0,0 1-1 0 0,0-1 1 0 0,0 0-1 0 0,0 0 1 0 0,0 0-1 0 0,0 0 1 0 0,0 0-1 0 0,1 0 1 0 0,-1 0-1 0 0,0 0 1 0 0,1 0 0 0 0,-1 0-1 0 0,0 0 1 0 0,1 0-1 0 0,0 0 1 0 0,-1-1-1 0 0,1 1 1 0 0,0 0-1 0 0,-1 0 1 0 0,1-1-1 0 0,0-1 1 0 0,-1-31 54 0 0,3 17-68 0 0,1 0-1 0 0,1 0 1 0 0,1 1 0 0 0,0 0 0 0 0,1 0 0 0 0,1 0-1 0 0,1 1 1 0 0,0 0 0 0 0,0 0 0 0 0,2 1 0 0 0,0 0-1 0 0,0 1 1 0 0,2 0 0 0 0,-1 0 0 0 0,2 2-1 0 0,-1-1 1 0 0,2 2 0 0 0,-1-1 0 0 0,1 2 0 0 0,1 0-1 0 0,25-11 1 0 0,-33 17-14 0 0,1 0 1 0 0,-1 1-1 0 0,1 0 0 0 0,-1 1 0 0 0,1-1 0 0 0,0 2 0 0 0,0-1 0 0 0,0 1 1 0 0,-1 0-1 0 0,16 3 0 0 0,-19-3 12 0 0,0 1-1 0 0,0 0 1 0 0,-1 1-1 0 0,1-1 1 0 0,-1 1 0 0 0,1-1-1 0 0,-1 1 1 0 0,1 0-1 0 0,-1 0 1 0 0,0 1 0 0 0,0-1-1 0 0,0 1 1 0 0,0-1-1 0 0,-1 1 1 0 0,1 0 0 0 0,-1 0-1 0 0,0 0 1 0 0,1 0 0 0 0,-1 1-1 0 0,-1-1 1 0 0,1 1-1 0 0,0-1 1 0 0,-1 1 0 0 0,1 3-1 0 0,1 8 10 0 0,0-1 0 0 0,-2 1-1 0 0,0 0 1 0 0,0-1 0 0 0,-2 1 0 0 0,1 0-1 0 0,-2-1 1 0 0,0 1 0 0 0,-5 18-1 0 0,2-10-365 0 0,1 1 0 0 0,0 32 0 0 0,4-54 186 0 0,0-1 1 0 0,0 1-1 0 0,0 0 0 0 0,0-1 1 0 0,1 1-1 0 0,-1-1 0 0 0,1 1 1 0 0,-1-1-1 0 0,1 1 0 0 0,0-1 1 0 0,-1 1-1 0 0,1-1 1 0 0,0 1-1 0 0,0-1 0 0 0,0 0 1 0 0,0 0-1 0 0,0 1 0 0 0,0-1 1 0 0,1 0-1 0 0,-1 0 0 0 0,0 0 1 0 0,0 0-1 0 0,1 0 0 0 0,-1-1 1 0 0,1 1-1 0 0,-1 0 0 0 0,1-1 1 0 0,-1 1-1 0 0,1-1 0 0 0,-1 1 1 0 0,1-1-1 0 0,0 0 0 0 0,-1 1 1 0 0,3-1-1 0 0,2 0-591 0 0,-1 1 1 0 0,1-1-1 0 0,0-1 0 0 0,0 1 0 0 0,0-1 1 0 0,0 0-1 0 0,0 0 0 0 0,6-3 1 0 0,8-3-2766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6.1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47 628 2124 0 0,'22'-28'5265'0'0,"-2"0"0"0"0,27-50 563 0 0,-49 79-5674 0 0,-8 8-29 0 0,0-1 1 0 0,0 2 0 0 0,1-1-1 0 0,1 1 1 0 0,0 0 0 0 0,0 1-1 0 0,-7 14 1 0 0,4-6-51 0 0,2 0 1 0 0,0 1-1 0 0,-11 36 0 0 0,18-51-54 0 0,1 1-1 0 0,0-1 0 0 0,0 1 0 0 0,0 0 0 0 0,1-1 0 0 0,0 1 0 0 0,0 0 0 0 0,0 0 0 0 0,1-1 0 0 0,0 1 0 0 0,0 0 0 0 0,0-1 0 0 0,4 8 0 0 0,-4-10-6 0 0,1 0 0 0 0,-1 0 0 0 0,1 0 0 0 0,0 0 0 0 0,0 0 0 0 0,1 0 0 0 0,-1-1 0 0 0,0 1 0 0 0,1-1 0 0 0,0 0 0 0 0,-1 0 0 0 0,1 0 0 0 0,0 0 0 0 0,0 0 0 0 0,0-1 0 0 0,0 1 0 0 0,1-1 0 0 0,-1 0 0 0 0,0 0 0 0 0,1 0 0 0 0,-1 0 0 0 0,0-1 0 0 0,5 1 0 0 0,-1 0-2 0 0,0-1 0 0 0,0 0 1 0 0,0 0-1 0 0,0 0 0 0 0,0-1 1 0 0,0 0-1 0 0,0-1 1 0 0,0 1-1 0 0,0-1 0 0 0,-1-1 1 0 0,1 1-1 0 0,-1-1 0 0 0,1 0 1 0 0,6-5-1 0 0,-5 2 10 0 0,0 0 0 0 0,-1-1-1 0 0,0 1 1 0 0,0-1 0 0 0,0-1 0 0 0,-1 1-1 0 0,0-1 1 0 0,-1 0 0 0 0,8-13 0 0 0,-7 7 52 0 0,0 1 0 0 0,0-1 1 0 0,-2 0-1 0 0,1 0 1 0 0,-2 0-1 0 0,0-1 0 0 0,-1 1 1 0 0,0-1-1 0 0,-1 0 1 0 0,-1 0-1 0 0,0 1 1 0 0,-1-1-1 0 0,-4-23 0 0 0,3 32-67 0 0,0-1 0 0 0,-1 1 0 0 0,0 0 0 0 0,0 0 0 0 0,0 0 0 0 0,-1 0 0 0 0,0 1 0 0 0,0 0 0 0 0,0-1 1 0 0,-1 1-1 0 0,1 1 0 0 0,-1-1 0 0 0,0 1 0 0 0,-1 0 0 0 0,1 0 0 0 0,-1 0 0 0 0,-8-4 0 0 0,9 6-50 0 0,1 0 1 0 0,-1 0-1 0 0,1 0 0 0 0,-1 1 1 0 0,0-1-1 0 0,1 1 1 0 0,-1 0-1 0 0,0 1 0 0 0,0-1 1 0 0,0 1-1 0 0,0 0 1 0 0,0 0-1 0 0,0 0 1 0 0,0 1-1 0 0,0 0 0 0 0,1 0 1 0 0,-1 0-1 0 0,0 0 1 0 0,0 1-1 0 0,1 0 1 0 0,-1 0-1 0 0,1 0 0 0 0,0 1 1 0 0,-7 4-1 0 0,10-7-45 0 0,0 1 0 0 0,0 0 0 0 0,-1 0 0 0 0,1 0 0 0 0,0 0 0 0 0,0 0 0 0 0,1 0 0 0 0,-1 0 0 0 0,0 0 0 0 0,0 0 0 0 0,0 0 0 0 0,1 0 0 0 0,-1 1 0 0 0,1-1 0 0 0,-1 0 0 0 0,1 1 0 0 0,-1-1 0 0 0,1 0 0 0 0,0 1 0 0 0,-1-1 0 0 0,1 0 0 0 0,0 1 0 0 0,0-1 0 0 0,0 0 0 0 0,0 1 0 0 0,0-1 0 0 0,1 1 0 0 0,-1-1 0 0 0,0 0 0 0 0,1 1 0 0 0,-1-1 0 0 0,1 0 0 0 0,-1 0 0 0 0,1 1 0 0 0,1 1 0 0 0,0 0-187 0 0,0-1 1 0 0,0 0-1 0 0,0 0 0 0 0,0 0 1 0 0,0 0-1 0 0,1 0 0 0 0,-1 0 1 0 0,1-1-1 0 0,0 1 0 0 0,-1-1 1 0 0,1 0-1 0 0,0 1 1 0 0,0-1-1 0 0,0-1 0 0 0,5 2 1 0 0,8 0-332 0 0,-1-1 1 0 0,0-1-1 0 0,1-1 0 0 0,-1 0 1 0 0,0-1-1 0 0,0 0 1 0 0,0-1-1 0 0,0-1 1 0 0,0-1-1 0 0,21-9 1 0 0,-8 1 600 0 0,-1 0 0 0 0,0-3 1 0 0,-1 0-1 0 0,30-25 1 0 0,-34 23 663 0 0,-2-2 1 0 0,0 1 0 0 0,-1-2 0 0 0,30-44 0 0 0,-16 12 3410 0 0,28-61 0 0 0,-37 69-1824 0 0,-24 44-2179 0 0,0 3-11 0 0,-6 15 366 0 0,0 0 0 0 0,-11 20 0 0 0,-5 12 622 0 0,-8 36 29 0 0,4 1-1 0 0,4 2 0 0 0,4 0 0 0 0,-11 129 1 0 0,28-204-1013 0 0,0 0 1 0 0,1 1-1 0 0,0-1 1 0 0,1 0 0 0 0,1 0-1 0 0,4 18 1 0 0,-5-27-67 0 0,0-1 0 0 0,0 0 0 0 0,1 1 0 0 0,-1-1 0 0 0,1 0 0 0 0,0 0 0 0 0,0 0 0 0 0,0 0 0 0 0,0 0-1 0 0,0-1 1 0 0,0 1 0 0 0,1-1 0 0 0,0 1 0 0 0,-1-1 0 0 0,1 0 0 0 0,0 0 0 0 0,0 0 0 0 0,0 0 0 0 0,0-1 0 0 0,1 1 0 0 0,-1-1 0 0 0,0 0 0 0 0,1 0 0 0 0,-1 0 0 0 0,1 0 0 0 0,-1-1 0 0 0,1 1 0 0 0,4-1 0 0 0,1 0-475 0 0,0-1-1 0 0,0 0 1 0 0,0 0 0 0 0,0-1 0 0 0,0 0-1 0 0,-1 0 1 0 0,1-1 0 0 0,-1 0 0 0 0,0-1-1 0 0,14-8 1 0 0,-5 2-1197 0 0,-1-1 0 0 0,0-1 1 0 0,26-26-1 0 0,3-12-5633 0 0,-27 21 483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6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162 141 476 0 0,'-142'-33'18819'0'0,"124"26"-16939"0"0,18 6-1868 0 0,0 1-1 0 0,0 0 1 0 0,0 0 0 0 0,0 0-1 0 0,0 0 1 0 0,0 0 0 0 0,-1 0 0 0 0,1 0-1 0 0,0-1 1 0 0,0 1 0 0 0,0 0-1 0 0,0 0 1 0 0,0 0 0 0 0,0 0 0 0 0,0 0-1 0 0,0 0 1 0 0,0-1 0 0 0,0 1 0 0 0,0 0-1 0 0,0 0 1 0 0,0 0 0 0 0,0 0-1 0 0,0 0 1 0 0,0-1 0 0 0,0 1 0 0 0,0 0-1 0 0,0 0 1 0 0,0 0 0 0 0,0 0-1 0 0,0 0 1 0 0,0-1 0 0 0,0 1 0 0 0,0 0-1 0 0,1 0 1 0 0,-1 0 0 0 0,0 0 0 0 0,0 0-1 0 0,0 0 1 0 0,0 0 0 0 0,0-1-1 0 0,0 1 1 0 0,0 0 0 0 0,0 0 0 0 0,1 0-1 0 0,-1 0 1 0 0,0 0 0 0 0,0 0-1 0 0,0 0 1 0 0,0 0 0 0 0,30-9 161 0 0,193-26-943 0 0,-89 15-3073 0 0,-2-6-6083 0 0,-112 21 4935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7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88 2820 0 0,'1'-8'2171'0'0,"7"-30"4529"0"0,-7 34-6288 0 0,0 0-1 0 0,0 0 1 0 0,1 0-1 0 0,0 0 0 0 0,-1 1 1 0 0,4-5-1 0 0,-4 7-365 0 0,0 0-1 0 0,0 0 0 0 0,0 0 0 0 0,0 0 0 0 0,0 1 0 0 0,0-1 1 0 0,0 0-1 0 0,0 1 0 0 0,0-1 0 0 0,1 1 0 0 0,-1-1 1 0 0,0 1-1 0 0,0 0 0 0 0,0-1 0 0 0,1 1 0 0 0,-1 0 0 0 0,0 0 1 0 0,0 0-1 0 0,1 0 0 0 0,-1 0 0 0 0,2 0 0 0 0,23 6 234 0 0,-19-2-251 0 0,-1 0 0 0 0,1 1 0 0 0,0-1 0 0 0,-1 1-1 0 0,0 0 1 0 0,0 1 0 0 0,-1 0 0 0 0,1 0 0 0 0,-1 0 0 0 0,-1 0 0 0 0,5 8 0 0 0,6 12-6 0 0,18 43 0 0 0,-27-57-12 0 0,40 114-71 0 0,-33-84 713 0 0,27 59 1 0 0,-39-100-609 0 0,-1 0 1 0 0,1-1-1 0 0,-1 1 1 0 0,1 0-1 0 0,-1 0 1 0 0,1-1-1 0 0,-1 1 1 0 0,1 0-1 0 0,0-1 1 0 0,-1 1-1 0 0,1-1 0 0 0,0 1 1 0 0,0-1-1 0 0,-1 1 1 0 0,1-1-1 0 0,0 1 1 0 0,0-1-1 0 0,0 0 1 0 0,0 1-1 0 0,0-1 1 0 0,-1 0-1 0 0,1 0 1 0 0,0 0-1 0 0,0 0 0 0 0,0 0 1 0 0,0 0-1 0 0,0 0 1 0 0,0 0-1 0 0,0 0 1 0 0,0 0-1 0 0,0 0 1 0 0,-1 0-1 0 0,1-1 1 0 0,0 1-1 0 0,0 0 0 0 0,0-1 1 0 0,0 1-1 0 0,-1-1 1 0 0,1 1-1 0 0,0-1 1 0 0,0 1-1 0 0,-1-1 1 0 0,1 1-1 0 0,1-2 1 0 0,4-3 4 0 0,0-1 1 0 0,0 1 0 0 0,9-12-1 0 0,-15 16-27 0 0,62-81 61 0 0,89-159 0 0 0,-98 152-1503 0 0,-53 89 1334 0 0,1-1-1 0 0,-1 0 1 0 0,1 0-1 0 0,-1 1 1 0 0,1-1-1 0 0,0 0 0 0 0,-1 1 1 0 0,1-1-1 0 0,0 0 1 0 0,0 1-1 0 0,-1-1 1 0 0,1 1-1 0 0,0 0 1 0 0,0-1-1 0 0,0 1 0 0 0,0 0 1 0 0,0-1-1 0 0,0 1 1 0 0,-1 0-1 0 0,1 0 1 0 0,0 0-1 0 0,0-1 0 0 0,0 1 1 0 0,0 0-1 0 0,0 1 1 0 0,0-1-1 0 0,0 0 1 0 0,0 0-1 0 0,0 0 1 0 0,0 0-1 0 0,0 1 0 0 0,0-1 1 0 0,-1 0-1 0 0,1 1 1 0 0,0-1-1 0 0,0 1 1 0 0,0-1-1 0 0,-1 1 1 0 0,1-1-1 0 0,0 1 0 0 0,0 0 1 0 0,-1-1-1 0 0,1 1 1 0 0,0 1-1 0 0,5 3-549 0 0,-1 0 0 0 0,0 1-1 0 0,-1-1 1 0 0,5 8 0 0 0,43 60-5830 0 0,-40-58 3968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7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240 215 764 0 0,'3'0'1725'0'0,"1"-1"-1309"0"0,0 0 0 0 0,0-1 0 0 0,0 0 0 0 0,0 1 0 0 0,0-1 0 0 0,-1-1 0 0 0,1 1 0 0 0,-1 0 0 0 0,1-1 0 0 0,-1 0-1 0 0,0 1 1 0 0,0-1 0 0 0,0-1 0 0 0,0 1 0 0 0,-1 0 0 0 0,1-1 0 0 0,-1 1 0 0 0,0-1 0 0 0,0 0 0 0 0,0 0 0 0 0,2-7 0 0 0,-2 4-107 0 0,1-1 1 0 0,-1 1-1 0 0,-1-1 0 0 0,1 0 0 0 0,-2 1 0 0 0,1-1 1 0 0,-1 0-1 0 0,0 0 0 0 0,0 1 0 0 0,-1-1 1 0 0,-3-13-1 0 0,4 19-284 0 0,0 0 1 0 0,-1 0 0 0 0,1 0-1 0 0,-1 0 1 0 0,0 0 0 0 0,1 0 0 0 0,-1 0-1 0 0,0 0 1 0 0,0 0 0 0 0,0 1-1 0 0,0-1 1 0 0,-1 0 0 0 0,1 1-1 0 0,0-1 1 0 0,-1 1 0 0 0,1-1-1 0 0,-1 1 1 0 0,1 0 0 0 0,-1 0-1 0 0,0-1 1 0 0,0 1 0 0 0,1 0-1 0 0,-1 1 1 0 0,0-1 0 0 0,0 0-1 0 0,0 0 1 0 0,0 1 0 0 0,0-1-1 0 0,0 1 1 0 0,-3-1 0 0 0,-6 3-13 0 0,0 1 0 0 0,1-1 0 0 0,0 2 0 0 0,0-1 0 0 0,0 1 0 0 0,0 1 0 0 0,0 0 0 0 0,1 0 0 0 0,0 1 0 0 0,0 0 0 0 0,0 1 0 0 0,1-1 0 0 0,-13 15 0 0 0,4-4-9 0 0,2 1 1 0 0,0 1 0 0 0,0 0-1 0 0,2 1 1 0 0,-15 28 0 0 0,24-40 9 0 0,0 0-1 0 0,1 0 1 0 0,0 0 0 0 0,0 1-1 0 0,1-1 1 0 0,0 1 0 0 0,0-1-1 0 0,1 1 1 0 0,0 9 0 0 0,1-15-6 0 0,0 0 0 0 0,1 0 0 0 0,-1 0 0 0 0,1 0 0 0 0,0 0 0 0 0,-1 0 0 0 0,1-1 0 0 0,1 1 0 0 0,-1 0 0 0 0,0 0 0 0 0,1-1 0 0 0,-1 1 0 0 0,1-1 0 0 0,0 0 0 0 0,-1 1 0 0 0,1-1 0 0 0,0 0 0 0 0,1 0 0 0 0,-1 0 0 0 0,0 0 0 0 0,1 0 0 0 0,-1-1 0 0 0,1 1 0 0 0,-1-1 0 0 0,1 0 0 0 0,0 1 0 0 0,-1-1 0 0 0,1 0 0 0 0,0-1 0 0 0,3 2 0 0 0,2 0-12 0 0,1-1-1 0 0,-1 1 1 0 0,1-1-1 0 0,-1-1 1 0 0,1 0-1 0 0,-1 0 1 0 0,1 0 0 0 0,-1-1-1 0 0,1 0 1 0 0,-1-1-1 0 0,0 0 1 0 0,0-1-1 0 0,0 1 1 0 0,0-1-1 0 0,0-1 1 0 0,0 1 0 0 0,-1-2-1 0 0,1 1 1 0 0,-1-1-1 0 0,0 0 1 0 0,-1 0-1 0 0,7-7 1 0 0,2-3-16 0 0,-1 0-1 0 0,-1-2 1 0 0,-1 1 0 0 0,0-2 0 0 0,-1 0 0 0 0,0 0-1 0 0,13-36 1 0 0,5-19 38 0 0,-29 71-47 0 0,-1 3 1 0 0,0-1 24 0 0,0 1 0 0 0,0-1 0 0 0,0 1 0 0 0,0 0 0 0 0,0-1 0 0 0,0 1 0 0 0,0 0 0 0 0,0 0 0 0 0,0 0 0 0 0,0 0 0 0 0,1 0 0 0 0,-1 0 0 0 0,0 0 0 0 0,0 0 0 0 0,1 0 0 0 0,-2 2 0 0 0,-10 24-16 0 0,9-22 6 0 0,-4 12 6 0 0,0 0-1 0 0,1 0 0 0 0,-5 23 0 0 0,9-33 7 0 0,1 0-1 0 0,0 0 0 0 0,1-1 0 0 0,-1 1 0 0 0,1 0 1 0 0,0 0-1 0 0,1 0 0 0 0,0 0 0 0 0,0-1 0 0 0,0 1 1 0 0,5 12-1 0 0,-4-15-210 0 0,1 1 1 0 0,-1-1 0 0 0,1 0-1 0 0,0 0 1 0 0,1 0 0 0 0,-1 0-1 0 0,1 0 1 0 0,0-1 0 0 0,-1 1-1 0 0,1-1 1 0 0,1 0 0 0 0,5 3-1 0 0,-6-4-472 0 0,-1 0-1 0 0,1-1 0 0 0,0 1 0 0 0,0-1 0 0 0,0 0 1 0 0,0 0-1 0 0,0 0 0 0 0,0 0 0 0 0,0-1 0 0 0,7 0 1 0 0,13-1-2876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8.3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0 159 744 0 0,'20'-42'4974'0'0,"14"-26"1220"0"0,-34 67-6153 0 0,1-1-1 0 0,0 1 1 0 0,-1 0 0 0 0,1 0 0 0 0,0 0 0 0 0,0 0 0 0 0,0 0-1 0 0,0 0 1 0 0,0 0 0 0 0,0 1 0 0 0,0-1 0 0 0,0 0 0 0 0,0 0-1 0 0,0 1 1 0 0,0-1 0 0 0,1 1 0 0 0,-1-1 0 0 0,0 1 0 0 0,0-1-1 0 0,1 1 1 0 0,-1 0 0 0 0,0 0 0 0 0,0 0 0 0 0,1-1 0 0 0,-1 1-1 0 0,0 0 1 0 0,1 1 0 0 0,-1-1 0 0 0,0 0 0 0 0,1 0 0 0 0,-1 0-1 0 0,0 1 1 0 0,0-1 0 0 0,1 1 0 0 0,-1-1 0 0 0,0 1-1 0 0,0-1 1 0 0,0 1 0 0 0,0 0 0 0 0,0 0 0 0 0,2 1 0 0 0,2 2 62 0 0,1 0 1 0 0,-1 1 0 0 0,0 0 0 0 0,-1 0 0 0 0,1 0 0 0 0,4 9-1 0 0,-2-2 62 0 0,-1 0-1 0 0,0 1 1 0 0,-1 0-1 0 0,0 0 1 0 0,-1 1-1 0 0,0-1 1 0 0,-1 1 0 0 0,-1 0-1 0 0,-1-1 1 0 0,1 1-1 0 0,-2 0 1 0 0,-2 28-1 0 0,2-39-47 0 0,0 0 0 0 0,0 0 1 0 0,0 0-1 0 0,-1 0 0 0 0,1 0 0 0 0,-1 0 0 0 0,0-1 0 0 0,0 1 0 0 0,0 0 1 0 0,0 0-1 0 0,0 0 0 0 0,0-1 0 0 0,-1 1 0 0 0,1-1 0 0 0,-1 1 0 0 0,0-1 1 0 0,0 0-1 0 0,0 1 0 0 0,-3 2 0 0 0,3-4 5 0 0,0-2-25 0 0,0 1-86 0 0,1 0 0 0 0,0 0 0 0 0,-1 0 0 0 0,1-1 0 0 0,0 1 0 0 0,0-1 0 0 0,-1 1 0 0 0,1-1 0 0 0,0 1 0 0 0,0-1 0 0 0,0 0 0 0 0,0 1 0 0 0,-1-1 0 0 0,1 0 0 0 0,0 0 0 0 0,1 0 0 0 0,-1 0 0 0 0,0 0 0 0 0,0 0 0 0 0,0 0 0 0 0,0 0 0 0 0,1 0 0 0 0,-2-2 0 0 0,1 0-3 0 0,0 0 1 0 0,1 0 0 0 0,-1 0-1 0 0,1 0 1 0 0,-1 0 0 0 0,1 0-1 0 0,0 0 1 0 0,0 0 0 0 0,1-6-1 0 0,0 0-10 0 0,1 0 0 0 0,0 0 0 0 0,1 1 0 0 0,0-1-1 0 0,0 1 1 0 0,7-14 0 0 0,-1 8-14 0 0,1 1 0 0 0,1-1 0 0 0,0 2 0 0 0,0-1 0 0 0,1 2 0 0 0,22-17 0 0 0,-24 20-4 0 0,0 1 0 0 0,0 1 0 0 0,1 0 0 0 0,0 0 0 0 0,0 1 0 0 0,1 0 0 0 0,-1 1 1 0 0,1 0-1 0 0,18-3 0 0 0,-26 7 15 0 0,0-1 0 0 0,0 1 0 0 0,-1-1 0 0 0,1 1-1 0 0,0 0 1 0 0,0 0 0 0 0,0 1 0 0 0,-1-1 0 0 0,1 1 0 0 0,0 0 0 0 0,-1 0 0 0 0,1 0 0 0 0,0 1 0 0 0,-1-1 0 0 0,1 1 0 0 0,-1 0 0 0 0,0 0 0 0 0,0 0 0 0 0,0 0 0 0 0,0 0 0 0 0,0 1-1 0 0,0-1 1 0 0,0 1 0 0 0,-1 0 0 0 0,1 0 0 0 0,-1 0 0 0 0,0 0 0 0 0,0 0 0 0 0,0 1 0 0 0,0-1 0 0 0,-1 1 0 0 0,0-1 0 0 0,2 5 0 0 0,1 10 9 0 0,0 0 1 0 0,-1 1-1 0 0,-1-1 1 0 0,-1 1-1 0 0,-1 25 1 0 0,0-27 4 0 0,0-8 8 0 0,-1 4-77 0 0,2 1-1 0 0,0-1 1 0 0,3 18 0 0 0,-3-27-99 0 0,0 0 1 0 0,0-1-1 0 0,0 1 0 0 0,1-1 1 0 0,-1 1-1 0 0,1-1 1 0 0,0 0-1 0 0,0 0 0 0 0,0 0 1 0 0,0 0-1 0 0,1 0 1 0 0,-1 0-1 0 0,1 0 0 0 0,-1-1 1 0 0,1 1-1 0 0,6 3 0 0 0,-7-5-58 0 0,0 0 0 0 0,1 1 0 0 0,0-1-1 0 0,-1 0 1 0 0,1 0 0 0 0,-1-1-1 0 0,1 1 1 0 0,0 0 0 0 0,0-1-1 0 0,-1 0 1 0 0,1 0 0 0 0,0 1-1 0 0,0-2 1 0 0,0 1 0 0 0,-1 0-1 0 0,1-1 1 0 0,5 0 0 0 0,-3-1 9 0 0,1-1 1 0 0,-1 1-1 0 0,0-1 0 0 0,1 0 1 0 0,-1 0-1 0 0,0 0 0 0 0,-1-1 1 0 0,6-4-1 0 0,2-4 45 0 0,0-1 1 0 0,0-1-1 0 0,-1 0 1 0 0,15-26-1 0 0,49-101 2016 0 0,-16-2 4435 0 0,-72 178-4667 0 0,-5 11-595 0 0,-23 93 1 0 0,37-114-811 0 0,-1 40 1 0 0,5-64-207 0 0,1 0-1 0 0,-1 1 1 0 0,0-1-1 0 0,0 1 1 0 0,1-1-1 0 0,-1 0 1 0 0,1 1-1 0 0,-1-1 1 0 0,1 0-1 0 0,-1 1 1 0 0,1-1-1 0 0,0 0 1 0 0,0 0-1 0 0,-1 0 1 0 0,1 0 0 0 0,0 0-1 0 0,0 0 1 0 0,0 0-1 0 0,0 0 1 0 0,0 0-1 0 0,1 0 1 0 0,-1 0-1 0 0,0 0 1 0 0,0-1-1 0 0,0 1 1 0 0,1-1-1 0 0,-1 1 1 0 0,0-1-1 0 0,1 1 1 0 0,-1-1 0 0 0,3 1-1 0 0,1-1-76 0 0,-1 1 0 0 0,1 0 0 0 0,0-1 0 0 0,0 0-1 0 0,0 0 1 0 0,0-1 0 0 0,6-1 0 0 0,-1 0-570 0 0,-1-1 0 0 0,1 0 0 0 0,-1-1 0 0 0,0 0 0 0 0,0 0 1 0 0,0-1-1 0 0,0-1 0 0 0,10-7 0 0 0,-9 4-1294 0 0,0 0 0 0 0,0 0 1 0 0,9-13-1 0 0,-2-2-3654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8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71 2024 0 0,'-4'-4'731'0'0,"-13"-13"2531"0"0,-1 0 0 0 0,-21-15-1 0 0,37 31-3133 0 0,1 1-208 0 0,0 0-1 0 0,0 0 0 0 0,0 0 0 0 0,-1 0 0 0 0,1 1 0 0 0,0-1 0 0 0,0 0 0 0 0,0 1 0 0 0,0-1 0 0 0,0 0 1 0 0,0 1-1 0 0,-1 0 0 0 0,1-1 0 0 0,0 1 0 0 0,0 0 0 0 0,1-1 0 0 0,-1 1 0 0 0,0 0 0 0 0,0 0 0 0 0,0 0 1 0 0,0 0-1 0 0,1-1 0 0 0,-1 1 0 0 0,0 2 0 0 0,-1 0-468 0 0,1-1 0 0 0,0 1-1 0 0,0 0 1 0 0,1 0 0 0 0,-1 0 0 0 0,1 0 0 0 0,-1 0-1 0 0,1 5 1 0 0,0 4-2750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9.6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114 512 1724 0 0,'8'-2'1811'0'0,"0"0"0"0"0,0 0 0 0 0,0 0 1 0 0,-1-1-1 0 0,13-6 0 0 0,-12 4-517 0 0,0 0 1 0 0,-1 0 0 0 0,1 0-1 0 0,11-11 1 0 0,-18 14-795 0 0,-1 2-488 0 0,0-1 1 0 0,0 1-1 0 0,0 0 1 0 0,0-1 0 0 0,0 1-1 0 0,0-1 1 0 0,0 1-1 0 0,0 0 1 0 0,0-1-1 0 0,0 1 1 0 0,-1-1-1 0 0,1 1 1 0 0,0 0 0 0 0,0-1-1 0 0,0 1 1 0 0,-1 0-1 0 0,1-1 1 0 0,0 1-1 0 0,-1 0 1 0 0,1 0 0 0 0,0-1-1 0 0,0 1 1 0 0,-1 0-1 0 0,1 0 1 0 0,0-1-1 0 0,-1 1 1 0 0,1 0-1 0 0,-1 0 1 0 0,1 0 0 0 0,0 0-1 0 0,-1 0 1 0 0,1-1-1 0 0,0 1 1 0 0,-1 0-1 0 0,1 0 1 0 0,-1 0-1 0 0,-21 2 95 0 0,4 2-79 0 0,0 1 1 0 0,0 0-1 0 0,-29 14 0 0 0,39-15-32 0 0,0 0 0 0 0,1 1-1 0 0,-1-1 1 0 0,1 1-1 0 0,0 1 1 0 0,0-1-1 0 0,1 1 1 0 0,0 1 0 0 0,0-1-1 0 0,-8 12 1 0 0,13-16 1 0 0,0 0 1 0 0,0 0-1 0 0,0 0 1 0 0,0 0 0 0 0,0 0-1 0 0,1 1 1 0 0,-1-1-1 0 0,1 0 1 0 0,0 0-1 0 0,-1 1 1 0 0,1-1-1 0 0,0 0 1 0 0,0 1-1 0 0,0-1 1 0 0,1 0-1 0 0,-1 0 1 0 0,1 1-1 0 0,-1-1 1 0 0,1 0 0 0 0,0 0-1 0 0,-1 1 1 0 0,1-1-1 0 0,0 0 1 0 0,1 0-1 0 0,-1 0 1 0 0,0 0-1 0 0,1-1 1 0 0,1 4-1 0 0,6 4-4 0 0,-1 0-1 0 0,1-1 0 0 0,1 0 1 0 0,11 8-1 0 0,-8-6 4 0 0,25 16-29 0 0,-28-19 2 0 0,0 0 0 0 0,0 0-1 0 0,0 1 1 0 0,-1 0 0 0 0,0 0 0 0 0,-1 1 0 0 0,12 16 0 0 0,-19-24 35 0 0,-1 0 1 0 0,1 0 0 0 0,-1 1-1 0 0,1-1 1 0 0,-1 0-1 0 0,0 0 1 0 0,1 0-1 0 0,-1 0 1 0 0,0 0-1 0 0,0 0 1 0 0,0 1 0 0 0,0-1-1 0 0,0 0 1 0 0,0 0-1 0 0,0 0 1 0 0,0 1-1 0 0,-1-1 1 0 0,1 0-1 0 0,0 0 1 0 0,-1 0 0 0 0,1 0-1 0 0,0 0 1 0 0,-1 0-1 0 0,0 0 1 0 0,1 0-1 0 0,-1 0 1 0 0,0 0 0 0 0,1 0-1 0 0,-1 0 1 0 0,0 0-1 0 0,0-1 1 0 0,0 1-1 0 0,0 0 1 0 0,0 0-1 0 0,-2 0 1 0 0,-3 4 40 0 0,-1 0 0 0 0,0-1 0 0 0,-12 5 1 0 0,18-8-42 0 0,-22 8 107 0 0,-1-2 0 0 0,-39 8 0 0 0,47-11-24 0 0,15-4-100 0 0,0 0 1 0 0,1 1-1 0 0,-1-1 1 0 0,0 0 0 0 0,0 1-1 0 0,1-1 1 0 0,-1 0 0 0 0,0 0-1 0 0,0 0 1 0 0,0 0 0 0 0,1 0-1 0 0,-1 0 1 0 0,0 0 0 0 0,0 0-1 0 0,0 0 1 0 0,1 0-1 0 0,-1 0 1 0 0,0-1 0 0 0,0 1-1 0 0,1 0 1 0 0,-1 0 0 0 0,0-1-1 0 0,0 1 1 0 0,1-1 0 0 0,-1 1-1 0 0,0-1 1 0 0,1 0-16 0 0,0 0 0 0 0,0 0 0 0 0,0 0 0 0 0,0 0 0 0 0,0 0 0 0 0,1 0 0 0 0,-1 1 0 0 0,0-1 1 0 0,1 0-1 0 0,-1 0 0 0 0,0 0 0 0 0,1 0 0 0 0,-1 1 0 0 0,1-1 0 0 0,0 0 0 0 0,-1 0 0 0 0,2 0 0 0 0,32-32-752 0 0,111-71-639 0 0,123-96 433 0 0,-209 151 886 0 0,-2-2-1 0 0,67-78 0 0 0,-105 105 150 0 0,0 0 0 0 0,27-50-1 0 0,-41 65 5 0 0,0 0-1 0 0,-1 0 1 0 0,0-1-1 0 0,0 0 1 0 0,-1 0 0 0 0,-1 0-1 0 0,1 0 1 0 0,-2-1-1 0 0,1 1 1 0 0,-2 0 0 0 0,0-21-1 0 0,0 30-51 0 0,0 0 0 0 0,0-1 0 0 0,0 1-1 0 0,0 0 1 0 0,0 0 0 0 0,-1-1 0 0 0,1 1-1 0 0,0 0 1 0 0,-1 0 0 0 0,1 0 0 0 0,-1 0 0 0 0,1-1-1 0 0,-1 1 1 0 0,0 0 0 0 0,1 0 0 0 0,-1 0 0 0 0,0 0-1 0 0,0 0 1 0 0,0 0 0 0 0,0 1 0 0 0,0-1-1 0 0,0 0 1 0 0,0 0 0 0 0,0 1 0 0 0,0-1 0 0 0,0 0-1 0 0,0 1 1 0 0,0-1 0 0 0,0 1 0 0 0,-1 0-1 0 0,1-1 1 0 0,0 1 0 0 0,0 0 0 0 0,0 0 0 0 0,-1 0-1 0 0,1 0 1 0 0,0 0 0 0 0,-1 0 0 0 0,1 0 0 0 0,0 0-1 0 0,0 0 1 0 0,0 0 0 0 0,-1 1 0 0 0,1-1-1 0 0,0 1 1 0 0,0-1 0 0 0,0 1 0 0 0,0-1 0 0 0,-2 1-1 0 0,-5 3-9 0 0,-1 1 0 0 0,1 0-1 0 0,0 0 1 0 0,-13 11-1 0 0,1 2 71 0 0,2 1-1 0 0,0 1 1 0 0,1 0-1 0 0,1 1 1 0 0,1 0-1 0 0,1 2 1 0 0,-15 30 0 0 0,2 6 540 0 0,-35 111 1 0 0,50-130-423 0 0,2 1 1 0 0,-8 66-1 0 0,16-81-109 0 0,1 0 1 0 0,1-1 0 0 0,1 1 0 0 0,1 0 0 0 0,8 36-1 0 0,-10-60-53 0 0,0 0 0 0 0,1 0 0 0 0,0 1 0 0 0,-1-1 0 0 0,1 0 0 0 0,0-1 0 0 0,0 1 0 0 0,0 0 0 0 0,0 0 0 0 0,0 0 0 0 0,0 0-1 0 0,0-1 1 0 0,1 1 0 0 0,-1 0 0 0 0,1-1 0 0 0,-1 0 0 0 0,1 1 0 0 0,2 1 0 0 0,-3-2 31 0 0,19-9 75 0 0,-9-5-95 0 0,0 0 1 0 0,0-1-1 0 0,-1 0 1 0 0,-1 0-1 0 0,13-29 1 0 0,17-25-28 0 0,-22 42-2 0 0,3-5-32 0 0,47-54 1 0 0,-61 79 15 0 0,0-1 0 0 0,0 1 1 0 0,0 1-1 0 0,1-1 0 0 0,0 1 1 0 0,0 0-1 0 0,1 1 0 0 0,-1-1 1 0 0,1 2-1 0 0,0-1 0 0 0,0 1 1 0 0,0 0-1 0 0,15-3 0 0 0,-19 6 9 0 0,-1-1-1 0 0,1 1 1 0 0,-1 0 0 0 0,0 0-1 0 0,1 1 1 0 0,-1-1 0 0 0,1 1-1 0 0,-1-1 1 0 0,0 1 0 0 0,1 0-1 0 0,-1 0 1 0 0,0 1 0 0 0,0-1-1 0 0,0 0 1 0 0,0 1-1 0 0,0 0 1 0 0,3 2 0 0 0,-2 0 21 0 0,0 0-1 0 0,-1 0 1 0 0,1 0 0 0 0,-1 0 0 0 0,0 0-1 0 0,0 1 1 0 0,-1-1 0 0 0,1 1 0 0 0,-1 0 0 0 0,2 6-1 0 0,0 2 114 0 0,-1 0-1 0 0,0 0 1 0 0,-1 1 0 0 0,0-1-1 0 0,-1 1 1 0 0,0-1-1 0 0,-3 22 1 0 0,1-28-38 0 0,-8 121 1142 0 0,9-127-1167 0 0,0 0 1 0 0,1 0-1 0 0,-1 0 1 0 0,0 0-1 0 0,1-1 0 0 0,-1 1 1 0 0,1 0-1 0 0,-1 0 0 0 0,1-1 1 0 0,-1 1-1 0 0,1 0 0 0 0,-1-1 1 0 0,1 1-1 0 0,0 0 1 0 0,-1-1-1 0 0,1 1 0 0 0,0-1 1 0 0,-1 1-1 0 0,1-1 0 0 0,0 0 1 0 0,0 1-1 0 0,0-1 1 0 0,-1 0-1 0 0,1 1 0 0 0,0-1 1 0 0,0 0-1 0 0,0 0 0 0 0,0 0 1 0 0,0 0-1 0 0,-1 0 0 0 0,1 0 1 0 0,0 0-1 0 0,0 0 1 0 0,0 0-1 0 0,0 0 0 0 0,1-1 1 0 0,38-5 273 0 0,-35 5-227 0 0,28-7-37 0 0,0-2 0 0 0,-1-1 1 0 0,0-2-1 0 0,-1-1 0 0 0,32-19 0 0 0,-22 9-3240 0 0,50-41-1 0 0,-73 49-385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3:59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5220 0 0,'14'3'10097'0'0,"3"-1"-6024"0"0,-2 1-3053 0 0,2-5-5689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18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50 1632 0 0,'5'-24'6284'0'0,"-6"1"1611"0"0,1 23-7864 0 0,0 0 0 0 0,0-1 0 0 0,0 1 0 0 0,0 0 0 0 0,0 0 0 0 0,0 0 0 0 0,0 0 0 0 0,0 0 0 0 0,0 0 0 0 0,-1 0 0 0 0,1-1 0 0 0,0 1 0 0 0,0 0 0 0 0,0 0 0 0 0,0 0 0 0 0,0 0 0 0 0,0 0 0 0 0,-1 0 0 0 0,1 0 0 0 0,0 0 0 0 0,0 0 0 0 0,0 0 0 0 0,0 0 0 0 0,-1 0 0 0 0,1 0 0 0 0,0 0 0 0 0,0 0 0 0 0,0 0 0 0 0,0 0 0 0 0,0 0 0 0 0,-1 0 0 0 0,1 0 0 0 0,0 0-1 0 0,0 0 1 0 0,0 0 0 0 0,0 0 0 0 0,-1 0 0 0 0,1 0 0 0 0,0 0 0 0 0,0 0 0 0 0,0 0 0 0 0,0 0 0 0 0,0 0 0 0 0,0 1 0 0 0,-1-1 0 0 0,1 0 0 0 0,0 0 0 0 0,0 0 0 0 0,0 0 0 0 0,0 0 0 0 0,0 0 0 0 0,0 1 0 0 0,0-1 0 0 0,-5 14 1141 0 0,-1 21 240 0 0,6-34-1322 0 0,-56 470 3534 0 0,51-436-3625 0 0,-3 26-597 0 0,5-21-3893 0 0,5-32 625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18.3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46 1460 0 0,'5'-7'2697'0'0,"0"0"-1"0"0,0 0 0 0 0,-1-1 1 0 0,4-9 3909 0 0,-13 27-5785 0 0,1-1-1 0 0,-1 1 0 0 0,-2 11 0 0 0,-51 185 1475 0 0,29-67-6534 0 0,27-126 2501 0 0,-3 16-1435 0 0,3-9-5194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18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81 3048 0 0,'3'-13'1925'0'0,"0"-1"862"0"0,-1 0 1 0 0,2-21 0 0 0,-4 35-2766 0 0,0 0 0 0 0,0 0 0 0 0,0 0 0 0 0,0-1-1 0 0,0 1 1 0 0,0 0 0 0 0,0 0 0 0 0,0 0 0 0 0,0 0 0 0 0,0 0 0 0 0,0-1 0 0 0,0 1 0 0 0,0 0 0 0 0,0 0 0 0 0,0 0-1 0 0,0 0 1 0 0,0 0 0 0 0,0-1 0 0 0,0 1 0 0 0,0 0 0 0 0,0 0 0 0 0,0 0 0 0 0,0 0 0 0 0,1 0 0 0 0,-1 0 0 0 0,0-1-1 0 0,0 1 1 0 0,0 0 0 0 0,0 0 0 0 0,0 0 0 0 0,0 0 0 0 0,1 0 0 0 0,-1 0 0 0 0,0 0 0 0 0,0 0 0 0 0,0 0 0 0 0,0 0-1 0 0,0 0 1 0 0,1 0 0 0 0,-1 0 0 0 0,0 0 0 0 0,0 0 0 0 0,0 0 0 0 0,8 4 627 0 0,5 8-68 0 0,10 29-261 0 0,-2 0 0 0 0,-1 2 0 0 0,-2 0 0 0 0,-2 1 1 0 0,-2 0-1 0 0,-2 1 0 0 0,-2 1 0 0 0,-2 0 0 0 0,-2 0 0 0 0,0 75 0 0 0,-8-58-560 0 0,-2 0-1 0 0,-3 0 1 0 0,-3-1 0 0 0,-3 0-1 0 0,-2-1 1 0 0,-3-1 0 0 0,-34 78-1 0 0,-26 32-2664 0 0,19-61-2646 0 0,19-43-717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19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373 217 84 0 0,'-18'-19'10975'0'0,"14"22"-9918"0"0,5 10-831 0 0,0-4 94 0 0,1-1 0 0 0,0 1 0 0 0,0-1 0 0 0,1 1-1 0 0,0-1 1 0 0,1 0 0 0 0,5 9 0 0 0,-9-15 22 0 0,13 5 1347 0 0,-11-7-1594 0 0,1 0 0 0 0,0 0 0 0 0,-1 0 1 0 0,1 0-1 0 0,-1-1 0 0 0,1 1 0 0 0,-1-1 0 0 0,1 0 0 0 0,-1 1 0 0 0,0-1 0 0 0,1 0 0 0 0,-1 0 0 0 0,0-1 0 0 0,3-1 0 0 0,0-1 1 0 0,0 0 0 0 0,0 0 0 0 0,0 0 0 0 0,0-1-1 0 0,5-7 1 0 0,0-2-7 0 0,-1 0-1 0 0,0-1 1 0 0,10-24 0 0 0,-17 33-52 0 0,0 0 0 0 0,0 0 1 0 0,0 0-1 0 0,-1 0 0 0 0,0-1 0 0 0,-1 1 1 0 0,1 0-1 0 0,-1-1 0 0 0,0 1 1 0 0,-1-1-1 0 0,1 1 0 0 0,-1 0 0 0 0,-1 0 1 0 0,1-1-1 0 0,-1 1 0 0 0,0 0 0 0 0,-6-11 1 0 0,7 14-39 0 0,-1 0 1 0 0,0-1-1 0 0,0 1 1 0 0,-1 0 0 0 0,1 0-1 0 0,-1 0 1 0 0,1 1-1 0 0,-1-1 1 0 0,0 0 0 0 0,0 1-1 0 0,0 0 1 0 0,0 0-1 0 0,0 0 1 0 0,-1 0-1 0 0,1 0 1 0 0,-1 1 0 0 0,1-1-1 0 0,-1 1 1 0 0,0 0-1 0 0,1 0 1 0 0,-1 0 0 0 0,0 1-1 0 0,0 0 1 0 0,0-1-1 0 0,1 1 1 0 0,-1 0-1 0 0,0 1 1 0 0,0-1 0 0 0,0 1-1 0 0,-6 1 1 0 0,-3 3-11 0 0,0 0 1 0 0,0 0-1 0 0,0 1 0 0 0,1 1 1 0 0,0 0-1 0 0,0 1 0 0 0,-16 14 1 0 0,-1 3-21 0 0,-40 46 0 0 0,42-40-2 0 0,1 2-1 0 0,-35 59 1 0 0,49-70 16 0 0,0 0 0 0 0,2 1 0 0 0,1 0 0 0 0,0 1 0 0 0,-8 41 0 0 0,16-58 28 0 0,0 0-1 0 0,0 0 1 0 0,1-1 0 0 0,0 1 0 0 0,0 0-1 0 0,1 0 1 0 0,-1 0 0 0 0,1 0-1 0 0,1 0 1 0 0,-1-1 0 0 0,1 1-1 0 0,1 0 1 0 0,-1-1 0 0 0,7 12-1 0 0,-6-13 10 0 0,1-1-1 0 0,-1 1 0 0 0,1-1 0 0 0,0 0 0 0 0,0 1 1 0 0,0-2-1 0 0,1 1 0 0 0,-1 0 0 0 0,1-1 0 0 0,0 0 0 0 0,0 0 1 0 0,0-1-1 0 0,1 1 0 0 0,-1-1 0 0 0,1 0 0 0 0,-1 0 0 0 0,1-1 1 0 0,6 1-1 0 0,44 5 207 0 0,100-3 0 0 0,-127-4-107 0 0,-25 0-103 0 0,-2-1-51 0 0,28-11-2760 0 0,1-8-3696 0 0,-18 11 2900 0 0,0 0-1802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0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201 177 556 0 0,'9'-10'1750'0'0,"5"-5"277"0"0,-1 0 0 0 0,-1 0 0 0 0,0-1 0 0 0,-1 0 0 0 0,0-1 0 0 0,8-20 1 0 0,-19 35-1908 0 0,1 1 1 0 0,-1-1-1 0 0,0 0 1 0 0,0 0-1 0 0,0 1 1 0 0,0-1-1 0 0,0 0 1 0 0,0 0 0 0 0,0 0-1 0 0,0 1 1 0 0,-1-1-1 0 0,1 0 1 0 0,-1 0-1 0 0,1 1 1 0 0,-1-1 0 0 0,0 0-1 0 0,-1-2 1 0 0,1 3 19 0 0,-3 1-36 0 0,-1 1-78 0 0,-1 1 0 0 0,1-1 0 0 0,0 1 0 0 0,0 0 0 0 0,0 0 0 0 0,0 0 0 0 0,1 1 0 0 0,-1 0-1 0 0,1 0 1 0 0,-1 0 0 0 0,1 1 0 0 0,-5 4 0 0 0,-11 13 97 0 0,-19 22 1 0 0,26-28-62 0 0,-13 16 25 0 0,0 2 0 0 0,-23 41 1 0 0,41-62-75 0 0,1 1 0 0 0,1 0 0 0 0,0 0 1 0 0,1 0-1 0 0,0 0 0 0 0,1 1 0 0 0,1 0 0 0 0,0 0 1 0 0,-1 27-1 0 0,3-39-2 0 0,1 0 0 0 0,0-1 1 0 0,0 1-1 0 0,0 0 0 0 0,1 0 1 0 0,-1-1-1 0 0,0 1 0 0 0,1 0 0 0 0,-1 0 1 0 0,1-1-1 0 0,0 1 0 0 0,-1-1 1 0 0,1 1-1 0 0,0 0 0 0 0,0-1 0 0 0,0 0 1 0 0,0 1-1 0 0,0-1 0 0 0,0 1 1 0 0,0-1-1 0 0,1 0 0 0 0,1 2 0 0 0,-1-2-1 0 0,1 0 0 0 0,-1 0-1 0 0,0-1 1 0 0,1 1-1 0 0,-1 0 1 0 0,1-1 0 0 0,-1 0-1 0 0,1 1 1 0 0,-1-1-1 0 0,1 0 1 0 0,-1 0-1 0 0,1-1 1 0 0,-1 1 0 0 0,3-1-1 0 0,5-1 9 0 0,0-1 0 0 0,0 0-1 0 0,0-1 1 0 0,0 0 0 0 0,-1-1 0 0 0,14-8-1 0 0,-6 0-5 0 0,0 0 1 0 0,-1-2-1 0 0,0 1 0 0 0,-1-2 0 0 0,-1 0 0 0 0,23-34 0 0 0,-16 16 362 0 0,-1-1 0 0 0,27-67-1 0 0,-34 72-195 0 0,-12 28-215 0 0,-1 2-27 0 0,1 0 63 0 0,-1 1 1 0 0,0-1 0 0 0,1 0-1 0 0,-1 0 1 0 0,0 0-1 0 0,1 0 1 0 0,-1 1 0 0 0,0-1-1 0 0,0 0 1 0 0,1 0 0 0 0,-1 1-1 0 0,0-1 1 0 0,0 0-1 0 0,1 1 1 0 0,-1-1 0 0 0,0 0-1 0 0,0 0 1 0 0,0 1 0 0 0,1-1-1 0 0,-1 0 1 0 0,0 1 0 0 0,0-1-1 0 0,0 1 1 0 0,0-1-1 0 0,0 0 1 0 0,0 1 0 0 0,0-1-1 0 0,-15 97 35 0 0,-3 25 115 0 0,17-109-541 0 0,1 0 0 0 0,0 1-1 0 0,1-1 1 0 0,0 0 0 0 0,1 0 0 0 0,7 25-1 0 0,-8-33 63 0 0,1-1-1 0 0,0 1 0 0 0,0-1 1 0 0,0 0-1 0 0,0 0 0 0 0,1 0 1 0 0,0 0-1 0 0,0 0 1 0 0,0 0-1 0 0,0-1 0 0 0,0 0 1 0 0,1 1-1 0 0,0-1 0 0 0,-1 0 1 0 0,1-1-1 0 0,0 1 0 0 0,6 2 1 0 0,-6-3-347 0 0,2 0 0 0 0,-1-1 0 0 0,0 1 0 0 0,0-1 1 0 0,0 0-1 0 0,1 0 0 0 0,-1-1 0 0 0,0 0 0 0 0,9 0 1 0 0,10-3-3387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204 257 1468 0 0,'11'-22'2063'0'0,"-1"0"-1"0"0,-1 0 1 0 0,8-27 0 0 0,-14 37-1229 0 0,0 0 1 0 0,-1-1 0 0 0,0 1-1 0 0,-1 0 1 0 0,-1-1-1 0 0,0 1 1 0 0,-3-24 0 0 0,3 35-801 0 0,0 0 0 0 0,0 0 0 0 0,0 1 0 0 0,0-1 0 0 0,0 0 0 0 0,0 0 0 0 0,-1 0 0 0 0,1 1 0 0 0,0-1 0 0 0,-1 0 0 0 0,1 0 0 0 0,0 1 0 0 0,-1-1 0 0 0,1 0 0 0 0,-1 1 1 0 0,1-1-1 0 0,-1 0 0 0 0,1 1 0 0 0,-1-1 0 0 0,0 1 0 0 0,1-1 0 0 0,-1 1 0 0 0,0-1 0 0 0,1 1 0 0 0,-1-1 0 0 0,0 1 0 0 0,0 0 0 0 0,1-1 0 0 0,-2 1 0 0 0,0 0-5 0 0,0 0 0 0 0,0 0 0 0 0,0 0 0 0 0,0 1 0 0 0,1-1 0 0 0,-1 1 0 0 0,0-1 0 0 0,1 1 0 0 0,-1 0 0 0 0,0 0 0 0 0,1-1 0 0 0,-4 3 0 0 0,-4 4 65 0 0,0 0 1 0 0,1 0-1 0 0,-10 10 0 0 0,-3 7 74 0 0,0 1 0 0 0,2 0 0 0 0,1 2 0 0 0,-15 28 0 0 0,23-36-124 0 0,0 1 0 0 0,1 0 0 0 0,2 1-1 0 0,0 0 1 0 0,1 0 0 0 0,-6 37 0 0 0,11-47-46 0 0,1-1 1 0 0,-1 0-1 0 0,2 1 0 0 0,-1-1 1 0 0,2 1-1 0 0,-1-1 1 0 0,1 0-1 0 0,6 17 0 0 0,-6-23-52 0 0,-1 0-1 0 0,1 0 0 0 0,0 0 0 0 0,1 0 0 0 0,-1 0 0 0 0,1 0 0 0 0,-1-1 1 0 0,1 1-1 0 0,0-1 0 0 0,0 0 0 0 0,1 1 0 0 0,-1-2 0 0 0,1 1 0 0 0,0 0 1 0 0,-1-1-1 0 0,1 1 0 0 0,0-1 0 0 0,0 0 0 0 0,1-1 0 0 0,-1 1 0 0 0,0-1 1 0 0,5 1-1 0 0,0 0-244 0 0,0-1 0 0 0,0 0 0 0 0,1-1 1 0 0,-1 0-1 0 0,0 0 0 0 0,0-1 1 0 0,0 0-1 0 0,0-1 0 0 0,0 0 0 0 0,9-3 1 0 0,-5 0-145 0 0,-1 0 0 0 0,1-1 0 0 0,-1 0 0 0 0,-1-1 1 0 0,1-1-1 0 0,11-9 0 0 0,-2-2-683 0 0,-1 0 1 0 0,0-2-1 0 0,-2 0 0 0 0,0-1 0 0 0,27-47 1 0 0,-16 19-1373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0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125 292 1764 0 0,'52'-278'9874'0'0,"-53"264"-9365"0"0,-6 21-5 0 0,-7 23-25 0 0,-24 91 623 0 0,4 1 0 0 0,6 2 0 0 0,-21 231 0 0 0,47-333-1024 0 0,0-6 130 0 0,1 2 0 0 0,1-1 0 0 0,1 23 0 0 0,0-40-189 0 0,-1 0 0 0 0,0 1 0 0 0,0-1 0 0 0,0 1-1 0 0,0-1 1 0 0,0 0 0 0 0,1 1 0 0 0,-1-1-1 0 0,0 1 1 0 0,0-1 0 0 0,0 0 0 0 0,1 1 0 0 0,-1-1-1 0 0,0 0 1 0 0,1 1 0 0 0,-1-1 0 0 0,0 0 0 0 0,1 0-1 0 0,-1 1 1 0 0,0-1 0 0 0,1 0 0 0 0,-1 0 0 0 0,1 0-1 0 0,-1 1 1 0 0,1-1 0 0 0,-1 0 0 0 0,0 0-1 0 0,1 0 1 0 0,-1 0 0 0 0,1 0 0 0 0,-1 0 0 0 0,1 0-1 0 0,-1 0 1 0 0,0 0 0 0 0,1 0 0 0 0,-1 0 0 0 0,1 0-1 0 0,-1 0 1 0 0,1 0 0 0 0,-1 0 0 0 0,0-1 0 0 0,1 1-1 0 0,19-9 74 0 0,-20 8-52 0 0,23-14 62 0 0,-2-2 1 0 0,0 0 0 0 0,36-40-1 0 0,-12 11-73 0 0,-34 36-15 0 0,-3 1-38 0 0,1 0 0 0 0,0 1-1 0 0,1 0 1 0 0,0 1 0 0 0,0 0 0 0 0,0 0 0 0 0,13-5 0 0 0,-20 11 14 0 0,-1 0 1 0 0,0 1 0 0 0,0-1-1 0 0,0 1 1 0 0,0-1-1 0 0,0 1 1 0 0,0 0 0 0 0,0 0-1 0 0,1 0 1 0 0,-1 0-1 0 0,0 0 1 0 0,0 1 0 0 0,0-1-1 0 0,0 1 1 0 0,0-1-1 0 0,0 1 1 0 0,1 0 0 0 0,-2 0-1 0 0,1 0 1 0 0,4 2-1 0 0,-4-1 31 0 0,1 0-1 0 0,0 1 0 0 0,-1 0 1 0 0,0 0-1 0 0,1 0 0 0 0,-1 0 1 0 0,0 0-1 0 0,-1 0 0 0 0,1 0 1 0 0,-1 0-1 0 0,2 5 0 0 0,2 8 146 0 0,-2-1-1 0 0,0 0 0 0 0,0 1 0 0 0,0 22 1 0 0,-3-2 0 0 0,0-24-110 0 0,-1 0 0 0 0,2 0 1 0 0,0 0-1 0 0,0 0 0 0 0,1 0 1 0 0,1 0-1 0 0,4 13 0 0 0,-6-23-74 0 0,-1-1-1 0 0,1 1 1 0 0,0-1-1 0 0,0 0 1 0 0,0 1-1 0 0,1-1 1 0 0,-1 0-1 0 0,0 0 0 0 0,0 0 1 0 0,1 0-1 0 0,-1 0 1 0 0,0 0-1 0 0,1 0 1 0 0,-1 0-1 0 0,1-1 1 0 0,-1 1-1 0 0,1 0 1 0 0,0-1-1 0 0,-1 0 1 0 0,1 1-1 0 0,0-1 0 0 0,-1 0 1 0 0,1 0-1 0 0,0 0 1 0 0,-1 0-1 0 0,1 0 1 0 0,0 0-1 0 0,-1 0 1 0 0,1 0-1 0 0,0-1 1 0 0,2 0-1 0 0,5-2-631 0 0,0 0 0 0 0,0-1-1 0 0,0 0 1 0 0,10-6 0 0 0,-16 8 347 0 0,49-32-6995 0 0,-25 11 10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1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28 106 2724 0 0,'-1'-3'390'0'0,"-3"-5"547"0"0,0 1 0 0 0,0-1 0 0 0,1-1-1 0 0,0 1 1 0 0,1 0 0 0 0,0-1 0 0 0,0 1 0 0 0,1-1 0 0 0,0-10 0 0 0,1 19-918 0 0,0-1-1 0 0,0 1 1 0 0,0-1-1 0 0,1 1 1 0 0,-1-1 0 0 0,0 1-1 0 0,1-1 1 0 0,-1 1-1 0 0,0-1 1 0 0,1 1-1 0 0,-1 0 1 0 0,0-1 0 0 0,1 1-1 0 0,-1 0 1 0 0,1-1-1 0 0,-1 1 1 0 0,1 0-1 0 0,-1-1 1 0 0,0 1 0 0 0,1 0-1 0 0,0 0 1 0 0,-1 0-1 0 0,1-1 1 0 0,-1 1-1 0 0,1 0 1 0 0,-1 0 0 0 0,1 0-1 0 0,-1 0 1 0 0,1 0-1 0 0,-1 0 1 0 0,1 0-1 0 0,-1 0 1 0 0,1 0 0 0 0,-1 0-1 0 0,1 0 1 0 0,0 1-1 0 0,-1-1 1 0 0,1 0-1 0 0,21 8 140 0 0,-12-2-123 0 0,-1 0 1 0 0,-1 1-1 0 0,1-1 0 0 0,-1 2 0 0 0,0-1 0 0 0,-1 1 0 0 0,0 0 0 0 0,0 1 0 0 0,11 18 1 0 0,-4-2 77 0 0,-2 0 1 0 0,17 44-1 0 0,-24-53 226 0 0,-1 0-1 0 0,-1 0 0 0 0,0 0 0 0 0,-2 1 1 0 0,0-1-1 0 0,0 0 0 0 0,-1 1 1 0 0,-1-1-1 0 0,-5 24 0 0 0,6-37-228 0 0,-1-1 0 0 0,1 0 1 0 0,-1 0-1 0 0,0 0 0 0 0,0 1 0 0 0,0-1 0 0 0,0 0 0 0 0,0 0 0 0 0,0-1 0 0 0,0 1 0 0 0,-1 0 0 0 0,1 0 0 0 0,-1 0 1 0 0,1-1-1 0 0,-4 3 0 0 0,4-3 23 0 0,-10-14 109 0 0,10 2-263 0 0,0 0-1 0 0,0 0 1 0 0,2 0 0 0 0,-1 0-1 0 0,1 0 1 0 0,1 0-1 0 0,0 0 1 0 0,1 1 0 0 0,0-1-1 0 0,0 1 1 0 0,9-18-1 0 0,-7 16-2 0 0,1 1-1 0 0,0 0 0 0 0,1 0 1 0 0,0 1-1 0 0,1 0 0 0 0,0 0 0 0 0,0 1 1 0 0,1 0-1 0 0,0 0 0 0 0,13-9 0 0 0,-16 15 15 0 0,0-1 0 0 0,-1 1 0 0 0,1 0-1 0 0,1 1 1 0 0,-1-1 0 0 0,0 1 0 0 0,0 1-1 0 0,1-1 1 0 0,-1 1 0 0 0,1 0 0 0 0,0 0-1 0 0,-1 1 1 0 0,1 0 0 0 0,-1 0 0 0 0,1 1-1 0 0,0 0 1 0 0,-1 0 0 0 0,1 0 0 0 0,-1 1-1 0 0,0 0 1 0 0,1 0 0 0 0,-1 0-1 0 0,0 1 1 0 0,0 0 0 0 0,-1 0 0 0 0,1 1-1 0 0,-1 0 1 0 0,1 0 0 0 0,-1 0 0 0 0,0 0-1 0 0,0 1 1 0 0,-1 0 0 0 0,0 0 0 0 0,0 0-1 0 0,0 1 1 0 0,0-1 0 0 0,-1 1 0 0 0,0 0-1 0 0,0 0 1 0 0,0 0 0 0 0,-1 0 0 0 0,0 0-1 0 0,1 7 1 0 0,-1-1 37 0 0,-1-1 1 0 0,-1 1-1 0 0,0-1 0 0 0,0 1 0 0 0,-1-1 0 0 0,-5 23 1 0 0,0-24 53 0 0,1-13-147 0 0,-2-15-116 0 0,9 3 129 0 0,0 1 0 0 0,1 0 1 0 0,1-1-1 0 0,0 1 0 0 0,1 1 0 0 0,0-1 0 0 0,1 1 0 0 0,1 0 0 0 0,0 0 1 0 0,1 0-1 0 0,18-22 0 0 0,-16 24 33 0 0,0-1 0 0 0,1 1 0 0 0,0 1 0 0 0,0 0 0 0 0,1 0 0 0 0,1 1 0 0 0,0 1-1 0 0,0 0 1 0 0,0 1 0 0 0,1 0 0 0 0,18-6 0 0 0,-26 11 8 0 0,0 1-1 0 0,0-1 1 0 0,0 1-1 0 0,0 0 1 0 0,0 1 0 0 0,0 0-1 0 0,0-1 1 0 0,0 2-1 0 0,0-1 1 0 0,0 1-1 0 0,0 0 1 0 0,0 0-1 0 0,0 1 1 0 0,6 2-1 0 0,-8-3 21 0 0,-1 1 0 0 0,0 0 0 0 0,1 1 0 0 0,-1-1 0 0 0,0 0 0 0 0,0 1 0 0 0,0 0-1 0 0,0 0 1 0 0,0-1 0 0 0,-1 2 0 0 0,1-1 0 0 0,-1 0 0 0 0,0 0 0 0 0,0 1 0 0 0,0 0 0 0 0,-1-1 0 0 0,1 1-1 0 0,-1 0 1 0 0,0-1 0 0 0,0 1 0 0 0,1 8 0 0 0,0 5 64 0 0,-2 0 1 0 0,0 0-1 0 0,-1 0 0 0 0,-1 0 1 0 0,0 0-1 0 0,-9 32 0 0 0,6-30-134 0 0,1 0 0 0 0,0 0 0 0 0,2 0 0 0 0,0 34 0 0 0,2-51-98 0 0,0 1-1 0 0,0-1 1 0 0,1 1 0 0 0,-1-1-1 0 0,1 0 1 0 0,-1 1 0 0 0,1-1-1 0 0,0 0 1 0 0,0 1 0 0 0,0-1-1 0 0,0 0 1 0 0,1 0 0 0 0,-1 0-1 0 0,0 0 1 0 0,1 0 0 0 0,0 0-1 0 0,-1 0 1 0 0,1-1 0 0 0,0 1-1 0 0,0-1 1 0 0,0 1 0 0 0,0-1-1 0 0,0 1 1 0 0,0-1 0 0 0,0 0-1 0 0,1 0 1 0 0,-1 0-1 0 0,0-1 1 0 0,1 1 0 0 0,-1 0-1 0 0,0-1 1 0 0,1 0 0 0 0,-1 1-1 0 0,1-1 1 0 0,-1 0 0 0 0,4 0-1 0 0,3-2-589 0 0,0 1-1 0 0,0-1 0 0 0,-1-1 0 0 0,1 1 1 0 0,0-2-1 0 0,-1 1 0 0 0,0-1 1 0 0,0 0-1 0 0,14-10 0 0 0,-2 0-1334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2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1 218 4916 0 0,'21'-35'2497'0'0,"0"0"-1"0"0,17-46 0 0 0,-7 16 1424 0 0,-30 64-3379 0 0,-4 14 513 0 0,-8 27 36 0 0,-31 139 546 0 0,38-155-1559 0 0,2 1-1 0 0,0 0 1 0 0,2-1 0 0 0,0 1 0 0 0,8 46 0 0 0,-8-69-88 0 0,1 0 1 0 0,-1 0 0 0 0,1-1 0 0 0,-1 1-1 0 0,1 0 1 0 0,0-1 0 0 0,0 1 0 0 0,0 0-1 0 0,0-1 1 0 0,0 1 0 0 0,0-1-1 0 0,0 0 1 0 0,0 1 0 0 0,0-1 0 0 0,1 0-1 0 0,-1 0 1 0 0,1 0 0 0 0,-1 0 0 0 0,1 0-1 0 0,-1 0 1 0 0,1 0 0 0 0,-1 0 0 0 0,1-1-1 0 0,0 1 1 0 0,3 0 0 0 0,-2 0-152 0 0,1-1 0 0 0,-1 1 0 0 0,1-1 0 0 0,-1 0 0 0 0,1 0 0 0 0,-1-1 0 0 0,1 1 0 0 0,-1-1 0 0 0,1 0 0 0 0,-1 0 0 0 0,0 0 0 0 0,6-2 0 0 0,1-3-727 0 0,0 0 0 0 0,-1 0 0 0 0,0-1 1 0 0,0 0-1 0 0,-1-1 0 0 0,0 0 0 0 0,0 0 0 0 0,0-1 1 0 0,-1 0-1 0 0,-1 0 0 0 0,0 0 0 0 0,9-19 0 0 0,2-6-3886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2.2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43 1680 0 0,'-8'-9'1916'0'0,"-4"3"-340"0"0,3-3-387 0 0,3 4 587 0 0,-8-3-680 0 0,2 3-276 0 0,-3 13-880 0 0,6 6-452 0 0,9-1-124 0 0,-3 2-268 0 0,1 1-512 0 0,1 1-629 0 0,1 0-31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1 744 0 0,'0'0'8968'0'0,"15"2"-3559"0"0,-11 1-5258 0 0,0 0 0 0 0,0 0 1 0 0,-1 0-1 0 0,1 1 0 0 0,-1-1 1 0 0,0 1-1 0 0,0 0 1 0 0,0-1-1 0 0,-1 2 0 0 0,0-1 1 0 0,1 0-1 0 0,-1 0 0 0 0,-1 1 1 0 0,3 7-1 0 0,3 11 576 0 0,6 35 0 0 0,-10-24-2 0 0,-1 0 0 0 0,-1 0 0 0 0,-2 0 0 0 0,-1 0 0 0 0,-9 42 0 0 0,10-74-20 0 0,1-4-656 0 0,-1 0 1 0 0,1 1 0 0 0,-1-1 0 0 0,1 0 0 0 0,0 1-1 0 0,0-1 1 0 0,0 0 0 0 0,0 0 0 0 0,0 1 0 0 0,0-1-1 0 0,0 0 1 0 0,1-2 0 0 0,-1 4-49 0 0,2-16 34 0 0,1 1-1 0 0,1 0 0 0 0,0 0 1 0 0,13-29-1 0 0,34-51-11 0 0,-41 79-23 0 0,0 2 1 0 0,0-1-1 0 0,2 2 0 0 0,0-1 1 0 0,24-20-1 0 0,-31 29-16 0 0,0 1 0 0 0,1 0 0 0 0,-1 0 0 0 0,1 0 0 0 0,0 1 0 0 0,0 0 0 0 0,0 0 0 0 0,1 0 0 0 0,-1 1 0 0 0,1 0 0 0 0,-1 0 0 0 0,1 1 0 0 0,0 0 0 0 0,0 0 0 0 0,0 0 1 0 0,0 1-1 0 0,12 1 0 0 0,-15 0 6 0 0,0 0 0 0 0,1 0 0 0 0,-1 1 1 0 0,0-1-1 0 0,0 1 0 0 0,0 0 1 0 0,0 0-1 0 0,0 1 0 0 0,-1-1 1 0 0,1 1-1 0 0,-1 0 0 0 0,0 0 0 0 0,1 0 1 0 0,-1 0-1 0 0,-1 0 0 0 0,1 1 1 0 0,0-1-1 0 0,-1 1 0 0 0,0 0 1 0 0,0 0-1 0 0,0 0 0 0 0,0 0 0 0 0,0 0 1 0 0,-1 0-1 0 0,2 8 0 0 0,1 8-50 0 0,-2 1 0 0 0,0-1-1 0 0,-1 0 1 0 0,-2 27-1 0 0,1-16-229 0 0,-1-30 136 0 0,1 1 1 0 0,0-1-1 0 0,0 1 0 0 0,1-1 1 0 0,-1 0-1 0 0,0 1 0 0 0,0-1 1 0 0,1 0-1 0 0,-1 1 0 0 0,0-1 1 0 0,1 0-1 0 0,-1 0 1 0 0,1 1-1 0 0,0-1 0 0 0,-1 0 1 0 0,1 0-1 0 0,0 0 0 0 0,0 0 1 0 0,0 0-1 0 0,0 0 0 0 0,0 0 1 0 0,0 0-1 0 0,0 0 1 0 0,0 0-1 0 0,0 0 0 0 0,0-1 1 0 0,1 1-1 0 0,-1-1 0 0 0,0 1 1 0 0,0-1-1 0 0,1 1 0 0 0,-1-1 1 0 0,0 1-1 0 0,1-1 1 0 0,-1 0-1 0 0,0 0 0 0 0,1 0 1 0 0,-1 0-1 0 0,2 0 0 0 0,6 0-1375 0 0,-1-1-1 0 0,1-1 1 0 0,-1 1 0 0 0,17-6-1 0 0,-21 5 389 0 0,24-7-5134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3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127 184 800 0 0,'-2'-11'5177'0'0,"-8"-39"6595"0"0,-6 60-10904 0 0,1 13-313 0 0,0 1 0 0 0,2 0-1 0 0,-14 32 1 0 0,22-43-492 0 0,1-1-1 0 0,0 1 1 0 0,0 0 0 0 0,2 0-1 0 0,-1 1 1 0 0,2-1 0 0 0,0 0-1 0 0,1 25 1 0 0,0-33-43 0 0,1-1 0 0 0,0 1 0 0 0,0-1 0 0 0,0 1 0 0 0,0-1 0 0 0,1 0 0 0 0,0 1 0 0 0,0-1 0 0 0,0 0 0 0 0,0 0 0 0 0,0-1 0 0 0,1 1 0 0 0,0 0-1 0 0,0-1 1 0 0,0 1 0 0 0,4 2 0 0 0,-2-2 5 0 0,0-1 0 0 0,0 1-1 0 0,1-1 1 0 0,-1 0-1 0 0,1-1 1 0 0,-1 1-1 0 0,1-1 1 0 0,0 0 0 0 0,0-1-1 0 0,12 3 1 0 0,-8-3-2 0 0,-1-1 0 0 0,1 1 0 0 0,0-1 1 0 0,0-1-1 0 0,0 0 0 0 0,0 0 1 0 0,0-1-1 0 0,-1 0 0 0 0,1-1 0 0 0,-1 0 1 0 0,0-1-1 0 0,1 0 0 0 0,-2 0 0 0 0,17-10 1 0 0,-16 6-9 0 0,0 0 0 0 0,-1-1 0 0 0,0 0 1 0 0,0 0-1 0 0,0 0 0 0 0,-2-1 0 0 0,1 0 1 0 0,-1-1-1 0 0,0 0 0 0 0,-1 0 0 0 0,-1 0 0 0 0,0 0 1 0 0,0-1-1 0 0,3-18 0 0 0,-5 18-10 0 0,0 0-1 0 0,-1-1 1 0 0,0 1-1 0 0,-1-1 1 0 0,0 1-1 0 0,-1-1 1 0 0,0 1 0 0 0,-1 0-1 0 0,-1-1 1 0 0,0 1-1 0 0,0 0 1 0 0,-1 0-1 0 0,-1 1 1 0 0,-6-13-1 0 0,9 20-8 0 0,-1 0-1 0 0,1 0 0 0 0,-1 1 1 0 0,1-1-1 0 0,-1 1 1 0 0,0-1-1 0 0,-1 1 0 0 0,1 0 1 0 0,-1 0-1 0 0,1 0 0 0 0,-1 1 1 0 0,0-1-1 0 0,0 1 0 0 0,0 0 1 0 0,0 0-1 0 0,0 0 0 0 0,-7-1 1 0 0,5 2-5 0 0,0 0 0 0 0,0 1 1 0 0,-1 0-1 0 0,1 0 0 0 0,0 0 0 0 0,0 1 1 0 0,0 0-1 0 0,0 0 0 0 0,0 0 0 0 0,0 1 1 0 0,-9 3-1 0 0,-2 3-11 0 0,1 0 0 0 0,0 2 1 0 0,1-1-1 0 0,0 2 0 0 0,0 0 1 0 0,1 1-1 0 0,-22 23 0 0 0,31-29 13 0 0,-1 1-1 0 0,1 0 0 0 0,1 0 0 0 0,-1 0 0 0 0,1 1 1 0 0,0-1-1 0 0,1 1 0 0 0,0 0 0 0 0,0 0 0 0 0,1 0 1 0 0,-1 1-1 0 0,2-1 0 0 0,-2 17 0 0 0,3-21 8 0 0,0 0 0 0 0,0 0 0 0 0,1 1 0 0 0,-1-1 0 0 0,1 0 0 0 0,0 0 0 0 0,0 0 0 0 0,0 0 0 0 0,1 0 0 0 0,0 0 0 0 0,-1 0 0 0 0,1 0 0 0 0,1 0 0 0 0,-1-1 0 0 0,0 1 0 0 0,1-1 0 0 0,0 0 0 0 0,0 0 0 0 0,0 0 1 0 0,0 0-1 0 0,0 0 0 0 0,1-1 0 0 0,-1 1 0 0 0,1-1 0 0 0,-1 0 0 0 0,1 0 0 0 0,0 0 0 0 0,0-1 0 0 0,5 2 0 0 0,3 0-50 0 0,-1 0 0 0 0,1-1 0 0 0,0-1 1 0 0,-1 0-1 0 0,1 0 0 0 0,0-2 0 0 0,0 1 1 0 0,0-1-1 0 0,0-1 0 0 0,-1 0 0 0 0,1-1 0 0 0,-1 0 1 0 0,0-1-1 0 0,1 0 0 0 0,20-11 0 0 0,7-7-256 0 0,-1-1-1 0 0,62-50 1 0 0,-99 72 304 0 0,115-101-313 0 0,-14 9 223 0 0,-101 93 90 0 0,0-1 1 0 0,0 0-1 0 0,0 1 1 0 0,-1-1-1 0 0,1 0 1 0 0,0 1-1 0 0,0-1 1 0 0,0 1-1 0 0,0 0 1 0 0,0-1-1 0 0,0 1 1 0 0,0 0-1 0 0,0-1 1 0 0,1 1-1 0 0,-1 0 1 0 0,0 0-1 0 0,0 0 1 0 0,0 0-1 0 0,0 0 1 0 0,0 0-1 0 0,0 0 1 0 0,0 1-1 0 0,2-1 1 0 0,-2 1 17 0 0,1 0 1 0 0,-1 0-1 0 0,1 0 0 0 0,-1 0 1 0 0,0 0-1 0 0,1 0 0 0 0,-1 1 1 0 0,0-1-1 0 0,0 0 1 0 0,0 1-1 0 0,0-1 0 0 0,2 4 1 0 0,1 3 122 0 0,0 0 1 0 0,-1 1 0 0 0,0 0 0 0 0,2 10 0 0 0,-1 3 85 0 0,0 1-1 0 0,-2-1 1 0 0,0 1 0 0 0,-3 41 0 0 0,-18 90 588 0 0,12-111-445 0 0,-9 36 6392 0 0,20-105-5910 0 0,10-4-869 0 0,1 0 0 0 0,1 0-1 0 0,1 2 1 0 0,2 0 0 0 0,36-41 0 0 0,125-114-5211 0 0,-156 162 2392 0 0,40-27 0 0 0,0 9-7434 0 0,-46 29 3102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4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238 415 2664 0 0,'-1'-5'1211'0'0,"-1"0"1"0"0,-1 0-1 0 0,1 0 0 0 0,0 0 0 0 0,-6-7 1 0 0,-4-9 2263 0 0,-7 27-2748 0 0,14-3-553 0 0,0 1 1 0 0,0 0-1 0 0,1 0 0 0 0,-1 0 0 0 0,1 0 1 0 0,0 0-1 0 0,-7 11 0 0 0,0-1 155 0 0,-7 7-75 0 0,1 0 0 0 0,1 2-1 0 0,1 0 1 0 0,1 0-1 0 0,1 1 1 0 0,1 1-1 0 0,-13 39 1 0 0,24-61-235 0 0,0 0 1 0 0,0 0 0 0 0,0 1 0 0 0,1-1-1 0 0,-1 0 1 0 0,1 0 0 0 0,0 0 0 0 0,0 0-1 0 0,0 0 1 0 0,1 1 0 0 0,-1-1 0 0 0,1 0-1 0 0,-1 0 1 0 0,1 0 0 0 0,0 0-1 0 0,0 0 1 0 0,0 0 0 0 0,1 0 0 0 0,-1-1-1 0 0,1 1 1 0 0,2 3 0 0 0,-1-3-1 0 0,-1 0 1 0 0,1-1-1 0 0,0 1 1 0 0,1-1-1 0 0,-1 0 1 0 0,0 0-1 0 0,1 0 1 0 0,-1 0-1 0 0,1-1 1 0 0,-1 1-1 0 0,1-1 1 0 0,0 0-1 0 0,0 0 1 0 0,0 0-1 0 0,-1 0 1 0 0,7-1-1 0 0,4 1-2 0 0,0-1 0 0 0,0-1 0 0 0,1 0 1 0 0,-1-1-1 0 0,0 0 0 0 0,0-1 0 0 0,-1-1 0 0 0,1 0 0 0 0,-1-1 1 0 0,0 0-1 0 0,0-1 0 0 0,0-1 0 0 0,-1 0 0 0 0,0 0 0 0 0,0-1 0 0 0,-1-1 1 0 0,0 0-1 0 0,0-1 0 0 0,-1 0 0 0 0,-1 0 0 0 0,1-1 0 0 0,-2 0 0 0 0,0-1 1 0 0,0 0-1 0 0,-1 0 0 0 0,0-1 0 0 0,-1 1 0 0 0,-1-2 0 0 0,0 1 0 0 0,0 0 1 0 0,2-19-1 0 0,-2 9-9 0 0,-2 0 0 0 0,-1 1 1 0 0,0-32-1 0 0,-2 45-17 0 0,-1 1 0 0 0,1-1 0 0 0,-2 1 0 0 0,1-1 0 0 0,-1 1 0 0 0,-1-1 1 0 0,1 1-1 0 0,-2 0 0 0 0,1 0 0 0 0,-1 1 0 0 0,0-1 0 0 0,-6-8 0 0 0,8 13 2 0 0,0 1-1 0 0,0 0 1 0 0,-1-1-1 0 0,1 1 1 0 0,-1 0-1 0 0,1 0 1 0 0,-1 0-1 0 0,0 0 1 0 0,0 1 0 0 0,1-1-1 0 0,-1 1 1 0 0,0 0-1 0 0,-1 0 1 0 0,1 0-1 0 0,0 0 1 0 0,-5-1-1 0 0,2 2 0 0 0,0 0 1 0 0,0 0-1 0 0,1 0 0 0 0,-1 1 0 0 0,0 0 0 0 0,0 0 0 0 0,1 0 0 0 0,-10 4 0 0 0,-3 3-15 0 0,1 0 0 0 0,1 1-1 0 0,-1 1 1 0 0,-24 19-1 0 0,29-19 6 0 0,0 1 0 0 0,0 0 0 0 0,1 0 1 0 0,1 1-1 0 0,0 1 0 0 0,-10 15 0 0 0,17-23 16 0 0,0 0 1 0 0,0 0-1 0 0,0 0 1 0 0,1 0-1 0 0,0 0 1 0 0,0 1-1 0 0,0-1 1 0 0,0 1-1 0 0,1-1 1 0 0,0 1-1 0 0,0 0 1 0 0,1-1-1 0 0,0 1 1 0 0,0 0-1 0 0,0 0 1 0 0,1-1-1 0 0,-1 1 1 0 0,1 0-1 0 0,1-1 1 0 0,1 8-1 0 0,0-8 8 0 0,1 0 0 0 0,-1 0-1 0 0,1 0 1 0 0,0-1 0 0 0,0 1 0 0 0,0-1-1 0 0,1 0 1 0 0,-1 0 0 0 0,1 0 0 0 0,0-1-1 0 0,0 1 1 0 0,1-1 0 0 0,-1-1 0 0 0,1 1-1 0 0,-1-1 1 0 0,1 0 0 0 0,0 0 0 0 0,0 0-1 0 0,8 1 1 0 0,7 0 1 0 0,1 0 0 0 0,-1-1 1 0 0,0-1-1 0 0,28-3 0 0 0,-21 0-42 0 0,-1-1 0 0 0,1-2 1 0 0,0-1-1 0 0,-1-1 1 0 0,0-1-1 0 0,-1-1 0 0 0,0-2 1 0 0,0-1-1 0 0,-1 0 0 0 0,0-2 1 0 0,-2-1-1 0 0,1-1 0 0 0,-2-1 1 0 0,0-1-1 0 0,-1-1 1 0 0,-1 0-1 0 0,26-35 0 0 0,-20 18-4 0 0,-1-1 0 0 0,25-51 0 0 0,29-84 709 0 0,-121 270-639 0 0,17-14 266 0 0,4 0-1 0 0,3 1 1 0 0,-10 147 0 0 0,15 265 1021 0 0,13-452-1256 0 0,8 458 574 0 0,1 1 170 0 0,-9-493-627 0 0,0-1 1 0 0,1 1 0 0 0,0 0-1 0 0,3 11 1 0 0,-3-21-64 0 0,19-33 55 0 0,-2-8-165 0 0,-3-1 1 0 0,-1-1-1 0 0,-1 0 0 0 0,-3 0 0 0 0,8-71 1 0 0,-16 88-30 0 0,-1 1 0 0 0,-1-1 0 0 0,-1 1 0 0 0,-2-1 0 0 0,0 1 1 0 0,-1 0-1 0 0,-2 0 0 0 0,0 1 0 0 0,-2-1 0 0 0,0 1 0 0 0,-19-34 1 0 0,12 31-27 0 0,-2 1 1 0 0,-1 1 0 0 0,-1 0 0 0 0,0 2-1 0 0,-2 0 1 0 0,-1 1 0 0 0,-46-35 0 0 0,19 23-153 0 0,-1 2 0 0 0,-1 2-1 0 0,-59-24 1 0 0,13 4-5648 0 0,97 49 5710 0 0,-1 0 0 0 0,1 0 0 0 0,-1 0 0 0 0,1-1 0 0 0,-1 1 0 0 0,1 0 0 0 0,0-1 0 0 0,-1 1 0 0 0,1 0 0 0 0,-1-1 1 0 0,1 1-1 0 0,0 0 0 0 0,0-1 0 0 0,-1 1 0 0 0,1-1 0 0 0,0 1 0 0 0,-1 0 0 0 0,1-1 0 0 0,0 1 0 0 0,0-1 0 0 0,0 1 0 0 0,0-1 1 0 0,0 1-1 0 0,-1-1 0 0 0,1 1 0 0 0,0-1 0 0 0,0 1 0 0 0,0-1 0 0 0,0 1 0 0 0,0-1 0 0 0,0 1 0 0 0,0-1 0 0 0,1 1 1 0 0,-1-1-1 0 0,0 1 0 0 0,0-1 0 0 0,1 0 0 0 0,13-13-4475 0 0,0 4 237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5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145 194 1484 0 0,'-2'-2'2743'0'0,"-20"-37"9518"0"0,8 48-11672 0 0,10-2-456 0 0,-1-1-1 0 0,1 1 1 0 0,0 0 0 0 0,1 0 0 0 0,0 0-1 0 0,0 0 1 0 0,-3 15 0 0 0,0-2 62 0 0,-8 21 270 0 0,-16 78 0 0 0,26-94-378 0 0,1 0 0 0 0,1 1 0 0 0,1-1 0 0 0,4 39 0 0 0,-3-60-67 0 0,1 1 0 0 0,-1-1 0 0 0,1 0-1 0 0,0 1 1 0 0,1-1 0 0 0,-1 0 0 0 0,1 0 0 0 0,0 0-1 0 0,0 0 1 0 0,0 0 0 0 0,0 0 0 0 0,1 0-1 0 0,-1-1 1 0 0,1 1 0 0 0,0-1 0 0 0,7 6 0 0 0,-5-6 0 0 0,-1 0 1 0 0,1 0-1 0 0,0-1 1 0 0,0 1-1 0 0,1-1 1 0 0,-1 0 0 0 0,0-1-1 0 0,1 1 1 0 0,-1-1-1 0 0,1 0 1 0 0,10 0-1 0 0,-1-1 8 0 0,0-1-1 0 0,0-1 1 0 0,0 0 0 0 0,0-1-1 0 0,0 0 1 0 0,-1-2-1 0 0,0 1 1 0 0,0-2-1 0 0,16-8 1 0 0,-12 4-9 0 0,0-1 0 0 0,-1-1 0 0 0,0-1-1 0 0,-1 0 1 0 0,0-1 0 0 0,-2-1 0 0 0,1-1 0 0 0,-2 0 0 0 0,0 0 0 0 0,-1-1 0 0 0,-1-1 0 0 0,12-24 0 0 0,-14 23-20 0 0,-1 1 1 0 0,-1-1-1 0 0,-1 0 1 0 0,0-1-1 0 0,-2 1 1 0 0,0-1 0 0 0,-1 0-1 0 0,-1 0 1 0 0,-1 0-1 0 0,-1 0 1 0 0,0-1-1 0 0,-7-36 1 0 0,5 49-11 0 0,1 0 0 0 0,-2 1 0 0 0,1-1 1 0 0,-1 1-1 0 0,0 0 0 0 0,-1 0 0 0 0,1 0 0 0 0,-1 0 1 0 0,-1 0-1 0 0,1 1 0 0 0,-1 0 0 0 0,-8-8 0 0 0,9 11 3 0 0,1 0-1 0 0,-1 0 1 0 0,-1 0-1 0 0,1 1 0 0 0,0-1 1 0 0,-1 1-1 0 0,1 0 0 0 0,-1 0 1 0 0,0 0-1 0 0,0 1 0 0 0,1 0 1 0 0,-1 0-1 0 0,0 0 0 0 0,0 0 1 0 0,0 1-1 0 0,0 0 0 0 0,0 0 1 0 0,0 0-1 0 0,0 1 1 0 0,-7 1-1 0 0,-6 3-6 0 0,0 0 0 0 0,0 2 0 0 0,1 0 0 0 0,0 1 0 0 0,1 0-1 0 0,-1 1 1 0 0,-25 21 0 0 0,17-11-5 0 0,2 1 0 0 0,0 1 0 0 0,-38 46 0 0 0,48-50 15 0 0,1 0-1 0 0,1 1 1 0 0,0 0-1 0 0,-11 26 1 0 0,20-39 10 0 0,-1 1 1 0 0,1 0 0 0 0,0 0 0 0 0,0 0 0 0 0,1 0 0 0 0,0 0 0 0 0,0 0 0 0 0,0 1-1 0 0,1-1 1 0 0,0 0 0 0 0,0 0 0 0 0,0 1 0 0 0,1-1 0 0 0,0 0 0 0 0,0 0 0 0 0,1 0-1 0 0,0 0 1 0 0,4 11 0 0 0,-2-12 1 0 0,-1-1 0 0 0,1 1 0 0 0,-1-1 0 0 0,1 0 0 0 0,1 0 0 0 0,-1-1 1 0 0,1 1-1 0 0,-1-1 0 0 0,1 0 0 0 0,0 0 0 0 0,0 0 0 0 0,0-1 0 0 0,0 0 0 0 0,1 0 0 0 0,-1 0 0 0 0,1-1 0 0 0,-1 1 0 0 0,1-1 0 0 0,-1-1 0 0 0,1 1 0 0 0,10-1 0 0 0,3 0 6 0 0,0-1 0 0 0,-1-1 0 0 0,1-1 0 0 0,-1 0 1 0 0,24-9-1 0 0,0-2-17 0 0,-2-2 0 0 0,59-31 0 0 0,72-55-23 0 0,6-2-154 0 0,-174 102 168 0 0,0 0 0 0 0,0 1 0 0 0,1-1 1 0 0,-1 1-1 0 0,0 0 0 0 0,1 0 0 0 0,-1 1 0 0 0,1-1 0 0 0,0 1 0 0 0,-1-1 0 0 0,1 1 0 0 0,-1 0 0 0 0,1 0 0 0 0,5 2 0 0 0,-6-1 11 0 0,-1-1-1 0 0,1 1 1 0 0,0 1-1 0 0,-1-1 0 0 0,1 0 1 0 0,-1 1-1 0 0,0-1 0 0 0,0 1 1 0 0,1 0-1 0 0,-1-1 1 0 0,0 1-1 0 0,0 0 0 0 0,0 1 1 0 0,-1-1-1 0 0,1 0 1 0 0,-1 0-1 0 0,1 1 0 0 0,-1-1 1 0 0,2 5-1 0 0,3 8 11 0 0,0 1 0 0 0,-1 0-1 0 0,-1 1 1 0 0,-1-1 0 0 0,0 1 0 0 0,1 32-1 0 0,-11 102 1452 0 0,5-127-724 0 0,-1 0 5195 0 0,6-34-5271 0 0,9-25-513 0 0,1 1 1 0 0,2 1-1 0 0,2 0 1 0 0,35-54-1 0 0,-29 56-1451 0 0,1 0-1 0 0,33-32 1 0 0,-51 57 511 0 0,-1 1 0 0 0,1 0 1 0 0,1 0-1 0 0,-1 1 1 0 0,12-7-1 0 0,-13 9-210 0 0,0 0-1 0 0,1 0 1 0 0,0 0 0 0 0,-1 1 0 0 0,1 0-1 0 0,0 0 1 0 0,0 0 0 0 0,-1 1 0 0 0,1-1-1 0 0,0 1 1 0 0,0 1 0 0 0,9 1 0 0 0,0 1-4555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7.0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414 793 820 0 0,'2'-4'981'0'0,"1"-1"-1"0"0,-1 1 0 0 0,0-1 1 0 0,-1 1-1 0 0,1-1 1 0 0,-1 0-1 0 0,0 1 1 0 0,0-1-1 0 0,0 0 1 0 0,-1 0-1 0 0,0-6 1 0 0,0 6-537 0 0,0 1 0 0 0,0-1 0 0 0,-1 1 0 0 0,0-1 0 0 0,0 1 0 0 0,0 0 0 0 0,0-1 1 0 0,-1 1-1 0 0,0 0 0 0 0,1 0 0 0 0,-6-7 0 0 0,6 10-397 0 0,0 0 0 0 0,0 0 0 0 0,0 0 0 0 0,0 0-1 0 0,0 0 1 0 0,-1 0 0 0 0,1 0 0 0 0,0 1 0 0 0,-1-1 0 0 0,1 1 0 0 0,0-1 0 0 0,-1 1 0 0 0,1-1-1 0 0,-1 1 1 0 0,1 0 0 0 0,0-1 0 0 0,-1 1 0 0 0,-2 0 0 0 0,-26 4 199 0 0,13 2-191 0 0,-1 1 0 0 0,2 1 0 0 0,-1 0 0 0 0,1 1 0 0 0,0 0 0 0 0,1 2 0 0 0,-26 22 0 0 0,8-2-4 0 0,1 1 1 0 0,-28 38-1 0 0,48-54-31 0 0,0 0-1 0 0,-13 25 0 0 0,21-34 2 0 0,0 1 0 0 0,1-1 0 0 0,0 1 0 0 0,0-1 0 0 0,1 1 0 0 0,0 0 0 0 0,0 0 0 0 0,0 15-1 0 0,2-22-12 0 0,0 0-1 0 0,0 0 0 0 0,0 1 0 0 0,0-1 1 0 0,1 0-1 0 0,-1 0 0 0 0,0 0 0 0 0,1 0 1 0 0,-1 0-1 0 0,1 0 0 0 0,-1 0 0 0 0,1 0 1 0 0,-1 0-1 0 0,1 0 0 0 0,0 0 0 0 0,0 0 0 0 0,-1 0 1 0 0,1 0-1 0 0,0-1 0 0 0,0 1 0 0 0,0 0 1 0 0,0-1-1 0 0,0 1 0 0 0,0 0 0 0 0,0-1 1 0 0,0 1-1 0 0,2 0 0 0 0,0 0 9 0 0,1 0 0 0 0,-1-1 0 0 0,1 1 0 0 0,-1 0 0 0 0,1-1 0 0 0,6 0 0 0 0,-3-1-19 0 0,-1 0 0 0 0,1 0 0 0 0,0 0 0 0 0,-1-1 0 0 0,1 0 0 0 0,-1-1 0 0 0,0 1 0 0 0,0-1 0 0 0,11-7 0 0 0,-1-1-105 0 0,-1 0 0 0 0,15-15 0 0 0,-1-3-166 0 0,-2-1 1 0 0,0-1-1 0 0,-2-1 0 0 0,-2-1 0 0 0,-1-1 1 0 0,24-51-1 0 0,-7 1-262 0 0,46-149 1 0 0,-54 126 1274 0 0,28-183 0 0 0,-59 290-736 0 0,1-1 0 0 0,-1 1 0 0 0,0-1 0 0 0,0 1 0 0 0,0 0 0 0 0,0-1 0 0 0,0 1 0 0 0,0-1 0 0 0,0 1 0 0 0,1-1-1 0 0,-1 1 1 0 0,0-1 0 0 0,-1 1 0 0 0,1-1 0 0 0,0 1 0 0 0,0 0 0 0 0,0-1 0 0 0,0 1 0 0 0,0-1 0 0 0,0 1 0 0 0,-1-1-1 0 0,1 1 1 0 0,0 0 0 0 0,0-1 0 0 0,0 1 0 0 0,-1-1 0 0 0,0 0 0 0 0,-8 9 30 0 0,-8 20-19 0 0,-6 29 399 0 0,3 2-1 0 0,-20 100 0 0 0,33-128-202 0 0,4-18-119 0 0,-54 281 1267 0 0,52-254-1249 0 0,1 1 1 0 0,3-1 0 0 0,1 0-1 0 0,2 1 1 0 0,10 55 0 0 0,-10-85-80 0 0,1-1-1 0 0,0 1 1 0 0,0 0 0 0 0,1-1 0 0 0,0 0 0 0 0,1 0 0 0 0,0 0 0 0 0,10 13-1 0 0,-12-19-19 0 0,1 0 0 0 0,-1 0-1 0 0,1 0 1 0 0,0 0 0 0 0,1-1-1 0 0,-1 0 1 0 0,0 0 0 0 0,1 0-1 0 0,0 0 1 0 0,0-1 0 0 0,0 1-1 0 0,0-1 1 0 0,0-1 0 0 0,0 1-1 0 0,0-1 1 0 0,1 1 0 0 0,-1-2-1 0 0,0 1 1 0 0,7 0 0 0 0,10-2-77 0 0,1 0 0 0 0,-1-1 1 0 0,1-2-1 0 0,-1 0 1 0 0,0-1-1 0 0,-1-1 0 0 0,1-1 1 0 0,-1-1-1 0 0,-1-1 1 0 0,27-15-1 0 0,-18 6-60 0 0,-1 0 1 0 0,0-2-1 0 0,-2-1 1 0 0,0-1 0 0 0,-1-1-1 0 0,24-31 1 0 0,-34 38 196 0 0,-1-1 0 0 0,-1-1 0 0 0,-1 0 0 0 0,-1 0 0 0 0,0-1 0 0 0,-1-1 0 0 0,-1 0 0 0 0,-1 0 0 0 0,-1-1 0 0 0,8-38 0 0 0,-15 58-65 0 0,1 0 0 0 0,-1 0 0 0 0,0 0 0 0 0,0 0 0 0 0,0 0 0 0 0,1 0 0 0 0,-1 0 0 0 0,0 0 0 0 0,0 0 0 0 0,-1 0 0 0 0,1 0 1 0 0,0 0-1 0 0,0 0 0 0 0,0 0 0 0 0,-1 0 0 0 0,1 0 0 0 0,0 0 0 0 0,-1 0 0 0 0,1 0 0 0 0,-1 0 0 0 0,1 0 0 0 0,-1 1 0 0 0,0-1 0 0 0,1 0 1 0 0,-1 0-1 0 0,-1 0 0 0 0,1 0-3 0 0,-1 1 0 0 0,1 0 1 0 0,0-1-1 0 0,-1 1 0 0 0,1 0 0 0 0,0 0 1 0 0,-1 0-1 0 0,1 0 0 0 0,-1 0 1 0 0,1 0-1 0 0,0 1 0 0 0,-1-1 0 0 0,1 0 1 0 0,0 1-1 0 0,-1-1 0 0 0,-1 2 1 0 0,-6 3-8 0 0,-1 0 1 0 0,1 0 0 0 0,-14 12 0 0 0,3-1 7 0 0,2 2 0 0 0,0 0 0 0 0,1 0 0 0 0,1 2 0 0 0,1 0 0 0 0,0 1 0 0 0,2 0 0 0 0,0 1 0 0 0,2 0 0 0 0,0 1 0 0 0,1 1 0 0 0,-11 43 0 0 0,18-54 25 0 0,1 0 1 0 0,0 0 0 0 0,0 0-1 0 0,2 0 1 0 0,1 25 0 0 0,-1-35-19 0 0,0 0 1 0 0,1 0 0 0 0,-1 0-1 0 0,1 0 1 0 0,0 0 0 0 0,0 0-1 0 0,0 0 1 0 0,0 0 0 0 0,1 0-1 0 0,-1 0 1 0 0,1-1 0 0 0,-1 1-1 0 0,1-1 1 0 0,0 1 0 0 0,0-1-1 0 0,0 0 1 0 0,1 1 0 0 0,-1-1-1 0 0,0 0 1 0 0,1 0 0 0 0,-1-1-1 0 0,1 1 1 0 0,0-1 0 0 0,0 1-1 0 0,-1-1 1 0 0,1 0 0 0 0,0 0-1 0 0,0 0 1 0 0,0 0 0 0 0,5 0-1 0 0,4 0 8 0 0,1 0-1 0 0,0-1 0 0 0,-1-1 1 0 0,1 0-1 0 0,-1-1 0 0 0,1 0 1 0 0,-1-1-1 0 0,0 0 0 0 0,13-6 0 0 0,2-2-11 0 0,0-1 0 0 0,44-27 0 0 0,-42 20 7 0 0,-1-1 0 0 0,-1-1-1 0 0,0-1 1 0 0,-2-1 0 0 0,0-2 0 0 0,-2 0 0 0 0,-1-2 0 0 0,-1 0-1 0 0,-1-1 1 0 0,-2-2 0 0 0,0 1 0 0 0,-3-2 0 0 0,23-60-1 0 0,-35 81 94 0 0,0 0 0 0 0,-1 0 0 0 0,0 0-1 0 0,-1-1 1 0 0,0 1 0 0 0,0 0 0 0 0,-3-18-1 0 0,2 27-101 0 0,0 1-1 0 0,0-1 1 0 0,-1 1-1 0 0,1-1 1 0 0,0 0-1 0 0,-1 1 1 0 0,1-1-1 0 0,-1 1 1 0 0,1-1-1 0 0,-1 1 0 0 0,1-1 1 0 0,-1 1-1 0 0,1-1 1 0 0,-1 1-1 0 0,1-1 1 0 0,-1 1-1 0 0,0 0 1 0 0,1-1-1 0 0,-1 1 1 0 0,0 0-1 0 0,1 0 0 0 0,-1 0 1 0 0,0-1-1 0 0,1 1 1 0 0,-1 0-1 0 0,0 0 1 0 0,1 0-1 0 0,-1 0 1 0 0,0 0-1 0 0,1 0 1 0 0,-1 0-1 0 0,0 0 0 0 0,0 0 1 0 0,1 1-1 0 0,-2-1 1 0 0,-21 6 8 0 0,18-4-9 0 0,1 0 0 0 0,-1 0-1 0 0,1 0 1 0 0,0 0 0 0 0,0 1-1 0 0,0 0 1 0 0,0-1 0 0 0,0 1-1 0 0,1 1 1 0 0,-1-1 0 0 0,1 0-1 0 0,0 1 1 0 0,0 0 0 0 0,0 0-1 0 0,1 0 1 0 0,-1 0 0 0 0,1 0-1 0 0,0 0 1 0 0,0 1 0 0 0,0-1-1 0 0,1 1 1 0 0,0-1 0 0 0,-1 1-1 0 0,2 0 1 0 0,-1 0 0 0 0,0-1 0 0 0,1 1-1 0 0,0 0 1 0 0,0 0 0 0 0,1-1-1 0 0,-1 1 1 0 0,1 0 0 0 0,0 0-1 0 0,0-1 1 0 0,1 1 0 0 0,-1-1-1 0 0,1 1 1 0 0,0-1 0 0 0,0 0-1 0 0,0 0 1 0 0,1 0 0 0 0,0 0-1 0 0,0 0 1 0 0,0 0 0 0 0,0 0-1 0 0,0-1 1 0 0,1 0 0 0 0,-1 0-1 0 0,1 0 1 0 0,0 0 0 0 0,0 0 0 0 0,7 3-1 0 0,-2-3 12 0 0,0 0 0 0 0,0 0-1 0 0,1-1 1 0 0,-1 0 0 0 0,1-1-1 0 0,0 0 1 0 0,-1 0 0 0 0,1-1 0 0 0,0 0-1 0 0,0-1 1 0 0,-1 0 0 0 0,1-1-1 0 0,-1 0 1 0 0,16-5 0 0 0,2-2 29 0 0,0-1 0 0 0,-1-2 0 0 0,41-24 0 0 0,46-34 517 0 0,-111 69-578 0 0,-18 11-8 0 0,-11 11 278 0 0,1 1 1 0 0,1 1-1 0 0,1 1 0 0 0,1 1 0 0 0,1 2 0 0 0,-26 41 0 0 0,36-50-121 0 0,1 1 0 0 0,1 1 0 0 0,1 0 1 0 0,-7 21-1 0 0,13-35-88 0 0,1 1 0 0 0,1-1 0 0 0,-1 0 0 0 0,1 1 0 0 0,0-1 1 0 0,0 0-1 0 0,1 1 0 0 0,0-1 0 0 0,0 1 0 0 0,1-1 0 0 0,-1 1 0 0 0,1-1 1 0 0,1 1-1 0 0,-1-1 0 0 0,1 0 0 0 0,0 0 0 0 0,6 12 0 0 0,-4-13-23 0 0,0-1 0 0 0,0 0-1 0 0,0 0 1 0 0,1 0-1 0 0,-1 0 1 0 0,1-1 0 0 0,0 0-1 0 0,0 0 1 0 0,0 0 0 0 0,0 0-1 0 0,0-1 1 0 0,1 0 0 0 0,-1 0-1 0 0,1-1 1 0 0,0 1 0 0 0,7 0-1 0 0,5 1-133 0 0,1-1 0 0 0,0-1 0 0 0,33-2 0 0 0,-52 1 86 0 0,107-12-2152 0 0,-55-3-1713 0 0,-45 13 2115 0 0,0-1 0 0 0,-1-1 0 0 0,1 1-1 0 0,10-9 1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9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0 116 912 0 0,'3'-33'4520'0'0,"-3"18"-2653"0"0,2 1 0 0 0,0-1-1 0 0,4-16 1 0 0,-6 30-1846 0 0,1 1 0 0 0,-1-1 0 0 0,0 1 0 0 0,1-1 0 0 0,-1 1 0 0 0,1-1 0 0 0,-1 1 0 0 0,1 0 0 0 0,-1-1 0 0 0,1 1 0 0 0,-1 0-1 0 0,1-1 1 0 0,-1 1 0 0 0,1 0 0 0 0,-1 0 0 0 0,1-1 0 0 0,0 1 0 0 0,-1 0 0 0 0,1 0 0 0 0,0 0 0 0 0,-1 0 0 0 0,1 0 0 0 0,-1 0 0 0 0,1 0 0 0 0,0 0 0 0 0,-1 0 0 0 0,1 0 0 0 0,-1 0-1 0 0,1 0 1 0 0,0 0 0 0 0,-1 1 0 0 0,1-1 0 0 0,-1 0 0 0 0,2 1 0 0 0,20 8 308 0 0,-10-1-214 0 0,-1 2-1 0 0,0 0 1 0 0,0 0-1 0 0,-1 1 1 0 0,0 0 0 0 0,-1 0-1 0 0,0 1 1 0 0,-1 1-1 0 0,11 19 1 0 0,-6-6 101 0 0,-1 0 0 0 0,-1 1-1 0 0,-1 0 1 0 0,10 43 0 0 0,-16-51 169 0 0,-1 1 0 0 0,-1 0 0 0 0,-1 0 0 0 0,-1 0 0 0 0,0 0 0 0 0,-2 0 0 0 0,-4 27 0 0 0,-3 2 3884 0 0,9-47-3466 0 0,-1-2-774 0 0,1 0 1 0 0,0 0 0 0 0,-1 0-1 0 0,1-1 1 0 0,-1 1 0 0 0,1 0-1 0 0,0-1 1 0 0,-1 1 0 0 0,1 0-1 0 0,0 0 1 0 0,-1-1 0 0 0,1 1-1 0 0,0-1 1 0 0,0 1 0 0 0,-1 0-1 0 0,1-1 1 0 0,0 1 0 0 0,0-1 0 0 0,-1 1-1 0 0,1 0 1 0 0,0-1 0 0 0,0 1-1 0 0,0-1 1 0 0,0 1 0 0 0,0-1-1 0 0,0 1 1 0 0,0-1 0 0 0,-1-13 157 0 0,1 13-179 0 0,2-19 67 0 0,1-1 1 0 0,1 0-1 0 0,0 1 0 0 0,2-1 1 0 0,13-32-1 0 0,-12 33-21 0 0,7-18 30 0 0,32-59 0 0 0,-38 82-300 0 0,1 0-1 0 0,1 0 0 0 0,1 1 1 0 0,0 0-1 0 0,1 0 0 0 0,16-14 1 0 0,-21 23-172 0 0,0 1-1 0 0,0-1 1 0 0,0 1 0 0 0,1 0 0 0 0,0 0 0 0 0,-1 1 0 0 0,1 0 0 0 0,0 1 0 0 0,1 0 0 0 0,-1 0 0 0 0,0 1 0 0 0,1 0 0 0 0,10 0 0 0 0,7 1-2309 0 0,-1 1-1 0 0,0 2 1 0 0,29 6-1 0 0,-22-3-3197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9.3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67 1528 0 0,'-18'16'10868'0'0,"17"-16"-10638"0"0,0 1 1 0 0,1-1-1 0 0,-3 2 923 0 0,3-1-922 0 0,-1-1-1 0 0,1 1 1 0 0,-1 0-1 0 0,1-1 1 0 0,0 1-1 0 0,-1-1 1 0 0,1 1-1 0 0,0 0 1 0 0,0-1-1 0 0,-1 1 1 0 0,1 0-1 0 0,0-1 1 0 0,0 1 0 0 0,0 1-1 0 0,1-1-162 0 0,1-1 1 0 0,0 1-1 0 0,-1-1 0 0 0,1 1 1 0 0,0-1-1 0 0,-1 1 0 0 0,1-1 1 0 0,0 0-1 0 0,-1 0 0 0 0,1 0 1 0 0,0 0-1 0 0,2-1 0 0 0,169-8 952 0 0,-148 6-1465 0 0,-1-2 0 0 0,1 0 0 0 0,-1-2 0 0 0,0 0 0 0 0,24-13 0 0 0,-42 18-240 0 0,0-2 0 0 0,0 1 0 0 0,-1-1 0 0 0,8-6 0 0 0,5-10-4761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9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29 2224 0 0,'-8'-7'2457'0'0,"5"5"-1535"0"0,1 0-1 0 0,-1-1 1 0 0,0 1-1 0 0,0 0 1 0 0,0 0 0 0 0,0 0-1 0 0,0 1 1 0 0,-1-1-1 0 0,1 1 1 0 0,-5-2-1 0 0,7 4-846 0 0,0 0 0 0 0,0-1-1 0 0,0 1 1 0 0,1 0 0 0 0,-1 0 0 0 0,0-1-1 0 0,0 1 1 0 0,0 0 0 0 0,1 0 0 0 0,-1 0-1 0 0,0 0 1 0 0,1 0 0 0 0,-1 0 0 0 0,1 0-1 0 0,-1 0 1 0 0,1 0 0 0 0,0 0 0 0 0,-1 2-1 0 0,0 0 280 0 0,-11 28 392 0 0,2 1 0 0 0,1 0 1 0 0,2 0-1 0 0,-4 38 0 0 0,0-6-424 0 0,-11 94-328 0 0,15-51-4764 0 0,7-71-1951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29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93 3316 0 0,'30'-88'12128'0'0,"-30"88"-12076"0"0,0 0 0 0 0,0-1-1 0 0,0 1 1 0 0,0 0 0 0 0,0 0-1 0 0,0 0 1 0 0,0 0 0 0 0,0 0 0 0 0,0-1-1 0 0,0 1 1 0 0,0 0 0 0 0,0 0 0 0 0,0 0-1 0 0,0 0 1 0 0,0 0 0 0 0,1-2 465 0 0,-1 2-465 0 0,0 0 0 0 0,0 0-1 0 0,1 0 1 0 0,-1 0 0 0 0,0 0-1 0 0,0 0 1 0 0,0 0 0 0 0,0 0 0 0 0,0 0-1 0 0,1 0 1 0 0,-1 0 0 0 0,0 0 0 0 0,0 0-1 0 0,0 0 1 0 0,0 0 0 0 0,0 0-1 0 0,1 0 1 0 0,-1 0 0 0 0,0 0 0 0 0,0 0-1 0 0,0 0 1 0 0,0 0 0 0 0,1 0 0 0 0,-1 0-1 0 0,0 0 1 0 0,0 0 0 0 0,0 0 0 0 0,0 0-1 0 0,1 0 1 0 0,3 12 1041 0 0,1 18 92 0 0,-4 6 138 0 0,-2-1 0 0 0,-10 57 0 0 0,-22 71-187 0 0,7-38-633 0 0,0 28-498 0 0,13-49-3368 0 0,13-101 3005 0 0,0 1 0 0 0,0 0-1 0 0,0 0 1 0 0,0-1 0 0 0,0 1-1 0 0,1-1 1 0 0,0 1 0 0 0,1 4-1 0 0,-1-6-59 0 0,-1-1-1 0 0,1 0 1 0 0,0 1-1 0 0,0-1 0 0 0,-1 0 1 0 0,1 1-1 0 0,0-1 1 0 0,0 0-1 0 0,0 0 0 0 0,0 0 1 0 0,1 0-1 0 0,-1 0 1 0 0,1 1-1 0 0,27-3-10961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30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97 185 2644 0 0,'-22'-21'4162'0'0,"1"0"-1"0"0,-32-43 0 0 0,52 62-3895 0 0,2-2 50 0 0,-1 4-306 0 0,0 0 0 0 0,0 0 1 0 0,0 0-1 0 0,0-1 1 0 0,0 1-1 0 0,0 0 0 0 0,0 0 1 0 0,0-1-1 0 0,0 1 1 0 0,0 0-1 0 0,0 0 0 0 0,0 0 1 0 0,0-1-1 0 0,0 1 0 0 0,1 0 1 0 0,-1 0-1 0 0,0 0 1 0 0,0-1-1 0 0,0 1 0 0 0,0 0 1 0 0,0 0-1 0 0,0 0 1 0 0,0 0-1 0 0,1-1 0 0 0,-1 1 1 0 0,0 0-1 0 0,0 0 1 0 0,0 0-1 0 0,0 0 0 0 0,1 0 1 0 0,-1 0-1 0 0,0 0 1 0 0,0-1-1 0 0,0 1 0 0 0,1 0 1 0 0,-1 0-1 0 0,0 0 0 0 0,0 0 1 0 0,0 0-1 0 0,1 0 1 0 0,-1 0-1 0 0,0 0 0 0 0,1 0 1 0 0,5 2 99 0 0,0 0-1 0 0,-1 1 1 0 0,1-1 0 0 0,0 1 0 0 0,-1 0 0 0 0,0 1 0 0 0,1 0-1 0 0,-1-1 1 0 0,-1 1 0 0 0,1 1 0 0 0,0-1 0 0 0,-1 1-1 0 0,7 9 1 0 0,5 9 376 0 0,24 43 0 0 0,67 173 2131 0 0,-104-232-2256 0 0,-3-6-288 0 0,1 0 1 0 0,-1-1-1 0 0,0 1 1 0 0,1 0-1 0 0,-1-1 0 0 0,1 1 1 0 0,-1 0-1 0 0,1-1 1 0 0,-1 1-1 0 0,1-1 0 0 0,-1 1 1 0 0,1 0-1 0 0,0-1 1 0 0,-1 0-1 0 0,1 1 1 0 0,0-1-1 0 0,-1 1 0 0 0,1-1 1 0 0,0 0-1 0 0,0 1 1 0 0,-1-1-1 0 0,1 0 0 0 0,0 0 1 0 0,0 0-1 0 0,0 0 1 0 0,-1 0-1 0 0,1 1 0 0 0,0-1 1 0 0,0-1-1 0 0,0 1 1 0 0,-1 0-1 0 0,1 0 0 0 0,0 0 1 0 0,0 0-1 0 0,-1 0 1 0 0,1-1-1 0 0,0 1 0 0 0,0 0 1 0 0,-1-1-1 0 0,1 1 1 0 0,0-1-1 0 0,0 0 0 0 0,28-20 518 0 0,-29 20-538 0 0,13-12 100 0 0,-2 0 1 0 0,1 0-1 0 0,-2-1 0 0 0,11-19 0 0 0,32-65 163 0 0,-27 47-168 0 0,10-23 33 0 0,25-43-3135 0 0,-60 115 2708 0 0,0 1-1 0 0,0 0 1 0 0,0-1 0 0 0,0 1-1 0 0,0 0 1 0 0,1 0 0 0 0,-1-1-1 0 0,0 1 1 0 0,1 0 0 0 0,-1 0-1 0 0,1 1 1 0 0,-1-1 0 0 0,1 0 0 0 0,-1 0-1 0 0,1 1 1 0 0,0-1 0 0 0,-1 1-1 0 0,1-1 1 0 0,0 1 0 0 0,-1 0-1 0 0,1 0 1 0 0,0-1 0 0 0,0 1 0 0 0,-1 0-1 0 0,1 1 1 0 0,0-1 0 0 0,-1 0-1 0 0,3 1 1 0 0,5 2-1143 0 0,0 0-1 0 0,-1 0 1 0 0,0 0-1 0 0,12 8 1 0 0,4 1-2107 0 0,-7-4-425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30.7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264 134 1528 0 0,'4'-1'552'0'0,"-1"-1"-1"0"0,1 0 1 0 0,-1 0 0 0 0,0 0-1 0 0,0 0 1 0 0,0 0 0 0 0,0-1-1 0 0,0 1 1 0 0,0-1-1 0 0,0 0 1 0 0,-1 0 0 0 0,0 0-1 0 0,1 0 1 0 0,-1 0 0 0 0,0 0-1 0 0,-1-1 1 0 0,3-4 0 0 0,-3 5-297 0 0,0 0 0 0 0,0 0 0 0 0,0 0 0 0 0,0 0 0 0 0,0 0 0 0 0,-1 0 0 0 0,0 0 0 0 0,0 0 0 0 0,1 0 0 0 0,-2-1 0 0 0,1 1 0 0 0,0 0 0 0 0,-1 0 0 0 0,1 0 0 0 0,-1 0 1 0 0,0 0-1 0 0,0 0 0 0 0,0 0 0 0 0,0 0 0 0 0,-1 1 0 0 0,-2-5 0 0 0,3 6-217 0 0,1 0 1 0 0,-1 0-1 0 0,0 0 0 0 0,0 0 0 0 0,0 0 1 0 0,0 0-1 0 0,0 1 0 0 0,0-1 1 0 0,0 0-1 0 0,0 1 0 0 0,-1-1 1 0 0,1 1-1 0 0,0-1 0 0 0,0 1 0 0 0,-1-1 1 0 0,1 1-1 0 0,0 0 0 0 0,0 0 1 0 0,-1-1-1 0 0,-1 1 0 0 0,0 1-7 0 0,0-1 1 0 0,0 0-1 0 0,0 1 0 0 0,1 0 0 0 0,-1 0 0 0 0,0 0 0 0 0,0 0 0 0 0,-4 3 0 0 0,-3 2-4 0 0,1 0-1 0 0,1 0 0 0 0,-14 14 0 0 0,-6 7 1 0 0,1 2-1 0 0,1 1 0 0 0,-22 35 0 0 0,37-49-7 0 0,1 0 0 0 0,1 1 1 0 0,0 1-1 0 0,2-1 0 0 0,0 1 0 0 0,0 0 0 0 0,2 1 0 0 0,-4 24 0 0 0,8-37 2 0 0,1-1 0 0 0,-1 1-1 0 0,1-1 1 0 0,1 0 0 0 0,-1 1 0 0 0,1-1 0 0 0,0 1 0 0 0,0-1-1 0 0,1 0 1 0 0,-1 1 0 0 0,1-1 0 0 0,5 8 0 0 0,-6-11-16 0 0,0 0 1 0 0,0 0 0 0 0,1 0 0 0 0,-1-1-1 0 0,1 1 1 0 0,0 0 0 0 0,-1-1-1 0 0,1 0 1 0 0,0 1 0 0 0,0-1 0 0 0,0 0-1 0 0,0 0 1 0 0,0 0 0 0 0,0 0 0 0 0,0 0-1 0 0,0 0 1 0 0,0 0 0 0 0,0-1-1 0 0,1 1 1 0 0,-1-1 0 0 0,0 0 0 0 0,0 0-1 0 0,1 0 1 0 0,-1 0 0 0 0,0 0-1 0 0,0 0 1 0 0,1 0 0 0 0,-1-1 0 0 0,0 1-1 0 0,0-1 1 0 0,0 0 0 0 0,5-1-1 0 0,-1-1-15 0 0,1-1 0 0 0,-1 1-1 0 0,0-1 1 0 0,0 0-1 0 0,0-1 1 0 0,0 0 0 0 0,-1 1-1 0 0,0-2 1 0 0,0 1-1 0 0,0-1 1 0 0,-1 1 0 0 0,0-1-1 0 0,7-13 1 0 0,2-7-6 0 0,-1-1-1 0 0,10-32 1 0 0,-14 38 21 0 0,35-107 584 0 0,-42 125-620 0 0,1 8-38 0 0,-1-4 64 0 0,0 1 0 0 0,0-1 0 0 0,-1 1 0 0 0,1-1 0 0 0,0 1 0 0 0,-1 0 0 0 0,0 0 0 0 0,1-1 0 0 0,-1 1 0 0 0,0 0 0 0 0,0 2 0 0 0,0 40 4 0 0,1 65-645 0 0,0-98 73 0 0,1 0 0 0 0,0-1-1 0 0,0 1 1 0 0,1 0-1 0 0,0-1 1 0 0,1 1-1 0 0,7 14 1 0 0,-9-23 155 0 0,0 1 1 0 0,0-1 0 0 0,0 1-1 0 0,0-1 1 0 0,0 0-1 0 0,0 1 1 0 0,0-1-1 0 0,1 0 1 0 0,-1 0-1 0 0,1-1 1 0 0,0 1-1 0 0,-1-1 1 0 0,1 1-1 0 0,0-1 1 0 0,0 0-1 0 0,0 0 1 0 0,3 1-1 0 0,8 1-3663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31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0 161 184 0 0,'22'-52'6296'0'0,"-16"34"-4577"0"0,2 1 0 0 0,0-1 1 0 0,1 1-1 0 0,11-16 0 0 0,-20 33-1692 0 0,1-1 0 0 0,0 0-1 0 0,0 1 1 0 0,0-1 0 0 0,-1 1 0 0 0,1 0-1 0 0,0-1 1 0 0,0 1 0 0 0,0 0 0 0 0,0-1-1 0 0,0 1 1 0 0,0 0 0 0 0,0 0-1 0 0,0 0 1 0 0,0 0 0 0 0,0 0 0 0 0,0 0-1 0 0,0 0 1 0 0,0 0 0 0 0,0 0 0 0 0,0 0-1 0 0,0 1 1 0 0,0-1 0 0 0,-1 0 0 0 0,1 1-1 0 0,0-1 1 0 0,0 1 0 0 0,0-1 0 0 0,1 2-1 0 0,25 17 255 0 0,-22-13-238 0 0,0 0 0 0 0,0 1-1 0 0,0 0 1 0 0,-1 0-1 0 0,0 0 1 0 0,0 1 0 0 0,-1-1-1 0 0,0 1 1 0 0,0 0-1 0 0,-1 0 1 0 0,0 0 0 0 0,1 14-1 0 0,-1 3 226 0 0,-1 0 1 0 0,-6 45-1 0 0,1 5 2219 0 0,4-74-2425 0 0,0-1 0 0 0,0 1 0 0 0,0 0 0 0 0,0-1 0 0 0,0 1 0 0 0,0 0 0 0 0,0-1 0 0 0,0 1 0 0 0,0-1 0 0 0,0 1 0 0 0,0 0 0 0 0,-1-1 0 0 0,1 1 0 0 0,0-1 0 0 0,0 1 0 0 0,-1-1 0 0 0,1 1 0 0 0,0-1 0 0 0,-1 1 0 0 0,1-1 0 0 0,0 1 0 0 0,-1-1 0 0 0,1 1 0 0 0,-1-1 0 0 0,1 1 0 0 0,-1-1 0 0 0,0 1 0 0 0,0-1-47 0 0,1 0 0 0 0,-1 0 0 0 0,1 0 0 0 0,0 0 0 0 0,-1 0 0 0 0,1-1 0 0 0,-1 1 0 0 0,1 0 1 0 0,-1 0-1 0 0,1 0 0 0 0,0 0 0 0 0,-1-1 0 0 0,1 1 0 0 0,0 0 0 0 0,-1 0 0 0 0,1 0 0 0 0,-1-1 1 0 0,1 1-1 0 0,0 0 0 0 0,0-1 0 0 0,-1 1 0 0 0,1 0 0 0 0,0-1 0 0 0,0 1 0 0 0,-1 0 0 0 0,1-1 1 0 0,0 1-1 0 0,0-1 0 0 0,0 1 0 0 0,-1-1 0 0 0,1 0 0 0 0,-1-2-10 0 0,1 0 1 0 0,-1-1-1 0 0,1 1 1 0 0,0-1-1 0 0,0 1 0 0 0,0-1 1 0 0,0 1-1 0 0,0-1 1 0 0,1 1-1 0 0,0 0 1 0 0,1-7-1 0 0,17-37-69 0 0,-15 37 47 0 0,3-4-14 0 0,0 1 0 0 0,1 0-1 0 0,1 0 1 0 0,0 0 0 0 0,1 1-1 0 0,0 1 1 0 0,0 0 0 0 0,21-17 0 0 0,-20 19 4 0 0,0 1 1 0 0,1 0-1 0 0,-1 1 1 0 0,2 0 0 0 0,-1 1-1 0 0,1 1 1 0 0,-1 0-1 0 0,1 0 1 0 0,27-5 0 0 0,-36 9 19 0 0,1 1 0 0 0,-1-1 0 0 0,1 1 1 0 0,-1 0-1 0 0,1 0 0 0 0,-1 0 0 0 0,0 1 1 0 0,1-1-1 0 0,-1 1 0 0 0,1 0 0 0 0,-1 1 1 0 0,0-1-1 0 0,0 1 0 0 0,0 0 0 0 0,0 0 1 0 0,0 0-1 0 0,0 0 0 0 0,0 1 0 0 0,-1-1 1 0 0,1 1-1 0 0,-1 0 0 0 0,0 0 0 0 0,0 0 1 0 0,0 1-1 0 0,0-1 0 0 0,0 1 0 0 0,-1-1 1 0 0,0 1-1 0 0,0 0 0 0 0,0 0 0 0 0,0 0 1 0 0,0 0-1 0 0,-1 1 0 0 0,0-1 0 0 0,1 0 1 0 0,-2 1-1 0 0,1-1 0 0 0,0 0 0 0 0,-1 1 1 0 0,0 4-1 0 0,-1 15 41 0 0,-9 44 0 0 0,7-48-455 0 0,0-1 1 0 0,1 1 0 0 0,1 34 0 0 0,1-52 312 0 0,0 0-1 0 0,0 0 1 0 0,0 0 0 0 0,0 0-1 0 0,0-1 1 0 0,1 1 0 0 0,-1 0-1 0 0,1 0 1 0 0,-1 0 0 0 0,1-1 0 0 0,0 1-1 0 0,0 0 1 0 0,-1-1 0 0 0,1 1-1 0 0,0 0 1 0 0,1-1 0 0 0,-1 0-1 0 0,0 1 1 0 0,0-1 0 0 0,1 0-1 0 0,-1 1 1 0 0,1-1 0 0 0,-1 0-1 0 0,1 0 1 0 0,-1 0 0 0 0,1 0-1 0 0,0 0 1 0 0,-1-1 0 0 0,1 1-1 0 0,0 0 1 0 0,0-1 0 0 0,0 1-1 0 0,-1-1 1 0 0,1 0 0 0 0,0 0-1 0 0,0 1 1 0 0,0-1 0 0 0,0 0-1 0 0,0-1 1 0 0,-1 1 0 0 0,1 0-1 0 0,0-1 1 0 0,0 1 0 0 0,2-1-1 0 0,3-1-167 0 0,0-1-1 0 0,0 1 1 0 0,-1-1-1 0 0,1 0 0 0 0,-1-1 1 0 0,1 0-1 0 0,-1 0 1 0 0,0 0-1 0 0,-1 0 0 0 0,9-9 1 0 0,3-7 382 0 0,-1-1-1 0 0,-1 0 1 0 0,23-46 0 0 0,26-76 6187 0 0,-43 92-2660 0 0,-20 49-3183 0 0,-13 140 400 0 0,6-100-652 0 0,3 0 0 0 0,0 58 1 0 0,3-93-232 0 0,1-1 1 0 0,-1 1 0 0 0,0-1-1 0 0,1 1 1 0 0,-1 0 0 0 0,1-1 0 0 0,0 1-1 0 0,0-1 1 0 0,0 1 0 0 0,0-1 0 0 0,0 0-1 0 0,0 1 1 0 0,1-1 0 0 0,-1 0-1 0 0,1 0 1 0 0,0 0 0 0 0,-1 0 0 0 0,1 0-1 0 0,0 0 1 0 0,0 0 0 0 0,0-1-1 0 0,1 1 1 0 0,-1-1 0 0 0,3 2 0 0 0,0-1-360 0 0,-1-1 0 0 0,1 0 0 0 0,-1 0 1 0 0,1 0-1 0 0,-1-1 0 0 0,1 0 0 0 0,0 1 1 0 0,-1-2-1 0 0,1 1 0 0 0,-1 0 1 0 0,1-1-1 0 0,-1 0 0 0 0,8-2 0 0 0,-3 0-1564 0 0,0 0-1 0 0,-1-1 1 0 0,11-6-1 0 0,7-5-5621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31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168 106 1504 0 0,'-16'-17'3705'0'0,"-1"1"-1"0"0,-26-20 0 0 0,30 26-1536 0 0,-29-15 0 0 0,41 25-2191 0 0,0-1 1 0 0,1 1-1 0 0,-1 0 1 0 0,0 0-1 0 0,0 0 0 0 0,1 0 1 0 0,-1 0-1 0 0,0 0 1 0 0,0 0-1 0 0,1 0 0 0 0,-1 0 1 0 0,0 0-1 0 0,0 0 1 0 0,1 0-1 0 0,-1 0 0 0 0,0 1 1 0 0,1-1-1 0 0,-1 0 1 0 0,0 1-1 0 0,1-1 0 0 0,-1 0 1 0 0,0 1-1 0 0,1-1 1 0 0,-1 1-1 0 0,1-1 0 0 0,-1 1 1 0 0,0-1-1 0 0,1 1 1 0 0,-1-1-1 0 0,0 2 0 0 0,-9 17-1848 0 0,8-14 875 0 0,1 1 1 0 0,1 0-1 0 0,-1-1 1 0 0,1 1-1 0 0,0 6 1 0 0,0-6-808 0 0,1 7-2398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33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241 421 1484 0 0,'6'-1'1991'0'0,"0"-1"-1"0"0,-1 0 0 0 0,1-1 1 0 0,0 1-1 0 0,-1-1 1 0 0,0 0-1 0 0,9-7 0 0 0,4-8 2702 0 0,-21 15-4160 0 0,3 3-523 0 0,0-1 0 0 0,0 1 0 0 0,0 0 0 0 0,0 0 0 0 0,0 0 0 0 0,0-1 0 0 0,0 1 0 0 0,0 0 0 0 0,-1 0 0 0 0,1 0-1 0 0,0-1 1 0 0,0 1 0 0 0,0 0 0 0 0,0 0 0 0 0,0 0 0 0 0,0-1 0 0 0,-1 1 0 0 0,1 0 0 0 0,0 0 0 0 0,0 0 0 0 0,0 0 0 0 0,0 0 0 0 0,-1 0 0 0 0,1-1-1 0 0,0 1 1 0 0,0 0 0 0 0,-1 0 0 0 0,1 0 0 0 0,0 0 0 0 0,0 0 0 0 0,0 0 0 0 0,-1 0 0 0 0,1 0 0 0 0,0 0 0 0 0,0 0 0 0 0,-1 0 0 0 0,1 0-1 0 0,0 0 1 0 0,-10 2 38 0 0,0 0 0 0 0,1 1 0 0 0,-1-1-1 0 0,1 2 1 0 0,0 0 0 0 0,0 0 0 0 0,0 0 0 0 0,1 1-1 0 0,-1 1 1 0 0,1-1 0 0 0,0 1 0 0 0,1 1-1 0 0,-1-1 1 0 0,-9 13 0 0 0,12-14-48 0 0,1 0 1 0 0,0 0-1 0 0,1 0 0 0 0,-1 1 1 0 0,1-1-1 0 0,0 1 0 0 0,0 0 1 0 0,1 0-1 0 0,0 0 0 0 0,0 0 1 0 0,0 0-1 0 0,1 1 1 0 0,0-1-1 0 0,0 0 0 0 0,0 1 1 0 0,1-1-1 0 0,0 1 0 0 0,0-1 1 0 0,1 0-1 0 0,0 1 0 0 0,0-1 1 0 0,0 0-1 0 0,4 10 1 0 0,1-2-4 0 0,1 0-1 0 0,1-1 1 0 0,0 0 0 0 0,0 0 0 0 0,13 13 0 0 0,56 54-8 0 0,-43-47-14 0 0,-21-20 66 0 0,-12-12-32 0 0,0 0 1 0 0,0 0-1 0 0,-1 0 0 0 0,1 0 0 0 0,0 0 1 0 0,0 0-1 0 0,0 0 0 0 0,-1 0 0 0 0,1 0 1 0 0,-1 0-1 0 0,1 0 0 0 0,-1 1 0 0 0,1-1 1 0 0,-1 0-1 0 0,1 0 0 0 0,-1 1 0 0 0,0 1 1 0 0,-3 0 8 0 0,-1 0 1 0 0,0 0 0 0 0,0-1 0 0 0,0 1-1 0 0,0-1 1 0 0,0 0 0 0 0,0 0 0 0 0,-1 0-1 0 0,1-1 1 0 0,-1 1 0 0 0,-7 0 0 0 0,-59 9 74 0 0,63-10-72 0 0,-140 4 311 0 0,146-5-348 0 0,-1 0 0 0 0,1 0 0 0 0,0 0 0 0 0,-1-1 1 0 0,1 1-1 0 0,0 0 0 0 0,-1-1 0 0 0,1 0 0 0 0,0 0 1 0 0,-1 1-1 0 0,1-1 0 0 0,0-1 0 0 0,0 1 0 0 0,-2-2 1 0 0,3 3-6 0 0,1 0 0 0 0,0-1 1 0 0,-1 1-1 0 0,1-1 1 0 0,0 1-1 0 0,0-1 0 0 0,-1 0 1 0 0,1 1-1 0 0,0-1 1 0 0,0 1-1 0 0,0-1 0 0 0,0 1 1 0 0,-1-1-1 0 0,1 0 1 0 0,0 1-1 0 0,0-1 0 0 0,0 1 1 0 0,0-1-1 0 0,0 1 1 0 0,1-1-1 0 0,-1 0 1 0 0,0 1-1 0 0,0-1 0 0 0,0 1 1 0 0,1-1-1 0 0,5-14-393 0 0,0 6 134 0 0,1 0-1 0 0,-1 0 1 0 0,2 1-1 0 0,-1-1 0 0 0,16-10 1 0 0,47-33-537 0 0,-58 44 699 0 0,257-157-1075 0 0,64-45 457 0 0,-302 186 686 0 0,55-57 0 0 0,-72 66 89 0 0,-1 0 1 0 0,-1-1 0 0 0,-1-1 0 0 0,0 0 0 0 0,16-33 0 0 0,-24 43 12 0 0,0-1 1 0 0,0 0-1 0 0,-1 0 0 0 0,0-1 1 0 0,2-15-1 0 0,-4 22-44 0 0,0 0 0 0 0,0 0-1 0 0,0 0 1 0 0,0 1 0 0 0,0-1 0 0 0,0 0-1 0 0,-1 0 1 0 0,1 0 0 0 0,0 0 0 0 0,-1 1 0 0 0,0-1-1 0 0,1 0 1 0 0,-1 0 0 0 0,0 1 0 0 0,0-1-1 0 0,0 0 1 0 0,0 1 0 0 0,0-1 0 0 0,-1 1 0 0 0,1 0-1 0 0,0-1 1 0 0,-1 1 0 0 0,1 0 0 0 0,-1 0-1 0 0,1 0 1 0 0,-1 0 0 0 0,1 0 0 0 0,-1 0 0 0 0,0 0-1 0 0,-2 0 1 0 0,2 0-5 0 0,1 1 0 0 0,-1-1 0 0 0,0 1 0 0 0,1 0 0 0 0,-1 0 0 0 0,0 0 0 0 0,1 0 0 0 0,-1 0 0 0 0,1 0 0 0 0,-1 1 0 0 0,0-1 0 0 0,1 1 0 0 0,-1-1 0 0 0,-1 1 0 0 0,-2 1 2 0 0,-3 0 0 0 0,1 0 0 0 0,0 1 0 0 0,0 0 0 0 0,0 0 0 0 0,0 1 0 0 0,0 0 0 0 0,1 0 0 0 0,0 0 0 0 0,0 1 0 0 0,-9 8-1 0 0,-3 6 59 0 0,-26 34 0 0 0,13-11 246 0 0,1 3 0 0 0,2 0 1 0 0,2 2-1 0 0,-34 86 0 0 0,46-92-137 0 0,0 0 0 0 0,3 1 0 0 0,2 1-1 0 0,1 0 1 0 0,2 0 0 0 0,0 55 0 0 0,6-85-88 0 0,-1-11-63 0 0,1 0-1 0 0,0-1 0 0 0,-1 1 1 0 0,1 0-1 0 0,0 0 0 0 0,0-1 1 0 0,1 1-1 0 0,-1 0 0 0 0,0 0 1 0 0,0-1-1 0 0,1 1 1 0 0,-1 0-1 0 0,1-1 0 0 0,0 1 1 0 0,-1 0-1 0 0,1-1 0 0 0,0 1 1 0 0,0-1-1 0 0,2 3 0 0 0,-2-3 9 0 0,1-2-20 0 0,1 1 1 0 0,0 0 0 0 0,-1-1-1 0 0,1 0 1 0 0,-1 0 0 0 0,1 0-1 0 0,-1 0 1 0 0,0 0 0 0 0,1 0-1 0 0,-1-1 1 0 0,0 1 0 0 0,4-4-1 0 0,26-26 20 0 0,-21 20-20 0 0,14-14 47 0 0,83-79 33 0 0,-88 87-119 0 0,2 1 0 0 0,-1 1 0 0 0,40-21-1 0 0,-58 34 27 0 0,0 1-1 0 0,1-1 0 0 0,-1 1 0 0 0,1-1 0 0 0,-1 1 0 0 0,1 0 1 0 0,0 0-1 0 0,-1 1 0 0 0,1-1 0 0 0,0 1 0 0 0,0 0 0 0 0,0 0 0 0 0,-1 0 1 0 0,1 0-1 0 0,0 1 0 0 0,0-1 0 0 0,-1 1 0 0 0,1 0 0 0 0,-1 0 1 0 0,1 0-1 0 0,0 1 0 0 0,-1-1 0 0 0,0 1 0 0 0,1 0 0 0 0,-1 0 0 0 0,0 0 1 0 0,0 1-1 0 0,0-1 0 0 0,0 1 0 0 0,3 4 0 0 0,0 0-7 0 0,-1 0-1 0 0,0 1 1 0 0,0-1-1 0 0,-1 1 1 0 0,0 1-1 0 0,-1-1 1 0 0,1 0-1 0 0,-2 1 1 0 0,1 0-1 0 0,-1 0 1 0 0,1 15-1 0 0,2 30 83 0 0,-4-23 23 0 0,7 31-1 0 0,-7-60-83 0 0,0 0 0 0 0,-1 0 0 0 0,1-1 0 0 0,0 1 0 0 0,0 0 0 0 0,0-1 0 0 0,0 1 0 0 0,0-1 0 0 0,0 0 0 0 0,1 1 0 0 0,-1-1 0 0 0,0 0 0 0 0,1 1-1 0 0,-1-1 1 0 0,1 0 0 0 0,-1 0 0 0 0,1 0 0 0 0,0-1 0 0 0,-1 1 0 0 0,1 0 0 0 0,0-1 0 0 0,0 1 0 0 0,-1-1 0 0 0,4 1 0 0 0,5 1 19 0 0,0 0-1 0 0,1-1 1 0 0,10-1 0 0 0,-13 1-24 0 0,11-2 13 0 0,0 0-1 0 0,0-1 1 0 0,0-1-1 0 0,0 0 0 0 0,-1-2 1 0 0,1 0-1 0 0,-1-1 1 0 0,0-1-1 0 0,-1-1 0 0 0,1 0 1 0 0,-1-1-1 0 0,-1-1 1 0 0,0 0-1 0 0,17-16 0 0 0,-16 12-21 0 0,0-1 0 0 0,-1-1 0 0 0,0-1 0 0 0,-1 0 1 0 0,-2-1-1 0 0,1 0 0 0 0,-2-1 0 0 0,-1-1 0 0 0,0 0 0 0 0,-1 0 0 0 0,12-38 0 0 0,-20 51 9 0 0,8-36-5 0 0,-9 40-10 0 0,-1 0-1 0 0,0 1 1 0 0,1-1-1 0 0,-1 0 1 0 0,0 0-1 0 0,-1 1 1 0 0,1-1-1 0 0,0 0 1 0 0,-1 1-1 0 0,0-1 1 0 0,1 1-1 0 0,-1-1 1 0 0,-1-2-1 0 0,1 4 10 0 0,0 0-1 0 0,0 1 1 0 0,1-1-1 0 0,-1 1 1 0 0,0 0-1 0 0,0-1 0 0 0,1 1 1 0 0,-1-1-1 0 0,0 1 1 0 0,0 0-1 0 0,0 0 1 0 0,0-1-1 0 0,0 1 1 0 0,0 0-1 0 0,0 0 0 0 0,1 0 1 0 0,-1 0-1 0 0,0 0 1 0 0,0 0-1 0 0,0 0 1 0 0,0 1-1 0 0,0-1 0 0 0,0 0 1 0 0,0 0-1 0 0,1 1 1 0 0,-2-1-1 0 0,-24 12-40 0 0,10-1 20 0 0,1 1-1 0 0,0 1 0 0 0,0 0 1 0 0,2 1-1 0 0,-1 1 1 0 0,-19 28-1 0 0,19-21-1 0 0,0 1 0 0 0,1 0 0 0 0,1 1 0 0 0,-12 37 0 0 0,22-55 36 0 0,0 0-1 0 0,1 0 0 0 0,0 0 0 0 0,0 0 1 0 0,0 0-1 0 0,1 0 0 0 0,0 0 0 0 0,0 0 1 0 0,0 0-1 0 0,2 8 0 0 0,-1-10-5 0 0,0-1 0 0 0,0 1 1 0 0,1 0-1 0 0,-1-1 0 0 0,1 1 0 0 0,0-1 1 0 0,0 1-1 0 0,0-1 0 0 0,0 0 0 0 0,1 0 0 0 0,0 0 1 0 0,-1 0-1 0 0,1 0 0 0 0,0-1 0 0 0,0 1 1 0 0,6 3-1 0 0,9 4-324 0 0,1 0 0 0 0,0-2 0 0 0,1 0 0 0 0,0-1 0 0 0,0-1 0 0 0,1-1 0 0 0,-1-1 0 0 0,1 0 0 0 0,0-2 0 0 0,0 0 0 0 0,0-2 0 0 0,0 0-1 0 0,0-1 1 0 0,34-7 0 0 0,-22 2-146 0 0,0-2 0 0 0,-1-1-1 0 0,0-2 1 0 0,-1-1 0 0 0,0-2-1 0 0,-1 0 1 0 0,-1-2 0 0 0,41-30-1 0 0,-36 21 440 0 0,-2-2-1 0 0,46-48 1 0 0,-62 58 411 0 0,-2 0 0 0 0,0-2-1 0 0,-1 0 1 0 0,0 0 0 0 0,-2-2 0 0 0,12-28 0 0 0,-20 43-216 0 0,-1-1 1 0 0,0 1 0 0 0,-1-1-1 0 0,2-12 1 0 0,-2 18-148 0 0,-1-1 0 0 0,0 1 0 0 0,0-1 0 0 0,0 1 1 0 0,0 0-1 0 0,0-1 0 0 0,0 1 0 0 0,0-1 0 0 0,-1 1 0 0 0,1 0 0 0 0,0-1 0 0 0,-1 1 0 0 0,1 0 0 0 0,-1-1 0 0 0,1 1 1 0 0,-1 0-1 0 0,0 0 0 0 0,0-1 0 0 0,1 1 0 0 0,-1 0 0 0 0,0 0 0 0 0,0 0 0 0 0,0 0 0 0 0,0 0 0 0 0,0 0 0 0 0,-1 0 0 0 0,1 0 1 0 0,0 1-1 0 0,0-1 0 0 0,0 0 0 0 0,-1 1 0 0 0,-1-1 0 0 0,0 0-11 0 0,0 0-1 0 0,0 1 1 0 0,0 0-1 0 0,0 0 1 0 0,0 0-1 0 0,0 0 1 0 0,0 0-1 0 0,0 0 1 0 0,0 1-1 0 0,0-1 1 0 0,0 1-1 0 0,0 0 1 0 0,1 0-1 0 0,-1 0 1 0 0,0 0-1 0 0,0 1 1 0 0,1-1-1 0 0,-1 1 1 0 0,1 0-1 0 0,0-1 1 0 0,-1 1-1 0 0,1 0 1 0 0,-3 4-1 0 0,2-2 6 0 0,0 0-1 0 0,0 0 0 0 0,0 0 1 0 0,1 0-1 0 0,0 0 0 0 0,-1 1 1 0 0,2-1-1 0 0,-1 1 0 0 0,0 0 1 0 0,1-1-1 0 0,0 1 0 0 0,0 0 1 0 0,1 0-1 0 0,-1 8 0 0 0,2 5 15 0 0,0 1 0 0 0,2 0 0 0 0,0-1-1 0 0,1 1 1 0 0,6 17 0 0 0,39 89 456 0 0,-26-70 445 0 0,-5-11 2762 0 0,-22-42-2674 0 0,4-1-992 0 0,0-1 0 0 0,0 0 0 0 0,0 1 0 0 0,0-1 0 0 0,0 0 0 0 0,0 1 0 0 0,-1-1-1 0 0,1 0 1 0 0,0 0 0 0 0,0 1 0 0 0,-1-1 0 0 0,1 0 0 0 0,0 0 0 0 0,0 1 0 0 0,0-1 0 0 0,-1 0 0 0 0,1 0 0 0 0,0 0 0 0 0,-1 0-1 0 0,1 0 1 0 0,0 1 0 0 0,-1-1 0 0 0,1 0 0 0 0,0 0 0 0 0,0 0 0 0 0,-1 0 0 0 0,1 0 0 0 0,0 0 0 0 0,-1 0 0 0 0,-16-1 325 0 0,0 0 0 0 0,0-2 1 0 0,0 0-1 0 0,0 0 0 0 0,-24-10 0 0 0,-81-38-752 0 0,100 41 1 0 0,8 3-1113 0 0,0 0 1 0 0,-17-12 0 0 0,13 5-2775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33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 5136 0 0,'2'1'209'0'0,"10"1"3251"0"0,0-1 1 0 0,-1 1 0 0 0,16-2 0 0 0,-23 0-2365 0 0,0 0 0 0 0,-1-1 1 0 0,1 0-1 0 0,0 0 0 0 0,-1 0 1 0 0,1 0-1 0 0,4-3 0 0 0,16-14 3759 0 0,-19 14-6570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47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1696 0 0,'0'0'2004'0'0,"-12"3"1529"0"0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4:50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38 976 0 0,'0'0'4841'0'0,"10"-8"-3497"0"0,-3 1-1500 0 0,3-5-2653 0 0,-3 2 1017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3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281 215 1324 0 0,'9'34'7267'0'0,"-1"0"-4248"0"0,-5-34-2510 0 0,13 4 0 0 0,26-17-248 0 0,-2-2-1 0 0,1-2 0 0 0,52-30 1 0 0,-66 33-204 0 0,-5 2-22 0 0,-1 0 0 0 0,0-1 0 0 0,24-21 0 0 0,-36 27-47 0 0,0-1-1 0 0,-1 0 1 0 0,-1-1-1 0 0,1 0 1 0 0,-1 0-1 0 0,-1 0 1 0 0,0-1 0 0 0,0 0-1 0 0,4-12 1 0 0,-8 13-18 0 0,-8 11 46 0 0,-9 12 23 0 0,-48 79 75 0 0,-86 173-1 0 0,51-84-15 0 0,45-88 29 0 0,-5-3 0 0 0,-3-2 0 0 0,-80 88 0 0 0,135-170-110 0 0,0-1 0 0 0,0 1 0 0 0,-1-1-1 0 0,0 0 1 0 0,-1 0 0 0 0,1-1 0 0 0,-15 8-1 0 0,21-13-16 0 0,0 0 0 0 0,0 1 0 0 0,0-1-1 0 0,0 0 1 0 0,0 0 0 0 0,0 0 0 0 0,0 0-1 0 0,0 0 1 0 0,0 0 0 0 0,0 0 0 0 0,0 0 0 0 0,0 0-1 0 0,1 0 1 0 0,-1 0 0 0 0,0-1 0 0 0,0 1-1 0 0,0 0 1 0 0,0-1 0 0 0,0 1 0 0 0,0-1-1 0 0,0 1 1 0 0,1-1 0 0 0,-1 1 0 0 0,0-1-1 0 0,0 0 1 0 0,1 1 0 0 0,-1-1 0 0 0,0 0-1 0 0,1 1 1 0 0,-1-1 0 0 0,1 0 0 0 0,-1 0 0 0 0,1 0-1 0 0,-1 0 1 0 0,1 1 0 0 0,-1-1 0 0 0,1 0-1 0 0,0 0 1 0 0,0 0 0 0 0,-1 0 0 0 0,1 0-1 0 0,0 0 1 0 0,0-1 0 0 0,-1-6-20 0 0,0 0 1 0 0,1 0 0 0 0,1-17-1 0 0,-1 19 20 0 0,1-17-29 0 0,2 1 0 0 0,0 0 1 0 0,1 1-1 0 0,1-1 0 0 0,10-25 0 0 0,-10 33 17 0 0,1 0 0 0 0,0 1-1 0 0,1 0 1 0 0,1 0-1 0 0,0 1 1 0 0,0 0-1 0 0,1 0 1 0 0,20-19 0 0 0,-26 28 12 0 0,1 0 0 0 0,-1 0 0 0 0,1 0 0 0 0,0 0 0 0 0,0 1 0 0 0,0 0 0 0 0,0 0 0 0 0,1 0 0 0 0,-1 0 0 0 0,1 0 0 0 0,-1 1 1 0 0,1 0-1 0 0,-1 0 0 0 0,1 0 0 0 0,0 1 0 0 0,-1-1 0 0 0,1 1 0 0 0,0 0 0 0 0,-1 1 0 0 0,1-1 0 0 0,0 1 0 0 0,-1 0 0 0 0,1 0 0 0 0,-1 0 1 0 0,1 1-1 0 0,-1-1 0 0 0,0 1 0 0 0,1 0 0 0 0,-1 1 0 0 0,0-1 0 0 0,0 1 0 0 0,4 3 0 0 0,4 3 15 0 0,-1 2 0 0 0,0-1 1 0 0,0 1-1 0 0,-1 1 0 0 0,-1 0 0 0 0,0 1 0 0 0,0-1 0 0 0,10 24 0 0 0,1 7 30 0 0,-6-13 39 0 0,23 39 1 0 0,-33-62-65 0 0,1-1 0 0 0,0 1 0 0 0,0-1 0 0 0,0 0 0 0 0,0-1 0 0 0,1 1 0 0 0,0-1 0 0 0,1 0 0 0 0,-1 0 0 0 0,1-1 0 0 0,7 4 0 0 0,-7-5-18 0 0,1-1-1 0 0,-1 0 1 0 0,1 0 0 0 0,0-1-1 0 0,0 1 1 0 0,-1-2-1 0 0,1 1 1 0 0,0-2-1 0 0,0 1 1 0 0,0-1-1 0 0,0 0 1 0 0,11-3 0 0 0,4-2-27 0 0,-1-1 1 0 0,39-17 0 0 0,-40 14-16 0 0,0-1 1 0 0,-1-1-1 0 0,0 0 0 0 0,-1-2 1 0 0,-1 0-1 0 0,0-2 1 0 0,-1 1-1 0 0,-1-2 0 0 0,18-23 1 0 0,-25 29 28 0 0,-1 0 0 0 0,-1 0-1 0 0,0-1 1 0 0,0 0 0 0 0,-1-1 0 0 0,-1 1 0 0 0,0-1 0 0 0,-1 0 0 0 0,0-1-1 0 0,-1 1 1 0 0,-1-1 0 0 0,0 1 0 0 0,-1-1 0 0 0,0 0 0 0 0,-1 1-1 0 0,-3-26 1 0 0,3 38 11 0 0,0 1 0 0 0,0-1-1 0 0,0 1 1 0 0,0-1 0 0 0,0 1-1 0 0,0 0 1 0 0,0-1 0 0 0,0 1-1 0 0,-1-1 1 0 0,1 1 0 0 0,0-1 0 0 0,0 1-1 0 0,0 0 1 0 0,-1-1 0 0 0,1 1-1 0 0,0 0 1 0 0,0-1 0 0 0,-1 1-1 0 0,1 0 1 0 0,0-1 0 0 0,-1 1-1 0 0,1 0 1 0 0,0 0 0 0 0,-1-1-1 0 0,1 1 1 0 0,0 0 0 0 0,-1 0-1 0 0,1 0 1 0 0,-1-1 0 0 0,1 1 0 0 0,-1 0-1 0 0,1 0 1 0 0,0 0 0 0 0,-1 0-1 0 0,1 0 1 0 0,-1 0 0 0 0,1 0-1 0 0,-1 0 1 0 0,1 0 0 0 0,0 0-1 0 0,-1 0 1 0 0,1 0 0 0 0,-1 0-1 0 0,1 0 1 0 0,-1 1 0 0 0,1-1-1 0 0,0 0 1 0 0,-1 0 0 0 0,1 0-1 0 0,0 1 1 0 0,-1-1 0 0 0,1 0 0 0 0,-1 0-1 0 0,1 1 1 0 0,0-1 0 0 0,0 0-1 0 0,-1 1 1 0 0,1-1 0 0 0,-20 21-32 0 0,4 4 70 0 0,2 1-1 0 0,0 1 1 0 0,-18 52 0 0 0,27-64-13 0 0,1 0 0 0 0,0 0 1 0 0,1 0-1 0 0,1 0 1 0 0,0 0-1 0 0,1 1 1 0 0,1-1-1 0 0,1 1 1 0 0,2 20-1 0 0,-2-32-14 0 0,0 0-1 0 0,0 0 1 0 0,0 0-1 0 0,0-1 1 0 0,1 1 0 0 0,-1 0-1 0 0,1-1 1 0 0,0 1 0 0 0,0-1-1 0 0,1 0 1 0 0,-1 1-1 0 0,0-1 1 0 0,1 0 0 0 0,0 0-1 0 0,0-1 1 0 0,0 1-1 0 0,0-1 1 0 0,4 3 0 0 0,-1-2-3 0 0,0 0-1 0 0,0-1 1 0 0,0 0 0 0 0,0 0 0 0 0,1 0 0 0 0,-1-1 0 0 0,0 0 0 0 0,1 0 0 0 0,-1 0 0 0 0,10-1 0 0 0,7-2-167 0 0,-1-1 0 0 0,1-1-1 0 0,0 0 1 0 0,-1-2 0 0 0,29-11 0 0 0,-10 1-487 0 0,0-2-1 0 0,-1-1 1 0 0,59-39-1 0 0,-72 39 236 0 0,-1-1-1 0 0,-1-1 1 0 0,0-1-1 0 0,-2-2 1 0 0,32-39-1 0 0,-26 23 398 0 0,-2-1 0 0 0,-2-1-1 0 0,-1-2 1 0 0,-2 0-1 0 0,-3-2 1 0 0,-1 0-1 0 0,-3-1 1 0 0,-1 0-1 0 0,9-63 1 0 0,-7-21 1929 0 0,-16 125-1466 0 0,-2 6-121 0 0,-6 12 84 0 0,-8 19 275 0 0,-11 52 653 0 0,-22 61 420 0 0,-35 175 0 0 0,77-285-1537 0 0,-3 59 1 0 0,9-83-187 0 0,1 0-1 0 0,1 1 0 0 0,-1-1 1 0 0,2 0-1 0 0,-1 0 1 0 0,2 0-1 0 0,-1 0 0 0 0,1 0 1 0 0,1 0-1 0 0,6 12 1 0 0,-9-19-32 0 0,1 0 0 0 0,0 0 1 0 0,0 0-1 0 0,1 0 0 0 0,-1 0 1 0 0,1-1-1 0 0,-1 1 0 0 0,1-1 1 0 0,0 0-1 0 0,0 1 0 0 0,0-1 1 0 0,0-1-1 0 0,0 1 0 0 0,1 0 1 0 0,5 1-1 0 0,-3-1-115 0 0,0-1-1 0 0,-1 0 1 0 0,1 0-1 0 0,0-1 1 0 0,0 1-1 0 0,0-1 1 0 0,0-1-1 0 0,0 1 1 0 0,6-2-1 0 0,2-2-1150 0 0,1 0-1 0 0,-1 0 1 0 0,0-2-1 0 0,0 1 1 0 0,-1-2 0 0 0,24-15-1 0 0,-3-1-4790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3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114 113 1984 0 0,'-111'6'7382'0'0,"108"-6"-6950"0"0,4-1-129 0 0,6-3-223 0 0,-1 0 1 0 0,1 1-1 0 0,0 0 1 0 0,0 0-1 0 0,0 1 1 0 0,0 0-1 0 0,0 0 1 0 0,12-1-1 0 0,0-2-18 0 0,258-49-741 0 0,-89 29-4149 0 0,-120 18 1852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4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1115 2484 0 0,'-5'79'18358'0'0,"19"-87"-17655"0"0,-2-3-542 0 0,-1-1 1 0 0,0 0-1 0 0,-1 0 0 0 0,-1-1 1 0 0,12-20-1 0 0,-8 13-95 0 0,37-61-73 0 0,50-109 1 0 0,23-96-546 0 0,76-147-256 0 0,-186 408 725 0 0,-8 13-20 0 0,1 1 0 0 0,13-18 0 0 0,-18 28 99 0 0,-1 1 0 0 0,0-1 0 0 0,1 1 0 0 0,-1 0 0 0 0,1-1 0 0 0,-1 1 0 0 0,1 0 0 0 0,-1-1 0 0 0,0 1 0 0 0,1 0 0 0 0,-1 0 0 0 0,1 0 0 0 0,-1-1 0 0 0,1 1 0 0 0,0 0 1 0 0,-1 0-1 0 0,1 0 0 0 0,-1 0 0 0 0,1 0 0 0 0,-1 0 0 0 0,1 0 0 0 0,-1 0 0 0 0,1 0 0 0 0,-1 0 0 0 0,1 0 0 0 0,-1 0 0 0 0,1 0 0 0 0,-1 1 0 0 0,1-1 0 0 0,0 0 0 0 0,-1 0 0 0 0,0 0 0 0 0,1 1 0 0 0,-1-1 0 0 0,1 0 0 0 0,-1 1 0 0 0,1-1 0 0 0,-1 0 0 0 0,1 2 0 0 0,12 16-55 0 0,-8 4 70 0 0,0 0 1 0 0,-2 0-1 0 0,0 0 0 0 0,-2 0 1 0 0,-2 41-1 0 0,1-52 5 0 0,-10 248 421 0 0,3 231 73 0 0,10-395 120 0 0,-3-93-492 0 0,1-5-126 0 0,0 0 0 0 0,0 1 1 0 0,-1-1-1 0 0,1 0 1 0 0,-1 0-1 0 0,0 1 0 0 0,1-1 1 0 0,-1 0-1 0 0,-1-5 0 0 0,1 5-65 0 0,-1-11-77 0 0,0 1 0 0 0,-1 0 0 0 0,0 0 0 0 0,-1 0 0 0 0,-1 0 0 0 0,0 0 0 0 0,-1 0 1 0 0,0 1-1 0 0,0 0 0 0 0,-2 0 0 0 0,-11-17 0 0 0,6 11 38 0 0,-2 1 1 0 0,0 1-1 0 0,-1 0 1 0 0,-1 0-1 0 0,0 2 1 0 0,-23-17-1 0 0,20 20 59 0 0,-1 0-1 0 0,0 1 0 0 0,0 0 1 0 0,-1 2-1 0 0,0 1 0 0 0,-1 0 1 0 0,1 2-1 0 0,-1 0 0 0 0,0 2 1 0 0,-1 0-1 0 0,1 2 0 0 0,-28 1 1 0 0,47-1 28 0 0,0 1-1 0 0,0 1 1 0 0,0-1 0 0 0,0 0-1 0 0,0 1 1 0 0,1-1 0 0 0,-1 1 0 0 0,0 0-1 0 0,0 0 1 0 0,0 0 0 0 0,1 1 0 0 0,-1-1-1 0 0,0 1 1 0 0,1-1 0 0 0,-1 1 0 0 0,1 0-1 0 0,0 0 1 0 0,-4 3 0 0 0,5-4 7 0 0,1 0 0 0 0,-1 0 0 0 0,0 0 0 0 0,1 0 0 0 0,-1 0 0 0 0,1 0-1 0 0,-1 0 1 0 0,1 0 0 0 0,-1 1 0 0 0,1-1 0 0 0,0 0 0 0 0,-1 0 0 0 0,1 1 0 0 0,0-1 0 0 0,0 0 0 0 0,0 0 0 0 0,0 1 0 0 0,0-1 0 0 0,0 0 0 0 0,0 0 0 0 0,1 0 0 0 0,-1 1 0 0 0,0-1 0 0 0,1 0 0 0 0,-1 0-1 0 0,1 0 1 0 0,-1 0 0 0 0,1 0 0 0 0,0 1 0 0 0,1 0 0 0 0,0 0 8 0 0,0 0-1 0 0,1 0 1 0 0,-1 0 0 0 0,0-1-1 0 0,1 1 1 0 0,0-1-1 0 0,-1 0 1 0 0,5 2-1 0 0,-5-3-2 0 0,10 5 21 0 0,1-2 0 0 0,1 1 0 0 0,-1-2 0 0 0,0 0-1 0 0,25 1 1 0 0,69-7-291 0 0,-70 1-184 0 0,155-21-4639 0 0,-65-4-1449 0 0,-63 13 1222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4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33 556 0 0,'14'-4'18345'0'0,"84"4"-17188"0"0,-53-4-1427 0 0,105-8-322 0 0,-101 7-3251 0 0,1-1-3731 0 0,-36 4 2199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4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39 1000 0 0,'-163'81'18154'0'0,"160"-80"-17348"0"0,19 4-307 0 0,-3-5-415 0 0,0 0 1 0 0,0-1 0 0 0,0-1 0 0 0,0 0 0 0 0,15-4-1 0 0,12-2-296 0 0,124-29-3958 0 0,-3-13-4527 0 0,-102 30 3213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5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592 99 1492 0 0,'10'-24'8419'0'0,"2"-15"-705"0"0,-12 28-4785 0 0,0 10-2886 0 0,0 0 0 0 0,0 0 0 0 0,0 0-1 0 0,0 0 1 0 0,0 0 0 0 0,0 0 0 0 0,0 0 0 0 0,0 1 0 0 0,0-1 0 0 0,-1 0 0 0 0,1 0 0 0 0,0 0-1 0 0,-1 0 1 0 0,1 1 0 0 0,-1-1 0 0 0,1 0 0 0 0,-1 0 0 0 0,1 1 0 0 0,-1-1 0 0 0,1 0 0 0 0,-1 1-1 0 0,1-1 1 0 0,-1 0 0 0 0,0 1 0 0 0,0-1 0 0 0,1 1 0 0 0,-1-1 0 0 0,0 1 0 0 0,0 0 0 0 0,1-1 0 0 0,-1 1-1 0 0,0 0 1 0 0,0 0 0 0 0,0-1 0 0 0,0 1 0 0 0,0 0 0 0 0,0 0 0 0 0,1 0 0 0 0,-1 0 0 0 0,0 0-1 0 0,-2 0 1 0 0,-5 0-48 0 0,0 0 0 0 0,-1 1 0 0 0,-11 2 0 0 0,18-2 41 0 0,-26 4-34 0 0,1 2 0 0 0,-1 0 0 0 0,-35 16 0 0 0,53-18-26 0 0,-1-1-1 0 0,1 2 1 0 0,0-1 0 0 0,0 2 0 0 0,1-1-1 0 0,0 1 1 0 0,0 1 0 0 0,0-1 0 0 0,1 1-1 0 0,0 1 1 0 0,-8 11 0 0 0,8-5 22 0 0,0 0-1 0 0,1 1 1 0 0,1-1 0 0 0,0 1 0 0 0,1 1-1 0 0,1-1 1 0 0,1 1 0 0 0,0 0-1 0 0,-1 23 1 0 0,3 21 106 0 0,7 77-1 0 0,-1-65-68 0 0,-10 770 278 0 0,4-835-293 0 0,-120 1581 627 0 0,117-1561-561 0 0,-55 452 443 0 0,24-160 2855 0 0,30-282-2931 0 0,3 0 1 0 0,1 0 0 0 0,1-1-1 0 0,3 1 1 0 0,8 49-1 0 0,-5-62-400 0 0,-4-11-10 0 0,2 1-1 0 0,0-1 1 0 0,11 27-1 0 0,-13-37-26 0 0,1 0 0 0 0,-1 0-1 0 0,1 0 1 0 0,0 0 0 0 0,0-1 0 0 0,0 1 0 0 0,0-1-1 0 0,1 0 1 0 0,-1 0 0 0 0,1 0 0 0 0,0 0 0 0 0,0 0 0 0 0,0-1-1 0 0,0 0 1 0 0,0 0 0 0 0,8 3 0 0 0,7 0-283 0 0,1 0 1 0 0,0-1-1 0 0,0-1 1 0 0,32 0-1 0 0,82-9-3489 0 0,-65-4-2972 0 0,120-32 0 0 0,-91 14-2822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479 182 880 0 0,'3'-15'2164'0'0,"-1"0"1"0"0,0 0-1 0 0,-1-21 0 0 0,-1 30-1850 0 0,0 0 0 0 0,-1 0-1 0 0,0 1 1 0 0,0-1 0 0 0,0 0-1 0 0,-1 0 1 0 0,0 1 0 0 0,0-1-1 0 0,-1 1 1 0 0,1 0 0 0 0,-6-9-1 0 0,6 12-277 0 0,-1 0 0 0 0,1 0 0 0 0,0 0 1 0 0,-1 0-1 0 0,1 0 0 0 0,-1 0 0 0 0,0 0 0 0 0,1 1 0 0 0,-1 0 0 0 0,0-1 0 0 0,0 1 0 0 0,0 0 0 0 0,0 0 0 0 0,0 1 1 0 0,0-1-1 0 0,-1 1 0 0 0,1-1 0 0 0,0 1 0 0 0,0 0 0 0 0,0 0 0 0 0,0 1 0 0 0,-1-1 0 0 0,1 1 0 0 0,-3 0 0 0 0,-8 2-10 0 0,0 1 0 0 0,0 0 0 0 0,-24 12 0 0 0,13-4-4 0 0,0 2 1 0 0,0 1 0 0 0,1 1-1 0 0,1 1 1 0 0,-34 31 0 0 0,43-33-13 0 0,-1 0 0 0 0,2 0 0 0 0,0 1 0 0 0,1 1 1 0 0,1 0-1 0 0,0 1 0 0 0,1 0 0 0 0,-12 30 1 0 0,21-43 0 0 0,-1 1 0 0 0,0-1 0 0 0,1 0 0 0 0,0 1 1 0 0,0-1-1 0 0,1 1 0 0 0,-1-1 0 0 0,1 1 0 0 0,0 0 0 0 0,1-1 1 0 0,-1 1-1 0 0,3 5 0 0 0,-3-9-1 0 0,1 1-1 0 0,0-1 1 0 0,1 0-1 0 0,-1 1 1 0 0,0-1-1 0 0,1 0 1 0 0,-1 0-1 0 0,1 0 1 0 0,-1 0-1 0 0,1 0 1 0 0,0-1 0 0 0,0 1-1 0 0,0 0 1 0 0,0-1-1 0 0,0 0 1 0 0,1 1-1 0 0,-1-1 1 0 0,0 0-1 0 0,0 0 1 0 0,1 0-1 0 0,-1 0 1 0 0,1-1-1 0 0,-1 1 1 0 0,1-1 0 0 0,-1 1-1 0 0,1-1 1 0 0,-1 0-1 0 0,4 0 1 0 0,3 0 0 0 0,0 0 0 0 0,0-1 0 0 0,0 0 0 0 0,0 0 0 0 0,0-1-1 0 0,0-1 1 0 0,0 1 0 0 0,0-1 0 0 0,-1-1 0 0 0,1 0 0 0 0,-1 0 0 0 0,0 0 0 0 0,0-1 0 0 0,-1 0 0 0 0,1-1 0 0 0,-1 0 0 0 0,9-9 0 0 0,7-11 32 0 0,0 0-1 0 0,-2-1 1 0 0,22-39-1 0 0,-33 50 21 0 0,40-65 1634 0 0,-49 79-1564 0 0,0 2-99 0 0,-1 0 0 0 0,1 1-1 0 0,-1-1 1 0 0,1 0 0 0 0,0 0-1 0 0,-1 0 1 0 0,1 1 0 0 0,-1-1-1 0 0,0 0 1 0 0,1 1-1 0 0,-1-1 1 0 0,1 0 0 0 0,-1 1-1 0 0,1-1 1 0 0,-1 1 0 0 0,0-1-1 0 0,1 1 1 0 0,-1-1 0 0 0,0 1-1 0 0,0-1 1 0 0,1 1 0 0 0,-1-1-1 0 0,0 1 1 0 0,0-1 0 0 0,0 1-1 0 0,1-1 1 0 0,-1 1 0 0 0,0-1-1 0 0,0 1 1 0 0,0-1 0 0 0,0 1-1 0 0,0 0 1 0 0,-1 23 426 0 0,1-20-286 0 0,-8 87 554 0 0,-2 68-192 0 0,10-130-2524 0 0,7 48-1 0 0,0-50-1088 0 0,1-12-1707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7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60 468 0 0,'3'-10'3404'0'0,"14"-32"11400"0"0,-15 35-12071 0 0,-2 7-2686 0 0,1 0-1 0 0,-1 1 1 0 0,0-1-1 0 0,0 1 1 0 0,0-1-1 0 0,1 1 1 0 0,-1-1-1 0 0,0 1 1 0 0,0-1-1 0 0,0 1 1 0 0,0-1 0 0 0,0 1-1 0 0,0-1 1 0 0,0 1-1 0 0,0-1 1 0 0,0 1-1 0 0,0-1 1 0 0,0 0-1 0 0,0 1 1 0 0,0-1-1 0 0,0 1 1 0 0,0-1 0 0 0,-1 2-1 0 0,-28 130 1673 0 0,11-54-2729 0 0,3-2-5929 0 0,17-59 472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8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1 114 684 0 0,'9'-19'5595'0'0,"-4"9"-3458"0"0,0-1 0 0 0,1 1 1 0 0,8-11-1 0 0,-11 17-1955 0 0,0 1 0 0 0,0-1 0 0 0,1 1 0 0 0,-1 0 0 0 0,1 0 0 0 0,0 0 0 0 0,0 1 0 0 0,0-1 0 0 0,0 1 0 0 0,1 0 0 0 0,5-2 0 0 0,-6 3-135 0 0,0 0 0 0 0,0-1-1 0 0,0 2 1 0 0,1-1-1 0 0,-1 0 1 0 0,0 1 0 0 0,1 0-1 0 0,-1 0 1 0 0,0 0 0 0 0,1 0-1 0 0,-1 1 1 0 0,0 0 0 0 0,0 0-1 0 0,1 0 1 0 0,-1 0 0 0 0,7 4-1 0 0,-8-3-33 0 0,-1-1 1 0 0,1 1-1 0 0,-1 0 0 0 0,0 0 0 0 0,0 0 0 0 0,0 0 0 0 0,0 0 0 0 0,0 0 0 0 0,0 0 0 0 0,0 1 0 0 0,-1-1 0 0 0,1 1 0 0 0,-1-1 0 0 0,0 1 0 0 0,0 0 1 0 0,0 0-1 0 0,0-1 0 0 0,0 1 0 0 0,0 0 0 0 0,-1 0 0 0 0,0 0 0 0 0,1 0 0 0 0,-1 0 0 0 0,0 0 0 0 0,0 0 0 0 0,-1 4 0 0 0,-1 4 175 0 0,-1 1-1 0 0,0-1 1 0 0,0 0 0 0 0,-1 0-1 0 0,-1-1 1 0 0,1 1-1 0 0,-2-1 1 0 0,-8 13-1 0 0,-61 75 1176 0 0,57-76-1190 0 0,16-20-153 0 0,0 1 0 0 0,0-1 0 0 0,0 0 1 0 0,1 1-1 0 0,-1-1 0 0 0,1 0 0 0 0,0 1 0 0 0,-1 0 0 0 0,1-1 0 0 0,-1 5 0 0 0,2-7-14 0 0,0 0 0 0 0,0 1-1 0 0,0-1 1 0 0,1 1 0 0 0,-1-1-1 0 0,0 1 1 0 0,0-1 0 0 0,0 1-1 0 0,0-1 1 0 0,0 1 0 0 0,0-1-1 0 0,1 1 1 0 0,-1-1 0 0 0,0 0-1 0 0,0 1 1 0 0,1-1 0 0 0,-1 1-1 0 0,0-1 1 0 0,1 0 0 0 0,-1 1-1 0 0,0-1 1 0 0,1 0 0 0 0,0 1-1 0 0,19 4 58 0 0,18-2-519 0 0,1-3 1 0 0,-1-1-1 0 0,41-7 1 0 0,114-29-5788 0 0,-117 17 1672 0 0,2-3-2191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399 155 304 0 0,'1'-2'767'0'0,"2"-13"1483"0"0,-1-1-1 0 0,0 1 0 0 0,0-25 1 0 0,-2 38-2120 0 0,0-1-1 0 0,0 0 1 0 0,0 0 0 0 0,0 0 0 0 0,0 1 0 0 0,-1-1-1 0 0,0 0 1 0 0,1 1 0 0 0,-1-1 0 0 0,0 0 0 0 0,0 1-1 0 0,0-1 1 0 0,-1 1 0 0 0,1-1 0 0 0,-1 1 0 0 0,1 0 0 0 0,-1 0-1 0 0,0 0 1 0 0,0 0 0 0 0,0 0 0 0 0,0 0 0 0 0,0 0-1 0 0,0 0 1 0 0,0 1 0 0 0,-1-1 0 0 0,1 1 0 0 0,-1 0-1 0 0,-2-1 1 0 0,1 1-97 0 0,0 1 0 0 0,0-1 0 0 0,-1 1 0 0 0,1 0 0 0 0,0 1 0 0 0,0-1-1 0 0,0 1 1 0 0,-1 0 0 0 0,1 0 0 0 0,0 0 0 0 0,0 0 0 0 0,1 1 0 0 0,-5 2 0 0 0,-8 4 37 0 0,-26 16 1 0 0,10-2 5 0 0,0 2 1 0 0,-43 40 0 0 0,61-50-57 0 0,0 1 0 0 0,1 1 1 0 0,0 0-1 0 0,2 1 1 0 0,-1 0-1 0 0,-14 32 0 0 0,25-47-10 0 0,0 0 0 0 0,0 0 0 0 0,1 1 0 0 0,-1-1 0 0 0,0 0 0 0 0,1 1 0 0 0,-1-1-1 0 0,1 1 1 0 0,0-1 0 0 0,0 1 0 0 0,0-1 0 0 0,0 0 0 0 0,0 1 0 0 0,1-1 0 0 0,-1 1-1 0 0,1-1 1 0 0,-1 0 0 0 0,1 1 0 0 0,0-1 0 0 0,0 0 0 0 0,2 4 0 0 0,-1-4 1 0 0,0 0 0 0 0,0 0 0 0 0,0 0 0 0 0,0 0 0 0 0,0 0 0 0 0,0-1 0 0 0,0 1 0 0 0,1-1 0 0 0,-1 0 0 0 0,0 0 1 0 0,1 0-1 0 0,-1 0 0 0 0,1 0 0 0 0,-1 0 0 0 0,1 0 0 0 0,0-1 0 0 0,-1 0 0 0 0,1 1 0 0 0,0-1 0 0 0,3 0 0 0 0,2-1-1 0 0,0 1 0 0 0,0-2 0 0 0,0 1 0 0 0,-1-1 0 0 0,1 0 0 0 0,-1 0 0 0 0,1-1 0 0 0,-1 0 0 0 0,0-1 0 0 0,0 1 0 0 0,0-1 0 0 0,0-1 0 0 0,-1 1 0 0 0,0-1 0 0 0,9-8 0 0 0,6-9 13 0 0,-1-1 0 0 0,30-44-1 0 0,-18 23 156 0 0,-25 36-58 0 0,-3 4-69 0 0,0 0 0 0 0,-1 0 1 0 0,0-1-1 0 0,5-7 0 0 0,-2 14 200 0 0,-6-2-235 0 0,0 0 0 0 0,1 0 1 0 0,-1 0-1 0 0,0 0 1 0 0,1 0-1 0 0,-1 0 0 0 0,0 0 1 0 0,1 0-1 0 0,-1 0 1 0 0,1 0-1 0 0,-1 0 0 0 0,0 0 1 0 0,1 0-1 0 0,-1 0 1 0 0,0 0-1 0 0,1 1 0 0 0,-1-1 1 0 0,0 0-1 0 0,1 0 1 0 0,-1 0-1 0 0,0 1 0 0 0,0-1 1 0 0,1 0-1 0 0,-1 0 1 0 0,0 1-1 0 0,0-1 0 0 0,1 0 1 0 0,-1 1-1 0 0,0-1 1 0 0,0 0-1 0 0,0 1 0 0 0,0-1 1 0 0,0 0-1 0 0,1 1 1 0 0,-1 30 482 0 0,-1 0 0 0 0,-1-1 0 0 0,-2 1 0 0 0,-11 46 0 0 0,-6 38-398 0 0,19-95-651 0 0,-1-3-1053 0 0,1 30-1 0 0,2-43 445 0 0,0 1 0 0 0,1-1 0 0 0,-1 0 1 0 0,1 1-1 0 0,0-1 0 0 0,3 8 0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9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50 148 0 0,'25'-36'16527'0'0,"-13"23"-11167"0"0,-11 14-5230 0 0,0-1 0 0 0,0 1 1 0 0,0 0-1 0 0,-1 0 0 0 0,1 0 0 0 0,0 0 0 0 0,-1 0 0 0 0,1 0 0 0 0,-1 0 0 0 0,1 1 0 0 0,-1-1 0 0 0,0 0 0 0 0,1 0 0 0 0,-1 0 0 0 0,0 0 1 0 0,0 1-1 0 0,0-1 0 0 0,0 0 0 0 0,0 0 0 0 0,0 0 0 0 0,0 2 0 0 0,-4 27 687 0 0,-1 0 0 0 0,-10 33 0 0 0,-10 20-2016 0 0,9-31-2557 0 0,13-42 2118 0 0,-2 5-752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9.4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98 2328 0 0,'23'-36'7470'0'0,"6"7"-3367"0"0,-24 25-3921 0 0,0 0-1 0 0,1 1 0 0 0,-1 0 0 0 0,1 0 0 0 0,0 0 1 0 0,0 1-1 0 0,0-1 0 0 0,0 2 0 0 0,0-1 0 0 0,0 0 1 0 0,1 1-1 0 0,-1 1 0 0 0,0-1 0 0 0,1 1 0 0 0,-1 0 1 0 0,1 0-1 0 0,8 2 0 0 0,-9-1-136 0 0,0 0-1 0 0,-1 0 1 0 0,1 1 0 0 0,-1 0 0 0 0,0 0-1 0 0,0 0 1 0 0,0 0 0 0 0,0 1 0 0 0,0 0-1 0 0,0 0 1 0 0,0 0 0 0 0,-1 1-1 0 0,5 5 1 0 0,-7-7 22 0 0,0 1 1 0 0,0-1-1 0 0,0 1 0 0 0,0 0 0 0 0,-1 0 0 0 0,1 0 1 0 0,-1 0-1 0 0,0 0 0 0 0,0 0 0 0 0,0 0 0 0 0,-1 0 1 0 0,1 0-1 0 0,-1 1 0 0 0,1-1 0 0 0,-1 0 0 0 0,0 0 1 0 0,0 1-1 0 0,-1-1 0 0 0,1 0 0 0 0,-1 0 0 0 0,1 0 1 0 0,-1 0-1 0 0,0 1 0 0 0,-2 2 0 0 0,-4 10 158 0 0,-1-1 0 0 0,-1 0 0 0 0,-1 0 0 0 0,0-1 0 0 0,-17 19 1 0 0,12-14-63 0 0,5-9 7 0 0,-7 12 122 0 0,18-21-252 0 0,-1 0-38 0 0,0-1 1 0 0,0 1-1 0 0,0-1 1 0 0,0 1 0 0 0,0-1-1 0 0,1 1 1 0 0,-1-1-1 0 0,0 1 1 0 0,0-1-1 0 0,1 0 1 0 0,-1 1 0 0 0,0-1-1 0 0,1 0 1 0 0,-1 1-1 0 0,0-1 1 0 0,1 0-1 0 0,-1 1 1 0 0,1-1 0 0 0,-1 0-1 0 0,0 1 1 0 0,1-1-1 0 0,-1 0 1 0 0,1 0 0 0 0,-1 0-1 0 0,1 0 1 0 0,-1 1-1 0 0,1-1 1 0 0,-1 0-1 0 0,1 0 1 0 0,-1 0 0 0 0,1 0-1 0 0,-1 0 1 0 0,1 0-1 0 0,-1 0 1 0 0,1 0 0 0 0,5-1 20 0 0,69 10 9 0 0,-66-7-60 0 0,0 1 1 0 0,0 0-1 0 0,0 0 0 0 0,-1 1 0 0 0,1 0 0 0 0,-1 1 0 0 0,0 0 1 0 0,13 10-1 0 0,-18-13 84 0 0,-1 0 0 0 0,1 0 0 0 0,0 1 1 0 0,-1-1-1 0 0,0 1 0 0 0,1-1 0 0 0,-1 1 0 0 0,0 0 1 0 0,0 0-1 0 0,-1 0 0 0 0,1 0 0 0 0,-1 0 0 0 0,1 0 1 0 0,-1 0-1 0 0,0 1 0 0 0,0-1 0 0 0,0 0 0 0 0,-1 1 1 0 0,1-1-1 0 0,-1 0 0 0 0,0 1 0 0 0,0-1 0 0 0,0 1 1 0 0,0-1-1 0 0,-1 1 0 0 0,0 3 0 0 0,0-4 54 0 0,-1 0 1 0 0,0 1-1 0 0,0-1 1 0 0,-1 0-1 0 0,1 0 0 0 0,0 0 1 0 0,-1 0-1 0 0,0-1 0 0 0,0 1 1 0 0,0-1-1 0 0,0 1 1 0 0,0-1-1 0 0,0 0 0 0 0,0 0 1 0 0,-1 0-1 0 0,-3 1 0 0 0,-9 3 60 0 0,1 0 0 0 0,-22 4 0 0 0,12-4-479 0 0,0-2 0 0 0,-1 0 0 0 0,0-2 0 0 0,1-1 0 0 0,-1-1 1 0 0,0-1-1 0 0,1-1 0 0 0,-28-7 0 0 0,27 4-2198 0 0,0-2 0 0 0,0-1 0 0 0,1-1 0 0 0,-34-17 0 0 0,26 8-5060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2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389 125 844 0 0,'15'-41'9566'0'0,"-13"36"-8987"0"0,-1 0 0 0 0,-1 0 0 0 0,1 0 0 0 0,-1 0 0 0 0,0-1-1 0 0,0-5 1 0 0,0 9-508 0 0,0 0-1 0 0,-1 0 0 0 0,1 0 0 0 0,-1 0 1 0 0,1 0-1 0 0,-1 1 0 0 0,0-1 1 0 0,0 0-1 0 0,0 0 0 0 0,0 1 0 0 0,0-1 1 0 0,0 0-1 0 0,0 1 0 0 0,0-1 0 0 0,-1 1 1 0 0,-1-2-1 0 0,1 1-24 0 0,0 1-1 0 0,-1 0 1 0 0,1 0 0 0 0,0 0 0 0 0,-1 0-1 0 0,1 0 1 0 0,-1 0 0 0 0,1 1-1 0 0,-1-1 1 0 0,1 1 0 0 0,-1 0-1 0 0,1 0 1 0 0,-1 0 0 0 0,0 0-1 0 0,-3 1 1 0 0,-10 1 0 0 0,1 1 0 0 0,0 1-1 0 0,0 1 1 0 0,0 0 0 0 0,0 1 0 0 0,1 0-1 0 0,0 1 1 0 0,-20 14 0 0 0,12-7-13 0 0,1 2 0 0 0,0 1 0 0 0,1 1 0 0 0,-21 24 0 0 0,29-29-33 0 0,1 1-1 0 0,-17 29 1 0 0,25-39 4 0 0,0 1-1 0 0,1 0 1 0 0,0 0 0 0 0,0 0-1 0 0,0 0 1 0 0,1 0-1 0 0,0 0 1 0 0,0 0 0 0 0,0 0-1 0 0,0 0 1 0 0,1 1-1 0 0,0-1 1 0 0,0 0 0 0 0,1 7-1 0 0,0-10 1 0 0,-1 0-1 0 0,1 0 0 0 0,0 0 1 0 0,0 0-1 0 0,0 0 1 0 0,1 0-1 0 0,-1 0 0 0 0,0 0 1 0 0,1-1-1 0 0,-1 1 1 0 0,1 0-1 0 0,0-1 0 0 0,-1 1 1 0 0,1-1-1 0 0,0 0 1 0 0,0 1-1 0 0,0-1 0 0 0,0 0 1 0 0,0 0-1 0 0,0 0 1 0 0,0-1-1 0 0,0 1 0 0 0,1 0 1 0 0,-1-1-1 0 0,0 1 1 0 0,0-1-1 0 0,1 0 0 0 0,-1 0 1 0 0,0 0-1 0 0,4 0 1 0 0,4-1 11 0 0,1 1-1 0 0,-1-1 1 0 0,0-1 0 0 0,1 0 0 0 0,11-4 0 0 0,-9 1-14 0 0,-1-1-1 0 0,0 0 1 0 0,0 0 0 0 0,0-2 0 0 0,-1 1-1 0 0,0-1 1 0 0,0-1 0 0 0,-1 0 0 0 0,17-20-1 0 0,-3 1 685 0 0,-2-1-1 0 0,26-44 0 0 0,-35 56-371 0 0,-13 17-308 0 0,0 0-1 0 0,1-1 0 0 0,-1 1 0 0 0,0 0 0 0 0,0 0 1 0 0,0 0-1 0 0,1-1 0 0 0,-1 1 0 0 0,0 0 0 0 0,0 0 0 0 0,1 0 1 0 0,-1 0-1 0 0,0 0 0 0 0,0-1 0 0 0,1 1 0 0 0,-1 0 1 0 0,0 0-1 0 0,0 0 0 0 0,1 0 0 0 0,-1 0 0 0 0,0 0 0 0 0,0 0 1 0 0,1 0-1 0 0,-1 0 0 0 0,0 0 0 0 0,1 0 0 0 0,-1 0 1 0 0,0 0-1 0 0,0 0 0 0 0,1 0 0 0 0,-1 0 0 0 0,0 1 0 0 0,0-1 1 0 0,1 0-1 0 0,-1 0 0 0 0,0 0 0 0 0,0 0 0 0 0,1 0 1 0 0,-1 1-1 0 0,0-1 0 0 0,0 0 0 0 0,0 0 0 0 0,1 0 0 0 0,-1 1 1 0 0,0-1-1 0 0,0 0 0 0 0,0 0 0 0 0,0 1 0 0 0,1-1 1 0 0,-1 0-1 0 0,0 0 0 0 0,0 1 0 0 0,0-1 0 0 0,0 0 1 0 0,0 0-1 0 0,0 1 0 0 0,0-1 0 0 0,0 0 0 0 0,0 1 0 0 0,0-1 1 0 0,0 0-1 0 0,0 0 0 0 0,0 1 0 0 0,0-1 0 0 0,0 1 0 0 0,2 30 220 0 0,-2 0-1 0 0,-2 32 1 0 0,-1 35-264 0 0,4-93-144 0 0,0 16-1121 0 0,5 33 0 0 0,-5-49 459 0 0,0 1 0 0 0,1-1-1 0 0,0 0 1 0 0,-1 1 0 0 0,2-1 0 0 0,-1 0-1 0 0,1-1 1 0 0,-1 1 0 0 0,1 0 0 0 0,1-1-1 0 0,4 6 1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2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1 130 880 0 0,'8'-17'3935'0'0,"0"1"0"0"0,-2-2 0 0 0,9-26 0 0 0,-15 42-3853 0 0,1 0 1 0 0,0 0 0 0 0,0 0 0 0 0,-1 0 0 0 0,1 1 0 0 0,1-1 0 0 0,-1 0 0 0 0,0 1 0 0 0,0-1 0 0 0,1 1 0 0 0,-1-1 0 0 0,1 1 0 0 0,-1 0 0 0 0,1-1 0 0 0,-1 1 0 0 0,1 0-1 0 0,0 0 1 0 0,0 0 0 0 0,-1 0 0 0 0,1 1 0 0 0,0-1 0 0 0,0 0 0 0 0,0 1 0 0 0,0-1 0 0 0,0 1 0 0 0,0 0 0 0 0,0 0 0 0 0,2 0 0 0 0,1-1-55 0 0,-1 1 1 0 0,1 0-1 0 0,0 0 1 0 0,-1 1-1 0 0,1-1 1 0 0,-1 1-1 0 0,1 0 1 0 0,-1 0-1 0 0,1 0 1 0 0,7 4-1 0 0,-9-3-19 0 0,0-1 1 0 0,-1 1-1 0 0,1 0 0 0 0,-1 0 0 0 0,1 0 0 0 0,-1 0 0 0 0,0 0 0 0 0,0 0 0 0 0,0 1 0 0 0,0-1 0 0 0,0 1 0 0 0,-1-1 0 0 0,1 1 0 0 0,-1 0 0 0 0,1 0 0 0 0,-1-1 0 0 0,0 1 0 0 0,1 4 0 0 0,-2-3 3 0 0,0 1 0 0 0,1-1 0 0 0,-1 0 0 0 0,-1 1 0 0 0,1-1 0 0 0,-1 0 0 0 0,0 1 0 0 0,0-1 0 0 0,0 0 1 0 0,0 0-1 0 0,-4 7 0 0 0,-4 6 58 0 0,-1 0 1 0 0,-1 0-1 0 0,-1-1 0 0 0,-20 22 1 0 0,28-32-39 0 0,-21 21 112 0 0,15-17-70 0 0,1 0 0 0 0,0 1 1 0 0,-7 11-1 0 0,15-20 9 0 0,3 0-21 0 0,-2-2-61 0 0,0 0 0 0 0,0 1 0 0 0,0-1 0 0 0,0 0 0 0 0,0 0 0 0 0,0 0 0 0 0,0 1 0 0 0,0-1 0 0 0,0 0 0 0 0,1 0 0 0 0,-1 0-1 0 0,0 0 1 0 0,0 1 0 0 0,0-1 0 0 0,0 0 0 0 0,0 0 0 0 0,0 0 0 0 0,1 0 0 0 0,-1 0 0 0 0,0 1 0 0 0,0-1 0 0 0,0 0 0 0 0,0 0 0 0 0,0 0 0 0 0,1 0-1 0 0,-1 0 1 0 0,0 0 0 0 0,0 0 0 0 0,0 0 0 0 0,1 0 0 0 0,-1 0 0 0 0,0 0 0 0 0,0 0 0 0 0,0 0 0 0 0,1 0 0 0 0,-1 0 0 0 0,0 0 0 0 0,0 0 0 0 0,0 0-1 0 0,0 0 1 0 0,1 0 0 0 0,-1 0 0 0 0,21-3-1052 0 0,0 0-1 0 0,30-10 0 0 0,41-22-8875 0 0,-66 23 4748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3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21 2052 0 0,'18'-18'12858'0'0,"-17"17"-12407"0"0,-1 1-376 0 0,0 0 0 0 0,0 0 0 0 0,1 0 1 0 0,-1 0-1 0 0,0-1 0 0 0,0 1 0 0 0,0 0 0 0 0,1 0 0 0 0,-1 0 0 0 0,0 0 1 0 0,0 0-1 0 0,0 0 0 0 0,1 0 0 0 0,-1 0 0 0 0,0 0 0 0 0,0 0 1 0 0,1 0-1 0 0,-1 0 0 0 0,0 0 0 0 0,0 0 0 0 0,1 0 0 0 0,-1 0 0 0 0,0 0 1 0 0,0 0-1 0 0,0 0 0 0 0,1 0 0 0 0,-1 0 0 0 0,0 1 0 0 0,0-1 1 0 0,1 1 375 0 0,-1-1-376 0 0,1 0 0 0 0,-1 0 0 0 0,0 0 0 0 0,0 1 0 0 0,0-1 0 0 0,0 0 1 0 0,0 0-1 0 0,0 0 0 0 0,0 1 0 0 0,3 19 1620 0 0,-8 24-453 0 0,-10 24-358 0 0,-12 73-1423 0 0,25-120-1857 0 0,1 0-1 0 0,2 34 1 0 0,3-37-2537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3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330 111 964 0 0,'-4'-57'8824'0'0,"4"54"-8543"0"0,-1 0 1 0 0,0 0-1 0 0,0 0 1 0 0,1 0 0 0 0,-2-1-1 0 0,1 1 1 0 0,0 1 0 0 0,-1-1-1 0 0,1 0 1 0 0,-1 0-1 0 0,0 0 1 0 0,0 1 0 0 0,0-1-1 0 0,-4-3 1 0 0,3 5-226 0 0,1 0 0 0 0,-1 0 1 0 0,0 0-1 0 0,1 0 0 0 0,-1 0 0 0 0,0 1 0 0 0,0 0 1 0 0,0-1-1 0 0,1 1 0 0 0,-1 0 0 0 0,0 0 0 0 0,0 0 0 0 0,0 1 1 0 0,0-1-1 0 0,1 1 0 0 0,-1 0 0 0 0,0 0 0 0 0,0-1 1 0 0,1 2-1 0 0,-4 0 0 0 0,-13 7 31 0 0,1 1 1 0 0,-1 0-1 0 0,2 1 0 0 0,0 1 1 0 0,0 0-1 0 0,-17 18 0 0 0,22-19-63 0 0,1 1-1 0 0,0 0 1 0 0,1 1-1 0 0,1 0 1 0 0,0 0-1 0 0,0 1 1 0 0,2 0-1 0 0,-10 23 1 0 0,16-35-15 0 0,1-1 0 0 0,-1 1-1 0 0,0-1 1 0 0,1 1 0 0 0,0-1 0 0 0,-1 1 0 0 0,1-1 0 0 0,0 1 0 0 0,0 0-1 0 0,0-1 1 0 0,0 1 0 0 0,0-1 0 0 0,0 1 0 0 0,0 0 0 0 0,0-1 0 0 0,1 1-1 0 0,-1-1 1 0 0,1 1 0 0 0,-1-1 0 0 0,1 1 0 0 0,0-1 0 0 0,-1 1 0 0 0,1-1-1 0 0,0 0 1 0 0,0 1 0 0 0,0-1 0 0 0,0 0 0 0 0,0 0 0 0 0,0 1 0 0 0,1-1 0 0 0,-1 0-1 0 0,0 0 1 0 0,0 0 0 0 0,1-1 0 0 0,-1 1 0 0 0,1 0 0 0 0,-1 0 0 0 0,1-1-1 0 0,1 1 1 0 0,2 1 6 0 0,0-1-1 0 0,0 0 1 0 0,0 0-1 0 0,0-1 1 0 0,0 1-1 0 0,0-1 1 0 0,0 0-1 0 0,0-1 0 0 0,0 1 1 0 0,0-1-1 0 0,6-1 1 0 0,-1-1-3 0 0,0-1-1 0 0,-1 0 1 0 0,1 0 0 0 0,-1-1 0 0 0,0 0 0 0 0,0-1-1 0 0,-1 0 1 0 0,13-11 0 0 0,1-4 91 0 0,29-37 0 0 0,-22 24 357 0 0,-16 21-328 0 0,-12 13-128 0 0,-1-1 0 0 0,0 1-1 0 0,0 0 1 0 0,1-1 0 0 0,-1 1 0 0 0,0 0 0 0 0,0-1-1 0 0,1 1 1 0 0,-1 0 0 0 0,0 0 0 0 0,1-1 0 0 0,-1 1 0 0 0,1 0-1 0 0,-1 0 1 0 0,0 0 0 0 0,1 0 0 0 0,-1-1 0 0 0,0 1 0 0 0,1 0-1 0 0,-1 0 1 0 0,1 0 0 0 0,-1 0 0 0 0,0 0 0 0 0,1 0-1 0 0,-1 0 1 0 0,1 0 0 0 0,-1 0 0 0 0,0 0 0 0 0,1 0 0 0 0,-1 0-1 0 0,1 1 1 0 0,-1-1 0 0 0,0 0 0 0 0,1 0 0 0 0,6 15 406 0 0,-5 24 361 0 0,-2-38-747 0 0,-4 69 346 0 0,2-40-344 0 0,1 58-1 0 0,2-79-910 0 0,1 1-1 0 0,-1-1 0 0 0,7 18 0 0 0,-6-22-256 0 0,0 1-1 0 0,1-1 1 0 0,0 1-1 0 0,0-1 1 0 0,0 0-1 0 0,8 9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4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22 106 1056 0 0,'1'-2'911'0'0,"12"-30"6752"0"0,3 4-3558 0 0,-13 25-3911 0 0,-1-1 0 0 0,1 1 0 0 0,0 0 0 0 0,0 0 0 0 0,0 0 0 0 0,0 1 1 0 0,1-1-1 0 0,-1 1 0 0 0,1 0 0 0 0,0 0 0 0 0,-1 0 0 0 0,1 0 0 0 0,7-2 0 0 0,-8 3-161 0 0,0 0 0 0 0,0 0 0 0 0,0 0 1 0 0,1 1-1 0 0,-1-1 0 0 0,0 1 0 0 0,0 0 0 0 0,0 0 0 0 0,1 0 0 0 0,-1 0 0 0 0,0 1 0 0 0,0-1 0 0 0,1 1 1 0 0,-1 0-1 0 0,0 0 0 0 0,0 0 0 0 0,0 0 0 0 0,0 1 0 0 0,0-1 0 0 0,3 3 0 0 0,-4-2-19 0 0,0 0-1 0 0,-1-1 1 0 0,1 1-1 0 0,-1 0 1 0 0,1 1-1 0 0,-1-1 1 0 0,0 0-1 0 0,1 0 1 0 0,-1 0-1 0 0,0 1 0 0 0,-1-1 1 0 0,1 1-1 0 0,0-1 1 0 0,-1 1-1 0 0,1-1 1 0 0,-1 1-1 0 0,0-1 1 0 0,0 1-1 0 0,0-1 1 0 0,0 1-1 0 0,0-1 1 0 0,0 1-1 0 0,-1-1 1 0 0,0 1-1 0 0,0 3 1 0 0,-3 5 94 0 0,0 1 1 0 0,-1-1-1 0 0,0 0 1 0 0,-1 0-1 0 0,0-1 1 0 0,-8 12-1 0 0,-51 57 625 0 0,36-46-409 0 0,-21 24 1051 0 0,48-55-1062 0 0,18-2-187 0 0,-2-2-293 0 0,-1-1 1 0 0,0 0-1 0 0,0-1 0 0 0,0-1 0 0 0,-1 0 1 0 0,21-11-1 0 0,-5 3-954 0 0,50-25-2746 0 0,-26 11-1984 0 0,-18 9-867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4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29 964 0 0,'4'-23'16462'0'0,"-1"18"-15290"0"0,1 6-1143 0 0,-1 0 0 0 0,0 0 1 0 0,0 1-1 0 0,0 0 1 0 0,0-1-1 0 0,-1 1 0 0 0,1 0 1 0 0,0 0-1 0 0,-1 0 0 0 0,0 1 1 0 0,1-1-1 0 0,-1 1 0 0 0,0-1 1 0 0,0 1-1 0 0,0 0 0 0 0,0 0 1 0 0,-1 0-1 0 0,2 3 1 0 0,-1-1 77 0 0,-1 0 1 0 0,0 0-1 0 0,0 0 1 0 0,0 0-1 0 0,-1 0 1 0 0,0 0-1 0 0,0 0 1 0 0,0 0-1 0 0,-1 1 1 0 0,-1 8-1 0 0,-2 1 225 0 0,-1 0 0 0 0,0-1 0 0 0,-1 0 0 0 0,-1 0 0 0 0,0 0 0 0 0,-1-1 0 0 0,-10 13-1 0 0,-62 80 1093 0 0,80-106-1417 0 0,0 0-1 0 0,0 0 1 0 0,-1 1 0 0 0,1-1 0 0 0,0 0 0 0 0,0 1-1 0 0,-1-1 1 0 0,1 0 0 0 0,0 1 0 0 0,0-1 0 0 0,0 0-1 0 0,0 1 1 0 0,0-1 0 0 0,0 1 0 0 0,-1-1-1 0 0,1 0 1 0 0,0 1 0 0 0,0-1 0 0 0,0 0 0 0 0,0 1-1 0 0,0-1 1 0 0,0 1 0 0 0,0-1 0 0 0,0 0 0 0 0,1 1-1 0 0,-1-1 1 0 0,0 0 0 0 0,0 1 0 0 0,0-1 0 0 0,0 0-1 0 0,0 1 1 0 0,1 0 0 0 0,0-1-1 0 0,-1 1 0 0 0,1-1 1 0 0,0 1-1 0 0,0-1 0 0 0,-1 1 0 0 0,1-1 1 0 0,0 0-1 0 0,0 1 0 0 0,0-1 0 0 0,-1 0 0 0 0,1 0 1 0 0,0 0-1 0 0,0 1 0 0 0,0-1 0 0 0,0 0 1 0 0,1 0-1 0 0,59-3-2330 0 0,93-14-1 0 0,62-25-8137 0 0,-130 24 3230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4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370 107 2544 0 0,'4'-7'1538'0'0,"-1"0"1"0"0,0-1-1 0 0,0 0 0 0 0,-1 0 0 0 0,2-11 0 0 0,-4 15-1160 0 0,1 1-1 0 0,-1-1 0 0 0,0 1 1 0 0,0-1-1 0 0,0 0 1 0 0,-1 1-1 0 0,0-1 1 0 0,0-4-1 0 0,0 8-340 0 0,1-1 0 0 0,-1 0 0 0 0,1 0 0 0 0,-1 0 0 0 0,1 0 0 0 0,-1 1 0 0 0,0-1 0 0 0,1 0 0 0 0,-1 1 0 0 0,0-1 0 0 0,1 0 0 0 0,-1 1 0 0 0,0-1 0 0 0,0 1 0 0 0,0-1 0 0 0,0 1 0 0 0,1 0 0 0 0,-1-1 0 0 0,0 1 0 0 0,0 0 0 0 0,0 0 0 0 0,0-1 0 0 0,0 1 0 0 0,0 0 0 0 0,0 0 0 0 0,-1 0 0 0 0,-26 3 243 0 0,12 2-216 0 0,1 0 0 0 0,-1 2-1 0 0,1-1 1 0 0,0 2 0 0 0,0 0 0 0 0,1 1 0 0 0,-15 11 0 0 0,1 3 13 0 0,1 0 0 0 0,-31 35 1 0 0,56-56-73 0 0,-16 18 25 0 0,-20 28-1 0 0,34-43-15 0 0,1 1 1 0 0,-1-1-1 0 0,1 1 1 0 0,0 0-1 0 0,0 0 1 0 0,1 0-1 0 0,0 0 1 0 0,0 0-1 0 0,1 0 1 0 0,-1 1-1 0 0,0 7 1 0 0,2-12-8 0 0,0-1 0 0 0,0 1 1 0 0,1-1-1 0 0,-1 0 0 0 0,0 1 1 0 0,0-1-1 0 0,1 0 0 0 0,-1 1 0 0 0,1-1 1 0 0,-1 0-1 0 0,1 1 0 0 0,0-1 1 0 0,-1 0-1 0 0,1 0 0 0 0,0 0 1 0 0,0 0-1 0 0,0 0 0 0 0,0 0 1 0 0,0 0-1 0 0,2 2 0 0 0,-1-2 3 0 0,1 1-1 0 0,-1-1 1 0 0,1 0 0 0 0,0 0-1 0 0,-1 0 1 0 0,1 0-1 0 0,0 0 1 0 0,0 0-1 0 0,4 0 1 0 0,2-1 7 0 0,0 1 0 0 0,0-2 0 0 0,0 1 0 0 0,0-1 1 0 0,14-3-1 0 0,-11 1-7 0 0,-1-1 0 0 0,1 0 1 0 0,-1-1-1 0 0,0 0 1 0 0,0 0-1 0 0,-1-1 0 0 0,17-13 1 0 0,0-3-19 0 0,32-35 1 0 0,16-14 311 0 0,-75 70-305 0 0,0 1 1 0 0,0-1 0 0 0,1 1 0 0 0,-1 0 0 0 0,0-1-1 0 0,1 1 1 0 0,-1-1 0 0 0,1 1 0 0 0,-1 0 0 0 0,0-1-1 0 0,1 1 1 0 0,-1 0 0 0 0,1 0 0 0 0,-1-1 0 0 0,1 1-1 0 0,-1 0 1 0 0,1 0 0 0 0,-1 0 0 0 0,1 0 0 0 0,-1 0-1 0 0,1 0 1 0 0,-1-1 0 0 0,1 1 0 0 0,-1 0 0 0 0,1 0-1 0 0,-1 0 1 0 0,1 1 0 0 0,-1-1 0 0 0,1 0 0 0 0,-1 0-1 0 0,1 0 1 0 0,-1 0 0 0 0,1 0 0 0 0,-1 1 0 0 0,1-1-1 0 0,-1 0 1 0 0,1 0 0 0 0,-1 1 0 0 0,0-1 0 0 0,1 0-1 0 0,-1 1 1 0 0,1-1 0 0 0,-1 0 0 0 0,0 1 0 0 0,1-1-1 0 0,-1 1 1 0 0,0-1 0 0 0,0 0 0 0 0,1 1 0 0 0,-1-1-1 0 0,0 1 1 0 0,0-1 0 0 0,0 1 0 0 0,1-1 0 0 0,-1 1 0 0 0,0-1-1 0 0,0 1 1 0 0,0 0 0 0 0,2 31 128 0 0,-3-15-214 0 0,-4 101 503 0 0,6-106-1034 0 0,0 1 0 0 0,0-1 0 0 0,2 0-1 0 0,-1 0 1 0 0,1 0 0 0 0,1 0 0 0 0,8 17 0 0 0,-10-26-226 0 0,0 0 1 0 0,0 0-1 0 0,0 0 0 0 0,1 0 1 0 0,-1 0-1 0 0,5 3 0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5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46 108 3008 0 0,'18'-46'9614'0'0,"7"5"-5373"0"0,-24 40-4204 0 0,1-1 0 0 0,-1 0 1 0 0,1 1-1 0 0,-1-1 0 0 0,1 1 0 0 0,0-1 0 0 0,-1 1 1 0 0,1 0-1 0 0,0 0 0 0 0,0 0 0 0 0,0 0 1 0 0,0 0-1 0 0,0 0 0 0 0,0 1 0 0 0,0-1 0 0 0,0 1 1 0 0,1-1-1 0 0,-1 1 0 0 0,0 0 0 0 0,0-1 1 0 0,0 1-1 0 0,1 1 0 0 0,-1-1 0 0 0,0 0 0 0 0,0 0 1 0 0,0 1-1 0 0,0-1 0 0 0,0 1 0 0 0,0 0 1 0 0,1 0-1 0 0,-1-1 0 0 0,-1 1 0 0 0,1 1 0 0 0,0-1 1 0 0,0 0-1 0 0,0 0 0 0 0,-1 1 0 0 0,1-1 1 0 0,0 1-1 0 0,-1-1 0 0 0,1 1 0 0 0,-1 0 0 0 0,0-1 1 0 0,0 1-1 0 0,1 0 0 0 0,-1 0 0 0 0,0 0 1 0 0,-1 0-1 0 0,1 0 0 0 0,0 0 0 0 0,-1 0 1 0 0,2 4-1 0 0,-3 1 87 0 0,1-1 0 0 0,0 0 1 0 0,-1 1-1 0 0,0-1 0 0 0,-1 0 1 0 0,0 1-1 0 0,0-1 0 0 0,0 0 1 0 0,0 0-1 0 0,-1-1 0 0 0,0 1 1 0 0,-4 6-1 0 0,-8 10 641 0 0,-29 32-1 0 0,22-28-312 0 0,-3 3-24 0 0,13-15-83 0 0,0 0 0 0 0,-11 17 0 0 0,22-29-241 0 0,1-2-96 0 0,1 1 0 0 0,-1-1 1 0 0,1 1-1 0 0,-1-1 0 0 0,0 1 0 0 0,1-1 1 0 0,-1 0-1 0 0,1 1 0 0 0,-1-1 1 0 0,1 0-1 0 0,-1 1 0 0 0,1-1 1 0 0,0 0-1 0 0,-1 0 0 0 0,1 1 1 0 0,-1-1-1 0 0,1 0 0 0 0,0 0 1 0 0,-1 0-1 0 0,1 0 0 0 0,-1 0 1 0 0,1 0-1 0 0,0 0 0 0 0,0 0 1 0 0,16 2 38 0 0,-17-2-44 0 0,19-1-285 0 0,-1-1 0 0 0,1 0 0 0 0,-1-1 0 0 0,19-6 0 0 0,71-27-4761 0 0,-76 24 2945 0 0,9-3-3139 0 0,2-3-2829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5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48 3148 0 0,'-24'-26'17398'0'0,"18"15"-15547"0"0,5 9-1458 0 0,2 2-356 0 0,-1-1 1 0 0,1 0-1 0 0,-1 1 0 0 0,1-1 1 0 0,-1 0-1 0 0,1 1 0 0 0,0-1 1 0 0,-1 1-1 0 0,1-1 0 0 0,0 1 1 0 0,0 0-1 0 0,-1-1 0 0 0,1 1 1 0 0,0 0-1 0 0,0-1 0 0 0,0 1 0 0 0,-1 0 1 0 0,1 0-1 0 0,0 0 0 0 0,0-1 1 0 0,0 1-1 0 0,1 0 0 0 0,24 0 206 0 0,-20 1-244 0 0,0 1 1 0 0,0 0 0 0 0,0 0-1 0 0,-1 1 1 0 0,1-1-1 0 0,-1 1 1 0 0,0 0 0 0 0,0 1-1 0 0,5 3 1 0 0,-8-5 5 0 0,0 0 0 0 0,-1-1 0 0 0,1 1 1 0 0,-1 0-1 0 0,1 0 0 0 0,-1 0 0 0 0,0 0 1 0 0,0 1-1 0 0,0-1 0 0 0,0 0 0 0 0,0 0 1 0 0,0 1-1 0 0,-1-1 0 0 0,1 0 0 0 0,-1 1 1 0 0,1-1-1 0 0,-1 1 0 0 0,0-1 0 0 0,0 0 1 0 0,0 1-1 0 0,0-1 0 0 0,-1 1 0 0 0,1-1 1 0 0,-1 0-1 0 0,1 1 0 0 0,-1-1 0 0 0,0 0 1 0 0,-1 3-1 0 0,-4 7 42 0 0,0-1-1 0 0,-1 1 1 0 0,0-1 0 0 0,-10 11-1 0 0,16-21-12 0 0,0 3 6 0 0,-2-1-38 0 0,3 9 37 0 0,2-11-47 0 0,0 0-1 0 0,0 0 1 0 0,0 0 0 0 0,0 0 0 0 0,0 0-1 0 0,0 0 1 0 0,0 0 0 0 0,0-1-1 0 0,0 1 1 0 0,1-1 0 0 0,1 0 0 0 0,-2 1-1 0 0,6 1-12 0 0,0 1 0 0 0,0 0 0 0 0,0 0 0 0 0,0 1 0 0 0,0 0 0 0 0,-1 1 0 0 0,0-1 0 0 0,0 2 0 0 0,11 9 0 0 0,-8-6 25 0 0,-1 0 1 0 0,-1 1 0 0 0,0 0-1 0 0,0 0 1 0 0,10 18 0 0 0,-17-25 66 0 0,1-1 1 0 0,-1 0-1 0 0,0 1 0 0 0,0 0 1 0 0,0-1-1 0 0,0 1 0 0 0,0-1 1 0 0,-1 1-1 0 0,1 0 0 0 0,-1 0 1 0 0,1-1-1 0 0,-1 1 1 0 0,0 0-1 0 0,0 0 0 0 0,-1-1 1 0 0,1 1-1 0 0,0 0 0 0 0,-1 0 1 0 0,0-1-1 0 0,1 1 0 0 0,-1-1 1 0 0,0 1-1 0 0,-1 0 0 0 0,1-1 1 0 0,0 0-1 0 0,-1 1 1 0 0,1-1-1 0 0,-1 0 0 0 0,0 0 1 0 0,1 0-1 0 0,-1 0 0 0 0,0 0 1 0 0,-1 0-1 0 0,1 0 0 0 0,0-1 1 0 0,0 1-1 0 0,-1-1 0 0 0,1 1 1 0 0,-5 1-1 0 0,-7 3-46 0 0,0 0 1 0 0,0-1-1 0 0,-1 0 0 0 0,0-1 0 0 0,0-1 0 0 0,0 0 1 0 0,0-1-1 0 0,0 0 0 0 0,-1-2 0 0 0,-16 0 1 0 0,10-2-1082 0 0,1 0 0 0 0,-29-8 1 0 0,28 4-1336 0 0,1 0-1 0 0,-23-11 1 0 0,40 15 1415 0 0,0 0 0 0 0,0 0 0 0 0,0-1 1 0 0,0 1-1 0 0,0-1 0 0 0,1 0 0 0 0,-6-4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8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275 129 1432 0 0,'4'-12'5346'0'0,"4"-13"-837"0"0,-6 20-3949 0 0,0 1 0 0 0,-1 0 0 0 0,0 0 0 0 0,1-1 0 0 0,-1 1 0 0 0,-1 0 0 0 0,1-9 0 0 0,0 11-484 0 0,-1 0 0 0 0,0 0 0 0 0,0 1 0 0 0,0-1 0 0 0,0 0 0 0 0,0 0 0 0 0,0 1 1 0 0,0-1-1 0 0,-1 0 0 0 0,1 1 0 0 0,0-1 0 0 0,-1 0 0 0 0,0 1 0 0 0,1-1 0 0 0,-1 0 0 0 0,0 1 0 0 0,0-1 0 0 0,0 1 0 0 0,0-1 0 0 0,0 1 0 0 0,0 0 0 0 0,0-1 0 0 0,0 1 0 0 0,-1 0 0 0 0,1 0 0 0 0,-1 0 0 0 0,1 0 0 0 0,-1 0 0 0 0,-2-1 0 0 0,-3 1-62 0 0,0 0 1 0 0,1 1 0 0 0,-1 0 0 0 0,0 0 0 0 0,0 0 0 0 0,0 1 0 0 0,1 0-1 0 0,-1 1 1 0 0,0-1 0 0 0,1 1 0 0 0,-1 1 0 0 0,1-1 0 0 0,0 1-1 0 0,0 0 1 0 0,0 0 0 0 0,0 1 0 0 0,-6 4 0 0 0,-9 8-19 0 0,0 0 1 0 0,1 1-1 0 0,-21 24 0 0 0,36-35-7 0 0,0 0-1 0 0,0 1 0 0 0,0-1 0 0 0,0 1 0 0 0,1 0 1 0 0,0 1-1 0 0,1-1 0 0 0,-5 14 0 0 0,7-19 8 0 0,1 0 0 0 0,-1 0-1 0 0,1 0 1 0 0,-1 0 0 0 0,1 0 0 0 0,0 0-1 0 0,0 1 1 0 0,0-1 0 0 0,0 0-1 0 0,0 0 1 0 0,1 0 0 0 0,-1 0 0 0 0,0 0-1 0 0,1 1 1 0 0,0-1 0 0 0,-1 0 0 0 0,1 0-1 0 0,0 0 1 0 0,0 0 0 0 0,0-1 0 0 0,0 1-1 0 0,1 0 1 0 0,-1 0 0 0 0,0-1-1 0 0,1 1 1 0 0,-1-1 0 0 0,1 1 0 0 0,0-1-1 0 0,-1 1 1 0 0,1-1 0 0 0,0 0 0 0 0,0 0-1 0 0,0 0 1 0 0,0 0 0 0 0,0 0 0 0 0,3 1-1 0 0,3 0 4 0 0,0 0 0 0 0,0 0-1 0 0,0-1 1 0 0,0 0-1 0 0,0 0 1 0 0,0-1 0 0 0,0 0-1 0 0,0 0 1 0 0,0-1-1 0 0,0 0 1 0 0,0-1 0 0 0,0 1-1 0 0,0-2 1 0 0,14-5-1 0 0,-11 3 5 0 0,1-1 0 0 0,-1 0 0 0 0,-1-1 0 0 0,1 0 0 0 0,-1 0 0 0 0,-1-1 0 0 0,1-1 0 0 0,14-17 0 0 0,28-36 540 0 0,-51 61-560 0 0,1 1 4 0 0,-1 1 14 0 0,0-1-1 0 0,0 1 1 0 0,0-1 0 0 0,-1 1-1 0 0,1 0 1 0 0,0-1-1 0 0,0 1 1 0 0,0 0 0 0 0,-1 0-1 0 0,1 0 1 0 0,0-1 0 0 0,-1 1-1 0 0,1 0 1 0 0,-1 0 0 0 0,1 0-1 0 0,-1 0 1 0 0,0 0-1 0 0,1 0 1 0 0,-1 0 0 0 0,0 0-1 0 0,1 0 1 0 0,-1 0 0 0 0,0 0-1 0 0,0 0 1 0 0,0 0 0 0 0,0 0-1 0 0,0 0 1 0 0,0 0-1 0 0,-1 2 1 0 0,1-1-3 0 0,0 11-189 0 0,0 14 279 0 0,1 1 1 0 0,5 29-1 0 0,-4-48-768 0 0,0 1-1 0 0,0-1 0 0 0,8 17 0 0 0,-8-21-309 0 0,1 1 0 0 0,0-1 0 0 0,1 0 0 0 0,-1 0 0 0 0,1 0 0 0 0,0-1 0 0 0,4 6 0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9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76 116 2616 0 0,'6'-46'9439'0'0,"-5"34"-7817"0"0,0 1-1 0 0,1-1 1 0 0,4-12 0 0 0,-5 23-1593 0 0,-1 0 0 0 0,1 0 0 0 0,0 0 1 0 0,-1 1-1 0 0,1-1 0 0 0,0 0 0 0 0,0 1 0 0 0,-1-1 1 0 0,1 1-1 0 0,0-1 0 0 0,0 1 0 0 0,0-1 1 0 0,0 1-1 0 0,0 0 0 0 0,-1-1 0 0 0,1 1 0 0 0,0 0 1 0 0,0 0-1 0 0,0 0 0 0 0,0 0 0 0 0,2-1 0 0 0,-1 1 0 0 0,1 0-1 0 0,-1 0 0 0 0,1 0 0 0 0,-1 0 0 0 0,1 0 0 0 0,-1 1 0 0 0,0-1 1 0 0,5 2-1 0 0,-4 0-19 0 0,1-1 0 0 0,-1 1 0 0 0,0 0 0 0 0,0 0 1 0 0,0 0-1 0 0,0 0 0 0 0,0 1 0 0 0,0-1 0 0 0,0 1 1 0 0,-1 0-1 0 0,1 0 0 0 0,-1 0 0 0 0,0 0 0 0 0,0 0 0 0 0,0 0 1 0 0,0 1-1 0 0,-1-1 0 0 0,1 0 0 0 0,1 7 0 0 0,-2-5 1 0 0,-1 0-1 0 0,1 0 1 0 0,-1 0-1 0 0,0 0 1 0 0,-1 0-1 0 0,1 0 1 0 0,-1 0-1 0 0,0 0 1 0 0,0 0-1 0 0,0 0 1 0 0,-1-1-1 0 0,1 1 1 0 0,-1 0-1 0 0,0-1 1 0 0,-4 5-1 0 0,-55 80 263 0 0,59-88-246 0 0,2 0-23 0 0,0-1 0 0 0,0 1 0 0 0,0-1 0 0 0,-1 1 0 0 0,1-1 0 0 0,0 1 0 0 0,0 0 0 0 0,0-1 1 0 0,0 1-1 0 0,0-1 0 0 0,0 1 0 0 0,0-1 0 0 0,0 1 0 0 0,0-1 0 0 0,0 1 0 0 0,0 0 0 0 0,1-1 0 0 0,-1 1 0 0 0,0-1 0 0 0,0 1 0 0 0,0-1 0 0 0,1 1 0 0 0,-1 0 0 0 0,15 2-43 0 0,-4-2 31 0 0,-2 0 2 0 0,1 1 1 0 0,-1 0 0 0 0,1 0 0 0 0,-1 1 0 0 0,0 1 0 0 0,0-1 0 0 0,0 2 0 0 0,-1-1-1 0 0,1 1 1 0 0,-1 0 0 0 0,0 1 0 0 0,0 0 0 0 0,-1 0 0 0 0,0 1 0 0 0,0 0 0 0 0,6 8-1 0 0,-12-14 84 0 0,0 0 0 0 0,-1 1-1 0 0,1-1 1 0 0,0 0-1 0 0,-1 1 1 0 0,1-1-1 0 0,-1 1 1 0 0,1-1-1 0 0,-1 0 1 0 0,0 1 0 0 0,1-1-1 0 0,-1 1 1 0 0,0-1-1 0 0,0 1 1 0 0,0-1-1 0 0,0 1 1 0 0,0-1-1 0 0,-1 1 1 0 0,1-1 0 0 0,0 1-1 0 0,-1-1 1 0 0,1 1-1 0 0,-1-1 1 0 0,1 0-1 0 0,-1 1 1 0 0,0-1-1 0 0,1 0 1 0 0,-1 1 0 0 0,0-1-1 0 0,0 0 1 0 0,0 0-1 0 0,0 0 1 0 0,0 0-1 0 0,0 0 1 0 0,-1 0-1 0 0,-1 1 1 0 0,-3 3 248 0 0,0 0 0 0 0,-1-1 0 0 0,0 0-1 0 0,0-1 1 0 0,-11 5 0 0 0,5-4-131 0 0,0 0-1 0 0,0-1 1 0 0,0 0 0 0 0,-1-2-1 0 0,-19 2 1 0 0,-67-7-1980 0 0,73-2-2102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9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1408 0 0,'59'-36'16088'0'0,"-54"36"-15398"0"0,-5 0-607 0 0,1 0 1 0 0,-1 0 0 0 0,1 0-1 0 0,0 0 1 0 0,-1 0 0 0 0,1 0-1 0 0,0 0 1 0 0,-1 0 0 0 0,1 0-1 0 0,0 0 1 0 0,-1 0 0 0 0,1 0-1 0 0,-1 0 1 0 0,1 1 0 0 0,0-1-1 0 0,-1 0 1 0 0,1 0 0 0 0,-1 1-1 0 0,1-1 1 0 0,-1 0 0 0 0,1 1 0 0 0,-1-1-1 0 0,1 1 1 0 0,-1-1 0 0 0,1 0-1 0 0,-1 1 1 0 0,1-1 0 0 0,-1 1-1 0 0,0 0 1 0 0,1-1 0 0 0,-1 1-1 0 0,0-1 1 0 0,1 1 0 0 0,-1-1-1 0 0,0 1 1 0 0,0 0 0 0 0,0-1-1 0 0,0 1 1 0 0,0 0 0 0 0,1-1-1 0 0,-1 1 1 0 0,0-1 0 0 0,0 2-1 0 0,2 24 778 0 0,0 0 0 0 0,-1 1 0 0 0,-2-1 0 0 0,-5 37 0 0 0,3-25-1417 0 0,0 41 1 0 0,3-58-527 0 0,5 47-2620 0 0,-4-61 1876 0 0,0 0 0 0 0,1 0 0 0 0,0 0 0 0 0,4 7 1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0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67 1484 0 0,'-13'-8'2692'0'0,"1"-1"1"0"0,0 0-1 0 0,-11-13 0 0 0,20 20-2572 0 0,1 0 1 0 0,-1 0-1 0 0,0 1 0 0 0,1-1 1 0 0,-1 0-1 0 0,0 1 0 0 0,0 0 1 0 0,0 0-1 0 0,0 0 0 0 0,0 0 1 0 0,-1 0-1 0 0,1 1 0 0 0,0-1 1 0 0,0 1-1 0 0,-1 0 0 0 0,1 0 1 0 0,-4 0-1 0 0,-3 1-50 0 0,1 0 0 0 0,0 1 0 0 0,0 0 0 0 0,-16 6 0 0 0,6 0-48 0 0,1 1 0 0 0,0 0 0 0 0,0 1 1 0 0,1 1-1 0 0,0 1 0 0 0,1 1 0 0 0,0 0 1 0 0,1 1-1 0 0,1 0 0 0 0,0 1 0 0 0,1 1 1 0 0,0 0-1 0 0,-11 20 0 0 0,23-34-17 0 0,0 0 0 0 0,0 0 0 0 0,0 1 0 0 0,0-1 0 0 0,0 0 0 0 0,0 0 0 0 0,1 1 0 0 0,-1-1-1 0 0,1 1 1 0 0,-1-1 0 0 0,1 0 0 0 0,0 1 0 0 0,0-1 0 0 0,0 1 0 0 0,0-1 0 0 0,0 0 0 0 0,1 1 0 0 0,-1-1 0 0 0,1 1 0 0 0,0-1 0 0 0,1 3 0 0 0,-1-3 0 0 0,1 0 1 0 0,-1 0 0 0 0,1 0 0 0 0,0 0 0 0 0,0-1 0 0 0,0 1 0 0 0,0-1-1 0 0,0 0 1 0 0,0 1 0 0 0,0-1 0 0 0,0 0 0 0 0,0 0 0 0 0,0 0 0 0 0,1 0-1 0 0,-1-1 1 0 0,0 1 0 0 0,1-1 0 0 0,-1 1 0 0 0,1-1 0 0 0,-1 0 0 0 0,3 0-1 0 0,5 0-7 0 0,1 0-1 0 0,-1 0 1 0 0,0-1-1 0 0,1-1 1 0 0,-1 0-1 0 0,0 0 1 0 0,0-1-1 0 0,0 0 1 0 0,-1-1-1 0 0,1 0 1 0 0,-1-1-1 0 0,17-10 0 0 0,0-4 849 0 0,-2-1-1 0 0,41-42 0 0 0,-51 48 129 0 0,2 1-320 0 0,-7 9-421 0 0,-9 4-230 0 0,0 0-1 0 0,0 0 1 0 0,0 0 0 0 0,1 0 0 0 0,-1 0 0 0 0,0 1 0 0 0,0-1 0 0 0,0 0-1 0 0,0 0 1 0 0,1 0 0 0 0,-1 0 0 0 0,0 0 0 0 0,0 0 0 0 0,0 0 0 0 0,0 1-1 0 0,1-1 1 0 0,-1 0 0 0 0,0 0 0 0 0,0 0 0 0 0,0 0 0 0 0,0 1 0 0 0,0-1-1 0 0,0 0 1 0 0,0 0 0 0 0,0 0 0 0 0,0 1 0 0 0,1-1 0 0 0,-1 0 0 0 0,0 0-1 0 0,0 0 1 0 0,0 1 0 0 0,0-1 0 0 0,0 0 0 0 0,0 0 0 0 0,0 1-1 0 0,0-1 1 0 0,-1 0 0 0 0,0 22 78 0 0,-1 0 0 0 0,-2 0-1 0 0,-6 21 1 0 0,4-17-277 0 0,-5 51 0 0 0,11-65-643 0 0,-1 0 0 0 0,2 0 0 0 0,1 16 0 0 0,-1-24-171 0 0,0 1-1 0 0,1-1 0 0 0,-1 0 0 0 0,1 1 0 0 0,-1-1 1 0 0,1 0-1 0 0,3 5 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0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118 107 1992 0 0,'13'-55'12344'0'0,"-7"28"-9354"0"0,-5 25-2939 0 0,-1 1-1 0 0,1 0 1 0 0,0-1-1 0 0,-1 1 1 0 0,1 0-1 0 0,0 0 1 0 0,-1-1-1 0 0,1 1 1 0 0,0 0-1 0 0,0 0 1 0 0,0 0-1 0 0,0 0 1 0 0,0 0-1 0 0,1 0 1 0 0,-1 0-1 0 0,0 0 1 0 0,0 1-1 0 0,0-1 1 0 0,1 0-1 0 0,-1 1 1 0 0,0-1-1 0 0,1 1 1 0 0,-1-1-1 0 0,1 1 1 0 0,-1 0 0 0 0,1 0-1 0 0,-1-1 1 0 0,0 1-1 0 0,1 0 1 0 0,-1 0-1 0 0,1 1 1 0 0,-1-1-1 0 0,1 0 1 0 0,-1 0-1 0 0,3 1 1 0 0,0 0-34 0 0,-1 0 1 0 0,1 0-1 0 0,-1 0 1 0 0,1 0-1 0 0,-1 1 0 0 0,1-1 1 0 0,-1 1-1 0 0,0 0 1 0 0,0 0-1 0 0,0 0 1 0 0,0 1-1 0 0,3 2 1 0 0,-4-2-10 0 0,1 0 1 0 0,-2 0-1 0 0,1 0 1 0 0,0 1-1 0 0,-1-1 1 0 0,1 0-1 0 0,-1 1 1 0 0,0-1-1 0 0,0 1 1 0 0,-1 0 0 0 0,1-1-1 0 0,-1 1 1 0 0,0 0-1 0 0,0-1 1 0 0,0 1-1 0 0,0 0 1 0 0,0-1-1 0 0,-1 1 1 0 0,0-1-1 0 0,1 1 1 0 0,-2-1-1 0 0,-1 7 1 0 0,-2 1 21 0 0,0-1 0 0 0,-1 1-1 0 0,0-1 1 0 0,-1-1 0 0 0,-14 18 0 0 0,-13 13 768 0 0,33-39-437 0 0,1 0-356 0 0,0-1 1 0 0,1 1 0 0 0,-1-1-1 0 0,1 1 1 0 0,-1-1-1 0 0,1 1 1 0 0,-1-1-1 0 0,1 1 1 0 0,-1-1-1 0 0,1 0 1 0 0,-1 1-1 0 0,1-1 1 0 0,-1 0-1 0 0,1 1 1 0 0,0-1-1 0 0,-1 0 1 0 0,1 0-1 0 0,0 0 1 0 0,-1 0-1 0 0,1 1 1 0 0,0-1 0 0 0,-1 0-1 0 0,1 0 1 0 0,0 0-1 0 0,-1 0 1 0 0,1-1-1 0 0,0 1 1 0 0,0 0-1 0 0,8 0-5 0 0,2 2-14 0 0,1 0-1 0 0,-1 1 1 0 0,0 0-1 0 0,0 0 1 0 0,17 10 0 0 0,-23-12 26 0 0,-1 2 1 0 0,0-1-1 0 0,0 0 1 0 0,0 1-1 0 0,0-1 1 0 0,-1 1-1 0 0,1 0 1 0 0,-1 1-1 0 0,0-1 1 0 0,0 0-1 0 0,0 1 1 0 0,0 0-1 0 0,0 0 1 0 0,-1 0-1 0 0,0 0 1 0 0,0 0-1 0 0,3 6 1 0 0,-5-8 122 0 0,1 1 1 0 0,-1 0-1 0 0,0-1 1 0 0,1 1-1 0 0,-1 0 1 0 0,0-1-1 0 0,-1 1 1 0 0,1 0-1 0 0,0 0 1 0 0,-1-1-1 0 0,1 1 1 0 0,-1-1-1 0 0,0 1 1 0 0,0 0-1 0 0,0-1 1 0 0,0 0-1 0 0,-2 3 1 0 0,0 0 24 0 0,0-1 0 0 0,-1 0 0 0 0,1-1 0 0 0,-1 1 0 0 0,0-1 0 0 0,0 1 0 0 0,0-1 0 0 0,-7 4 0 0 0,-1 0 13 0 0,-1-1 0 0 0,0 0 0 0 0,-1-1 0 0 0,1-1 0 0 0,-22 5 0 0 0,16-5-239 0 0,0-2 1 0 0,-34 2-1 0 0,43-4-870 0 0,1-1 0 0 0,-1 0-1 0 0,0 0 1 0 0,-10-4 0 0 0,18 5 472 0 0,1-1 0 0 0,0 1-1 0 0,-1 0 1 0 0,1-1 0 0 0,0 0 0 0 0,0 1 0 0 0,0-1 0 0 0,-1 0-1 0 0,1 1 1 0 0,0-1 0 0 0,-8-11-4642 0 0,8 11 4642 0 0,1-1 0 0 0,-1 0 0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0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65 1960 0 0,'54'-34'11456'0'0,"-44"29"-10230"0"0,1 0 1 0 0,0 0-1 0 0,21-5 1 0 0,-28 8-1154 0 0,-1 1 0 0 0,1 0 0 0 0,0 1 0 0 0,0-1 0 0 0,0 1 1 0 0,-1-1-1 0 0,1 1 0 0 0,0 1 0 0 0,0-1 0 0 0,0 0 0 0 0,0 1 0 0 0,0 0 0 0 0,-1-1 0 0 0,1 2 1 0 0,0-1-1 0 0,-1 0 0 0 0,1 1 0 0 0,-1 0 0 0 0,1-1 0 0 0,-1 1 0 0 0,0 1 0 0 0,0-1 0 0 0,0 0 1 0 0,0 1-1 0 0,0-1 0 0 0,0 1 0 0 0,-1 0 0 0 0,1 0 0 0 0,-1 0 0 0 0,0 1 0 0 0,0-1 0 0 0,2 4 1 0 0,-3-2 100 0 0,1-1 1 0 0,-1 1-1 0 0,0 0 0 0 0,0 0 1 0 0,0 0-1 0 0,0 0 1 0 0,-1 0-1 0 0,0 0 1 0 0,0 0-1 0 0,-1 0 1 0 0,1 0-1 0 0,-1 0 1 0 0,0 0-1 0 0,0 0 1 0 0,-1 0-1 0 0,0-1 1 0 0,1 1-1 0 0,-2 0 1 0 0,1-1-1 0 0,-3 5 1 0 0,-7 12 619 0 0,-2-1-1 0 0,-27 33 1 0 0,34-46-628 0 0,-61 75 1434 0 0,67-80-1523 0 0,1-1-73 0 0,1-1 0 0 0,-1 1 0 0 0,1 0 0 0 0,-1 0-1 0 0,1-1 1 0 0,0 1 0 0 0,-1-1 0 0 0,1 1 0 0 0,0 0 0 0 0,0-1 0 0 0,-1 1-1 0 0,1-1 1 0 0,0 0 0 0 0,0 1 0 0 0,0-1 0 0 0,0 1 0 0 0,-1-1-1 0 0,1 0 1 0 0,0 0 0 0 0,0 0 0 0 0,0 0 0 0 0,0 0 0 0 0,0 1-1 0 0,0-1 1 0 0,0-1 0 0 0,0 1 0 0 0,0 0 0 0 0,0 0 0 0 0,-1 0-1 0 0,1 0 1 0 0,0-1 0 0 0,1 1 0 0 0,2-1-30 0 0,291-49-7057 0 0,-103 3-3524 0 0,-110 26 1977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1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299 84 1156 0 0,'4'-9'2845'0'0,"-1"0"-1"0"0,1-1 1 0 0,-2 1-1 0 0,3-11 1 0 0,-6-3 580 0 0,1 23-3369 0 0,-1-1 0 0 0,0 1 0 0 0,0-1 0 0 0,1 1 0 0 0,-1 0 0 0 0,0-1 0 0 0,0 1 0 0 0,1 0 0 0 0,-1 0 0 0 0,0-1 0 0 0,0 1 0 0 0,0 0 0 0 0,1 0 0 0 0,-1 0 0 0 0,0 0 1 0 0,0 0-1 0 0,0 0 0 0 0,1 1 0 0 0,-1-1 0 0 0,0 0 0 0 0,0 0 0 0 0,-1 1 0 0 0,-15 3 222 0 0,6 0-182 0 0,0 0 1 0 0,0 0-1 0 0,0 2 1 0 0,1-1-1 0 0,0 1 1 0 0,0 1 0 0 0,-13 11-1 0 0,-57 58 93 0 0,73-69-167 0 0,-10 11 20 0 0,-27 37-1 0 0,39-48-29 0 0,1-1 1 0 0,0 1-1 0 0,1 0 0 0 0,-1 0 0 0 0,1 0 0 0 0,0 1 0 0 0,1-1 0 0 0,0 1 1 0 0,-2 14-1 0 0,4-20-5 0 0,0 0 1 0 0,0 0-1 0 0,0 0 1 0 0,0 0-1 0 0,0 0 1 0 0,0 0 0 0 0,1 0-1 0 0,-1 0 1 0 0,1 0-1 0 0,0 0 1 0 0,-1 0-1 0 0,1 0 1 0 0,0-1-1 0 0,0 1 1 0 0,0 0 0 0 0,0-1-1 0 0,1 1 1 0 0,-1-1-1 0 0,2 3 1 0 0,0-2 3 0 0,-1 0 0 0 0,1 0 0 0 0,0 0 1 0 0,0-1-1 0 0,0 1 0 0 0,0-1 0 0 0,1 1 0 0 0,-1-1 1 0 0,0 0-1 0 0,5 0 0 0 0,1 1 10 0 0,1-1-1 0 0,-1 0 1 0 0,1-1-1 0 0,-1 0 1 0 0,1-1-1 0 0,-1 0 1 0 0,12-2-1 0 0,-13 0-10 0 0,-1 1 0 0 0,1-1 0 0 0,-1 0 0 0 0,1-1 0 0 0,-1 1 0 0 0,0-2 0 0 0,0 1 0 0 0,-1-1 0 0 0,12-10 1 0 0,0-4 13 0 0,28-36 1 0 0,6-6 1570 0 0,-50 58-1412 0 0,17-14 185 0 0,-19 17-365 0 0,0-1 1 0 0,1 1 0 0 0,-1 0 0 0 0,0 0-1 0 0,1 0 1 0 0,-1 0 0 0 0,0 0 0 0 0,1 0-1 0 0,-1 0 1 0 0,0-1 0 0 0,1 1 0 0 0,-1 0 0 0 0,0 0-1 0 0,1 0 1 0 0,-1 0 0 0 0,0 1 0 0 0,1-1-1 0 0,-1 0 1 0 0,0 0 0 0 0,1 0 0 0 0,-1 0-1 0 0,0 0 1 0 0,0 0 0 0 0,1 0 0 0 0,-1 1-1 0 0,1-1 1 0 0,-1 1 3 0 0,1 0 0 0 0,0 0 0 0 0,-1-1 0 0 0,1 1 0 0 0,-1 0 0 0 0,0 0 0 0 0,1 0 0 0 0,-1 0 0 0 0,0 0 0 0 0,0 0 0 0 0,1 0 0 0 0,-1 0 0 0 0,0 0 0 0 0,0 1 0 0 0,1 33 331 0 0,-6 57 0 0 0,0 16-4321 0 0,5-92 67 0 0,1 0 1 0 0,5 22 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1.9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1 141 1644 0 0,'14'-35'7482'0'0,"-12"29"-6915"0"0,0 0 0 0 0,1 0 0 0 0,-1 0 0 0 0,1 0 0 0 0,0 0 1 0 0,1 1-1 0 0,-1-1 0 0 0,1 1 0 0 0,0 0 0 0 0,1 0 1 0 0,-1 0-1 0 0,8-5 0 0 0,-6 6-445 0 0,0 1 0 0 0,1-1 0 0 0,-1 1-1 0 0,1 0 1 0 0,0 1 0 0 0,0 0 0 0 0,0 0 0 0 0,0 0 0 0 0,0 1 0 0 0,1 0 0 0 0,-1 0-1 0 0,0 1 1 0 0,1 0 0 0 0,-1 0 0 0 0,10 2 0 0 0,-15-2-110 0 0,0 0 0 0 0,0 0 0 0 0,0 1 0 0 0,0-1 0 0 0,0 1 0 0 0,0 0 0 0 0,0-1 0 0 0,0 1-1 0 0,0 0 1 0 0,0 0 0 0 0,0 0 0 0 0,0 0 0 0 0,-1 1 0 0 0,1-1 0 0 0,0 0 0 0 0,-1 1 0 0 0,1-1 0 0 0,-1 1 0 0 0,2 2 0 0 0,-2-2 7 0 0,0 0 1 0 0,-1 0-1 0 0,1 0 1 0 0,-1 0-1 0 0,1 0 1 0 0,-1 0-1 0 0,0 0 0 0 0,0 0 1 0 0,0 0-1 0 0,0 0 1 0 0,0 0-1 0 0,0 0 1 0 0,-1 0-1 0 0,1 0 1 0 0,-1 0-1 0 0,0 3 0 0 0,-3 4 76 0 0,0 0 0 0 0,-1 0-1 0 0,0-1 1 0 0,0 1-1 0 0,-1-1 1 0 0,-9 10-1 0 0,-25 26 541 0 0,39-43-577 0 0,1 0-45 0 0,1 1 0 0 0,-1-1 1 0 0,0 0-1 0 0,0 0 1 0 0,1 0-1 0 0,-1 0 0 0 0,1 1 1 0 0,-1-1-1 0 0,1 0 0 0 0,-1 0 1 0 0,1 0-1 0 0,-1 0 1 0 0,1 0-1 0 0,0 0 0 0 0,0-1 1 0 0,0 1-1 0 0,0 0 1 0 0,-1 0-1 0 0,1 0 0 0 0,0-1 1 0 0,2 2-1 0 0,27 12-8 0 0,-4-1 12 0 0,-12-3-3 0 0,0 1 0 0 0,0 0-1 0 0,13 16 1 0 0,-22-22 6 0 0,-4-4 92 0 0,0 0 1 0 0,1 0-1 0 0,-1 1 1 0 0,0-1-1 0 0,0 1 0 0 0,0-1 1 0 0,0 1-1 0 0,0-1 1 0 0,0 1-1 0 0,0 0 0 0 0,-1-1 1 0 0,1 1-1 0 0,0 0 1 0 0,-1 0-1 0 0,0-1 0 0 0,1 1 1 0 0,-1 0-1 0 0,0 0 1 0 0,0 0-1 0 0,0 0 0 0 0,0-1 1 0 0,0 1-1 0 0,0 0 1 0 0,-1 0-1 0 0,1 0 1 0 0,-1 0-1 0 0,1-1 0 0 0,-1 1 1 0 0,-1 3-1 0 0,0-2 6 0 0,0-1 0 0 0,0 1-1 0 0,0-1 1 0 0,0 1-1 0 0,-1-1 1 0 0,1 0 0 0 0,-1 0-1 0 0,1 0 1 0 0,-1 0 0 0 0,0 0-1 0 0,0-1 1 0 0,0 1 0 0 0,0-1-1 0 0,0 0 1 0 0,0 0 0 0 0,-4 1-1 0 0,-16 3 93 0 0,-1-1 0 0 0,-25 2 0 0 0,38-6-797 0 0,-1 0 1 0 0,1 0-1 0 0,0-1 1 0 0,0 0 0 0 0,-1-1-1 0 0,-14-5 1 0 0,10-2-2802 0 0,15 7 2548 0 0,1 1 419 0 0,-1 0 1 0 0,1 0 0 0 0,-1 0-1 0 0,1 0 1 0 0,-1 0 0 0 0,1 0-1 0 0,0 0 1 0 0,0 0 0 0 0,0-1 0 0 0,-1 1-1 0 0,1 0 1 0 0,0 0 0 0 0,1 0-1 0 0,-1 0 1 0 0,0-1 0 0 0,0 1-1 0 0,0 0 1 0 0,1 0 0 0 0,-1 0 0 0 0,1-2-1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2.4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38 1772 0 0,'14'-9'5185'0'0,"-9"5"-3405"0"0,0 0-1 0 0,1 0 0 0 0,-1 1 1 0 0,1 0-1 0 0,0 0 0 0 0,7-2 1 0 0,-9 4-1671 0 0,-1 1 0 0 0,0-1 0 0 0,0 1 0 0 0,1 0 0 0 0,-1 0 0 0 0,0 0 0 0 0,0 0 0 0 0,1 0 0 0 0,5 2 0 0 0,-6-1-95 0 0,-1 0-1 0 0,1-1 1 0 0,0 1-1 0 0,-1 1 0 0 0,1-1 1 0 0,-1 0-1 0 0,0 1 1 0 0,1-1-1 0 0,-1 1 1 0 0,0-1-1 0 0,0 1 0 0 0,0 0 1 0 0,0 0-1 0 0,0 0 1 0 0,0 0-1 0 0,-1 1 1 0 0,1-1-1 0 0,-1 0 0 0 0,0 1 1 0 0,1-1-1 0 0,-1 1 1 0 0,0-1-1 0 0,0 1 1 0 0,-1-1-1 0 0,1 1 0 0 0,0 0 1 0 0,-1 0-1 0 0,0-1 1 0 0,1 1-1 0 0,-1 0 1 0 0,0 0-1 0 0,-1-1 0 0 0,1 1 1 0 0,0 0-1 0 0,-1-1 1 0 0,1 1-1 0 0,-1 0 1 0 0,0-1-1 0 0,0 1 0 0 0,0-1 1 0 0,0 1-1 0 0,-1-1 1 0 0,1 1-1 0 0,-1-1 1 0 0,1 0-1 0 0,-1 0 0 0 0,-3 4 1 0 0,-54 54 237 0 0,59-59-200 0 0,-8 5 65 0 0,12-1-58 0 0,16 1-7 0 0,5-1-81 0 0,-1 1 0 0 0,34 12 0 0 0,-50-15 54 0 0,0 0-1 0 0,0 1 1 0 0,0 0-1 0 0,-1 1 1 0 0,0 0-1 0 0,0 0 1 0 0,0 0-1 0 0,0 1 1 0 0,-1 0-1 0 0,11 13 1 0 0,-16-18 60 0 0,0 1 1 0 0,0 0-1 0 0,1 0 1 0 0,-1 0-1 0 0,0 0 1 0 0,-1 0-1 0 0,1 0 1 0 0,0 0-1 0 0,-1 0 1 0 0,1 0-1 0 0,-1 0 1 0 0,1 0-1 0 0,-1 0 0 0 0,0 1 1 0 0,0-1-1 0 0,0 0 1 0 0,0 0-1 0 0,0 0 1 0 0,-1 3-1 0 0,0-2 4 0 0,-1 0 0 0 0,1 0-1 0 0,0 0 1 0 0,-1 0 0 0 0,0 0-1 0 0,0 0 1 0 0,0-1 0 0 0,0 1 0 0 0,0 0-1 0 0,0-1 1 0 0,-4 3 0 0 0,-3 2 17 0 0,0 0 1 0 0,-1-1-1 0 0,0 0 1 0 0,0 0-1 0 0,0-1 1 0 0,-14 4-1 0 0,6-3-479 0 0,-1 0 0 0 0,0-1 0 0 0,-1-1 0 0 0,1-1 0 0 0,-1-1 0 0 0,-32-1 0 0 0,37-1-1579 0 0,0-2 0 0 0,0 0 0 0 0,1 0 1 0 0,-1-2-1 0 0,-21-7 0 0 0,5-2-6632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0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480 225 344 0 0,'0'-2'586'0'0,"1"-21"1719"0"0,-2 1 0 0 0,-1-1-1 0 0,-6-32 1 0 0,7 50-2129 0 0,0-1-1 0 0,-1 1 0 0 0,1 0 1 0 0,-1 0-1 0 0,-1 0 1 0 0,1 0-1 0 0,-1 0 1 0 0,1 0-1 0 0,-1 1 0 0 0,-1-1 1 0 0,1 1-1 0 0,-1 0 1 0 0,1 0-1 0 0,-1 0 1 0 0,0 0-1 0 0,-1 1 1 0 0,1 0-1 0 0,-1 0 0 0 0,1 0 1 0 0,-7-3-1 0 0,5 4-128 0 0,0 1-1 0 0,0 0 1 0 0,0 0-1 0 0,1 0 0 0 0,-1 1 1 0 0,0 0-1 0 0,0 0 1 0 0,0 0-1 0 0,0 1 0 0 0,0 0 1 0 0,0 0-1 0 0,0 0 1 0 0,1 1-1 0 0,-12 4 0 0 0,0 2-5 0 0,-1 0 0 0 0,1 1 0 0 0,-20 14 0 0 0,15-7-22 0 0,0 1 0 0 0,1 0-1 0 0,-36 41 1 0 0,45-43-1 0 0,0 0 0 0 0,1 1 0 0 0,0 0 0 0 0,2 0 0 0 0,0 1 0 0 0,-10 27 0 0 0,17-41-3 0 0,1 1 0 0 0,0-1 0 0 0,1 0 1 0 0,-1 1-1 0 0,1-1 0 0 0,-1 0 0 0 0,1 1 0 0 0,0-1 0 0 0,0 1 0 0 0,1-1 1 0 0,-1 0-1 0 0,1 1 0 0 0,1 4 0 0 0,-2-6-6 0 0,1-1 0 0 0,0 1 0 0 0,0-1 0 0 0,0 1 0 0 0,0-1 0 0 0,0 1 0 0 0,1-1 0 0 0,-1 0 0 0 0,0 1 0 0 0,1-1 0 0 0,-1 0 0 0 0,1 0 0 0 0,-1 0 0 0 0,1 0 0 0 0,-1 0 0 0 0,1 0 0 0 0,0-1 0 0 0,-1 1 0 0 0,1 0 0 0 0,0-1 1 0 0,0 0-1 0 0,-1 1 0 0 0,1-1 0 0 0,0 0 0 0 0,0 0 0 0 0,0 0 0 0 0,0 0 0 0 0,-1 0 0 0 0,4-1 0 0 0,3 0-5 0 0,0 0 1 0 0,0-1-1 0 0,0 0 1 0 0,-1-1 0 0 0,1 1-1 0 0,0-2 1 0 0,-1 1-1 0 0,0-1 1 0 0,0 0 0 0 0,0-1-1 0 0,0 1 1 0 0,-1-1-1 0 0,0-1 1 0 0,0 1-1 0 0,9-11 1 0 0,8-12 135 0 0,-1-1 0 0 0,24-42 0 0 0,-9 14 1264 0 0,-6 12-478 0 0,-30 43-820 0 0,6 8-41 0 0,-6-5-50 0 0,0 0 0 0 0,0-1 0 0 0,0 1 0 0 0,0 0 0 0 0,0 0 0 0 0,0 0 0 0 0,-1 0 0 0 0,1 0 0 0 0,0 0 0 0 0,-1 1 0 0 0,1-1 0 0 0,-1 0 0 0 0,1 0 0 0 0,-1 0 0 0 0,0 0 0 0 0,1 1 0 0 0,-1-1 0 0 0,0 0 0 0 0,0 0 0 0 0,0 3 0 0 0,2 25 324 0 0,-1 1 0 0 0,-5 53 0 0 0,-17 61 0 0 0,10-72-217 0 0,6-41-247 0 0,-7 56-2393 0 0,14-30-3447 0 0,1-44 2195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0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67 820 0 0,'5'-7'1932'0'0,"32"-36"11144"0"0,-22 27-9114 0 0,-5 24-3162 0 0,-9-8-741 0 0,0 1 0 0 0,0 0 1 0 0,0 0-1 0 0,0 0 0 0 0,0-1 1 0 0,-1 1-1 0 0,1 0 0 0 0,0 0 0 0 0,0 0 1 0 0,-1 0-1 0 0,1 0 0 0 0,0 1 0 0 0,-1-1 1 0 0,1 0-1 0 0,-1 0 0 0 0,0 0 1 0 0,1 0-1 0 0,-1 1 0 0 0,0-1 0 0 0,0 1 1 0 0,1 14 159 0 0,0 0 0 0 0,-2 0 0 0 0,0-1 0 0 0,-1 1 1 0 0,0-1-1 0 0,-6 18 0 0 0,2-4-105 0 0,3-12-118 0 0,-10 64-1913 0 0,12-71 465 0 0,1 0-1 0 0,0 0 1 0 0,2 13-1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0.7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3132 0 0,'33'-54'12127'0'0,"-15"21"-5617"0"0,-15 59-5966 0 0,-5-7-470 0 0,-1-1-31 0 0,1 1-1 0 0,1 25 1 0 0,2-40-27 0 0,-1 1-1 0 0,0 0 1 0 0,1-1-1 0 0,0 0 1 0 0,0 1-1 0 0,0-1 1 0 0,1 1-1 0 0,-1-1 1 0 0,1 0-1 0 0,0 0 1 0 0,1 0-1 0 0,-1 0 1 0 0,0 0 0 0 0,6 6-1 0 0,-6-9-8 0 0,0 0 0 0 0,-1 0 0 0 0,1 0 1 0 0,0 0-1 0 0,-1 0 0 0 0,1 0 0 0 0,0 0 0 0 0,0 0 0 0 0,0-1 0 0 0,0 1 0 0 0,0-1 1 0 0,0 1-1 0 0,0-1 0 0 0,0 0 0 0 0,0 0 0 0 0,0 0 0 0 0,0 0 0 0 0,0 0 0 0 0,0 0 1 0 0,0-1-1 0 0,0 1 0 0 0,0-1 0 0 0,0 1 0 0 0,0-1 0 0 0,0 0 0 0 0,-1 1 1 0 0,1-1-1 0 0,2-2 0 0 0,6-2 0 0 0,0-1 0 0 0,-1-1 0 0 0,15-12 0 0 0,-18 13-3 0 0,15-12 300 0 0,18-21-1 0 0,12-21 3926 0 0,-51 60-4212 0 0,1-1 1 0 0,-1 1 0 0 0,0 0 0 0 0,0 0 0 0 0,0-1-1 0 0,0 1 1 0 0,1 0 0 0 0,-1 0 0 0 0,0-1 0 0 0,0 1-1 0 0,0 0 1 0 0,1 0 0 0 0,-1 0 0 0 0,0-1 0 0 0,0 1-1 0 0,1 0 1 0 0,-1 0 0 0 0,0 0 0 0 0,1 0 0 0 0,-1 0-1 0 0,0 0 1 0 0,0 0 0 0 0,1-1 0 0 0,-1 1 0 0 0,0 0-1 0 0,1 0 1 0 0,-1 0 0 0 0,0 0 0 0 0,1 0 0 0 0,-1 0-1 0 0,0 0 1 0 0,1 0 0 0 0,-1 1 0 0 0,0-1 0 0 0,0 0-1 0 0,1 0 1 0 0,4 12 290 0 0,-3 21-30 0 0,-2-31-223 0 0,-9 141 12 0 0,-1 2-4462 0 0,10-113 2494 0 0,0 16-2137 0 0,1-16-1952 0 0,2 5-4471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6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427 118 112 0 0,'0'-3'2365'0'0,"0"-7"-742"0"0,0 1 1 0 0,-1-1-1 0 0,0 1 1 0 0,0-1-1 0 0,-5-14 0 0 0,5 22-1508 0 0,0-1-1 0 0,1 1 0 0 0,-1 0 0 0 0,-1-1 0 0 0,1 1 0 0 0,0 0 1 0 0,0 0-1 0 0,-1 0 0 0 0,0 0 0 0 0,1 0 0 0 0,-1 0 0 0 0,0 1 1 0 0,0-1-1 0 0,0 0 0 0 0,0 1 0 0 0,0-1 0 0 0,0 1 0 0 0,0 0 1 0 0,0 0-1 0 0,-1 0 0 0 0,1 0 0 0 0,0 0 0 0 0,-1 0 1 0 0,1 1-1 0 0,-1-1 0 0 0,1 1 0 0 0,-1 0 0 0 0,1 0 0 0 0,-1-1 1 0 0,-3 2-1 0 0,-8 1-22 0 0,-1 0 0 0 0,1 2 1 0 0,0 0-1 0 0,0 0 1 0 0,0 1-1 0 0,0 1 0 0 0,1 0 1 0 0,0 1-1 0 0,0 1 0 0 0,-21 16 1 0 0,10-6 1 0 0,2 1-1 0 0,0 2 1 0 0,1 0 0 0 0,-28 37 0 0 0,49-58-93 0 0,-33 50 130 0 0,31-47-112 0 0,0 0 0 0 0,1 0 0 0 0,0 0 0 0 0,-1 0 0 0 0,1 0 0 0 0,0 0 0 0 0,1 0 0 0 0,-1 0 0 0 0,0 0 0 0 0,1 0 0 0 0,0 0 0 0 0,0 1-1 0 0,0-1 1 0 0,0 0 0 0 0,0 0 0 0 0,1 4 0 0 0,0-5-8 0 0,0-1 0 0 0,1 1 0 0 0,-1 0 0 0 0,0 0 0 0 0,1-1 0 0 0,-1 1 0 0 0,1-1 0 0 0,0 1 0 0 0,-1-1 0 0 0,1 1 0 0 0,0-1 0 0 0,0 0 0 0 0,0 0 0 0 0,0 0 0 0 0,0 0 0 0 0,0 0 0 0 0,0-1 0 0 0,0 1-1 0 0,0-1 1 0 0,0 1 0 0 0,1-1 0 0 0,-1 0 0 0 0,3 1 0 0 0,5-1 17 0 0,0 1 0 0 0,0-1 0 0 0,17-3 0 0 0,-15 1-10 0 0,0-1 0 0 0,0 0 0 0 0,0-1 1 0 0,0 0-1 0 0,-1 0 0 0 0,0-2 0 0 0,0 1 0 0 0,13-10 0 0 0,5-6-36 0 0,39-38-1 0 0,-35 30 0 0 0,-31 27-1 0 0,-1 1-1 0 0,1-1 1 0 0,-1 1 0 0 0,1-1-1 0 0,0 1 1 0 0,-1 0-1 0 0,1 0 1 0 0,0 0-1 0 0,0 0 1 0 0,0 0 0 0 0,0 0-1 0 0,0 1 1 0 0,3-2-1 0 0,-4 3 21 0 0,0 0-1 0 0,0-1 0 0 0,0 1 1 0 0,0-1-1 0 0,-1 1 0 0 0,1 0 1 0 0,0 0-1 0 0,0 0 1 0 0,0-1-1 0 0,-1 1 0 0 0,1 0 1 0 0,0 0-1 0 0,-1 0 0 0 0,1 0 1 0 0,-1 0-1 0 0,1 0 0 0 0,-1 0 1 0 0,1 0-1 0 0,-1 1 1 0 0,0-1-1 0 0,0 0 0 0 0,0 0 1 0 0,1 0-1 0 0,-1 0 0 0 0,0 2 1 0 0,2 13 42 0 0,0 0 0 0 0,-1 26 0 0 0,-1-26-211 0 0,1-1 0 0 0,4 30 0 0 0,-4-42 9 0 0,2 11-939 0 0,1-1-1 0 0,7 19 1 0 0,-9-27 126 0 0,0-1 0 0 0,0 0 0 0 0,1 0 0 0 0,0 0 0 0 0,0 0 0 0 0,4 5 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1 145 1216 0 0,'18'-34'7018'0'0,"-12"21"-5136"0"0,1 1 0 0 0,0-1 1 0 0,14-17-1 0 0,-17 26-1759 0 0,-1 1 0 0 0,1-1 0 0 0,0 1 0 0 0,0-1-1 0 0,0 1 1 0 0,0 1 0 0 0,1-1 0 0 0,-1 0 0 0 0,1 1 0 0 0,-1 0 0 0 0,1 0 0 0 0,0 1-1 0 0,0-1 1 0 0,5 0 0 0 0,-5 1-86 0 0,0 0-1 0 0,0 1 1 0 0,0 0-1 0 0,1 0 1 0 0,-1 0-1 0 0,0 1 1 0 0,0-1-1 0 0,0 1 1 0 0,0 0-1 0 0,0 1 1 0 0,0-1-1 0 0,6 4 1 0 0,-9-4 7 0 0,1 0 0 0 0,-1 0 0 0 0,0 1 0 0 0,0-1 0 0 0,-1 1 0 0 0,1-1 0 0 0,0 1 0 0 0,0 0 0 0 0,-1-1 1 0 0,1 1-1 0 0,-1 0 0 0 0,0 0 0 0 0,1 0 0 0 0,-1 0 0 0 0,0 1 0 0 0,0-1 0 0 0,0 0 0 0 0,0 0 0 0 0,-1 1 0 0 0,1-1 0 0 0,-1 0 0 0 0,1 1 1 0 0,-1-1-1 0 0,0 0 0 0 0,0 1 0 0 0,0-1 0 0 0,0 1 0 0 0,0-1 0 0 0,-1 3 0 0 0,-2 7 250 0 0,0-1 1 0 0,-1-1-1 0 0,0 1 0 0 0,0-1 0 0 0,-1 1 1 0 0,0-1-1 0 0,-1 0 0 0 0,-11 13 0 0 0,-66 73 1759 0 0,56-68-1463 0 0,-18 25 534 0 0,45-52-1117 0 0,0-1 0 0 0,0 0 1 0 0,0 1-1 0 0,0-1 0 0 0,0 0 1 0 0,0 1-1 0 0,0-1 0 0 0,0 0 1 0 0,0 1-1 0 0,0-1 0 0 0,0 0 1 0 0,1 1-1 0 0,-1-1 0 0 0,0 0 1 0 0,0 1-1 0 0,0-1 0 0 0,0 0 1 0 0,1 0-1 0 0,-1 1 0 0 0,0-1 1 0 0,0 0-1 0 0,1 0 1 0 0,-1 1-1 0 0,0-1 0 0 0,0 0 1 0 0,1 0-1 0 0,-1 0 0 0 0,0 0 1 0 0,1 1-1 0 0,-1-1 0 0 0,0 0 1 0 0,0 0-1 0 0,1 0 0 0 0,-1 0 1 0 0,0 0-1 0 0,1 0 0 0 0,-1 0 1 0 0,0 0-1 0 0,1 0 0 0 0,19 4 132 0 0,5-5-949 0 0,0-1 0 0 0,0-1-1 0 0,47-12 1 0 0,-38 4-3400 0 0,0 0 0 0 0,43-22 0 0 0,-40 16-3765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37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31 1384 0 0,'-1'-31'18844'0'0,"-5"44"-16967"0"0,-6 24-729 0 0,10-29-1047 0 0,1 0 1 0 0,0 0 0 0 0,0 0-1 0 0,1 0 1 0 0,0 0 0 0 0,0 1 0 0 0,1-1-1 0 0,0 0 1 0 0,1 0 0 0 0,0 0-1 0 0,0 0 1 0 0,5 12 0 0 0,-5-17-61 0 0,0 1 0 0 0,0-1 1 0 0,0 1-1 0 0,0-1 1 0 0,1 0-1 0 0,0 0 1 0 0,0 0-1 0 0,-1 0 0 0 0,2 0 1 0 0,-1 0-1 0 0,0-1 1 0 0,0 0-1 0 0,1 1 0 0 0,0-1 1 0 0,-1-1-1 0 0,1 1 1 0 0,0 0-1 0 0,0-1 1 0 0,0 0-1 0 0,0 0 0 0 0,0 0 1 0 0,0 0-1 0 0,0-1 1 0 0,0 0-1 0 0,0 0 1 0 0,0 0-1 0 0,5 0 0 0 0,-1-1-44 0 0,1-1-1 0 0,0 0 0 0 0,0 0 1 0 0,-1 0-1 0 0,1-1 1 0 0,-1-1-1 0 0,12-5 0 0 0,55-37-22 0 0,-41 24 42 0 0,-10 5 179 0 0,12-6 36 0 0,-33 22-346 0 0,-2 2 76 0 0,1-1 37 0 0,-1 1 0 0 0,1 0-1 0 0,-1 0 1 0 0,0 0-1 0 0,0 0 1 0 0,1 0 0 0 0,-1 0-1 0 0,0 0 1 0 0,0 0 0 0 0,0 1-1 0 0,0-1 1 0 0,0 0-1 0 0,0 1 1 0 0,-1-1 0 0 0,1 1-1 0 0,0-1 1 0 0,-1 1 0 0 0,1-1-1 0 0,-1 1 1 0 0,1-1-1 0 0,-1 1 1 0 0,0-1 0 0 0,0 1-1 0 0,0 0 1 0 0,0-1 0 0 0,0 1-1 0 0,0 1 1 0 0,0 11 53 0 0,-1 1 0 0 0,-3 19 0 0 0,1-11-52 0 0,-20 173-4424 0 0,0-68-5651 0 0,12-82 928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3.3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196 111 936 0 0,'26'-28'5574'0'0,"-19"21"-4304"0"0,0 0 0 0 0,0 0 0 0 0,-1-1 0 0 0,0 0 0 0 0,5-9 0 0 0,-10 16-1178 0 0,-1 0 1 0 0,1 0-1 0 0,-1 1 0 0 0,1-1 1 0 0,-1 0-1 0 0,1 0 0 0 0,-1 0 1 0 0,0 0-1 0 0,0 0 0 0 0,1 0 0 0 0,-1 0 1 0 0,0 0-1 0 0,0 0 0 0 0,0 0 1 0 0,0 1-1 0 0,0-1 0 0 0,0 0 1 0 0,0 0-1 0 0,0 0 0 0 0,0 0 1 0 0,-1 0-1 0 0,1 0 0 0 0,0 0 1 0 0,-1-1-1 0 0,0 1-55 0 0,0 1 0 0 0,0-1 1 0 0,1 1-1 0 0,-1-1 0 0 0,0 1 0 0 0,0 0 1 0 0,0-1-1 0 0,0 1 0 0 0,0 0 0 0 0,0 0 1 0 0,0 0-1 0 0,0 0 0 0 0,0 0 0 0 0,0 0 0 0 0,0 0 1 0 0,0 0-1 0 0,0 0 0 0 0,-2 1 0 0 0,-5 0 6 0 0,0 2 0 0 0,0-1 0 0 0,-12 7-1 0 0,0 3-4 0 0,0 1-1 0 0,1 0 0 0 0,1 2 0 0 0,0 0 1 0 0,-21 25-1 0 0,32-33-28 0 0,0 0-5 0 0,0 1 0 0 0,0-1 0 0 0,1 2 1 0 0,0-1-1 0 0,1 1 0 0 0,0 0 0 0 0,0 0 0 0 0,-6 17 1 0 0,10-23-4 0 0,0-1 0 0 0,0 1 1 0 0,1 0-1 0 0,-1 0 1 0 0,1 0-1 0 0,-1 0 1 0 0,1 0-1 0 0,0 0 1 0 0,0 0-1 0 0,1 0 1 0 0,-1-1-1 0 0,0 1 1 0 0,1 0-1 0 0,0 0 0 0 0,0 0 1 0 0,0 0-1 0 0,0-1 1 0 0,0 1-1 0 0,0 0 1 0 0,1-1-1 0 0,-1 1 1 0 0,1-1-1 0 0,0 1 1 0 0,-1-1-1 0 0,1 0 1 0 0,0 0-1 0 0,1 0 1 0 0,-1 0-1 0 0,0 0 0 0 0,1 0 1 0 0,-1-1-1 0 0,1 1 1 0 0,4 1-1 0 0,1 1 0 0 0,1-1 0 0 0,-1 0 0 0 0,1-1 0 0 0,0 0 0 0 0,0 0 0 0 0,0-1 0 0 0,1 0 0 0 0,-1 0 0 0 0,0-1 0 0 0,0 0 0 0 0,0-1 0 0 0,0 0 0 0 0,1-1 0 0 0,-1 0 0 0 0,-1 0-1 0 0,1-1 1 0 0,0 0 0 0 0,-1 0 0 0 0,1-1 0 0 0,-1 0 0 0 0,0 0 0 0 0,0-1 0 0 0,-1-1 0 0 0,1 1 0 0 0,-1-1 0 0 0,0 0 0 0 0,-1 0 0 0 0,1-1 0 0 0,-1 0 0 0 0,-1 0 0 0 0,1-1 0 0 0,4-9 0 0 0,4-9-59 0 0,0-1 759 0 0,22-29 0 0 0,-36 55-651 0 0,1 12-2 0 0,-7 10-90 0 0,0 0-1 0 0,2 1 0 0 0,0-1 1 0 0,1 1-1 0 0,2 0 0 0 0,0 27 1 0 0,2-35-855 0 0,1-1 1 0 0,0 1-1 0 0,6 20 1 0 0,-7-29-182 0 0,1 0-1 0 0,0 0 1 0 0,0-1-1 0 0,1 1 1 0 0,3 5-1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3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153 126 200 0 0,'9'-41'8633'0'0,"6"5"-4601"0"0,-13 32-3888 0 0,0 1 0 0 0,1-1 0 0 0,0 1 1 0 0,-1 0-1 0 0,1 0 0 0 0,1 0 0 0 0,-1 0 0 0 0,0 1 1 0 0,1-1-1 0 0,-1 1 0 0 0,1 0 0 0 0,0 0 0 0 0,-1 0 0 0 0,1 0 1 0 0,0 1-1 0 0,8-3 0 0 0,-8 3-105 0 0,1 1 0 0 0,0-1 0 0 0,-1 0 0 0 0,1 1 0 0 0,0 0 0 0 0,-1 0-1 0 0,1 1 1 0 0,0-1 0 0 0,-1 1 0 0 0,1 0 0 0 0,-1 0 0 0 0,1 1 0 0 0,-1-1 0 0 0,1 1 0 0 0,-1 0 0 0 0,0 0 0 0 0,6 4-1 0 0,-8-5-30 0 0,0 1-1 0 0,0 0 1 0 0,-1-1-1 0 0,1 1 0 0 0,0 0 1 0 0,0 0-1 0 0,-1 0 1 0 0,1 0-1 0 0,-1 0 0 0 0,0 1 1 0 0,0-1-1 0 0,0 0 1 0 0,0 1-1 0 0,0-1 1 0 0,0 0-1 0 0,0 1 0 0 0,-1-1 1 0 0,1 1-1 0 0,-1 0 1 0 0,0-1-1 0 0,0 1 0 0 0,0-1 1 0 0,0 1-1 0 0,0-1 1 0 0,-1 1-1 0 0,1-1 0 0 0,-1 1 1 0 0,1-1-1 0 0,-1 1 1 0 0,0-1-1 0 0,0 0 0 0 0,-1 3 1 0 0,-4 5 22 0 0,0-1-1 0 0,0 0 1 0 0,-1-1 0 0 0,0 0 0 0 0,0 0 0 0 0,0 0 0 0 0,-12 8-1 0 0,-20 22 928 0 0,39-38-954 0 0,0 1 1 0 0,0-1-1 0 0,-1 0 1 0 0,1 0 0 0 0,0 0-1 0 0,0 0 1 0 0,0 0-1 0 0,0 1 1 0 0,0-1-1 0 0,0 0 1 0 0,0 0 0 0 0,0 0-1 0 0,-1 1 1 0 0,1-1-1 0 0,0 0 1 0 0,0 0 0 0 0,0 0-1 0 0,0 1 1 0 0,0-1-1 0 0,0 0 1 0 0,0 0-1 0 0,0 0 1 0 0,0 1 0 0 0,0-1-1 0 0,0 0 1 0 0,0 0-1 0 0,0 0 1 0 0,0 1 0 0 0,1-1-1 0 0,-1 0 1 0 0,0 0-1 0 0,0 0 1 0 0,0 0-1 0 0,0 1 1 0 0,0-1 0 0 0,0 0-1 0 0,0 0 1 0 0,0 0-1 0 0,1 0 1 0 0,-1 1 0 0 0,0-1-1 0 0,0 0 1 0 0,13 4 243 0 0,24-2 229 0 0,-27-2-394 0 0,-2 1-32 0 0,1 1 1 0 0,0 0-1 0 0,-1 1 1 0 0,0-1-1 0 0,1 2 1 0 0,-1-1-1 0 0,0 1 1 0 0,-1 0-1 0 0,1 1 0 0 0,13 10 1 0 0,-17-12-10 0 0,0 1 0 0 0,0 0 0 0 0,-1 0 0 0 0,1 0 0 0 0,-1 0 0 0 0,0 0 0 0 0,0 1-1 0 0,0 0 1 0 0,-1 0 0 0 0,0-1 0 0 0,1 1 0 0 0,-2 1 0 0 0,1-1 0 0 0,-1 0 0 0 0,1 0 0 0 0,-2 1 0 0 0,1-1 0 0 0,0 7 0 0 0,-1-8 88 0 0,-1 1 0 0 0,0-1 0 0 0,0 0 1 0 0,0 0-1 0 0,0 0 0 0 0,0 0 0 0 0,-1 1 0 0 0,0-2 0 0 0,0 1 1 0 0,0 0-1 0 0,0 0 0 0 0,-1-1 0 0 0,1 1 0 0 0,-1-1 0 0 0,0 0 1 0 0,0 0-1 0 0,0 0 0 0 0,0 0 0 0 0,-1 0 0 0 0,1-1 0 0 0,-7 4 1 0 0,-5 3 41 0 0,0-2 1 0 0,0 0 0 0 0,-1 0 0 0 0,-18 4 0 0 0,4-4-141 0 0,-1-1 0 0 0,0-1 0 0 0,0-2 0 0 0,-1-1 0 0 0,-54-4 0 0 0,82 2-305 0 0,0 0 1 0 0,1 0 0 0 0,-1 0-1 0 0,1-1 1 0 0,-1 1-1 0 0,0-1 1 0 0,1 0 0 0 0,0 0-1 0 0,-1 0 1 0 0,1-1-1 0 0,0 1 1 0 0,-1-1 0 0 0,1 0-1 0 0,0 0 1 0 0,-3-3-1 0 0,6 5 87 0 0,0-1-1 0 0,-1 0 1 0 0,1 1-1 0 0,0-1 0 0 0,0 0 1 0 0,-1 1-1 0 0,1-1 1 0 0,0 0-1 0 0,0 1 0 0 0,0-1 1 0 0,0 0-1 0 0,0 0 1 0 0,0 1-1 0 0,0-1 0 0 0,0 0 1 0 0,0 1-1 0 0,1-1 1 0 0,-1 0-1 0 0,0 0 1 0 0,0 1-1 0 0,1-1 0 0 0,-1 0 1 0 0,0 1-1 0 0,1-1 1 0 0,-1 1-1 0 0,1-2 0 0 0,14-15-3939 0 0,3-4-3537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4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64 140 0 0,'51'-61'18127'0'0,"-50"60"-17442"0"0,3 0 268 0 0,0 1 161 0 0,-4 13-357 0 0,-4 13-42 0 0,-10 76 525 0 0,13-91-1179 0 0,1 1 1 0 0,0-1-1 0 0,1 1 1 0 0,0-1-1 0 0,1 0 0 0 0,0 0 1 0 0,4 12-1 0 0,-5-20-47 0 0,0 1 1 0 0,1 0-1 0 0,-1-1 0 0 0,1 0 0 0 0,0 1 0 0 0,0-1 0 0 0,0 0 0 0 0,1 0 1 0 0,-1 0-1 0 0,1-1 0 0 0,0 1 0 0 0,-1 0 0 0 0,1-1 0 0 0,0 0 0 0 0,1 0 1 0 0,-1 0-1 0 0,0 0 0 0 0,0 0 0 0 0,1 0 0 0 0,-1-1 0 0 0,1 0 0 0 0,0 0 1 0 0,-1 0-1 0 0,7 1 0 0 0,-6-2-11 0 0,1 0 1 0 0,0 0-1 0 0,-1 0 1 0 0,1 0-1 0 0,-1-1 0 0 0,1 0 1 0 0,0 0-1 0 0,-1 0 1 0 0,0-1-1 0 0,1 1 0 0 0,-1-1 1 0 0,0 0-1 0 0,0 0 1 0 0,0-1-1 0 0,0 1 1 0 0,0-1-1 0 0,0 0 0 0 0,-1 0 1 0 0,5-4-1 0 0,13-19 622 0 0,-1 0 1 0 0,-1-1-1 0 0,-1-1 0 0 0,20-43 0 0 0,-37 70-514 0 0,6 9-45 0 0,-5-3-54 0 0,-1 1 0 0 0,0-1 0 0 0,0 0 1 0 0,-1 0-1 0 0,0 1 0 0 0,0-1 0 0 0,0 0 0 0 0,0 1 1 0 0,-1-1-1 0 0,-2 8 0 0 0,1 1 4 0 0,-19 121 142 0 0,1-9-1972 0 0,14-41-2961 0 0,9-49 811 0 0,4-12-3189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5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12 592 0 0,'3'15'19821'0'0,"1"-14"-18419"0"0,57-12-1307 0 0,1 3 0 0 0,0 2-1 0 0,1 4 1 0 0,-1 1 0 0 0,1 4-1 0 0,70 12 1 0 0,-126-15-107 0 0,-1 2 0 0 0,1-1 0 0 0,-1 1 0 0 0,1 0 0 0 0,-1 0 0 0 0,1 1 0 0 0,-1-1 0 0 0,0 1 0 0 0,0 1 0 0 0,5 3 0 0 0,-7-3 32 0 0,0-1 0 0 0,-1 1 0 0 0,1 0 0 0 0,-1 0 0 0 0,0 0 0 0 0,0 1 0 0 0,0-1 0 0 0,-1 1 0 0 0,1-1 0 0 0,-1 1 0 0 0,0 0 0 0 0,-1 0-1 0 0,3 8 1 0 0,1 19 226 0 0,-1 0-1 0 0,-1 1 0 0 0,-2 0 0 0 0,-6 60 1 0 0,2-30 77 0 0,-37 444 1840 0 0,5-93-505 0 0,19 438 318 0 0,42 2-782 0 0,1-402-578 0 0,4 128-586 0 0,-24 171 917 0 0,-7-703-939 0 0,0-32-8 0 0,0-2 0 0 0,0-2 0 0 0,0-1 0 0 0,-1 0 0 0 0,1-10 0 0 0,0 0 0 0 0,1 0 0 0 0,-1 0 0 0 0,0-1 0 0 0,0 1 0 0 0,-1 0 0 0 0,1 0 0 0 0,0 0 0 0 0,0-1 0 0 0,0 1 0 0 0,0 0 0 0 0,-1 0 0 0 0,1-1 0 0 0,0 1 0 0 0,-1 0 0 0 0,1 0 0 0 0,-1-1 0 0 0,1 1 0 0 0,-1 0 0 0 0,1-1 0 0 0,-1 1 0 0 0,1-1 0 0 0,-1 1 0 0 0,1-1 0 0 0,-1 1 0 0 0,0-1 0 0 0,1 1 0 0 0,-1-1 0 0 0,-1 1 0 0 0,0 0 0 0 0,-12 8-4 0 0,-1-1 1 0 0,1-1-1 0 0,-1 0 0 0 0,-1-1 0 0 0,1-1 1 0 0,-1 0-1 0 0,-17 2 0 0 0,-2 3-190 0 0,-159 41-7136 0 0,64-20-3150 0 0,46-12-1849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7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409 193 1628 0 0,'0'0'2926'0'0,"-10"21"1927"0"0,7-16-3999 0 0,1 1 121 0 0,-1 0 0 0 0,-1 0 1 0 0,1 0-1 0 0,-17 17 5289 0 0,20-23-6178 0 0,-1 0-61 0 0,0 0-1 0 0,0-1 1 0 0,0 1 0 0 0,0 0 0 0 0,1 0 0 0 0,-1-1-1 0 0,0 1 1 0 0,0-1 0 0 0,0 1 0 0 0,1-1-1 0 0,-1 1 1 0 0,0-1 0 0 0,0 1 0 0 0,1-1 0 0 0,-1 1-1 0 0,0-1 1 0 0,1 0 0 0 0,-1 0 0 0 0,1 1-1 0 0,-1-1 1 0 0,1 0 0 0 0,-1 0 0 0 0,1 1 0 0 0,0-1-1 0 0,-1 0 1 0 0,1 0 0 0 0,0 0 0 0 0,0 0-1 0 0,-1 0 1 0 0,1 0 0 0 0,0 0 0 0 0,0 1-1 0 0,0-1 1 0 0,0 0 0 0 0,0 0 0 0 0,1-1 0 0 0,-2-14 16 0 0,1 0 0 0 0,1 1 0 0 0,1-1 1 0 0,0 0-1 0 0,6-22 0 0 0,3 0-119 0 0,16-38-1 0 0,-27 75 74 0 0,0 1-1 0 0,0-1 1 0 0,1 1 0 0 0,-1-1-1 0 0,0 1 1 0 0,0 0-1 0 0,0-1 1 0 0,1 1 0 0 0,-1-1-1 0 0,0 1 1 0 0,0-1-1 0 0,1 1 1 0 0,-1 0-1 0 0,0-1 1 0 0,1 1 0 0 0,-1 0-1 0 0,0-1 1 0 0,1 1-1 0 0,-1 0 1 0 0,1 0 0 0 0,-1-1-1 0 0,1 1 1 0 0,-1 0-1 0 0,0 0 1 0 0,1 0-1 0 0,-1 0 1 0 0,1-1 0 0 0,-1 1-1 0 0,1 0 1 0 0,0 0-1 0 0,0 0 2 0 0,0 1 0 0 0,0-1 0 0 0,-1 1-1 0 0,1-1 1 0 0,0 1 0 0 0,0-1 0 0 0,0 1-1 0 0,-1-1 1 0 0,1 1 0 0 0,0 0 0 0 0,0-1 0 0 0,-1 1-1 0 0,1 0 1 0 0,0 0 0 0 0,15 30-51 0 0,-9-7 30 0 0,-2 0 0 0 0,0 1 0 0 0,1 39-1 0 0,-4 78 22 0 0,-3-86 4 0 0,-6 119 25 0 0,4-141 83 0 0,-2 0 0 0 0,-2 0 0 0 0,-12 36 0 0 0,17-63 125 0 0,0 0 0 0 0,-1-1 0 0 0,0 1 0 0 0,0-1 0 0 0,-1 0 0 0 0,1 0 0 0 0,-1 0 0 0 0,-1 0-1 0 0,1 0 1 0 0,-9 7 0 0 0,9-10-115 0 0,1-1-1 0 0,-1 0 1 0 0,0 1-1 0 0,0-1 0 0 0,0 0 1 0 0,0-1-1 0 0,0 1 1 0 0,0-1-1 0 0,0 0 1 0 0,-1 0-1 0 0,1 0 0 0 0,-1 0 1 0 0,1-1-1 0 0,0 1 1 0 0,-1-1-1 0 0,1-1 1 0 0,-1 1-1 0 0,-4-1 0 0 0,-7-3 27 0 0,0 1-1 0 0,1-2 0 0 0,-1 0 0 0 0,-26-14 0 0 0,-57-36 80 0 0,48 25-607 0 0,42 25-843 0 0,-4-2-1045 0 0,13 7 2119 0 0,-1 0 1 0 0,1 0-1 0 0,-1 0 0 0 0,1 0 0 0 0,0 0 0 0 0,-1 0 1 0 0,1 0-1 0 0,-1 0 0 0 0,1 0 0 0 0,0 0 0 0 0,-1 0 1 0 0,1 0-1 0 0,-1 1 0 0 0,1-1 0 0 0,0 0 0 0 0,-1 0 1 0 0,1 0-1 0 0,-3 5-1812 0 0,3-4 1747 0 0,0-1 0 0 0,0 1 0 0 0,0 0 0 0 0,0-1 0 0 0,0 1 0 0 0,0-1-1 0 0,0 1 1 0 0,0 0 0 0 0,0-1 0 0 0,1 1 0 0 0,-1 0 0 0 0,0-1 0 0 0,1 1-1 0 0,-1-1 1 0 0,0 1 0 0 0,1-1 0 0 0,-1 1 0 0 0,0 0 0 0 0,3 1-1091 0 0,-1-1 1091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7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1536 0 0,'64'-134'16630'0'0,"-52"154"-15424"0"0,-6 16 158 0 0,-2 1 1 0 0,-2 0 0 0 0,-4 67-1 0 0,0-56-541 0 0,-10 203 1778 0 0,-1 62-1695 0 0,13-312-915 0 0,0 0-1 0 0,0-1 1 0 0,0 1 0 0 0,0-1-1 0 0,0 1 1 0 0,0-1-1 0 0,0 1 1 0 0,0-1 0 0 0,1 1-1 0 0,-1-1 1 0 0,0 1 0 0 0,0 0-1 0 0,0-1 1 0 0,1 1 0 0 0,-1-1-1 0 0,0 1 1 0 0,0-1-1 0 0,1 0 1 0 0,-1 1 0 0 0,0-1-1 0 0,1 1 1 0 0,-1-1 0 0 0,1 0-1 0 0,-1 1 1 0 0,1-1 0 0 0,-1 0-1 0 0,1 1 1 0 0,-1-1-1 0 0,1 0 1 0 0,-1 0 0 0 0,1 1-1 0 0,1-1-52 0 0,-1 0-1 0 0,1 0 0 0 0,0 0 0 0 0,-1 0 0 0 0,1 0 0 0 0,0 0 1 0 0,-1-1-1 0 0,1 1 0 0 0,-1 0 0 0 0,4-2 0 0 0,32-18-1831 0 0,-26 12 638 0 0,0-1 1 0 0,0 0-1 0 0,-1-1 0 0 0,0 0 0 0 0,15-20 0 0 0,-19 21-472 0 0,0 0 0 0 0,-1 0 0 0 0,0-1 0 0 0,-1 1 0 0 0,3-11 0 0 0,0-1-4240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8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54 732 0 0,'-86'7'15416'0'0,"84"-7"-14571"0"0,-13 0 1480 0 0,264-29-5243 0 0,-40 4-6509 0 0,-149 18 4858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8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57 2212 0 0,'-9'-9'6791'0'0,"-5"-29"2620"0"0,14 36-8725 0 0,0 2-604 0 0,0-1-1 0 0,0 1 1 0 0,0 0-1 0 0,-1-1 0 0 0,1 1 1 0 0,0-1-1 0 0,0 1 1 0 0,0 0-1 0 0,0-1 0 0 0,0 1 1 0 0,-1 0-1 0 0,1-1 0 0 0,0 1 1 0 0,0 0-1 0 0,0 0 1 0 0,-1-1-1 0 0,1 1 0 0 0,0 0 1 0 0,0 0-1 0 0,-1-1 1 0 0,1 1-1 0 0,0 0 0 0 0,-1 0 1 0 0,1 0-1 0 0,0-1 1 0 0,-1 1-1 0 0,-1 8-24 0 0,0-1 1 0 0,1 1-1 0 0,0 0 1 0 0,1 0-1 0 0,0 10 1 0 0,-2 21 55 0 0,-2-10-107 0 0,-11 98-424 0 0,14-43-4271 0 0,1-80 3872 0 0,1-1 0 0 0,-1 0-1 0 0,1 1 1 0 0,-1-1 0 0 0,1 0 0 0 0,0 0 0 0 0,1 1 0 0 0,-1-1 0 0 0,3 5-1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8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37 156 1392 0 0,'8'-25'5460'0'0,"9"-33"0"0"0,-5 14-384 0 0,-9 35-3802 0 0,2-7-454 0 0,-5 16-803 0 0,0 0 0 0 0,0 0 0 0 0,0 0 0 0 0,0 0 0 0 0,0 0 0 0 0,0 0 0 0 0,0 0 0 0 0,-1 1 0 0 0,1-1 0 0 0,0 0 0 0 0,0 0 0 0 0,0 0-1 0 0,0 0 1 0 0,0 0 0 0 0,0 0 0 0 0,-1 0 0 0 0,1 0 0 0 0,0 0 0 0 0,0 0 0 0 0,0 0 0 0 0,0 0 0 0 0,0 0 0 0 0,0 0 0 0 0,-1 0 0 0 0,1 0-1 0 0,0 0 1 0 0,0 0 0 0 0,0 0 0 0 0,0 0 0 0 0,0 0 0 0 0,-1 0 0 0 0,1 0 0 0 0,0 0 0 0 0,0 0 0 0 0,0 0 0 0 0,0-1 0 0 0,0 1 0 0 0,0 0-1 0 0,0 0 1 0 0,-1 0 0 0 0,1 0 0 0 0,0 0 0 0 0,0 0 0 0 0,0 0 0 0 0,0 0 0 0 0,0-1 0 0 0,0 1 0 0 0,0 0 0 0 0,0 0 0 0 0,0 0 0 0 0,0 0-1 0 0,0 0 1 0 0,0 0 0 0 0,0-1 0 0 0,0 1 0 0 0,0 0 0 0 0,0 0 0 0 0,0 0 0 0 0,0 0 0 0 0,0 0 0 0 0,0-1 0 0 0,0 1 0 0 0,0 0 0 0 0,0 0-1 0 0,0 0 1 0 0,0 0 0 0 0,0 0 0 0 0,-1 0-8 0 0,0 2 1 0 0,0-1-1 0 0,0 0 0 0 0,0 0 0 0 0,0 0 1 0 0,0 0-1 0 0,1 1 0 0 0,-1-1 0 0 0,0 0 1 0 0,1 1-1 0 0,-1-1 0 0 0,1 0 0 0 0,0 1 0 0 0,-1-1 1 0 0,1 1-1 0 0,0-1 0 0 0,0 0 0 0 0,0 1 1 0 0,0-1-1 0 0,0 2 0 0 0,2 21 33 0 0,-1-20-34 0 0,1 0 0 0 0,-1 0 1 0 0,1 0-1 0 0,0 0 0 0 0,0 0 0 0 0,1-1 0 0 0,-1 1 0 0 0,1-1 0 0 0,-1 1 0 0 0,1-1 0 0 0,0 0 1 0 0,0 0-1 0 0,1 0 0 0 0,-1-1 0 0 0,6 4 0 0 0,6 4 23 0 0,1-2-1 0 0,24 10 1 0 0,-16-7-26 0 0,-3-2 338 0 0,35 24 0 0 0,-54-32-216 0 0,-1 0 0 0 0,0 0-1 0 0,0-1 1 0 0,-1 1 0 0 0,1 0 0 0 0,0 0 0 0 0,0 1 0 0 0,0-1-1 0 0,-1 0 1 0 0,1 0 0 0 0,-1 0 0 0 0,1 0 0 0 0,-1 1 0 0 0,1-1-1 0 0,-1 0 1 0 0,1 0 0 0 0,-1 1 0 0 0,0-1 0 0 0,0 0 0 0 0,0 1-1 0 0,0-1 1 0 0,0 0 0 0 0,0 1 0 0 0,0-1 0 0 0,0 0-1 0 0,-1 1 1 0 0,1-1 0 0 0,0 0 0 0 0,-1 0 0 0 0,1 1 0 0 0,-1-1-1 0 0,1 0 1 0 0,-1 0 0 0 0,-1 2 0 0 0,-1 2 97 0 0,0 0 1 0 0,-1 0-1 0 0,1-1 0 0 0,-1 1 1 0 0,0-1-1 0 0,-6 4 0 0 0,-2 1-153 0 0,-1-1 0 0 0,-1-1 0 0 0,1 0 0 0 0,-1-1 0 0 0,-1-1 0 0 0,1 0 0 0 0,-1-1 0 0 0,1 0 0 0 0,-25 2 0 0 0,35-5-430 0 0,0-1-1 0 0,-1 0 0 0 0,1 0 1 0 0,0 0-1 0 0,-1-1 0 0 0,1 0 1 0 0,0 1-1 0 0,0-1 0 0 0,-1-1 1 0 0,1 1-1 0 0,0-1 0 0 0,0 1 0 0 0,1-1 1 0 0,-1 0-1 0 0,-4-3 0 0 0,5 3-502 0 0,1 0-1 0 0,-1-1 0 0 0,1 1 0 0 0,0 0 0 0 0,0 0 1 0 0,0-1-1 0 0,0 0 0 0 0,1 1 0 0 0,-1-1 0 0 0,0 0 0 0 0,1 0 1 0 0,0 1-1 0 0,-1-5 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48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43 3116 0 0,'-1'-2'2543'0'0,"-11"-10"1695"0"0,-5-5 2379 0 0,9 7-5103 0 0,7 9-1322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0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97 836 0 0,'-6'-14'5902'0'0,"5"12"-5596"0"0,0-1 0 0 0,1 1 0 0 0,-1-1 1 0 0,1 1-1 0 0,0-1 0 0 0,0 0 0 0 0,0 1 0 0 0,0-1 1 0 0,0 0-1 0 0,1 1 0 0 0,-1-1 0 0 0,1 1 0 0 0,-1-1 1 0 0,1 1-1 0 0,0-1 0 0 0,0 1 0 0 0,0-1 0 0 0,0 1 0 0 0,1 0 1 0 0,-1-1-1 0 0,1 1 0 0 0,1-2 0 0 0,0 2-244 0 0,0-1-1 0 0,0 1 1 0 0,0 0 0 0 0,0 0-1 0 0,1 0 1 0 0,-1 0-1 0 0,1 1 1 0 0,-1-1 0 0 0,1 1-1 0 0,-1 0 1 0 0,1 0 0 0 0,0 0-1 0 0,-1 1 1 0 0,1-1-1 0 0,5 1 1 0 0,4 0-13 0 0,-1 0 0 0 0,1 1 0 0 0,-1 1 0 0 0,1 0-1 0 0,-1 0 1 0 0,0 1 0 0 0,0 1 0 0 0,0 0 0 0 0,18 9 0 0 0,-22-9-26 0 0,0 1 0 0 0,0 0 0 0 0,-1 0 0 0 0,1 0 0 0 0,-1 1 0 0 0,0 0 0 0 0,-1 0-1 0 0,1 1 1 0 0,-1 0 0 0 0,-1 0 0 0 0,1 0 0 0 0,-1 1 0 0 0,7 15 0 0 0,-10-17 98 0 0,0-1-1 0 0,0 1 0 0 0,-1 0 1 0 0,0 0-1 0 0,0 0 1 0 0,-1 0-1 0 0,0 0 1 0 0,0 0-1 0 0,0 0 1 0 0,-1 0-1 0 0,0 0 0 0 0,0 0 1 0 0,0 0-1 0 0,-1 0 1 0 0,0 0-1 0 0,-3 7 1 0 0,-2 1 925 0 0,0 0 0 0 0,-1 0 1 0 0,0-1-1 0 0,-20 24 0 0 0,26-32 697 0 0,10-9-1508 0 0,17-8-378 0 0,-17 12 129 0 0,0-1 1 0 0,0 1-1 0 0,0 0 1 0 0,0 1 0 0 0,0 0-1 0 0,0 0 1 0 0,-1 1-1 0 0,1 0 1 0 0,0 0-1 0 0,-1 1 1 0 0,1 0 0 0 0,-1 0-1 0 0,0 1 1 0 0,0-1-1 0 0,0 2 1 0 0,7 4 0 0 0,-5-2 0 0 0,0 0-1 0 0,-1 0 1 0 0,0 1 0 0 0,0 0 0 0 0,-1 0 0 0 0,0 1 0 0 0,-1 0 0 0 0,0 0 0 0 0,0 1-1 0 0,0-1 1 0 0,5 17 0 0 0,-10-22 22 0 0,1 0 0 0 0,-1-1 0 0 0,0 1 0 0 0,-1 0-1 0 0,1 0 1 0 0,-1 0 0 0 0,0 0 0 0 0,0 0 0 0 0,0 0-1 0 0,0 0 1 0 0,-1 0 0 0 0,0 0 0 0 0,0 0 0 0 0,0 0 0 0 0,0 0-1 0 0,-2 4 1 0 0,0-2 92 0 0,0-1 0 0 0,-1 0 0 0 0,1 1 1 0 0,-1-1-1 0 0,0 0 0 0 0,-1-1 0 0 0,1 1 0 0 0,-1-1 0 0 0,-7 6 0 0 0,-2-1 184 0 0,0-1 0 0 0,0 0 0 0 0,-1-1 0 0 0,1 0 0 0 0,-2-1 0 0 0,1-1 0 0 0,-19 4 0 0 0,17-5-398 0 0,0-1 0 0 0,0-1 0 0 0,0-1 0 0 0,-1 0 1 0 0,1-1-1 0 0,0-1 0 0 0,-24-3 0 0 0,40 4-31 0 0,0 0-1 0 0,1 0 0 0 0,-1-1 0 0 0,0 1 1 0 0,1 0-1 0 0,-1 0 0 0 0,0 0 0 0 0,1-1 1 0 0,-1 1-1 0 0,0 0 0 0 0,1 0 0 0 0,-1-1 1 0 0,0 1-1 0 0,1-1 0 0 0,-1 1 0 0 0,1-1 0 0 0,-1 1 1 0 0,1-1-1 0 0,-1 1 0 0 0,1-1 0 0 0,-1 1 1 0 0,1-1-1 0 0,0 1 0 0 0,-1-1 0 0 0,1 0 1 0 0,0 1-1 0 0,-1-1 0 0 0,1 0 0 0 0,0 1 1 0 0,0-1-1 0 0,0 0 0 0 0,0-1-185 0 0,0 0-1 0 0,0 0 1 0 0,1 0-1 0 0,-1 1 1 0 0,1-1-1 0 0,-1 0 1 0 0,1 1 0 0 0,0-1-1 0 0,0 0 1 0 0,0 1-1 0 0,2-3 1 0 0,3-4-1192 0 0,0 0 0 0 0,1 1 0 0 0,9-8 0 0 0,4-1-2470 0 0,0-2-1769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0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1236 0 0,'12'-11'4020'0'0,"1"0"1"0"0,18-12-1 0 0,-29 22-3504 0 0,0 1 160 0 0,-1 0-611 0 0,-1 0 1 0 0,1-1-1 0 0,0 1 1 0 0,0 0-1 0 0,-1 0 1 0 0,1 0-1 0 0,0 0 1 0 0,0 0-1 0 0,-1 0 1 0 0,1 0-1 0 0,0 0 1 0 0,-1 0 0 0 0,1 0-1 0 0,0 0 1 0 0,0 1-1 0 0,-1-1 1 0 0,2 1-1 0 0,24 22 1844 0 0,-2 1 0 0 0,0 1 0 0 0,26 38 0 0 0,2 1-569 0 0,115 148-38 0 0,-146-183-1963 0 0,25 35-1535 0 0,-32-43-2542 0 0,-2 1-3763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0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89 680 0 0,'-24'-75'14211'0'0,"24"74"-14128"0"0,-1 0 0 0 0,1 0 0 0 0,0 1 1 0 0,-1-1-1 0 0,1 0 0 0 0,0 1 0 0 0,-1-1 1 0 0,1 0-1 0 0,-1 1 0 0 0,1-1 0 0 0,-1 1 1 0 0,1-1-1 0 0,-1 0 0 0 0,1 1 0 0 0,-1 0 1 0 0,0-1-1 0 0,1 1 0 0 0,-1-1 0 0 0,0 1 1 0 0,1 0-1 0 0,-1-1 0 0 0,0 1 0 0 0,1 0 1 0 0,-1 0-1 0 0,0-1 0 0 0,0 1 0 0 0,1 0 1 0 0,-1 0-1 0 0,0 0 0 0 0,0 0 0 0 0,0 0 1 0 0,1 0-1 0 0,-1 0 0 0 0,0 0 0 0 0,0 1 1 0 0,1-1-1 0 0,-1 0 0 0 0,0 0 0 0 0,1 1 1 0 0,-1-1-1 0 0,0 0 0 0 0,0 1 0 0 0,0 0 0 0 0,-29 20 640 0 0,28-19-474 0 0,-18 17 295 0 0,2 1-1 0 0,1 0 0 0 0,-29 45 1 0 0,7-10-193 0 0,33-47-438 0 0,-98 139 748 0 0,86-117-3127 0 0,-21 44 0 0 0,32-54-1047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0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1 121 616 0 0,'18'-41'6727'0'0,"-7"19"-1089"0"0,11-35 1136 0 0,-22 57-6716 0 0,1 0 0 0 0,0 1 1 0 0,0-1-1 0 0,0 0 0 0 0,-1 1 0 0 0,1-1 0 0 0,0 1 0 0 0,0-1 1 0 0,-1 1-1 0 0,1-1 0 0 0,0 1 0 0 0,-1 0 0 0 0,1-1 0 0 0,-1 1 1 0 0,1 0-1 0 0,0 1 0 0 0,8 70 445 0 0,7 36 689 0 0,-13-97-1109 0 0,-1-1 1 0 0,2 1-1 0 0,-1-1 1 0 0,2 0-1 0 0,-1 0 0 0 0,1 0 1 0 0,10 14-1 0 0,-13-22-99 0 0,-1 1 0 0 0,1-1 0 0 0,0 1 0 0 0,0-1 0 0 0,1 0 0 0 0,-1 1 0 0 0,1-1 0 0 0,-1 0 0 0 0,1-1 0 0 0,-1 1 0 0 0,1 0 0 0 0,0-1 0 0 0,0 0 1 0 0,0 1-1 0 0,0-1 0 0 0,0 0 0 0 0,0 0 0 0 0,0-1 0 0 0,0 1 0 0 0,0-1 0 0 0,0 0 0 0 0,1 1 0 0 0,-1-1 0 0 0,0-1 0 0 0,0 1 0 0 0,0 0 0 0 0,0-1 0 0 0,1 0 0 0 0,-1 1 0 0 0,0-1 0 0 0,4-2 0 0 0,1-1-36 0 0,0-1 0 0 0,-1 0 0 0 0,1 0 0 0 0,-1 0 0 0 0,0-1-1 0 0,0 0 1 0 0,-1 0 0 0 0,0-1 0 0 0,11-14 0 0 0,45-77 749 0 0,-26 29 2780 0 0,-21 45-2243 0 0,-15 24-1224 0 0,0 0 1 0 0,0 0 0 0 0,0 0-1 0 0,1 0 1 0 0,-1-1 0 0 0,0 1-1 0 0,0 0 1 0 0,0 0 0 0 0,0 0-1 0 0,1 0 1 0 0,-1 0 0 0 0,0 0-1 0 0,0 0 1 0 0,0-1 0 0 0,0 1-1 0 0,1 0 1 0 0,-1 0 0 0 0,0 0-1 0 0,0 0 1 0 0,0 0-1 0 0,1 0 1 0 0,-1 0 0 0 0,0 0-1 0 0,0 0 1 0 0,1 0 0 0 0,-1 0-1 0 0,0 0 1 0 0,0 0 0 0 0,0 0-1 0 0,1 0 1 0 0,-1 0 0 0 0,0 0-1 0 0,0 1 1 0 0,0-1 0 0 0,1 0-1 0 0,3 14 288 0 0,-4 48 265 0 0,-1-1 0 0 0,-15 89 0 0 0,-1 12-2310 0 0,15-38-2634 0 0,8-43-6045 0 0,0-45-468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1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70 844 0 0,'-5'-2'1024'0'0,"1"-2"-1"0"0,-1 1 1 0 0,1 0 0 0 0,0-1 0 0 0,0 0-1 0 0,1 0 1 0 0,-1 0 0 0 0,1 0-1 0 0,0-1 1 0 0,0 1 0 0 0,0-1-1 0 0,1 0 1 0 0,-1 1 0 0 0,-1-9-1 0 0,3 12-430 0 0,3 1-551 0 0,0 1 1 0 0,0-1 0 0 0,0 1-1 0 0,0-1 1 0 0,0 1 0 0 0,0 0 0 0 0,0 0-1 0 0,0 0 1 0 0,0 0 0 0 0,-1 0-1 0 0,1 0 1 0 0,0 0 0 0 0,-1 1 0 0 0,1-1-1 0 0,-1 1 1 0 0,2 1 0 0 0,22 31 227 0 0,-21-28-192 0 0,2 5 13 0 0,0 0-1 0 0,-1 0 1 0 0,0 0-1 0 0,-1 0 1 0 0,0 1-1 0 0,-1 0 1 0 0,0 0-1 0 0,-1 0 1 0 0,0 0-1 0 0,0 18 1 0 0,-2-12 612 0 0,0 1 0 0 0,-2-1 0 0 0,0 1 0 0 0,-1-1 0 0 0,0 0 0 0 0,-8 21 765 0 0,12-46-1409 0 0,0-1-1 0 0,0 1 1 0 0,1-1 0 0 0,0 1-1 0 0,1 0 1 0 0,-1-1-1 0 0,2 1 1 0 0,-1 0 0 0 0,1 1-1 0 0,0-1 1 0 0,0 1 0 0 0,0 0-1 0 0,10-10 1 0 0,0 1-73 0 0,1 0 1 0 0,0 1-1 0 0,0 1 1 0 0,19-12 0 0 0,-28 21 3 0 0,0 0 1 0 0,1 0-1 0 0,-1 0 1 0 0,1 1-1 0 0,0 0 1 0 0,0 1-1 0 0,0-1 1 0 0,0 1-1 0 0,0 1 1 0 0,0-1-1 0 0,0 1 1 0 0,1 0-1 0 0,-1 1 1 0 0,1 0-1 0 0,-1 0 1 0 0,0 1-1 0 0,1-1 1 0 0,-1 2-1 0 0,0-1 1 0 0,0 1-1 0 0,0 0 1 0 0,0 0-1 0 0,0 1 1 0 0,0 0-1 0 0,0 0 1 0 0,-1 1-1 0 0,0 0 1 0 0,0 0-1 0 0,0 0 1 0 0,0 1-1 0 0,0 0 1 0 0,5 7-1 0 0,-5-5 5 0 0,1 0 1 0 0,-1 1-1 0 0,-1 0 0 0 0,0 0 0 0 0,0 1 0 0 0,0-1 1 0 0,-1 1-1 0 0,-1 0 0 0 0,1 0 0 0 0,-2 0 0 0 0,1 1 1 0 0,-1-1-1 0 0,0 1 0 0 0,0 16 0 0 0,-2-27 12 0 0,0 1 0 0 0,0 0 0 0 0,-1 0 0 0 0,1-1-1 0 0,0 1 1 0 0,0 0 0 0 0,0 0 0 0 0,-1 0 0 0 0,1-1 0 0 0,0 1-1 0 0,0 0 1 0 0,0 0 0 0 0,-1 0 0 0 0,1 0 0 0 0,0 0 0 0 0,0-1-1 0 0,-1 1 1 0 0,1 0 0 0 0,0 0 0 0 0,-1 0 0 0 0,1 0-1 0 0,0 0 1 0 0,0 0 0 0 0,-1 0 0 0 0,1 0 0 0 0,0 0 0 0 0,0 0-1 0 0,-1 0 1 0 0,1 0 0 0 0,0 0 0 0 0,-1 0 0 0 0,1 0 0 0 0,0 0-1 0 0,0 1 1 0 0,-1-1 0 0 0,1 0 0 0 0,0 0 0 0 0,0 0 0 0 0,-1 0-1 0 0,1 0 1 0 0,0 1 0 0 0,0-1 0 0 0,0 0 0 0 0,-1 0 0 0 0,1 0-1 0 0,0 1 1 0 0,0-1 0 0 0,0 0 0 0 0,0 0 0 0 0,0 1 0 0 0,-1-1-1 0 0,1 0 1 0 0,0 1 0 0 0,1-12 4 0 0,0 1 0 0 0,1-1 0 0 0,1 1 0 0 0,-1 0 0 0 0,2 0 0 0 0,-1 0 0 0 0,1 0 1 0 0,1 1-1 0 0,0-1 0 0 0,0 1 0 0 0,11-14 0 0 0,-6 10-31 0 0,0 0 0 0 0,1 1 1 0 0,0 0-1 0 0,1 1 0 0 0,1 0 0 0 0,26-18 1 0 0,-32 25 8 0 0,0 0 0 0 0,0 0-1 0 0,0 1 1 0 0,0 0 0 0 0,1 0 0 0 0,0 1 0 0 0,-1 0 0 0 0,1 0 0 0 0,0 1 0 0 0,0 0 0 0 0,0 0 0 0 0,0 1 0 0 0,0 0 0 0 0,-1 0 0 0 0,1 1 0 0 0,0 0 0 0 0,0 1 0 0 0,0 0 0 0 0,-1 0 0 0 0,1 0 0 0 0,-1 1 0 0 0,1 0 0 0 0,-1 0-1 0 0,0 1 1 0 0,0 0 0 0 0,-1 0 0 0 0,1 1 0 0 0,-1 0 0 0 0,0 0 0 0 0,0 1 0 0 0,0-1 0 0 0,-1 1 0 0 0,0 0 0 0 0,6 11 0 0 0,-6-10-210 0 0,-1 0 1 0 0,0 1 0 0 0,-1 0-1 0 0,0-1 1 0 0,0 1-1 0 0,0 1 1 0 0,-1-1-1 0 0,-1 0 1 0 0,2 10-1 0 0,-1 8-1757 0 0,-4 42 0 0 0,1-17 516 0 0,1-48 618 0 0,0-1 1 0 0,0 1 0 0 0,0 0 0 0 0,1 0-1 0 0,-1-1 1 0 0,1 1 0 0 0,0 0-1 0 0,1 2 1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3.1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206 794 380 0 0,'10'-21'3649'0'0,"-1"-1"1"0"0,8-27-1 0 0,-13 35-2281 0 0,0-1 1 0 0,-2 0 0 0 0,0 0-1 0 0,0-22 1 0 0,-2 36-1334 0 0,1 1 0 0 0,-1-1 0 0 0,0 0 0 0 0,0 0 0 0 0,0 1 0 0 0,-1-1 0 0 0,1 0-1 0 0,0 0 1 0 0,0 1 0 0 0,0-1 0 0 0,0 0 0 0 0,-1 1 0 0 0,1-1 0 0 0,0 0 0 0 0,-1 1 0 0 0,1-1 0 0 0,-1 0 0 0 0,1 1 0 0 0,0-1 0 0 0,-1 1 0 0 0,0-1 0 0 0,1 1 0 0 0,-1-1-1 0 0,1 1 1 0 0,-1-1 0 0 0,1 1 0 0 0,-1 0 0 0 0,0-1 0 0 0,1 1 0 0 0,-2-1 0 0 0,0 1-1 0 0,0 0 1 0 0,0 0-1 0 0,0 0 1 0 0,0 0-1 0 0,0 0 0 0 0,0 0 1 0 0,0 0-1 0 0,0 0 0 0 0,0 1 1 0 0,0-1-1 0 0,-2 2 1 0 0,-6 2 20 0 0,0 0 1 0 0,0 1 0 0 0,-9 7-1 0 0,-1 0 1 0 0,2 2-1 0 0,-1 0 1 0 0,-24 26-1 0 0,35-32-44 0 0,0 1-1 0 0,1-1 1 0 0,0 1-1 0 0,0 1 1 0 0,1-1-1 0 0,1 1 1 0 0,-1 0-1 0 0,2 1 1 0 0,-5 12 0 0 0,8-21-5 0 0,0 1 1 0 0,1-1-1 0 0,0 0 1 0 0,-1 0-1 0 0,1 1 1 0 0,0-1-1 0 0,0 0 1 0 0,0 0-1 0 0,0 1 1 0 0,1-1-1 0 0,-1 0 1 0 0,1 0-1 0 0,-1 0 1 0 0,1 1-1 0 0,0-1 1 0 0,0 0-1 0 0,0 0 1 0 0,0 0-1 0 0,0 0 1 0 0,1 2 0 0 0,1-2-11 0 0,-1 1 0 0 0,1-1 0 0 0,0 1 0 0 0,0-1 0 0 0,0 0 0 0 0,0 0 1 0 0,0 0-1 0 0,0 0 0 0 0,0-1 0 0 0,1 1 0 0 0,5 1 0 0 0,-2-1-16 0 0,0 0-1 0 0,0-1 0 0 0,1 0 1 0 0,-1 0-1 0 0,1 0 1 0 0,-1-1-1 0 0,0 0 0 0 0,1-1 1 0 0,-1 0-1 0 0,1 0 0 0 0,10-3 1 0 0,-8 0 7 0 0,-1-1 0 0 0,0 0 1 0 0,0 0-1 0 0,-1 0 0 0 0,0-2 1 0 0,0 1-1 0 0,13-14 0 0 0,45-58-94 0 0,-45 52-52 0 0,-20 24 123 0 0,17 9-30 0 0,-12 1 72 0 0,-1 1 0 0 0,0 0 0 0 0,-1 0 0 0 0,0 0 0 0 0,-1 0 0 0 0,1 1 0 0 0,1 11 0 0 0,-2-8 34 0 0,1-1-1 0 0,0 0 1 0 0,11 22-1 0 0,-14-33-35 0 0,0 0-1 0 0,0 0 1 0 0,0 1-1 0 0,0-1 1 0 0,0 0-1 0 0,0 0 1 0 0,0 0-1 0 0,1 0 1 0 0,-1 0-1 0 0,0 0 1 0 0,0-1-1 0 0,1 1 1 0 0,-1 0-1 0 0,1-1 1 0 0,-1 1-1 0 0,1-1 1 0 0,-1 1-1 0 0,1-1 1 0 0,-1 0-1 0 0,1 1 1 0 0,-1-1-1 0 0,1 0 1 0 0,-1 0-1 0 0,1 0 1 0 0,-1 0-1 0 0,1 0 1 0 0,-1-1-1 0 0,1 1 1 0 0,-1 0-1 0 0,1-1 1 0 0,2 0-1 0 0,0-1-68 0 0,1 0-1 0 0,-1 0 0 0 0,1-1 1 0 0,-1 1-1 0 0,0-1 1 0 0,0 0-1 0 0,0 0 0 0 0,5-6 1 0 0,-1 0-117 0 0,-1 0 0 0 0,-1 0 0 0 0,0-1 0 0 0,0 0 0 0 0,-1 0 0 0 0,0 0 0 0 0,4-15 0 0 0,20-81-460 0 0,-22 73 513 0 0,38-225-413 0 0,-21-4 2054 0 0,-21 230-965 0 0,0-43 233 0 0,-3 73-698 0 0,-2 4-30 0 0,1 0 0 0 0,-1 1 0 0 0,1-1 1 0 0,-1 1-1 0 0,1 0 0 0 0,0-1 0 0 0,0 1 0 0 0,-1 6 1 0 0,2-9-39 0 0,-11 39 687 0 0,3 0 1 0 0,-5 52-1 0 0,2 80 527 0 0,8-108-1029 0 0,3 0 1 0 0,3 1-1 0 0,2-1 1 0 0,26 118-1 0 0,-29-173-175 0 0,1 0 0 0 0,0 0 0 0 0,0 0 1 0 0,1-1-1 0 0,0 1 0 0 0,1-1 0 0 0,-1 0 0 0 0,1 0 1 0 0,1 0-1 0 0,-1-1 0 0 0,1 0 0 0 0,0 0 0 0 0,11 8 0 0 0,-13-11-8 0 0,0 0-1 0 0,0-1 0 0 0,1 1 0 0 0,-1-1 0 0 0,1 0 0 0 0,0 0 1 0 0,0-1-1 0 0,-1 1 0 0 0,1-1 0 0 0,0 0 0 0 0,0-1 1 0 0,0 1-1 0 0,0-1 0 0 0,0 0 0 0 0,0 0 0 0 0,0 0 0 0 0,1-1 1 0 0,-2 0-1 0 0,1 0 0 0 0,0 0 0 0 0,0-1 0 0 0,0 1 0 0 0,8-5 1 0 0,-2-1-4 0 0,0 0 1 0 0,0 0-1 0 0,-1-1 1 0 0,0-1-1 0 0,0 0 1 0 0,-1 0-1 0 0,0 0 1 0 0,0-1-1 0 0,-1-1 1 0 0,6-11-1 0 0,3-5 29 0 0,-2-1 0 0 0,22-58 0 0 0,-23 46-65 0 0,-2-1-1 0 0,-2-1 1 0 0,7-53-1 0 0,-19 84-221 0 0,-4 12 96 0 0,4-1 191 0 0,2 1-54 0 0,0-1-1 0 0,-1 1 1 0 0,1-1 0 0 0,0 1 0 0 0,-1-1 0 0 0,1 1-1 0 0,0 0 1 0 0,0-1 0 0 0,-1 1 0 0 0,1 0-1 0 0,0-1 1 0 0,0 1 0 0 0,0-1 0 0 0,0 1 0 0 0,0 0-1 0 0,0-1 1 0 0,0 1 0 0 0,0 0 0 0 0,0-1-1 0 0,0 1 1 0 0,0 0 0 0 0,0-1 0 0 0,1 1 0 0 0,-1-1-1 0 0,1 2 1 0 0,4 15-306 0 0,-2-13 177 0 0,1 0-1 0 0,-1 0 1 0 0,1 0 0 0 0,0 0 0 0 0,0 0 0 0 0,1-1 0 0 0,-1 1 0 0 0,1-1 0 0 0,-1 0 0 0 0,1-1 0 0 0,0 1 0 0 0,0-1 0 0 0,0 0 0 0 0,1 0 0 0 0,-1-1 0 0 0,8 2 0 0 0,10 1-549 0 0,-1-1 1 0 0,35 1 0 0 0,-45-4 526 0 0,1 0 0 0 0,-1 0 1 0 0,1-2-1 0 0,-1 0 0 0 0,0 0 0 0 0,0-1 1 0 0,0 0-1 0 0,0-1 0 0 0,-1-1 1 0 0,1 0-1 0 0,-1 0 0 0 0,0-1 0 0 0,-1 0 1 0 0,1-1-1 0 0,13-12 0 0 0,-2-9 1450 0 0,-25 29-1217 0 0,0 0 0 0 0,0 1 0 0 0,0 0-1 0 0,0 0 1 0 0,1 0 0 0 0,-1 0-1 0 0,0 0 1 0 0,1 0 0 0 0,0 1 0 0 0,-1-1-1 0 0,1 1 1 0 0,-2 4 0 0 0,-24 40 847 0 0,21-35-703 0 0,-14 26 414 0 0,-19 48 1 0 0,34-72-539 0 0,0 2-1 0 0,2-1 1 0 0,0 1 0 0 0,1-1 0 0 0,0 1 0 0 0,0 25-1 0 0,3-38-87 0 0,0-1 0 0 0,0 1-1 0 0,1 0 1 0 0,-1 0 0 0 0,1-1-1 0 0,-1 1 1 0 0,1 0 0 0 0,0-1-1 0 0,0 1 1 0 0,0-1-1 0 0,0 1 1 0 0,1-1 0 0 0,-1 1-1 0 0,1-1 1 0 0,-1 0 0 0 0,1 0-1 0 0,0 0 1 0 0,2 3 0 0 0,0-2-121 0 0,0 0 0 0 0,0-1-1 0 0,0 0 1 0 0,0 1 0 0 0,0-2 0 0 0,1 1 0 0 0,-1 0 0 0 0,1-1 0 0 0,-1 0 0 0 0,6 1 0 0 0,4 0-626 0 0,1-1 0 0 0,0 0 0 0 0,0-1 0 0 0,0-1 0 0 0,28-5 0 0 0,-28 3 172 0 0,-1-1 0 0 0,1-1 0 0 0,-1 0-1 0 0,0-1 1 0 0,0 0 0 0 0,-1-1-1 0 0,0-1 1 0 0,0 0 0 0 0,17-15-1 0 0,-14 9 756 0 0,0-1 0 0 0,-1-1-1 0 0,-1 0 1 0 0,-1-1 0 0 0,0 0-1 0 0,11-21 1 0 0,58-115 8833 0 0,-81 151-8806 0 0,0 3-151 0 0,-1-1 0 0 0,1 1 0 0 0,-1-1 0 0 0,1 1 0 0 0,-1-1 0 0 0,1 1 0 0 0,-1 0 0 0 0,0-1 0 0 0,1 1 0 0 0,-1-1 0 0 0,0 1 0 0 0,0 0 0 0 0,1-1 0 0 0,-1 1 0 0 0,0 0 0 0 0,0 0 0 0 0,0-1 0 0 0,0 1 0 0 0,0 0 0 0 0,0-1 0 0 0,0 2 0 0 0,1 19 940 0 0,-1-19-875 0 0,-2 38 1288 0 0,-3-1 0 0 0,0 1 0 0 0,-15 49 1 0 0,9-42-3216 0 0,-8 74-1 0 0,18-117 1086 0 0,1 0-1 0 0,0 0 0 0 0,1-1 1 0 0,-1 1-1 0 0,1 0 0 0 0,1 5 1 0 0,-2-8 395 0 0,0 0 0 0 0,0-1 0 0 0,0 1 0 0 0,1 0 0 0 0,-1 0 0 0 0,0 0 0 0 0,1-1 0 0 0,-1 1 0 0 0,22 8-8450 0 0,-2-13 2351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3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1 193 2128 0 0,'5'-27'5746'0'0,"3"-36"-1"0"0,-6 39-2437 0 0,1 1 0 0 0,7-25-1 0 0,-9 46-3017 0 0,1 0 316 0 0,-2 2-567 0 0,0 0 1 0 0,0-1-1 0 0,0 1 1 0 0,0 0-1 0 0,0 0 1 0 0,0 0-1 0 0,0 0 1 0 0,1-1-1 0 0,-1 1 1 0 0,0 0-1 0 0,0 0 1 0 0,0 0-1 0 0,0 0 1 0 0,0 0-1 0 0,0-1 1 0 0,1 1-1 0 0,-1 0 1 0 0,0 0-1 0 0,0 0 1 0 0,0 0-1 0 0,0 0 1 0 0,1 0-1 0 0,-1 0 1 0 0,0 0 0 0 0,0 0-1 0 0,0 0 1 0 0,1 0-1 0 0,-1 0 1 0 0,0 0-1 0 0,0 0 1 0 0,0 0-1 0 0,0 0 1 0 0,1 0-1 0 0,-1 0 1 0 0,0 0-1 0 0,0 0 1 0 0,0 0-1 0 0,1 0 1 0 0,-1 0-1 0 0,0 0 1 0 0,0 0-1 0 0,14 15 786 0 0,-1 0 0 0 0,0 1 0 0 0,-1 0 1 0 0,-1 1-1 0 0,9 19 0 0 0,12 17-262 0 0,82 100-220 0 0,-57-94-5825 0 0,-28-37 176 0 0,-6-12-3891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3.6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89 1784 0 0,'-32'-88'18073'0'0,"31"87"-17947"0"0,-1 1-1 0 0,1 0 1 0 0,0 0 0 0 0,-1 1-1 0 0,1-1 1 0 0,-1 0 0 0 0,1 0-1 0 0,-1 1 1 0 0,1-1 0 0 0,0 1-1 0 0,-1-1 1 0 0,1 1-1 0 0,0 0 1 0 0,0-1 0 0 0,-3 3-1 0 0,-29 28 825 0 0,2 1 0 0 0,1 2 0 0 0,-44 64-1 0 0,24-31-693 0 0,-65 89-64 0 0,43-48-5021 0 0,53-80 804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3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97 173 288 0 0,'-9'-16'2663'0'0,"-45"-77"11423"0"0,21 30-9181 0 0,32 62-5256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4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1 3096 0 0,'-232'35'15650'0'0,"179"-28"-12781"0"0,69 2-2548 0 0,-9-7-289 0 0,0 0 1 0 0,1 0-1 0 0,-1-1 0 0 0,1 0 0 0 0,-1-1 1 0 0,0 0-1 0 0,10-1 0 0 0,10 1-33 0 0,152 4-1268 0 0,124 1-2643 0 0,-101-6-3313 0 0,-94-2-158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54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6 4444 0 0,'-10'-4'13171'0'0,"10"4"-13184"0"0,-1-1 1 0 0,0 1-1 0 0,1 0 1 0 0,-1 0-1 0 0,0 0 1 0 0,1 0-1 0 0,-1-1 1 0 0,0 1-1 0 0,1 0 1 0 0,-1 0-1 0 0,0 0 1 0 0,1 0-1 0 0,-1 1 1 0 0,0-1-1 0 0,1 0 0 0 0,-1 0 1 0 0,0 0-1 0 0,1 0 1 0 0,-1 1-1 0 0,-1 0 1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1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269 145 508 0 0,'3'-10'3211'0'0,"0"-1"0"0"0,-1 0 0 0 0,3-20 0 0 0,-5 15-1248 0 0,0 1 0 0 0,-3-17-1 0 0,3 31-1942 0 0,0 0 0 0 0,0 0 0 0 0,0 0 0 0 0,-1 0 0 0 0,1 1 0 0 0,0-1 0 0 0,-1 0 0 0 0,1 0 0 0 0,0 0 0 0 0,-1 1-1 0 0,1-1 1 0 0,-1 0 0 0 0,1 1 0 0 0,-1-1 0 0 0,0 0 0 0 0,1 1 0 0 0,-1-1 0 0 0,0 1 0 0 0,1-1 0 0 0,-1 1 0 0 0,0-1 0 0 0,0 1-1 0 0,0-1 1 0 0,1 1 0 0 0,-1 0 0 0 0,0-1 0 0 0,0 1 0 0 0,0 0 0 0 0,0 0 0 0 0,1 0 0 0 0,-1 0 0 0 0,0 0 0 0 0,0 0-1 0 0,0 0 1 0 0,0 0 0 0 0,0 0 0 0 0,0 0 0 0 0,1 0 0 0 0,-1 0 0 0 0,0 1 0 0 0,0-1 0 0 0,0 0 0 0 0,0 1 0 0 0,-1 0-1 0 0,-3 1 0 0 0,-1 0-1 0 0,0 1 0 0 0,1-1 1 0 0,-10 7-1 0 0,-7 7-9 0 0,1 1 0 0 0,1 1-1 0 0,0 0 1 0 0,-32 42 0 0 0,42-48-12 0 0,1 1-1 0 0,1 0 1 0 0,0 0-1 0 0,1 0 1 0 0,1 1 0 0 0,0 0-1 0 0,0 1 1 0 0,2-1-1 0 0,0 1 1 0 0,-3 19 0 0 0,7-29 6 0 0,-1 0 1 0 0,1 1 0 0 0,0-1 0 0 0,1 0 0 0 0,-1 0 0 0 0,1 0 0 0 0,2 9 0 0 0,-2-12 0 0 0,-1 0 0 0 0,1-1 0 0 0,0 1 0 0 0,0-1 0 0 0,-1 1 0 0 0,1-1 0 0 0,0 1 0 0 0,0-1 0 0 0,0 1 0 0 0,1-1 0 0 0,-1 0 0 0 0,0 1 0 0 0,0-1 0 0 0,1 0 0 0 0,-1 0 0 0 0,1 0 0 0 0,-1 0 0 0 0,1 0 0 0 0,-1-1 0 0 0,1 1 0 0 0,0 0 0 0 0,-1-1 0 0 0,1 1 0 0 0,0-1 0 0 0,0 0 0 0 0,-1 1 0 0 0,1-1 0 0 0,3 0 0 0 0,3-1 3 0 0,0 0-1 0 0,1-1 1 0 0,-1 0 0 0 0,0 0 0 0 0,-1-1 0 0 0,1 0-1 0 0,0 0 1 0 0,-1-1 0 0 0,0 0 0 0 0,1 0 0 0 0,-2-1-1 0 0,1 0 1 0 0,0 0 0 0 0,-1-1 0 0 0,9-9-1 0 0,10-12 267 0 0,-1-2 0 0 0,23-35 0 0 0,-21 32-83 0 0,-25 30-204 0 0,2 3-6 0 0,-1 1 19 0 0,0 0 1 0 0,-1-1 0 0 0,1 1-1 0 0,0 0 1 0 0,-1 0 0 0 0,1 0-1 0 0,-1 0 1 0 0,1 0 0 0 0,-1 0-1 0 0,0 0 1 0 0,0 1-1 0 0,0-1 1 0 0,0 0 0 0 0,0 1-1 0 0,-1-1 1 0 0,1 1 0 0 0,-1-1-1 0 0,0 0 1 0 0,1 4 0 0 0,3 60 8 0 0,-4-46-11 0 0,-1 63-556 0 0,-1-28-2680 0 0,4-1-5939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19.9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85 764 0 0,'5'-9'2731'0'0,"0"-1"0"0"0,-1 1 0 0 0,0-1 0 0 0,-1 0 0 0 0,0-1 0 0 0,2-10-1 0 0,-5 21-2703 0 0,0 0-1 0 0,0 0 0 0 0,0 0 0 0 0,0-1 0 0 0,0 1 0 0 0,0 0 0 0 0,0 0 0 0 0,0 0 0 0 0,0 0 1 0 0,0-1-1 0 0,0 1 0 0 0,0 0 0 0 0,0 0 0 0 0,0 0 0 0 0,1 0 0 0 0,-1-1 0 0 0,0 1 0 0 0,0 0 1 0 0,0 0-1 0 0,0 0 0 0 0,0 0 0 0 0,0 0 0 0 0,1 0 0 0 0,-1-1 0 0 0,0 1 0 0 0,0 0 0 0 0,0 0 0 0 0,0 0 1 0 0,1 0-1 0 0,-1 0 0 0 0,0 0 0 0 0,0 0 0 0 0,0 0 0 0 0,0 0 0 0 0,1 0 0 0 0,-1 0 0 0 0,0 0 1 0 0,0 0-1 0 0,0 0 0 0 0,1 0 0 0 0,-1 0 0 0 0,0 0 0 0 0,0 0 0 0 0,0 0 0 0 0,1 0 0 0 0,-1 0-12 0 0,1 1-1 0 0,-1-1 0 0 0,0 0 0 0 0,1 0 1 0 0,-1 0-1 0 0,0 1 0 0 0,1-1 0 0 0,-1 0 1 0 0,0 1-1 0 0,0-1 0 0 0,1 0 1 0 0,-1 1-1 0 0,0-1 0 0 0,0 0 0 0 0,1 1 1 0 0,-1-1-1 0 0,0 0 0 0 0,0 1 0 0 0,0-1 1 0 0,0 1-1 0 0,1-1 0 0 0,-1 0 0 0 0,0 1 1 0 0,0-1-1 0 0,0 1 0 0 0,0-1 0 0 0,0 1 1 0 0,5 171 563 0 0,-4-114-3347 0 0,4-23-7449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0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3036 0 0,'6'-13'3131'0'0,"0"0"-90"0"0,0 1 0 0 0,15-20 0 0 0,-19 29-2797 0 0,1-1 1 0 0,0 1 0 0 0,0 0-1 0 0,0 0 1 0 0,1 0 0 0 0,-1 1-1 0 0,1-1 1 0 0,0 1 0 0 0,-1 0-1 0 0,1 0 1 0 0,0 0 0 0 0,8-3-1 0 0,-8 4-194 0 0,1 0-1 0 0,-1 0 0 0 0,0 0 0 0 0,0 1 0 0 0,1 0 0 0 0,-1 0 1 0 0,1 0-1 0 0,-1 0 0 0 0,0 0 0 0 0,1 1 0 0 0,-1 0 0 0 0,0 0 1 0 0,0 0-1 0 0,0 0 0 0 0,0 1 0 0 0,0 0 0 0 0,0-1 0 0 0,0 2 1 0 0,0-1-1 0 0,0 0 0 0 0,-1 1 0 0 0,0-1 0 0 0,1 1 0 0 0,-1 0 1 0 0,0 0-1 0 0,0 1 0 0 0,0-1 0 0 0,-1 1 0 0 0,1-1 0 0 0,-1 1 1 0 0,0 0-1 0 0,0 0 0 0 0,0-1 0 0 0,-1 2 0 0 0,1-1 0 0 0,-1 0 1 0 0,0 0-1 0 0,0 0 0 0 0,0 1 0 0 0,-1-1 0 0 0,1 0 0 0 0,-2 8 1 0 0,-1 3 417 0 0,-1 1 0 0 0,-1-1 0 0 0,-1 0 0 0 0,0 0 0 0 0,0 0 1 0 0,-13 21-1 0 0,1 1-8 0 0,16-36-450 0 0,1-1 0 0 0,0 1 0 0 0,0-1 0 0 0,0 0 0 0 0,0 1 1 0 0,0-1-1 0 0,0 1 0 0 0,0-1 0 0 0,0 1 0 0 0,0-1 0 0 0,0 1 1 0 0,1-1-1 0 0,-1 0 0 0 0,0 1 0 0 0,0-1 0 0 0,0 1 0 0 0,0-1 0 0 0,1 0 1 0 0,-1 1-1 0 0,0-1 0 0 0,0 1 0 0 0,1-1 0 0 0,-1 0 0 0 0,0 1 1 0 0,1-1-1 0 0,-1 0 0 0 0,0 0 0 0 0,1 1 0 0 0,-1-1 0 0 0,1 0 1 0 0,-1 0-1 0 0,0 1 0 0 0,1-1 0 0 0,-1 0 0 0 0,1 0 0 0 0,15 5 94 0 0,-15-4-104 0 0,20 2-40 0 0,1-1-1 0 0,-1-1 1 0 0,0 0 0 0 0,0-2-1 0 0,30-4 1 0 0,-4 1-461 0 0,152-13-3620 0 0,-66 0-4589 0 0,-70 7-47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2.1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249 116 1784 0 0,'5'-53'11908'0'0,"-5"45"-10739"0"0,0-1-1 0 0,-1 1 1 0 0,-3-15-1 0 0,4 22-1138 0 0,0 0 0 0 0,-1 0 0 0 0,1 0 0 0 0,0 1 0 0 0,-1-1 0 0 0,1 0 0 0 0,-1 0 0 0 0,0 1 0 0 0,1-1-1 0 0,-1 0 1 0 0,0 1 0 0 0,1-1 0 0 0,-1 0 0 0 0,0 1 0 0 0,0-1 0 0 0,1 1 0 0 0,-1 0 0 0 0,0-1 0 0 0,0 1-1 0 0,0-1 1 0 0,0 1 0 0 0,0 0 0 0 0,1 0 0 0 0,-1 0 0 0 0,0-1 0 0 0,0 1 0 0 0,0 0 0 0 0,0 0 0 0 0,0 0 0 0 0,0 0-1 0 0,0 0 1 0 0,0 1 0 0 0,0-1 0 0 0,0 0 0 0 0,1 0 0 0 0,-1 1 0 0 0,0-1 0 0 0,0 0 0 0 0,-1 1 0 0 0,-36 18 91 0 0,35-18-76 0 0,-13 10-20 0 0,0 0-1 0 0,0 1 1 0 0,1 1-1 0 0,0 0 1 0 0,1 2-1 0 0,1-1 1 0 0,1 1-1 0 0,0 1 1 0 0,0 0-1 0 0,-14 29 0 0 0,25-42-15 0 0,-1 0-1 0 0,1 1 0 0 0,0-1 0 0 0,0 0 0 0 0,0 1 0 0 0,0-1 0 0 0,0 1 1 0 0,1-1-1 0 0,0 1 0 0 0,-1 0 0 0 0,1-1 0 0 0,1 1 0 0 0,-1-1 0 0 0,0 1 0 0 0,1-1 1 0 0,0 1-1 0 0,2 5 0 0 0,-2-7 1 0 0,0 1 0 0 0,1-1 0 0 0,-1 0 0 0 0,1 0 0 0 0,0 0-1 0 0,0 0 1 0 0,0 0 0 0 0,0 0 0 0 0,0 0 0 0 0,0-1 0 0 0,0 1 0 0 0,0-1 0 0 0,1 1 0 0 0,-1-1 0 0 0,1 0 0 0 0,-1 0 0 0 0,1 0 0 0 0,-1-1 0 0 0,1 1-1 0 0,0 0 1 0 0,-1-1 0 0 0,1 0 0 0 0,5 1 0 0 0,-1-1 1 0 0,0 0 0 0 0,0-1 0 0 0,0 0 0 0 0,0 0 0 0 0,0 0 0 0 0,-1-1 0 0 0,1 0 0 0 0,0 0 0 0 0,-1 0 0 0 0,1-1 0 0 0,-1 0 0 0 0,0-1 0 0 0,0 1 0 0 0,0-1 0 0 0,0 0 0 0 0,-1-1 0 0 0,0 1 0 0 0,0-1 0 0 0,6-7 0 0 0,6-9 179 0 0,-1-1 0 0 0,-1-1 0 0 0,20-41 0 0 0,-5 10 952 0 0,-29 53-1073 0 0,0 1-65 0 0,0 0 0 0 0,0 0 0 0 0,-1 0 0 0 0,1 0 0 0 0,0 0 0 0 0,0 1 0 0 0,-1-1 0 0 0,1 0 0 0 0,0 1 0 0 0,0-1 0 0 0,-1 0 0 0 0,1 1 0 0 0,0-1 0 0 0,-1 1 0 0 0,2 0 0 0 0,1 6 1 0 0,-1-1 1 0 0,0 1-1 0 0,0 0 0 0 0,-1 0 1 0 0,0 0-1 0 0,0 0 0 0 0,0 0 1 0 0,-1 11-1 0 0,1 14-22 0 0,4 12-394 0 0,4 22-3287 0 0,3-23-5043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2.4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0 104 656 0 0,'4'-9'3303'0'0,"1"0"0"0"0,0 0 0 0 0,6-9 0 0 0,-7 12-2382 0 0,1 0 1 0 0,0 0 0 0 0,0 0 0 0 0,11-8 0 0 0,-13 11-875 0 0,-1 1 0 0 0,1 0 0 0 0,0 0 0 0 0,0 1 0 0 0,0-1 0 0 0,0 1 0 0 0,0-1 0 0 0,0 1 0 0 0,0 0 1 0 0,0 0-1 0 0,1 0 0 0 0,-1 0 0 0 0,0 1 0 0 0,1 0 0 0 0,-1-1 0 0 0,0 1 0 0 0,1 0 0 0 0,-1 1 0 0 0,1-1 0 0 0,-1 1 0 0 0,0-1 0 0 0,1 1 0 0 0,-1 0 0 0 0,0 0 0 0 0,0 0 0 0 0,0 1 0 0 0,5 2 0 0 0,-5-3-28 0 0,-1 1-1 0 0,0-1 0 0 0,0 1 0 0 0,0-1 1 0 0,0 1-1 0 0,0 0 0 0 0,0 0 0 0 0,0 0 1 0 0,-1 0-1 0 0,1 0 0 0 0,-1 1 0 0 0,0-1 0 0 0,1 0 1 0 0,-1 1-1 0 0,0-1 0 0 0,0 0 0 0 0,1 6 1 0 0,-2-4 69 0 0,1 1-1 0 0,-1-1 1 0 0,0 0 0 0 0,0 0 0 0 0,-1 1 0 0 0,1-1 0 0 0,-1 0 0 0 0,0 0 0 0 0,0 0 0 0 0,-2 5 0 0 0,-4 6 196 0 0,0-1 0 0 0,-1 0-1 0 0,0 0 1 0 0,-18 21 0 0 0,14-19-150 0 0,5-8-55 0 0,0 1-1 0 0,0 0 0 0 0,1 0 1 0 0,1 1-1 0 0,-8 14 0 0 0,13-24-72 0 0,1 0-1 0 0,-1 1 1 0 0,0-1-1 0 0,0 0 0 0 0,0 1 1 0 0,0-1-1 0 0,0 0 1 0 0,1 1-1 0 0,-1-1 1 0 0,0 0-1 0 0,0 1 0 0 0,1-1 1 0 0,-1 0-1 0 0,0 0 1 0 0,0 0-1 0 0,1 1 0 0 0,-1-1 1 0 0,0 0-1 0 0,1 0 1 0 0,-1 0-1 0 0,0 1 0 0 0,1-1 1 0 0,-1 0-1 0 0,0 0 1 0 0,1 0-1 0 0,-1 0 0 0 0,0 0 1 0 0,1 0-1 0 0,-1 0 1 0 0,0 0-1 0 0,1 0 0 0 0,-1 0 1 0 0,1 0-1 0 0,-1 0 1 0 0,1 0-1 0 0,17 0 114 0 0,1-2-724 0 0,1-1-1 0 0,-2-1 0 0 0,26-8 0 0 0,57-26-10225 0 0,-68 25 3062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2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61 1336 0 0,'1'-1'3790'0'0,"-2"-14"1523"0"0,1 12-4698 0 0,-1 0 373 0 0,1 0 0 0 0,-1 0-1 0 0,1 0 1 0 0,0 0 0 0 0,0 0 0 0 0,0 0 0 0 0,0 1 0 0 0,1-1 0 0 0,-1 0 0 0 0,2-5 0 0 0,-1 7-933 0 0,0 1 0 0 0,0-1 0 0 0,1 1 0 0 0,-1-1-1 0 0,0 1 1 0 0,0-1 0 0 0,0 1 0 0 0,0 0 0 0 0,1 0 0 0 0,-1 0-1 0 0,0 0 1 0 0,0 0 0 0 0,0 0 0 0 0,1 0 0 0 0,-1 0 0 0 0,0 0-1 0 0,0 0 1 0 0,0 0 0 0 0,2 1 0 0 0,21 5 270 0 0,-20-4-303 0 0,-1-1-1 0 0,1 1 1 0 0,0 0 0 0 0,-1 0-1 0 0,1 0 1 0 0,-1 0 0 0 0,1 1 0 0 0,-1-1-1 0 0,0 1 1 0 0,0 0 0 0 0,0 0-1 0 0,0 0 1 0 0,-1 0 0 0 0,1 0 0 0 0,-1 1-1 0 0,3 5 1 0 0,-3-4 60 0 0,0 0-1 0 0,-1 0 1 0 0,0 0 0 0 0,0 0-1 0 0,0 0 1 0 0,-1 0 0 0 0,1 1-1 0 0,-1-1 1 0 0,0 0-1 0 0,-1 0 1 0 0,-1 9 0 0 0,-1 0 151 0 0,-1 0-1 0 0,-1 0 1 0 0,0-1 0 0 0,-1 1-1 0 0,-1-1 1 0 0,0 0 0 0 0,0-1 0 0 0,-12 15-1 0 0,-37 56 691 0 0,55-81-835 0 0,1-2-78 0 0,0 1-1 0 0,0-1 1 0 0,1 1-1 0 0,-1-1 1 0 0,0 1-1 0 0,0-1 1 0 0,1 1-1 0 0,-1-1 1 0 0,0 1-1 0 0,0-1 1 0 0,1 0-1 0 0,-1 1 1 0 0,0-1-1 0 0,1 1 1 0 0,-1-1-1 0 0,1 0 1 0 0,-1 1-1 0 0,1-1 0 0 0,-1 0 1 0 0,1 0-1 0 0,-1 1 1 0 0,0-1-1 0 0,1 0 1 0 0,-1 0-1 0 0,1 0 1 0 0,-1 0-1 0 0,1 0 1 0 0,0 0-1 0 0,-1 1 1 0 0,1-1-1 0 0,-1 0 1 0 0,1-1-1 0 0,17 1 57 0 0,-18 0-67 0 0,45-6-1053 0 0,-1-2 1 0 0,58-18-1 0 0,-20 5-1619 0 0,-24 7 564 0 0,108-29-8218 0 0,-111 23 2826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3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51 892 0 0,'-9'-29'12964'0'0,"3"7"-5192"0"0,3 39-7191 0 0,3 25 412 0 0,7 62 0 0 0,-1-40-523 0 0,3 65 191 0 0,20 352 474 0 0,-32 4-836 0 0,-52 94-2432 0 0,7-194-3781 0 0,23-188-459 0 0,6-44-3563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9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32 596 0 0,'4'-10'6196'0'0,"2"-11"-338"0"0,-7 33-5630 0 0,1-4-360 0 0,-16 524 1912 0 0,15-292-1469 0 0,-3-69-173 0 0,-1 209 92 0 0,19 108 1166 0 0,-9 9 823 0 0,-5-475-2030 0 0,-1-4 472 0 0,2-1 1 0 0,2 21-1 0 0,-3-37-408 0 0,0 10 444 0 0,1 2 1074 0 0,0-10-368 0 0,1-11-2731 0 0,-1 1 772 0 0,3-26-12805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38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53 452 0 0,'49'-48'11516'0'0,"-48"47"-11083"0"0,9-3 435 0 0,-10 6-826 0 0,1 0 1 0 0,0 0-1 0 0,-1 0 0 0 0,1 0 0 0 0,-1 0 0 0 0,0 1 1 0 0,0-1-1 0 0,0 0 0 0 0,0 0 0 0 0,0 0 0 0 0,0 0 0 0 0,-1 0 1 0 0,1 0-1 0 0,-1 0 0 0 0,-1 4 0 0 0,-12 34 129 0 0,-11 18-210 0 0,-16 39-1764 0 0,14-32-3027 0 0,13-31-209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38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67 1444 0 0,'20'-66'13143'0'0,"-24"90"-12547"0"0,-9 95-177 0 0,-10 107 180 0 0,2 690 2803 0 0,21-566-2528 0 0,-1-244-743 0 0,-8 426 546 0 0,-33-1-245 0 0,37-482-685 0 0,1-12-2565 0 0,1-11-5143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39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450 253 136 0 0,'7'-10'1131'0'0,"0"0"0"0"0,-1 0 1 0 0,0-1-1 0 0,-1 0 0 0 0,0 0 0 0 0,-1 0 0 0 0,0-1 1 0 0,0 0-1 0 0,1-11 0 0 0,-4 18-981 0 0,-1 0 1 0 0,0 1-1 0 0,0-1 1 0 0,0 0-1 0 0,0 1 1 0 0,-1-1-1 0 0,0 1 0 0 0,0-1 1 0 0,0 1-1 0 0,0-1 1 0 0,-1 1-1 0 0,1 0 0 0 0,-1-1 1 0 0,-1 1-1 0 0,1 0 1 0 0,0 0-1 0 0,-1 1 1 0 0,0-1-1 0 0,0 0 0 0 0,0 1 1 0 0,0 0-1 0 0,0-1 1 0 0,-1 1-1 0 0,0 1 1 0 0,1-1-1 0 0,-7-3 0 0 0,4 3-114 0 0,1 0 0 0 0,-1 0 0 0 0,0 1 0 0 0,1 0 0 0 0,-1 0 0 0 0,0 0 0 0 0,-1 1 0 0 0,1 0-1 0 0,0 0 1 0 0,0 1 0 0 0,0-1 0 0 0,-9 2 0 0 0,6 0-14 0 0,0 0-1 0 0,-1 1 1 0 0,1 0 0 0 0,0 1 0 0 0,0 0-1 0 0,1 1 1 0 0,-13 6 0 0 0,1 2 6 0 0,0 1 1 0 0,1 1-1 0 0,0 1 1 0 0,1 0-1 0 0,-26 30 1 0 0,26-24-10 0 0,1 1 0 0 0,0 0 0 0 0,-23 44 0 0 0,32-52-8 0 0,2 1-1 0 0,-1 0 1 0 0,2 1-1 0 0,0-1 1 0 0,0 1-1 0 0,2 0 0 0 0,-3 29 1 0 0,5-38 8 0 0,1 1 0 0 0,1-1 0 0 0,0 1 0 0 0,3 14 0 0 0,-4-20-12 0 0,0 0 0 0 0,1 0 0 0 0,-1-1 0 0 0,1 1 1 0 0,0 0-1 0 0,-1 0 0 0 0,1-1 0 0 0,0 1 0 0 0,0 0 0 0 0,0-1 0 0 0,0 1 0 0 0,0-1 0 0 0,1 0 0 0 0,-1 1 1 0 0,0-1-1 0 0,1 0 0 0 0,-1 0 0 0 0,1 1 0 0 0,-1-1 0 0 0,1 0 0 0 0,-1-1 0 0 0,1 1 0 0 0,0 0 0 0 0,0 0 1 0 0,-1-1-1 0 0,1 1 0 0 0,2 0 0 0 0,2-1 6 0 0,-1-1 1 0 0,1 1-1 0 0,0-1 1 0 0,-1 0-1 0 0,1-1 1 0 0,0 1-1 0 0,-1-1 0 0 0,0 0 1 0 0,1 0-1 0 0,-1-1 1 0 0,0 1-1 0 0,0-1 1 0 0,0 0-1 0 0,-1-1 1 0 0,1 1-1 0 0,-1-1 0 0 0,0 0 1 0 0,4-5-1 0 0,11-12 226 0 0,0-1 0 0 0,21-36 0 0 0,-16 23 352 0 0,38-57 1245 0 0,-62 91-1834 0 0,0 1 0 0 0,0 0 0 0 0,0 0 0 0 0,0-1 0 0 0,1 1 0 0 0,-1 0 0 0 0,0 0 1 0 0,0-1-1 0 0,0 1 0 0 0,0 0 0 0 0,0 0 0 0 0,1-1 0 0 0,-1 1 0 0 0,0 0 0 0 0,0 0 0 0 0,0 0 0 0 0,1 0 0 0 0,-1-1 0 0 0,0 1 1 0 0,0 0-1 0 0,0 0 0 0 0,1 0 0 0 0,-1 0 0 0 0,0 0 0 0 0,0 0 0 0 0,1-1 0 0 0,-1 1 0 0 0,0 0 0 0 0,1 0 0 0 0,-1 0 0 0 0,0 0 1 0 0,0 0-1 0 0,1 0 0 0 0,-1 0 0 0 0,0 0 0 0 0,0 0 0 0 0,1 0 0 0 0,-1 0 0 0 0,0 1 0 0 0,1-1 0 0 0,-1 0 0 0 0,0 0 0 0 0,0 0 1 0 0,1 0-1 0 0,-1 0 0 0 0,0 0 0 0 0,0 1 0 0 0,0-1 0 0 0,1 0 0 0 0,-1 0 0 0 0,7 19 40 0 0,-2 23-19 0 0,-4 74 2 0 0,2 29-270 0 0,-1-122-1961 0 0,11 48 1 0 0,-12-68 1503 0 0,0 1 0 0 0,0-1 0 0 0,1 1 0 0 0,-1-1 0 0 0,1 0 0 0 0,0 0 0 0 0,-1 0 0 0 0,2 0 0 0 0,-1 0 0 0 0,4 5 0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39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1 123 1428 0 0,'12'-18'3076'0'0,"0"2"350"0"0,0-1 0 0 0,-2 0 0 0 0,11-22 0 0 0,-20 37-3241 0 0,-1 1 1 0 0,1 0-1 0 0,0-1 1 0 0,0 1-1 0 0,1 0 1 0 0,-1-1-1 0 0,0 1 1 0 0,0 0-1 0 0,0 0 1 0 0,2-1 0 0 0,4 1 950 0 0,-7 11-306 0 0,-48 208 404 0 0,38-156-4745 0 0,8-22-3707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0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2920 0 0,'13'-25'4878'0'0,"-7"12"-2343"0"0,1 0 0 0 0,14-20 1 0 0,-19 31-2346 0 0,1-1 0 0 0,-1 0 1 0 0,1 1-1 0 0,-1-1 0 0 0,1 1 0 0 0,0-1 0 0 0,0 1 0 0 0,0 0 1 0 0,0 1-1 0 0,0-1 0 0 0,0 0 0 0 0,0 1 0 0 0,1 0 1 0 0,-1-1-1 0 0,7 0 0 0 0,-7 1-125 0 0,0 1-1 0 0,0-1 1 0 0,0 1-1 0 0,1 0 1 0 0,-1 0-1 0 0,0 0 1 0 0,0 0-1 0 0,0 1 1 0 0,0-1-1 0 0,1 1 1 0 0,-1 0 0 0 0,0 0-1 0 0,0 0 1 0 0,0 0-1 0 0,0 1 1 0 0,-1-1-1 0 0,1 1 1 0 0,0 0-1 0 0,-1-1 1 0 0,1 1-1 0 0,-1 0 1 0 0,1 1 0 0 0,-1-1-1 0 0,0 0 1 0 0,0 1-1 0 0,0-1 1 0 0,0 1-1 0 0,0 0 1 0 0,1 3-1 0 0,-1-1 98 0 0,0 0 0 0 0,-1 0 0 0 0,1 1 0 0 0,-1-1-1 0 0,0 1 1 0 0,0-1 0 0 0,-1 1 0 0 0,0-1 0 0 0,0 1-1 0 0,0-1 1 0 0,-1 1 0 0 0,0-1 0 0 0,0 1-1 0 0,0-1 1 0 0,-3 10 0 0 0,-10 16 352 0 0,-1-1 0 0 0,-27 42 0 0 0,24-43-336 0 0,17-27-144 0 0,4 1 55 0 0,-3-3-87 0 0,0 1-1 0 0,0-1 0 0 0,0 0 0 0 0,0 0 0 0 0,0 1 1 0 0,0-1-1 0 0,0 0 0 0 0,0 0 0 0 0,0 0 1 0 0,1 1-1 0 0,-1-1 0 0 0,0 0 0 0 0,0 0 0 0 0,0 0 1 0 0,0 1-1 0 0,0-1 0 0 0,1 0 0 0 0,-1 0 0 0 0,0 0 1 0 0,0 0-1 0 0,0 0 0 0 0,1 1 0 0 0,-1-1 0 0 0,0 0 1 0 0,0 0-1 0 0,0 0 0 0 0,1 0 0 0 0,-1 0 0 0 0,0 0 1 0 0,0 0-1 0 0,1 0 0 0 0,-1 0 0 0 0,0 0 0 0 0,0 0 1 0 0,1 0-1 0 0,-1 0 0 0 0,0 0 0 0 0,0 0 1 0 0,1 0-1 0 0,-1 0 0 0 0,50-7-2107 0 0,-1-3 0 0 0,63-21 1 0 0,-66 18 538 0 0,70-21-5782 0 0,-57 16 121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0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392 116 1824 0 0,'1'-7'1172'0'0,"0"1"0"0"0,0-1 0 0 0,-1 0 0 0 0,0 1 0 0 0,0-1 0 0 0,-1 0 0 0 0,0 1 0 0 0,0-1 0 0 0,0 1-1 0 0,-3-8 1 0 0,3 11-1062 0 0,0 1-1 0 0,0 0 0 0 0,0 0 0 0 0,-1 0 1 0 0,1 0-1 0 0,-1 0 0 0 0,1 0 0 0 0,-1 0 1 0 0,0 1-1 0 0,1-1 0 0 0,-1 1 0 0 0,0-1 0 0 0,0 1 1 0 0,0 0-1 0 0,0-1 0 0 0,0 1 0 0 0,-1 0 1 0 0,1 0-1 0 0,0 0 0 0 0,0 1 0 0 0,-1-1 1 0 0,1 1-1 0 0,0-1 0 0 0,-1 1 0 0 0,1 0 1 0 0,-1 0-1 0 0,1 0 0 0 0,0 0 0 0 0,-1 0 1 0 0,1 0-1 0 0,-4 2 0 0 0,-8 1 16 0 0,1 0 0 0 0,0 1 0 0 0,1 0 0 0 0,-1 2-1 0 0,1-1 1 0 0,0 1 0 0 0,0 1 0 0 0,-11 8 0 0 0,-1 2 24 0 0,1 2 1 0 0,-33 33-1 0 0,42-37-99 0 0,1 0 1 0 0,0 0-1 0 0,-18 31 1 0 0,28-41-34 0 0,0 1 0 0 0,0-1 1 0 0,0 1-1 0 0,1 0 1 0 0,0 0-1 0 0,0 0 1 0 0,1 0-1 0 0,-1 0 1 0 0,2 0-1 0 0,-1 0 0 0 0,0 0 1 0 0,1 0-1 0 0,0 1 1 0 0,1-1-1 0 0,-1 0 1 0 0,3 9-1 0 0,-2-13-8 0 0,0 1 0 0 0,-1-1-1 0 0,2 0 1 0 0,-1 1 0 0 0,0-1-1 0 0,0 0 1 0 0,1 0 0 0 0,-1 1 0 0 0,1-1-1 0 0,0 0 1 0 0,0-1 0 0 0,-1 1-1 0 0,1 0 1 0 0,0 0 0 0 0,1-1 0 0 0,3 3-1 0 0,-2-2 4 0 0,0-1-1 0 0,0 1 0 0 0,0-1 0 0 0,1 0 1 0 0,-1 0-1 0 0,0 0 0 0 0,1 0 0 0 0,-1-1 1 0 0,6 0-1 0 0,0 0 6 0 0,0-1 1 0 0,0 0-1 0 0,0-1 1 0 0,0 0-1 0 0,0-1 0 0 0,0 0 1 0 0,-1 0-1 0 0,10-6 1 0 0,0-2-6 0 0,-1 0 1 0 0,0-2 0 0 0,-1 0 0 0 0,0-1 0 0 0,24-26-1 0 0,66-90 978 0 0,-63 73 106 0 0,-43 56-1091 0 0,0 0 0 0 0,0 0 1 0 0,0-1-1 0 0,0 1 0 0 0,1 0 1 0 0,-1 0-1 0 0,0 0 0 0 0,0 0 1 0 0,1 1-1 0 0,-1-1 0 0 0,2-1 1 0 0,-2 2-3 0 0,-1 0 1 0 0,0 0-1 0 0,1 0 1 0 0,-1 0-1 0 0,1 0 1 0 0,-1 0-1 0 0,1 0 0 0 0,-1 0 1 0 0,1 0-1 0 0,-1 0 1 0 0,0 0-1 0 0,1 0 1 0 0,-1 0-1 0 0,1 0 1 0 0,-1 1-1 0 0,1-1 0 0 0,-1 0 1 0 0,0 0-1 0 0,1 0 1 0 0,-1 1-1 0 0,1-1 1 0 0,-1 0-1 0 0,0 0 1 0 0,1 1-1 0 0,0 1 5 0 0,1 0 0 0 0,-1 0-1 0 0,0 0 1 0 0,-1 0 0 0 0,1 0 0 0 0,0 0-1 0 0,-1 0 1 0 0,1 0 0 0 0,-1 0 0 0 0,1 1-1 0 0,-1-1 1 0 0,0 0 0 0 0,0 4-1 0 0,-2 79-1018 0 0,-1-48-272 0 0,2 0-1 0 0,2 0 1 0 0,10 65 0 0 0,0-68-6015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89 2748 0 0,'38'-59'14290'0'0,"-24"36"-11137"0"0,-13 22-2770 0 0,-1 1-330 0 0,0-1 0 0 0,0 1 0 0 0,1-1 0 0 0,-1 1 0 0 0,0 0 0 0 0,1-1 0 0 0,-1 1 0 0 0,0 0 0 0 0,1-1 0 0 0,-1 1 0 0 0,0 0 0 0 0,1 0 0 0 0,-1-1 0 0 0,0 1 0 0 0,1 0 0 0 0,-1 0 0 0 0,1 0 0 0 0,-1 0 0 0 0,2-1 0 0 0,-1 4 43 0 0,1 0 1 0 0,-1-1-1 0 0,1 1 1 0 0,-1 0-1 0 0,0 0 0 0 0,0 0 1 0 0,0 0-1 0 0,-1 0 1 0 0,1 0-1 0 0,-1 0 0 0 0,1 0 1 0 0,-1 0-1 0 0,0 0 1 0 0,0 4-1 0 0,-5 53 289 0 0,3-46-240 0 0,-1 12-481 0 0,-3 39-1833 0 0,8-34-2195 0 0,8-4-3921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1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83 174 932 0 0,'3'-6'1608'0'0,"32"-54"8049"0"0,-27 47-8178 0 0,1 1-1 0 0,15-17 1 0 0,-20 24-1352 0 0,1 1 0 0 0,0-1 0 0 0,0 1 0 0 0,0 0 1 0 0,1 0-1 0 0,-1 0 0 0 0,1 1 0 0 0,0-1 0 0 0,0 2 0 0 0,0-1 0 0 0,1 1 0 0 0,-1-1 0 0 0,0 2 1 0 0,1-1-1 0 0,0 1 0 0 0,-1 0 0 0 0,12 0 0 0 0,-16 1-116 0 0,-1 0 0 0 0,1-1 0 0 0,0 2 0 0 0,0-1 0 0 0,0 0-1 0 0,-1 0 1 0 0,1 0 0 0 0,0 1 0 0 0,0-1 0 0 0,-1 1 0 0 0,1-1 0 0 0,0 1 0 0 0,-1 0-1 0 0,1 0 1 0 0,0 0 0 0 0,-1 0 0 0 0,1 0 0 0 0,-1 0 0 0 0,0 0 0 0 0,1 0 0 0 0,-1 0 0 0 0,0 1-1 0 0,0-1 1 0 0,1 1 0 0 0,-1-1 0 0 0,0 1 0 0 0,-1-1 0 0 0,1 1 0 0 0,0 0 0 0 0,0-1 0 0 0,-1 1-1 0 0,1 0 1 0 0,-1-1 0 0 0,1 1 0 0 0,-1 0 0 0 0,0 0 0 0 0,0 0 0 0 0,0-1 0 0 0,0 5-1 0 0,0 1 22 0 0,-1-1 0 0 0,0 1 0 0 0,-1 0 0 0 0,1-1 0 0 0,-1 1 0 0 0,0-1 0 0 0,-1 1 0 0 0,-5 9 0 0 0,-33 50 404 0 0,21-39 2660 0 0,20-26-3026 0 0,1 0 0 0 0,-1 0-1 0 0,0-1 1 0 0,0 1 0 0 0,1 0-1 0 0,-1-1 1 0 0,1 1 0 0 0,-1 0-1 0 0,1-1 1 0 0,-1 1 0 0 0,1-1 0 0 0,-1 1-1 0 0,1 0 1 0 0,-1-1 0 0 0,1 1-1 0 0,-1-1 1 0 0,1 0 0 0 0,0 1-1 0 0,-1-1 1 0 0,1 0 0 0 0,0 1 0 0 0,0-1-1 0 0,-1 0 1 0 0,1 0 0 0 0,0 1-1 0 0,1-1 1 0 0,31 6 59 0 0,-9-2-61 0 0,-13 0-34 0 0,-1 0 0 0 0,1 1 0 0 0,-1 0 1 0 0,0 0-1 0 0,0 1 0 0 0,-1 0 0 0 0,0 1 0 0 0,0 0 0 0 0,0 1 0 0 0,-1 0 1 0 0,0 0-1 0 0,-1 0 0 0 0,10 15 0 0 0,-16-22-25 0 0,-1 1 0 0 0,1-1 0 0 0,-1 0 0 0 0,1 1 0 0 0,-1-1 0 0 0,0 1 1 0 0,1-1-1 0 0,-1 1 0 0 0,0-1 0 0 0,0 0 0 0 0,0 1 0 0 0,0-1 0 0 0,-1 1 0 0 0,1-1 0 0 0,0 0 0 0 0,0 1 0 0 0,-1-1 0 0 0,1 1 0 0 0,-1-1 1 0 0,1 0-1 0 0,-1 1 0 0 0,0-1 0 0 0,0 0 0 0 0,0 2 0 0 0,-23 27 177 0 0,14-20-414 0 0,-2 0 0 0 0,1-1 0 0 0,-2 0 0 0 0,1-1 0 0 0,-1-1 0 0 0,0 0-1 0 0,0 0 1 0 0,-1-2 0 0 0,0 1 0 0 0,0-2 0 0 0,-15 4 0 0 0,-14 1-3926 0 0,0-2 1 0 0,-64 2 0 0 0,40-6-4392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2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20 2028 0 0,'1'-13'10562'0'0,"-1"13"-10492"0"0,0 0 1 0 0,0 0-1 0 0,1 0 1 0 0,-1-1-1 0 0,0 1 0 0 0,0 0 1 0 0,0 0-1 0 0,0 0 1 0 0,0-1-1 0 0,0 1 1 0 0,-1 0-1 0 0,1 0 0 0 0,0-1 1 0 0,0 1-1 0 0,0 0 1 0 0,0 0-1 0 0,0 0 1 0 0,0-1-1 0 0,0 1 0 0 0,0 0 1 0 0,0 0-1 0 0,-1-1 212 0 0,1 1-212 0 0,0 0 1 0 0,-1 0-1 0 0,1 0 1 0 0,0 0-1 0 0,0-1 1 0 0,0 1-1 0 0,0 0 0 0 0,-1 0 1 0 0,1 0-1 0 0,0 0 1 0 0,0 0-1 0 0,-1 0 1 0 0,1 0-1 0 0,0 0 0 0 0,0 0 1 0 0,0 0-1 0 0,-1 0 1 0 0,1 0-1 0 0,0 0 1 0 0,0 0-1 0 0,0 0 0 0 0,-1 0 1 0 0,-14 9 785 0 0,-15 18-947 0 0,29-25 229 0 0,-37 35 58 0 0,-42 57 1 0 0,69-79-180 0 0,0 0 1 0 0,1 1-1 0 0,1 0 0 0 0,1 1 0 0 0,0 0 1 0 0,1 0-1 0 0,-6 26 0 0 0,12-41-13 0 0,1-1 0 0 0,-1 0 0 0 0,1 1 0 0 0,0-1-1 0 0,0 1 1 0 0,-1-1 0 0 0,1 1 0 0 0,0-1 0 0 0,1 1 0 0 0,-1-1 0 0 0,0 1 0 0 0,0-1 0 0 0,1 1 0 0 0,-1-1-1 0 0,0 0 1 0 0,1 1 0 0 0,0-1 0 0 0,-1 0 0 0 0,1 1 0 0 0,0-1 0 0 0,1 2 0 0 0,-1-2-1 0 0,0-1 1 0 0,0 1 0 0 0,0-1-1 0 0,0 0 1 0 0,0 1 0 0 0,0-1-1 0 0,1 0 1 0 0,-1 0 0 0 0,0 0-1 0 0,0 0 1 0 0,0 0 0 0 0,0 0-1 0 0,0 0 1 0 0,1 0 0 0 0,-1 0-1 0 0,0-1 1 0 0,0 1 0 0 0,0 0-1 0 0,0-1 1 0 0,0 1 0 0 0,0-1-1 0 0,0 1 1 0 0,0-1 0 0 0,0 1-1 0 0,0-1 1 0 0,0 0 0 0 0,0 0-1 0 0,0 1 1 0 0,-1-1 0 0 0,2-1-1 0 0,9-9 152 0 0,-1-1 0 0 0,0-1-1 0 0,0 1 1 0 0,-1-1-1 0 0,-1-1 1 0 0,0 0 0 0 0,7-18-1 0 0,-7 16 332 0 0,-7 12-375 0 0,0 1-88 0 0,0 1 0 0 0,0-1 0 0 0,0 1 0 0 0,0 0 0 0 0,1 0 0 0 0,-1 0 0 0 0,1 0 0 0 0,-1 0 0 0 0,1 0 0 0 0,0 0 0 0 0,0 0 0 0 0,0 0 0 0 0,2-1 0 0 0,-2 5-20 0 0,-1 0 0 0 0,1 0 0 0 0,-1 0-1 0 0,0 1 1 0 0,0-1 0 0 0,1 0 0 0 0,0 4-1 0 0,-2-6-2 0 0,5 17 8 0 0,-1 0 0 0 0,0 1 0 0 0,-1-1-1 0 0,1 20 1 0 0,2 11 31 0 0,-5-43-92 0 0,3 20-228 0 0,13 44 1 0 0,-14-60-494 0 0,1-1 0 0 0,-1 1 1 0 0,7 8-1 0 0,-7-12-501 0 0,1 0 0 0 0,0 0 0 0 0,0 0 0 0 0,0-1 0 0 0,8 8 0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2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67 2068 0 0,'16'-36'11949'0'0,"-5"16"-8909"0"0,-10 19-2979 0 0,0 0 0 0 0,0 0 1 0 0,1 0-1 0 0,-1 0 0 0 0,0 0 1 0 0,1 1-1 0 0,-1-1 0 0 0,1 0 0 0 0,-1 1 1 0 0,1-1-1 0 0,-1 1 0 0 0,1-1 1 0 0,0 1-1 0 0,-1 0 0 0 0,1 0 0 0 0,-1 0 1 0 0,1 0-1 0 0,0 0 0 0 0,-1 0 1 0 0,1 0-1 0 0,-1 0 0 0 0,4 1 0 0 0,-2 0 23 0 0,-1-1-72 0 0,0 0-1 0 0,0 0 0 0 0,0 1 0 0 0,0-1 1 0 0,1 1-1 0 0,-1 0 0 0 0,0 0 1 0 0,0-1-1 0 0,0 1 0 0 0,0 1 0 0 0,-1-1 1 0 0,1 0-1 0 0,0 0 0 0 0,0 1 0 0 0,-1-1 1 0 0,1 1-1 0 0,0-1 0 0 0,-1 1 1 0 0,0 0-1 0 0,1-1 0 0 0,-1 1 0 0 0,0 0 1 0 0,0 0-1 0 0,0 0 0 0 0,0 0 1 0 0,0 0-1 0 0,-1 0 0 0 0,1 0 0 0 0,0 1 1 0 0,-1-1-1 0 0,1 4 0 0 0,-1 0 9 0 0,0 1 1 0 0,1-1-1 0 0,-2 1 0 0 0,1-1 1 0 0,-1 0-1 0 0,0 1 0 0 0,-1-1 1 0 0,1 0-1 0 0,-4 8 0 0 0,-10 15 168 0 0,-1 0 0 0 0,-1-2 0 0 0,-2 0 0 0 0,-1 0 0 0 0,-25 26 0 0 0,16-20-8 0 0,-13 17 133 0 0,40-49-249 0 0,4 0-53 0 0,-1 0 1 0 0,0-1 0 0 0,1 1 0 0 0,-1 0-1 0 0,1-1 1 0 0,-1 1 0 0 0,1-1 0 0 0,-1 1 0 0 0,1-1-1 0 0,-1 0 1 0 0,1 1 0 0 0,-1-1 0 0 0,1 0 0 0 0,0 0-1 0 0,-1 0 1 0 0,1 0 0 0 0,-1-1 0 0 0,1 1-1 0 0,-1 0 1 0 0,3-1 0 0 0,-3 0-9 0 0,54-8-950 0 0,-1-4 1 0 0,62-21-1 0 0,26-19-8177 0 0,-96 34 2443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3.1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61 1500 0 0,'0'-3'3164'0'0,"3"-43"9671"0"0,-1 42-12124 0 0,-2 4-691 0 0,0-1 0 0 0,0 1 0 0 0,0 0 0 0 0,0-1 0 0 0,0 1 0 0 0,0 0 0 0 0,0 0 0 0 0,0-1 0 0 0,0 1 0 0 0,0 0 0 0 0,0 0 0 0 0,0-1 0 0 0,0 1 0 0 0,1 0 0 0 0,-1 0 0 0 0,0-1 0 0 0,0 1 0 0 0,0 0 0 0 0,0 0 0 0 0,0-1 0 0 0,1 1 0 0 0,-1 0 0 0 0,0 0 0 0 0,0 0 0 0 0,0-1 0 0 0,1 1 0 0 0,-1 0 0 0 0,0 0 0 0 0,0 0 0 0 0,1 0 0 0 0,-1 0 0 0 0,0 0 0 0 0,0 0 0 0 0,1-1 0 0 0,-1 1 0 0 0,0 0 0 0 0,1 0 0 0 0,2 0 10 0 0,-1 0 1 0 0,1 1-1 0 0,0-1 0 0 0,0 0 1 0 0,0 1-1 0 0,-1 0 1 0 0,1-1-1 0 0,0 1 0 0 0,-1 0 1 0 0,1 0-1 0 0,-1 1 1 0 0,1-1-1 0 0,-1 1 0 0 0,0-1 1 0 0,0 1-1 0 0,1 0 1 0 0,-1-1-1 0 0,0 1 0 0 0,0 0 1 0 0,-1 0-1 0 0,1 1 1 0 0,0-1-1 0 0,-1 0 0 0 0,1 1 1 0 0,-1-1-1 0 0,0 1 1 0 0,0-1-1 0 0,0 1 0 0 0,0-1 1 0 0,0 1-1 0 0,0 0 1 0 0,-1 0-1 0 0,1-1 0 0 0,-1 4 1 0 0,1 2 78 0 0,-1 1 0 0 0,0-1 1 0 0,0 1-1 0 0,-1-1 0 0 0,0 1 0 0 0,0-1 0 0 0,-1 0 1 0 0,0 0-1 0 0,0 0 0 0 0,-7 14 0 0 0,-15 21 460 0 0,-2 0 0 0 0,-48 59 0 0 0,53-74-380 0 0,12-13-28 0 0,9-14-152 0 0,0-1 0 0 0,0 1 0 0 0,0 0 0 0 0,0-1 0 0 0,0 1 0 0 0,0 0-1 0 0,0-1 1 0 0,0 1 0 0 0,1 0 0 0 0,-1-1 0 0 0,0 1 0 0 0,0-1 0 0 0,1 1 0 0 0,-1 0 0 0 0,0-1 0 0 0,1 1 0 0 0,-1-1 0 0 0,1 1-1 0 0,5 1 27 0 0,219-32-1794 0 0,2-20-3653 0 0,-183 40 4054 0 0,53-14-3656 0 0,4-1-2535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3.6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460 94 2956 0 0,'-6'-10'6546'0'0,"-2"-7"-2514"0"0,5 10-2637 0 0,-1 0 1 0 0,0 0-1 0 0,0 0 0 0 0,-8-11 0 0 0,10 16-1316 0 0,0 0 0 0 0,0 1 0 0 0,0-1 0 0 0,0 0 0 0 0,-1 1-1 0 0,1-1 1 0 0,0 1 0 0 0,-1-1 0 0 0,1 1 0 0 0,-1 0 0 0 0,0 0-1 0 0,1 1 1 0 0,-1-1 0 0 0,0 0 0 0 0,1 1 0 0 0,-1-1 0 0 0,-4 1-1 0 0,-2 0-30 0 0,-1 1 1 0 0,1 0-1 0 0,-1 1 0 0 0,1 0 0 0 0,-1 0 0 0 0,1 1 0 0 0,0 0 0 0 0,0 1 1 0 0,-16 8-1 0 0,3 1-8 0 0,0 1 1 0 0,-28 24 0 0 0,26-19-12 0 0,1 2 0 0 0,-31 37 0 0 0,46-48-26 0 0,0 0 1 0 0,1 1-1 0 0,0-1 0 0 0,1 1 0 0 0,0 1 1 0 0,1-1-1 0 0,0 1 0 0 0,-7 24 0 0 0,12-33-1 0 0,-1 0 0 0 0,1 0 0 0 0,-1-1 0 0 0,1 1 0 0 0,0 0 0 0 0,0 0 0 0 0,0 0 0 0 0,0-1-1 0 0,1 1 1 0 0,-1 0 0 0 0,1 0 0 0 0,0-1 0 0 0,0 1 0 0 0,0-1 0 0 0,0 1 0 0 0,0 0 0 0 0,0-1 0 0 0,1 0-1 0 0,2 4 1 0 0,-1-3 4 0 0,0 0 1 0 0,0 0-1 0 0,0-1 0 0 0,1 1 0 0 0,-1-1 0 0 0,1 0 0 0 0,-1 0 0 0 0,1-1 0 0 0,0 1 0 0 0,0-1 0 0 0,0 1 1 0 0,4 0-1 0 0,5 0 14 0 0,0 0 0 0 0,0-1 0 0 0,0 0 0 0 0,0-1 0 0 0,0 0 0 0 0,0-1 0 0 0,18-4 0 0 0,-16 1-9 0 0,0 0 0 0 0,-1-1-1 0 0,1-1 1 0 0,-1 0-1 0 0,-1-1 1 0 0,1 0 0 0 0,-1-1-1 0 0,0-1 1 0 0,21-18-1 0 0,-1-5 32 0 0,56-69-1 0 0,-27 27 22 0 0,-56 67-49 0 0,-5 6-23 0 0,-1 0-1 0 0,1 0 1 0 0,-1 0-1 0 0,1 0 1 0 0,-1 1-1 0 0,1-1 1 0 0,0 0-1 0 0,-1 0 1 0 0,1 1-1 0 0,0-1 1 0 0,0 1-1 0 0,-1-1 1 0 0,1 1-1 0 0,0-1 1 0 0,0 1-1 0 0,0-1 1 0 0,0 1-1 0 0,0 0 0 0 0,0-1 1 0 0,-1 1-1 0 0,1 0 1 0 0,0 0-1 0 0,0 0 1 0 0,2 0-1 0 0,-3 1 10 0 0,1 0 0 0 0,-1 0-1 0 0,1 0 1 0 0,-1 1-1 0 0,0-1 1 0 0,0 0-1 0 0,0 1 1 0 0,0-1-1 0 0,0 0 1 0 0,0 0-1 0 0,0 1 1 0 0,0 0-1 0 0,-2 34 38 0 0,-8 50-1 0 0,-2 19-989 0 0,15-19-2736 0 0,6-30-5411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4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86 136 0 0,'24'-40'12629'0'0,"-6"9"-8101"0"0,-16 29-4453 0 0,-1 1 0 0 0,0 0 0 0 0,0 0 0 0 0,1 0 0 0 0,-1 0 0 0 0,1 0 0 0 0,-1 0 0 0 0,1 0 0 0 0,-1 0 0 0 0,1 1-1 0 0,-1-1 1 0 0,1 1 0 0 0,0-1 0 0 0,-1 1 0 0 0,1-1 0 0 0,0 1 0 0 0,0 0 0 0 0,-1 0 0 0 0,4 0 0 0 0,25 4 229 0 0,-28-4-259 0 0,1 1-31 0 0,-1-1-1 0 0,0 1 0 0 0,0 0 1 0 0,0 0-1 0 0,0 0 1 0 0,0 0-1 0 0,0 0 1 0 0,0 0-1 0 0,0 0 1 0 0,0 1-1 0 0,0-1 0 0 0,-1 1 1 0 0,1-1-1 0 0,0 1 1 0 0,-1 0-1 0 0,0 0 1 0 0,1-1-1 0 0,-1 1 1 0 0,0 0-1 0 0,2 4 0 0 0,-2-3 38 0 0,1 1 0 0 0,-1 0 0 0 0,0 0 0 0 0,0-1 0 0 0,0 1-1 0 0,-1 0 1 0 0,0 0 0 0 0,1 0 0 0 0,-1 0 0 0 0,-1 5 0 0 0,-2 1 157 0 0,1-1 0 0 0,-2 1 1 0 0,1-1-1 0 0,-1 0 0 0 0,-1 0 1 0 0,0 0-1 0 0,0-1 1 0 0,-1 1-1 0 0,0-1 0 0 0,-8 8 1 0 0,-19 30 664 0 0,5-5 3 0 0,27-39-760 0 0,2 0 51 0 0,-1-1-162 0 0,0-1-1 0 0,0 0 1 0 0,0 0 0 0 0,0 0 0 0 0,0 1-1 0 0,0-1 1 0 0,0 0 0 0 0,0 0 0 0 0,0 0-1 0 0,0 1 1 0 0,0-1 0 0 0,0 0 0 0 0,0 0-1 0 0,0 0 1 0 0,0 1 0 0 0,0-1 0 0 0,0 0-1 0 0,0 0 1 0 0,0 0 0 0 0,0 0 0 0 0,0 1-1 0 0,1-1 1 0 0,-1 0 0 0 0,0 0 0 0 0,0 0-1 0 0,0 0 1 0 0,0 1 0 0 0,0-1 0 0 0,1 0-1 0 0,-1 0 1 0 0,0 0 0 0 0,0 0 0 0 0,0 0 0 0 0,0 0-1 0 0,1 0 1 0 0,-1 0 0 0 0,0 0 0 0 0,1 1-1 0 0,14-1-42 0 0,0 0-1 0 0,0-1 0 0 0,0 0 1 0 0,0-1-1 0 0,-1-1 0 0 0,1 0 1 0 0,0-1-1 0 0,20-9 0 0 0,5-4-4033 0 0,65-37 0 0 0,-71 35-1288 0 0,-4 0-2876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4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77 1332 0 0,'-13'-25'11475'0'0,"3"3"-4866"0"0,9 21-6014 0 0,-5-13 1469 0 0,6 13-2027 0 0,0 1 0 0 0,-1-1 0 0 0,1 1 0 0 0,0 0 0 0 0,-1-1 0 0 0,1 1 0 0 0,0-1 1 0 0,0 1-1 0 0,0 0 0 0 0,0-1 0 0 0,0 1 0 0 0,-1-1 0 0 0,1 1 0 0 0,0-1 0 0 0,0 1 0 0 0,0-1 0 0 0,0 1 0 0 0,0-1 0 0 0,0 1 0 0 0,0-1 0 0 0,0 1 1 0 0,1 0-1 0 0,-1-1 0 0 0,0 1 0 0 0,0-1 0 0 0,0 1 0 0 0,0-1 0 0 0,1 1 0 0 0,-1 0 0 0 0,1-1 0 0 0,12 1-28 0 0,1 1-1 0 0,-1 1 1 0 0,1 0 0 0 0,-1 1-1 0 0,0 1 1 0 0,0 0 0 0 0,0 0-1 0 0,14 8 1 0 0,-26-11-8 0 0,0 0-1 0 0,1 0 1 0 0,-1 0-1 0 0,0 0 1 0 0,0 0-1 0 0,0 0 1 0 0,0 0-1 0 0,0 0 0 0 0,0 1 1 0 0,0-1-1 0 0,0 0 1 0 0,-1 1-1 0 0,1-1 1 0 0,0 1-1 0 0,-1-1 1 0 0,1 1-1 0 0,-1-1 1 0 0,0 1-1 0 0,1 0 1 0 0,-1-1-1 0 0,0 1 1 0 0,0-1-1 0 0,0 1 1 0 0,0-1-1 0 0,0 1 1 0 0,0 0-1 0 0,-1 1 1 0 0,-1 4 3 0 0,0-1 0 0 0,0 1 1 0 0,-1-1-1 0 0,-4 11 0 0 0,6-16-3 0 0,-8 16 30 0 0,-1-1-1 0 0,-1 0 1 0 0,-14 16-1 0 0,8-3 987 0 0,16-29-787 0 0,-1 5 8 0 0,-1 2 87 0 0,3-7-311 0 0,1 1 0 0 0,-1-1 0 0 0,1 0 0 0 0,-1 1 0 0 0,0-1 0 0 0,1 0 0 0 0,-1 0 0 0 0,1 1 0 0 0,-1-1-1 0 0,1 0 1 0 0,-1 0 0 0 0,1 1 0 0 0,-1-1 0 0 0,1 0 0 0 0,-1 0 0 0 0,1 0 0 0 0,-1 0 0 0 0,1 0 0 0 0,-1 0 0 0 0,1 0-1 0 0,0 0 1 0 0,94 2 164 0 0,25 2-217 0 0,-118-4 48 0 0,0 1-42 0 0,0-1 33 0 0,-1 0 0 0 0,1 0 0 0 0,-1 1 0 0 0,1-1 1 0 0,-1 0-1 0 0,1 1 0 0 0,-1 0 0 0 0,1-1 1 0 0,-1 1-1 0 0,0 0 0 0 0,1 0 0 0 0,-1 0 0 0 0,0 0 1 0 0,0 0-1 0 0,0 0 0 0 0,1 0 0 0 0,-1 0 1 0 0,0 0-1 0 0,1 2 0 0 0,-1-1 55 0 0,1 2-60 0 0,0-1 1 0 0,0 1 0 0 0,-1 0 0 0 0,1 0-1 0 0,-1 0 1 0 0,1 7 0 0 0,0-5 53 0 0,-1-1-1 0 0,0 1 1 0 0,-1 0 0 0 0,1 0 0 0 0,-1 0 0 0 0,0 0 0 0 0,-1 0 0 0 0,1 0 0 0 0,-1 0-1 0 0,0 0 1 0 0,-1 0 0 0 0,1-1 0 0 0,-1 1 0 0 0,0 0 0 0 0,-1-1 0 0 0,0 0 0 0 0,1 1 0 0 0,-1-1-1 0 0,-1 0 1 0 0,1 0 0 0 0,-1-1 0 0 0,0 1 0 0 0,0-1 0 0 0,0 0 0 0 0,-1 0 0 0 0,0 0-1 0 0,1-1 1 0 0,-1 1 0 0 0,0-1 0 0 0,-1 0 0 0 0,-7 3 0 0 0,-16 6 159 0 0,-1-1 0 0 0,0-2 1 0 0,-56 10-1 0 0,69-16-962 0 0,-1-2 0 0 0,-24-1-1 0 0,37 0-2 0 0,0-1-1 0 0,-1 1 0 0 0,1-1 0 0 0,0-1 0 0 0,-1 1 1 0 0,1-1-1 0 0,-10-4 0 0 0,-14-14-8063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5.4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2164 0 0,'20'-27'9949'0'0,"-5"3"-4540"0"0,-14 22-4869 0 0,4 0 373 0 0,-3 1-536 0 0,0 8-335 0 0,3 20 100 0 0,-1 1 0 0 0,-2 0-1 0 0,-3 54 1 0 0,1-6 187 0 0,3 5 101 0 0,19 358 930 0 0,33-2-587 0 0,0-159-254 0 0,64 431 314 0 0,-105-428-1221 0 0,-13-187-3716 0 0,-1 0-5675 0 0,0-75 2249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6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132 168 2380 0 0,'-10'-6'11403'0'0,"6"4"-10634"0"0,-10-3 4637 0 0,16 10-5956 0 0,1-4 565 0 0,0 1 0 0 0,0-1 0 0 0,0 0-1 0 0,0 0 1 0 0,1 0 0 0 0,-1 0 0 0 0,0-1-1 0 0,1 0 1 0 0,-1 1 0 0 0,1-1-1 0 0,5-1 1 0 0,-3 1 5 0 0,8 1 12 0 0,1-1 1 0 0,-1 0-1 0 0,0-1 0 0 0,0-1 0 0 0,0 0 1 0 0,0-1-1 0 0,16-6 0 0 0,-26 8-26 0 0,-1 0 0 0 0,0 0 0 0 0,0 0-1 0 0,0-1 1 0 0,0 1 0 0 0,0-1 0 0 0,-1 0 0 0 0,1 0-1 0 0,0 0 1 0 0,-1 0 0 0 0,1-1 0 0 0,-1 1-1 0 0,0 0 1 0 0,0-1 0 0 0,0 0 0 0 0,0 1 0 0 0,0-1-1 0 0,-1 0 1 0 0,1 0 0 0 0,-1 0 0 0 0,0 0-1 0 0,0 0 1 0 0,0-1 0 0 0,0 1 0 0 0,0 0 0 0 0,-1 0-1 0 0,1-1 1 0 0,-1 1 0 0 0,0 0 0 0 0,0-1-1 0 0,0 1 1 0 0,-1 0 0 0 0,1-1 0 0 0,-1 1 0 0 0,0 0-1 0 0,-1-4 1 0 0,1 4-9 0 0,1 0 0 0 0,-1 0 0 0 0,0 1 0 0 0,-1-1 0 0 0,1 1 0 0 0,0-1 0 0 0,-1 1 0 0 0,1-1 0 0 0,-1 1 0 0 0,0 0 0 0 0,0 0 0 0 0,0 0 0 0 0,0 0 0 0 0,0 0 0 0 0,0 0 0 0 0,-1 0 0 0 0,-4-2 0 0 0,4 3-4 0 0,-1-1-1 0 0,0 1 0 0 0,0 0 0 0 0,0 0 1 0 0,0 0-1 0 0,0 1 0 0 0,0-1 0 0 0,0 1 1 0 0,0 0-1 0 0,0 0 0 0 0,-6 2 0 0 0,0-1-2 0 0,-1 2-1 0 0,1 0 1 0 0,0 0-1 0 0,0 1 0 0 0,1 0 1 0 0,-1 0-1 0 0,1 1 1 0 0,0 1-1 0 0,-9 6 0 0 0,4 0 12 0 0,0 0 0 0 0,1 1 0 0 0,1 0-1 0 0,0 1 1 0 0,-16 24 0 0 0,20-26 7 0 0,2-1 0 0 0,-1 1-1 0 0,1 1 1 0 0,1-1 0 0 0,0 1 0 0 0,1 0 0 0 0,1 0 0 0 0,-3 17 0 0 0,5-24 1 0 0,0 0 1 0 0,1 0 0 0 0,0-1-1 0 0,0 1 1 0 0,1 0-1 0 0,0 0 1 0 0,0 0 0 0 0,0 0-1 0 0,1-1 1 0 0,-1 1-1 0 0,1-1 1 0 0,1 1 0 0 0,-1-1-1 0 0,1 0 1 0 0,0 0-1 0 0,0 0 1 0 0,0 0 0 0 0,8 8-1 0 0,-5-8-111 0 0,0 1-1 0 0,0-2 1 0 0,0 1-1 0 0,1-1 1 0 0,0 0-1 0 0,0 0 1 0 0,0 0-1 0 0,0-1 1 0 0,1-1-1 0 0,-1 1 1 0 0,1-1-1 0 0,-1 0 1 0 0,13 1-1 0 0,1-1-1037 0 0,0 0-1 0 0,23-2 1 0 0,14-8-4780 0 0,-18-2-982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6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0 173 340 0 0,'17'-57'6744'0'0,"20"-57"4421"0"0,-36 112-10867 0 0,0 16 742 0 0,-9 235 3748 0 0,4-92-3821 0 0,1-81-1182 0 0,3 1 0 0 0,3-1 0 0 0,14 80 0 0 0,-14-139-1349 0 0,11 32 1 0 0,0-19-1812 0 0,9-5-3637 0 0,-2-10-1552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208 119 2680 0 0,'7'-15'2603'0'0,"-1"6"-724"0"0,-1-1 1 0 0,0-1-1 0 0,-1 1 1 0 0,0-1-1 0 0,0 1 1 0 0,-1-1-1 0 0,3-21 1 0 0,-21 35-1091 0 0,5 2-433 0 0,0 0 1 0 0,1 1-1 0 0,-1 0 0 0 0,1 1 1 0 0,1 0-1 0 0,-1 1 0 0 0,1-1 1 0 0,-13 18-1 0 0,18-22-253 0 0,-21 24 729 0 0,1 1-1 0 0,-36 59 0 0 0,53-77-726 0 0,1 1 1 0 0,0-1-1 0 0,1 1 0 0 0,1 0 1 0 0,-5 19-1 0 0,7-23-63 0 0,0-1-1 0 0,1 1 1 0 0,0 0 0 0 0,0 0-1 0 0,0-1 1 0 0,1 1-1 0 0,0 0 1 0 0,0-1 0 0 0,1 1-1 0 0,4 11 1 0 0,-4-13-17 0 0,1 1 0 0 0,0-1 1 0 0,1 0-1 0 0,-1 0 0 0 0,1 0 0 0 0,0 0 1 0 0,0-1-1 0 0,0 0 0 0 0,1 0 0 0 0,0 0 1 0 0,0 0-1 0 0,0-1 0 0 0,0 1 0 0 0,0-1 1 0 0,0-1-1 0 0,1 1 0 0 0,0-1 0 0 0,-1 0 1 0 0,1 0-1 0 0,0 0 0 0 0,0-1 0 0 0,0 0 1 0 0,0 0-1 0 0,10-1 0 0 0,-2 1-327 0 0,0-1 0 0 0,0-1 0 0 0,0 0 0 0 0,0-1-1 0 0,0-1 1 0 0,0 0 0 0 0,-1-1 0 0 0,1 0 0 0 0,20-11 0 0 0,-18 7-747 0 0,0-1-1 0 0,-1 0 1 0 0,0-2 0 0 0,-1 1 0 0 0,22-23 0 0 0,-26 23-796 0 0,-1-1 0 0 0,0-1 0 0 0,0 1 1 0 0,8-19-1 0 0,1-5-5844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6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45 3120 0 0,'-70'-10'4153'0'0,"-99"-19"5302"0"0,124 24-7184 0 0,42 5-1968 0 0,8 0-40 0 0,298 30-2846 0 0,-119-9-5622 0 0,-115-15 1832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4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4588 0 0,'92'10'22436'0'0,"-64"-7"-20262"0"0,-2 0-7843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56.3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346 249 96 0 0,'5'-6'752'0'0,"-1"-1"1"0"0,0 0-1 0 0,0 0 1 0 0,0-1-1 0 0,-1 1 0 0 0,0-1 1 0 0,-1 1-1 0 0,1-1 0 0 0,-1 0 1 0 0,-1 0-1 0 0,0 0 1 0 0,1-16-1 0 0,-2 21-631 0 0,0-1 0 0 0,0 0 0 0 0,0 1 0 0 0,-1-1-1 0 0,0 1 1 0 0,1-1 0 0 0,-1 0 0 0 0,0 1 0 0 0,-1 0 0 0 0,1-1 0 0 0,0 1 0 0 0,-1 0 0 0 0,0 0-1 0 0,0-1 1 0 0,0 1 0 0 0,0 1 0 0 0,-1-1 0 0 0,1 0 0 0 0,-1 1 0 0 0,1-1 0 0 0,-1 1 0 0 0,0 0-1 0 0,0-1 1 0 0,0 1 0 0 0,0 1 0 0 0,0-1 0 0 0,-1 0 0 0 0,1 1 0 0 0,0 0 0 0 0,-7-2 0 0 0,3 2-86 0 0,0 0 1 0 0,0 0 0 0 0,0 1 0 0 0,0 0 0 0 0,-1 0 0 0 0,1 1-1 0 0,0 0 1 0 0,0 0 0 0 0,0 0 0 0 0,0 1 0 0 0,0 0 0 0 0,0 1-1 0 0,0-1 1 0 0,1 1 0 0 0,-1 1 0 0 0,1-1 0 0 0,0 1 0 0 0,0 0-1 0 0,-6 6 1 0 0,-6 6-18 0 0,0 1 0 0 0,2 0 0 0 0,0 1 0 0 0,-20 30 0 0 0,25-32-8 0 0,1 1 1 0 0,0 0 0 0 0,2 0 0 0 0,-12 30-1 0 0,17-39-4 0 0,1 0-1 0 0,0 0 0 0 0,0 0 1 0 0,0 0-1 0 0,1 0 0 0 0,1 0 1 0 0,-1 0-1 0 0,1 0 0 0 0,1 0 0 0 0,-1 0 1 0 0,1 0-1 0 0,1 0 0 0 0,3 14 1 0 0,-3-19-2 0 0,-1 0 1 0 0,1 0-1 0 0,-1 0 1 0 0,1 0-1 0 0,0-1 1 0 0,0 1-1 0 0,0 0 1 0 0,0-1 0 0 0,1 1-1 0 0,-1-1 1 0 0,1 0-1 0 0,-1 0 1 0 0,1 0-1 0 0,0 0 1 0 0,0 0-1 0 0,5 2 1 0 0,-2-2 0 0 0,0 0-1 0 0,0 0 1 0 0,0-1 0 0 0,0 0 0 0 0,1 0 0 0 0,-1 0-1 0 0,0-1 1 0 0,10 0 0 0 0,0-2 6 0 0,0-1 0 0 0,0 0 0 0 0,0 0 0 0 0,-1-2-1 0 0,0 0 1 0 0,20-10 0 0 0,-25 10-7 0 0,0 0 0 0 0,-1-1 0 0 0,0 0 0 0 0,0 0 0 0 0,-1-1-1 0 0,0-1 1 0 0,0 1 0 0 0,0-1 0 0 0,-1-1 0 0 0,0 1 0 0 0,7-14-1 0 0,-1-1 39 0 0,-2 0-1 0 0,0-1 1 0 0,12-43-1 0 0,-11 21 447 0 0,-11 44-427 0 0,-2 5-15 0 0,-3 14-6 0 0,1-5-22 0 0,1-1 0 0 0,0 1 0 0 0,1 0 0 0 0,0 0 0 0 0,1 0 0 0 0,0 0 0 0 0,1 0 0 0 0,0 0 0 0 0,1 0 0 0 0,4 14 0 0 0,-5-21-9 0 0,1-1 0 0 0,0 1-1 0 0,0-1 1 0 0,0 1-1 0 0,0-1 1 0 0,0 0-1 0 0,1 0 1 0 0,0 0-1 0 0,0 0 1 0 0,0-1 0 0 0,0 1-1 0 0,1-1 1 0 0,-1 0-1 0 0,1 1 1 0 0,0-2-1 0 0,0 1 1 0 0,0 0 0 0 0,0-1-1 0 0,0 0 1 0 0,1 0-1 0 0,-1 0 1 0 0,1 0-1 0 0,-1-1 1 0 0,1 0-1 0 0,0 0 1 0 0,0 0 0 0 0,7 0-1 0 0,-6-1-1 0 0,0 1 0 0 0,0-2 1 0 0,0 1-1 0 0,0-1 0 0 0,0 0 0 0 0,0 0 0 0 0,0 0 0 0 0,0-1 1 0 0,0 0-1 0 0,-1 0 0 0 0,1 0 0 0 0,-1-1 0 0 0,1 0 0 0 0,-1 0 1 0 0,0 0-1 0 0,8-8 0 0 0,-8 7-7 0 0,-1-2 1 0 0,1 1-1 0 0,-1 0 0 0 0,0-1 1 0 0,-1 0-1 0 0,1 0 1 0 0,-1 0-1 0 0,0 0 0 0 0,-1-1 1 0 0,1 1-1 0 0,-1-1 0 0 0,-1 0 1 0 0,1 1-1 0 0,0-12 0 0 0,0-6-18 0 0,-1 0-1 0 0,-1 0 0 0 0,-1-1 0 0 0,-2 1 0 0 0,0 0 1 0 0,-1 0-1 0 0,-2 1 0 0 0,-11-34 0 0 0,11 51-52 0 0,6 6 69 0 0,0 0 1 0 0,0 0 0 0 0,0 0 0 0 0,-1 1-1 0 0,1-1 1 0 0,0 0 0 0 0,0 0 0 0 0,0 0-1 0 0,0 0 1 0 0,0 1 0 0 0,0-1 0 0 0,-1 0-1 0 0,1 0 1 0 0,0 0 0 0 0,0 0 0 0 0,0 1-1 0 0,0-1 1 0 0,0 0 0 0 0,0 0 0 0 0,0 0-1 0 0,0 1 1 0 0,0-1 0 0 0,0 0 0 0 0,0 0-1 0 0,0 0 1 0 0,0 1 0 0 0,0-1 0 0 0,0 0-1 0 0,0 0 1 0 0,0 0 0 0 0,0 1 0 0 0,0-1-1 0 0,0 0 1 0 0,0 0 0 0 0,1 0 0 0 0,-1 0-1 0 0,0 1 1 0 0,0-1 0 0 0,0 0 0 0 0,0 0-1 0 0,2 5 5 0 0,0 0 0 0 0,1 0 0 0 0,-1 0 0 0 0,1 0 0 0 0,0-1 0 0 0,0 1 0 0 0,0-1 0 0 0,0 0 0 0 0,1 0 0 0 0,0 0 0 0 0,8 6 0 0 0,-4-4 6 0 0,0-1 0 0 0,0-1 0 0 0,0 0 0 0 0,1 0 0 0 0,-1 0 1 0 0,14 3-1 0 0,0-2 19 0 0,0-1 0 0 0,1-1 0 0 0,-1 0 0 0 0,46-3 0 0 0,-60 0-25 0 0,-1 0 1 0 0,1-1-1 0 0,0 0 0 0 0,0-1 1 0 0,-1 1-1 0 0,1-2 1 0 0,-1 1-1 0 0,0-1 1 0 0,1 0-1 0 0,-1 0 0 0 0,12-9 1 0 0,-15 8-2 0 0,1 0 1 0 0,0 0-1 0 0,-1-1 1 0 0,0 0-1 0 0,0 1 1 0 0,0-2-1 0 0,-1 1 1 0 0,0 0-1 0 0,0-1 1 0 0,0 1-1 0 0,-1-1 1 0 0,1 0-1 0 0,-1 0 1 0 0,-1 0-1 0 0,2-9 0 0 0,-1-9-63 0 0,-3 22 38 0 0,1 2 24 0 0,-1 0-1 0 0,1-1 0 0 0,-1 1 0 0 0,1 0 0 0 0,-1 0 1 0 0,0 0-1 0 0,1-1 0 0 0,-1 1 0 0 0,0 0 0 0 0,1 0 1 0 0,-1 0-1 0 0,0 0 0 0 0,1 0 0 0 0,-1 0 0 0 0,0 0 0 0 0,1 0 1 0 0,-2 0-1 0 0,-7 7 158 0 0,1 0 0 0 0,0 0 0 0 0,0 1 1 0 0,1 0-1 0 0,0 0 0 0 0,0 0 0 0 0,1 1 0 0 0,0 0 0 0 0,-6 12 1 0 0,-2 7 102 0 0,2 0 1 0 0,-11 32-1 0 0,21-53-230 0 0,-1 1 0 0 0,1 0 0 0 0,1 0 0 0 0,-1 0 0 0 0,1 0 0 0 0,1 0 0 0 0,-1 0-1 0 0,1 0 1 0 0,2 12 0 0 0,-1-16-20 0 0,0 0-1 0 0,0-1 1 0 0,0 1-1 0 0,1 0 0 0 0,-1-1 1 0 0,1 1-1 0 0,0-1 1 0 0,0 1-1 0 0,0-1 0 0 0,0 0 1 0 0,1 0-1 0 0,0 0 1 0 0,-1 0-1 0 0,1 0 0 0 0,0-1 1 0 0,0 1-1 0 0,0-1 0 0 0,1 0 1 0 0,-1 0-1 0 0,1 0 1 0 0,3 2-1 0 0,4 0 3 0 0,0-1 1 0 0,0 1-1 0 0,1-2 0 0 0,-1 0 1 0 0,0 0-1 0 0,1-1 0 0 0,0 0 1 0 0,13-2-1 0 0,93-11 28 0 0,-90 8-32 0 0,0-2-1 0 0,0-1 1 0 0,0-1-1 0 0,-1-2 1 0 0,0 0-1 0 0,33-20 1 0 0,-48 24-6 0 0,0-1-1 0 0,0-1 1 0 0,-1 0 0 0 0,-1-1 0 0 0,1 0 0 0 0,-1-1 0 0 0,-1 0 0 0 0,0 0 0 0 0,0-1-1 0 0,-1 0 1 0 0,0-1 0 0 0,-1 0 0 0 0,0 0 0 0 0,-1 0 0 0 0,6-18 0 0 0,-11 26 53 0 0,0 1 0 0 0,0-1 0 0 0,0-1 1 0 0,0 1-1 0 0,0 0 0 0 0,-1 0 0 0 0,0 0 0 0 0,0 0 1 0 0,0 0-1 0 0,0-1 0 0 0,-1 1 0 0 0,1 0 1 0 0,-1 0-1 0 0,0 0 0 0 0,-3-6 0 0 0,4 9-49 0 0,-1 0 1 0 0,0 1-1 0 0,1-1 0 0 0,-1 0 1 0 0,0 1-1 0 0,0-1 0 0 0,0 1 0 0 0,1-1 1 0 0,-1 1-1 0 0,0-1 0 0 0,0 1 1 0 0,0 0-1 0 0,0-1 0 0 0,0 1 0 0 0,0 0 1 0 0,0 0-1 0 0,0 0 0 0 0,0 0 1 0 0,0 0-1 0 0,0 0 0 0 0,0 0 0 0 0,0 0 1 0 0,0 0-1 0 0,0 0 0 0 0,1 0 1 0 0,-1 1-1 0 0,0-1 0 0 0,-2 1 0 0 0,-25 12 186 0 0,17-5-66 0 0,0 0 1 0 0,1 0 0 0 0,0 1 0 0 0,0 0 0 0 0,1 1 0 0 0,1 0 0 0 0,-1 1-1 0 0,-10 18 1 0 0,13-20-72 0 0,1 1-1 0 0,0 0 0 0 0,1 0 1 0 0,0 0-1 0 0,0 1 0 0 0,1-1 1 0 0,0 1-1 0 0,1-1 0 0 0,0 1 1 0 0,0 22-1 0 0,3-29-46 0 0,-1 1 1 0 0,1 0-1 0 0,0 0 0 0 0,1-1 1 0 0,-1 1-1 0 0,1-1 0 0 0,0 0 1 0 0,0 1-1 0 0,0-1 0 0 0,0 0 1 0 0,1 0-1 0 0,0 0 0 0 0,0 0 1 0 0,0-1-1 0 0,0 1 0 0 0,0-1 1 0 0,1 0-1 0 0,0 0 0 0 0,0 0 1 0 0,-1 0-1 0 0,2-1 0 0 0,-1 1 1 0 0,0-1-1 0 0,5 2 0 0 0,9 3-35 0 0,0-1-1 0 0,1 0 1 0 0,0-1-1 0 0,30 4 1 0 0,-8-4-1435 0 0,0-2 1 0 0,61-3 0 0 0,20-12-6787 0 0,-63 1 830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57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15 104 1512 0 0,'-12'-26'6192'0'0,"11"23"-5779"0"0,0 0 1 0 0,1 0-1 0 0,0 0 1 0 0,0 1-1 0 0,0-1 1 0 0,0 0-1 0 0,0 0 0 0 0,1 0 1 0 0,-1 0-1 0 0,1 1 1 0 0,1-6-1 0 0,-1 7-298 0 0,-1 0-1 0 0,1 0 1 0 0,0 0 0 0 0,0 0-1 0 0,-1 0 1 0 0,1 1 0 0 0,0-1-1 0 0,0 0 1 0 0,0 1 0 0 0,0-1-1 0 0,0 1 1 0 0,0-1 0 0 0,0 1-1 0 0,0-1 1 0 0,0 1 0 0 0,0-1-1 0 0,0 1 1 0 0,0 0 0 0 0,0 0-1 0 0,0-1 1 0 0,0 1 0 0 0,0 0-1 0 0,0 0 1 0 0,0 0 0 0 0,0 0-1 0 0,0 1 1 0 0,2-1-1 0 0,1 1 54 0 0,-1 1 0 0 0,1-1 0 0 0,0 1 0 0 0,0 0 0 0 0,-1 0 0 0 0,1 0 0 0 0,-1 0 0 0 0,0 1 0 0 0,0-1 0 0 0,0 1 0 0 0,0 0 0 0 0,0 0 0 0 0,0 0 0 0 0,-1 0 0 0 0,4 6 0 0 0,-3-2-20 0 0,0-1 0 0 0,0 1 0 0 0,0 0 0 0 0,-1-1 0 0 0,0 1 0 0 0,-1 1 0 0 0,0-1 0 0 0,1 9-1 0 0,-1 3 1 0 0,-2 1 0 0 0,0-1 0 0 0,-1 0-1 0 0,-1 0 1 0 0,-10 36 0 0 0,12-50-125 0 0,-1 2 25 0 0,0 0 0 0 0,0-1 0 0 0,-1 1 0 0 0,1-1 0 0 0,-8 12 0 0 0,8-16 37 0 0,2-2-80 0 0,-1 0-1 0 0,0 0 0 0 0,1-1 1 0 0,-1 1-1 0 0,0 0 0 0 0,1 0 1 0 0,-1-1-1 0 0,0 1 1 0 0,1 0-1 0 0,-1-1 0 0 0,1 1 1 0 0,-1-1-1 0 0,0 1 0 0 0,1 0 1 0 0,-1-1-1 0 0,1 0 1 0 0,-1 1-1 0 0,1-1 0 0 0,-1 0 1 0 0,0-7-8 0 0,1 0 1 0 0,0 0 0 0 0,0-1 0 0 0,1 1 0 0 0,0 0 0 0 0,1 0-1 0 0,3-13 1 0 0,23-57-46 0 0,-22 64 39 0 0,0 1 0 0 0,1 0 0 0 0,1 0 1 0 0,0 0-1 0 0,1 1 0 0 0,0 1 0 0 0,1-1 0 0 0,0 1 0 0 0,12-9 0 0 0,-17 15 6 0 0,0 1 0 0 0,1 0 1 0 0,-1 1-1 0 0,1-1 0 0 0,0 1 0 0 0,0 0 1 0 0,0 0-1 0 0,1 1 0 0 0,-1 0 0 0 0,1 0 1 0 0,-1 0-1 0 0,1 1 0 0 0,-1 0 0 0 0,1 1 1 0 0,0-1-1 0 0,0 1 0 0 0,-1 0 0 0 0,1 1 1 0 0,0 0-1 0 0,0 0 0 0 0,12 4 0 0 0,-10-2 16 0 0,0 1-1 0 0,0 0 0 0 0,0 1 0 0 0,-1 0 1 0 0,0 0-1 0 0,0 1 0 0 0,0 0 0 0 0,0 0 1 0 0,-1 1-1 0 0,0 0 0 0 0,-1 0 0 0 0,0 1 1 0 0,0 0-1 0 0,0 0 0 0 0,-1 0 1 0 0,0 1-1 0 0,-1-1 0 0 0,0 1 0 0 0,0 1 1 0 0,-1-1-1 0 0,0 0 0 0 0,0 1 0 0 0,-1-1 1 0 0,-1 1-1 0 0,0 0 0 0 0,0-1 0 0 0,-1 1 1 0 0,0 0-1 0 0,-2 17 0 0 0,2-27-11 0 0,0 0 0 0 0,0-1 0 0 0,0 1 1 0 0,0 0-1 0 0,-1 0 0 0 0,1-1 0 0 0,0 1 0 0 0,0 0 0 0 0,0 0 0 0 0,0-1 0 0 0,0 1 0 0 0,-1 0 0 0 0,1 0 0 0 0,0-1 0 0 0,0 1 0 0 0,0 0 0 0 0,0 0 0 0 0,-1 0 1 0 0,1-1-1 0 0,0 1 0 0 0,0 0 0 0 0,-1 0 0 0 0,1 0 0 0 0,0 0 0 0 0,0 0 0 0 0,-1 0 0 0 0,1-1 0 0 0,0 1 0 0 0,0 0 0 0 0,-1 0 0 0 0,1 0 0 0 0,0 0 0 0 0,-1 0 0 0 0,1 0 1 0 0,0 0-1 0 0,0 0 0 0 0,-1 0 0 0 0,1 0 0 0 0,0 0 0 0 0,-1 0 0 0 0,1 1 0 0 0,0-1 0 0 0,0 0 0 0 0,-1 0 0 0 0,1 0 0 0 0,0 0 0 0 0,0 0 0 0 0,-1 0 0 0 0,1 1 1 0 0,0-1-1 0 0,0 0 0 0 0,0 0 0 0 0,-1 0 0 0 0,1 1 0 0 0,0-1 0 0 0,0 0 0 0 0,0-12-5 0 0,1 0-1 0 0,1 1 1 0 0,0-1-1 0 0,0 0 1 0 0,1 0-1 0 0,1 1 1 0 0,0 0-1 0 0,1-1 1 0 0,0 2 0 0 0,0-1-1 0 0,1 0 1 0 0,1 1-1 0 0,8-11 1 0 0,-8 13-2 0 0,0-1 0 0 0,1 2 0 0 0,0-1 0 0 0,0 1 1 0 0,0 0-1 0 0,1 0 0 0 0,0 1 0 0 0,1 1 0 0 0,-1-1 0 0 0,1 1 0 0 0,0 1 1 0 0,1 0-1 0 0,-1 1 0 0 0,22-5 0 0 0,-28 7 13 0 0,0 0 1 0 0,0 1-1 0 0,0 0 0 0 0,0 0 0 0 0,0 0 1 0 0,0 0-1 0 0,0 1 0 0 0,0-1 1 0 0,0 1-1 0 0,0 0 0 0 0,0 0 0 0 0,0 0 1 0 0,-1 1-1 0 0,1 0 0 0 0,0-1 1 0 0,-1 1-1 0 0,1 0 0 0 0,-1 1 0 0 0,0-1 1 0 0,6 6-1 0 0,-6-4 37 0 0,0 0 0 0 0,0 0 1 0 0,0 1-1 0 0,0-1 0 0 0,-1 1 0 0 0,1 0 0 0 0,-1-1 1 0 0,-1 1-1 0 0,1 0 0 0 0,-1 0 0 0 0,1 1 0 0 0,-1-1 0 0 0,-1 0 1 0 0,1 0-1 0 0,-1 9 0 0 0,-1 10 97 0 0,-6 31-1 0 0,4-33-65 0 0,-1 31 0 0 0,4-52-73 0 0,0 1 1 0 0,1 0-1 0 0,-1-1 1 0 0,0 1-1 0 0,1 0 1 0 0,0-1-1 0 0,-1 1 1 0 0,1 0-1 0 0,0-1 1 0 0,0 1 0 0 0,0-1-1 0 0,0 0 1 0 0,0 1-1 0 0,0-1 1 0 0,1 0-1 0 0,-1 0 1 0 0,0 1-1 0 0,1-1 1 0 0,-1 0-1 0 0,0 0 1 0 0,1-1-1 0 0,0 1 1 0 0,-1 0-1 0 0,1 0 1 0 0,-1-1-1 0 0,1 1 1 0 0,0-1-1 0 0,-1 1 1 0 0,1-1 0 0 0,0 0-1 0 0,2 1 1 0 0,4 0-131 0 0,-1-1 1 0 0,1 1 0 0 0,-1-1 0 0 0,14-1 0 0 0,-12-1-22 0 0,-1-1 1 0 0,1 1-1 0 0,-1-1 0 0 0,0-1 1 0 0,0 1-1 0 0,0-1 0 0 0,-1-1 1 0 0,1 0-1 0 0,-1 0 0 0 0,0 0 1 0 0,0-1-1 0 0,7-8 0 0 0,3-4-42 0 0,-1-1 1 0 0,27-40-1 0 0,-1-17 487 0 0,-17 30 1000 0 0,-24 44-1163 0 0,-2 0 108 0 0,-1 5 26 0 0,-5 13 303 0 0,-7 24 409 0 0,9-19-517 0 0,-2 6 142 0 0,-6 54 1 0 0,13-74-575 0 0,-1 0-1 0 0,1 0 1 0 0,0 0 0 0 0,1 0 0 0 0,0-1 0 0 0,0 1 0 0 0,0 0-1 0 0,1-1 1 0 0,0 1 0 0 0,0 0 0 0 0,1-1 0 0 0,-1 0 0 0 0,6 9 0 0 0,-6-13-139 0 0,1 1 1 0 0,-1 0-1 0 0,0-1 1 0 0,1 1-1 0 0,0-1 1 0 0,0 0-1 0 0,-1 0 1 0 0,1 0-1 0 0,0 0 1 0 0,1-1-1 0 0,-1 1 1 0 0,0-1-1 0 0,0 0 1 0 0,1 0-1 0 0,-1 0 1 0 0,0 0-1 0 0,1 0 1 0 0,-1-1 0 0 0,7 1-1 0 0,-5-1-612 0 0,0-1 1 0 0,0 1-1 0 0,-1-1 0 0 0,1 1 1 0 0,9-4-1 0 0,-10 3-449 0 0,0-1 0 0 0,0 0 0 0 0,0 0 0 0 0,0 0 0 0 0,0 0 0 0 0,5-5 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57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79 112 0 0,'-10'-17'2676'0'0,"-2"3"-608"0"0,2 1-395 0 0,-4 2-237 0 0,4 1-256 0 0,-2 3-264 0 0,2 4-212 0 0,0 0 304 0 0,-9 4-636 0 0,7 4-84 0 0,4 4-256 0 0,1 3-388 0 0,-1 0-404 0 0,6 5-800 0 0,-1 0-1544 0 0,1-2-1177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57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3236 0 0,'14'-2'8476'0'0,"-8"4"-7946"0"0,-1 1 0 0 0,1 0 0 0 0,-1 0-1 0 0,1 0 1 0 0,-1 1 0 0 0,0 0-1 0 0,0 0 1 0 0,0 0 0 0 0,-1 0 0 0 0,6 8-1 0 0,-4-4-186 0 0,0 0 0 0 0,-1 0 0 0 0,-1 1 0 0 0,1 0 0 0 0,-1-1 0 0 0,4 15 0 0 0,-5-10-194 0 0,0 0 0 0 0,0 0 0 0 0,-1 1 0 0 0,-1-1 0 0 0,0 1 0 0 0,-1 0 0 0 0,0-1 0 0 0,-1 1 0 0 0,0-1 0 0 0,-4 14 0 0 0,2-18-73 0 0,1-1 0 0 0,-1 1-1 0 0,-7 12 1 0 0,9-18-51 0 0,-1 0 0 0 0,0 0 0 0 0,0 0-1 0 0,0-1 1 0 0,0 1 0 0 0,0-1 0 0 0,-1 1 0 0 0,1-1 0 0 0,-1 1-1 0 0,1-1 1 0 0,-6 3 0 0 0,6-4 9 0 0,1-2-31 0 0,1 1 0 0 0,-1 0 0 0 0,1-1 0 0 0,-1 1 0 0 0,1-1 0 0 0,-1 1 0 0 0,1-1 0 0 0,-1 1 0 0 0,1-1 0 0 0,-1 1 0 0 0,1-1 0 0 0,0 0 0 0 0,-1 1 0 0 0,1-1 0 0 0,0 1 0 0 0,-1-1 0 0 0,1 0 0 0 0,0 1 0 0 0,0-1 0 0 0,0 0 0 0 0,-1 0 0 0 0,1 1 0 0 0,0-1 0 0 0,0 0 0 0 0,0 1 0 0 0,0-1 0 0 0,0 0 0 0 0,1 1 0 0 0,-1-1 0 0 0,0 0 0 0 0,0 0 0 0 0,4-25-25 0 0,2 7 13 0 0,0 1 0 0 0,1 0 0 0 0,1 0 0 0 0,1 1 0 0 0,1 0 0 0 0,0 1-1 0 0,25-29 1 0 0,-20 27 0 0 0,1 2 0 0 0,0 0-1 0 0,1 0 1 0 0,1 2 0 0 0,1 0-1 0 0,28-15 1 0 0,-40 25 6 0 0,1 0 0 0 0,0 1 0 0 0,0 0 0 0 0,0 0-1 0 0,1 1 1 0 0,-1 0 0 0 0,1 0 0 0 0,-1 1 0 0 0,1 0 0 0 0,-1 0 0 0 0,11 2 0 0 0,-16-1 3 0 0,0 0 1 0 0,1 1-1 0 0,-1 0 0 0 0,0-1 1 0 0,0 1-1 0 0,0 1 1 0 0,0-1-1 0 0,0 0 1 0 0,0 1-1 0 0,0-1 1 0 0,0 1-1 0 0,0 0 0 0 0,-1 0 1 0 0,1 0-1 0 0,-1 0 1 0 0,1 1-1 0 0,-1-1 1 0 0,0 0-1 0 0,0 1 1 0 0,0 0-1 0 0,0 0 0 0 0,-1-1 1 0 0,1 1-1 0 0,-1 0 1 0 0,1 0-1 0 0,-1 0 1 0 0,0 0-1 0 0,0 1 1 0 0,-1-1-1 0 0,1 0 0 0 0,-1 0 1 0 0,1 5-1 0 0,0 12 18 0 0,-1-1 0 0 0,-3 26 0 0 0,0 12-1660 0 0,3-48 587 0 0,0 0-1 0 0,1 0 1 0 0,0 0 0 0 0,3 11 0 0 0,-3-17 208 0 0,0 0 0 0 0,1 0 0 0 0,-1 0 0 0 0,1-1 0 0 0,-1 1 0 0 0,1 0 0 0 0,3 3 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58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27 252 896 0 0,'10'-20'4920'0'0,"12"-38"1"0"0,6-12 4389 0 0,-58 110-6423 0 0,21-25-2606 0 0,1 0-1 0 0,0 1 1 0 0,1 0-1 0 0,1 0 1 0 0,1 0-1 0 0,-5 24 1 0 0,9-35-258 0 0,0-1 0 0 0,0 1 0 0 0,1 0 0 0 0,0 0 1 0 0,0 0-1 0 0,0 0 0 0 0,0 0 0 0 0,1 0 1 0 0,0 0-1 0 0,0 0 0 0 0,0 0 0 0 0,1-1 0 0 0,0 1 1 0 0,0 0-1 0 0,0-1 0 0 0,0 1 0 0 0,1-1 0 0 0,-1 0 1 0 0,1 0-1 0 0,0 0 0 0 0,1 0 0 0 0,-1-1 0 0 0,1 1 1 0 0,-1-1-1 0 0,1 0 0 0 0,7 5 0 0 0,1-1-6 0 0,0-1-1 0 0,0 0 0 0 0,1-1 1 0 0,0 0-1 0 0,-1-1 1 0 0,2-1-1 0 0,-1 0 0 0 0,0-1 1 0 0,0 0-1 0 0,1-1 0 0 0,-1 0 1 0 0,1-1-1 0 0,-1-1 0 0 0,1 0 1 0 0,-1-1-1 0 0,18-4 1 0 0,-22 3-6 0 0,0 1 0 0 0,-1-1 0 0 0,1-1 0 0 0,0 0 1 0 0,-1 0-1 0 0,0 0 0 0 0,0-1 0 0 0,0 0 1 0 0,-1-1-1 0 0,1 0 0 0 0,-1 0 0 0 0,-1 0 0 0 0,1-1 1 0 0,-1 0-1 0 0,0-1 0 0 0,-1 1 0 0 0,0-1 1 0 0,0 0-1 0 0,0 0 0 0 0,-1 0 0 0 0,-1-1 0 0 0,1 0 1 0 0,-1 0-1 0 0,2-11 0 0 0,-3 8-7 0 0,0-1 0 0 0,-1 1 0 0 0,0-1 0 0 0,-1 0-1 0 0,-1 0 1 0 0,0 1 0 0 0,-1-1 0 0 0,-3-14 0 0 0,3 19-3 0 0,0 0 1 0 0,-1-1-1 0 0,0 1 0 0 0,-1 0 1 0 0,0 1-1 0 0,0-1 0 0 0,0 1 0 0 0,-1 0 1 0 0,0 0-1 0 0,-1 0 0 0 0,1 0 1 0 0,-13-10-1 0 0,12 13-6 0 0,0 1 0 0 0,0 0 1 0 0,0 0-1 0 0,0 0 0 0 0,-1 1 0 0 0,1 0 0 0 0,-1 0 1 0 0,1 0-1 0 0,-1 1 0 0 0,0 0 0 0 0,0 0 0 0 0,1 1 1 0 0,-1 0-1 0 0,0 0 0 0 0,0 0 0 0 0,0 1 0 0 0,1 0 0 0 0,-1 1 1 0 0,0-1-1 0 0,-9 5 0 0 0,7-3 1 0 0,1 0 1 0 0,0 0-1 0 0,0 1 0 0 0,0 0 0 0 0,0 1 1 0 0,1 0-1 0 0,-1 0 0 0 0,1 0 0 0 0,0 1 1 0 0,1 0-1 0 0,0 0 0 0 0,0 1 1 0 0,0 0-1 0 0,0 0 0 0 0,-5 10 0 0 0,10-15-1 0 0,0 0-1 0 0,0 0 0 0 0,0 0 0 0 0,0 0 1 0 0,0 0-1 0 0,0 0 0 0 0,1 0 0 0 0,-1 1 1 0 0,1-1-1 0 0,-1 0 0 0 0,1 0 1 0 0,0 1-1 0 0,0-1 0 0 0,0 0 0 0 0,0 0 1 0 0,0 1-1 0 0,1-1 0 0 0,-1 0 0 0 0,1 0 1 0 0,-1 1-1 0 0,1-1 0 0 0,0 0 0 0 0,0 0 1 0 0,0 0-1 0 0,0 0 0 0 0,0 0 0 0 0,0 0 1 0 0,1 0-1 0 0,-1-1 0 0 0,0 1 0 0 0,1 0 1 0 0,0-1-1 0 0,-1 1 0 0 0,1-1 1 0 0,0 1-1 0 0,0-1 0 0 0,0 0 0 0 0,0 0 1 0 0,0 0-1 0 0,0 0 0 0 0,0 0 0 0 0,4 1 1 0 0,4 1-13 0 0,0 0 1 0 0,1-1-1 0 0,-1 0 0 0 0,1 0 1 0 0,-1-1-1 0 0,1-1 1 0 0,20-1-1 0 0,7-5-33 0 0,1-2 0 0 0,-1-1-1 0 0,50-20 1 0 0,32-9-32 0 0,-98 33 61 0 0,-1 1 0 0 0,1 1 0 0 0,37-1 0 0 0,-49 4 15 0 0,0 1 0 0 0,1 0-1 0 0,-1 1 1 0 0,0 1 0 0 0,0-1 0 0 0,0 1 0 0 0,0 1 0 0 0,0 0-1 0 0,-1 1 1 0 0,0-1 0 0 0,0 2 0 0 0,0-1 0 0 0,0 1 0 0 0,-1 1-1 0 0,0-1 1 0 0,14 16 0 0 0,-16-15 28 0 0,0 0 1 0 0,0 1-1 0 0,-1 0 0 0 0,0-1 1 0 0,0 2-1 0 0,-1-1 0 0 0,0 0 1 0 0,-1 1-1 0 0,0 0 0 0 0,0 0 1 0 0,0 0-1 0 0,-1 0 0 0 0,-1 0 1 0 0,0 1-1 0 0,0-1 0 0 0,0 0 1 0 0,-1 1-1 0 0,-1-1 0 0 0,-1 10 1 0 0,1-15 114 0 0,0 1 0 0 0,0-1 0 0 0,0-1 0 0 0,0 1 0 0 0,-1 0 0 0 0,1 0 0 0 0,-1 0 0 0 0,0-1 0 0 0,0 1 0 0 0,0-1 0 0 0,-1 0 0 0 0,1 1 0 0 0,-1-1 0 0 0,0 0 0 0 0,-3 3 1 0 0,4-5 84 0 0,1-1-194 0 0,0 0 0 0 0,0 0 0 0 0,0 0 0 0 0,0 0 1 0 0,1-1-1 0 0,-1 1 0 0 0,0 0 0 0 0,0 0 0 0 0,1-1 0 0 0,-1 1 1 0 0,0 0-1 0 0,0-1 0 0 0,1 1 0 0 0,-1-1 0 0 0,0 1 0 0 0,1-1 0 0 0,-2 0 1 0 0,2-5 14 0 0,-1 0 0 0 0,1-1 0 0 0,0 1 1 0 0,0 0-1 0 0,1-1 0 0 0,-1 1 0 0 0,1 0 1 0 0,1 0-1 0 0,-1 0 0 0 0,4-8 0 0 0,5-11 49 0 0,13-24 0 0 0,-21 46-85 0 0,14-27-331 0 0,1 1 0 0 0,1 1-1 0 0,2 1 1 0 0,24-26 0 0 0,3 3-4766 0 0,3 4-5905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59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199 402 2188 0 0,'-2'-1'2516'0'0,"-2"-1"-1083"0"0,-1 1 0 0 0,0-1 0 0 0,1 1 0 0 0,-1 0 0 0 0,0 0 0 0 0,-9-1 0 0 0,11 3-1220 0 0,0-1 1 0 0,0 1 0 0 0,1-1-1 0 0,-1 1 1 0 0,0 0 0 0 0,0 0 0 0 0,1 0-1 0 0,-1 0 1 0 0,0 1 0 0 0,1-1-1 0 0,-1 1 1 0 0,1-1 0 0 0,0 1 0 0 0,-3 3-1 0 0,-9 7 388 0 0,1 1-1 0 0,0 0 0 0 0,-20 28 0 0 0,28-34-510 0 0,0 0 0 0 0,1 1 0 0 0,0 0 0 0 0,0 0-1 0 0,0 0 1 0 0,1 1 0 0 0,1-1 0 0 0,-1 1 0 0 0,1-1-1 0 0,-1 11 1 0 0,3-17-62 0 0,0 0 0 0 0,0 0 0 0 0,0 1 0 0 0,0-1-1 0 0,0 0 1 0 0,1 1 0 0 0,-1-1 0 0 0,1 0 0 0 0,-1 0-1 0 0,1 1 1 0 0,0-1 0 0 0,0 0 0 0 0,0 0 0 0 0,0 0-1 0 0,0 0 1 0 0,1 0 0 0 0,-1 0 0 0 0,3 2 0 0 0,-1-1-3 0 0,0-1 0 0 0,0 0 1 0 0,0 0-1 0 0,0 0 0 0 0,0 0 1 0 0,1-1-1 0 0,-1 1 0 0 0,1-1 1 0 0,-1 0-1 0 0,7 1 0 0 0,2 0 2 0 0,1-1-1 0 0,-1 0 0 0 0,0-1 0 0 0,1 0 1 0 0,-1-1-1 0 0,13-3 0 0 0,-15 2-23 0 0,-1 0 1 0 0,0-1-1 0 0,1 0 0 0 0,-1 0 0 0 0,0-1 1 0 0,-1 0-1 0 0,1 0 0 0 0,-1-1 1 0 0,1-1-1 0 0,-2 1 0 0 0,1-1 0 0 0,0 0 1 0 0,-1-1-1 0 0,-1 0 0 0 0,1 0 1 0 0,-1-1-1 0 0,0 1 0 0 0,0-1 0 0 0,-1-1 1 0 0,0 1-1 0 0,-1-1 0 0 0,0 0 1 0 0,0 0-1 0 0,-1 0 0 0 0,0 0 0 0 0,-1 0 1 0 0,0-1-1 0 0,0 1 0 0 0,-1-1 0 0 0,0 0 1 0 0,-1 0-1 0 0,0 1 0 0 0,0-1 1 0 0,-1 0-1 0 0,-1 1 0 0 0,1-1 0 0 0,-6-15 1 0 0,6 22-8 0 0,0 0 1 0 0,0 0-1 0 0,0 0 1 0 0,-1 0 0 0 0,1 1-1 0 0,-1-1 1 0 0,0 0-1 0 0,0 1 1 0 0,0-1 0 0 0,0 1-1 0 0,0-1 1 0 0,-1 1-1 0 0,1 0 1 0 0,0 0-1 0 0,-1 0 1 0 0,0 1 0 0 0,1-1-1 0 0,-1 0 1 0 0,0 1-1 0 0,0 0 1 0 0,0 0-1 0 0,0 0 1 0 0,0 0 0 0 0,-4-1-1 0 0,2 2-1 0 0,0 0 1 0 0,-1-1-1 0 0,1 2 0 0 0,0-1 0 0 0,-1 1 0 0 0,1 0 0 0 0,0 0 1 0 0,0 0-1 0 0,0 1 0 0 0,0-1 0 0 0,0 1 0 0 0,0 0 0 0 0,0 1 1 0 0,-5 3-1 0 0,-2 1-3 0 0,0 1 1 0 0,1 1-1 0 0,0-1 1 0 0,-12 13-1 0 0,21-19 8 0 0,0 1 0 0 0,0-1 0 0 0,0 0-1 0 0,0 0 1 0 0,0 1 0 0 0,0 0-1 0 0,1-1 1 0 0,-1 1 0 0 0,1 0-1 0 0,0-1 1 0 0,0 1 0 0 0,0 0 0 0 0,0 0-1 0 0,0 0 1 0 0,1 0 0 0 0,-1 0-1 0 0,1 0 1 0 0,0 0 0 0 0,0 0-1 0 0,0 0 1 0 0,0 0 0 0 0,1 0 0 0 0,-1 0-1 0 0,1 0 1 0 0,-1 0 0 0 0,3 4-1 0 0,-1-4 1 0 0,0 1 1 0 0,1-1-1 0 0,-1 0 0 0 0,1 0 0 0 0,0 0 0 0 0,0 0 0 0 0,0 0 0 0 0,1-1 0 0 0,-1 1 0 0 0,1-1 0 0 0,-1 0 0 0 0,1 0 1 0 0,0 0-1 0 0,-1-1 0 0 0,9 3 0 0 0,7 1 7 0 0,37 7-1 0 0,-54-12-3 0 0,35 5 8 0 0,-1-2 0 0 0,1-2 0 0 0,0-2-1 0 0,0-1 1 0 0,0-2 0 0 0,0-1 0 0 0,-1-2 0 0 0,0-1 0 0 0,60-23 0 0 0,-71 20-14 0 0,0-1 1 0 0,-1-1-1 0 0,0-1 0 0 0,-1-1 0 0 0,0-2 0 0 0,-2 0 1 0 0,0-1-1 0 0,24-26 0 0 0,-10 4 16 0 0,-2-2 0 0 0,-2 0 0 0 0,35-65 0 0 0,-23 30-88 0 0,-42 75 40 0 0,-3 4 6 0 0,0 0 23 0 0,0 0-1 0 0,0 0 1 0 0,0 0 0 0 0,0 0 0 0 0,1 0-1 0 0,-1 1 1 0 0,1-1 0 0 0,0 0 0 0 0,-2 6-1 0 0,-2 1-5 0 0,-32 68 153 0 0,-52 156-1 0 0,73-189 66 0 0,-36 120 1408 0 0,-40 216 0 0 0,10 177 417 0 0,76-496-1934 0 0,-12 90 85 0 0,13-122-123 0 0,-1-1 0 0 0,-2 0-1 0 0,-12 31 1 0 0,18-55-51 0 0,1-1-1 0 0,0 0 1 0 0,-1 0 0 0 0,0 0-1 0 0,0 0 1 0 0,0 0 0 0 0,0 0-1 0 0,0 0 1 0 0,-1 0-1 0 0,1-1 1 0 0,-1 1 0 0 0,1-1-1 0 0,-1 0 1 0 0,0 0-1 0 0,0 0 1 0 0,0 0 0 0 0,0 0-1 0 0,-7 2 1 0 0,6-3-3 0 0,1-1-1 0 0,-1 0 1 0 0,1 1 0 0 0,-1-1 0 0 0,1 0-1 0 0,-1-1 1 0 0,1 1 0 0 0,-1-1 0 0 0,1 1 0 0 0,-1-1-1 0 0,1 0 1 0 0,0 0 0 0 0,-1-1 0 0 0,1 1-1 0 0,0-1 1 0 0,0 0 0 0 0,0 1 0 0 0,0-1 0 0 0,-3-3-1 0 0,-10-8 21 0 0,1-1-1 0 0,0 0 1 0 0,2-1-1 0 0,-1-1 1 0 0,2 0-1 0 0,0-1 1 0 0,1 0-1 0 0,-14-29 1 0 0,8 11 0 0 0,2-1 1 0 0,2-1-1 0 0,-14-59 0 0 0,24 78-29 0 0,0 0-1 0 0,1 0 1 0 0,0-1-1 0 0,2 1 0 0 0,0 0 1 0 0,1-1-1 0 0,1 1 1 0 0,1 0-1 0 0,0 0 1 0 0,1 0-1 0 0,1 1 0 0 0,1-1 1 0 0,1 1-1 0 0,9-18 1 0 0,-3 12-11 0 0,1 0 0 0 0,1 1-1 0 0,1 1 1 0 0,0 0 0 0 0,2 2 0 0 0,1 0 0 0 0,0 0 0 0 0,1 2 0 0 0,26-17 0 0 0,19-9-828 0 0,2 3 0 0 0,1 3 0 0 0,2 3-1 0 0,74-24 1 0 0,78-11-5020 0 0,6 19-4087 0 0,-164 38 3599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0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215 200 1692 0 0,'-15'-45'9604'0'0,"5"10"-3730"0"0,9 34-5344 0 0,-13 6 550 0 0,5 2-786 0 0,0 0 0 0 0,1 1 0 0 0,0-1 0 0 0,0 2 0 0 0,0-1-1 0 0,1 1 1 0 0,-9 16 0 0 0,7-12-106 0 0,-2 3-48 0 0,0 0-1 0 0,2 0 1 0 0,0 1-1 0 0,1 0 1 0 0,0 1-1 0 0,2 0 1 0 0,-7 26-1 0 0,12-38-101 0 0,0 1-1 0 0,0-1 0 0 0,1 1 1 0 0,0-1-1 0 0,0 1 0 0 0,0-1 1 0 0,1 1-1 0 0,0 0 0 0 0,1-1 0 0 0,3 11 1 0 0,-3-12-15 0 0,0 0 1 0 0,1-1 0 0 0,-1 1-1 0 0,1-1 1 0 0,0 1 0 0 0,1-1-1 0 0,-1 0 1 0 0,1 0 0 0 0,0-1-1 0 0,0 1 1 0 0,0-1 0 0 0,0 0-1 0 0,1 0 1 0 0,8 5 0 0 0,-5-4-4 0 0,0-1-1 0 0,1 0 1 0 0,-1 0 0 0 0,1-1-1 0 0,-1 0 1 0 0,1 0 0 0 0,0-1 0 0 0,0 0-1 0 0,-1-1 1 0 0,1 0 0 0 0,0 0 0 0 0,0-1-1 0 0,0 0 1 0 0,0-1 0 0 0,-1 1 0 0 0,1-2-1 0 0,-1 1 1 0 0,12-6 0 0 0,-11 4-11 0 0,0-1 1 0 0,0 0 0 0 0,0 0-1 0 0,0-1 1 0 0,-1 0-1 0 0,0 0 1 0 0,-1-1 0 0 0,1 0-1 0 0,-1 0 1 0 0,0-1-1 0 0,-1 0 1 0 0,0 0 0 0 0,0-1-1 0 0,-1 0 1 0 0,7-14-1 0 0,-5 3 4 0 0,0 0-1 0 0,-2-1 0 0 0,0 1 0 0 0,-1-1 0 0 0,-1 0 0 0 0,0-31 0 0 0,-3 37-14 0 0,0 0-1 0 0,-1 0 0 0 0,-1 0 0 0 0,0 0 1 0 0,-1 0-1 0 0,-1 0 0 0 0,0 0 0 0 0,-1 1 1 0 0,-12-24-1 0 0,15 34-1 0 0,0 0 1 0 0,-1 0-1 0 0,1 1 0 0 0,-1-1 1 0 0,0 0-1 0 0,0 1 0 0 0,-1 0 1 0 0,1-1-1 0 0,-1 2 0 0 0,1-1 1 0 0,-1 0-1 0 0,0 1 0 0 0,0-1 1 0 0,0 1-1 0 0,0 0 0 0 0,-6-1 1 0 0,4 1-2 0 0,0 1 0 0 0,0 0 0 0 0,0 0 0 0 0,0 1 0 0 0,0 0 0 0 0,0 0 0 0 0,0 1 0 0 0,0-1 0 0 0,0 1 0 0 0,1 0 0 0 0,-8 3 0 0 0,-3 2-4 0 0,0 0 1 0 0,0 1-1 0 0,1 1 1 0 0,0 1 0 0 0,1 0-1 0 0,-1 1 1 0 0,-21 20-1 0 0,22-18 6 0 0,2 1-1 0 0,-1 0 1 0 0,-10 16-1 0 0,19-23-1 0 0,0 1 0 0 0,0-1 0 0 0,0 1 0 0 0,1 0 0 0 0,0 0 0 0 0,0 0 0 0 0,1 0 0 0 0,0 1 0 0 0,-3 13 0 0 0,5-18 2 0 0,0 0 1 0 0,0 0-1 0 0,0 0 0 0 0,0 0 1 0 0,1 0-1 0 0,-1 0 1 0 0,1 0-1 0 0,0 0 1 0 0,-1 0-1 0 0,1 0 0 0 0,1 0 1 0 0,-1-1-1 0 0,0 1 1 0 0,1 0-1 0 0,-1-1 0 0 0,4 5 1 0 0,-1-3 4 0 0,0-1 0 0 0,-1 1 1 0 0,1-1-1 0 0,1 0 0 0 0,-1 0 0 0 0,0 0 1 0 0,1-1-1 0 0,-1 0 0 0 0,7 3 0 0 0,2-1 8 0 0,0 0-1 0 0,1-1 0 0 0,-1 0 0 0 0,1-1 0 0 0,0-1 0 0 0,21 0 0 0 0,-16-2 6 0 0,-1-1 0 0 0,0-1 0 0 0,0 0 0 0 0,0-2 0 0 0,0 0 0 0 0,-1-1 0 0 0,23-11 1 0 0,111-70 30 0 0,-94 52-40 0 0,-17 8 9 0 0,24-13-16 0 0,-58 36-5 0 0,1 1 0 0 0,-1 0 1 0 0,1 0-1 0 0,0 1 1 0 0,0 0-1 0 0,0 0 0 0 0,14-1 1 0 0,-18 3 3 0 0,1 0 1 0 0,0 0-1 0 0,-1 1 1 0 0,1-1-1 0 0,-1 1 1 0 0,1-1-1 0 0,-1 1 0 0 0,1 0 1 0 0,-1 1-1 0 0,1-1 1 0 0,-1 0-1 0 0,0 1 1 0 0,0 0-1 0 0,0 0 1 0 0,4 3-1 0 0,-2-1 0 0 0,-1 0-1 0 0,0 1 0 0 0,0-1 1 0 0,-1 1-1 0 0,1 0 1 0 0,-1 0-1 0 0,0 0 1 0 0,4 9-1 0 0,-1 1-5 0 0,-2-1 1 0 0,1 1-1 0 0,-2 0 1 0 0,0 0-1 0 0,0 1 1 0 0,-1 20-1 0 0,-1-16 365 0 0,-1 1 0 0 0,-2-1 0 0 0,0 1 0 0 0,-1-1 0 0 0,0 0 0 0 0,-2 0 0 0 0,-1 0 0 0 0,0-1 0 0 0,-1 0 0 0 0,-14 25 0 0 0,21-43-285 0 0,-1 0 1 0 0,1 0 0 0 0,-1-1 0 0 0,1 1-1 0 0,-1 0 1 0 0,0 0 0 0 0,0 0 0 0 0,1 0 0 0 0,-1-1-1 0 0,0 1 1 0 0,0 0 0 0 0,0-1 0 0 0,0 1-1 0 0,-2 0 1 0 0,3 0-47 0 0,0-1-1 0 0,-1 0 1 0 0,1 0-1 0 0,0 0 1 0 0,-1 0-1 0 0,1 0 1 0 0,0-1-1 0 0,-1 1 1 0 0,1 0-1 0 0,-1 0 1 0 0,1 0-1 0 0,0 0 1 0 0,-1 0-1 0 0,1 0 1 0 0,0 0 0 0 0,-1-1-1 0 0,1 1 1 0 0,0 0-1 0 0,0 0 1 0 0,-1-1-1 0 0,1 1 1 0 0,0 0-1 0 0,-1 0 1 0 0,1-1-1 0 0,0 1 1 0 0,0 0-1 0 0,0-1 1 0 0,-1 1-1 0 0,0-2 12 0 0,0-1 0 0 0,1 1-1 0 0,-1 0 1 0 0,0 0 0 0 0,1-1-1 0 0,-1 1 1 0 0,1 0 0 0 0,0-1 0 0 0,0 1-1 0 0,0 0 1 0 0,0-1 0 0 0,0-3-1 0 0,4-10 46 0 0,0-1 0 0 0,1 1 0 0 0,1 0-1 0 0,0 0 1 0 0,14-24 0 0 0,-4 12 36 0 0,40-51 1 0 0,-48 69-315 0 0,1 0 1 0 0,-1 1 0 0 0,2-1-1 0 0,-1 2 1 0 0,15-10-1 0 0,-19 14-269 0 0,1 1 1 0 0,-1 0-1 0 0,1 0 0 0 0,0 1 0 0 0,0 0 0 0 0,0 0 0 0 0,0 0 1 0 0,1 1-1 0 0,-1 0 0 0 0,0 0 0 0 0,1 0 0 0 0,9 1 0 0 0,7 2-3164 0 0,32 6 0 0 0,-22-1-2692 0 0,-10-2-1059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1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368 727 2696 0 0,'5'-6'796'0'0,"-1"1"0"0"0,0 0 0 0 0,0-1 0 0 0,0 0 0 0 0,-1 0-1 0 0,1 0 1 0 0,-2 0 0 0 0,1-1 0 0 0,-1 1 0 0 0,0-1 0 0 0,0 1 0 0 0,0-1-1 0 0,-1 0 1 0 0,0 0 0 0 0,-1 1 0 0 0,1-1 0 0 0,-1 0 0 0 0,-2-13 0 0 0,1 18-727 0 0,1 0 0 0 0,-1 0 0 0 0,0 1 0 0 0,0-1 1 0 0,0 0-1 0 0,0 0 0 0 0,0 1 0 0 0,0-1 0 0 0,0 0 1 0 0,-1 1-1 0 0,1-1 0 0 0,-1 1 0 0 0,1 0 0 0 0,-1-1 1 0 0,0 1-1 0 0,1 0 0 0 0,-1 0 0 0 0,0 0 0 0 0,0 0 1 0 0,0 0-1 0 0,1 1 0 0 0,-1-1 0 0 0,0 0 0 0 0,0 1 1 0 0,0 0-1 0 0,0-1 0 0 0,0 1 0 0 0,-1 0 0 0 0,1 0 1 0 0,0 0-1 0 0,0 0 0 0 0,0 0 0 0 0,-3 1 0 0 0,-5 1 83 0 0,0 0 0 0 0,0 0 0 0 0,0 1 1 0 0,0 0-1 0 0,-12 6 0 0 0,1 2-49 0 0,1 0 1 0 0,0 1 0 0 0,1 1-1 0 0,0 1 1 0 0,1 0-1 0 0,0 1 1 0 0,1 1 0 0 0,1 1-1 0 0,1 1 1 0 0,0 0 0 0 0,2 1-1 0 0,0 0 1 0 0,1 1-1 0 0,0 0 1 0 0,-10 29 0 0 0,20-42-82 0 0,0-1 0 0 0,0 1 0 0 0,1-1 0 0 0,-1 1 0 0 0,2-1 0 0 0,-1 1 0 0 0,1 0 0 0 0,0-1 0 0 0,0 1 0 0 0,1 0 0 0 0,0-1 0 0 0,0 1 0 0 0,1-1 0 0 0,-1 1 0 0 0,4 6 0 0 0,-3-9-12 0 0,0 0 0 0 0,0-1 1 0 0,0 1-1 0 0,0-1 0 0 0,1 1 0 0 0,0-1 1 0 0,-1 0-1 0 0,1 0 0 0 0,0 0 0 0 0,1-1 1 0 0,-1 1-1 0 0,0 0 0 0 0,1-1 1 0 0,-1 0-1 0 0,1 0 0 0 0,0 0 0 0 0,0-1 1 0 0,0 1-1 0 0,0-1 0 0 0,0 0 0 0 0,0 0 1 0 0,0 0-1 0 0,0-1 0 0 0,7 1 0 0 0,0-1-2 0 0,-1-1-1 0 0,0 0 0 0 0,1-1 0 0 0,-1 0 0 0 0,0-1 0 0 0,0 0 0 0 0,0 0 1 0 0,-1-1-1 0 0,1-1 0 0 0,-1 1 0 0 0,0-1 0 0 0,0-1 0 0 0,-1 0 0 0 0,1 0 1 0 0,8-10-1 0 0,6-5-71 0 0,-1-1 1 0 0,-1-2 0 0 0,32-46-1 0 0,-21 20-209 0 0,-2-1-1 0 0,-3-2 1 0 0,38-101 0 0 0,32-179-251 0 0,-61 154 204 0 0,-38 166 216 0 0,-5 17 85 0 0,-8 20 22 0 0,-18 74 517 0 0,-37 178 1 0 0,43-153 119 0 0,-16 93 77 0 0,38-184-628 0 0,2 0 0 0 0,2 1 0 0 0,1-1 0 0 0,7 57 0 0 0,-6-81-76 0 0,0 0 1 0 0,1 0-1 0 0,1-1 1 0 0,-1 1-1 0 0,1-1 1 0 0,0 0-1 0 0,1 0 1 0 0,0 0-1 0 0,0 0 1 0 0,1 0 0 0 0,-1-1-1 0 0,1 0 1 0 0,1 0-1 0 0,-1 0 1 0 0,1-1-1 0 0,0 1 1 0 0,0-1-1 0 0,1-1 1 0 0,-1 1 0 0 0,1-1-1 0 0,0-1 1 0 0,0 1-1 0 0,1-1 1 0 0,-1 0-1 0 0,1-1 1 0 0,-1 1-1 0 0,1-2 1 0 0,0 1-1 0 0,0-1 1 0 0,0 0 0 0 0,0-1-1 0 0,-1 1 1 0 0,1-2-1 0 0,0 1 1 0 0,0-1-1 0 0,0 0 1 0 0,0-1-1 0 0,0 0 1 0 0,11-5 0 0 0,2-1 4 0 0,-1-2 0 0 0,-1 0 0 0 0,1-1 0 0 0,-2-1 1 0 0,0 0-1 0 0,0-2 0 0 0,-1 0 0 0 0,-1-1 1 0 0,0-1-1 0 0,-2 0 0 0 0,16-22 0 0 0,4-10 13 0 0,-2-1-1 0 0,49-105 0 0 0,-70 130-32 0 0,-1-1 0 0 0,-1 0 0 0 0,-1-1 0 0 0,-1 0 0 0 0,-2 0 1 0 0,3-29-1 0 0,-8 50 1 0 0,0 1 0 0 0,0-1 0 0 0,0 1 0 0 0,0-1 0 0 0,-1 1 0 0 0,0-1 0 0 0,-2-5 0 0 0,3 9-1 0 0,0 0 0 0 0,-1 0 0 0 0,1 0 0 0 0,-1 0 0 0 0,1-1 0 0 0,-1 1 0 0 0,1 0 0 0 0,-1 0 0 0 0,0 0 0 0 0,0 0 0 0 0,0 0 0 0 0,1 0 0 0 0,-1 1 0 0 0,0-1 0 0 0,0 0 0 0 0,0 0 0 0 0,0 1 0 0 0,0-1 0 0 0,0 0 0 0 0,-1 1 0 0 0,1-1 0 0 0,0 1 0 0 0,0 0 0 0 0,0-1 0 0 0,0 1 0 0 0,-1 0 0 0 0,1 0 0 0 0,0-1 0 0 0,0 1 0 0 0,-1 0 0 0 0,1 0 0 0 0,0 0 0 0 0,-2 1 0 0 0,-6 2-3 0 0,-1 0-1 0 0,1 0 0 0 0,1 1 0 0 0,-1 0 1 0 0,1 1-1 0 0,-1 0 0 0 0,1 0 0 0 0,1 1 1 0 0,-1 0-1 0 0,1 0 0 0 0,0 1 1 0 0,0 0-1 0 0,-6 9 0 0 0,-3 4 3 0 0,1 1 1 0 0,0 0-1 0 0,-21 46 1 0 0,31-56-5 0 0,0 0 1 0 0,1 0 0 0 0,1 0-1 0 0,0 0 1 0 0,0 0 0 0 0,1 1-1 0 0,0-1 1 0 0,1 1 0 0 0,1 22-1 0 0,1-28 8 0 0,-1 0 0 0 0,1 0 0 0 0,1-1 0 0 0,-1 1-1 0 0,1 0 1 0 0,0-1 0 0 0,0 1 0 0 0,1-1 0 0 0,0 1 0 0 0,0-1-1 0 0,0 0 1 0 0,0 0 0 0 0,1-1 0 0 0,0 1 0 0 0,0-1-1 0 0,0 1 1 0 0,0-1 0 0 0,1-1 0 0 0,0 1 0 0 0,0-1-1 0 0,5 4 1 0 0,-2-3 9 0 0,0 0 0 0 0,0 0 0 0 0,1-1-1 0 0,-1 0 1 0 0,1-1 0 0 0,0 0 0 0 0,-1 0-1 0 0,1-1 1 0 0,0 0 0 0 0,0 0 0 0 0,16-2 0 0 0,-12-1 12 0 0,0 0 0 0 0,0 0 0 0 0,0-2 1 0 0,0 1-1 0 0,-1-2 0 0 0,1 0 1 0 0,15-9-1 0 0,-6 1 1 0 0,-1 0-1 0 0,0-2 1 0 0,-1-1 0 0 0,-1-1-1 0 0,0 0 1 0 0,-1-1 0 0 0,28-38 0 0 0,-32 37-13 0 0,-1-2 0 0 0,15-29 0 0 0,-24 41-13 0 0,0-1-1 0 0,0 1 1 0 0,-1-1 0 0 0,0 0 0 0 0,-1 0-1 0 0,0-1 1 0 0,1-19 0 0 0,-3 28 0 0 0,1 1 1 0 0,-1-1 0 0 0,0 1-1 0 0,-1-1 1 0 0,1 1 0 0 0,0-1-1 0 0,0 1 1 0 0,-1 0 0 0 0,1-1-1 0 0,-1 1 1 0 0,1 0 0 0 0,-1-1-1 0 0,1 1 1 0 0,-1 0 0 0 0,0-1-1 0 0,0 1 1 0 0,0 0 0 0 0,1 0-1 0 0,-1 0 1 0 0,0 0 0 0 0,-1 0-1 0 0,1 0 1 0 0,0 0 0 0 0,0 0-1 0 0,0 0 1 0 0,0 1 0 0 0,-1-1-1 0 0,1 0 1 0 0,0 1 0 0 0,-1-1-1 0 0,-1 0 1 0 0,1 1-2 0 0,0 0 1 0 0,-1 0-1 0 0,1 0 1 0 0,0 0-1 0 0,0 0 1 0 0,0 0-1 0 0,-1 1 1 0 0,1-1-1 0 0,0 1 1 0 0,0-1-1 0 0,0 1 1 0 0,0 0-1 0 0,0 0 1 0 0,0 0-1 0 0,0 0 1 0 0,0 0-1 0 0,0 0 1 0 0,1 1-1 0 0,-1-1 0 0 0,-2 3 1 0 0,1-1-4 0 0,0 0 0 0 0,0 0 0 0 0,1 0 1 0 0,-1 1-1 0 0,1 0 0 0 0,0-1 0 0 0,0 1 0 0 0,0 0 0 0 0,0 0 0 0 0,0 0 1 0 0,1 0-1 0 0,0 0 0 0 0,-1 5 0 0 0,2-6 7 0 0,0 0 1 0 0,0 0-1 0 0,0 0 1 0 0,0 0-1 0 0,0 0 0 0 0,1 0 1 0 0,0 0-1 0 0,-1 0 0 0 0,1 0 1 0 0,0-1-1 0 0,0 1 1 0 0,1 0-1 0 0,-1 0 0 0 0,1-1 1 0 0,-1 1-1 0 0,1-1 0 0 0,0 0 1 0 0,0 1-1 0 0,0-1 1 0 0,3 3-1 0 0,2 1 6 0 0,0 0 0 0 0,1 0 0 0 0,-1-1 0 0 0,1 0 0 0 0,0-1 0 0 0,0 1 0 0 0,1-2 0 0 0,-1 1 0 0 0,1-1 0 0 0,14 3-1 0 0,-6-3 18 0 0,-1-1-1 0 0,1-1 0 0 0,0-1 0 0 0,-1 0 0 0 0,18-2 0 0 0,88-7-138 0 0,-121 9 115 0 0,-1 0 0 0 0,1 0-1 0 0,-1 0 1 0 0,1 0 0 0 0,-1 0 0 0 0,1 1 0 0 0,-1-1 0 0 0,1 0 0 0 0,-1 0-1 0 0,1 0 1 0 0,-1 1 0 0 0,0-1 0 0 0,1 0 0 0 0,-1 1 0 0 0,1-1-1 0 0,-1 0 1 0 0,0 1 0 0 0,1-1 0 0 0,-1 0 0 0 0,0 1 0 0 0,1-1-1 0 0,-1 0 1 0 0,0 1 0 0 0,0-1 0 0 0,0 1 0 0 0,1-1 0 0 0,-1 1-1 0 0,0-1 1 0 0,0 1 0 0 0,0-1 0 0 0,0 1 0 0 0,0-1 0 0 0,0 1 0 0 0,0-1-1 0 0,0 1 1 0 0,0-1 0 0 0,0 1 0 0 0,0-1 0 0 0,0 1 0 0 0,0 0-1 0 0,-4 18 13 0 0,-5 2 129 0 0,-1 0-1 0 0,-22 34 1 0 0,-9 18 30 0 0,37-65-141 0 0,1 1 0 0 0,-1 0 0 0 0,2 1 0 0 0,-1-1-1 0 0,1 0 1 0 0,-1 16 0 0 0,3-22-56 0 0,0-1 0 0 0,0 1 1 0 0,0 0-1 0 0,0-1 0 0 0,1 1 0 0 0,0 0 1 0 0,-1-1-1 0 0,1 1 0 0 0,0 0 0 0 0,0-1 1 0 0,0 1-1 0 0,1-1 0 0 0,-1 0 0 0 0,0 1 0 0 0,1-1 1 0 0,0 0-1 0 0,-1 0 0 0 0,1 0 0 0 0,0 0 1 0 0,0 0-1 0 0,0 0 0 0 0,0-1 0 0 0,1 1 1 0 0,-1-1-1 0 0,0 1 0 0 0,1-1 0 0 0,-1 0 1 0 0,1 0-1 0 0,-1 0 0 0 0,1 0 0 0 0,4 1 0 0 0,6 1-730 0 0,0-1-1 0 0,0 0 0 0 0,1-1 1 0 0,-1 0-1 0 0,15-2 1 0 0,-6 0-1774 0 0,1-1 1 0 0,-1-1 0 0 0,32-8 0 0 0,-3-3-5246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1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453 156 188 0 0,'-19'-6'2481'0'0,"0"0"185"0"0,0-1 1 0 0,-19-9-1 0 0,34 14-2226 0 0,1 0-1 0 0,-1 0 0 0 0,0 0 1 0 0,1 0-1 0 0,0-1 1 0 0,-1 0-1 0 0,1 1 1 0 0,0-1-1 0 0,0-1 0 0 0,1 1 1 0 0,-1 0-1 0 0,0-1 1 0 0,1 1-1 0 0,0-1 1 0 0,-3-5-1 0 0,5 7-358 0 0,0 1 1 0 0,0-1-1 0 0,0 1 1 0 0,0-1-1 0 0,0 1 1 0 0,0-1-1 0 0,0 1 1 0 0,1-1-1 0 0,-1 1 1 0 0,0-1-1 0 0,1 1 1 0 0,-1-1-1 0 0,1 1 1 0 0,-1 0-1 0 0,1-1 1 0 0,0 1-1 0 0,0 0 1 0 0,0-1-1 0 0,0 1 1 0 0,-1 0-1 0 0,2 0 1 0 0,-1 0-1 0 0,0 0 1 0 0,0 0-1 0 0,2-2 1 0 0,3-1 122 0 0,-1 1 0 0 0,0-1 1 0 0,1 1-1 0 0,7-4 0 0 0,-8 5-131 0 0,-1 0-1 0 0,1 1 0 0 0,0-1 1 0 0,0 1-1 0 0,0 0 0 0 0,-1 0 0 0 0,1 0 1 0 0,0 1-1 0 0,0 0 0 0 0,0 0 1 0 0,0 0-1 0 0,0 1 0 0 0,0-1 1 0 0,0 1-1 0 0,0 0 0 0 0,0 1 1 0 0,-1-1-1 0 0,1 1 0 0 0,0 0 1 0 0,-1 0-1 0 0,1 0 0 0 0,-1 1 1 0 0,0 0-1 0 0,0-1 0 0 0,0 1 0 0 0,0 1 1 0 0,-1-1-1 0 0,1 1 0 0 0,-1-1 1 0 0,0 1-1 0 0,0 0 0 0 0,0 0 1 0 0,0 0-1 0 0,-1 1 0 0 0,1-1 1 0 0,-1 1-1 0 0,0-1 0 0 0,-1 1 1 0 0,1 0-1 0 0,-1 0 0 0 0,0-1 1 0 0,1 9-1 0 0,-2-1 73 0 0,-1 1 1 0 0,0-1-1 0 0,-1 1 0 0 0,0-1 1 0 0,-1 0-1 0 0,0 0 0 0 0,-1 0 1 0 0,0 0-1 0 0,-1-1 0 0 0,0 1 1 0 0,-1-1-1 0 0,-10 14 0 0 0,-5 6 166 0 0,-1-1 0 0 0,-49 49 0 0 0,9-21 815 0 0,-74 53 0 0 0,-13 12 1049 0 0,148-123-2156 0 0,1 1-1 0 0,-1-1 1 0 0,0 1-1 0 0,1-1 1 0 0,-1 1-1 0 0,1-1 1 0 0,-1 1 0 0 0,1 0-1 0 0,-1-1 1 0 0,1 1-1 0 0,-1-1 1 0 0,1 1-1 0 0,0 0 1 0 0,-1-1-1 0 0,1 1 1 0 0,0 0-1 0 0,0 0 1 0 0,0-1-1 0 0,-1 1 1 0 0,1 0 0 0 0,0 0-1 0 0,0-1 1 0 0,0 1-1 0 0,0 0 1 0 0,0 0-1 0 0,0-1 1 0 0,0 1-1 0 0,1 1 1 0 0,0-1-3 0 0,-1 0 1 0 0,1 0 0 0 0,0 0-1 0 0,0 0 1 0 0,0 0-1 0 0,0 0 1 0 0,0 0-1 0 0,0-1 1 0 0,0 1-1 0 0,1 0 1 0 0,-1 0 0 0 0,0-1-1 0 0,0 1 1 0 0,3 0-1 0 0,7 3 25 0 0,1-1 0 0 0,23 3 0 0 0,-26-4-1 0 0,71 7 44 0 0,1-2 0 0 0,157-9 0 0 0,-54-14 55 0 0,-109-1-2701 0 0,-61 11-316 0 0,-4 1-1618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4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45 1980 0 0,'0'0'1650'0'0,"-2"-15"3143"0"0,-7-14 1503 0 0,7 33-6148 0 0,0 0 1 0 0,0 0 0 0 0,1 1 0 0 0,-1-1 0 0 0,1 1 0 0 0,0-1-1 0 0,1 0 1 0 0,-1 6 0 0 0,-2 43 834 0 0,2-34-672 0 0,-21 353 2815 0 0,1-51-1503 0 0,8-58-500 0 0,-13 346 271 0 0,37-1 71 0 0,51-25-412 0 0,-50-487-948 0 0,13 159 198 0 0,-22-217-283 0 0,-2-25-147 0 0,2 17 210 0 0,1-13-2775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6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373 96 268 0 0,'-1'-6'774'0'0,"0"0"0"0"0,-1 0 0 0 0,1 1-1 0 0,-1-1 1 0 0,0 0 0 0 0,-1 1 0 0 0,1 0 0 0 0,-1 0 0 0 0,0-1-1 0 0,-6-6 1 0 0,7 10-645 0 0,-1-1 0 0 0,1 1-1 0 0,-1 0 1 0 0,0-1 0 0 0,0 1-1 0 0,0 0 1 0 0,0 1 0 0 0,0-1-1 0 0,0 1 1 0 0,-1-1 0 0 0,1 1-1 0 0,-1 0 1 0 0,1 0 0 0 0,0 0-1 0 0,-1 1 1 0 0,1-1 0 0 0,-1 1-1 0 0,0 0 1 0 0,-5 0 0 0 0,-2 1-47 0 0,1 1 1 0 0,0 1-1 0 0,0 0 0 0 0,0 0 1 0 0,0 0-1 0 0,1 2 1 0 0,0-1-1 0 0,-1 1 0 0 0,1 0 1 0 0,1 1-1 0 0,-1 0 1 0 0,1 0-1 0 0,0 1 0 0 0,-10 11 1 0 0,2 0 23 0 0,1 0-1 0 0,0 0 1 0 0,1 2 0 0 0,1-1 0 0 0,-16 34 0 0 0,25-45-83 0 0,0 1 0 0 0,1-1 0 0 0,0 1 0 0 0,0 0 0 0 0,1 0 0 0 0,0 0 1 0 0,1 0-1 0 0,0 0 0 0 0,0 12 0 0 0,1-18-13 0 0,0 1 1 0 0,1-1-1 0 0,-1 0 1 0 0,1 0-1 0 0,0 0 1 0 0,0 0-1 0 0,0 1 1 0 0,0-1-1 0 0,1-1 1 0 0,-1 1-1 0 0,1 0 1 0 0,0 0-1 0 0,0 0 0 0 0,0-1 1 0 0,0 1-1 0 0,0-1 1 0 0,0 0-1 0 0,1 0 1 0 0,-1 1-1 0 0,1-1 1 0 0,-1-1-1 0 0,1 1 1 0 0,0 0-1 0 0,0-1 1 0 0,0 1-1 0 0,0-1 1 0 0,0 0-1 0 0,0 0 0 0 0,4 1 1 0 0,3 0 3 0 0,0 0 0 0 0,0-1 0 0 0,0 0 0 0 0,1-1 0 0 0,-1 0 0 0 0,0 0 0 0 0,0-1 0 0 0,0 0 0 0 0,0-1 0 0 0,0 0 0 0 0,0-1 0 0 0,0 0 0 0 0,-1 0 0 0 0,1-1 0 0 0,-1 0 0 0 0,0-1 0 0 0,0 0 0 0 0,15-11 0 0 0,-11 5 170 0 0,-1 0 0 0 0,0 0-1 0 0,0-1 1 0 0,-1-1-1 0 0,-1 1 1 0 0,0-2-1 0 0,0 0 1 0 0,-2 0-1 0 0,0 0 1 0 0,12-29-1 0 0,15-39 1746 0 0,-34 81-1776 0 0,4 53 186 0 0,-9 10-522 0 0,-2 102 1109 0 0,8-143-1695 0 0,7 38 1 0 0,-6-45-436 0 0,1 0 0 0 0,1-1 0 0 0,9 21 1 0 0,-3-16-2977 0 0,0-3-2103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6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80 940 0 0,'29'-80'16862'0'0,"-22"90"-15118"0"0,-6 16-1005 0 0,-2 0-1 0 0,0-1 1 0 0,-9 43 0 0 0,6-39-1196 0 0,0 1-1 0 0,1 46 1 0 0,3-67-562 0 0,1 0 1 0 0,0 1 0 0 0,5 14 0 0 0,-5-21 89 0 0,0 0 1 0 0,0 0-1 0 0,0 0 0 0 0,0-1 0 0 0,1 1 1 0 0,0 0-1 0 0,-1-1 0 0 0,5 5 0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7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1264 0 0,'20'-41'5737'0'0,"11"-18"3942"0"0,-31 60-9627 0 0,1-1 0 0 0,-1 0 0 0 0,1 0 0 0 0,-1 1 0 0 0,1-1 0 0 0,-1 0 0 0 0,0 1 0 0 0,1-1 0 0 0,-1 0 0 0 0,0 1 0 0 0,1-1 0 0 0,-1 1 0 0 0,0-1 0 0 0,0 0 0 0 0,1 1 1 0 0,-1-1-1 0 0,0 1 0 0 0,0-1 0 0 0,0 1 0 0 0,0-1 0 0 0,0 1 0 0 0,1-1 0 0 0,-1 1 0 0 0,0-1 0 0 0,0 1 0 0 0,0-1 0 0 0,0 1 0 0 0,0-1 0 0 0,-1 1 0 0 0,1-1 0 0 0,0 1 1 0 0,-1 14 253 0 0,-20 70 516 0 0,11-47-1253 0 0,-5 41 0 0 0,12-20-3062 0 0,4-47 1781 0 0,1-1 0 0 0,-1 0 0 0 0,5 15 0 0 0,3 1-4155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0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295 115 1404 0 0,'-3'-22'2814'0'0,"2"13"-2068"0"0,0 1 0 0 0,-1-1-1 0 0,0 0 1 0 0,0 1 0 0 0,-1 0 0 0 0,0 0-1 0 0,-6-13 1 0 0,9 20-725 0 0,-1 0-1 0 0,0 0 1 0 0,0 1-1 0 0,0-1 1 0 0,0 0-1 0 0,1 0 1 0 0,-1 0-1 0 0,0 1 1 0 0,0-1-1 0 0,-1 0 1 0 0,1 1-1 0 0,0-1 1 0 0,0 1-1 0 0,0-1 1 0 0,0 1 0 0 0,0 0-1 0 0,-1-1 1 0 0,1 1-1 0 0,0 0 1 0 0,0 0-1 0 0,-2 0 1 0 0,-24 4 127 0 0,12 1-101 0 0,1 2-1 0 0,0-1 1 0 0,0 2-1 0 0,1 0 0 0 0,-1 0 1 0 0,2 2-1 0 0,-1-1 0 0 0,2 1 1 0 0,-1 1-1 0 0,1 0 1 0 0,1 1-1 0 0,0 0 0 0 0,1 1 1 0 0,0 0-1 0 0,1 0 1 0 0,-12 25-1 0 0,18-34-21 0 0,1 1-1 0 0,-1 0 1 0 0,1-1 0 0 0,0 1-1 0 0,1 0 1 0 0,-1 0 0 0 0,1-1-1 0 0,0 1 1 0 0,0 0-1 0 0,0 0 1 0 0,0-1 0 0 0,1 1-1 0 0,0 0 1 0 0,0 0 0 0 0,0-1-1 0 0,4 8 1 0 0,-4-9-6 0 0,1-1 1 0 0,0 1-1 0 0,0-1 0 0 0,-1 1 0 0 0,2-1 1 0 0,-1 1-1 0 0,0-1 0 0 0,0 0 0 0 0,1 0 1 0 0,-1 0-1 0 0,1 0 0 0 0,0-1 1 0 0,-1 1-1 0 0,1-1 0 0 0,0 0 0 0 0,0 1 1 0 0,0-1-1 0 0,0-1 0 0 0,0 1 1 0 0,0 0-1 0 0,0-1 0 0 0,0 1 0 0 0,0-1 1 0 0,1 0-1 0 0,-1 0 0 0 0,3-1 0 0 0,3 1 73 0 0,-1-1 0 0 0,0 0 0 0 0,0-1 0 0 0,1 1 0 0 0,-1-2 0 0 0,0 1 0 0 0,-1-1 0 0 0,1 0 0 0 0,0-1 0 0 0,7-5 0 0 0,-5 2 76 0 0,-1 0 0 0 0,0 0 0 0 0,-1-1 1 0 0,1-1-1 0 0,-2 1 0 0 0,13-18 0 0 0,-4 2 471 0 0,-8 12-219 0 0,1 0 0 0 0,14-17 1 0 0,-21 28-424 0 0,-1 2 7 0 0,1 0-4 0 0,-1 1 1 0 0,1-1-1 0 0,-1 1 1 0 0,1-1-1 0 0,-1 1 1 0 0,0-1 0 0 0,1 1-1 0 0,-1 0 1 0 0,0 0-1 0 0,0 0 1 0 0,0 0-1 0 0,-1 0 1 0 0,1 0-1 0 0,0 0 1 0 0,-1 0 0 0 0,1 0-1 0 0,-1 0 1 0 0,0 0-1 0 0,1 0 1 0 0,-1 0-1 0 0,-1 3 1 0 0,2 4 5 0 0,11 62 83 0 0,12 54-1469 0 0,-18-103-1404 0 0,14 36 1 0 0,-12-42-360 0 0,1-5-1072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1960 0 0,'6'-17'3609'0'0,"-3"7"-2166"0"0,1-1-1 0 0,0 1 1 0 0,0 1 0 0 0,10-15 0 0 0,-13 22-1369 0 0,1-1 1 0 0,-1 1 0 0 0,1 0 0 0 0,0 0-1 0 0,0 0 1 0 0,0 0 0 0 0,0 1-1 0 0,0-1 1 0 0,0 1 0 0 0,1-1 0 0 0,-1 1-1 0 0,0 0 1 0 0,1 0 0 0 0,-1 0-1 0 0,1 0 1 0 0,0 0 0 0 0,-1 0 0 0 0,1 1-1 0 0,-1-1 1 0 0,1 1 0 0 0,0 0 0 0 0,0 0-1 0 0,4 0 1 0 0,-5 0-39 0 0,1 0 1 0 0,-1 0-1 0 0,1 1 0 0 0,-1-1 1 0 0,0 0-1 0 0,1 1 0 0 0,-1 0 1 0 0,0 0-1 0 0,0 0 0 0 0,1 0 1 0 0,-1 0-1 0 0,0 0 0 0 0,0 0 1 0 0,0 0-1 0 0,0 1 1 0 0,0-1-1 0 0,-1 1 0 0 0,1 0 1 0 0,0 0-1 0 0,-1-1 0 0 0,1 1 1 0 0,-1 0-1 0 0,0 0 0 0 0,1 0 1 0 0,-1 0-1 0 0,0 1 0 0 0,0-1 1 0 0,0 0-1 0 0,-1 0 0 0 0,1 1 1 0 0,-1-1-1 0 0,1 0 0 0 0,-1 1 1 0 0,0-1-1 0 0,1 1 0 0 0,-1-1 1 0 0,-1 0-1 0 0,1 1 0 0 0,0-1 1 0 0,-1 5-1 0 0,-5 12 443 0 0,-1 0-1 0 0,0 0 0 0 0,-17 32 1 0 0,-4 8-71 0 0,27-58-404 0 0,1-1 1 0 0,0 0-1 0 0,0 1 1 0 0,0-1-1 0 0,0 1 1 0 0,0-1-1 0 0,0 1 1 0 0,0-1-1 0 0,0 0 1 0 0,0 1-1 0 0,0-1 1 0 0,0 1-1 0 0,0-1 1 0 0,0 0-1 0 0,0 1 1 0 0,0-1-1 0 0,0 1 1 0 0,0-1 0 0 0,0 0-1 0 0,1 1 1 0 0,-1-1-1 0 0,0 1 1 0 0,0-1-1 0 0,1 0 1 0 0,-1 1-1 0 0,0-1 1 0 0,0 0-1 0 0,1 0 1 0 0,-1 1-1 0 0,0-1 1 0 0,1 0-1 0 0,-1 1 1 0 0,0-1-1 0 0,1 0 1 0 0,-1 0-1 0 0,0 0 1 0 0,1 0-1 0 0,-1 1 1 0 0,1-1-1 0 0,-1 0 1 0 0,0 0-1 0 0,1 0 1 0 0,-1 0-1 0 0,1 0 1 0 0,20 1 56 0 0,-18-1-49 0 0,16-1-442 0 0,0 0 0 0 0,0-2 0 0 0,-1 0 0 0 0,1-1 0 0 0,17-7 1 0 0,45-20-7173 0 0,-54 17 1523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0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54 888 0 0,'7'-11'3676'0'0,"0"0"-1"0"0,1 1 1 0 0,11-12 1539 0 0,-18 22-5127 0 0,0 1-1 0 0,0-1 1 0 0,0 0 0 0 0,0 1-1 0 0,0-1 1 0 0,-1 1-1 0 0,1-1 1 0 0,0 1 0 0 0,0-1-1 0 0,0 1 1 0 0,0-1-1 0 0,-1 1 1 0 0,1 0 0 0 0,0 0-1 0 0,0-1 1 0 0,-1 1-1 0 0,1 0 1 0 0,-1 0 0 0 0,1 0-1 0 0,-1 0 1 0 0,1 0-1 0 0,-1-1 1 0 0,1 1 0 0 0,-1 0-1 0 0,0 0 1 0 0,0 0-1 0 0,1 0 1 0 0,-1 0 0 0 0,0 2-1 0 0,4 33 612 0 0,-4-30-495 0 0,2 44 318 0 0,-1-4-514 0 0,10 59-1 0 0,-9-93-827 0 0,0 1-1 0 0,2-1 1 0 0,-1 1-1 0 0,2-1 1 0 0,-1 0-1 0 0,2-1 1 0 0,-1 1 0 0 0,2-1-1 0 0,9 15 1 0 0,2-8-3487 0 0,2-2-1976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4.3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298 209 804 0 0,'-39'-123'8085'0'0,"22"74"-6054"0"0,16 47-1958 0 0,1-1 0 0 0,-1 1-1 0 0,0 0 1 0 0,0 0 0 0 0,0 0 0 0 0,0 0-1 0 0,0 0 1 0 0,-1 0 0 0 0,1 0-1 0 0,0 0 1 0 0,-1 0 0 0 0,0 0 0 0 0,1 1-1 0 0,-1-1 1 0 0,0 1 0 0 0,0-1-1 0 0,-2 0 1 0 0,0 1-62 0 0,0 1 0 0 0,0 0 0 0 0,0 0 0 0 0,-1 0 0 0 0,1 0 0 0 0,0 1 0 0 0,0 0 0 0 0,0-1 0 0 0,0 2 0 0 0,0-1 0 0 0,0 0 0 0 0,1 1 0 0 0,-1 0 0 0 0,0-1 0 0 0,1 2 0 0 0,-1-1 0 0 0,1 0 0 0 0,0 1 0 0 0,-1-1 0 0 0,1 1 0 0 0,-4 5 0 0 0,0-1 22 0 0,-9 6-32 0 0,1 1-1 0 0,1 1 1 0 0,0 0 0 0 0,-13 21 0 0 0,23-30 8 0 0,-1 1 0 0 0,1 0 1 0 0,0 0-1 0 0,1 0 0 0 0,0 0 1 0 0,0 1-1 0 0,1-1 0 0 0,0 1 1 0 0,0 0-1 0 0,0-1 0 0 0,1 1 1 0 0,0 0-1 0 0,1 15 0 0 0,0-19 5 0 0,1-1 0 0 0,0 1-1 0 0,0-1 1 0 0,-1 0 0 0 0,2 1-1 0 0,-1-1 1 0 0,0 0 0 0 0,1 0-1 0 0,0 0 1 0 0,-1 0 0 0 0,1 0-1 0 0,0 0 1 0 0,1 0 0 0 0,-1-1-1 0 0,0 1 1 0 0,1-1 0 0 0,-1 1-1 0 0,1-1 1 0 0,0 0 0 0 0,0 0-1 0 0,0 0 1 0 0,0-1 0 0 0,0 1-1 0 0,0-1 1 0 0,1 0 0 0 0,-1 1-1 0 0,0-2 1 0 0,1 1 0 0 0,-1 0-1 0 0,1-1 1 0 0,-1 1 0 0 0,7-1-1 0 0,-3 0 61 0 0,0 0-1 0 0,0 0 0 0 0,0-1 0 0 0,0 0 0 0 0,0 0 0 0 0,0-1 0 0 0,-1 0 1 0 0,1 0-1 0 0,-1 0 0 0 0,1-1 0 0 0,-1 0 0 0 0,0-1 0 0 0,0 1 1 0 0,0-1-1 0 0,10-9 0 0 0,5-10 844 0 0,30-43-1 0 0,-27 33-185 0 0,-24 32-691 0 0,3 2-25 0 0,-1 0-9 0 0,-1 0 1 0 0,1 0 0 0 0,0 1-1 0 0,-1-1 1 0 0,1 1-1 0 0,-1-1 1 0 0,0 1-1 0 0,1 0 1 0 0,-1-1-1 0 0,0 1 1 0 0,0 0-1 0 0,0 0 1 0 0,0 0-1 0 0,0 0 1 0 0,-1 0 0 0 0,1 0-1 0 0,0 0 1 0 0,-1 0-1 0 0,0 0 1 0 0,1 3-1 0 0,4 57 78 0 0,-4-35-67 0 0,5 46-132 0 0,6 50-3057 0 0,-8-105 619 0 0,0 1 0 0 0,8 22 0 0 0,-5-26-1214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4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1 122 416 0 0,'0'-9'2091'0'0,"1"0"0"0"0,0 0 0 0 0,0 1 0 0 0,5-13 0 0 0,-5 16-1638 0 0,1 0 1 0 0,-1 0-1 0 0,1 1 1 0 0,1-1-1 0 0,-1 1 1 0 0,1-1-1 0 0,-1 1 1 0 0,6-6-1 0 0,-5 8-412 0 0,0 0 1 0 0,0 0-1 0 0,0 0 0 0 0,0 0 0 0 0,0 1 1 0 0,0 0-1 0 0,0-1 0 0 0,0 1 0 0 0,1 0 1 0 0,-1 1-1 0 0,0-1 0 0 0,1 0 0 0 0,-1 1 1 0 0,1 0-1 0 0,-1 0 0 0 0,0 0 1 0 0,1 0-1 0 0,5 2 0 0 0,-7-2-18 0 0,0 0-18 0 0,1 0 1 0 0,-1 0-1 0 0,0 1 0 0 0,1-1 0 0 0,-1 1 0 0 0,0-1 0 0 0,0 1 0 0 0,0 0 0 0 0,1 0 0 0 0,-1 0 0 0 0,0 0 0 0 0,0 0 0 0 0,-1 1 0 0 0,1-1 0 0 0,3 3 0 0 0,-4-3-2 0 0,0 0 0 0 0,-1 1 0 0 0,1-1 1 0 0,0 0-1 0 0,-1 0 0 0 0,1 1 0 0 0,-1-1 0 0 0,1 0 0 0 0,-1 1 0 0 0,0-1 1 0 0,0 0-1 0 0,1 1 0 0 0,-1-1 0 0 0,0 1 0 0 0,0-1 0 0 0,-1 0 0 0 0,1 1 0 0 0,-1 2 1 0 0,0 2 8 0 0,-2 0 1 0 0,1 0-1 0 0,-1-1 1 0 0,0 1-1 0 0,0-1 1 0 0,0 1-1 0 0,-1-1 1 0 0,-8 9-1 0 0,-33 36 184 0 0,44-49-189 0 0,1-1-6 0 0,0 0-1 0 0,1 0 0 0 0,-1 0 1 0 0,0 0-1 0 0,0 0 0 0 0,0 0 1 0 0,0 0-1 0 0,0 0 0 0 0,0 0 0 0 0,0 0 1 0 0,0 0-1 0 0,0 0 0 0 0,0 0 1 0 0,0 0-1 0 0,1 0 0 0 0,-1 0 1 0 0,0 0-1 0 0,0 1 0 0 0,0-1 0 0 0,0 0 1 0 0,0 0-1 0 0,0 0 0 0 0,0 0 1 0 0,0 0-1 0 0,0 0 0 0 0,0 0 0 0 0,0 0 1 0 0,0 0-1 0 0,0 0 0 0 0,0 0 1 0 0,0 1-1 0 0,0-1 0 0 0,0 0 1 0 0,0 0-1 0 0,0 0 0 0 0,0 0 0 0 0,0 0 1 0 0,0 0-1 0 0,0 0 0 0 0,0 0 1 0 0,0 0-1 0 0,0 1 0 0 0,0-1 1 0 0,0 0-1 0 0,0 0 0 0 0,0 0 0 0 0,0 0 1 0 0,0 0-1 0 0,0 0 0 0 0,0 0 1 0 0,0 0-1 0 0,0 0 0 0 0,-1 0 0 0 0,1 0 1 0 0,0 0-1 0 0,0 0 0 0 0,0 1 1 0 0,0 2 0 0 0,21 1 6 0 0,-7-2-58 0 0,1 1 0 0 0,-1 0 0 0 0,0 1 1 0 0,23 9-1 0 0,-33-11 186 0 0,1 1 0 0 0,-1-1 1 0 0,1 1-1 0 0,-1 0 0 0 0,0 0 0 0 0,0 0 0 0 0,0 0 1 0 0,0 1-1 0 0,-1 0 0 0 0,0-1 0 0 0,1 1 1 0 0,-1 1-1 0 0,-1-1 0 0 0,1 0 0 0 0,0 1 0 0 0,1 5 1 0 0,-3-8-32 0 0,-1 0-1 0 0,0 0 1 0 0,0 0 0 0 0,1-1 0 0 0,-1 1 0 0 0,0 0 0 0 0,-1 0 0 0 0,1 0 0 0 0,0 0-1 0 0,0 0 1 0 0,-1 0 0 0 0,1 0 0 0 0,-1-1 0 0 0,0 1 0 0 0,0 0 0 0 0,1 0 0 0 0,-1-1-1 0 0,0 1 1 0 0,0 0 0 0 0,0-1 0 0 0,-1 1 0 0 0,1-1 0 0 0,0 1 0 0 0,-1-1 0 0 0,1 0-1 0 0,-3 2 1 0 0,-2 2 33 0 0,-2 1-1 0 0,1-1 0 0 0,0-1 1 0 0,-9 5-1 0 0,-13 4-1208 0 0,-40 11 0 0 0,50-18-1689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4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2976 0 0,'15'-11'2784'0'0,"-8"4"-829"0"0,1 1 0 0 0,1 0 0 0 0,15-8 0 0 0,-24 13-1903 0 0,1 1-1 0 0,0 0 1 0 0,-1 0 0 0 0,1 1 0 0 0,-1-1 0 0 0,1 0-1 0 0,0 0 1 0 0,-1 0 0 0 0,1 0 0 0 0,-1 0-1 0 0,1 1 1 0 0,-1-1 0 0 0,1 0 0 0 0,-1 0 0 0 0,1 1-1 0 0,-1-1 1 0 0,1 0 0 0 0,-1 1 0 0 0,1-1-1 0 0,-1 1 1 0 0,1-1 0 0 0,-1 1 0 0 0,0-1 0 0 0,1 1-1 0 0,-1-1 1 0 0,0 1 0 0 0,1-1 0 0 0,-1 1-1 0 0,0-1 1 0 0,0 1 0 0 0,8 16 638 0 0,-2 8-359 0 0,-1-1 0 0 0,-2 1-1 0 0,2 39 1 0 0,2 18-125 0 0,-2-44-879 0 0,12 39 0 0 0,-14-64-391 0 0,1-1 1 0 0,1 0 0 0 0,0 0-1 0 0,1 0 1 0 0,0 0 0 0 0,15 20-1 0 0,7-3-5146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7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265 175 296 0 0,'3'-18'2597'0'0,"2"-2"818"0"0,2-34-1 0 0,-6 49-3055 0 0,-1 0 1 0 0,0 0-1 0 0,0 1 0 0 0,-1-1 0 0 0,1 0 0 0 0,-1 0 0 0 0,0 0 0 0 0,-1 0 0 0 0,1 1 0 0 0,-1-1 0 0 0,0 1 1 0 0,-3-8-1 0 0,4 11-307 0 0,0 0 1 0 0,0 0 0 0 0,0 0 0 0 0,0 0-1 0 0,0 0 1 0 0,-1 0 0 0 0,1 0-1 0 0,0 1 1 0 0,0-1 0 0 0,-1 0 0 0 0,1 1-1 0 0,-1-1 1 0 0,1 0 0 0 0,0 1-1 0 0,-1 0 1 0 0,1-1 0 0 0,-1 1 0 0 0,1 0-1 0 0,-1 0 1 0 0,1 0 0 0 0,-1 0-1 0 0,1 0 1 0 0,-1 0 0 0 0,-2 1 0 0 0,0 0-7 0 0,0 0 0 0 0,0 0 0 0 0,0 0 0 0 0,-1 1 0 0 0,1-1 0 0 0,0 1 0 0 0,-5 4 0 0 0,-10 8 9 0 0,2 1 1 0 0,0 0-1 0 0,1 1 1 0 0,0 1 0 0 0,1 1-1 0 0,1 0 1 0 0,1 1-1 0 0,-19 36 1 0 0,27-45-37 0 0,0 1 1 0 0,0 0-1 0 0,1 0 1 0 0,1 0-1 0 0,0 0 1 0 0,-3 24-1 0 0,5-31-7 0 0,1 0 1 0 0,0 1-1 0 0,0-1 0 0 0,0 1 0 0 0,1-1 1 0 0,0 1-1 0 0,0-1 0 0 0,0 0 1 0 0,2 7-1 0 0,-2-9-3 0 0,0 0 1 0 0,1 0-1 0 0,-1 1 1 0 0,1-1-1 0 0,-1 0 1 0 0,1 0-1 0 0,0-1 1 0 0,-1 1-1 0 0,1 0 0 0 0,0 0 1 0 0,0-1-1 0 0,0 1 1 0 0,0-1-1 0 0,1 0 1 0 0,-1 0-1 0 0,0 0 1 0 0,5 2-1 0 0,-3-2-3 0 0,0 0 0 0 0,0 0-1 0 0,0 0 1 0 0,0 0 0 0 0,0 0 0 0 0,1-1-1 0 0,-1 0 1 0 0,0 0 0 0 0,1 0 0 0 0,-1-1-1 0 0,0 1 1 0 0,0-1 0 0 0,0 0 0 0 0,0 0-1 0 0,1-1 1 0 0,-1 1 0 0 0,-1-1 0 0 0,1 0-1 0 0,0 0 1 0 0,0 0 0 0 0,-1 0 0 0 0,1-1-1 0 0,-1 1 1 0 0,0-1 0 0 0,1 0 0 0 0,-1 0-1 0 0,-1 0 1 0 0,1 0 0 0 0,2-5-1 0 0,6-9 23 0 0,0 0-1 0 0,-2-1 1 0 0,0 0-1 0 0,12-36 1 0 0,-12 29 45 0 0,17-46 1053 0 0,-25 68-988 0 0,4 14 153 0 0,-3 15 14 0 0,-2 0 1 0 0,0 1-1 0 0,-2-1 0 0 0,-7 38 0 0 0,-2 24-202 0 0,8-59-803 0 0,-1 41-2781 0 0,6-24-4127 0 0,-1-30 1228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7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76 2084 0 0,'8'-25'4183'0'0,"9"-26"6335"0"0,-16 51-10426 0 0,-1 0 0 0 0,1 1 1 0 0,-1-1-1 0 0,1 0 0 0 0,-1 0 1 0 0,1 1-1 0 0,-1-1 0 0 0,1 0 1 0 0,-1 0-1 0 0,1 1 0 0 0,-1-1 1 0 0,0 1-1 0 0,1-1 0 0 0,-1 0 0 0 0,0 1 1 0 0,1-1-1 0 0,-1 1 0 0 0,0-1 1 0 0,1 1-1 0 0,-3 33 1130 0 0,-2-1 0 0 0,-12 58 0 0 0,9-63-1445 0 0,1 0 0 0 0,2 1-1 0 0,1 0 1 0 0,1 50 0 0 0,2-77-13 0 0,0-1 1 0 0,0 1-1 0 0,0 0 0 0 0,1 0 0 0 0,-1 0 0 0 0,0 0 1 0 0,1-1-1 0 0,-1 1 0 0 0,1 0 0 0 0,0 0 0 0 0,0-1 1 0 0,0 1-1 0 0,-1 0 0 0 0,1-1 0 0 0,1 1 0 0 0,-1-1 1 0 0,0 0-1 0 0,0 1 0 0 0,1-1 0 0 0,1 2 0 0 0,12 0-3380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8.4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75 2724 0 0,'3'-7'1298'0'0,"1"-1"-1"0"0,0 1 0 0 0,0 1 0 0 0,1-1 1 0 0,0 1-1 0 0,6-7 0 0 0,-9 11-1038 0 0,1 0-1 0 0,0 0 0 0 0,-1 0 1 0 0,1 0-1 0 0,0 1 0 0 0,0-1 0 0 0,0 1 1 0 0,0 0-1 0 0,0-1 0 0 0,0 1 1 0 0,0 1-1 0 0,0-1 0 0 0,0 0 1 0 0,1 1-1 0 0,-1 0 0 0 0,0-1 1 0 0,4 2-1 0 0,-2-1-142 0 0,-1 1 0 0 0,1-1 0 0 0,-1 2 0 0 0,1-1 0 0 0,-1 0 0 0 0,0 1 0 0 0,1 0 1 0 0,-1 0-1 0 0,0 0 0 0 0,0 0 0 0 0,0 1 0 0 0,-1-1 0 0 0,1 1 0 0 0,0 0 0 0 0,-1 0 0 0 0,0 1 0 0 0,0-1 0 0 0,0 1 1 0 0,0-1-1 0 0,0 1 0 0 0,-1 0 0 0 0,0 0 0 0 0,0 0 0 0 0,0 0 0 0 0,0 1 0 0 0,0-1 0 0 0,-1 0 0 0 0,0 1 0 0 0,0-1 0 0 0,0 1 1 0 0,0 0-1 0 0,-1-1 0 0 0,0 1 0 0 0,0-1 0 0 0,0 1 0 0 0,-1 0 0 0 0,1-1 0 0 0,-1 1 0 0 0,0-1 0 0 0,0 1 0 0 0,-1-1 1 0 0,-3 8-1 0 0,-6 8 480 0 0,-1-1 1 0 0,0 0 0 0 0,-2 0-1 0 0,0-1 1 0 0,-33 30 0 0 0,-23 30 1014 0 0,69-78-1589 0 0,1 1-1 0 0,-1 0 0 0 0,0-1 1 0 0,1 1-1 0 0,-1 0 0 0 0,1 0 1 0 0,-1-1-1 0 0,1 1 1 0 0,-1 0-1 0 0,1 0 0 0 0,0 0 1 0 0,-1 0-1 0 0,1 0 0 0 0,0 0 1 0 0,0 0-1 0 0,0 0 0 0 0,0 0 1 0 0,0-1-1 0 0,0 1 0 0 0,0 0 1 0 0,0 0-1 0 0,0 0 0 0 0,0 0 1 0 0,0 0-1 0 0,0 0 0 0 0,1 1 1 0 0,0-1-10 0 0,0 0 0 0 0,0 0 0 0 0,0 0 0 0 0,0 0 1 0 0,0 0-1 0 0,0 0 0 0 0,1 0 0 0 0,-1 0 0 0 0,0-1 0 0 0,0 1 1 0 0,1 0-1 0 0,-1-1 0 0 0,0 1 0 0 0,1-1 0 0 0,1 1 0 0 0,6 0-22 0 0,1 1 0 0 0,-1-1 0 0 0,0-1 0 0 0,12 0 0 0 0,26-3-3145 0 0,88-17 1 0 0,-17-11-7617 0 0,-71 14 2896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8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421 158 552 0 0,'-9'-12'2322'0'0,"1"0"-1"0"0,0-1 1 0 0,-12-25-1 0 0,-10-16 3706 0 0,29 52-5855 0 0,-1 0-1 0 0,1 0 0 0 0,-1 0 0 0 0,0 0 0 0 0,0 0 0 0 0,0 0 0 0 0,0 1 1 0 0,0-1-1 0 0,0 1 0 0 0,0-1 0 0 0,-1 1 0 0 0,1 0 0 0 0,0 0 0 0 0,-1 0 1 0 0,1 0-1 0 0,-1 0 0 0 0,-4-1 0 0 0,2 2-33 0 0,0 0 1 0 0,1 0-1 0 0,-1 0 1 0 0,0 0-1 0 0,1 1 0 0 0,-1 0 1 0 0,0 0-1 0 0,1 0 1 0 0,-7 3-1 0 0,-5 3 80 0 0,1 1 0 0 0,-1 0 0 0 0,2 1 0 0 0,-19 15 0 0 0,15-10-70 0 0,1 0-1 0 0,0 1 1 0 0,1 1-1 0 0,-18 25 1 0 0,27-33-109 0 0,1 1 1 0 0,0 0-1 0 0,1 0 0 0 0,0 0 1 0 0,0 1-1 0 0,1 0 0 0 0,1 0 1 0 0,-1 0-1 0 0,2 0 0 0 0,-1 0 1 0 0,-1 17-1 0 0,4-24-28 0 0,0-1 0 0 0,0 1 0 0 0,0 0 0 0 0,0 0 0 0 0,1 0 0 0 0,-1 0 1 0 0,1-1-1 0 0,0 1 0 0 0,-1 0 0 0 0,1 0 0 0 0,0-1 0 0 0,1 1 0 0 0,-1 0 0 0 0,0-1 0 0 0,1 0 0 0 0,0 1 0 0 0,-1-1 0 0 0,1 0 0 0 0,0 0 0 0 0,0 0 1 0 0,0 0-1 0 0,1 0 0 0 0,-1 0 0 0 0,0 0 0 0 0,1-1 0 0 0,-1 1 0 0 0,1-1 0 0 0,3 1 0 0 0,-2 0-1 0 0,1-1 0 0 0,0 1 0 0 0,0-1 0 0 0,-1-1 0 0 0,1 1-1 0 0,0-1 1 0 0,0 0 0 0 0,0 0 0 0 0,0 0 0 0 0,0 0 0 0 0,0-1 0 0 0,0 0 0 0 0,-1 0 0 0 0,1-1 0 0 0,9-3-1 0 0,-1-1-2 0 0,-1-1 0 0 0,0-1 0 0 0,0 0 0 0 0,0 0 0 0 0,-1-2 0 0 0,0 1-1 0 0,-1-1 1 0 0,0-1 0 0 0,-1 1 0 0 0,13-20 0 0 0,60-87-29 0 0,-82 116 19 0 0,1 1 1 0 0,-1-1 0 0 0,0 0-1 0 0,1 1 1 0 0,-1-1 0 0 0,1 1-1 0 0,-1-1 1 0 0,1 1 0 0 0,-1-1-1 0 0,1 1 1 0 0,-1-1 0 0 0,1 1-1 0 0,-1-1 1 0 0,1 1 0 0 0,0 0-1 0 0,-1-1 1 0 0,1 1-1 0 0,0 0 1 0 0,-1-1 0 0 0,1 1-1 0 0,0 0 1 0 0,-1 0 0 0 0,1 0-1 0 0,0 0 1 0 0,0 0 0 0 0,0 0-1 0 0,0 0 11 0 0,-1 1 0 0 0,1-1 1 0 0,0 1-1 0 0,-1-1 0 0 0,1 1 0 0 0,0 0 0 0 0,-1-1 0 0 0,1 1 0 0 0,-1 0 0 0 0,1-1 0 0 0,-1 1 0 0 0,0 0 0 0 0,1 0 0 0 0,-1-1 0 0 0,0 1 0 0 0,0 0 0 0 0,1 0 0 0 0,-1 0 1 0 0,5 41 737 0 0,-10 81 475 0 0,1-65-1754 0 0,6 80 0 0 0,-1-126-838 0 0,1-1 1 0 0,6 22 0 0 0,-7-30 165 0 0,0 1 1 0 0,0-1-1 0 0,1 1 1 0 0,0-1 0 0 0,0 0-1 0 0,0 1 1 0 0,3 3 0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9.1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2212 0 0,'9'-15'4730'0'0,"19"-26"-1"0"0,-9 14 1020 0 0,-17 28-4986 0 0,0 0-642 0 0,-1 0-1 0 0,0 0 1 0 0,1 0-1 0 0,-1 0 1 0 0,0 1-1 0 0,0-1 1 0 0,0 0-1 0 0,0 1 1 0 0,0-1-1 0 0,0 0 1 0 0,0 1-1 0 0,0-1 1 0 0,0 1 0 0 0,-1 0-1 0 0,1-1 1 0 0,-1 1-1 0 0,1-1 1 0 0,-1 1-1 0 0,0 0 1 0 0,0 0-1 0 0,1-1 1 0 0,-1 1-1 0 0,0 0 1 0 0,0-1-1 0 0,-1 1 1 0 0,0 3-1 0 0,0 10 262 0 0,-2 0 0 0 0,-3 16-1 0 0,2-17-201 0 0,-4 23 38 0 0,-12 59-528 0 0,18-48-2645 0 0,2-40 1339 0 0,1 0 1 0 0,0 1-1 0 0,4 11 1 0 0,0-9-2751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09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1 166 1264 0 0,'10'-25'4144'0'0,"-4"9"-1880"0"0,1 1-1 0 0,1-1 1 0 0,17-25-1 0 0,-22 37-2039 0 0,1 0 0 0 0,0 0 0 0 0,-1 0 0 0 0,1 0 0 0 0,1 0 0 0 0,-1 1 0 0 0,0 0 0 0 0,1 0 0 0 0,0 0 0 0 0,0 0 0 0 0,0 1 0 0 0,0 0 0 0 0,0 0 0 0 0,0 0 0 0 0,0 1 0 0 0,9-2 0 0 0,-11 3-169 0 0,-1-1 0 0 0,1 1 0 0 0,0 0 0 0 0,-1 0 0 0 0,1 0 0 0 0,0 0 0 0 0,-1 0 1 0 0,1 0-1 0 0,-1 1 0 0 0,1-1 0 0 0,0 1 0 0 0,-1 0 0 0 0,1 0 0 0 0,-1 0 0 0 0,1 0 1 0 0,-1 0-1 0 0,0 1 0 0 0,1-1 0 0 0,-1 1 0 0 0,0-1 0 0 0,0 1 0 0 0,0 0 0 0 0,0 0 0 0 0,-1 0 1 0 0,1 0-1 0 0,0 0 0 0 0,-1 0 0 0 0,1 0 0 0 0,-1 1 0 0 0,0-1 0 0 0,0 0 0 0 0,0 1 0 0 0,0-1 1 0 0,0 1-1 0 0,0 0 0 0 0,-1-1 0 0 0,1 1 0 0 0,-1-1 0 0 0,0 1 0 0 0,0 0 0 0 0,0-1 1 0 0,0 1-1 0 0,0 0 0 0 0,-1 3 0 0 0,-1 2 86 0 0,0 1 0 0 0,-1 0 1 0 0,0 0-1 0 0,-1-1 0 0 0,-7 13 1 0 0,-9 26 1316 0 0,19-45-837 0 0,1-2-586 0 0,1 1 1 0 0,-1-1-1 0 0,0 1 0 0 0,0-1 1 0 0,0 1-1 0 0,1-1 0 0 0,-1 1 1 0 0,0-1-1 0 0,1 0 1 0 0,-1 1-1 0 0,0-1 0 0 0,1 1 1 0 0,-1-1-1 0 0,1 0 0 0 0,-1 1 1 0 0,1-1-1 0 0,-1 0 0 0 0,0 0 1 0 0,2 1-1 0 0,39-2 415 0 0,-27 0-310 0 0,0 0 1 0 0,0 1 0 0 0,1 0 0 0 0,-1 2 0 0 0,0-1 0 0 0,0 2 0 0 0,0 0 0 0 0,17 6 0 0 0,-18-3 71 0 0,-1 0 1 0 0,0 1 0 0 0,0 0-1 0 0,0 1 1 0 0,-1 0-1 0 0,0 1 1 0 0,12 13 0 0 0,-20-19-141 0 0,-1 0 1 0 0,1 0 0 0 0,-1 0 0 0 0,0 0 0 0 0,0 1-1 0 0,0-1 1 0 0,0 1 0 0 0,0 0 0 0 0,-1 0-1 0 0,0-1 1 0 0,0 1 0 0 0,1 8 0 0 0,-2-9-29 0 0,0 0 1 0 0,0 0 0 0 0,0 0-1 0 0,-1 0 1 0 0,0 0-1 0 0,1 0 1 0 0,-1 0 0 0 0,0 0-1 0 0,-1 0 1 0 0,1-1-1 0 0,0 1 1 0 0,-1 0 0 0 0,0-1-1 0 0,1 1 1 0 0,-1-1-1 0 0,0 1 1 0 0,0-1 0 0 0,0 0-1 0 0,-3 2 1 0 0,-6 5-132 0 0,0-1 1 0 0,0-1 0 0 0,-1 0 0 0 0,1 0-1 0 0,-2-1 1 0 0,1-1 0 0 0,-1 0-1 0 0,0 0 1 0 0,0-2 0 0 0,0 1-1 0 0,-21 1 1 0 0,4-1-2496 0 0,-35 0-1 0 0,-25-7-8655 0 0,51 1 1440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1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378 139 1792 0 0,'0'-10'2019'0'0,"-1"0"0"0"0,0 0 0 0 0,-3-12 0 0 0,2 15-1351 0 0,0 0 0 0 0,0 1 1 0 0,0-1-1 0 0,-1 1 0 0 0,-6-10 1 0 0,7 13-602 0 0,1 0 1 0 0,-1 1 0 0 0,0-1 0 0 0,0 1 0 0 0,0-1-1 0 0,-1 1 1 0 0,1 0 0 0 0,-1 0 0 0 0,1 0 0 0 0,-1 0-1 0 0,0 1 1 0 0,1-1 0 0 0,-1 1 0 0 0,0-1 0 0 0,0 1-1 0 0,0 0 1 0 0,0 0 0 0 0,0 0 0 0 0,0 1 0 0 0,-1-1-1 0 0,1 1 1 0 0,0 0 0 0 0,0 0 0 0 0,0 0 0 0 0,-1 0-1 0 0,1 0 1 0 0,0 1 0 0 0,0-1 0 0 0,0 1 0 0 0,-5 2-1 0 0,-14 4-8 0 0,0 2-1 0 0,1 0 1 0 0,0 1-1 0 0,-29 20 1 0 0,36-21-51 0 0,0 1 0 0 0,1 1-1 0 0,1 0 1 0 0,0 0 0 0 0,0 2 0 0 0,1-1 0 0 0,-10 16 0 0 0,19-25 0 0 0,0 0 1 0 0,0 1-1 0 0,0-1 0 0 0,1 1 1 0 0,-1-1-1 0 0,1 1 1 0 0,0 0-1 0 0,0-1 1 0 0,0 1-1 0 0,1 0 0 0 0,-1 6 1 0 0,1-8-2 0 0,0-1 0 0 0,0 1 0 0 0,1 0 0 0 0,-1-1 0 0 0,0 1 1 0 0,1-1-1 0 0,0 1 0 0 0,-1-1 0 0 0,1 1 0 0 0,0-1 0 0 0,0 1 0 0 0,0-1 0 0 0,0 1 1 0 0,0-1-1 0 0,0 0 0 0 0,0 0 0 0 0,0 0 0 0 0,0 0 0 0 0,0 0 0 0 0,1 0 0 0 0,-1 0 1 0 0,1 0-1 0 0,-1 0 0 0 0,0 0 0 0 0,1-1 0 0 0,0 1 0 0 0,-1 0 0 0 0,1-1 0 0 0,1 1 1 0 0,3 0 4 0 0,-1 0 0 0 0,1 0 0 0 0,-1-1 0 0 0,1 0 0 0 0,0 0 0 0 0,-1 0 0 0 0,1 0 0 0 0,-1-1 0 0 0,1 0 0 0 0,-1 0 0 0 0,1-1 0 0 0,-1 1 0 0 0,1-1 0 0 0,-1-1 0 0 0,0 1 0 0 0,0-1 0 0 0,8-4 0 0 0,6-7 83 0 0,0-1-1 0 0,33-33 1 0 0,-5 5 494 0 0,-46 42-614 0 0,5 3-18 0 0,-6-2 43 0 0,1 0-1 0 0,-1 0 1 0 0,1 0 0 0 0,-1 0 0 0 0,1 0-1 0 0,-1 0 1 0 0,1 0 0 0 0,-1 1-1 0 0,0-1 1 0 0,1 0 0 0 0,-1 0-1 0 0,1 0 1 0 0,-1 1 0 0 0,1-1 0 0 0,-1 0-1 0 0,1 0 1 0 0,-1 1 0 0 0,0-1-1 0 0,1 0 1 0 0,-1 1 0 0 0,0-1 0 0 0,1 1-1 0 0,4 14 9 0 0,-1 0 0 0 0,0 1 0 0 0,-1-1 0 0 0,-1 1 0 0 0,0 16 0 0 0,6 34-1218 0 0,-7-60 872 0 0,12 55-2709 0 0,0-22-2497 0 0,-6-22 375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0 143 476 0 0,'19'-36'7568'0'0,"-13"23"-5596"0"0,1 0 0 0 0,11-17 0 0 0,-14 26-1822 0 0,-1 0-1 0 0,1 0 0 0 0,0 0 0 0 0,0 1 0 0 0,0-1 0 0 0,0 1 1 0 0,1 0-1 0 0,-1 0 0 0 0,1 0 0 0 0,6-2 0 0 0,-6 3-117 0 0,0 0 0 0 0,0 0-1 0 0,0 1 1 0 0,0 0 0 0 0,1 0-1 0 0,-1 0 1 0 0,0 1 0 0 0,1-1-1 0 0,-1 1 1 0 0,0 1 0 0 0,1-1-1 0 0,8 2 1 0 0,-12-1-6 0 0,0 0 0 0 0,0-1 0 0 0,0 1 1 0 0,0 0-1 0 0,0 0 0 0 0,0 0 0 0 0,0 0 0 0 0,0 1 0 0 0,-1-1 0 0 0,1 0 1 0 0,-1 1-1 0 0,1-1 0 0 0,-1 1 0 0 0,1-1 0 0 0,-1 1 0 0 0,0 0 1 0 0,0 0-1 0 0,0 0 0 0 0,0-1 0 0 0,0 1 0 0 0,0 0 0 0 0,0 0 0 0 0,0 0 1 0 0,-1 0-1 0 0,1 1 0 0 0,-1-1 0 0 0,0 0 0 0 0,0 0 0 0 0,0 0 0 0 0,0 0 1 0 0,0 0-1 0 0,0 0 0 0 0,0 1 0 0 0,-1 2 0 0 0,-4 17 475 0 0,-1 0-1 0 0,-1 0 1 0 0,-1 0 0 0 0,-1-1-1 0 0,-1 0 1 0 0,-15 24-1 0 0,-2 5 113 0 0,27-50-607 0 0,-1 1 0 0 0,1-1 1 0 0,0 0-1 0 0,0 1 1 0 0,0-1-1 0 0,0 1 1 0 0,0-1-1 0 0,0 1 0 0 0,0-1 1 0 0,0 0-1 0 0,0 1 1 0 0,0-1-1 0 0,0 1 1 0 0,0-1-1 0 0,0 1 0 0 0,0-1 1 0 0,0 1-1 0 0,0-1 1 0 0,0 0-1 0 0,0 1 1 0 0,1-1-1 0 0,-1 1 1 0 0,0-1-1 0 0,0 0 0 0 0,1 1 1 0 0,-1-1-1 0 0,0 0 1 0 0,0 1-1 0 0,1-1 1 0 0,-1 0-1 0 0,0 1 0 0 0,1-1 1 0 0,-1 0-1 0 0,0 0 1 0 0,1 1-1 0 0,-1-1 1 0 0,1 0-1 0 0,-1 0 0 0 0,0 0 1 0 0,1 0-1 0 0,-1 1 1 0 0,1-1-1 0 0,-1 0 1 0 0,1 0-1 0 0,0 0 0 0 0,22 1-295 0 0,-6-3-714 0 0,0-2 0 0 0,0 0 0 0 0,21-9 0 0 0,-21 7-3007 0 0,26-16 0 0 0,-18 6-2605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2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38 1872 0 0,'0'-20'7501'0'0,"0"13"-6219"0"0,0 6-1185 0 0,0 1-1 0 0,0 0 1 0 0,0-1 0 0 0,0 1-1 0 0,0-1 1 0 0,0 1 0 0 0,0 0 0 0 0,0-1-1 0 0,0 1 1 0 0,0 0 0 0 0,0-1-1 0 0,0 1 1 0 0,0 0 0 0 0,0-1-1 0 0,1 1 1 0 0,-1 0 0 0 0,0-1 0 0 0,0 1-1 0 0,0 0 1 0 0,0-1 0 0 0,1 1-1 0 0,-1 0 1 0 0,0 0 0 0 0,0-1-1 0 0,1 1 1 0 0,-1 0 0 0 0,0 0-1 0 0,0 0 1 0 0,1-1 0 0 0,-1 1 0 0 0,7 2 81 0 0,-1 0 0 0 0,0 1 0 0 0,-1 0 0 0 0,1 0 0 0 0,0 0 1 0 0,-1 1-1 0 0,0 0 0 0 0,0 0 0 0 0,0 0 0 0 0,0 1 1 0 0,-1 0-1 0 0,1-1 0 0 0,-1 2 0 0 0,-1-1 0 0 0,1 0 0 0 0,-1 1 1 0 0,1 0-1 0 0,-2-1 0 0 0,1 1 0 0 0,-1 0 0 0 0,0 1 1 0 0,0-1-1 0 0,0 0 0 0 0,-1 0 0 0 0,0 1 0 0 0,0-1 0 0 0,-1 1 1 0 0,0-1-1 0 0,0 1 0 0 0,0-1 0 0 0,-1 1 0 0 0,-3 10 0 0 0,-42 97 1923 0 0,45-113-2037 0 0,18 2 65 0 0,73-19-1850 0 0,104-33 0 0 0,-122 29-143 0 0,68-22-5252 0 0,-61 17 116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2.6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235 131 1956 0 0,'0'-2'2444'0'0,"-5"-50"7335"0"0,3 41-7616 0 0,0 0-1 0 0,-7-20 1 0 0,8 30-2088 0 0,1 0 0 0 0,-1-1 1 0 0,0 1-1 0 0,1 0 0 0 0,-1-1 1 0 0,0 1-1 0 0,0 0 0 0 0,0 0 1 0 0,0 0-1 0 0,0 0 0 0 0,0 0 1 0 0,0 0-1 0 0,0 0 0 0 0,0 0 1 0 0,-1 0-1 0 0,1 0 0 0 0,0 1 1 0 0,0-1-1 0 0,-1 0 0 0 0,1 1 1 0 0,-3-1-1 0 0,1 0-37 0 0,0 1 0 0 0,0 0 0 0 0,1 0 1 0 0,-1 0-1 0 0,0 0 0 0 0,0 1 0 0 0,1-1 0 0 0,-1 1 0 0 0,0 0 0 0 0,1 0 1 0 0,-3 1-1 0 0,-5 2-20 0 0,1 1-1 0 0,0 0 1 0 0,0 1 0 0 0,1 0 0 0 0,-10 8 0 0 0,8-4-14 0 0,-1 1 0 0 0,1 0 0 0 0,1 0 1 0 0,0 1-1 0 0,1 0 0 0 0,-12 23 0 0 0,17-29-10 0 0,1 0 0 0 0,-1 1 0 0 0,1-1 0 0 0,0 1 0 0 0,1 0 0 0 0,-1-1 0 0 0,1 10 0 0 0,1-12 2 0 0,0 0 0 0 0,0 0 0 0 0,0 0 1 0 0,1 0-1 0 0,0 0 0 0 0,0-1 0 0 0,0 1 1 0 0,0 0-1 0 0,0 0 0 0 0,1-1 1 0 0,0 1-1 0 0,-1-1 0 0 0,5 6 0 0 0,-4-6-14 0 0,0-1 0 0 0,0 1 0 0 0,0-1 0 0 0,0 0-1 0 0,1 0 1 0 0,-1 0 0 0 0,1 0 0 0 0,-1 0-1 0 0,1-1 1 0 0,-1 1 0 0 0,1-1 0 0 0,0 0 0 0 0,0 1-1 0 0,0-1 1 0 0,0 0 0 0 0,-1-1 0 0 0,5 2-1 0 0,-2-2-15 0 0,-1 0-1 0 0,0 0 0 0 0,0-1 0 0 0,1 1 0 0 0,-1-1 0 0 0,0 0 1 0 0,0 0-1 0 0,0 0 0 0 0,0 0 0 0 0,0-1 0 0 0,5-2 0 0 0,1-2-10 0 0,-1 0 0 0 0,1-1 0 0 0,-1 0 0 0 0,0-1-1 0 0,0 1 1 0 0,-1-2 0 0 0,0 1 0 0 0,7-11 0 0 0,33-36 85 0 0,-47 54-58 0 0,12 9-17 0 0,-8 6-16 0 0,-1 1 0 0 0,-1-1 1 0 0,0 1-1 0 0,-1-1 0 0 0,1 23 0 0 0,2 18-3423 0 0,-3-44 1070 0 0,0-1 0 0 0,0 0 0 0 0,5 12 0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2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0 112 224 0 0,'17'-40'8291'0'0,"3"6"-3792"0"0,-18 31-4352 0 0,1 0-1 0 0,0 0 1 0 0,-1 0 0 0 0,1 0 0 0 0,0 1 0 0 0,0-1 0 0 0,1 1 0 0 0,-1 0 0 0 0,0 0 0 0 0,1 0 0 0 0,-1 0-1 0 0,1 1 1 0 0,0-1 0 0 0,0 1 0 0 0,-1 0 0 0 0,1 0 0 0 0,0 0 0 0 0,4 1 0 0 0,-6-1-93 0 0,0 1 0 0 0,0 0 0 0 0,0 0 0 0 0,0 0 0 0 0,0 1 0 0 0,0-1 0 0 0,0 0-1 0 0,0 1 1 0 0,0-1 0 0 0,0 1 0 0 0,0 0 0 0 0,0 0 0 0 0,0-1 0 0 0,0 1 0 0 0,-1 0 0 0 0,1 1 0 0 0,0-1 0 0 0,-1 0 0 0 0,1 0 0 0 0,-1 1 0 0 0,1-1 0 0 0,-1 1 0 0 0,0-1 0 0 0,0 1 0 0 0,1 0 0 0 0,-1-1 0 0 0,0 1 0 0 0,-1 0 0 0 0,1 0 0 0 0,0 0 0 0 0,0 0 0 0 0,-1 0 0 0 0,1 0 0 0 0,-1 0-1 0 0,0 0 1 0 0,1 3 0 0 0,0 5 460 0 0,0 1-1 0 0,-1-1 1 0 0,0 1-1 0 0,-1-1 0 0 0,-3 14 1 0 0,-1-1 365 0 0,-1-1 0 0 0,-18 40 0 0 0,15-40-606 0 0,3-9-1 0 0,5-12-228 0 0,0 1 0 0 0,0-1 0 0 0,0 1 1 0 0,0 0-1 0 0,1 0 0 0 0,-1 0 0 0 0,0-1 1 0 0,1 1-1 0 0,0 0 0 0 0,-1 0 0 0 0,1 0 0 0 0,0 0 1 0 0,0 0-1 0 0,0 0 0 0 0,0 0 0 0 0,0 0 1 0 0,0-1-1 0 0,1 1 0 0 0,0 4 0 0 0,0-5-24 0 0,0 0 0 0 0,0 0 0 0 0,0-1 1 0 0,0 1-1 0 0,0 0 0 0 0,0 0 0 0 0,0-1 0 0 0,0 1 0 0 0,1 0 0 0 0,-1-1 0 0 0,0 1 0 0 0,0-1 0 0 0,1 0 0 0 0,-1 1 0 0 0,0-1 0 0 0,1 0 0 0 0,0 0 0 0 0,29 3 87 0 0,-26-3-96 0 0,19 0-595 0 0,1-1 0 0 0,0-1 0 0 0,-1-1 0 0 0,36-9 0 0 0,18-11-3899 0 0,-5-5-3321 0 0,-36 12-12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3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39 1308 0 0,'-27'-38'17602'0'0,"35"45"-17392"0"0,-5-4-156 0 0,4 3 3 0 0,-1 0 0 0 0,-1 1-1 0 0,1-1 1 0 0,6 13 0 0 0,-10-17-24 0 0,-1 1 1 0 0,0 0-1 0 0,0 0 1 0 0,0-1-1 0 0,0 1 0 0 0,0 0 1 0 0,-1 0-1 0 0,1 0 1 0 0,-1 0-1 0 0,0 0 1 0 0,1 0-1 0 0,-2 0 1 0 0,1 0-1 0 0,0 0 0 0 0,0 0 1 0 0,-1 0-1 0 0,0 0 1 0 0,-1 4-1 0 0,-26 44 355 0 0,28-50-378 0 0,-4 8 24 0 0,3-9-30 0 0,1 1 0 0 0,-1 0 0 0 0,1 0 0 0 0,-1-1 0 0 0,1 1 0 0 0,-1 0 0 0 0,1 0 1 0 0,-1 0-1 0 0,1 0 0 0 0,0 0 0 0 0,0-1 0 0 0,-1 1 0 0 0,1 0 0 0 0,0 0 0 0 0,0 0 0 0 0,0 0 1 0 0,0 0-1 0 0,0 0 0 0 0,0 0 0 0 0,0 0 0 0 0,0 0 0 0 0,1 1 0 0 0,17 15-96 0 0,-9-9 167 0 0,0 1 1 0 0,0-1 0 0 0,-1 2 0 0 0,0-1-1 0 0,8 14 1 0 0,-15-21 7 0 0,1 0 0 0 0,-1 1 0 0 0,0-1-1 0 0,0 1 1 0 0,0 0 0 0 0,-1-1 0 0 0,1 1 0 0 0,0 0 0 0 0,-1-1 0 0 0,0 1-1 0 0,1 0 1 0 0,-1-1 0 0 0,0 1 0 0 0,-1 0 0 0 0,1 0 0 0 0,0-1 0 0 0,-1 1-1 0 0,0 0 1 0 0,1-1 0 0 0,-1 1 0 0 0,0 0 0 0 0,0-1 0 0 0,-1 1 0 0 0,1-1 0 0 0,0 0-1 0 0,-1 1 1 0 0,1-1 0 0 0,-1 0 0 0 0,-3 3 0 0 0,-3 2 10 0 0,0 0 1 0 0,0 0-1 0 0,-1-1 1 0 0,0 0-1 0 0,0 0 0 0 0,0-1 1 0 0,-1-1-1 0 0,0 1 1 0 0,-13 3-1 0 0,-16 3-1108 0 0,-43 7 0 0 0,71-16 573 0 0,-83 12-4067 0 0,30-10-1489 0 0,0-2-3020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5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87 3008 0 0,'0'-12'2248'0'0,"0"0"427"0"0,0 1 1 0 0,-1-1-1 0 0,-3-19 1 0 0,4 30-2631 0 0,-1 1-1 0 0,1-1 1 0 0,-1 1 0 0 0,1-1-1 0 0,-1 0 1 0 0,1 1 0 0 0,-1-1-1 0 0,0 1 1 0 0,1 0 0 0 0,-1-1-1 0 0,0 1 1 0 0,1-1 0 0 0,-1 1-1 0 0,0 0 1 0 0,1 0 0 0 0,-1-1-1 0 0,0 1 1 0 0,0 0 0 0 0,1 0-1 0 0,-1 0 1 0 0,0 0 0 0 0,0 0-1 0 0,1 0 1 0 0,-1 0 0 0 0,0 0-1 0 0,0 0 1 0 0,0 0 0 0 0,1 0-1 0 0,-1 0 1 0 0,0 1 0 0 0,0-1-1 0 0,1 0 1 0 0,-1 1 0 0 0,-1-1-1 0 0,1 1-65 0 0,-6 2 64 0 0,0 0 1 0 0,1 1-1 0 0,-1 0 1 0 0,1 0-1 0 0,0 1 1 0 0,0 0-1 0 0,0 0 1 0 0,1 0-1 0 0,-9 11 1 0 0,8-10-21 0 0,-5 6-33 0 0,1 0-1 0 0,0 1 1 0 0,-14 25 0 0 0,22-35-52 0 0,0 0 0 0 0,0 0 1 0 0,0 1-1 0 0,1-1 0 0 0,0 1 0 0 0,-1-1 0 0 0,1 1 0 0 0,0 0 0 0 0,1-1 0 0 0,-1 1 0 0 0,1 0 0 0 0,-1 0 0 0 0,1-1 0 0 0,0 1 0 0 0,1 0 0 0 0,-1 0 0 0 0,1-1 1 0 0,-1 1-1 0 0,1 0 0 0 0,0-1 0 0 0,2 6 0 0 0,-2-8 51 0 0,0 1-1 0 0,0-1 1 0 0,0 0 0 0 0,1 1-1 0 0,-1-1 1 0 0,0 0 0 0 0,0 0-1 0 0,1 0 1 0 0,-1 0 0 0 0,1 0-1 0 0,-1 0 1 0 0,1 0 0 0 0,-1 0-1 0 0,1 0 1 0 0,0-1 0 0 0,-1 1 0 0 0,1-1-1 0 0,0 1 1 0 0,-1-1 0 0 0,1 0-1 0 0,0 0 1 0 0,0 1 0 0 0,0-1-1 0 0,-1 0 1 0 0,1-1 0 0 0,0 1-1 0 0,0 0 1 0 0,-1 0 0 0 0,1-1-1 0 0,0 1 1 0 0,-1-1 0 0 0,1 0 0 0 0,0 1-1 0 0,-1-1 1 0 0,1 0 0 0 0,2-2-1 0 0,3-1 6 0 0,-1 0 0 0 0,0 0 0 0 0,0-1 0 0 0,0 0 0 0 0,0 0 0 0 0,-1-1 0 0 0,6-7-1 0 0,9-15 293 0 0,-11 15 299 0 0,0 0 1 0 0,13-13-1 0 0,-21 25-542 0 0,0 1-39 0 0,-1-1 1 0 0,1 1 0 0 0,0 0-1 0 0,-1 0 1 0 0,1-1 0 0 0,0 1-1 0 0,-1 0 1 0 0,1 0 0 0 0,0 0-1 0 0,0 0 1 0 0,-1 0 0 0 0,1 0-1 0 0,0 0 1 0 0,-1 0 0 0 0,1 0-1 0 0,0 0 1 0 0,0 0 0 0 0,4 7 18 0 0,-1 0 1 0 0,0-1-1 0 0,0 2 1 0 0,0-1-1 0 0,-1 0 1 0 0,0 1 0 0 0,-1-1-1 0 0,2 10 1 0 0,11 71 94 0 0,-9-43-96 0 0,-3-31-167 0 0,21 102-1757 0 0,-20-102-136 0 0,1 1 1 0 0,1-1 0 0 0,7 14-1 0 0,-3-14-3969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5.9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67 2856 0 0,'0'-9'2073'0'0,"0"-1"0"0"0,1 1 0 0 0,0 0 0 0 0,5-15 0 0 0,-6 22-1696 0 0,8 0 232 0 0,-8 2-593 0 0,1 0 0 0 0,0 0 0 0 0,-1-1 0 0 0,1 1 0 0 0,-1 0 0 0 0,1 0 0 0 0,0 0 0 0 0,-1 0 0 0 0,1 0 0 0 0,0 0 0 0 0,-1 0-1 0 0,1 0 1 0 0,-1 0 0 0 0,1 0 0 0 0,0 0 0 0 0,-1 0 0 0 0,1 0 0 0 0,0 1 0 0 0,-1-1 0 0 0,1 0 0 0 0,-1 0 0 0 0,1 1 0 0 0,-1-1 0 0 0,1 0 0 0 0,0 1 0 0 0,-1-1-1 0 0,1 1 1 0 0,0 0 0 0 0,1 1 0 0 0,1 0-1 0 0,-1 0 1 0 0,0 1-1 0 0,1-1 0 0 0,-1 1 1 0 0,0 0-1 0 0,-1-1 0 0 0,1 1 1 0 0,0 0-1 0 0,-1 0 1 0 0,0 0-1 0 0,0 0 0 0 0,0 0 1 0 0,0 1-1 0 0,0-1 1 0 0,0 0-1 0 0,-1 0 0 0 0,1 6 1 0 0,-2-3-1 0 0,0 0 1 0 0,0 0 0 0 0,0 0 0 0 0,0 0-1 0 0,-1 0 1 0 0,0 0 0 0 0,0 0-1 0 0,-1-1 1 0 0,-5 10 0 0 0,-17 21 196 0 0,24-35-161 0 0,1-1-48 0 0,0 1-1 0 0,-1-1 1 0 0,1 0-1 0 0,0 0 1 0 0,0 0 0 0 0,0 0-1 0 0,0 1 1 0 0,-1-1-1 0 0,1 0 1 0 0,0 0-1 0 0,0 1 1 0 0,0-1 0 0 0,0 0-1 0 0,0 0 1 0 0,0 0-1 0 0,0 1 1 0 0,0-1 0 0 0,0 0-1 0 0,0 0 1 0 0,-1 1-1 0 0,1-1 1 0 0,0 0 0 0 0,0 0-1 0 0,1 1 1 0 0,-1-1-1 0 0,0 0 1 0 0,0 0-1 0 0,0 1 1 0 0,0-1 0 0 0,0 0-1 0 0,0 0 1 0 0,0 0-1 0 0,0 1 1 0 0,0-1 0 0 0,0 0-1 0 0,1 0 1 0 0,-1 0-1 0 0,0 1 1 0 0,0-1-1 0 0,27 1 36 0 0,-15 0 25 0 0,1-1 0 0 0,-1 1 1 0 0,1 1-1 0 0,14 4 0 0 0,-24-5-44 0 0,0 0-1 0 0,0 0 1 0 0,0 0-1 0 0,-1 0 1 0 0,1 0-1 0 0,-1 1 1 0 0,1-1-1 0 0,-1 1 1 0 0,1 0-1 0 0,-1 0 1 0 0,0 0-1 0 0,0 0 0 0 0,0 0 1 0 0,0 0-1 0 0,0 1 1 0 0,-1-1-1 0 0,1 0 1 0 0,0 1-1 0 0,-1 0 1 0 0,0-1-1 0 0,0 1 1 0 0,0 0-1 0 0,2 5 1 0 0,-3-3 181 0 0,0 0-1 0 0,0 0 1 0 0,0 0 0 0 0,0-1 0 0 0,-1 1-1 0 0,0 0 1 0 0,0 0 0 0 0,0-1 0 0 0,-1 1-1 0 0,1 0 1 0 0,-1-1 0 0 0,0 1 0 0 0,-1-1-1 0 0,1 0 1 0 0,-1 0 0 0 0,0 0 0 0 0,1 0-1 0 0,-8 6 1 0 0,1 0-12 0 0,-2 0 0 0 0,1 0-1 0 0,-1-1 1 0 0,-1 0 0 0 0,-14 8 0 0 0,19-14-594 0 0,0 1 1 0 0,1-1 0 0 0,-1-1 0 0 0,0 1-1 0 0,-8 1 1 0 0,2-9-4548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6.2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1340 0 0,'6'-21'9112'0'0,"7"-8"-2515"0"0,-11 27-6455 0 0,1 1 0 0 0,-1-1 1 0 0,0 1-1 0 0,1-1 0 0 0,-1 1 0 0 0,1 0 0 0 0,-1 0 1 0 0,1 0-1 0 0,-1 0 0 0 0,1 0 0 0 0,0 1 1 0 0,-1-1-1 0 0,5 0 0 0 0,-4 1-79 0 0,4-1 14 0 0,1 0 0 0 0,-1 0 0 0 0,1 1-1 0 0,-1 0 1 0 0,1 0 0 0 0,-1 1 0 0 0,1 0 0 0 0,-1 0 0 0 0,1 1 0 0 0,-1 0-1 0 0,0 0 1 0 0,0 1 0 0 0,0 0 0 0 0,0 0 0 0 0,0 0 0 0 0,7 6-1 0 0,-10-6 51 0 0,0 0-1 0 0,0 0 0 0 0,-1 1 0 0 0,1-1 0 0 0,-1 1 0 0 0,0 0 0 0 0,0 0 0 0 0,0 0 0 0 0,-1 0 0 0 0,0 1 0 0 0,1-1 0 0 0,-1 1 0 0 0,-1-1 1 0 0,1 1-1 0 0,-1 0 0 0 0,1 0 0 0 0,-1-1 0 0 0,-1 1 0 0 0,1 0 0 0 0,-1 0 0 0 0,0 0 0 0 0,0 0 0 0 0,0 0 0 0 0,-1 0 0 0 0,-1 8 0 0 0,-5 14 612 0 0,-1 0-1 0 0,-2-1 0 0 0,0 1 0 0 0,-2-2 0 0 0,-18 31 1 0 0,29-56-699 0 0,0 1 1 0 0,1 0 0 0 0,-1 0 0 0 0,0 1 0 0 0,1-1-1 0 0,-1 0 1 0 0,1 0 0 0 0,-1 0 0 0 0,1 0 0 0 0,0 0-1 0 0,0 1 1 0 0,-1-1 0 0 0,1 0 0 0 0,0 0 0 0 0,0 0-1 0 0,0 1 1 0 0,0-1 0 0 0,0 0 0 0 0,0 0 0 0 0,0 0-1 0 0,1 2 1 0 0,0-2-16 0 0,-1-1-1 0 0,1 1 0 0 0,0 0 1 0 0,-1-1-1 0 0,1 1 1 0 0,0 0-1 0 0,0-1 0 0 0,0 1 1 0 0,-1-1-1 0 0,1 0 1 0 0,0 1-1 0 0,0-1 0 0 0,0 0 1 0 0,0 1-1 0 0,0-1 1 0 0,0 0-1 0 0,0 0 1 0 0,0 0-1 0 0,0 0 0 0 0,1 0 1 0 0,8 0 27 0 0,-1-1 0 0 0,1 0 0 0 0,18-5 0 0 0,-28 6-51 0 0,61-17-1238 0 0,94-40 0 0 0,-13-5-4506 0 0,-30 12-3564 0 0,-60 28-442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7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79 372 0 0,'9'-6'7048'0'0,"-7"5"-6532"0"0,0 0 0 0 0,-1-1 0 0 0,1 1 0 0 0,0 0 0 0 0,0-1 0 0 0,-1 1 0 0 0,1-1 0 0 0,-1 0 0 0 0,1 1 0 0 0,-1-1 0 0 0,0 0 0 0 0,0 0 0 0 0,0 0 0 0 0,0 0 0 0 0,0 0 0 0 0,0 0 0 0 0,0 0 0 0 0,-1 0 0 0 0,1 0 0 0 0,0-4 0 0 0,-1 5 4 0 0,-1-1-44 0 0,1 0-415 0 0,-1 1 0 0 0,1 0-1 0 0,0 0 1 0 0,-1-1 0 0 0,0 1 0 0 0,1 0 0 0 0,-1 0 0 0 0,0 0 0 0 0,1 0 0 0 0,-1 0 0 0 0,0 0 0 0 0,0 0 0 0 0,0 0-1 0 0,0 0 1 0 0,0 0 0 0 0,-1-1 0 0 0,-5 0-10 0 0,0 0 0 0 0,1 1 0 0 0,-1-1 0 0 0,0 1 0 0 0,0 0 0 0 0,0 1 0 0 0,0 0 0 0 0,0 0 0 0 0,0 1 0 0 0,-11 1 0 0 0,7 1-37 0 0,0 0-1 0 0,0 0 0 0 0,0 1 0 0 0,1 1 0 0 0,-1 0 1 0 0,-9 6-1 0 0,5-1-23 0 0,0 0 1 0 0,0 2 0 0 0,1-1-1 0 0,0 2 1 0 0,1 0 0 0 0,1 1-1 0 0,-21 29 1 0 0,27-33 18 0 0,0 0-1 0 0,1 0 1 0 0,0 1-1 0 0,0 0 1 0 0,1 0 0 0 0,1 0-1 0 0,0 1 1 0 0,0-1-1 0 0,1 1 1 0 0,0 22 0 0 0,1-30 5 0 0,2 1 0 0 0,-1-1 0 0 0,0 0 0 0 0,1 1 1 0 0,0-1-1 0 0,0 0 0 0 0,0 1 0 0 0,0-1 0 0 0,1 0 1 0 0,-1 0-1 0 0,1 0 0 0 0,0 0 0 0 0,1 0 0 0 0,-1 0 0 0 0,1-1 1 0 0,-1 1-1 0 0,1-1 0 0 0,0 0 0 0 0,1 0 0 0 0,-1 0 1 0 0,0 0-1 0 0,1 0 0 0 0,-1-1 0 0 0,1 1 0 0 0,0-1 0 0 0,0 0 1 0 0,0 0-1 0 0,0-1 0 0 0,0 1 0 0 0,1-1 0 0 0,5 1 1 0 0,-3 0-1 0 0,-1-1 1 0 0,0-1 0 0 0,0 1-1 0 0,0-1 1 0 0,1 0 0 0 0,-1 0 0 0 0,0-1-1 0 0,0 0 1 0 0,0 0 0 0 0,1 0-1 0 0,-1-1 1 0 0,8-3 0 0 0,-6 1-18 0 0,1-1 1 0 0,-1 0 0 0 0,0 0-1 0 0,0 0 1 0 0,-1-1 0 0 0,1 0-1 0 0,8-10 1 0 0,1-5 81 0 0,0-1-1 0 0,-1 0 1 0 0,-1-2-1 0 0,19-39 1 0 0,-28 50 289 0 0,0-1 124 0 0,2 1-1 0 0,10-17 0 0 0,-17 29-532 0 0,1 2-5 0 0,2 3 53 0 0,0 0 1 0 0,-1 0-1 0 0,1 0 1 0 0,-1 0-1 0 0,0 0 1 0 0,0 1-1 0 0,0 0 1 0 0,-1 0-1 0 0,0-1 1 0 0,1 1-1 0 0,1 9 1 0 0,9 16 44 0 0,-8-20-302 0 0,1-1 1 0 0,0 1-1 0 0,0-2 0 0 0,1 1 1 0 0,0-1-1 0 0,0 0 1 0 0,1 0-1 0 0,0-1 0 0 0,1 0 1 0 0,-1-1-1 0 0,20 12 0 0 0,-17-13-1481 0 0,1 1-1 0 0,0-2 1 0 0,1 0-1 0 0,-1 0 1 0 0,26 4-1 0 0,-1-4-6356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7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342 76 2148 0 0,'1'0'132'0'0,"12"-33"7412"0"0,-13 31-7244 0 0,0 0 0 0 0,1-1-1 0 0,-1 1 1 0 0,0 0 0 0 0,-1 0 0 0 0,1 0-1 0 0,0 0 1 0 0,-1 0 0 0 0,1 0 0 0 0,-1 0-1 0 0,1 0 1 0 0,-1 0 0 0 0,-2-3 0 0 0,2 4-239 0 0,1 0 1 0 0,-1 0-1 0 0,0 0 1 0 0,0 0 0 0 0,0 1-1 0 0,0-1 1 0 0,0 0 0 0 0,0 1-1 0 0,0-1 1 0 0,0 1-1 0 0,0-1 1 0 0,0 1 0 0 0,0-1-1 0 0,0 1 1 0 0,-1 0 0 0 0,1-1-1 0 0,0 1 1 0 0,0 0-1 0 0,0 0 1 0 0,-3 0 0 0 0,-22 2 289 0 0,15 2-282 0 0,-1-1 1 0 0,1 2-1 0 0,1-1 0 0 0,-1 2 0 0 0,1-1 0 0 0,0 2 1 0 0,-19 14-1 0 0,-58 58 111 0 0,85-77-175 0 0,-15 16 12 0 0,1 0 1 0 0,-23 33 0 0 0,35-45-10 0 0,-1 1 0 0 0,1-1 0 0 0,1 1 0 0 0,0 0 0 0 0,0 0 1 0 0,0 0-1 0 0,0 1 0 0 0,1-1 0 0 0,1 1 0 0 0,-1-1 0 0 0,1 1 0 0 0,0 11 1 0 0,1-17-1 0 0,0-1 1 0 0,0 1 0 0 0,1 0-1 0 0,-1 0 1 0 0,0 0 0 0 0,1 0-1 0 0,-1 0 1 0 0,1 0 0 0 0,0-1 0 0 0,-1 1-1 0 0,1 0 1 0 0,0-1 0 0 0,0 1-1 0 0,0 0 1 0 0,0-1 0 0 0,0 1-1 0 0,1-1 1 0 0,-1 1 0 0 0,0-1 0 0 0,1 0-1 0 0,2 2 1 0 0,-1-2 1 0 0,-1 0 0 0 0,1 0 1 0 0,-1 0-1 0 0,1 0 0 0 0,0-1 0 0 0,-1 0 0 0 0,1 1 0 0 0,-1-1 1 0 0,1 0-1 0 0,0 0 0 0 0,-1 0 0 0 0,1-1 0 0 0,5 0 1 0 0,0-1 12 0 0,1-1 0 0 0,-1 0 0 0 0,0 0 0 0 0,0-1 0 0 0,0 0 1 0 0,-1 0-1 0 0,1 0 0 0 0,10-10 0 0 0,3-8 492 0 0,0-1-1 0 0,-2-1 0 0 0,-1-1 1 0 0,25-46-1 0 0,-42 70-481 0 0,-1 0-22 0 0,1 0 1 0 0,-1 0-1 0 0,1 0 0 0 0,-1 0 0 0 0,1 0 0 0 0,0 0 1 0 0,-1 0-1 0 0,1 0 0 0 0,0 0 0 0 0,0 0 0 0 0,0 0 1 0 0,0 1-1 0 0,-1-1 0 0 0,1 0 0 0 0,0 1 0 0 0,0-1 1 0 0,0 0-1 0 0,2 0 0 0 0,-2 2-8 0 0,-1-1 0 0 0,1 0 0 0 0,-1 1 0 0 0,1-1 0 0 0,-1 0 0 0 0,1 1 0 0 0,-1-1 0 0 0,0 1 0 0 0,1-1 0 0 0,-1 1 0 0 0,0-1 0 0 0,1 1 0 0 0,-1-1 0 0 0,0 1 0 0 0,0 0 0 0 0,1-1 0 0 0,-1 1 0 0 0,0-1 0 0 0,0 1 0 0 0,0 0 0 0 0,0-1 0 0 0,0 1 0 0 0,0-1 0 0 0,0 2 0 0 0,-1 54 9 0 0,0-48 12 0 0,0 19-272 0 0,-1 66-2725 0 0,3-79 448 0 0,0-1 0 0 0,5 21 0 0 0,1-13-4310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8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44 137 2036 0 0,'1'-13'2598'0'0,"0"1"-361"0"0,0-1-1 0 0,1 1 0 0 0,5-15 0 0 0,-6 24-2028 0 0,0-1-1 0 0,0 1 0 0 0,1 0 1 0 0,-1 0-1 0 0,1 0 1 0 0,0 0-1 0 0,-1 0 0 0 0,1 1 1 0 0,1-1-1 0 0,-1 1 1 0 0,0-1-1 0 0,1 1 0 0 0,-1 0 1 0 0,1 0-1 0 0,0 0 1 0 0,5-3-1 0 0,-5 3-160 0 0,1 0 0 0 0,0 1 1 0 0,-1 0-1 0 0,1-1 0 0 0,0 1 0 0 0,0 1 1 0 0,0-1-1 0 0,0 0 0 0 0,0 1 1 0 0,0 0-1 0 0,0 0 0 0 0,0 0 0 0 0,0 1 1 0 0,0-1-1 0 0,0 1 0 0 0,0 0 0 0 0,0 0 1 0 0,-1 0-1 0 0,1 0 0 0 0,0 1 0 0 0,-1 0 1 0 0,5 2-1 0 0,-6-2-42 0 0,1 0 1 0 0,0 0-1 0 0,-1 0 0 0 0,0 0 0 0 0,1 1 1 0 0,-1-1-1 0 0,0 1 0 0 0,0 0 0 0 0,-1 0 1 0 0,1 0-1 0 0,0 0 0 0 0,-1 0 1 0 0,0 0-1 0 0,0 0 0 0 0,0 0 0 0 0,0 0 1 0 0,0 0-1 0 0,0 1 0 0 0,-1-1 0 0 0,0 0 1 0 0,0 1-1 0 0,0-1 0 0 0,0 0 1 0 0,0 1-1 0 0,-1-1 0 0 0,0 5 0 0 0,-1 0 1 0 0,-1 1-1 0 0,0-1 0 0 0,0 1 0 0 0,-1-1 0 0 0,0 0 1 0 0,-1 0-1 0 0,-7 10 0 0 0,-43 47 459 0 0,28-35 921 0 0,24-27-1097 0 0,-1 4 1043 0 0,15-7-1028 0 0,-10 0-376 0 0,9 0 68 0 0,-1 1 0 0 0,0-1 1 0 0,0 1-1 0 0,1 1 0 0 0,-1 0 0 0 0,14 5 0 0 0,-17-5 2 0 0,0 1 0 0 0,-1 0 0 0 0,1 0-1 0 0,-1 1 1 0 0,0 0 0 0 0,0 0-1 0 0,0 0 1 0 0,0 0 0 0 0,-1 1-1 0 0,1-1 1 0 0,3 7 0 0 0,-6-8 28 0 0,0 0 0 0 0,1 0 0 0 0,-1 1 0 0 0,-1-1 0 0 0,1 1 0 0 0,0-1-1 0 0,-1 1 1 0 0,0 0 0 0 0,0 0 0 0 0,0-1 0 0 0,0 1 0 0 0,-1 0 0 0 0,1 0 0 0 0,-1 0 0 0 0,0 0 0 0 0,0 0 0 0 0,0 0 0 0 0,-1 0 0 0 0,0 0 0 0 0,-1 6 0 0 0,0-5 44 0 0,0-1 0 0 0,0 0 0 0 0,0 0 0 0 0,-1 0 0 0 0,1 0 0 0 0,-1 0 1 0 0,0-1-1 0 0,0 1 0 0 0,0-1 0 0 0,-1 0 0 0 0,1 0 0 0 0,-1 0 0 0 0,0 0 0 0 0,0-1 0 0 0,0 1 0 0 0,0-1 0 0 0,-6 3 0 0 0,-5 0 21 0 0,-1 0 0 0 0,0 0 0 0 0,1-2 0 0 0,-32 4 0 0 0,34-6-858 0 0,0 0 0 0 0,0-2 0 0 0,-17-1 0 0 0,29 2 395 0 0,0 0 1 0 0,0-1-1 0 0,0 1 1 0 0,0 0-1 0 0,-1-1 1 0 0,1 1-1 0 0,0-1 1 0 0,0 1-1 0 0,0-1 1 0 0,0 0-1 0 0,0 1 1 0 0,0-1-1 0 0,0 0 1 0 0,0 0-1 0 0,0 0 1 0 0,1 1-1 0 0,-1-1 1 0 0,0 0-1 0 0,0 0 1 0 0,1 0-1 0 0,-1 0 1 0 0,1-1-1 0 0,-1 1 1 0 0,1 0-1 0 0,-1 0 1 0 0,1 0-1 0 0,0 0 1 0 0,-1 0-1 0 0,1-2 1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8.8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85 496 0 0,'37'-78'18227'0'0,"-36"77"-18186"0"0,0 0 0 0 0,-1 1 0 0 0,1-1-1 0 0,0 1 1 0 0,0-1 0 0 0,0 1 0 0 0,0-1 0 0 0,0 1 0 0 0,0-1 0 0 0,0 1-1 0 0,0 0 1 0 0,0 0 0 0 0,0 0 0 0 0,0 0 0 0 0,1 0 0 0 0,-1-1 0 0 0,0 2-1 0 0,0-1 1 0 0,2 0 0 0 0,26 5 294 0 0,-21-3-311 0 0,1 1-1 0 0,-1 0 0 0 0,-1 1 1 0 0,1-1-1 0 0,0 1 1 0 0,-1 1-1 0 0,0-1 1 0 0,0 1-1 0 0,0 1 0 0 0,0-1 1 0 0,-1 1-1 0 0,0 0 1 0 0,8 11-1 0 0,-14-15-17 0 0,1-1-1 0 0,-1 0 0 0 0,1 1 1 0 0,-1-1-1 0 0,0 1 0 0 0,1-1 1 0 0,-1 1-1 0 0,0-1 1 0 0,0 1-1 0 0,0-1 0 0 0,0 1 1 0 0,-1-1-1 0 0,1 1 0 0 0,0-1 1 0 0,-1 1-1 0 0,1-1 1 0 0,0 1-1 0 0,-1-1 0 0 0,0 0 1 0 0,1 1-1 0 0,-1-1 0 0 0,-2 3 1 0 0,-19 23 64 0 0,21-26-62 0 0,-1 0-4 0 0,2-1 2 0 0,-7 11-7 0 0,10-4-8 0 0,14-3 5 0 0,-4-3-12 0 0,-1 1 0 0 0,1 1 0 0 0,-1 0 0 0 0,0 1 0 0 0,1 0 1 0 0,18 10-1 0 0,-25-11 71 0 0,0 0 0 0 0,-1 1 0 0 0,1-1 0 0 0,-1 1 0 0 0,0 1 0 0 0,0-1 0 0 0,0 1 0 0 0,-1 0 0 0 0,0 0 0 0 0,0 0 0 0 0,0 0 0 0 0,0 1 0 0 0,-1 0 0 0 0,0 0 0 0 0,2 6 0 0 0,-3-8 93 0 0,-1-1 1 0 0,-1 0-1 0 0,1 0 0 0 0,0 1 1 0 0,-1-1-1 0 0,0 0 0 0 0,0 1 1 0 0,0-1-1 0 0,0 0 0 0 0,0 1 1 0 0,-1-1-1 0 0,1 0 1 0 0,-1 0-1 0 0,0 1 0 0 0,0-1 1 0 0,-3 6-1 0 0,1-4-4 0 0,0 0 0 0 0,0 0 0 0 0,-1 0 0 0 0,0 0 0 0 0,0-1 0 0 0,0 0 0 0 0,0 1 0 0 0,-9 5 0 0 0,0-1-135 0 0,1-2 1 0 0,-1 1 0 0 0,-1-2 0 0 0,1 0 0 0 0,-1 0 0 0 0,-27 6 0 0 0,34-10-559 0 0,0-1-1 0 0,0 0 1 0 0,0-1 0 0 0,0 0 0 0 0,0 0-1 0 0,-11-1 1 0 0,14 0-209 0 0,1 1 0 0 0,-1-1 0 0 0,0 0-1 0 0,1 0 1 0 0,-1-1 0 0 0,1 1 0 0 0,0-1-1 0 0,0 1 1 0 0,-1-1 0 0 0,1 0 0 0 0,0 0 0 0 0,0-1-1 0 0,1 1 1 0 0,-4-4 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19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50 296 0 0,'29'-45'18084'0'0,"-29"45"-18050"0"0,0 0-1 0 0,0 0 1 0 0,0-1-1 0 0,0 1 0 0 0,0 0 1 0 0,0 0-1 0 0,0-1 1 0 0,1 1-1 0 0,-1 0 0 0 0,0 0 1 0 0,0 0-1 0 0,0-1 1 0 0,1 1-1 0 0,-1 0 1 0 0,0 0-1 0 0,0 0 0 0 0,1 0 1 0 0,-1-1-1 0 0,0 1 1 0 0,0 0-1 0 0,1 0 0 0 0,-1 0 1 0 0,0 0-1 0 0,0 0 1 0 0,1 0-1 0 0,-1 0 1 0 0,0 0-1 0 0,0 0 0 0 0,1 0 1 0 0,-1 0-1 0 0,0 0 1 0 0,1 0-1 0 0,-1 0 0 0 0,0 0 1 0 0,8 21 360 0 0,-1 0 0 0 0,-1 1 0 0 0,-1-1 1 0 0,-1 1-1 0 0,1 34 0 0 0,-1-26-66 0 0,46 666 4316 0 0,-41 5-3473 0 0,-13-243-702 0 0,4 18-284 0 0,66 657 136 0 0,-6-649-3556 0 0,-10-202-2147 0 0,-6-96-3319 0 0,-15-83-610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1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98 1168 0 0,'15'-25'4059'0'0,"19"-46"1"0"0,-33 70-3653 0 0,-2 4-347 0 0,0 2-45 0 0,0 0 0 0 0,0 0 1 0 0,-1 0-1 0 0,0 0 0 0 0,0 0 0 0 0,0-1 0 0 0,-1 1 0 0 0,-5 7 0 0 0,-33 39-152 0 0,19-25-490 0 0,-23 29-2994 0 0,20-26 520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3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46 2100 0 0,'84'-34'13297'0'0,"-82"34"-12575"0"0,18-7 1225 0 0,-5 3 2186 0 0,-15 4-4115 0 0,0 0-1 0 0,1 0 0 0 0,-1 0 0 0 0,0 0 0 0 0,1 0 0 0 0,-1 0 0 0 0,0 0 1 0 0,1 0-1 0 0,-1 0 0 0 0,0 0 0 0 0,1 0 0 0 0,-1 0 0 0 0,0 0 1 0 0,1 0-1 0 0,-1 0 0 0 0,0 0 0 0 0,1 1 0 0 0,-1-1 0 0 0,0 0 0 0 0,1 0 1 0 0,-1 0-1 0 0,0 1 0 0 0,1-1 0 0 0,-1 0 0 0 0,0 0 0 0 0,0 0 1 0 0,1 1-1 0 0,-1-1 0 0 0,0 0 0 0 0,0 1 0 0 0,1-1 0 0 0,0 16 446 0 0,-1-9-629 0 0,-1 152 225 0 0,5 249 31 0 0,63 218 1144 0 0,39-5 608 0 0,-11-71-835 0 0,-37-56-1168 0 0,-31-164-5991 0 0,-27-320 5835 0 0,15 115-8590 0 0,-10-69-429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3.8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366 220 188 0 0,'18'-34'6337'0'0,"17"-41"1"0"0,-34 72-6162 0 0,0-1 1 0 0,-1 1 0 0 0,0-1-1 0 0,1 1 1 0 0,-1-1 0 0 0,-1 1-1 0 0,1 0 1 0 0,0-1 0 0 0,-1 1-1 0 0,0-1 1 0 0,1 1 0 0 0,-1 0-1 0 0,-1-1 1 0 0,1 1 0 0 0,0 0-1 0 0,-1 0 1 0 0,-3-5 0 0 0,1 4-120 0 0,-1-1 0 0 0,-1 1 0 0 0,1 0 0 0 0,0 0 0 0 0,-1 1 0 0 0,0 0 0 0 0,0 0 0 0 0,0 0 0 0 0,0 1 0 0 0,0 0 0 0 0,-1 0 0 0 0,-7-2 0 0 0,4 3-38 0 0,0 0-1 0 0,1 1 1 0 0,-1 0 0 0 0,0 0 0 0 0,1 1-1 0 0,-1 0 1 0 0,-17 5 0 0 0,12-1-34 0 0,0 0 0 0 0,0 1 0 0 0,0 1 0 0 0,0 0 0 0 0,1 1 1 0 0,1 1-1 0 0,-1 0 0 0 0,1 1 0 0 0,-22 22 0 0 0,28-25 13 0 0,0 1 1 0 0,1 0-1 0 0,0 1 1 0 0,0 0-1 0 0,1 0 1 0 0,0 0-1 0 0,1 0 1 0 0,0 1-1 0 0,0-1 1 0 0,1 1-1 0 0,1 0 1 0 0,-3 13-1 0 0,5-19 10 0 0,-1 1-1 0 0,1-1 0 0 0,0 1 0 0 0,0-1 0 0 0,0 1 1 0 0,1-1-1 0 0,0 1 0 0 0,0-1 0 0 0,0 1 0 0 0,0-1 1 0 0,1 0-1 0 0,-1 0 0 0 0,1 1 0 0 0,0-1 0 0 0,0 0 0 0 0,1-1 1 0 0,-1 1-1 0 0,1 0 0 0 0,0-1 0 0 0,0 1 0 0 0,0-1 1 0 0,1 0-1 0 0,-1 0 0 0 0,1 0 0 0 0,-1-1 0 0 0,1 1 0 0 0,0-1 1 0 0,0 0-1 0 0,0 0 0 0 0,5 2 0 0 0,-4-2 3 0 0,0-1 0 0 0,0 1 0 0 0,0-1 1 0 0,0 0-1 0 0,0 0 0 0 0,1-1 0 0 0,-1 0 0 0 0,0 0 0 0 0,1 0 0 0 0,-1 0 0 0 0,0-1 0 0 0,0 0 0 0 0,1 0 0 0 0,-1 0 0 0 0,0-1 0 0 0,0 1 0 0 0,0-1 1 0 0,-1 0-1 0 0,1-1 0 0 0,0 1 0 0 0,-1-1 0 0 0,1 0 0 0 0,-1 0 0 0 0,0-1 0 0 0,0 1 0 0 0,0-1 0 0 0,4-5 0 0 0,12-15 1467 0 0,-1-1-1 0 0,30-55 1 0 0,-33 52-667 0 0,-15 27-767 0 0,0 1-41 0 0,-1 0 0 0 0,1 1 0 0 0,0-1-1 0 0,-1 0 1 0 0,1 0 0 0 0,-1 1 0 0 0,1-1 0 0 0,-1 0 0 0 0,0 1 0 0 0,1-1 0 0 0,-1 0 0 0 0,1 1 0 0 0,-1-1 0 0 0,1 1 0 0 0,-1-1 0 0 0,0 1 0 0 0,1-1 0 0 0,-1 1-1 0 0,0 0 1 0 0,6 36-7 0 0,0 72-1 0 0,-2-19-2002 0 0,-2-68 127 0 0,1-1-1 0 0,6 24 1 0 0,-7-39 530 0 0,-1-1 0 0 0,2 1 0 0 0,-1 0 0 0 0,6 9 0 0 0,2 2-4418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4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0 109 2228 0 0,'49'-102'16992'0'0,"-49"102"-16961"0"0,0 0 0 0 0,0 0 0 0 0,0-1 0 0 0,0 1-1 0 0,0 0 1 0 0,0-1 0 0 0,0 1 0 0 0,0 0 0 0 0,0 0 0 0 0,0-1 0 0 0,0 1 0 0 0,1 0 0 0 0,-1 0 0 0 0,0 0 0 0 0,0-1 0 0 0,0 1 0 0 0,0 0 0 0 0,1 0 0 0 0,-1 0 0 0 0,0-1 0 0 0,0 1 0 0 0,0 0 0 0 0,1 0-1 0 0,-1 0 1 0 0,0 0 0 0 0,0 0 0 0 0,1-1 0 0 0,-1 1 0 0 0,0 0 0 0 0,0 0 0 0 0,1 0 0 0 0,-1 0 0 0 0,0 0 0 0 0,0 0 0 0 0,1 0 0 0 0,-1 0 0 0 0,0 0 0 0 0,1 0 0 0 0,-1 0 0 0 0,4 11 313 0 0,-1 15-293 0 0,-13 59 187 0 0,0 13-2209 0 0,10-85-241 0 0,1 0 1 0 0,3 25-1 0 0,0-26-1908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0 115 636 0 0,'55'-113'19558'0'0,"-54"111"-18937"0"0,0 2-600 0 0,-1 0 0 0 0,1 1 0 0 0,-1-1 0 0 0,1 0-1 0 0,-1 0 1 0 0,1 0 0 0 0,-1 1 0 0 0,1-1 0 0 0,-1 0 0 0 0,1 1-1 0 0,-1-1 1 0 0,0 0 0 0 0,1 1 0 0 0,-1-1 0 0 0,1 1 0 0 0,-1-1-1 0 0,0 0 1 0 0,1 1 0 0 0,-1-1 0 0 0,0 1 0 0 0,0-1 0 0 0,1 1-1 0 0,-1-1 1 0 0,0 1 0 0 0,0-1 0 0 0,0 1 0 0 0,0 0 0 0 0,1-1-1 0 0,-1 1 1 0 0,2 21 223 0 0,-1-15-186 0 0,1 42 178 0 0,-4 66 0 0 0,0-26-1637 0 0,5 0-2506 0 0,3-30-3988 0 0,-3-36 1288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2.7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332 130 644 0 0,'11'-34'6965'0'0,"-6"2"-3694"0"0,-5 29-3132 0 0,0 0-1 0 0,0 0 0 0 0,-1-1 0 0 0,1 1 1 0 0,-1 0-1 0 0,1 0 0 0 0,-1 0 0 0 0,0 0 1 0 0,0 0-1 0 0,0 1 0 0 0,-1-1 1 0 0,1 0-1 0 0,-1 0 0 0 0,0 1 0 0 0,1-1 1 0 0,-1 1-1 0 0,-4-5 0 0 0,4 6-119 0 0,1 0 0 0 0,-1 1 0 0 0,1-1 0 0 0,-1 0 0 0 0,1 0 0 0 0,-1 1-1 0 0,1-1 1 0 0,-1 1 0 0 0,0-1 0 0 0,1 1 0 0 0,-1 0 0 0 0,0 0 0 0 0,0 0 0 0 0,1 0 0 0 0,-1 0 0 0 0,0 0-1 0 0,0 0 1 0 0,-2 1 0 0 0,-31 9 67 0 0,15-1-69 0 0,0 1-1 0 0,1 1 1 0 0,0 1 0 0 0,0 0 0 0 0,1 2 0 0 0,1 0-1 0 0,0 1 1 0 0,1 0 0 0 0,1 2 0 0 0,1 0 0 0 0,-25 36-1 0 0,35-47 9 0 0,1 0-1 0 0,0-1 0 0 0,1 1 1 0 0,-1 0-1 0 0,1 0 0 0 0,0 1 1 0 0,-2 10-1 0 0,4-15-18 0 0,0 0-1 0 0,0-1 1 0 0,0 1 0 0 0,0 0 0 0 0,0-1-1 0 0,0 1 1 0 0,1-1 0 0 0,-1 1 0 0 0,0-1-1 0 0,1 1 1 0 0,0 0 0 0 0,-1-1-1 0 0,1 0 1 0 0,0 1 0 0 0,-1-1 0 0 0,1 1-1 0 0,0-1 1 0 0,0 0 0 0 0,0 0 0 0 0,0 1-1 0 0,1-1 1 0 0,-1 0 0 0 0,0 0-1 0 0,0 0 1 0 0,1 0 0 0 0,-1 0 0 0 0,0-1-1 0 0,1 1 1 0 0,-1 0 0 0 0,1 0 0 0 0,-1-1-1 0 0,1 1 1 0 0,-1-1 0 0 0,1 0 0 0 0,0 1-1 0 0,1-1 1 0 0,6 1 8 0 0,0-1 0 0 0,0 1 0 0 0,0-2 0 0 0,0 1 0 0 0,0-1 0 0 0,0-1 0 0 0,-1 1 0 0 0,1-2 0 0 0,0 1 0 0 0,-1-1 0 0 0,0 0 0 0 0,1-1 0 0 0,-1 0 0 0 0,11-7 0 0 0,7-6 443 0 0,-1-1 1 0 0,41-38-1 0 0,-29 22 535 0 0,-13 10 52 0 0,33-23 0 0 0,-55 46-992 0 0,-1 1-46 0 0,0 0-1 0 0,0 0 0 0 0,1 1 1 0 0,-1-1-1 0 0,0 1 0 0 0,0-1 1 0 0,0 1-1 0 0,1-1 0 0 0,-1 1 0 0 0,0 0 1 0 0,0-1-1 0 0,0 1 0 0 0,0 0 1 0 0,0 0-1 0 0,0 0 0 0 0,-1 0 0 0 0,1 0 1 0 0,0 0-1 0 0,0 0 0 0 0,-1 0 1 0 0,1 0-1 0 0,0 0 0 0 0,-1 0 1 0 0,1 1-1 0 0,-1-1 0 0 0,0 0 0 0 0,1 0 1 0 0,-1 0-1 0 0,0 1 0 0 0,0 1 1 0 0,2 7 1 0 0,-1 0 1 0 0,1 19-1 0 0,-2-16 4 0 0,2 35 4 0 0,3 50-2361 0 0,-3-86 1135 0 0,0 1 1 0 0,0-1 0 0 0,2 0-1 0 0,-1-1 1 0 0,10 20-1 0 0,-5-18-1943 0 0,0-1-1028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3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1660 0 0,'6'-22'2807'0'0,"2"0"0"0"0,0 0-1 0 0,17-30 1 0 0,-23 49-2736 0 0,-1 1-1 0 0,1 0 1 0 0,0 0 0 0 0,0 0-1 0 0,0 0 1 0 0,0 0-1 0 0,0 0 1 0 0,0 1-1 0 0,0-1 1 0 0,1 1 0 0 0,-1-1-1 0 0,1 1 1 0 0,-1 0-1 0 0,1 0 1 0 0,-1 0 0 0 0,1 0-1 0 0,0 0 1 0 0,-1 1-1 0 0,1-1 1 0 0,0 1-1 0 0,0 0 1 0 0,3 0 0 0 0,-5-1-60 0 0,1 1 0 0 0,0 0-1 0 0,-1 1 1 0 0,1-1 0 0 0,0 0 0 0 0,0 0 0 0 0,-1 1 0 0 0,1-1 0 0 0,0 1 0 0 0,-1-1 0 0 0,1 1 0 0 0,-1 0 0 0 0,1 0 0 0 0,-1 0 0 0 0,1 0 0 0 0,-1 0-1 0 0,0 0 1 0 0,1 0 0 0 0,-1 0 0 0 0,0 0 0 0 0,0 1 0 0 0,0-1 0 0 0,0 0 0 0 0,0 1 0 0 0,0-1 0 0 0,0 1 0 0 0,0-1 0 0 0,0 1 0 0 0,0 1 0 0 0,0 1 83 0 0,0-1 0 0 0,0 1 0 0 0,0 0 1 0 0,0-1-1 0 0,0 1 0 0 0,-1 0 0 0 0,0 0 1 0 0,0-1-1 0 0,0 1 0 0 0,0 0 0 0 0,-1 5 0 0 0,-3 3 313 0 0,0 0 0 0 0,-1 0 0 0 0,0 0 0 0 0,-1-1 0 0 0,-12 19 0 0 0,-41 45 921 0 0,58-74-1307 0 0,0 0 0 0 0,0 1-1 0 0,0-1 1 0 0,0 0 0 0 0,0 0-1 0 0,0 0 1 0 0,1 1 0 0 0,-1-1 0 0 0,1 0-1 0 0,-1 0 1 0 0,1 1 0 0 0,-1-1-1 0 0,1 1 1 0 0,0-1 0 0 0,-1 2 0 0 0,1-2-10 0 0,0-1 0 0 0,0 1 1 0 0,1 0-1 0 0,-1-1 1 0 0,0 1-1 0 0,0-1 0 0 0,1 1 1 0 0,-1-1-1 0 0,0 1 1 0 0,1-1-1 0 0,-1 1 1 0 0,0-1-1 0 0,1 1 0 0 0,-1-1 1 0 0,1 1-1 0 0,-1-1 1 0 0,1 0-1 0 0,-1 1 1 0 0,1-1-1 0 0,-1 0 0 0 0,1 1 1 0 0,-1-1-1 0 0,1 0 1 0 0,0 0-1 0 0,3 2 12 0 0,1-1 0 0 0,-1-1 0 0 0,0 1 0 0 0,1-1 0 0 0,-1 0 0 0 0,1 0 0 0 0,7-1 0 0 0,28-4-1803 0 0,51-13 0 0 0,-6-10-6343 0 0,-52 15 1670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3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59 720 0 0,'31'-59'17200'0'0,"-35"70"-16472"0"0,0 1-1 0 0,1-1 0 0 0,0 1 0 0 0,-2 18 1 0 0,0-1-309 0 0,-8 30-121 0 0,-11 70-365 0 0,22-113-1261 0 0,1 0 1 0 0,0 1-1 0 0,1-1 0 0 0,1 0 1 0 0,5 30-1 0 0,0-29-3383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7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76 700 0 0,'-4'-12'2742'0'0,"-10"-24"2727"0"0,13 33-5305 0 0,0 1-1 0 0,-1 0 1 0 0,1 0 0 0 0,-1 0-1 0 0,1 0 1 0 0,-1 0 0 0 0,0 0-1 0 0,0 0 1 0 0,0 1-1 0 0,0-1 1 0 0,0 1 0 0 0,-4-3-1 0 0,6 4-146 0 0,-1 0-1 0 0,0 0 1 0 0,0-1-1 0 0,0 1 1 0 0,0 0 0 0 0,0 0-1 0 0,0 0 1 0 0,0 0-1 0 0,0 1 1 0 0,0-1-1 0 0,0 0 1 0 0,0 0-1 0 0,0 0 1 0 0,0 1-1 0 0,0-1 1 0 0,1 0-1 0 0,-1 1 1 0 0,-2 0-1 0 0,1 0 28 0 0,-7 3 23 0 0,1-1 0 0 0,-1 2 1 0 0,1-1-1 0 0,0 1 0 0 0,0 0 0 0 0,0 1 0 0 0,1 0 0 0 0,0 0 0 0 0,-8 9 0 0 0,0 2-13 0 0,0 1 0 0 0,-18 29 1 0 0,21-28-15 0 0,1-1 0 0 0,-10 26 0 0 0,19-38-28 0 0,-1 1 1 0 0,1 0-1 0 0,0 0 0 0 0,0 0 1 0 0,1 1-1 0 0,0-1 0 0 0,0 0 1 0 0,1 0-1 0 0,-1 1 0 0 0,3 10 1 0 0,-2-17-7 0 0,0 0 1 0 0,0 0-1 0 0,0 0 1 0 0,1 0-1 0 0,-1 0 1 0 0,0 1-1 0 0,1-1 1 0 0,-1 0-1 0 0,1 0 1 0 0,-1 0-1 0 0,1 0 1 0 0,0 0-1 0 0,-1 0 1 0 0,1 0-1 0 0,0 0 1 0 0,0-1-1 0 0,0 1 1 0 0,-1 0-1 0 0,1 0 1 0 0,0 0-1 0 0,0-1 1 0 0,0 1-1 0 0,2 0 1 0 0,-1 0 6 0 0,0-1-1 0 0,0 0 1 0 0,0 1 0 0 0,0-1 0 0 0,0 0 0 0 0,0 0 0 0 0,1 0 0 0 0,-1-1 0 0 0,0 1 0 0 0,0 0 0 0 0,0-1-1 0 0,3-1 1 0 0,2 0 19 0 0,0-1-1 0 0,-1-1 0 0 0,1 1 0 0 0,-1-1 0 0 0,0 0 1 0 0,10-8-1 0 0,-5-1 218 0 0,-1 1 0 0 0,0-2-1 0 0,-1 1 1 0 0,0-1 0 0 0,-1-1 0 0 0,11-24 0 0 0,12-24 1559 0 0,-30 62-1794 0 0,-1 1 0 0 0,0-1 0 0 0,0 1 0 0 0,1-1-1 0 0,-1 1 1 0 0,0-1 0 0 0,1 1 0 0 0,-1-1 0 0 0,0 1 0 0 0,1-1-1 0 0,-1 1 1 0 0,1-1 0 0 0,-1 1 0 0 0,1 0 0 0 0,-1-1 0 0 0,1 1-1 0 0,-1 0 1 0 0,1-1 0 0 0,-1 1 0 0 0,1 0 0 0 0,-1 0 0 0 0,1 0-1 0 0,0-1 1 0 0,-1 1 0 0 0,1 0 0 0 0,-1 0 0 0 0,2 0 0 0 0,-2 0-4 0 0,1 1 0 0 0,0-1 0 0 0,0 1 0 0 0,-1-1 0 0 0,1 1 0 0 0,-1-1 0 0 0,1 1 1 0 0,0 0-1 0 0,-1-1 0 0 0,1 1 0 0 0,-1-1 0 0 0,1 1 0 0 0,-1 0 0 0 0,1 0 0 0 0,-1-1 0 0 0,1 3 0 0 0,10 37 93 0 0,-10-37-76 0 0,6 39 76 0 0,3 75 0 0 0,1 15-548 0 0,-8-116-57 0 0,12 63-2134 0 0,-12-70 1035 0 0,0 0 0 0 0,1-1 0 0 0,6 14 0 0 0,-2-9-3481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7.5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74 2524 0 0,'16'-54'9314'0'0,"-16"52"-9254"0"0,1 1 1 0 0,0 0 0 0 0,-1 0 0 0 0,1 0-1 0 0,-1 0 1 0 0,1 0 0 0 0,0 0 0 0 0,0 0-1 0 0,0 0 1 0 0,0 0 0 0 0,-1 0-1 0 0,1 0 1 0 0,0 1 0 0 0,1-1 0 0 0,-1 0-1 0 0,0 1 1 0 0,0-1 0 0 0,0 1-1 0 0,0-1 1 0 0,0 1 0 0 0,1-1 0 0 0,-1 1-1 0 0,0 0 1 0 0,0 0 0 0 0,0-1-1 0 0,1 1 1 0 0,-1 0 0 0 0,0 0 0 0 0,1 0-1 0 0,-1 0 1 0 0,0 1 0 0 0,3-1-1 0 0,0 1-26 0 0,0 0 0 0 0,0 0 0 0 0,0 0-1 0 0,0 0 1 0 0,0 1 0 0 0,-1-1-1 0 0,1 1 1 0 0,3 2 0 0 0,-4-2-29 0 0,-1 0 1 0 0,1 0-1 0 0,-1 0 1 0 0,0 0-1 0 0,0 1 1 0 0,0-1-1 0 0,0 1 1 0 0,-1-1-1 0 0,1 1 1 0 0,0-1-1 0 0,-1 1 1 0 0,0 0-1 0 0,0 0 1 0 0,0 0-1 0 0,0 0 1 0 0,0 0-1 0 0,0 0 1 0 0,-1 0-1 0 0,0 0 1 0 0,1 0-1 0 0,-1 0 1 0 0,0 0-1 0 0,-1 0 1 0 0,1 4-1 0 0,-3 5 55 0 0,0-1-1 0 0,0 1 1 0 0,-1-1-1 0 0,-10 20 1 0 0,4-8 274 0 0,10-22-275 0 0,-1 0-52 0 0,1-1-1 0 0,0 0 0 0 0,0 1 0 0 0,0-1 1 0 0,-1 0-1 0 0,1 1 0 0 0,0-1 1 0 0,0 1-1 0 0,0-1 0 0 0,0 1 0 0 0,0-1 1 0 0,0 0-1 0 0,0 1 0 0 0,0-1 0 0 0,0 1 1 0 0,0-1-1 0 0,0 1 0 0 0,0-1 0 0 0,0 0 1 0 0,0 1-1 0 0,0-1 0 0 0,0 1 1 0 0,0-1-1 0 0,1 1 0 0 0,41 6 48 0 0,-34-7-51 0 0,0 1-1 0 0,-1 0 1 0 0,1 0-1 0 0,0 1 1 0 0,-1 0-1 0 0,0 0 1 0 0,1 1-1 0 0,-1 0 1 0 0,0 0-1 0 0,-1 1 1 0 0,1 0-1 0 0,0 0 1 0 0,6 6-1 0 0,-10-8 161 0 0,-1 0-1 0 0,1 0 0 0 0,-1 1 0 0 0,0-1 1 0 0,1 1-1 0 0,-1-1 0 0 0,0 1 0 0 0,0 0 1 0 0,-1 0-1 0 0,1 0 0 0 0,-1 0 0 0 0,1 0 1 0 0,-1 0-1 0 0,0 0 0 0 0,0 0 0 0 0,0 0 1 0 0,-1 1-1 0 0,1-1 0 0 0,-1 0 0 0 0,1 1 0 0 0,-1-1 1 0 0,-1 0-1 0 0,1 1 0 0 0,0-1 0 0 0,-1 0 1 0 0,1 1-1 0 0,-1-1 0 0 0,0 0 0 0 0,0 0 1 0 0,0 0-1 0 0,-1 0 0 0 0,1 0 0 0 0,-1 0 1 0 0,1 0-1 0 0,-1 0 0 0 0,0 0 0 0 0,0-1 1 0 0,-1 1-1 0 0,1-1 0 0 0,-3 3 0 0 0,-6 5 119 0 0,0-1 0 0 0,-1 0-1 0 0,0 0 1 0 0,0-2 0 0 0,-16 9 0 0 0,-34 10-4942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7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54 1140 0 0,'72'-49'11286'0'0,"-71"49"-11185"0"0,0-1-1 0 0,0 1 0 0 0,0-1 0 0 0,0 1 0 0 0,0-1 0 0 0,0 1 0 0 0,0-1 0 0 0,1 1 0 0 0,-1 0 0 0 0,0 0 0 0 0,0 0 0 0 0,0 0 0 0 0,1 0 1 0 0,-1 0-1 0 0,0 0 0 0 0,0 0 0 0 0,0 0 0 0 0,0 0 0 0 0,1 1 0 0 0,-1-1 0 0 0,0 0 0 0 0,0 1 0 0 0,0-1 0 0 0,0 1 0 0 0,0-1 0 0 0,0 1 1 0 0,0 0-1 0 0,0-1 0 0 0,0 1 0 0 0,0 0 0 0 0,0 0 0 0 0,0 0 0 0 0,0 0 0 0 0,-1 0 0 0 0,1 0 0 0 0,0 0 0 0 0,-1 0 0 0 0,1 0 0 0 0,-1 0 0 0 0,2 2 1 0 0,1 5 160 0 0,1 0 1 0 0,-1 1 0 0 0,-1-1 0 0 0,3 11-1 0 0,-4-15-167 0 0,15 104 840 0 0,-12-75-1228 0 0,14 63-1 0 0,-15-84-363 0 0,0-1 1 0 0,1 1-1 0 0,0-1 0 0 0,1 0 1 0 0,0 0-1 0 0,1 0 0 0 0,9 11 1 0 0,2-3-3110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9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489 116 164 0 0,'1'-4'621'0'0,"0"1"0"0"0,0-1 0 0 0,-1 0-1 0 0,1 0 1 0 0,-1 1 0 0 0,0-1 0 0 0,0 0 0 0 0,0 0 0 0 0,-1 1 0 0 0,1-1 0 0 0,-1 0-1 0 0,-1-3 1 0 0,1 3-345 0 0,-1 1 0 0 0,1 0 0 0 0,-1 0-1 0 0,0 0 1 0 0,0 0 0 0 0,0 0 0 0 0,0 0-1 0 0,0 0 1 0 0,-1 1 0 0 0,1-1 0 0 0,-4-2-1 0 0,1 2-185 0 0,0 0-1 0 0,0 0 0 0 0,0 0 1 0 0,-1 0-1 0 0,1 1 0 0 0,-1 0 1 0 0,1 0-1 0 0,-1 1 0 0 0,0 0 1 0 0,1 0-1 0 0,-1 0 1 0 0,0 0-1 0 0,0 1 0 0 0,0 0 1 0 0,-7 1-1 0 0,-3 2-58 0 0,1 0 1 0 0,-1 1-1 0 0,1 1 0 0 0,-1 0 0 0 0,1 1 1 0 0,1 1-1 0 0,-1 0 0 0 0,-15 11 1 0 0,6-2-35 0 0,0 2 1 0 0,0 0-1 0 0,-31 34 0 0 0,40-36-33 0 0,1 0 0 0 0,-18 27 0 0 0,29-39 45 0 0,0 1-1 0 0,0 0 1 0 0,0 0-1 0 0,1 0 1 0 0,0 1-1 0 0,0-1 1 0 0,0 0-1 0 0,0 1 1 0 0,1-1-1 0 0,0 1 1 0 0,0 0-1 0 0,1-1 1 0 0,0 1-1 0 0,0 10 1 0 0,0-15-2 0 0,1 0 0 0 0,-1 1 0 0 0,1-1 1 0 0,-1 0-1 0 0,1 1 0 0 0,-1-1 0 0 0,1 0 0 0 0,-1 0 1 0 0,1 1-1 0 0,0-1 0 0 0,0 0 0 0 0,0 0 1 0 0,0 0-1 0 0,0 0 0 0 0,0 0 0 0 0,0 0 1 0 0,0 0-1 0 0,0 0 0 0 0,0-1 0 0 0,2 2 1 0 0,0-1 7 0 0,0 0 1 0 0,0 0-1 0 0,0 0 1 0 0,0-1 0 0 0,-1 1-1 0 0,1-1 1 0 0,0 0-1 0 0,0 1 1 0 0,5-2-1 0 0,-1 0 14 0 0,0 0-1 0 0,-1 0 0 0 0,1 0 0 0 0,0-1 0 0 0,-1 0 1 0 0,1-1-1 0 0,11-6 0 0 0,-2-3 37 0 0,0-1 0 0 0,-1-1 0 0 0,0 0 0 0 0,-1-1 0 0 0,0-1 0 0 0,14-23 0 0 0,-8 13 309 0 0,25-26 0 0 0,-45 52-374 0 0,1-1-1 0 0,-1 1 1 0 0,0-1-1 0 0,1 1 0 0 0,-1-1 1 0 0,1 1-1 0 0,-1-1 1 0 0,1 1-1 0 0,0 0 1 0 0,-1-1-1 0 0,1 1 0 0 0,-1 0 1 0 0,1 0-1 0 0,0-1 1 0 0,-1 1-1 0 0,1 0 1 0 0,0 0-1 0 0,-1 0 0 0 0,1 0 1 0 0,0 0-1 0 0,-1 0 1 0 0,1 0-1 0 0,0 0 1 0 0,-1 0-1 0 0,1 0 0 0 0,1 0 1 0 0,-2 1-2 0 0,1-1 1 0 0,0 1-1 0 0,0 0 0 0 0,0-1 1 0 0,0 1-1 0 0,-1 0 1 0 0,1 0-1 0 0,0 0 0 0 0,0 0 1 0 0,-1 0-1 0 0,1-1 1 0 0,-1 1-1 0 0,1 0 1 0 0,0 2-1 0 0,1 6-8 0 0,1-1 0 0 0,-1 1-1 0 0,1 10 1 0 0,-2-12 8 0 0,10 89 45 0 0,-8-60-743 0 0,10 49 1 0 0,-9-71-976 0 0,0-1-1 0 0,0 1 0 0 0,13 22 1 0 0,-9-20-2782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29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1 114 404 0 0,'63'-112'17240'0'0,"-62"111"-16808"0"0,4 8-102 0 0,-1 5-126 0 0,-6 13-81 0 0,-1 0 1 0 0,-1 0-1 0 0,-1 0 1 0 0,-8 25-1 0 0,-9 43-979 0 0,17-68-222 0 0,-3 28-2612 0 0,7-18-2611 0 0,3-22 1403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0 153 1308 0 0,'7'-16'3513'0'0,"17"-28"0"0"0,-18 35-2843 0 0,0 1 0 0 0,0 0 0 0 0,1 0 0 0 0,9-9 0 0 0,-10 12-550 0 0,-1 1 1 0 0,1 0-1 0 0,0 0 1 0 0,0 0-1 0 0,1 1 1 0 0,-1-1-1 0 0,1 2 1 0 0,-1-1-1 0 0,1 1 1 0 0,0 0-1 0 0,0 0 1 0 0,0 1-1 0 0,0 0 0 0 0,0 0 1 0 0,0 1-1 0 0,12 0 1 0 0,-12 0-75 0 0,0 1 1 0 0,0 0-1 0 0,0 0 1 0 0,-1 1-1 0 0,1 0 0 0 0,0 0 1 0 0,-1 0-1 0 0,0 1 1 0 0,11 6-1 0 0,-15-8 8 0 0,-1 0 0 0 0,1 0 0 0 0,0 1 0 0 0,-1-1 0 0 0,1 0-1 0 0,-1 1 1 0 0,0-1 0 0 0,1 1 0 0 0,-1 0 0 0 0,0-1 0 0 0,0 1 0 0 0,0 0 0 0 0,0 0 0 0 0,0 0 0 0 0,0 0 0 0 0,-1 0-1 0 0,1 0 1 0 0,-1 0 0 0 0,1 0 0 0 0,-1 0 0 0 0,0 0 0 0 0,0 0 0 0 0,0 0 0 0 0,0 0 0 0 0,0 0 0 0 0,0 0 0 0 0,-1 0-1 0 0,1 0 1 0 0,0 0 0 0 0,-1 0 0 0 0,0 0 0 0 0,0 0 0 0 0,1 0 0 0 0,-1 0 0 0 0,-2 3 0 0 0,-3 4 108 0 0,0 0 0 0 0,0 0 1 0 0,-1 0-1 0 0,0-1 0 0 0,-1 0 0 0 0,-10 9 1 0 0,-55 38 252 0 0,15-12 206 0 0,57-42-486 0 0,1 0-129 0 0,0-1 1 0 0,0 1-1 0 0,0-1 1 0 0,1 1-1 0 0,-1-1 0 0 0,0 1 1 0 0,1-1-1 0 0,-1 1 1 0 0,0-1-1 0 0,1 1 1 0 0,-1-1-1 0 0,0 1 1 0 0,1-1-1 0 0,-1 0 1 0 0,1 1-1 0 0,-1-1 1 0 0,1 0-1 0 0,-1 1 1 0 0,2-1-1 0 0,8 2 16 0 0,26 5 0 0 0,38 13 1 0 0,-64-16-9 0 0,0 0 1 0 0,1 0-1 0 0,-2 1 1 0 0,1 0-1 0 0,0 1 1 0 0,-1 0-1 0 0,0 0 1 0 0,11 11-1 0 0,-19-16 45 0 0,1 0 0 0 0,-1 0 0 0 0,0 1-1 0 0,0-1 1 0 0,0 0 0 0 0,0 1 0 0 0,0-1-1 0 0,0 1 1 0 0,0-1 0 0 0,0 1 0 0 0,0-1 0 0 0,-1 1-1 0 0,1 0 1 0 0,-1-1 0 0 0,1 1 0 0 0,-1 0-1 0 0,0-1 1 0 0,0 1 0 0 0,0 0 0 0 0,0 0-1 0 0,0-1 1 0 0,0 4 0 0 0,-1-3 14 0 0,0 0 0 0 0,0 1-1 0 0,0-1 1 0 0,0 0 0 0 0,-1 0 0 0 0,1 0 0 0 0,0 0-1 0 0,-1 0 1 0 0,0 0 0 0 0,1-1 0 0 0,-1 1 0 0 0,0 0-1 0 0,0-1 1 0 0,-2 2 0 0 0,-6 3 87 0 0,-1-1 0 0 0,1 0 1 0 0,-1 0-1 0 0,0-1 0 0 0,-16 4 0 0 0,11-4-216 0 0,0-2 0 0 0,1 1 0 0 0,-29-1 0 0 0,37-2-585 0 0,0 0 0 0 0,-1-1 0 0 0,1 0 0 0 0,0 0 1 0 0,0 0-1 0 0,0-1 0 0 0,0 0 0 0 0,0-1 0 0 0,0 0 0 0 0,-8-4 0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0.4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300 210 2108 0 0,'8'-19'2789'0'0,"-1"-1"0"0"0,6-27 0 0 0,-12 40-2219 0 0,1-1 1 0 0,-1 0-1 0 0,-1 0 1 0 0,1 0-1 0 0,-1 0 1 0 0,-1 0-1 0 0,1 1 1 0 0,-1-1 0 0 0,-3-10-1 0 0,4 16-506 0 0,-1 0 0 0 0,0 0 0 0 0,0 0-1 0 0,1 0 1 0 0,-1 1 0 0 0,0-1 0 0 0,0 0 0 0 0,-1 1 0 0 0,1-1-1 0 0,0 0 1 0 0,-1 1 0 0 0,1 0 0 0 0,0-1 0 0 0,-1 1 0 0 0,0 0-1 0 0,1 0 1 0 0,-1-1 0 0 0,0 1 0 0 0,1 1 0 0 0,-5-3 0 0 0,2 2-21 0 0,1 1 1 0 0,-1-1-1 0 0,0 1 0 0 0,0-1 1 0 0,0 1-1 0 0,0 0 1 0 0,0 0-1 0 0,0 1 1 0 0,0-1-1 0 0,-4 2 1 0 0,-4 2-8 0 0,0 0-1 0 0,0 0 1 0 0,0 1 0 0 0,1 1-1 0 0,-19 11 1 0 0,14-6-18 0 0,0 1 0 0 0,1 1 0 0 0,1 0 0 0 0,0 1 0 0 0,-22 29 0 0 0,30-36-10 0 0,0 1-1 0 0,1 1 0 0 0,0-1 0 0 0,1 1 0 0 0,0 0 0 0 0,0 0 1 0 0,0 0-1 0 0,1 0 0 0 0,1 0 0 0 0,0 1 0 0 0,0 0 0 0 0,1-1 1 0 0,-1 16-1 0 0,2-22-3 0 0,0 0 1 0 0,0 0 0 0 0,1 0-1 0 0,-1 0 1 0 0,1 0-1 0 0,0 0 1 0 0,0 0 0 0 0,0 0-1 0 0,0 0 1 0 0,0 0 0 0 0,0-1-1 0 0,1 1 1 0 0,-1 0-1 0 0,1-1 1 0 0,0 1 0 0 0,0-1-1 0 0,0 0 1 0 0,0 0 0 0 0,0 1-1 0 0,1-2 1 0 0,-1 1-1 0 0,0 0 1 0 0,1 0 0 0 0,0-1-1 0 0,-1 1 1 0 0,1-1 0 0 0,3 2-1 0 0,-1-2 1 0 0,0 0 0 0 0,-1-1-1 0 0,1 1 1 0 0,0-1 0 0 0,0 0 0 0 0,0 0-1 0 0,0 0 1 0 0,0-1 0 0 0,0 1 0 0 0,-1-1-1 0 0,1 0 1 0 0,0-1 0 0 0,-1 1-1 0 0,1-1 1 0 0,0 0 0 0 0,5-4 0 0 0,14-9 11 0 0,0-1 0 0 0,-1-2 0 0 0,30-29 0 0 0,16-14 131 0 0,-68 60-151 0 0,0 1 0 0 0,0-1 0 0 0,0 0 0 0 0,0 0 0 0 0,1 0 0 0 0,-1 1 0 0 0,0-1 0 0 0,0 1 0 0 0,0-1 0 0 0,1 1 0 0 0,-1-1 0 0 0,0 1 0 0 0,0 0-1 0 0,1-1 1 0 0,-1 1 0 0 0,0 0 0 0 0,1 0 0 0 0,-1 0 0 0 0,0 0 0 0 0,1 0 0 0 0,-1 1 0 0 0,3-1 0 0 0,-3 1 3 0 0,0 0 0 0 0,1 0 0 0 0,-1 0 0 0 0,0 0 0 0 0,0 0 0 0 0,0 1 0 0 0,0-1 0 0 0,0 0 0 0 0,0 0-1 0 0,0 1 1 0 0,-1-1 0 0 0,1 1 0 0 0,0-1 0 0 0,-1 1 0 0 0,1-1 0 0 0,-1 1 0 0 0,1-1 0 0 0,-1 1 0 0 0,0-1 0 0 0,1 3 0 0 0,2 29 18 0 0,-2 0 0 0 0,-1 0 0 0 0,-4 34 0 0 0,0 47-2305 0 0,4-111 2075 0 0,4 51-2790 0 0,6-20-2124 0 0,-2-17-634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0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1 152 1012 0 0,'44'-101'13595'0'0,"-24"51"-7722"0"0,-12 55-5153 0 0,-8-5-699 0 0,1 0-1 0 0,-1 0 1 0 0,1 0-1 0 0,-1 0 0 0 0,1 0 1 0 0,-1 0-1 0 0,1 1 1 0 0,-1-1-1 0 0,0 0 1 0 0,1 0-1 0 0,-1 1 0 0 0,1-1 1 0 0,-1 0-1 0 0,0 1 1 0 0,1-1-1 0 0,-1 0 1 0 0,0 1-1 0 0,1-1 0 0 0,-1 0 1 0 0,0 1-1 0 0,0-1 1 0 0,1 1-1 0 0,-1-1 1 0 0,0 1-1 0 0,0-1 1 0 0,1 1-1 0 0,1 8 351 0 0,0 0 0 0 0,-1 0 0 0 0,0 0 1 0 0,0 1-1 0 0,-1-1 0 0 0,-1 15 0 0 0,-12 56 397 0 0,3-20-518 0 0,2-21-1027 0 0,-2 24-2594 0 0,10-59 2597 0 0,0 1 1 0 0,0-1 0 0 0,0 1 0 0 0,0 0 0 0 0,1-1-1 0 0,0 1 1 0 0,0-1 0 0 0,0 1 0 0 0,0-1 0 0 0,4 7 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1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1244 0 0,'47'-127'17365'0'0,"-46"125"-16950"0"0,0-2 267 0 0,0 5-130 0 0,2 13 252 0 0,-4 15 243 0 0,0-11-688 0 0,1 0-1 0 0,1-1 0 0 0,3 25 1 0 0,-3-38-321 0 0,0 0 1 0 0,0 0-1 0 0,0 0 1 0 0,0 0-1 0 0,1 0 1 0 0,-1 0 0 0 0,1-1-1 0 0,0 1 1 0 0,1-1-1 0 0,-1 1 1 0 0,0-1-1 0 0,1 0 1 0 0,0 1-1 0 0,0-1 1 0 0,0-1-1 0 0,0 1 1 0 0,0 0-1 0 0,0-1 1 0 0,6 4 0 0 0,-4-5-20 0 0,-1 0 1 0 0,0-1 0 0 0,0 1 0 0 0,0-1-1 0 0,1 0 1 0 0,-1 0 0 0 0,0-1 0 0 0,0 1-1 0 0,1-1 1 0 0,-1 0 0 0 0,0 0 0 0 0,0 0 0 0 0,0 0-1 0 0,0-1 1 0 0,0 0 0 0 0,5-3 0 0 0,6-7 12 0 0,0 0 1 0 0,-1 0 0 0 0,-1-2 0 0 0,0 0 0 0 0,19-28 0 0 0,12-12 1845 0 0,-42 51-1750 0 0,14-14 365 0 0,-16 17-489 0 0,0-1-1 0 0,0 1 0 0 0,0 0 1 0 0,1 0-1 0 0,-1-1 1 0 0,0 1-1 0 0,0 0 0 0 0,0 0 1 0 0,1-1-1 0 0,-1 1 1 0 0,0 0-1 0 0,0 0 1 0 0,1 0-1 0 0,-1-1 0 0 0,0 1 1 0 0,0 0-1 0 0,1 0 1 0 0,-1 0-1 0 0,0 0 1 0 0,1 0-1 0 0,-1 0 0 0 0,0 0 1 0 0,1 0-1 0 0,-1 0 1 0 0,0 0-1 0 0,0 0 0 0 0,1 0 1 0 0,-1 0-1 0 0,0 0 1 0 0,1 0-1 0 0,-1 0 1 0 0,0 0-1 0 0,1 0 0 0 0,-1 0 1 0 0,0 0-1 0 0,0 0 1 0 0,1 0-1 0 0,-1 0 0 0 0,0 1 1 0 0,1-1-1 0 0,-1 0 1 0 0,0 0-1 0 0,0 0 1 0 0,1 1-1 0 0,-1-1 0 0 0,0 0 1 0 0,0 0-1 0 0,0 1 1 0 0,0-1-1 0 0,1 0 0 0 0,-1 0 1 0 0,0 1-1 0 0,0-1 1 0 0,0 0-1 0 0,0 1 1 0 0,0-1-1 0 0,0 0 0 0 0,0 0 1 0 0,1 1-1 0 0,0 18 69 0 0,0 0 1 0 0,-1 0-1 0 0,-1 0 0 0 0,0 0 1 0 0,-8 33-1 0 0,-1 18-478 0 0,5 135-4791 0 0,11-70-5408 0 0,-3-83 1232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3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40 0 0,'0'0'80'0'0,"-12"6"-152"0"0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4.1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297 107 2576 0 0,'1'-4'559'0'0,"0"1"0"0"0,0 0 0 0 0,-1 0 0 0 0,1-1 0 0 0,-1 1-1 0 0,1 0 1 0 0,-1 0 0 0 0,0-1 0 0 0,0 1 0 0 0,-1 0 0 0 0,1-1 0 0 0,-1 1 0 0 0,1 0-1 0 0,-1 0 1 0 0,0-1 0 0 0,0 1 0 0 0,-1 0 0 0 0,1 0 0 0 0,-2-3 0 0 0,1 3-467 0 0,0 0 1 0 0,0 1-1 0 0,0-1 0 0 0,0 1 1 0 0,0-1-1 0 0,0 1 1 0 0,0 0-1 0 0,-1 0 1 0 0,1 0-1 0 0,-1 0 0 0 0,0 0 1 0 0,0 0-1 0 0,1 1 1 0 0,-1-1-1 0 0,0 1 1 0 0,0 0-1 0 0,0 0 0 0 0,-1 0 1 0 0,1 1-1 0 0,0-1 1 0 0,0 1-1 0 0,0-1 0 0 0,-1 1 1 0 0,1 0-1 0 0,0 0 1 0 0,0 0-1 0 0,0 1 1 0 0,-1-1-1 0 0,1 1 0 0 0,-4 1 1 0 0,-8 5-67 0 0,1 0 1 0 0,-1 2-1 0 0,1-1 1 0 0,1 2-1 0 0,0 0 1 0 0,0 0-1 0 0,1 1 0 0 0,0 1 1 0 0,1 0-1 0 0,0 0 1 0 0,1 1-1 0 0,1 1 1 0 0,0 0-1 0 0,-11 21 1 0 0,19-32-16 0 0,-1 0 0 0 0,1 0-1 0 0,0 0 1 0 0,0 0 0 0 0,0 0 0 0 0,0 0 0 0 0,1 0 0 0 0,-1 1 0 0 0,1-1 0 0 0,0 0 0 0 0,0 0 0 0 0,0 1 0 0 0,0-1 0 0 0,0 0 0 0 0,1 0 0 0 0,-1 1 0 0 0,1-1 0 0 0,0 0 0 0 0,0 0 0 0 0,0 0 0 0 0,3 4 0 0 0,-2-4 1 0 0,0 0 1 0 0,1 0-1 0 0,-1-1 0 0 0,1 1 1 0 0,0-1-1 0 0,0 1 0 0 0,0-1 1 0 0,0 0-1 0 0,0 0 0 0 0,0-1 1 0 0,0 1-1 0 0,1-1 0 0 0,-1 1 1 0 0,1-1-1 0 0,-1 0 1 0 0,1 0-1 0 0,-1-1 0 0 0,8 1 1 0 0,-4 0-10 0 0,0-1 0 0 0,1 0 1 0 0,-1-1-1 0 0,0 0 1 0 0,0 0-1 0 0,0 0 1 0 0,1-1-1 0 0,-2 0 1 0 0,1-1-1 0 0,0 1 1 0 0,0-1-1 0 0,-1-1 0 0 0,1 1 1 0 0,-1-1-1 0 0,0 0 1 0 0,0-1-1 0 0,-1 1 1 0 0,1-1-1 0 0,7-9 1 0 0,7-9 89 0 0,-2-1 0 0 0,0-1 1 0 0,20-39-1 0 0,-15 25 437 0 0,-18 30-400 0 0,6-9 76 0 0,-10 17-203 0 0,-1 1 0 0 0,0-1 0 0 0,0 1-1 0 0,1 0 1 0 0,-1-1 0 0 0,0 1 0 0 0,0 0 0 0 0,1 0 0 0 0,-1-1 0 0 0,0 1-1 0 0,1 0 1 0 0,-1 0 0 0 0,1-1 0 0 0,-1 1 0 0 0,0 0 0 0 0,1 0 0 0 0,-1 0-1 0 0,1 0 1 0 0,-1-1 0 0 0,0 1 0 0 0,1 0 0 0 0,-1 0 0 0 0,1 0 0 0 0,-1 0-1 0 0,1 0 1 0 0,-1 0 0 0 0,0 0 0 0 0,1 0 0 0 0,-1 0 0 0 0,1 1-1 0 0,-1-1 1 0 0,1 0 0 0 0,-1 0 0 0 0,1 2-2 0 0,0 0 1 0 0,0 0-1 0 0,0 0 0 0 0,0 0 1 0 0,-1 1-1 0 0,1-1 0 0 0,-1 0 1 0 0,0 0-1 0 0,0 0 1 0 0,0 1-1 0 0,0-1 0 0 0,0 0 1 0 0,0 0-1 0 0,-1 3 0 0 0,1 0 0 0 0,0 29-253 0 0,2 68 275 0 0,4-52-2872 0 0,7-2-4278 0 0,-7-31 818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4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5 117 1960 0 0,'0'-18'4235'0'0,"1"-25"3952"0"0,0 39-7824 0 0,-1 1 0 0 0,1-1 0 0 0,0 1 0 0 0,0 0 0 0 0,0-1 0 0 0,1 1 0 0 0,-1 0 0 0 0,1 0 1 0 0,0 0-1 0 0,2-4 0 0 0,-2 6-289 0 0,0-1 0 0 0,0 1 1 0 0,0-1-1 0 0,0 1 0 0 0,0 0 1 0 0,0-1-1 0 0,0 1 0 0 0,0 0 1 0 0,0 0-1 0 0,0 1 0 0 0,1-1 1 0 0,-1 0-1 0 0,0 1 0 0 0,1 0 0 0 0,-1-1 1 0 0,5 1-1 0 0,27 2 136 0 0,-33-2-192 0 0,2 1-5 0 0,-1-1-1 0 0,1 1 1 0 0,-1 0 0 0 0,1 0-1 0 0,0-1 1 0 0,-1 2-1 0 0,0-1 1 0 0,1 0 0 0 0,-1 0-1 0 0,0 1 1 0 0,1-1 0 0 0,-1 1-1 0 0,0 0 1 0 0,0 0-1 0 0,0 0 1 0 0,-1 0 0 0 0,1 0-1 0 0,0 0 1 0 0,-1 0-1 0 0,1 1 1 0 0,-1-1 0 0 0,0 0-1 0 0,1 4 1 0 0,-1-2 11 0 0,-1 0 0 0 0,0 1 0 0 0,0-1 1 0 0,-1 1-1 0 0,0-1 0 0 0,1 0 0 0 0,-1 1 0 0 0,-1-1 0 0 0,1 0 1 0 0,-1 0-1 0 0,1 0 0 0 0,-1 0 0 0 0,0 0 0 0 0,-1 0 0 0 0,-2 3 1 0 0,-7 9 140 0 0,0 0 0 0 0,-16 14 0 0 0,13-14-39 0 0,-43 51 1554 0 0,57-66-1444 0 0,1 1 111 0 0,-1-2-340 0 0,1 0 0 0 0,0 1 0 0 0,0-1 0 0 0,0 0-1 0 0,0 0 1 0 0,0 0 0 0 0,0 0 0 0 0,0 1 0 0 0,0-1 0 0 0,0 0-1 0 0,0 0 1 0 0,0 0 0 0 0,0 1 0 0 0,0-1 0 0 0,0 0 0 0 0,0 0 0 0 0,0 0-1 0 0,0 0 1 0 0,0 1 0 0 0,0-1 0 0 0,0 0 0 0 0,0 0 0 0 0,0 0 0 0 0,0 1-1 0 0,1-1 1 0 0,-1 0 0 0 0,0 0 0 0 0,0 0 0 0 0,0 0 0 0 0,0 0-1 0 0,0 1 1 0 0,0-1 0 0 0,1 0 0 0 0,-1 0 0 0 0,0 0 0 0 0,0 0 0 0 0,0 0-1 0 0,0 0 1 0 0,1 0 0 0 0,-1 0 0 0 0,0 1 0 0 0,0-1 0 0 0,0 0 0 0 0,0 0-1 0 0,1 0 1 0 0,31 1 180 0 0,0-1 0 0 0,62-8 0 0 0,66-20-2315 0 0,-122 20 923 0 0,61-15-3173 0 0,-34 2-2488 0 0,-27 7-470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4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78 2944 0 0,'-12'-23'9551'0'0,"8"0"-4828"0"0,4 22-4643 0 0,0-1 1 0 0,1 1-1 0 0,-1-1 1 0 0,1 1-1 0 0,-1 0 1 0 0,1-1-1 0 0,0 1 0 0 0,-1 0 1 0 0,1-1-1 0 0,0 1 1 0 0,0 0-1 0 0,0 0 1 0 0,0-1-1 0 0,0 1 0 0 0,0 0 1 0 0,0 0-1 0 0,0 0 1 0 0,1 1-1 0 0,-1-1 1 0 0,0 0-1 0 0,1 0 1 0 0,-1 1-1 0 0,0-1 0 0 0,1 0 1 0 0,-1 1-1 0 0,1 0 1 0 0,-1-1-1 0 0,1 1 1 0 0,2-1-1 0 0,1 1-34 0 0,0-1 0 0 0,1 1 0 0 0,-1-1 0 0 0,0 2 1 0 0,0-1-1 0 0,1 0 0 0 0,-1 1 0 0 0,0 0 0 0 0,10 3 0 0 0,-12-3-33 0 0,1 1-1 0 0,-1-1 1 0 0,0 1 0 0 0,0-1-1 0 0,0 1 1 0 0,0 0 0 0 0,-1 0 0 0 0,1 0-1 0 0,0 0 1 0 0,-1 1 0 0 0,1-1-1 0 0,-1 1 1 0 0,0-1 0 0 0,0 1-1 0 0,0 0 1 0 0,3 5 0 0 0,-5-6-1 0 0,1 1 0 0 0,0-1 1 0 0,-1 0-1 0 0,1 1 0 0 0,-1-1 0 0 0,0 1 1 0 0,0-1-1 0 0,0 0 0 0 0,0 1 0 0 0,0-1 1 0 0,-1 1-1 0 0,1-1 0 0 0,-1 0 0 0 0,1 1 1 0 0,-1-1-1 0 0,0 0 0 0 0,0 1 0 0 0,-2 3 0 0 0,-2 3 18 0 0,-1 0-1 0 0,0-1 0 0 0,-8 9 0 0 0,5-6-14 0 0,-11 14 3 0 0,7-8-37 0 0,12-15 35 0 0,2 11 107 0 0,9-4-91 0 0,0-1 1 0 0,0 0-1 0 0,1-1 1 0 0,0 0-1 0 0,0 0 1 0 0,16 5-1 0 0,15 11-2 0 0,-31-16 137 0 0,0 0 1 0 0,-1 0-1 0 0,0 1 1 0 0,0 0-1 0 0,-1 1 1 0 0,0 0 0 0 0,0 1-1 0 0,7 11 1 0 0,-15-20-87 0 0,-1 0 0 0 0,1 0 1 0 0,-1 0-1 0 0,0 0 0 0 0,1 1 1 0 0,-1-1-1 0 0,0 0 0 0 0,0 0 1 0 0,0 0-1 0 0,1 1 0 0 0,-1-1 1 0 0,-1 0-1 0 0,1 0 0 0 0,0 1 1 0 0,0-1-1 0 0,0 0 0 0 0,-1 0 1 0 0,1 1-1 0 0,0-1 0 0 0,-1 0 1 0 0,1 0-1 0 0,-1 0 0 0 0,0 0 1 0 0,1 0-1 0 0,-1 0 0 0 0,0 0 1 0 0,0 0-1 0 0,1 0 0 0 0,-1 0 1 0 0,0 0-1 0 0,-2 1 0 0 0,0 1 27 0 0,-1 0 0 0 0,0-1 1 0 0,1 1-1 0 0,-1-1 0 0 0,0 0 0 0 0,-1 0 0 0 0,-4 2 0 0 0,-6 1-95 0 0,0-1-1 0 0,0-1 0 0 0,0-1 0 0 0,0 0 1 0 0,-26 0-1 0 0,30-2-979 0 0,-1-1 1 0 0,1 0-1 0 0,-14-4 0 0 0,17 3-799 0 0,0-1-1 0 0,1 0 1 0 0,-1 0-1 0 0,1 0 1 0 0,-9-6-1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5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491 129 276 0 0,'-18'-37'5773'0'0,"12"24"-4210"0"0,0 0-1 0 0,-11-16 0 0 0,14 26-1397 0 0,1 0 1 0 0,0 0-1 0 0,-1 0 1 0 0,1 1 0 0 0,-1-1-1 0 0,0 1 1 0 0,0-1-1 0 0,0 1 1 0 0,0 0 0 0 0,0 0-1 0 0,0 1 1 0 0,-1-1-1 0 0,-5-2 1 0 0,4 4-102 0 0,0-1-1 0 0,1 1 1 0 0,-1 0 0 0 0,0 0 0 0 0,1 0-1 0 0,-1 0 1 0 0,0 1 0 0 0,1 0-1 0 0,-1 0 1 0 0,1 0 0 0 0,-1 1 0 0 0,-6 2-1 0 0,-50 28 478 0 0,56-29-483 0 0,-21 13 110 0 0,0 1-1 0 0,1 0 1 0 0,0 2 0 0 0,2 2 0 0 0,1 0 0 0 0,0 1 0 0 0,1 1 0 0 0,-29 42-1 0 0,47-59-133 0 0,0-1-1 0 0,0 1 1 0 0,0 0-1 0 0,0 0 0 0 0,1 0 1 0 0,0 0-1 0 0,0 0 0 0 0,1 0 1 0 0,0 1-1 0 0,0-1 0 0 0,0 11 1 0 0,1-14-18 0 0,1 0 0 0 0,-1 0 0 0 0,1 0 1 0 0,-1 0-1 0 0,1 0 0 0 0,0 0 0 0 0,0 0 0 0 0,1 0 0 0 0,-1 0 1 0 0,1 0-1 0 0,-1 0 0 0 0,1-1 0 0 0,0 1 0 0 0,0-1 0 0 0,0 1 1 0 0,0-1-1 0 0,0 0 0 0 0,1 1 0 0 0,-1-1 0 0 0,1-1 0 0 0,-1 1 1 0 0,1 0-1 0 0,0-1 0 0 0,5 3 0 0 0,0-1-4 0 0,0 0 0 0 0,0 0 0 0 0,1-1 0 0 0,-1 0 0 0 0,0 0 0 0 0,1-1-1 0 0,-1-1 1 0 0,1 1 0 0 0,0-1 0 0 0,-1-1 0 0 0,1 1 0 0 0,-1-1 0 0 0,1-1 0 0 0,-1 0 0 0 0,0 0-1 0 0,1 0 1 0 0,-1-1 0 0 0,0-1 0 0 0,-1 1 0 0 0,1-1 0 0 0,0-1 0 0 0,11-8 0 0 0,0-2 121 0 0,-1 0 1 0 0,0-2-1 0 0,-2 0 1 0 0,0 0 0 0 0,-1-2-1 0 0,25-39 1 0 0,-22 30 523 0 0,-5 8 163 0 0,0 0-1 0 0,11-27 0 0 0,-17 38-620 0 0,-2 14-38 0 0,0 15-68 0 0,-14 102 140 0 0,1-7-1529 0 0,8-99-512 0 0,0 1-1 0 0,2 0 0 0 0,0-1 1 0 0,8 31-1 0 0,-6-34-1961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5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1 125 2684 0 0,'29'-43'6837'0'0,"-23"33"-5513"0"0,0 0 1 0 0,14-16-1 0 0,-17 23-1167 0 0,0-1-1 0 0,1 1 1 0 0,-1 0-1 0 0,1 1 1 0 0,0-1 0 0 0,0 1-1 0 0,0-1 1 0 0,0 1-1 0 0,0 0 1 0 0,9-2 0 0 0,-10 3-60 0 0,0 0 0 0 0,0 0-1 0 0,0 1 1 0 0,0-1 0 0 0,0 1 0 0 0,0 0 0 0 0,0 0 0 0 0,0 0 0 0 0,0 0 0 0 0,0 0 0 0 0,0 1 0 0 0,0-1 0 0 0,0 1-1 0 0,0 0 1 0 0,0 0 0 0 0,0 0 0 0 0,0 0 0 0 0,0 0 0 0 0,0 1 0 0 0,-1 0 0 0 0,1-1 0 0 0,-1 1 0 0 0,1 0 0 0 0,-1 0-1 0 0,0 0 1 0 0,0 0 0 0 0,1 1 0 0 0,-2-1 0 0 0,1 1 0 0 0,0-1 0 0 0,0 1 0 0 0,-1 0 0 0 0,1-1 0 0 0,-1 1 0 0 0,0 0 0 0 0,0 0-1 0 0,0 0 1 0 0,0 0 0 0 0,-1 0 0 0 0,1 0 0 0 0,-1 0 0 0 0,0 0 0 0 0,0 0 0 0 0,0 0 0 0 0,0 0 0 0 0,0 1 0 0 0,-1-1-1 0 0,1 0 1 0 0,-1 0 0 0 0,-1 4 0 0 0,-7 13 520 0 0,-1-1 1 0 0,0 0-1 0 0,-2-1 0 0 0,0 0 0 0 0,-22 26 0 0 0,-14 19 743 0 0,47-61-1226 0 0,1-2-123 0 0,0 1 0 0 0,0-1 1 0 0,0 0-1 0 0,0 1 1 0 0,1-1-1 0 0,-1 1 0 0 0,0-1 1 0 0,0 0-1 0 0,0 1 1 0 0,0-1-1 0 0,1 0 1 0 0,-1 1-1 0 0,0-1 0 0 0,0 0 1 0 0,1 0-1 0 0,-1 1 1 0 0,0-1-1 0 0,0 0 0 0 0,1 0 1 0 0,-1 1-1 0 0,0-1 1 0 0,1 0-1 0 0,-1 0 0 0 0,0 0 1 0 0,1 0-1 0 0,-1 1 1 0 0,1-1-1 0 0,-1 0 0 0 0,0 0 1 0 0,1 0-1 0 0,-1 0 1 0 0,0 0-1 0 0,1 0 0 0 0,19 2 166 0 0,11-5-639 0 0,1-2-1 0 0,-1-1 1 0 0,0-1-1 0 0,33-12 1 0 0,-15 1-4923 0 0,84-44 1 0 0,-103 44 1101 0 0,-2-3-1869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6.2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52 1184 0 0,'-3'-27'8381'0'0,"0"3"-1234"0"0,2 24-7042 0 0,1 1 0 0 0,-1-1 1 0 0,0 0-1 0 0,0 1 1 0 0,0 0-1 0 0,0-1 1 0 0,0 1-1 0 0,0-1 0 0 0,0 1 1 0 0,1 0-1 0 0,-1 0 1 0 0,0 0-1 0 0,1-1 1 0 0,-1 1-1 0 0,0 0 0 0 0,1 0 1 0 0,-1 0-1 0 0,1 0 1 0 0,0 0-1 0 0,-1 0 0 0 0,1 0 1 0 0,0 0-1 0 0,-1 0 1 0 0,1 0-1 0 0,0 1 1 0 0,-5 28 1513 0 0,4-18-1354 0 0,1 0-1 0 0,0 0 1 0 0,1 0-1 0 0,1 0 1 0 0,0 0 0 0 0,0 0-1 0 0,1-1 1 0 0,1 1 0 0 0,5 12-1 0 0,-7-19-228 0 0,1-1-1 0 0,-1 1 1 0 0,1 0-1 0 0,0-1 0 0 0,0 1 1 0 0,1-1-1 0 0,-1 0 1 0 0,1 0-1 0 0,0 0 1 0 0,0-1-1 0 0,0 1 1 0 0,1-1-1 0 0,-1 0 1 0 0,1 0-1 0 0,0-1 0 0 0,-1 1 1 0 0,1-1-1 0 0,0 0 1 0 0,1 0-1 0 0,-1-1 1 0 0,0 0-1 0 0,6 1 1 0 0,-5-1-12 0 0,0-1 1 0 0,0-1-1 0 0,0 1 1 0 0,0-1 0 0 0,0 0-1 0 0,0 0 1 0 0,0-1 0 0 0,0 0-1 0 0,0 0 1 0 0,-1 0-1 0 0,1-1 1 0 0,-1 1 0 0 0,9-7-1 0 0,4-4 7 0 0,1 0 0 0 0,18-20 0 0 0,-28 25-17 0 0,30-31 42 0 0,-22 22 215 0 0,25-20-1 0 0,-42 36-268 0 0,1 1 0 0 0,-1-1 0 0 0,1 1-1 0 0,-1 0 1 0 0,1-1 0 0 0,-1 1-1 0 0,1-1 1 0 0,-1 1 0 0 0,1 0 0 0 0,0 0-1 0 0,-1-1 1 0 0,1 1 0 0 0,0 0 0 0 0,-1 0-1 0 0,1 0 1 0 0,-1 0 0 0 0,1 0-1 0 0,0 0 1 0 0,-1 0 0 0 0,1 0 0 0 0,0 0-1 0 0,0 0 1 0 0,-1 0 0 0 0,1 0 0 0 0,-1 0-1 0 0,1 0 1 0 0,0 1 0 0 0,0-1-1 0 0,0 1 1 0 0,0 0 0 0 0,0 0 0 0 0,0 0 0 0 0,-1 0 0 0 0,1 0 0 0 0,-1 0 0 0 0,1 0 0 0 0,0 0 0 0 0,-1 0 0 0 0,0 1 0 0 0,1-1 0 0 0,-1 0 0 0 0,0 0 0 0 0,1 2 0 0 0,0 4-4 0 0,-1 0 1 0 0,0-1-1 0 0,0 1 0 0 0,-2 13 1 0 0,-35 149-921 0 0,-9-2-3278 0 0,32-119 2308 0 0,-2 11-875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8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166 172 1432 0 0,'13'-23'2858'0'0,"-1"0"-1"0"0,-1-1 1 0 0,-2 0 0 0 0,12-39-1 0 0,-21 62-2835 0 0,0 1 1 0 0,0 0-1 0 0,0-1 0 0 0,0 1 0 0 0,1 0 1 0 0,-1-1-1 0 0,0 1 0 0 0,0-1 0 0 0,0 1 1 0 0,0 0-1 0 0,0-1 0 0 0,0 1 1 0 0,0-1-1 0 0,0 1 0 0 0,0 0 0 0 0,0-1 1 0 0,0 1-1 0 0,-1-1 0 0 0,1 1 0 0 0,0 0 1 0 0,0-1-1 0 0,0 1 0 0 0,0-1 0 0 0,-1 1 1 0 0,1 0-1 0 0,0-1 0 0 0,0 1 1 0 0,-1 0-1 0 0,1 0 0 0 0,0-1 0 0 0,0 1 1 0 0,-1 0-1 0 0,1 0 0 0 0,0-1 0 0 0,-1 1 1 0 0,1 0-1 0 0,0 0 0 0 0,-1 0 0 0 0,1-1 1 0 0,-1 1-1 0 0,1 0 0 0 0,0 0 0 0 0,-1 0 1 0 0,1 0-1 0 0,-1 0 0 0 0,1 0 1 0 0,0 0-1 0 0,-1 0 0 0 0,1 0 0 0 0,-1 0 1 0 0,1 0-1 0 0,0 0 0 0 0,-1 0 0 0 0,0 0 1 0 0,-19 8 59 0 0,9-1-32 0 0,0 1 0 0 0,0 0 1 0 0,1 1-1 0 0,1 0 0 0 0,-1 0 0 0 0,-13 19 1 0 0,4-2-47 0 0,-25 46 0 0 0,34-53-17 0 0,0 1-1 0 0,-13 36 1 0 0,21-51 19 0 0,1 0 0 0 0,-1 1 0 0 0,1-1 0 0 0,0 0 0 0 0,1 1 0 0 0,-1-1 0 0 0,1 1 0 0 0,0-1 0 0 0,0 0 0 0 0,1 1 0 0 0,-1-1 0 0 0,1 0 0 0 0,1 1 0 0 0,-1-1 0 0 0,1 0 0 0 0,4 10 0 0 0,-5-14-1 0 0,0 1 1 0 0,0-1-1 0 0,0 1 0 0 0,0-1 1 0 0,0 1-1 0 0,0-1 0 0 0,1 0 1 0 0,-1 0-1 0 0,1 0 1 0 0,-1 1-1 0 0,1-1 0 0 0,-1-1 1 0 0,1 1-1 0 0,0 0 0 0 0,-1 0 1 0 0,1 0-1 0 0,0-1 0 0 0,0 1 1 0 0,2 0-1 0 0,-1-1 5 0 0,1 0-1 0 0,-1 0 0 0 0,1 0 0 0 0,-1-1 1 0 0,1 1-1 0 0,-1-1 0 0 0,1 0 1 0 0,-1 1-1 0 0,6-4 0 0 0,0 0 8 0 0,0 0 0 0 0,-1-1-1 0 0,1 0 1 0 0,-1-1-1 0 0,-1 1 1 0 0,12-12 0 0 0,-3-2 13 0 0,-1-1 0 0 0,0-1 1 0 0,-2-1-1 0 0,0 0 0 0 0,15-37 1 0 0,-9 18-85 0 0,-19 41 50 0 0,1-1 1 0 0,-1 1-1 0 0,0-1 0 0 0,0 1 0 0 0,0 0 0 0 0,0-1 0 0 0,0 1 0 0 0,0 0 0 0 0,1-1 0 0 0,-1 1 0 0 0,0 0 1 0 0,0-1-1 0 0,0 1 0 0 0,1 0 0 0 0,-1-1 0 0 0,0 1 0 0 0,1 0 0 0 0,-1 0 0 0 0,0-1 0 0 0,1 1 0 0 0,-1 0 1 0 0,0 0-1 0 0,1 0 0 0 0,-1 0 0 0 0,0-1 0 0 0,1 1 0 0 0,-1 0 0 0 0,0 0 0 0 0,1 0 0 0 0,-1 0 0 0 0,1 0 1 0 0,-1 0-1 0 0,0 0 0 0 0,1 0 0 0 0,0 0 0 0 0,7 13-35 0 0,0 23 2 0 0,8 155-1485 0 0,-10-154-2955 0 0,15 51-1 0 0,-13-64-319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8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0 134 2432 0 0,'4'-24'3186'0'0,"-3"14"-2037"0"0,1 0 0 0 0,0 0 0 0 0,0 1 0 0 0,6-16 0 0 0,-6 22-1042 0 0,-1 0 1 0 0,1 1-1 0 0,-1-1 0 0 0,1 0 0 0 0,0 1 1 0 0,0-1-1 0 0,0 1 0 0 0,0 0 1 0 0,0 0-1 0 0,1 0 0 0 0,-1 0 0 0 0,1 0 1 0 0,-1 0-1 0 0,1 1 0 0 0,0-1 0 0 0,0 1 1 0 0,0 0-1 0 0,0 0 0 0 0,3-1 1 0 0,-2 1-74 0 0,-1 0 0 0 0,1 0 1 0 0,0 1-1 0 0,-1-1 1 0 0,1 1-1 0 0,0 0 1 0 0,-1 0-1 0 0,1 0 1 0 0,0 0-1 0 0,-1 1 1 0 0,1 0-1 0 0,0-1 1 0 0,-1 1-1 0 0,1 1 0 0 0,-1-1 1 0 0,0 0-1 0 0,1 1 1 0 0,-1 0-1 0 0,0-1 1 0 0,0 1-1 0 0,0 1 1 0 0,3 1-1 0 0,-4-1-20 0 0,0-1 1 0 0,0 1-1 0 0,0-1 0 0 0,-1 1 1 0 0,1 0-1 0 0,-1-1 0 0 0,1 1 1 0 0,-1 0-1 0 0,0 0 0 0 0,0 0 1 0 0,-1 0-1 0 0,1 0 0 0 0,0 0 1 0 0,-1 0-1 0 0,0 0 0 0 0,0 0 0 0 0,0 0 1 0 0,0 1-1 0 0,0-1 0 0 0,-1 0 1 0 0,1 0-1 0 0,-1 0 0 0 0,0 0 1 0 0,0 0-1 0 0,-2 5 0 0 0,-4 5 189 0 0,-1 0-1 0 0,0-1 1 0 0,-1 0 0 0 0,0-1-1 0 0,-1 0 1 0 0,0 0-1 0 0,-23 18 1 0 0,-4 5 3358 0 0,53-33-3478 0 0,9 1-32 0 0,-12-1-51 0 0,-1 0-1 0 0,1 1 0 0 0,19 5 0 0 0,-26-5-2 0 0,-1 0 0 0 0,0 1 0 0 0,0-1 0 0 0,0 1 0 0 0,0 0 0 0 0,0 0 0 0 0,-1 1 0 0 0,1 0 0 0 0,-1-1 0 0 0,0 1 0 0 0,4 5 0 0 0,-7-8 55 0 0,0 1-1 0 0,0-1 1 0 0,-1 0 0 0 0,1 0-1 0 0,0 1 1 0 0,0-1 0 0 0,-1 0-1 0 0,1 1 1 0 0,0-1 0 0 0,-1 0-1 0 0,0 1 1 0 0,1-1 0 0 0,-1 1-1 0 0,0-1 1 0 0,0 1 0 0 0,0-1-1 0 0,0 1 1 0 0,0-1 0 0 0,0 1 0 0 0,0-1-1 0 0,0 1 1 0 0,0-1 0 0 0,-1 1-1 0 0,1-1 1 0 0,-1 1 0 0 0,1-1-1 0 0,-1 0 1 0 0,-1 3 0 0 0,0-1 53 0 0,-1 1 1 0 0,0-1 0 0 0,1 0-1 0 0,-1 0 1 0 0,-1 0-1 0 0,1 0 1 0 0,0 0 0 0 0,-1-1-1 0 0,-6 4 1 0 0,-11 5 10 0 0,0-1 0 0 0,-27 9 1 0 0,9-6-3169 0 0,20-7-248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39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86 1464 0 0,'41'-73'14783'0'0,"-40"72"-14695"0"0,0 0 1 0 0,1 0-1 0 0,-1 0 1 0 0,0 0 0 0 0,1 0-1 0 0,-1 0 1 0 0,1 0-1 0 0,-1 0 1 0 0,1 1-1 0 0,-1-1 1 0 0,1 0-1 0 0,-1 1 1 0 0,1 0 0 0 0,0-1-1 0 0,-1 1 1 0 0,3 0-1 0 0,25-1 352 0 0,-23 2-409 0 0,0 0 1 0 0,-1 0 0 0 0,1 0-1 0 0,0 1 1 0 0,0-1-1 0 0,0 2 1 0 0,-1-1 0 0 0,1 0-1 0 0,-1 1 1 0 0,0 0-1 0 0,0 1 1 0 0,0-1 0 0 0,0 1-1 0 0,-1 0 1 0 0,7 6 0 0 0,-9-7-23 0 0,1 0 0 0 0,-1 0 0 0 0,0 1 0 0 0,0-1 0 0 0,0 1 0 0 0,-1-1 0 0 0,1 1 0 0 0,-1 0 0 0 0,0-1 0 0 0,0 1 1 0 0,0 0-1 0 0,0 0 0 0 0,-1 0 0 0 0,1-1 0 0 0,-1 1 0 0 0,0 0 0 0 0,0 0 0 0 0,-1 0 0 0 0,1 0 0 0 0,-1 0 0 0 0,0 0 1 0 0,0-1-1 0 0,-3 8 0 0 0,-3 3 23 0 0,0-1 1 0 0,-1 0-1 0 0,0 0 0 0 0,-12 14 1 0 0,2-4 27 0 0,17-21-54 0 0,1-2-5 0 0,-1 0 0 0 0,1 1 1 0 0,-1-1-1 0 0,1 0 1 0 0,0 1-1 0 0,-1-1 0 0 0,1 1 1 0 0,0-1-1 0 0,-1 1 0 0 0,1-1 1 0 0,0 1-1 0 0,0-1 1 0 0,-1 1-1 0 0,1-1 0 0 0,0 1 1 0 0,0-1-1 0 0,0 1 0 0 0,0-1 1 0 0,0 1-1 0 0,0-1 1 0 0,0 1-1 0 0,0 0 0 0 0,0-1 1 0 0,0 1-1 0 0,0-1 1 0 0,0 1-1 0 0,0-1 0 0 0,0 1 1 0 0,0-1-1 0 0,1 1 0 0 0,-1-1 1 0 0,0 1-1 0 0,0-1 1 0 0,1 1-1 0 0,-1-1 0 0 0,0 1 1 0 0,1-1-1 0 0,-1 1 1 0 0,0-1-1 0 0,1 0 0 0 0,-1 1 1 0 0,1-1-1 0 0,-1 0 0 0 0,1 1 1 0 0,-1-1-1 0 0,1 0 1 0 0,-1 1-1 0 0,1-1 0 0 0,-1 0 1 0 0,1 0-1 0 0,-1 0 0 0 0,1 0 1 0 0,-1 1-1 0 0,1-1 1 0 0,-1 0-1 0 0,1 0 0 0 0,28 8 57 0 0,-11-4-92 0 0,-1 2 0 0 0,0 0 0 0 0,18 9 0 0 0,-31-13 74 0 0,0 0 0 0 0,0 0 1 0 0,0 1-1 0 0,-1 0 0 0 0,1-1 0 0 0,-1 1 1 0 0,0 1-1 0 0,1-1 0 0 0,-1 0 0 0 0,-1 1 1 0 0,1-1-1 0 0,0 1 0 0 0,-1 0 0 0 0,0 0 1 0 0,0 0-1 0 0,0 0 0 0 0,2 8 0 0 0,-4-9 68 0 0,1 1 0 0 0,-1 0 0 0 0,0 0 0 0 0,0 0 0 0 0,-1-1 0 0 0,1 1 0 0 0,-1 0 0 0 0,0 0 0 0 0,0-1 0 0 0,0 1 0 0 0,-1 0 0 0 0,1-1 0 0 0,-1 1 0 0 0,0-1 0 0 0,0 0 0 0 0,0 0 0 0 0,0 0 0 0 0,0 0 0 0 0,-1 0 0 0 0,-5 5 0 0 0,-3 3 54 0 0,-1-1 0 0 0,0 0 0 0 0,-23 14 0 0 0,11-9-210 0 0,-32 15 0 0 0,48-27-811 0 0,0 0 0 0 0,0 0 0 0 0,-1 0 0 0 0,-13 1 0 0 0,21-3 437 0 0,-1-1 0 0 0,1 0 0 0 0,-1 0 0 0 0,1 0 0 0 0,-1 0 0 0 0,1 0 0 0 0,-1 0 0 0 0,1 0 0 0 0,-1 0 1 0 0,1-1-1 0 0,-1 1 0 0 0,1 0 0 0 0,-1-1 0 0 0,1 0 0 0 0,0 1 0 0 0,-1-1 0 0 0,1 0 0 0 0,0 1 0 0 0,0-1 0 0 0,-1 0 0 0 0,0-1 0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0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305 152 1116 0 0,'13'-15'3314'0'0,"15"-27"0"0"0,-25 37-2809 0 0,0 0 0 0 0,0 0 0 0 0,-1-1 0 0 0,1 1 0 0 0,-2-1 0 0 0,1 1 0 0 0,0-1 0 0 0,-1 0 0 0 0,1-10 1 0 0,-2 15-451 0 0,0 0 1 0 0,0 0 0 0 0,0 0 0 0 0,0 0 0 0 0,0-1 0 0 0,0 1-1 0 0,-1 0 1 0 0,1 0 0 0 0,0 0 0 0 0,-1 0 0 0 0,1 0 0 0 0,-1 0-1 0 0,1 0 1 0 0,-1 0 0 0 0,1 0 0 0 0,-1 0 0 0 0,0 0 0 0 0,1 0-1 0 0,-1 0 1 0 0,0 0 0 0 0,0 0 0 0 0,0 0 0 0 0,0 1 0 0 0,-1-2-1 0 0,0 2-14 0 0,1-1 0 0 0,-1 0 0 0 0,0 1 0 0 0,0-1 0 0 0,0 1 0 0 0,0 0 0 0 0,0 0 0 0 0,0 0 0 0 0,0 0 0 0 0,0 0 0 0 0,0 0 0 0 0,0 0 0 0 0,-2 1 0 0 0,-4 1 9 0 0,0 1 1 0 0,0-1-1 0 0,0 1 1 0 0,0 1-1 0 0,-10 6 1 0 0,-8 7-6 0 0,0 1 1 0 0,2 2 0 0 0,0 0 0 0 0,-37 42-1 0 0,48-47-48 0 0,0 0 0 0 0,2 1-1 0 0,0 1 1 0 0,1-1 0 0 0,1 2-1 0 0,0-1 1 0 0,1 1 0 0 0,-9 34-1 0 0,15-47 13 0 0,1 0 0 0 0,0 1 0 0 0,1-1 0 0 0,-1 0 1 0 0,1 0-1 0 0,0 1 0 0 0,0-1 0 0 0,1 0 0 0 0,0 0 0 0 0,0 0 0 0 0,0 1 0 0 0,3 8 0 0 0,-3-12-4 0 0,1 0 0 0 0,-1 0 1 0 0,0 0-1 0 0,1 0 1 0 0,-1 0-1 0 0,1 0 0 0 0,0 0 1 0 0,0 0-1 0 0,-1-1 1 0 0,1 1-1 0 0,0-1 0 0 0,1 1 1 0 0,-1-1-1 0 0,0 0 0 0 0,0 0 1 0 0,0 0-1 0 0,1 0 1 0 0,-1 0-1 0 0,0 0 0 0 0,1-1 1 0 0,-1 1-1 0 0,1-1 0 0 0,-1 0 1 0 0,1 1-1 0 0,-1-1 1 0 0,1 0-1 0 0,-1-1 0 0 0,5 0 1 0 0,4-1 10 0 0,-1 0-1 0 0,0-1 1 0 0,0 0 0 0 0,0 0 0 0 0,0-2 0 0 0,0 1 0 0 0,-1-1-1 0 0,1 0 1 0 0,-2-1 0 0 0,1 0 0 0 0,0-1 0 0 0,-1 0 0 0 0,14-15-1 0 0,5-8 156 0 0,-2-2 0 0 0,28-44 0 0 0,-45 65-66 0 0,21-37 906 0 0,-17 27-356 0 0,24-31 1 0 0,-35 50-584 0 0,2 3-38 0 0,-1 0-28 0 0,0 1-1 0 0,0-1 0 0 0,-1 1 1 0 0,1-1-1 0 0,0 1 1 0 0,-1 0-1 0 0,1-1 0 0 0,-1 1 1 0 0,1 0-1 0 0,-1 0 0 0 0,0 0 1 0 0,0 0-1 0 0,0 1 1 0 0,0-1-1 0 0,0 0 0 0 0,0 0 1 0 0,0 0-1 0 0,-1 1 0 0 0,1-1 1 0 0,-1 3-1 0 0,8 58 42 0 0,-8-53-49 0 0,4 32-285 0 0,7 88-3004 0 0,2-45-4942 0 0,-10-69 3484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0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41 190 2072 0 0,'17'-79'7615'0'0,"-13"62"-6359"0"0,1 1 1 0 0,13-27-1 0 0,-17 41-1196 0 0,1 0 0 0 0,-1-1-1 0 0,1 1 1 0 0,-1 0 0 0 0,1 0 0 0 0,0 0 0 0 0,0 0-1 0 0,0 0 1 0 0,0 0 0 0 0,0 0 0 0 0,0 1 0 0 0,0-1-1 0 0,0 1 1 0 0,1-1 0 0 0,-1 1 0 0 0,1 0 0 0 0,4-1 0 0 0,-5 1-51 0 0,-1 1 1 0 0,1 0 0 0 0,0 0 0 0 0,0 0-1 0 0,0 0 1 0 0,0 0 0 0 0,-1 0 0 0 0,1 0-1 0 0,0 0 1 0 0,0 1 0 0 0,0-1 0 0 0,-1 1-1 0 0,1 0 1 0 0,0-1 0 0 0,0 1 0 0 0,-1 0-1 0 0,1 0 1 0 0,-1 0 0 0 0,1 0 0 0 0,-1 0-1 0 0,1 0 1 0 0,-1 1 0 0 0,0-1 0 0 0,1 0-1 0 0,1 4 1 0 0,-1-3-5 0 0,0 1 0 0 0,0 1-1 0 0,-1-1 1 0 0,1 0 0 0 0,-1 0-1 0 0,0 1 1 0 0,0-1 0 0 0,0 0 0 0 0,0 1-1 0 0,-1-1 1 0 0,1 1 0 0 0,-1-1 0 0 0,0 1-1 0 0,0-1 1 0 0,0 1 0 0 0,0-1 0 0 0,-1 1-1 0 0,0-1 1 0 0,0 4 0 0 0,-4 7 46 0 0,1-1 1 0 0,-2 0 0 0 0,-9 18-1 0 0,0-1 483 0 0,11-24-283 0 0,-6 11 234 0 0,9-16-479 0 0,1-1-1 0 0,0 1 1 0 0,0-1 0 0 0,0 0 0 0 0,0 1-1 0 0,0-1 1 0 0,0 1 0 0 0,0-1-1 0 0,0 0 1 0 0,0 1 0 0 0,0-1 0 0 0,0 1-1 0 0,0-1 1 0 0,0 1 0 0 0,0-1-1 0 0,1 0 1 0 0,-1 1 0 0 0,0-1 0 0 0,0 0-1 0 0,0 1 1 0 0,1-1 0 0 0,-1 1-1 0 0,0-1 1 0 0,0 0 0 0 0,1 0 0 0 0,-1 1-1 0 0,0-1 1 0 0,0 0 0 0 0,1 1 0 0 0,-1-1-1 0 0,0 0 1 0 0,1 0 0 0 0,-1 0-1 0 0,1 1 1 0 0,-1-1 0 0 0,0 0 0 0 0,1 0-1 0 0,-1 0 1 0 0,1 0 0 0 0,-1 0-1 0 0,0 0 1 0 0,2 0 0 0 0,19 5-6 0 0,33 13 1 0 0,-46-15-7 0 0,0 0 1 0 0,0 1-1 0 0,0 1 1 0 0,-1-1-1 0 0,1 1 1 0 0,-1 0 0 0 0,7 8-1 0 0,-12-12 103 0 0,-1 1 0 0 0,1-1 0 0 0,-1 1 0 0 0,0 0 0 0 0,1-1 0 0 0,-1 1 0 0 0,0 0 0 0 0,0 0 0 0 0,0 0 0 0 0,0 0 0 0 0,-1-1 0 0 0,1 1 0 0 0,-1 0-1 0 0,1 1 1 0 0,-1-1 0 0 0,1 0 0 0 0,-1 0 0 0 0,0 0 0 0 0,0 0 0 0 0,-1 3 0 0 0,1-1 63 0 0,-1-1 0 0 0,0 1 0 0 0,-1-1 0 0 0,1 0 0 0 0,-1 0 0 0 0,1 0 0 0 0,-1 0-1 0 0,0 0 1 0 0,0 0 0 0 0,0 0 0 0 0,-4 3 0 0 0,-3 2 149 0 0,0 0 0 0 0,-1 0 1 0 0,0-1-1 0 0,0 0 0 0 0,-21 10 0 0 0,6-6-148 0 0,-1-1 0 0 0,-47 13 0 0 0,21-14-4932 0 0,38-10 1430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0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1 116 2084 0 0,'70'-94'10750'0'0,"-69"93"-10455"0"0,0 1-249 0 0,0 0-1 0 0,0 1 0 0 0,-1-1 1 0 0,1 1-1 0 0,0-1 1 0 0,0 1-1 0 0,-1-1 1 0 0,1 1-1 0 0,0-1 0 0 0,-1 1 1 0 0,1-1-1 0 0,0 1 1 0 0,-1 0-1 0 0,1-1 0 0 0,-1 1 1 0 0,1 0-1 0 0,-1 0 1 0 0,1-1-1 0 0,-1 1 1 0 0,0 0-1 0 0,1 0 0 0 0,-1 0 1 0 0,0 0-1 0 0,0 1 1 0 0,7 27 253 0 0,-6-22-198 0 0,1 7-4 0 0,1 0 1 0 0,0 0-1 0 0,1 0 0 0 0,1-1 1 0 0,0 1-1 0 0,1-1 1 0 0,0 0-1 0 0,16 23 0 0 0,-21-35-91 0 0,0 0-1 0 0,0-1 1 0 0,-1 1-1 0 0,1 0 0 0 0,0-1 1 0 0,0 1-1 0 0,0-1 1 0 0,0 1-1 0 0,-1-1 0 0 0,1 0 1 0 0,0 1-1 0 0,0-1 1 0 0,0 0-1 0 0,0 1 0 0 0,0-1 1 0 0,0 0-1 0 0,0 0 1 0 0,0 0-1 0 0,0 0 0 0 0,0 0 1 0 0,0 0-1 0 0,0 0 0 0 0,0-1 1 0 0,0 1-1 0 0,0 0 1 0 0,0 0-1 0 0,0-1 0 0 0,0 1 1 0 0,0-1-1 0 0,0 1 1 0 0,1-2-1 0 0,1 1 3 0 0,1-1 0 0 0,-1-1 0 0 0,-1 1 0 0 0,1 0 0 0 0,0-1 0 0 0,2-3-1 0 0,10-13 263 0 0,-1-1-1 0 0,21-43 0 0 0,-22 37 1229 0 0,28-40-1 0 0,-41 66-1481 0 0,0-1-1 0 0,1 0 0 0 0,-1 1 0 0 0,0-1 0 0 0,0 1 0 0 0,1 0 0 0 0,-1-1 0 0 0,0 1 1 0 0,1-1-1 0 0,-1 1 0 0 0,0-1 0 0 0,1 1 0 0 0,-1 0 0 0 0,1-1 0 0 0,-1 1 0 0 0,1 0 1 0 0,-1 0-1 0 0,1-1 0 0 0,-1 1 0 0 0,1 0 0 0 0,-1 0 0 0 0,1 0 0 0 0,-1-1 1 0 0,1 1-1 0 0,-1 0 0 0 0,1 0 0 0 0,-1 0 0 0 0,1 0 0 0 0,0 0 0 0 0,-1 0 0 0 0,1 0 1 0 0,-1 0-1 0 0,1 0 0 0 0,-1 1 0 0 0,1-1 0 0 0,-1 0 0 0 0,1 0 0 0 0,0 1 9 0 0,0 1-1 0 0,0-1 1 0 0,0 0 0 0 0,0 0-1 0 0,-1 0 1 0 0,1 1-1 0 0,-1-1 1 0 0,1 0 0 0 0,-1 1-1 0 0,1-1 1 0 0,-1 1-1 0 0,0-1 1 0 0,1 0 0 0 0,-1 3-1 0 0,2 39 412 0 0,-1 1 0 0 0,-8 67 0 0 0,3-52-277 0 0,4-58-157 0 0,-6 166-542 0 0,7-142-764 0 0,1 0 0 0 0,1 1 0 0 0,1-1 0 0 0,11 38 0 0 0,-3-33-3608 0 0,3-5-2669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1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1976 0 0,'14'-17'7224'0'0,"1"-1"-2742"0"0,-10 22-3410 0 0,-4-3-972 0 0,0 0 1 0 0,-1 0-1 0 0,1 0 1 0 0,0 0-1 0 0,0 0 1 0 0,-1 0-1 0 0,1 0 1 0 0,0 0-1 0 0,-1 0 1 0 0,1 0-1 0 0,-1 0 1 0 0,1 0-1 0 0,-1 0 1 0 0,0 0-1 0 0,1 0 1 0 0,-1 0-1 0 0,0 1 1 0 0,0-1-1 0 0,0 1 1 0 0,58 296 4631 0 0,52 146-1749 0 0,15 67-1477 0 0,62 556 96 0 0,-67-345-1205 0 0,33-5-996 0 0,45-6-3598 0 0,-51-244-6866 0 0,-91-301 1342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5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6 164 0 0,'7'-5'776'0'0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5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280 85 1776 0 0,'-86'-8'4922'0'0,"-60"-3"1102"0"0,145 12-5919 0 0,0-1 1 0 0,0 0-1 0 0,0 0 1 0 0,0 0-1 0 0,0 0 0 0 0,0 1 1 0 0,0-1-1 0 0,1 0 1 0 0,-1 1-1 0 0,0-1 1 0 0,0 1-1 0 0,0-1 1 0 0,1 1-1 0 0,-1-1 0 0 0,0 1 1 0 0,0 0-1 0 0,1-1 1 0 0,-1 1-1 0 0,0 0 1 0 0,0 1-1 0 0,0-1 261 0 0,12 18 1104 0 0,-7-15-1369 0 0,1 0-1 0 0,0-1 0 0 0,0 1 1 0 0,0-1-1 0 0,0 0 1 0 0,1-1-1 0 0,-1 1 0 0 0,1-1 1 0 0,-1 0-1 0 0,1-1 1 0 0,0 1-1 0 0,6 0 0 0 0,1-1-32 0 0,-1 1-1 0 0,1-2 1 0 0,-1 0-1 0 0,19-2 1 0 0,-26 1-51 0 0,-1 0 1 0 0,0 0-1 0 0,1 0 0 0 0,-1 0 0 0 0,0-1 1 0 0,0 0-1 0 0,0 1 0 0 0,-1-2 1 0 0,1 1-1 0 0,0 0 0 0 0,-1-1 1 0 0,1 1-1 0 0,-1-1 0 0 0,0 0 0 0 0,0-1 1 0 0,5-5-1 0 0,-6 7-10 0 0,-1 0 0 0 0,0 0-1 0 0,0-1 1 0 0,0 1 0 0 0,0 0 0 0 0,0 0-1 0 0,0-1 1 0 0,0 1 0 0 0,-1-1 0 0 0,1 1-1 0 0,-1-1 1 0 0,0 1 0 0 0,1-1 0 0 0,-1 1-1 0 0,0-1 1 0 0,-1 1 0 0 0,1-1 0 0 0,0 1-1 0 0,-1-1 1 0 0,0 1 0 0 0,1-1 0 0 0,-1 1-1 0 0,0 0 1 0 0,0-1 0 0 0,0 1 0 0 0,0 0-1 0 0,-1 0 1 0 0,1 0 0 0 0,-2-2 0 0 0,1 1-4 0 0,-9-7 14 0 0,-19 4-12 0 0,21 6-8 0 0,1 1-1 0 0,0-1 1 0 0,0 2-1 0 0,0-1 1 0 0,-1 1-1 0 0,2 0 1 0 0,-1 1-1 0 0,0 0 1 0 0,0 0 0 0 0,1 1-1 0 0,0 0 1 0 0,0 0-1 0 0,0 1 1 0 0,0-1-1 0 0,0 2 1 0 0,1-1-1 0 0,0 1 1 0 0,-10 12-1 0 0,8-10 7 0 0,1 1-1 0 0,1 0 0 0 0,0 0 0 0 0,0 1 0 0 0,0-1 1 0 0,1 2-1 0 0,1-1 0 0 0,0 0 0 0 0,0 1 1 0 0,1-1-1 0 0,0 1 0 0 0,1 0 0 0 0,-2 22 0 0 0,4-29 6 0 0,0 0-1 0 0,0 0 1 0 0,1 0-1 0 0,0 1 0 0 0,0-1 1 0 0,0 0-1 0 0,0 0 0 0 0,0 0 1 0 0,1 0-1 0 0,0-1 1 0 0,0 1-1 0 0,0 0 0 0 0,0-1 1 0 0,1 1-1 0 0,2 3 1 0 0,0-3 6 0 0,0 1 1 0 0,0-1 0 0 0,0 0 0 0 0,1 0 0 0 0,-1 0 0 0 0,1-1-1 0 0,0 0 1 0 0,11 5 0 0 0,3-2-63 0 0,1 0-1 0 0,1-1 1 0 0,-1-1-1 0 0,39 1 1 0 0,-26-3-1007 0 0,1-2-1 0 0,65-8 1 0 0,-82 6-42 0 0,1-2-1 0 0,-1-1 0 0 0,0 0 1 0 0,-1-1-1 0 0,1-1 1 0 0,-1 0-1 0 0,16-11 0 0 0,1-5-3463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6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1 232 2340 0 0,'3'-49'4823'0'0,"-5"-58"-1"0"0,1 32-676 0 0,7 272-1037 0 0,-6-120-3075 0 0,2 125 484 0 0,1-158-1013 0 0,1-1 0 0 0,17 67-1 0 0,-19-101-3 0 0,0-1-1 0 0,1 1 0 0 0,0-1 1 0 0,8 13-1 0 0,-9-18-69 0 0,0 1 0 0 0,0-1 0 0 0,1 0 0 0 0,-1-1-1 0 0,1 1 1 0 0,0 0 0 0 0,-1-1 0 0 0,1 1 0 0 0,0-1 0 0 0,1 0 0 0 0,-1 0 0 0 0,0 0 0 0 0,5 1 0 0 0,9 4-4868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6.3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252 157 268 0 0,'1'-2'649'0'0,"6"-18"3209"0"0,6-34 1 0 0,-12 49-3265 0 0,0-1 1 0 0,0 1 0 0 0,-1 0-1 0 0,0 0 1 0 0,0-1 0 0 0,0 1-1 0 0,-1 0 1 0 0,0-1 0 0 0,0 1-1 0 0,0 0 1 0 0,-1 0 0 0 0,-2-6-1 0 0,4 11-554 0 0,0-1 1 0 0,0 1-1 0 0,-1-1 0 0 0,1 1 0 0 0,-1-1 1 0 0,1 1-1 0 0,0 0 0 0 0,-1-1 0 0 0,1 1 0 0 0,-1 0 1 0 0,1-1-1 0 0,-1 1 0 0 0,1 0 0 0 0,-1 0 1 0 0,1-1-1 0 0,-1 1 0 0 0,1 0 0 0 0,-1 0 0 0 0,1 0 1 0 0,-1 0-1 0 0,1 0 0 0 0,-1 0 0 0 0,0 0 1 0 0,1 0-1 0 0,-1 0 0 0 0,1 0 0 0 0,-1 0 1 0 0,1 0-1 0 0,-1 0 0 0 0,1 0 0 0 0,-1 0 0 0 0,0 1 1 0 0,-15 6 234 0 0,15-6-264 0 0,-9 6 201 0 0,0 1-1 0 0,0 0 0 0 0,0 0 1 0 0,1 1-1 0 0,-11 15 0 0 0,-34 52 447 0 0,35-45-495 0 0,1 1-1 0 0,1 0 1 0 0,-12 37-1 0 0,23-53-120 0 0,1 0 0 0 0,0 0 0 0 0,2 0 0 0 0,0 1-1 0 0,0-1 1 0 0,2 1 0 0 0,0-1 0 0 0,3 34 0 0 0,-1-43-15 0 0,1 0 0 0 0,-1 0 0 0 0,2-1 1 0 0,-1 1-1 0 0,1-1 0 0 0,0 1 1 0 0,0-1-1 0 0,0 0 0 0 0,1 0 1 0 0,0 0-1 0 0,0-1 0 0 0,1 1 0 0 0,0-1 1 0 0,0 0-1 0 0,0 0 0 0 0,0-1 1 0 0,1 1-1 0 0,0-1 0 0 0,0-1 0 0 0,0 1 1 0 0,0-1-1 0 0,0 0 0 0 0,1 0 1 0 0,10 3-1 0 0,-8-4-355 0 0,1 1 0 0 0,-1-2 0 0 0,1 1 0 0 0,-1-1 0 0 0,1-1 1 0 0,0 1-1 0 0,17-3 0 0 0,-19 1-612 0 0,1-1 1 0 0,-1 0-1 0 0,0 0 1 0 0,0-1-1 0 0,0 0 1 0 0,0 0-1 0 0,0-1 1 0 0,-1 0-1 0 0,8-5 1 0 0,7-8-6252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6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198 228 1476 0 0,'-56'-11'4891'0'0,"-81"-18"4937"0"0,137 29-9806 0 0,0 0 0 0 0,0 0 0 0 0,-1 0 0 0 0,1 0 0 0 0,0 0 0 0 0,0 0 0 0 0,0 0 0 0 0,0 0 0 0 0,0 0 0 0 0,-1 0 0 0 0,1 0 0 0 0,0 0 0 0 0,0 0 1 0 0,0 0-1 0 0,0 0 0 0 0,0 0 0 0 0,-1 0 0 0 0,1 0 0 0 0,0 0 0 0 0,0 0 0 0 0,0 0 0 0 0,0 0 0 0 0,0 0 0 0 0,0-1 0 0 0,0 1 0 0 0,-1 0 0 0 0,1 0 0 0 0,0 0 0 0 0,0 0 0 0 0,0 0 0 0 0,0 0 0 0 0,0 0 0 0 0,0-1 1 0 0,0 1-1 0 0,0 0 0 0 0,0 0 0 0 0,0 0 0 0 0,0 0 0 0 0,0 0 0 0 0,0-1 0 0 0,-1 1 0 0 0,1 0 0 0 0,0 0 0 0 0,0 0 0 0 0,0 0 0 0 0,0 0 0 0 0,1-1 0 0 0,-1 1 0 0 0,0 0 0 0 0,0 0 0 0 0,0 0 0 0 0,0 0 0 0 0,0 0 1 0 0,0-1-1 0 0,0 1 0 0 0,0 0 0 0 0,0 0 0 0 0,0 0 0 0 0,0 0 0 0 0,13-7 322 0 0,20-2-204 0 0,405-78-2883 0 0,-137 31-4806 0 0,-192 33 2243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7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277 256 2060 0 0,'3'-23'2444'0'0,"-2"18"-1762"0"0,0-1 1 0 0,0 0-1 0 0,0 1 0 0 0,-1-1 0 0 0,0 0 1 0 0,0 0-1 0 0,0 0 0 0 0,-1 1 0 0 0,0-1 1 0 0,0 0-1 0 0,-1 1 0 0 0,-3-11 0 0 0,5 15-631 0 0,-1 0-1 0 0,0 0 1 0 0,0 0-1 0 0,0 0 0 0 0,0 0 1 0 0,0 0-1 0 0,0 0 1 0 0,-1 0-1 0 0,1 0 1 0 0,0 1-1 0 0,0-1 0 0 0,0 0 1 0 0,-1 1-1 0 0,1-1 1 0 0,0 1-1 0 0,-1-1 1 0 0,1 1-1 0 0,-1 0 0 0 0,1 0 1 0 0,0-1-1 0 0,-1 1 1 0 0,1 0-1 0 0,-1 0 1 0 0,1 0-1 0 0,0 1 0 0 0,-1-1 1 0 0,1 0-1 0 0,-1 0 1 0 0,1 1-1 0 0,0-1 1 0 0,-1 1-1 0 0,1-1 1 0 0,0 1-1 0 0,-1 0 0 0 0,0 0 1 0 0,-6 4-8 0 0,0-1 1 0 0,1 1-1 0 0,0 1 1 0 0,-8 6-1 0 0,-7 8 15 0 0,0 2-1 0 0,2 0 1 0 0,-24 33-1 0 0,33-38-44 0 0,0 0 0 0 0,1 0 0 0 0,1 0 0 0 0,0 1 0 0 0,2 1 0 0 0,-7 21 0 0 0,13-37-5 0 0,0 1 0 0 0,1-1 0 0 0,-1 1 0 0 0,1 0 0 0 0,-1-1 0 0 0,1 1 0 0 0,0-1 0 0 0,0 1 0 0 0,1 0 0 0 0,-1-1 0 0 0,1 1 0 0 0,0-1 0 0 0,0 1 0 0 0,0-1 0 0 0,0 1 0 0 0,0-1 0 0 0,1 0-1 0 0,0 1 1 0 0,-1-1 0 0 0,1 0 0 0 0,0 0 0 0 0,1 0 0 0 0,-1-1 0 0 0,3 4 0 0 0,-1-3 3 0 0,1 0 0 0 0,-1 0 1 0 0,0 0-1 0 0,1-1 0 0 0,0 0 0 0 0,-1 0 0 0 0,1 0 0 0 0,0 0 0 0 0,0-1 0 0 0,0 0 0 0 0,0 0 0 0 0,1 0 0 0 0,-1 0 0 0 0,0-1 0 0 0,0 0 0 0 0,8-1 0 0 0,-4 0-1 0 0,-1 0 1 0 0,1 0-1 0 0,-1-1 0 0 0,1 0 0 0 0,-1-1 0 0 0,0 0 1 0 0,0 0-1 0 0,0 0 0 0 0,-1-1 0 0 0,1-1 1 0 0,-1 1-1 0 0,0-1 0 0 0,0 0 0 0 0,0-1 0 0 0,-1 0 1 0 0,0 0-1 0 0,0 0 0 0 0,0 0 0 0 0,-1-1 0 0 0,0 0 1 0 0,0 0-1 0 0,-1-1 0 0 0,0 0 0 0 0,4-9 0 0 0,2-12 123 0 0,0 0-1 0 0,-2 0 1 0 0,-2-1-1 0 0,5-44 1 0 0,-11 71-127 0 0,-8 26-22 0 0,7-15 17 0 0,-1 0 1 0 0,1 0-1 0 0,0 0 1 0 0,1 0 0 0 0,0 0-1 0 0,1 1 1 0 0,-1-1 0 0 0,1 0-1 0 0,1 0 1 0 0,0 0 0 0 0,0 0-1 0 0,0 0 1 0 0,5 7-1 0 0,-6-10 13 0 0,1-1 0 0 0,1 1 1 0 0,-1-1-1 0 0,1 1 0 0 0,0-1 0 0 0,0 0 0 0 0,0 0 0 0 0,0 0 0 0 0,1-1 0 0 0,-1 1 0 0 0,1-1 0 0 0,0 0 0 0 0,0 0 0 0 0,1 0 0 0 0,-1 0 0 0 0,0-1 0 0 0,1 0 0 0 0,0 1 0 0 0,-1-2 0 0 0,1 1 0 0 0,7 1 0 0 0,-9-3-9 0 0,0 1 0 0 0,0-1 0 0 0,0 0 0 0 0,0 0 0 0 0,0 0 0 0 0,0 0 0 0 0,0-1 0 0 0,0 1 0 0 0,0-1 0 0 0,0 0 0 0 0,0 0 0 0 0,0 0 0 0 0,-1 0 0 0 0,1 0 0 0 0,0-1 0 0 0,-1 1 0 0 0,4-4 0 0 0,-2 2-3 0 0,-1 0 0 0 0,0-1 0 0 0,0 1 0 0 0,0-1 0 0 0,0 0 1 0 0,0 0-1 0 0,-1 0 0 0 0,0 0 0 0 0,0 0 0 0 0,2-6 0 0 0,0-4-2 0 0,0 0-1 0 0,-1-1 1 0 0,0 0-1 0 0,-1 0 1 0 0,0-27 0 0 0,-4-4 46 0 0,-10-56 0 0 0,5 52-220 0 0,6 48 134 0 0,8-1-65 0 0,-6 3 103 0 0,-1 0 1 0 0,0 0 0 0 0,1 0-1 0 0,-1-1 1 0 0,1 1 0 0 0,-1 0-1 0 0,1 0 1 0 0,-1 0-1 0 0,1 0 1 0 0,-1 0 0 0 0,1 0-1 0 0,-1 0 1 0 0,1 0 0 0 0,-1 0-1 0 0,1 0 1 0 0,-1 0 0 0 0,1 0-1 0 0,-1 0 1 0 0,1 0 0 0 0,-1 0-1 0 0,0 0 1 0 0,1 1 0 0 0,-1-1-1 0 0,1 0 1 0 0,-1 0 0 0 0,1 1-1 0 0,-1-1 1 0 0,0 0 0 0 0,1 0-1 0 0,-1 1 1 0 0,0-1 0 0 0,1 1-1 0 0,18 9 5 0 0,0-2-1 0 0,0 0 1 0 0,1-1 0 0 0,0-1-1 0 0,0 0 1 0 0,1-2 0 0 0,0 0-1 0 0,-1-2 1 0 0,1 0-1 0 0,0-1 1 0 0,0-1 0 0 0,29-4-1 0 0,-45 3 1 0 0,0 0 0 0 0,0 0 0 0 0,-1 0 0 0 0,1 0 0 0 0,0-1 0 0 0,-1 0 1 0 0,1 0-1 0 0,-1 0 0 0 0,0 0 0 0 0,0-1 0 0 0,0 0 0 0 0,0 0 0 0 0,0 0 0 0 0,0 0 0 0 0,-1-1 0 0 0,0 1 0 0 0,1-1 0 0 0,-1 0 0 0 0,-1 0 0 0 0,1 0 0 0 0,0 0 0 0 0,-1-1 0 0 0,0 1 0 0 0,0 0 0 0 0,0-1 0 0 0,-1 0 0 0 0,0 1 0 0 0,0-1 0 0 0,0 0 0 0 0,0 0 0 0 0,-1 0 0 0 0,1 0 1 0 0,-2-8-1 0 0,1 11-35 0 0,-5 3 20 0 0,0 0 1 0 0,0 0 0 0 0,0 0 0 0 0,0 1 0 0 0,0 0-1 0 0,0 0 1 0 0,0 0 0 0 0,1 0 0 0 0,-1 1 0 0 0,1-1 0 0 0,-1 1-1 0 0,1 1 1 0 0,0-1 0 0 0,0 0 0 0 0,1 1 0 0 0,-6 6-1 0 0,-6 8 2 0 0,1 0-1 0 0,-16 28 0 0 0,14-20 1 0 0,1 0 1 0 0,2 1-1 0 0,0 1 0 0 0,-8 28 1 0 0,18-47 20 0 0,0 1 1 0 0,1-1-1 0 0,0 1 1 0 0,0-1 0 0 0,1 1-1 0 0,1-1 1 0 0,-1 1-1 0 0,1 0 1 0 0,1-1-1 0 0,0 1 1 0 0,1 0 0 0 0,-1-1-1 0 0,2 0 1 0 0,-1 1-1 0 0,1-1 1 0 0,7 14 0 0 0,-7-19-2 0 0,0 0 0 0 0,-1 0 0 0 0,1 0 0 0 0,1-1 0 0 0,-1 1 1 0 0,0-1-1 0 0,1 0 0 0 0,0 0 0 0 0,-1 0 0 0 0,1-1 1 0 0,8 5-1 0 0,-4-4 4 0 0,0 0 0 0 0,1 0 0 0 0,-1 0 0 0 0,1-1 0 0 0,15 2 0 0 0,1-2 10 0 0,0-2-1 0 0,-1 0 1 0 0,39-6-1 0 0,-44 3-17 0 0,0-1-1 0 0,0-1 0 0 0,-1-1 0 0 0,0 0 0 0 0,0-1 1 0 0,0-1-1 0 0,-1-1 0 0 0,0 0 0 0 0,-1-1 1 0 0,0-1-1 0 0,-1-1 0 0 0,0 0 0 0 0,0-1 1 0 0,22-26-1 0 0,-24 22 42 0 0,0 0 1 0 0,0-1-1 0 0,-2 0 1 0 0,0-1 0 0 0,-1 0-1 0 0,-1-1 1 0 0,-1 0-1 0 0,-1 0 1 0 0,-1-1-1 0 0,0 0 1 0 0,-2 0-1 0 0,0-1 1 0 0,0-21-1 0 0,-3 39-22 0 0,-1 1 0 0 0,0 0 0 0 0,1-1-1 0 0,-1 1 1 0 0,-1-1 0 0 0,1 1 0 0 0,0-1-1 0 0,-1 1 1 0 0,0 0 0 0 0,0-1 0 0 0,0 1-1 0 0,0 0 1 0 0,0 0 0 0 0,-1-1 0 0 0,-1-2-1 0 0,2 5-21 0 0,0 1 0 0 0,0-1 0 0 0,0 1 0 0 0,0 0 0 0 0,0-1 0 0 0,0 1 0 0 0,0 0 0 0 0,0 0 0 0 0,0-1 0 0 0,0 1 0 0 0,0 0 0 0 0,0 0 0 0 0,-1 0 0 0 0,1 0 0 0 0,0 1 0 0 0,0-1 0 0 0,0 0 0 0 0,0 0 0 0 0,0 1 0 0 0,0-1 0 0 0,-2 1 0 0 0,-19 10 15 0 0,13-4-16 0 0,0 0 1 0 0,1 0-1 0 0,0 1 0 0 0,0 0 0 0 0,1 0 0 0 0,0 1 0 0 0,0 0 0 0 0,1 0 0 0 0,-6 11 0 0 0,4-5 1 0 0,1 0-1 0 0,0 1 0 0 0,1 0 0 0 0,1 0 0 0 0,-4 21 0 0 0,7-29 13 0 0,1 0 0 0 0,0 0 0 0 0,1 0 0 0 0,0 0 1 0 0,0 0-1 0 0,0 0 0 0 0,1 0 0 0 0,1 0 0 0 0,-1 0 1 0 0,1 0-1 0 0,0-1 0 0 0,1 1 0 0 0,0-1 0 0 0,0 1 1 0 0,8 11-1 0 0,-6-12-9 0 0,0 0 0 0 0,1 0 0 0 0,0-1 1 0 0,1 1-1 0 0,-1-1 0 0 0,1-1 0 0 0,0 1 0 0 0,0-1 1 0 0,1 0-1 0 0,0-1 0 0 0,0 0 0 0 0,0 0 1 0 0,15 4-1 0 0,0-1-623 0 0,1-1 0 0 0,-1-2 0 0 0,1-1 0 0 0,0 0 1 0 0,29-2-1 0 0,63-8-6273 0 0,-52 0 773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8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8 181 2196 0 0,'-1'-1'304'0'0,"0"-1"-1"0"0,0 0 1 0 0,0 0-1 0 0,1 0 1 0 0,-1 0 0 0 0,0 0-1 0 0,1 0 1 0 0,-1 0-1 0 0,1 0 1 0 0,0 0-1 0 0,-1 0 1 0 0,1 0-1 0 0,0 0 1 0 0,0 0 0 0 0,0 0-1 0 0,1 0 1 0 0,-1 0-1 0 0,0 0 1 0 0,1 0-1 0 0,1-4 1 0 0,0 4-93 0 0,-1-1 1 0 0,1 0-1 0 0,0 1 1 0 0,0-1-1 0 0,0 1 1 0 0,0 0-1 0 0,1 0 0 0 0,-1 0 1 0 0,1 0-1 0 0,-1 0 1 0 0,1 0-1 0 0,4-2 1 0 0,1 1-28 0 0,1-1 0 0 0,-1 1 0 0 0,1 0-1 0 0,0 1 1 0 0,-1 0 0 0 0,1 0 0 0 0,1 1 0 0 0,15-1 0 0 0,-15 3-137 0 0,0 1 0 0 0,0-1 0 0 0,-1 2-1 0 0,1-1 1 0 0,-1 1 0 0 0,1 1 0 0 0,-1 0 0 0 0,0 0 0 0 0,-1 1-1 0 0,1 0 1 0 0,-1 0 0 0 0,0 1 0 0 0,0 0 0 0 0,0 1 0 0 0,-1-1-1 0 0,0 1 1 0 0,11 15 0 0 0,-13-16-18 0 0,-1 0 0 0 0,0 0-1 0 0,-1 0 1 0 0,1 0 0 0 0,-1 1 0 0 0,0-1 0 0 0,-1 1 0 0 0,0 0-1 0 0,0 0 1 0 0,0 0 0 0 0,-1 0 0 0 0,0 0 0 0 0,0 0-1 0 0,-1 0 1 0 0,0 0 0 0 0,0 0 0 0 0,0 0 0 0 0,-1 0 0 0 0,0 0-1 0 0,-1 0 1 0 0,0 0 0 0 0,0 0 0 0 0,0 0 0 0 0,-1-1 0 0 0,-5 11-1 0 0,7-15-4 0 0,0 0 0 0 0,0 0-1 0 0,-1-1 1 0 0,1 1 0 0 0,-1 0 0 0 0,1-1-1 0 0,-1 1 1 0 0,1-1 0 0 0,-1 0-1 0 0,0 1 1 0 0,0-1 0 0 0,0 0-1 0 0,0 0 1 0 0,0 0 0 0 0,0 0 0 0 0,0-1-1 0 0,-3 2 1 0 0,4-2-18 0 0,0 0 0 0 0,-1 0 0 0 0,1 0 0 0 0,0 0 0 0 0,0-1 0 0 0,0 1 0 0 0,0 0 0 0 0,0 0 0 0 0,0-1-1 0 0,0 1 1 0 0,0-1 0 0 0,0 1 0 0 0,0-1 0 0 0,0 1 0 0 0,0-1 0 0 0,0 0 0 0 0,0 1 0 0 0,0-1 0 0 0,0 0 0 0 0,0 0 0 0 0,1 0 0 0 0,-1 0 0 0 0,0 0 0 0 0,1 0 0 0 0,-1 1 0 0 0,1-1 0 0 0,-1-1 0 0 0,1 1-1 0 0,-1 0 1 0 0,1 0 0 0 0,0 0 0 0 0,-1 0 0 0 0,1 0 0 0 0,0 0 0 0 0,0 0 0 0 0,0-2 0 0 0,-1-7 3 0 0,0 0 1 0 0,1 0-1 0 0,0 0 0 0 0,1 0 0 0 0,0 0 1 0 0,0 0-1 0 0,1 0 0 0 0,1 0 1 0 0,0 0-1 0 0,0 1 0 0 0,0 0 0 0 0,1-1 1 0 0,1 1-1 0 0,0 1 0 0 0,0-1 0 0 0,0 1 1 0 0,1 0-1 0 0,13-14 0 0 0,-13 16-12 0 0,0-1 0 0 0,0 1 0 0 0,1 0 0 0 0,0 0 0 0 0,1 1 0 0 0,-1 0 0 0 0,1 0 0 0 0,0 1 0 0 0,0 0 0 0 0,0 0 0 0 0,1 1 0 0 0,-1 0 0 0 0,1 0 0 0 0,0 1 0 0 0,0 0 0 0 0,0 1 0 0 0,0 0 0 0 0,0 1 0 0 0,0-1 0 0 0,0 2 0 0 0,11 0 0 0 0,-15 1-4 0 0,1-1 1 0 0,-1 1-1 0 0,1-1 1 0 0,-1 1-1 0 0,0 1 1 0 0,0-1-1 0 0,0 1 0 0 0,0 0 1 0 0,-1 0-1 0 0,1 0 1 0 0,-1 1-1 0 0,0-1 1 0 0,0 1-1 0 0,0 0 0 0 0,0 1 1 0 0,-1-1-1 0 0,1 1 1 0 0,-1-1-1 0 0,0 1 1 0 0,-1 0-1 0 0,1 0 0 0 0,2 7 1 0 0,-2-1 41 0 0,0 0-1 0 0,0 0 1 0 0,-1 1 0 0 0,0-1-1 0 0,-1 0 1 0 0,0 1 0 0 0,-1-1 0 0 0,-1 1-1 0 0,-3 21 1 0 0,4-31 15 0 0,-4 17 580 0 0,4-18-617 0 0,0-1 1 0 0,0 0-1 0 0,0 0 0 0 0,0 1 0 0 0,0-1 1 0 0,0 0-1 0 0,0 0 0 0 0,0 0 0 0 0,0 1 1 0 0,0-1-1 0 0,0 0 0 0 0,0 0 0 0 0,-1 1 0 0 0,1-1 1 0 0,0 0-1 0 0,0 0 0 0 0,0 0 0 0 0,0 1 1 0 0,0-1-1 0 0,0 0 0 0 0,-1 0 0 0 0,1 0 0 0 0,0 0 1 0 0,0 1-1 0 0,0-1 0 0 0,0 0 0 0 0,-1 0 1 0 0,1 0-1 0 0,0 0 0 0 0,0 0 0 0 0,0 0 1 0 0,-1 1-1 0 0,1-1 0 0 0,0 0 0 0 0,0 0 0 0 0,-1 0 1 0 0,1 0-1 0 0,0 0 0 0 0,0 0 0 0 0,0 0 1 0 0,-1 0-1 0 0,1 0 0 0 0,0 0 0 0 0,0 0 1 0 0,-1 0-1 0 0,1 0 0 0 0,0 0 0 0 0,0 0 0 0 0,0-1 1 0 0,-1 1-1 0 0,1 0 0 0 0,0 0 0 0 0,0 0 1 0 0,0 0-1 0 0,-1 0 0 0 0,1 0 0 0 0,0-1 1 0 0,0 1-1 0 0,0 0 0 0 0,-1 0 0 0 0,1 0 0 0 0,0 0 1 0 0,0-1-1 0 0,0 0-4 0 0,0 0 1 0 0,0 0 0 0 0,0 0-1 0 0,0 0 1 0 0,0 0-1 0 0,0 0 1 0 0,0 0-1 0 0,0 0 1 0 0,0 0 0 0 0,1 1-1 0 0,-1-1 1 0 0,0 0-1 0 0,1 0 1 0 0,-1 0-1 0 0,1-1 1 0 0,0 0 11 0 0,5-18 24 0 0,1 0-1 0 0,1 1 1 0 0,0 0-1 0 0,2 0 1 0 0,0 1 0 0 0,23-30-1 0 0,-13 23-23 0 0,0 1 0 0 0,2 1-1 0 0,44-36 1 0 0,-62 55-27 0 0,0 1-1 0 0,0 1 1 0 0,0-1 0 0 0,1 1 0 0 0,-1-1 0 0 0,1 1 0 0 0,0 0 0 0 0,-1 1 0 0 0,1-1 0 0 0,0 1 0 0 0,6-1 0 0 0,-9 2 3 0 0,1 0 1 0 0,0 0 0 0 0,0 0-1 0 0,-1 0 1 0 0,1 1 0 0 0,0-1 0 0 0,-1 1-1 0 0,1 0 1 0 0,-1-1 0 0 0,1 1 0 0 0,0 0-1 0 0,-1 1 1 0 0,0-1 0 0 0,1 0-1 0 0,-1 1 1 0 0,0-1 0 0 0,0 1 0 0 0,0 0-1 0 0,0 0 1 0 0,0 0 0 0 0,0 0 0 0 0,2 2-1 0 0,1 4-17 0 0,0 0 0 0 0,0 0 0 0 0,0 0-1 0 0,-1 1 1 0 0,-1 0 0 0 0,1 0 0 0 0,2 15-1 0 0,0 5 228 0 0,2 34 0 0 0,-7-46-641 0 0,1 0-1 0 0,0 0 0 0 0,1 0 1 0 0,1-1-1 0 0,1 1 1 0 0,12 29-1 0 0,-16-44 71 0 0,16 22-1566 0 0,-16-22 1470 0 0,0-1 1 0 0,1 0-1 0 0,-1-1 1 0 0,0 1-1 0 0,1 0 0 0 0,-1 0 1 0 0,1 0-1 0 0,-1-1 1 0 0,1 1-1 0 0,-1-1 0 0 0,1 1 1 0 0,1-1-1 0 0,15 3-3567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8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1 158 880 0 0,'75'-155'15311'0'0,"-74"153"-14550"0"0,0 3-690 0 0,-1 0-1 0 0,1 1 0 0 0,0-1 0 0 0,-1 0 1 0 0,1 1-1 0 0,-1-1 0 0 0,0 1 1 0 0,1-1-1 0 0,-1 1 0 0 0,0 1 1 0 0,-5 28 638 0 0,-10 93 758 0 0,14-108-1385 0 0,0 0 0 0 0,2 0 0 0 0,0 0 0 0 0,1 0 0 0 0,6 26 0 0 0,-7-40-213 0 0,0 0 0 0 0,0 0-1 0 0,-1 0 1 0 0,1 0 0 0 0,1 0 0 0 0,-1 0 0 0 0,0 0 0 0 0,0 0 0 0 0,1 0-1 0 0,-1-1 1 0 0,1 1 0 0 0,-1 0 0 0 0,1-1 0 0 0,0 0 0 0 0,0 1 0 0 0,0-1-1 0 0,-1 0 1 0 0,4 1 0 0 0,-4-1-309 0 0,1 0 0 0 0,0-1-1 0 0,0 1 1 0 0,0-1 0 0 0,-1 1 0 0 0,1-1-1 0 0,0 0 1 0 0,0 0 0 0 0,0 0 0 0 0,0 0-1 0 0,-1 0 1 0 0,1 0 0 0 0,0-1 0 0 0,0 1-1 0 0,0-1 1 0 0,0 1 0 0 0,-1-1 0 0 0,1 1-1 0 0,0-1 1 0 0,-1 0 0 0 0,4-2 0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8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82 888 0 0,'-7'-17'2564'0'0,"0"4"-584"0"0,2 1-379 0 0,2 1-281 0 0,-1 3-292 0 0,-1 0 320 0 0,-1-4-484 0 0,-10 15-1364 0 0,10 14-1196 0 0,4-5-1292 0 0,-3-2-1017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9.2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1680 0 0,'2'1'2546'0'0,"72"83"6298"0"0,-48-51-8162 0 0,-2 2 0 0 0,-2 1 0 0 0,-1 0 0 0 0,20 50 0 0 0,-36-65 1219 0 0,-5-20-1832 0 0,0 0-1 0 0,0 0 1 0 0,0-1 0 0 0,0 1 0 0 0,-1 0-1 0 0,1 0 1 0 0,0-1 0 0 0,0 1 0 0 0,-1 0-1 0 0,1 0 1 0 0,0-1 0 0 0,-1 1 0 0 0,1 0 0 0 0,-1-1-1 0 0,1 1 1 0 0,-1-1 0 0 0,1 1 0 0 0,-1-1-1 0 0,0 1 1 0 0,1-1 0 0 0,-1 1 0 0 0,-1 0 0 0 0,1 0 153 0 0,-1-3-32 0 0,-1 0-164 0 0,1-1 0 0 0,-1 0 0 0 0,1 0 0 0 0,0 0 0 0 0,0-1 0 0 0,0 1 0 0 0,0 0 0 0 0,0-1 0 0 0,1 1 0 0 0,0-1 0 0 0,0 0 0 0 0,0 1 0 0 0,0-1 0 0 0,0 0 0 0 0,1 0 0 0 0,-1 1 0 0 0,1-1 0 0 0,0 0 0 0 0,1 0 0 0 0,0-6 0 0 0,0-1-37 0 0,1-1-1 0 0,0 1 0 0 0,0 0 0 0 0,1 0 0 0 0,9-21 0 0 0,-6 22-2 0 0,-1 1 1 0 0,1 0-1 0 0,1 1 0 0 0,-1-1 1 0 0,1 1-1 0 0,1 1 0 0 0,0-1 1 0 0,0 2-1 0 0,0-1 0 0 0,1 1 1 0 0,0 0-1 0 0,0 0 0 0 0,0 1 1 0 0,1 1-1 0 0,0-1 0 0 0,0 2 1 0 0,0-1-1 0 0,0 1 0 0 0,1 1 1 0 0,-1 0-1 0 0,1 0 0 0 0,-1 1 1 0 0,1 1-1 0 0,0-1 0 0 0,-1 2 1 0 0,1 0-1 0 0,12 2 0 0 0,-19-3 24 0 0,0 1 0 0 0,0 0 0 0 0,-1 0 0 0 0,1 1 0 0 0,0-1 0 0 0,-1 1 0 0 0,1-1 1 0 0,-1 1-1 0 0,1 0 0 0 0,-1 1 0 0 0,0-1 0 0 0,1 0 0 0 0,-1 1 0 0 0,-1 0 0 0 0,1 0 0 0 0,0 0 0 0 0,-1 0 0 0 0,1 0 0 0 0,-1 0 0 0 0,0 1 0 0 0,0-1 0 0 0,0 1 0 0 0,-1-1 0 0 0,1 1 0 0 0,-1 0 0 0 0,2 7 0 0 0,-1 5-349 0 0,-1 0-1 0 0,-1 0 0 0 0,0 0 0 0 0,-1 0 1 0 0,-4 23-1 0 0,-1 25-5970 0 0,6-50 2267 0 0,0 1-1900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49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6 118 2652 0 0,'24'-116'13800'0'0,"-24"115"-13299"0"0,-11 49 326 0 0,7-27-726 0 0,-2 11 18 0 0,-2 36-1 0 0,7-59-89 0 0,1 0 0 0 0,0 0 0 0 0,1 0 0 0 0,0 0-1 0 0,1 0 1 0 0,-1-1 0 0 0,2 1 0 0 0,-1 0 0 0 0,4 8 0 0 0,-4-14-11 0 0,-1 0 0 0 0,1 0 0 0 0,0 0 0 0 0,0 0 0 0 0,0-1-1 0 0,0 1 1 0 0,0 0 0 0 0,0-1 0 0 0,1 0 0 0 0,0 1 0 0 0,-1-1 0 0 0,1 0 0 0 0,0 0 0 0 0,0 0 0 0 0,0-1-1 0 0,0 1 1 0 0,0-1 0 0 0,0 0 0 0 0,1 0 0 0 0,-1 0 0 0 0,0 0 0 0 0,1 0 0 0 0,-1-1 0 0 0,0 1 0 0 0,1-1 0 0 0,-1 0-1 0 0,1 0 1 0 0,-1 0 0 0 0,7-2 0 0 0,-3 1-4 0 0,-1-1-1 0 0,1 0 1 0 0,-1 0 0 0 0,0-1-1 0 0,0 1 1 0 0,0-1 0 0 0,0-1-1 0 0,0 1 1 0 0,-1-1 0 0 0,1 0-1 0 0,-1 0 1 0 0,0-1 0 0 0,0 1-1 0 0,6-10 1 0 0,-2 2 68 0 0,-1 0 1 0 0,0-1-1 0 0,-1 0 0 0 0,-1 0 1 0 0,0 0-1 0 0,0-1 0 0 0,5-25 0 0 0,-10 34-44 0 0,0 0-1 0 0,0 0 0 0 0,-1 0 1 0 0,0 0-1 0 0,0 0 1 0 0,0 0-1 0 0,-1 0 0 0 0,0 1 1 0 0,1-1-1 0 0,-2 0 0 0 0,-2-8 1 0 0,2 10-33 0 0,1-1 0 0 0,-1 1 0 0 0,-1 0 0 0 0,1 0 0 0 0,0 0 0 0 0,-1 0 0 0 0,0 1 0 0 0,1-1 0 0 0,-1 0 1 0 0,0 1-1 0 0,0 0 0 0 0,0 0 0 0 0,-1 0 0 0 0,1 0 0 0 0,0 1 0 0 0,-1-1 0 0 0,-4-1 0 0 0,2 1-166 0 0,-1 0 0 0 0,0 1 0 0 0,1 0 0 0 0,-1 0 0 0 0,0 0 0 0 0,0 1-1 0 0,0 0 1 0 0,0 0 0 0 0,1 1 0 0 0,-1-1 0 0 0,0 2 0 0 0,0-1 0 0 0,1 1 0 0 0,-1 0 0 0 0,-10 5-1 0 0,11-4-750 0 0,0 0-1 0 0,1 0 0 0 0,0 1 0 0 0,0-1 0 0 0,0 1 1 0 0,0 1-1 0 0,0-1 0 0 0,1 1 0 0 0,0-1 1 0 0,-7 11-1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50.0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63 612 0 0,'3'-7'1703'0'0,"0"-1"1"0"0,0 1-1 0 0,1 0 0 0 0,0 0 1 0 0,0 0-1 0 0,9-9 0 0 0,-12 15-1658 0 0,-1 1-1 0 0,1-1 0 0 0,0 1 1 0 0,-1 0-1 0 0,1 0 1 0 0,0-1-1 0 0,0 1 1 0 0,-1 0-1 0 0,1 0 1 0 0,0 0-1 0 0,0 0 0 0 0,0 0 1 0 0,-1 0-1 0 0,1 0 1 0 0,0 0-1 0 0,0 0 1 0 0,-1 0-1 0 0,1 0 1 0 0,0 1-1 0 0,0-1 0 0 0,-1 0 1 0 0,1 0-1 0 0,0 1 1 0 0,1 0-1 0 0,15 9 475 0 0,-12-5-343 0 0,0 0 0 0 0,0 0-1 0 0,0 0 1 0 0,-1 1 0 0 0,0 0-1 0 0,0 0 1 0 0,0 0 0 0 0,-1 0-1 0 0,0 0 1 0 0,0 1 0 0 0,-1-1-1 0 0,3 11 1 0 0,-1-1 60 0 0,0 0 0 0 0,-2 1 0 0 0,0-1 0 0 0,0 21 0 0 0,-2-16 76 0 0,-2 1 0 0 0,0-1 0 0 0,-1 0 0 0 0,-6 21 1 0 0,5-29 753 0 0,-1 0 1 0 0,1 0 0 0 0,-2-1-1 0 0,-8 15 790 0 0,13-27-1831 0 0,1 0-1 0 0,-1 0 0 0 0,1 0 0 0 0,-1 0 1 0 0,1-1-1 0 0,0 1 0 0 0,-1 0 1 0 0,1-1-1 0 0,-1 1 0 0 0,1 0 0 0 0,-1 0 1 0 0,1-1-1 0 0,0 1 0 0 0,-1-1 0 0 0,1 1 1 0 0,0 0-1 0 0,0-1 0 0 0,-1 1 1 0 0,1-1-1 0 0,0 1 0 0 0,-1-1 0 0 0,2-7 11 0 0,0 0-1 0 0,1 0 0 0 0,0 0 0 0 0,0 1 0 0 0,0-1 1 0 0,1 1-1 0 0,0-1 0 0 0,1 1 0 0 0,0 0 0 0 0,0 0 1 0 0,0 0-1 0 0,1 1 0 0 0,0 0 0 0 0,7-8 0 0 0,1 1-614 0 0,0 0 0 0 0,1 0 0 0 0,1 2 0 0 0,0-1 0 0 0,19-9 0 0 0,-25 16-851 0 0,-1 1 0 0 0,1 0 0 0 0,14-3-1 0 0,11-2-6806 0 0,-19 5 1726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50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346 34 564 0 0,'30'-34'15717'0'0,"-45"45"-14890"0"0,11-8-786 0 0,1 0 1 0 0,0-1 0 0 0,0 1 0 0 0,0 0 0 0 0,0 1 0 0 0,1-1 0 0 0,-1 0 0 0 0,1 1-1 0 0,0 0 1 0 0,0-1 0 0 0,0 1 0 0 0,1 0 0 0 0,-1 0 0 0 0,1 0 0 0 0,0 0-1 0 0,0 0 1 0 0,0 0 0 0 0,0 0 0 0 0,1 0 0 0 0,0 1 0 0 0,0-1 0 0 0,0 0 0 0 0,0 0-1 0 0,1 0 1 0 0,1 6 0 0 0,3 5 258 0 0,0 1-1 0 0,1-1 1 0 0,1-1 0 0 0,0 1-1 0 0,12 16 1 0 0,10 21 613 0 0,-19-35-56 0 0,-8-14-668 0 0,0-1 0 0 0,-1 0-1 0 0,0 1 1 0 0,1-1 0 0 0,-1 1 0 0 0,0-1 0 0 0,1 6 0 0 0,-2-7-127 0 0,0 0-1 0 0,0 0 0 0 0,0 0 0 0 0,0 0 0 0 0,0 0 0 0 0,-1 0 1 0 0,1 0-1 0 0,0 0 0 0 0,-1 0 0 0 0,1 0 0 0 0,-1 0 0 0 0,1 0 1 0 0,-1 0-1 0 0,1 0 0 0 0,-1 0 0 0 0,1-1 0 0 0,-1 1 0 0 0,0 0 0 0 0,0 0 1 0 0,1-1-1 0 0,-1 1 0 0 0,0 0 0 0 0,0-1 0 0 0,0 1 0 0 0,-1 0 1 0 0,-9 6 129 0 0,-1-1 0 0 0,0-1 1 0 0,0 1-1 0 0,-1-2 1 0 0,0 0-1 0 0,-21 4 1 0 0,-82 7-1166 0 0,111-14 859 0 0,-141 6-7710 0 0,110-7 2690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51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172 306 1620 0 0,'-2'-7'1466'0'0,"0"0"0"0"0,-1-1-1 0 0,0 1 1 0 0,0 0 0 0 0,-6-7 633 0 0,-6 17-1664 0 0,10 1-351 0 0,0-1 1 0 0,1 1-1 0 0,-1 0 1 0 0,1 0-1 0 0,0 1 0 0 0,0-1 1 0 0,0 1-1 0 0,1 0 1 0 0,-6 9-1 0 0,0 0 229 0 0,-38 59 1080 0 0,42-64-1241 0 0,0 1-1 0 0,0 0 0 0 0,1 1 1 0 0,0-1-1 0 0,-4 19 0 0 0,8-27-124 0 0,0 0 1 0 0,-1 0-1 0 0,1 0 0 0 0,0-1 0 0 0,0 1 0 0 0,0 0 0 0 0,0 0 0 0 0,1 0 0 0 0,-1 0 0 0 0,0 0 0 0 0,1 0 0 0 0,-1-1 0 0 0,1 1 1 0 0,0 0-1 0 0,0 0 0 0 0,-1-1 0 0 0,1 1 0 0 0,0 0 0 0 0,1-1 0 0 0,-1 1 0 0 0,2 2 0 0 0,0-2 0 0 0,0 0 0 0 0,0 0 0 0 0,0 0 0 0 0,0-1 0 0 0,0 1 0 0 0,0-1 0 0 0,1 0 0 0 0,-1 0 0 0 0,0 0 0 0 0,1 0 0 0 0,3 0 0 0 0,9 1 24 0 0,0-2-1 0 0,0 1 1 0 0,-1-2 0 0 0,18-2-1 0 0,-17 0-22 0 0,1 0 0 0 0,-1 0 0 0 0,1-2 0 0 0,-1 0 0 0 0,0-1 1 0 0,-1-1-1 0 0,0 0 0 0 0,0-1 0 0 0,0 0 0 0 0,19-16 0 0 0,-26 17 40 0 0,1 0 1 0 0,-1-1-1 0 0,0 0 0 0 0,0 0 1 0 0,-1-1-1 0 0,0 0 1 0 0,-1 0-1 0 0,0-1 0 0 0,-1 0 1 0 0,0 0-1 0 0,0 0 1 0 0,-1 0-1 0 0,0-1 0 0 0,-1 0 1 0 0,0 0-1 0 0,2-18 1 0 0,-4 21-33 0 0,-1-1 1 0 0,0 0 0 0 0,-1 1-1 0 0,0-1 1 0 0,0 0 0 0 0,0 1-1 0 0,-1-1 1 0 0,-1 1 0 0 0,0 0 0 0 0,0 0-1 0 0,0 0 1 0 0,-1 0 0 0 0,0 0-1 0 0,-1 1 1 0 0,-8-11 0 0 0,9 12-34 0 0,-1 1-1 0 0,1 0 1 0 0,-1 0 0 0 0,-1 1 0 0 0,1-1 0 0 0,-1 1 0 0 0,1 0-1 0 0,-1 1 1 0 0,-1-1 0 0 0,1 1 0 0 0,0 0 0 0 0,-1 1 0 0 0,1 0 0 0 0,-1 0-1 0 0,0 0 1 0 0,1 1 0 0 0,-1 0 0 0 0,0 0 0 0 0,-12 0 0 0 0,10 2-12 0 0,-1 1 0 0 0,1-1 0 0 0,-1 1 0 0 0,1 1 0 0 0,0 0 0 0 0,0 0 0 0 0,0 1 0 0 0,0 0 0 0 0,-8 6 0 0 0,13-8 7 0 0,0 0 0 0 0,1 0 1 0 0,0 0-1 0 0,0 0 0 0 0,0 1 1 0 0,0 0-1 0 0,0 0 0 0 0,0-1 1 0 0,1 2-1 0 0,-1-1 0 0 0,1 0 1 0 0,0 0-1 0 0,0 1 0 0 0,0-1 1 0 0,0 1-1 0 0,1 0 1 0 0,-1-1-1 0 0,1 1 0 0 0,0 0 1 0 0,0 0-1 0 0,0 0 0 0 0,1 0 1 0 0,0 0-1 0 0,-1 6 0 0 0,2-7 8 0 0,0 1 0 0 0,-1-1-1 0 0,1 0 1 0 0,0 0 0 0 0,0 0-1 0 0,1 0 1 0 0,-1 0 0 0 0,1 0 0 0 0,-1 0-1 0 0,1-1 1 0 0,0 1 0 0 0,0-1-1 0 0,0 1 1 0 0,3 2 0 0 0,0-1 3 0 0,0 0 0 0 0,1 0 0 0 0,-1 0 0 0 0,0-1 1 0 0,1 0-1 0 0,11 4 0 0 0,1-1 14 0 0,1-1 1 0 0,0-1-1 0 0,35 4 1 0 0,-33-6-9 0 0,0-1 1 0 0,-1-1-1 0 0,1 0 1 0 0,0-2-1 0 0,-1 0 1 0 0,1-2 0 0 0,37-11-1 0 0,-43 10-3 0 0,0-1 1 0 0,-1-1-1 0 0,0 0 0 0 0,0-1 1 0 0,-1-1-1 0 0,0 0 0 0 0,0 0 1 0 0,-1-2-1 0 0,-1 1 0 0 0,21-25 1 0 0,37-65 81 0 0,-40 55-127 0 0,-29 44 26 0 0,0 1 0 0 0,0-1-1 0 0,1 1 1 0 0,-1-1 0 0 0,0 1 0 0 0,0-1-1 0 0,1 1 1 0 0,-1-1 0 0 0,0 1 0 0 0,1 0-1 0 0,-1-1 1 0 0,1 1 0 0 0,-1-1 0 0 0,0 1-1 0 0,1 0 1 0 0,-1-1 0 0 0,1 1 0 0 0,-1 0 0 0 0,1 0-1 0 0,-1 0 1 0 0,1-1 0 0 0,-1 1 0 0 0,1 0-1 0 0,-1 0 1 0 0,2 0 0 0 0,2 11-55 0 0,-6 25 44 0 0,2-34 9 0 0,-22 238 305 0 0,-38 312 1483 0 0,-55 90-718 0 0,82-474-868 0 0,16-67 537 0 0,16-101-722 0 0,1 1 1 0 0,0-1-1 0 0,0 0 1 0 0,0 1-1 0 0,0-1 1 0 0,-1 1-1 0 0,1-1 1 0 0,0 1-1 0 0,0-1 1 0 0,0 1-1 0 0,0-1 1 0 0,0 1-1 0 0,0-1 1 0 0,0 1-1 0 0,0-1 1 0 0,1 1-1 0 0,-1-1 1 0 0,0 1-1 0 0,0-1 1 0 0,0 0-1 0 0,0 1 1 0 0,1-1-1 0 0,-1 1 1 0 0,0-1-1 0 0,0 0 1 0 0,1 1-1 0 0,-1-1 1 0 0,0 1-1 0 0,1-1 1 0 0,-1 0-1 0 0,0 1 1 0 0,1-1-1 0 0,-1 0 1 0 0,1 0-1 0 0,-1 1 1 0 0,0-1-1 0 0,2 0 1 0 0,-1 0 0 0 0,1 0 1 0 0,0 0-1 0 0,0 0 1 0 0,-1 0 0 0 0,1 0-1 0 0,0-1 1 0 0,0 1-1 0 0,-1 0 1 0 0,1-1 0 0 0,2-1-1 0 0,38-21 41 0 0,-9-1-18 0 0,-1-2-1 0 0,-1-1 1 0 0,-2-2-1 0 0,-1-1 1 0 0,-1-1-1 0 0,-1-1 0 0 0,28-46 1 0 0,-45 64-37 0 0,-1-1 0 0 0,0 1 0 0 0,-1-1 0 0 0,0-1 0 0 0,-2 1 0 0 0,1-1 0 0 0,-2 0 0 0 0,0-1 0 0 0,-1 1 0 0 0,-1-1 0 0 0,0 1 0 0 0,-2-1-1 0 0,1 1 1 0 0,-2-1 0 0 0,0 0 0 0 0,-1 1 0 0 0,-1-1 0 0 0,-1 1 0 0 0,0 0 0 0 0,-1 0 0 0 0,0 0 0 0 0,-2 1 0 0 0,0 0 0 0 0,0 0 0 0 0,-1 0 0 0 0,-1 1 0 0 0,-17-20 0 0 0,9 15-6 0 0,0 0-1 0 0,-2 2 1 0 0,0 0-1 0 0,-1 1 1 0 0,-43-26-1 0 0,28 23 2 0 0,-1 1 0 0 0,-1 2-1 0 0,-42-13 1 0 0,42 15-45 0 0,-17-4-1390 0 0,51 18 932 0 0,29-1-5565 0 0,-4-1 2848 0 0,24-5-1 0 0,-14 0-2737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52.2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105 129 992 0 0,'4'-13'1886'0'0,"-1"0"0"0"0,0-1 0 0 0,-1 1-1 0 0,0-1 1 0 0,-1 0 0 0 0,-1 0 0 0 0,-2-19 0 0 0,-10 37-1234 0 0,6 0-583 0 0,1 1-1 0 0,1-1 1 0 0,-1 1 0 0 0,0 0 0 0 0,1 0 0 0 0,0 1-1 0 0,1 0 1 0 0,-1-1 0 0 0,1 1 0 0 0,-4 9 0 0 0,3-7-19 0 0,-5 10 23 0 0,1 0 1 0 0,1 0-1 0 0,0 1 1 0 0,2 0-1 0 0,0 0 1 0 0,-4 31-1 0 0,8-41-39 0 0,1-1 1 0 0,-1 1-1 0 0,1-1 1 0 0,1 1-1 0 0,-1-1 1 0 0,2 1-1 0 0,-1-1 1 0 0,1 1-1 0 0,0-1 1 0 0,1 0-1 0 0,0 0 1 0 0,0 0-1 0 0,1 0 1 0 0,0-1-1 0 0,0 1 0 0 0,1-1 1 0 0,8 11-1 0 0,-11-16-19 0 0,0 1 0 0 0,1-1 0 0 0,-1 0 0 0 0,0 0 0 0 0,1 1 0 0 0,0-2 0 0 0,0 1 0 0 0,-1 0 0 0 0,1 0 0 0 0,0-1 0 0 0,0 0 0 0 0,0 0 0 0 0,1 0 0 0 0,-1 0 0 0 0,0 0 0 0 0,0 0 0 0 0,1-1 0 0 0,-1 0 0 0 0,0 1 0 0 0,1-1 0 0 0,-1 0 1 0 0,0-1-1 0 0,0 1 0 0 0,1-1 0 0 0,-1 1 0 0 0,0-1 0 0 0,0 0 0 0 0,0 0 0 0 0,1 0 0 0 0,4-4 0 0 0,-3 2 0 0 0,0-1-1 0 0,0 1 1 0 0,0-1 0 0 0,0 0 0 0 0,-1-1 0 0 0,1 1 0 0 0,-1-1 0 0 0,0 0 0 0 0,-1 0 0 0 0,1 0 0 0 0,-1-1 0 0 0,0 1 0 0 0,0-1 0 0 0,-1 0 0 0 0,3-8-1 0 0,-2 0 36 0 0,0-1 0 0 0,-1 1 0 0 0,-1-1-1 0 0,0 0 1 0 0,-1 1 0 0 0,-1-1-1 0 0,0 0 1 0 0,-1 1 0 0 0,-1-1 0 0 0,0 1-1 0 0,-1-1 1 0 0,0 1 0 0 0,-1 0-1 0 0,-1 1 1 0 0,0 0 0 0 0,-1-1-1 0 0,-13-19 1 0 0,17 30-56 0 0,1 1 0 0 0,-1-1 0 0 0,1 1 0 0 0,-1-1 0 0 0,0 1 1 0 0,0 0-1 0 0,0 0 0 0 0,0 0 0 0 0,0 0 0 0 0,-1 1 0 0 0,1-1 0 0 0,0 1 0 0 0,-1 0 0 0 0,1 0 0 0 0,-1 0 0 0 0,-6 0 0 0 0,8 1 2 0 0,0-1 0 0 0,0 1 0 0 0,0 0 0 0 0,0 1 0 0 0,0-1 0 0 0,0 0 0 0 0,0 0 0 0 0,0 1 0 0 0,0-1 0 0 0,0 1 1 0 0,1 0-1 0 0,-1 0 0 0 0,0-1 0 0 0,0 1 0 0 0,0 0 0 0 0,1 1 0 0 0,-1-1 0 0 0,0 0 0 0 0,1 0 0 0 0,-1 1 0 0 0,1-1 0 0 0,0 1 0 0 0,-1-1 0 0 0,1 1 0 0 0,0-1 0 0 0,0 1 0 0 0,0 0 0 0 0,0 0 0 0 0,0 0 0 0 0,0-1 0 0 0,0 4 0 0 0,0-3-10 0 0,1 1 1 0 0,-1-1-1 0 0,1 0 0 0 0,-1 1 0 0 0,1-1 0 0 0,0 0 0 0 0,0 1 1 0 0,0-1-1 0 0,0 1 0 0 0,0-1 0 0 0,1 0 0 0 0,-1 1 0 0 0,1-1 1 0 0,-1 0-1 0 0,1 1 0 0 0,0-1 0 0 0,0 0 0 0 0,0 0 0 0 0,2 3 1 0 0,0-1 0 0 0,0-1 0 0 0,0 0 1 0 0,0 0-1 0 0,0-1 0 0 0,0 1 1 0 0,1 0-1 0 0,-1-1 0 0 0,1 0 1 0 0,0 0-1 0 0,5 2 0 0 0,3 1-5 0 0,1-1 0 0 0,0-1 0 0 0,0 0 1 0 0,1 0-1 0 0,25 1 0 0 0,9-5-20 0 0,49-6 1 0 0,-58 3 9 0 0,-1 1-1 0 0,65 4 1 0 0,-97 0 21 0 0,1 0 0 0 0,-1 1 1 0 0,0-1-1 0 0,1 1 0 0 0,-1 1 1 0 0,0-1-1 0 0,0 1 0 0 0,0 0 0 0 0,-1 0 1 0 0,1 1-1 0 0,-1 0 0 0 0,0-1 1 0 0,0 2-1 0 0,0-1 0 0 0,0 1 0 0 0,-1 0 1 0 0,0 0-1 0 0,0 0 0 0 0,0 0 1 0 0,4 9-1 0 0,-5-7 56 0 0,0-1-1 0 0,0 1 1 0 0,0-1-1 0 0,-1 1 1 0 0,0 0-1 0 0,-1 0 1 0 0,0 0 0 0 0,0 0-1 0 0,0 1 1 0 0,-1-1-1 0 0,0 0 1 0 0,0 0-1 0 0,-1 0 1 0 0,0 0 0 0 0,0 0-1 0 0,-1 0 1 0 0,0 0-1 0 0,-4 10 1 0 0,-18 44 5276 0 0,24-59-4678 0 0,-1-2-605 0 0,1 1 0 0 0,0-1 0 0 0,-1 0 0 0 0,1 0 0 0 0,0 0 0 0 0,0 0 0 0 0,-1 1 0 0 0,1-1 0 0 0,0 0 0 0 0,-1 0 0 0 0,1 0 0 0 0,0 0 0 0 0,-1 0 0 0 0,1 0 0 0 0,0 0 0 0 0,-1 0 0 0 0,1 0 0 0 0,0 0 0 0 0,-1 0 0 0 0,1 0 0 0 0,0 0 0 0 0,-1 0 0 0 0,1 0 0 0 0,0 0 0 0 0,0-1 0 0 0,-1 1 0 0 0,1 0 0 0 0,0 0 0 0 0,-1 0 1 0 0,1 0-1 0 0,0-1 0 0 0,0 1 0 0 0,-1 0 0 0 0,1 0 0 0 0,0-1 0 0 0,0 1 0 0 0,-1 0 0 0 0,-1-16 487 0 0,11-21-233 0 0,-4 24-365 0 0,1 2 1 0 0,0-1-1 0 0,1 1 1 0 0,0 0-1 0 0,13-15 1 0 0,-10 15-679 0 0,0 1 0 0 0,0 1 1 0 0,1 0-1 0 0,20-14 0 0 0,-14 14-1418 0 0,1-1-1 0 0,0 2 1 0 0,0 0-1 0 0,1 1 1 0 0,-1 1-1 0 0,2 1 1 0 0,33-5-1 0 0,-29 7-2497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53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302 574 1348 0 0,'2'-2'627'0'0,"0"0"0"0"0,-1 0-1 0 0,1 0 1 0 0,0-1 0 0 0,-1 1 0 0 0,0 0-1 0 0,1 0 1 0 0,-1-1 0 0 0,0 1 0 0 0,0-1 0 0 0,-1 1-1 0 0,1-1 1 0 0,0-5 0 0 0,0 6-366 0 0,-1-1 0 0 0,0 1 0 0 0,-1-1 0 0 0,1 0 1 0 0,0 1-1 0 0,-1-1 0 0 0,1 1 0 0 0,-1-1 0 0 0,0 1 1 0 0,0-1-1 0 0,0 1 0 0 0,0 0 0 0 0,0-1 0 0 0,-1 1 0 0 0,1 0 1 0 0,-1 0-1 0 0,1 0 0 0 0,-1 0 0 0 0,0 0 0 0 0,-2-2 0 0 0,2 3-211 0 0,0 0 0 0 0,0 0 0 0 0,0 1-1 0 0,1-1 1 0 0,-1 0 0 0 0,0 1-1 0 0,0-1 1 0 0,0 1 0 0 0,0 0-1 0 0,0-1 1 0 0,0 1 0 0 0,0 0-1 0 0,0 0 1 0 0,0 0 0 0 0,-1 1 0 0 0,1-1-1 0 0,-2 1 1 0 0,-1 0-7 0 0,-1 1 1 0 0,1-1-1 0 0,0 1 0 0 0,0 0 1 0 0,-6 3-1 0 0,-8 7 17 0 0,0 1 0 0 0,1 0 0 0 0,1 2 0 0 0,0 0 0 0 0,1 0 0 0 0,-18 24 0 0 0,24-27-24 0 0,0 1 0 0 0,1 1-1 0 0,0 0 1 0 0,1 0 0 0 0,1 1 0 0 0,0 0-1 0 0,1 0 1 0 0,1 0 0 0 0,-5 23 0 0 0,9-35-20 0 0,0 0 0 0 0,1 1 1 0 0,-1-1-1 0 0,1 1 0 0 0,0-1 1 0 0,0 1-1 0 0,0-1 1 0 0,1 1-1 0 0,-1-1 0 0 0,1 1 1 0 0,0-1-1 0 0,0 0 1 0 0,0 1-1 0 0,1-1 0 0 0,-1 0 1 0 0,1 0-1 0 0,-1 0 0 0 0,1 0 1 0 0,0 0-1 0 0,0 0 1 0 0,0 0-1 0 0,5 4 0 0 0,-3-5-7 0 0,-1 0 0 0 0,0 0 0 0 0,1 0 0 0 0,-1-1 0 0 0,1 1 0 0 0,-1-1 0 0 0,1 0 0 0 0,0 0 0 0 0,0 0 0 0 0,0 0 0 0 0,-1 0 1 0 0,1-1-1 0 0,0 0 0 0 0,0 0 0 0 0,0 0 0 0 0,0 0 0 0 0,0-1 0 0 0,0 0 0 0 0,-1 1 0 0 0,6-3 0 0 0,4-2-32 0 0,0 0 1 0 0,0-1-1 0 0,0 0 1 0 0,-1-1 0 0 0,0-1-1 0 0,0 0 1 0 0,-1 0 0 0 0,0-1-1 0 0,0-1 1 0 0,-1 0-1 0 0,0 0 1 0 0,-1-1 0 0 0,10-14-1 0 0,6-13-224 0 0,-1-1 0 0 0,33-74 1 0 0,-26 38 231 0 0,-3-1 1 0 0,-3-1 0 0 0,-4-1-1 0 0,20-144 1 0 0,-38 198 105 0 0,-9 31-83 0 0,-1 12 23 0 0,-26 117 171 0 0,-26 249-1 0 0,55-353-122 0 0,2 0 0 0 0,3 45 0 0 0,-1-69-54 0 0,1 0 0 0 0,0 0 0 0 0,1 0 0 0 0,-1-1 0 0 0,1 1 0 0 0,1 0 0 0 0,0-1 0 0 0,0 0 0 0 0,0 1 0 0 0,1-1 0 0 0,0 0 0 0 0,0-1 0 0 0,1 1 0 0 0,0-1 0 0 0,8 9 0 0 0,-9-11-20 0 0,0-1 1 0 0,0 0 0 0 0,0 0-1 0 0,1 0 1 0 0,-1-1 0 0 0,1 1-1 0 0,0-1 1 0 0,0 0 0 0 0,0 0-1 0 0,0-1 1 0 0,0 1 0 0 0,0-1-1 0 0,0 0 1 0 0,0-1 0 0 0,0 1-1 0 0,1-1 1 0 0,-1 0 0 0 0,0-1-1 0 0,0 1 1 0 0,1-1-1 0 0,-1 0 1 0 0,0 0 0 0 0,0 0-1 0 0,0-1 1 0 0,0 0 0 0 0,0 0-1 0 0,-1 0 1 0 0,1-1 0 0 0,6-3-1 0 0,1-3 21 0 0,0 0-1 0 0,0-1 1 0 0,-1 0-1 0 0,0-1 1 0 0,0 0-1 0 0,-1-1 0 0 0,-1 0 1 0 0,15-25-1 0 0,-12 15 22 0 0,0-1-1 0 0,-2 0 1 0 0,0 0-1 0 0,-2-1 1 0 0,0 0-1 0 0,-2 0 1 0 0,-1-1-1 0 0,0 1 1 0 0,1-42-1 0 0,-6 65-41 0 0,0 0-1 0 0,0 0 1 0 0,0 0-1 0 0,0 0 1 0 0,0 0-1 0 0,0 0 1 0 0,0 0-1 0 0,0 0 1 0 0,-1 0-1 0 0,1 0 1 0 0,0 1-1 0 0,-1-1 1 0 0,1 0-1 0 0,0 0 1 0 0,-1 0-1 0 0,1 0 1 0 0,-1 0-1 0 0,1 0 1 0 0,-1 0 0 0 0,0 1-1 0 0,1-1 1 0 0,-1 0-1 0 0,0 1 1 0 0,-1-2-1 0 0,1 2-2 0 0,0-1 0 0 0,0 1 1 0 0,-1 0-1 0 0,1 0 0 0 0,0 0 0 0 0,0 0 0 0 0,0 0 0 0 0,-1 0 0 0 0,1 0 0 0 0,0 1 1 0 0,0-1-1 0 0,0 0 0 0 0,0 1 0 0 0,-1-1 0 0 0,1 1 0 0 0,0-1 0 0 0,-1 2 0 0 0,-5 2-7 0 0,-1 1 0 0 0,1 0 0 0 0,1 1 0 0 0,-11 10-1 0 0,4-2-31 0 0,1 1-1 0 0,0 0 1 0 0,2 1-1 0 0,-1 0 0 0 0,-9 22 1 0 0,16-28 38 0 0,0-1 1 0 0,0 1-1 0 0,1 0 1 0 0,0 0-1 0 0,0 1 1 0 0,1-1-1 0 0,1 0 1 0 0,0 1 0 0 0,0-1-1 0 0,1 1 1 0 0,1 12-1 0 0,0-19 13 0 0,0-1 0 0 0,-1 1-1 0 0,2-1 1 0 0,-1 1 0 0 0,0-1 0 0 0,1 1 0 0 0,-1-1-1 0 0,1 0 1 0 0,0 0 0 0 0,0 0 0 0 0,1 0-1 0 0,-1 0 1 0 0,1 0 0 0 0,3 3 0 0 0,-2-2-1 0 0,1-1 1 0 0,1 1 0 0 0,-1-1-1 0 0,0 0 1 0 0,1 0-1 0 0,0-1 1 0 0,11 4 0 0 0,-2-2 5 0 0,0-2 1 0 0,1 1 0 0 0,-1-2-1 0 0,0 0 1 0 0,1-1 0 0 0,16-1-1 0 0,-14-1 26 0 0,-1-1 0 0 0,0-1 0 0 0,1-1 0 0 0,-1 0 0 0 0,-1-1 0 0 0,1-1 0 0 0,-1 0 0 0 0,0-2 0 0 0,-1 0 0 0 0,0 0 0 0 0,25-22 0 0 0,-28 22-12 0 0,-1-2 1 0 0,0 1-1 0 0,-1-1 1 0 0,0-1-1 0 0,-1 0 0 0 0,0-1 1 0 0,-1 1-1 0 0,0-2 1 0 0,-1 1-1 0 0,-1-1 1 0 0,0 0-1 0 0,-1 0 1 0 0,0-1-1 0 0,2-17 1 0 0,-6 27-24 0 0,0 1 0 0 0,0-1 0 0 0,-1 1 1 0 0,0-1-1 0 0,0 0 0 0 0,0 1 0 0 0,0-1 0 0 0,-1 0 1 0 0,0 1-1 0 0,0-1 0 0 0,0 1 0 0 0,0-1 1 0 0,-1 1-1 0 0,1 0 0 0 0,-1-1 0 0 0,-1 1 0 0 0,1 0 1 0 0,0 0-1 0 0,-1 0 0 0 0,0 1 0 0 0,0-1 0 0 0,-5-4 1 0 0,7 7-16 0 0,0 1 1 0 0,0-1-1 0 0,0 1 0 0 0,0-1 1 0 0,0 1-1 0 0,0-1 1 0 0,0 1-1 0 0,0 0 1 0 0,0 0-1 0 0,0-1 1 0 0,0 1-1 0 0,-1 0 1 0 0,1 0-1 0 0,0 0 1 0 0,0 0-1 0 0,0 0 1 0 0,0 1-1 0 0,0-1 1 0 0,-1 0-1 0 0,1 0 1 0 0,0 1-1 0 0,0-1 1 0 0,0 1-1 0 0,0-1 1 0 0,0 1-1 0 0,0-1 1 0 0,0 1-1 0 0,-1 1 1 0 0,1-1 3 0 0,-1 0 0 0 0,1 0 1 0 0,0 0-1 0 0,0 0 1 0 0,0 0-1 0 0,0 0 1 0 0,0 1-1 0 0,0-1 0 0 0,0 0 1 0 0,0 1-1 0 0,1-1 1 0 0,-1 1-1 0 0,0-1 1 0 0,1 1-1 0 0,-1-1 0 0 0,1 1 1 0 0,-1 1-1 0 0,2 0 5 0 0,-1 1-1 0 0,0-1 1 0 0,1 1 0 0 0,-1-1-1 0 0,1 1 1 0 0,0-1-1 0 0,0 1 1 0 0,1-1 0 0 0,-1 0-1 0 0,1 0 1 0 0,-1 0-1 0 0,1 0 1 0 0,0 0-1 0 0,0 0 1 0 0,0 0 0 0 0,4 2-1 0 0,-2 0-4 0 0,1-1 0 0 0,0 0-1 0 0,0-1 1 0 0,1 1 0 0 0,-1-1-1 0 0,1 0 1 0 0,0 0 0 0 0,10 3-1 0 0,-8-3 1 0 0,1-1 0 0 0,-1 0 0 0 0,1 0 0 0 0,0-1 0 0 0,-1 0-1 0 0,1 0 1 0 0,0-1 0 0 0,0-1 0 0 0,0 1 0 0 0,-1-1-1 0 0,1-1 1 0 0,0 1 0 0 0,12-6 0 0 0,-9 2-1 0 0,-1 0 0 0 0,-1-1 0 0 0,1-1 0 0 0,-1 0-1 0 0,-1 0 1 0 0,11-10 0 0 0,-17 14 50 0 0,8-9-84 0 0,-23 14-97 0 0,8 0 129 0 0,0 0 1 0 0,0 0-1 0 0,1 1 1 0 0,-1-1-1 0 0,1 1 1 0 0,0 0-1 0 0,-1 0 0 0 0,1 0 1 0 0,0 0-1 0 0,1 1 1 0 0,-1-1-1 0 0,-3 7 1 0 0,-1-1 12 0 0,-12 17-5 0 0,1 1 0 0 0,-19 37 0 0 0,29-48-12 0 0,1 0 0 0 0,1 0 1 0 0,0 1-1 0 0,1 0 0 0 0,-5 33 1 0 0,9-47-48 0 0,1 1 1 0 0,0 0 0 0 0,0-1 0 0 0,1 1-1 0 0,-1-1 1 0 0,1 1 0 0 0,0 0 0 0 0,0-1-1 0 0,0 1 1 0 0,0-1 0 0 0,0 0 0 0 0,1 1-1 0 0,0-1 1 0 0,-1 0 0 0 0,1 0-1 0 0,0 0 1 0 0,1 0 0 0 0,-1 0 0 0 0,0-1-1 0 0,1 1 1 0 0,0-1 0 0 0,3 3 0 0 0,1 1-1143 0 0,1-1 0 0 0,0 0 0 0 0,1-1 0 0 0,-1 0 1 0 0,1 0-1 0 0,0 0 0 0 0,13 2 0 0 0,8 0-5921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6:53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171 146 2764 0 0,'-8'-15'2602'0'0,"1"0"-1"0"0,0-1 0 0 0,1 0 0 0 0,-4-22 1 0 0,9 37-2517 0 0,1-1 0 0 0,0 1-1 0 0,0 0 1 0 0,0-1 0 0 0,0 1 0 0 0,0-1 0 0 0,0 1 0 0 0,0-1 0 0 0,0 1 0 0 0,0 0 0 0 0,1-1 0 0 0,-1 1-1 0 0,1-1 1 0 0,-1 1 0 0 0,1 0 0 0 0,0-1 0 0 0,-1 1 0 0 0,1 0 0 0 0,0 0 0 0 0,0 0 0 0 0,0-1-1 0 0,1 0 1 0 0,0 1-24 0 0,0-1 0 0 0,0 1-1 0 0,1-1 1 0 0,-1 1-1 0 0,0 0 1 0 0,1 0 0 0 0,-1 0-1 0 0,0 1 1 0 0,1-1 0 0 0,-1 0-1 0 0,5 1 1 0 0,1-1-7 0 0,0 1 1 0 0,0 0-1 0 0,-1 0 1 0 0,1 1-1 0 0,0 0 1 0 0,0 0-1 0 0,9 4 0 0 0,-12-3-44 0 0,0-1 0 0 0,0 2 0 0 0,0-1 0 0 0,-1 0 0 0 0,1 1 0 0 0,-1 0 0 0 0,0 0-1 0 0,1 0 1 0 0,-1 1 0 0 0,-1-1 0 0 0,1 1 0 0 0,0 0 0 0 0,-1 0 0 0 0,0 0 0 0 0,0 0-1 0 0,0 1 1 0 0,-1-1 0 0 0,1 1 0 0 0,-1 0 0 0 0,0 0 0 0 0,0 0 0 0 0,1 9 0 0 0,-2-8 13 0 0,0 1-1 0 0,-1 0 1 0 0,0-1 0 0 0,0 1 0 0 0,-1-1 0 0 0,0 1 0 0 0,0-1 0 0 0,0 1 0 0 0,-1-1 0 0 0,0 0 0 0 0,0 1-1 0 0,0-1 1 0 0,-1 0 0 0 0,0 0 0 0 0,-1-1 0 0 0,1 1 0 0 0,-8 9 0 0 0,-11 9 1873 0 0,-47 41 1 0 0,68-64-1823 0 0,1-1 0 0 0,-1 0 0 0 0,1 0 0 0 0,-1 0 0 0 0,1 1 0 0 0,0-1 0 0 0,-1 0 0 0 0,1 0-1 0 0,-1 1 1 0 0,1-1 0 0 0,0 0 0 0 0,-1 1 0 0 0,1-1 0 0 0,0 1 0 0 0,-1-1 0 0 0,1 0 0 0 0,0 1 0 0 0,-1-1 0 0 0,1 1 0 0 0,0-1 0 0 0,0 1 0 0 0,0-1 0 0 0,-1 1 0 0 0,1-1 0 0 0,0 1 0 0 0,0-1 0 0 0,0 1 0 0 0,0-1 0 0 0,0 1 0 0 0,0-1 0 0 0,0 1 0 0 0,0 0 0 0 0,16 1 338 0 0,-2-2-380 0 0,-8 1-44 0 0,1 1 1 0 0,-1 0-1 0 0,0 0 1 0 0,0 0-1 0 0,0 1 1 0 0,0-1 0 0 0,0 2-1 0 0,0-1 1 0 0,-1 1-1 0 0,1-1 1 0 0,-1 2-1 0 0,0-1 1 0 0,0 0-1 0 0,-1 1 1 0 0,0 0-1 0 0,1 0 1 0 0,-1 0-1 0 0,-1 1 1 0 0,1 0 0 0 0,-1-1-1 0 0,0 1 1 0 0,3 10-1 0 0,-3-10 117 0 0,0 1 1 0 0,-1 0-1 0 0,0 0 0 0 0,-1 0 0 0 0,1 0 0 0 0,-1 1 1 0 0,-1-1-1 0 0,1 0 0 0 0,-1 0 0 0 0,-1 1 1 0 0,1-1-1 0 0,-1 0 0 0 0,0 0 0 0 0,-1 0 1 0 0,0 0-1 0 0,0 0 0 0 0,0 0 0 0 0,-1 0 0 0 0,0 0 1 0 0,-6 9-1 0 0,5-10 19 0 0,-1-1 0 0 0,1 0-1 0 0,-1 0 1 0 0,0 0 0 0 0,-1 0 0 0 0,1-1 0 0 0,-1 0-1 0 0,1 0 1 0 0,-1-1 0 0 0,0 0 0 0 0,-1 0 0 0 0,1 0-1 0 0,0 0 1 0 0,-1-1 0 0 0,1 0 0 0 0,-1-1 0 0 0,0 0-1 0 0,0 0 1 0 0,-12 1 0 0 0,0-3 182 0 0,1 0 0 0 0,-1-1 0 0 0,1-1-1 0 0,0-1 1 0 0,0 0 0 0 0,-34-14 0 0 0,50 18-916 0 0,-1-1 0 0 0,1 0 0 0 0,0 1 0 0 0,-1-1 0 0 0,1 0 0 0 0,0-1 0 0 0,0 1 0 0 0,0 0 0 0 0,-1 0 0 0 0,2-1 1 0 0,-1 0-1 0 0,0 1 0 0 0,0-1 0 0 0,0 0 0 0 0,1 0 0 0 0,-1 0 0 0 0,1 0 0 0 0,-2-3 0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7:32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0 1332 0 0,'0'0'4972'0'0,"-9"5"-1737"0"0,10-4-3039 0 0,1-1 1 0 0,-1 1-1 0 0,0 0 1 0 0,1-1-1 0 0,-1 1 1 0 0,1-1-1 0 0,-1 0 0 0 0,1 1 1 0 0,0-1-1 0 0,-1 0 1 0 0,1 0-1 0 0,-1 0 1 0 0,1 0-1 0 0,0 0 0 0 0,1 0 1 0 0,47 0-327 0 0,106 4-397 0 0,1-1-6745 0 0,-140-3 4923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7:32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13 288 0 0,'-12'0'7963'0'0,"16"-1"-7865"0"0,0-1 1 0 0,1 0-1 0 0,-1 1 1 0 0,0 0-1 0 0,0 0 1 0 0,1 0-1 0 0,-1 1 1 0 0,7-1-1 0 0,45 0-9 0 0,-40 2-159 0 0,132-3-4802 0 0,-111 2 2992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7:33.4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35 452 0 0,'0'-2'648'0'0,"0"0"0"0"0,0 0 1 0 0,0 0-1 0 0,1 0 0 0 0,-1 0 0 0 0,0 0 0 0 0,1 0 1 0 0,-1 0-1 0 0,2-2 0 0 0,2 2-607 0 0,1 0 0 0 0,-1 0 1 0 0,1 1-1 0 0,-1 0 0 0 0,1-1 0 0 0,-1 2 0 0 0,1-1 1 0 0,9 0-1 0 0,41 3-723 0 0,-16 1-1965 0 0,-22-3 1075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7:33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 0 0,'0'0'1272'0'0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7:34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0 540 0 0,'0'0'1964'0'0,"-7"5"-2216"0"0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7:34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1 156 0 0,'0'0'3112'0'0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9:13.6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4 0 0,'5'-6'4616'0'0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9:17.2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0 488 0 0,'0'0'2576'0'0,"-12"5"-2220"0"0,0 2-956 0 0,2-4-300 0 0,-2 2 296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18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22 420 0 0,'19'-20'11672'0'0,"-19"20"-11626"0"0,0 0 0 0 0,0 0-1 0 0,-1-1 368 0 0,1 1-368 0 0,3 13 923 0 0,-2 19-528 0 0,-24 248 1952 0 0,0 35-975 0 0,33 301 1946 0 0,17-72-1204 0 0,-30-523-3485 0 0,-11-45-9275 0 0,15 20 10066 0 0,-1-1-917 0 0,1-15-5656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18.6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338 183 1936 0 0,'11'-129'12935'0'0,"-11"127"-12834"0"0,0 0 1 0 0,0 0 0 0 0,0 0 0 0 0,0 0 0 0 0,0 0-1 0 0,0 0 1 0 0,-1 0 0 0 0,1 0 0 0 0,-1 0-1 0 0,1 0 1 0 0,-1 0 0 0 0,0 0 0 0 0,1 1-1 0 0,-1-1 1 0 0,0 0 0 0 0,-1 0 0 0 0,1 1 0 0 0,0-1-1 0 0,0 1 1 0 0,-1-1 0 0 0,1 1 0 0 0,0-1-1 0 0,-1 1 1 0 0,0 0 0 0 0,1 0 0 0 0,-1-1-1 0 0,0 1 1 0 0,1 1 0 0 0,-1-1 0 0 0,0 0 0 0 0,0 0-1 0 0,0 1 1 0 0,0-1 0 0 0,0 1 0 0 0,0-1-1 0 0,-3 1 1 0 0,-1 0-87 0 0,0 0 0 0 0,-1 0 0 0 0,1 1-1 0 0,0 0 1 0 0,0 0 0 0 0,0 1 0 0 0,0 0 0 0 0,0 0-1 0 0,0 0 1 0 0,-7 4 0 0 0,-6 5-20 0 0,-1 0-1 0 0,2 1 1 0 0,0 1-1 0 0,0 1 1 0 0,1 0 0 0 0,1 1-1 0 0,0 1 1 0 0,1 1 0 0 0,1 0-1 0 0,0 0 1 0 0,-20 38-1 0 0,32-53 10 0 0,1 1-1 0 0,-1 0 1 0 0,1 0-1 0 0,0 0 0 0 0,0 0 1 0 0,0 1-1 0 0,0-1 1 0 0,0 0-1 0 0,1 0 1 0 0,0 1-1 0 0,-1-1 0 0 0,1 0 1 0 0,0 0-1 0 0,1 1 1 0 0,-1-1-1 0 0,0 0 1 0 0,1 0-1 0 0,0 1 0 0 0,0-1 1 0 0,0 0-1 0 0,0 0 1 0 0,0 0-1 0 0,4 5 1 0 0,-3-5-18 0 0,1 0 1 0 0,0 0 0 0 0,0 0 0 0 0,1 0 0 0 0,-1-1 0 0 0,1 1 0 0 0,-1-1 0 0 0,1 0-1 0 0,0 0 1 0 0,0 0 0 0 0,0-1 0 0 0,0 1 0 0 0,0-1 0 0 0,0 0 0 0 0,0 0 0 0 0,0-1 0 0 0,7 1-1 0 0,0 0-58 0 0,0-1 0 0 0,-1 0 0 0 0,1-1 0 0 0,-1-1 0 0 0,1 1 0 0 0,-1-1 0 0 0,0-1 0 0 0,0 0 0 0 0,0-1 0 0 0,0 0 0 0 0,-1 0-1 0 0,1-1 1 0 0,-1 0 0 0 0,0-1 0 0 0,0 0 0 0 0,15-13 0 0 0,-9 4 270 0 0,-1 0 0 0 0,0 0 0 0 0,-1-2 0 0 0,0 1 0 0 0,-1-2 1 0 0,-1 0-1 0 0,14-31 0 0 0,-12 26 323 0 0,-13 22-519 0 0,0 1 0 0 0,1 0-1 0 0,-1 0 1 0 0,0 0 0 0 0,0 0-1 0 0,0 0 1 0 0,0 0 0 0 0,0 0-1 0 0,0 0 1 0 0,0 0 0 0 0,0 0-1 0 0,0 0 1 0 0,0 0 0 0 0,0 0-1 0 0,0 0 1 0 0,1 0 0 0 0,-1-1-1 0 0,0 1 1 0 0,0 0-1 0 0,0 0 1 0 0,0 0 0 0 0,0 0-1 0 0,0 0 1 0 0,0 0 0 0 0,0 0-1 0 0,1 0 1 0 0,-1 0 0 0 0,0 0-1 0 0,0 0 1 0 0,0 0 0 0 0,0 1-1 0 0,0-1 1 0 0,0 0 0 0 0,0 0-1 0 0,0 0 1 0 0,0 0 0 0 0,0 0-1 0 0,1 0 1 0 0,-1 0 0 0 0,0 0-1 0 0,0 0 1 0 0,0 0 0 0 0,0 0-1 0 0,0 0 1 0 0,0 0 0 0 0,0 0-1 0 0,0 0 1 0 0,0 1 0 0 0,0-1-1 0 0,0 0 1 0 0,0 0 0 0 0,0 0-1 0 0,0 0 1 0 0,0 0 0 0 0,0 0-1 0 0,0 0 1 0 0,0 0 0 0 0,0 1-1 0 0,1 15 76 0 0,-9 61-62 0 0,-5 77 406 0 0,12-50-2925 0 0,8-67-693 0 0,3-15-2763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18.8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3352 0 0,'19'-56'16392'0'0,"-15"59"-15520"0"0,-3-2-800 0 0,-1 0 0 0 0,1-1 0 0 0,0 1 1 0 0,0 0-1 0 0,0-1 0 0 0,0 1 0 0 0,-1 0 0 0 0,1 0 0 0 0,0 0 0 0 0,0 0 0 0 0,-1-1 1 0 0,1 1-1 0 0,-1 0 0 0 0,1 0 0 0 0,0 2 0 0 0,4 17 207 0 0,-1 0-1 0 0,-1 0 1 0 0,0 1 0 0 0,-1 34-1 0 0,4 36-4652 0 0,-5-81 2221 0 0,2 11-6031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19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77 452 0 0,'3'-8'2457'0'0,"2"-5"2472"0"0,1 0 0 0 0,1 0 0 0 0,10-15 0 0 0,-16 27-4638 0 0,3 12-149 0 0,-1 1-1 0 0,0 0 1 0 0,0 0 0 0 0,-1 0-1 0 0,-1 1 1 0 0,0-1 0 0 0,0 0-1 0 0,-3 23 1 0 0,2-14-984 0 0,2 35 0 0 0,1-37-639 0 0,3 20-2660 0 0,6-16-2930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1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63 652 0 0,'0'-2'2794'0'0,"2"-5"-662"0"0,-1 3-639 0 0,0-1 0 0 0,0 1-1 0 0,-1 0 1 0 0,1-1 0 0 0,-1-6 0 0 0,0 10-1315 0 0,0-1 0 0 0,-1 1 0 0 0,1 0 0 0 0,0 0 0 0 0,-1-1-1 0 0,1 1 1 0 0,-1 0 0 0 0,1 0 0 0 0,-1-1 0 0 0,1 1 0 0 0,-1 0 0 0 0,0 0 0 0 0,0 0 0 0 0,-1-1 0 0 0,1 1 128 0 0,-15 3 110 0 0,12-1-377 0 0,0 0 1 0 0,0 1-1 0 0,0 0 1 0 0,0-1-1 0 0,0 2 1 0 0,0-1 0 0 0,0 0-1 0 0,1 1 1 0 0,-5 3-1 0 0,-29 31 71 0 0,28-28-79 0 0,-17 18 23 0 0,2 2 0 0 0,-25 36-1 0 0,41-53-29 0 0,0 1-1 0 0,1 0 1 0 0,0 0-1 0 0,1 1 1 0 0,1 0-1 0 0,0 0 1 0 0,1 0-1 0 0,-4 23 0 0 0,8-35-12 0 0,-1 0-1 0 0,1 1 1 0 0,0-1-1 0 0,0 0 0 0 0,0 1 1 0 0,0-1-1 0 0,0 1 0 0 0,0-1 1 0 0,1 0-1 0 0,-1 1 0 0 0,1-1 1 0 0,0 0-1 0 0,0 0 1 0 0,0 0-1 0 0,0 1 0 0 0,0-1 1 0 0,0 0-1 0 0,0 0 0 0 0,1 0 1 0 0,-1 0-1 0 0,1-1 1 0 0,-1 1-1 0 0,1 0 0 0 0,0-1 1 0 0,0 1-1 0 0,-1-1 0 0 0,1 1 1 0 0,0-1-1 0 0,1 0 1 0 0,-1 0-1 0 0,0 0 0 0 0,0 0 1 0 0,0 0-1 0 0,1-1 0 0 0,-1 1 1 0 0,0-1-1 0 0,4 1 1 0 0,-1 0 28 0 0,1-1 1 0 0,0 0 0 0 0,-1 0-1 0 0,1 0 1 0 0,-1-1 0 0 0,1 0-1 0 0,-1 0 1 0 0,1 0 0 0 0,-1-1-1 0 0,1 0 1 0 0,-1 0 0 0 0,0 0-1 0 0,0 0 1 0 0,0-1-1 0 0,5-4 1 0 0,2-3 107 0 0,0 0 0 0 0,-2-2 0 0 0,1 1 0 0 0,-1-1 0 0 0,12-20 0 0 0,-5 5 785 0 0,21-49 1 0 0,-28 57-710 0 0,-10 18-223 0 0,0 1 0 0 0,0 0 0 0 0,0 0 0 0 0,0-1 0 0 0,1 1 0 0 0,-1 0 0 0 0,0-1 0 0 0,0 1 0 0 0,0 0 0 0 0,0 0 0 0 0,0-1 0 0 0,0 1 0 0 0,1 0 0 0 0,-1 0 0 0 0,0-1 0 0 0,0 1 0 0 0,0 0 0 0 0,1 0 0 0 0,-1-1 0 0 0,0 1 0 0 0,0 0 0 0 0,1 0 0 0 0,-1 0 0 0 0,0 0 0 0 0,0-1 0 0 0,1 1 0 0 0,-1 0 0 0 0,0 0 0 0 0,1 0 0 0 0,-1 0 0 0 0,0 0 0 0 0,0 0 0 0 0,1 0 0 0 0,-1 0 0 0 0,0 0 0 0 0,1 0 0 0 0,-1 0 0 0 0,0 0 0 0 0,1 0 0 0 0,-1 0 0 0 0,0 0 0 0 0,0 0 0 0 0,1 0 0 0 0,-1 1 0 0 0,5 15 3 0 0,-2 25-29 0 0,-3-40 24 0 0,0 30-269 0 0,1 0 0 0 0,7 35 0 0 0,-5-50-1660 0 0,11 30 0 0 0,-10-35-422 0 0,1 1 1 0 0,1-1-1 0 0,7 12 1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1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1 138 268 0 0,'4'-62'12363'0'0,"-3"57"-11832"0"0,0 0 0 0 0,0 0-1 0 0,0 0 1 0 0,1 0 0 0 0,-1 0 0 0 0,1 1 0 0 0,0-1 0 0 0,0 1 0 0 0,1-1-1 0 0,2-3 1 0 0,-2 6-465 0 0,-1 0-1 0 0,0 0 0 0 0,1 0 0 0 0,-1 1 1 0 0,1-1-1 0 0,-1 1 0 0 0,1-1 0 0 0,0 1 1 0 0,-1 0-1 0 0,1 0 0 0 0,0 1 0 0 0,0-1 1 0 0,0 0-1 0 0,0 1 0 0 0,0 0 1 0 0,0 0-1 0 0,0 0 0 0 0,-1 0 0 0 0,1 0 1 0 0,0 0-1 0 0,5 2 0 0 0,-5-2-55 0 0,-1 1 0 0 0,1 0 0 0 0,0-1 1 0 0,-1 1-1 0 0,1 0 0 0 0,-1 1 0 0 0,1-1 0 0 0,-1 0 0 0 0,1 1 0 0 0,-1-1 1 0 0,0 1-1 0 0,0 0 0 0 0,0 0 0 0 0,0 0 0 0 0,0 0 0 0 0,0 0 0 0 0,0 0 0 0 0,-1 1 1 0 0,1-1-1 0 0,-1 0 0 0 0,0 1 0 0 0,1-1 0 0 0,0 5 0 0 0,-1-2 1 0 0,-1 0-1 0 0,1-1 1 0 0,-1 1-1 0 0,0 0 1 0 0,-1 0 0 0 0,1 0-1 0 0,-1-1 1 0 0,0 1-1 0 0,0 0 1 0 0,0-1-1 0 0,-1 1 1 0 0,0-1 0 0 0,-4 9-1 0 0,-4 6 42 0 0,-24 32 0 0 0,21-33-56 0 0,-33 47 45 0 0,45-64-23 0 0,1 0-13 0 0,-1-1-1 0 0,1 0 1 0 0,0 0 0 0 0,0 0 0 0 0,0 1 0 0 0,0-1-1 0 0,0 0 1 0 0,0 0 0 0 0,0 1 0 0 0,0-1-1 0 0,0 0 1 0 0,0 0 0 0 0,0 1 0 0 0,0-1-1 0 0,0 0 1 0 0,0 0 0 0 0,0 1 0 0 0,0-1 0 0 0,0 0-1 0 0,0 0 1 0 0,0 0 0 0 0,0 1 0 0 0,0-1-1 0 0,0 0 1 0 0,1 0 0 0 0,-1 1 0 0 0,0-1 0 0 0,0 0-1 0 0,0 0 1 0 0,0 0 0 0 0,0 1 0 0 0,1-1-1 0 0,-1 0 1 0 0,0 0 0 0 0,0 0 0 0 0,0 0-1 0 0,1 0 1 0 0,-1 1 0 0 0,0-1 0 0 0,0 0 0 0 0,0 0-1 0 0,1 0 1 0 0,-1 0 0 0 0,17 0-228 0 0,-1 0 1 0 0,0-1-1 0 0,0-1 1 0 0,30-7-1 0 0,66-24-4010 0 0,-104 30 3866 0 0,73-27-6138 0 0,-42 15 461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1.5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27 2688 0 0,'12'-27'17151'0'0,"-36"124"-14606"0"0,-8 47-910 0 0,29-124-2979 0 0,1 32 0 0 0,2-38-310 0 0,1 0 0 0 0,1-1 0 0 0,4 18 0 0 0,-1-16-3296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7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0 144 788 0 0,'4'-10'2037'0'0,"-2"6"-1884"0"0,0 0 1 0 0,0-1-1 0 0,1 1 0 0 0,0 0 0 0 0,-1 0 1 0 0,5-3-1 0 0,-5 4 238 0 0,1 0 0 0 0,-1 0 0 0 0,1 0 0 0 0,-1 0 0 0 0,0-1-1 0 0,0 1 1 0 0,0-1 0 0 0,-1 1 0 0 0,1-1 0 0 0,-1 0 0 0 0,0 1 0 0 0,0-1 0 0 0,0 0 0 0 0,0-6 0 0 0,-9-27 2935 0 0,8 35-3001 0 0,-3-3-222 0 0,0 5-114 0 0,2 7-58 0 0,3 13 75 0 0,0-1 0 0 0,6 27 0 0 0,2 10-8 0 0,51 837 1657 0 0,-55-784-1688 0 0,58 482 129 0 0,-53-512-81 0 0,36 320 200 0 0,-29-239 1395 0 0,-19-142-279 0 0,3-14-1604 0 0,5-10-925 0 0,26-34-6807 0 0,-12 18 1544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5:29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1 936 0 0,'0'0'3564'0'0,"5"4"-3596"0"0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9:17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1340 0 0,'-7'6'947'0'0,"0"0"63"0"0,-1 1 0 0 0,1-1 1 0 0,0 1-1 0 0,1 1 0 0 0,-1-1 1 0 0,-9 18-1 0 0,15-24-865 0 0,2 5 30 0 0,-1-6-188 0 0,0 0-1 0 0,0 1 0 0 0,0-1 1 0 0,0 1-1 0 0,0-1 1 0 0,0 0-1 0 0,0 1 0 0 0,0-1 1 0 0,0 1-1 0 0,0-1 1 0 0,0 0-1 0 0,0 1 0 0 0,0-1 1 0 0,0 0-1 0 0,1 1 0 0 0,-1-1 1 0 0,0 0-1 0 0,0 1 1 0 0,0-1-1 0 0,1 0 0 0 0,-1 1 1 0 0,0-1-1 0 0,0 0 1 0 0,1 1-1 0 0,-1-1 0 0 0,0 0 1 0 0,0 0-1 0 0,1 1 1 0 0,-1-1-1 0 0,0 0 0 0 0,1 0 1 0 0,-1 0-1 0 0,0 1 1 0 0,1-1-1 0 0,-1 0 0 0 0,1 0 1 0 0,-1 0-1 0 0,0 0 0 0 0,1 0 1 0 0,-1 0-1 0 0,1 0 1 0 0,-1 0-1 0 0,0 0 0 0 0,1 0 1 0 0,26-2-3565 0 0,-12-3 493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9:17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21 2300 0 0,'-9'6'12704'0'0,"9"-6"-12757"0"0,30-14-2502 0 0,-13 1-2412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6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295 150 1184 0 0,'3'-10'2640'0'0,"0"-1"0"0"0,2-19 0 0 0,-4 15-1741 0 0,0 0 1 0 0,-1 0-1 0 0,-3-15 1 0 0,3 29-890 0 0,0 0 0 0 0,0-1 0 0 0,0 1 1 0 0,-1 0-1 0 0,1 0 0 0 0,0 0 0 0 0,-1 0 0 0 0,1 0 0 0 0,-1 0 1 0 0,1 0-1 0 0,-1 0 0 0 0,0 0 0 0 0,1 1 0 0 0,-1-1 1 0 0,0 0-1 0 0,1 0 0 0 0,-1 0 0 0 0,0 1 0 0 0,0-1 0 0 0,0 0 1 0 0,0 1-1 0 0,0-1 0 0 0,0 1 0 0 0,0-1 0 0 0,0 1 1 0 0,0-1-1 0 0,0 1 0 0 0,0 0 0 0 0,0 0 0 0 0,0-1 0 0 0,0 1 1 0 0,0 0-1 0 0,0 0 0 0 0,-1 0 0 0 0,1 0 0 0 0,0 0 1 0 0,0 0-1 0 0,0 1 0 0 0,0-1 0 0 0,0 0 0 0 0,-2 1 0 0 0,-2 0-23 0 0,-1 1-1 0 0,0 0 0 0 0,1 0 1 0 0,-1 0-1 0 0,-9 7 0 0 0,-3 3 6 0 0,1 1-1 0 0,1 0 0 0 0,0 1 1 0 0,1 1-1 0 0,1 1 1 0 0,-21 28-1 0 0,20-22 0 0 0,1 0-1 0 0,1 2 1 0 0,0 0-1 0 0,-16 46 1 0 0,26-61 27 0 0,1 0-1 0 0,0 0 1 0 0,0 1 0 0 0,1-1 0 0 0,0 1-1 0 0,0-1 1 0 0,2 15 0 0 0,-1-21-13 0 0,0-1-1 0 0,1 1 1 0 0,-1 0-1 0 0,1-1 1 0 0,-1 1-1 0 0,1-1 1 0 0,0 1-1 0 0,0-1 1 0 0,0 0-1 0 0,0 1 1 0 0,1-1-1 0 0,-1 0 1 0 0,1 0-1 0 0,-1 1 1 0 0,1-1-1 0 0,0-1 1 0 0,-1 1-1 0 0,1 0 1 0 0,0 0-1 0 0,0-1 1 0 0,1 1-1 0 0,-1-1 1 0 0,0 1-1 0 0,0-1 1 0 0,1 0-1 0 0,-1 0 1 0 0,1 0-1 0 0,-1 0 1 0 0,1-1-1 0 0,-1 1 1 0 0,1-1-1 0 0,-1 1 1 0 0,5-1-1 0 0,0 0 5 0 0,-1 0 0 0 0,1 0 0 0 0,0-1 0 0 0,0 0-1 0 0,0 0 1 0 0,-1-1 0 0 0,1 0 0 0 0,0 0 0 0 0,-1-1 0 0 0,0 1-1 0 0,0-1 1 0 0,0-1 0 0 0,0 1 0 0 0,0-1 0 0 0,0 0 0 0 0,-1 0-1 0 0,9-10 1 0 0,-2 1-8 0 0,-1 0 0 0 0,-1-1-1 0 0,0 0 1 0 0,-1-1 0 0 0,0 0 0 0 0,8-20-1 0 0,6-16 234 0 0,26-62 1649 0 0,-49 112-1881 0 0,0 0 0 0 0,1 0 0 0 0,-1 0-1 0 0,0 0 1 0 0,1 0 0 0 0,-1 0 0 0 0,0 0 0 0 0,1 0 0 0 0,-1 1-1 0 0,1-1 1 0 0,0 0 0 0 0,-1 0 0 0 0,1 0 0 0 0,0 1 0 0 0,-1-1-1 0 0,1 0 1 0 0,0 0 0 0 0,1 0 0 0 0,-2 1 0 0 0,1 0-1 0 0,-1 1 1 0 0,1-1 0 0 0,-1 0-1 0 0,1 1 1 0 0,-1-1 0 0 0,0 0-1 0 0,1 1 1 0 0,-1-1 0 0 0,0 0-1 0 0,1 1 1 0 0,-1-1 0 0 0,0 1-1 0 0,1-1 1 0 0,-1 1 0 0 0,0-1-1 0 0,0 1 1 0 0,0-1 0 0 0,1 1-1 0 0,-1-1 1 0 0,0 1 0 0 0,0-1-1 0 0,0 1 1 0 0,0 0 0 0 0,5 41 74 0 0,-6 29 9 0 0,-1-31-108 0 0,2 0 0 0 0,2-1 0 0 0,11 69 0 0 0,-12-102-400 0 0,1 0-1 0 0,0 0 1 0 0,0 0-1 0 0,0 0 1 0 0,1-1-1 0 0,3 7 0 0 0,-4-10-84 0 0,-1 0-1 0 0,1 0 1 0 0,-1-1-1 0 0,1 1 0 0 0,0 0 1 0 0,0 0-1 0 0,0-1 0 0 0,0 1 1 0 0,0-1-1 0 0,0 0 1 0 0,3 2-1 0 0,8 1-3681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6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48 760 0 0,'29'-41'14491'0'0,"-29"41"-14425"0"0,0 0 0 0 0,0-1 0 0 0,1 1 0 0 0,-1 0 0 0 0,0-1 0 0 0,0 1 0 0 0,0 0 1 0 0,0-1-1 0 0,0 1 0 0 0,1 0 0 0 0,-1 0 0 0 0,0-1 0 0 0,0 1 0 0 0,0 0 0 0 0,1 0 0 0 0,-1-1 1 0 0,0 1-1 0 0,1 0 0 0 0,-1 0 0 0 0,0 0 0 0 0,0-1 0 0 0,1 1 0 0 0,-1 0 0 0 0,0 0 0 0 0,1 0 0 0 0,-1 0 1 0 0,0 0-1 0 0,1 0 0 0 0,-1 0 0 0 0,0 0 0 0 0,1 0 0 0 0,-1 0 0 0 0,0 0 0 0 0,1 0 0 0 0,-1 0 1 0 0,1 0-1 0 0,-1 0 0 0 0,0 0 0 0 0,1 0 0 0 0,-1 0 0 0 0,0 0 0 0 0,0 0 0 0 0,1 0 0 0 0,-1 1 0 0 0,0-1 1 0 0,1 0-1 0 0,-1 0 0 0 0,0 0 0 0 0,0 1 0 0 0,1-1 0 0 0,-1 0 0 0 0,0 0 0 0 0,0 1 0 0 0,1-1 1 0 0,-1 0-1 0 0,0 1 0 0 0,0-1 0 0 0,0 0 0 0 0,0 0 0 0 0,1 1 0 0 0,-1-1 0 0 0,0 0 0 0 0,0 1 0 0 0,0-1 1 0 0,0 0-1 0 0,0 1 0 0 0,2 18 310 0 0,0-1 0 0 0,-2 0 1 0 0,0 1-1 0 0,-1-1 0 0 0,-5 30 1 0 0,-2 40-1644 0 0,8-80 640 0 0,0-3-168 0 0,0 0 1 0 0,0 1-1 0 0,0-1 1 0 0,1 0-1 0 0,-1 0 1 0 0,1 1-1 0 0,1-1 1 0 0,2 9-1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4:26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77 2000 0 0,'50'-76'17551'0'0,"-45"85"-16798"0"0,-7 15-386 0 0,0 0 0 0 0,-10 37 0 0 0,-2 25-603 0 0,13-75-389 0 0,0-1 0 0 0,1 1 0 0 0,1 0 0 0 0,0-1 0 0 0,0 1 0 0 0,3 10 0 0 0,8 7-6584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9:20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27 380 0 0,'5'-20'14323'0'0,"-1"14"-14798"0"0,0 6-78 0 0,1-1 0 0 0,-1 1 0 0 0,0 0 0 0 0,1 0 0 0 0,-1 1 0 0 0,0-1 0 0 0,1 1-1 0 0,-1 0 1 0 0,6 2 0 0 0,8 1-2165 0 0,-1 0-857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06:29:22.0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0 404 0 0,'-2'9'2752'0'0,"-5"3"777"0"0,16-23-6582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58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1 216 0 0,'0'0'956'0'0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0:59:59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0 1000 0 0,'0'0'10107'0'0,"-15"22"-5573"0"0,15-22-4544 0 0,0 0-1 0 0,0 0 0 0 0,0 0 1 0 0,0 0-1 0 0,0 0 0 0 0,0 0 1 0 0,-1 1-1 0 0,1-1 0 0 0,0 0 0 0 0,0 0 1 0 0,0 0-1 0 0,0 0 0 0 0,0 0 1 0 0,0 1-1 0 0,0-1 0 0 0,0 0 0 0 0,0 0 1 0 0,0 0-1 0 0,0 0 0 0 0,0 1 1 0 0,0-1-1 0 0,0 0 0 0 0,0 0 1 0 0,0 0-1 0 0,0 0 0 0 0,0 1 0 0 0,0-1 1 0 0,0 0-1 0 0,0 0 0 0 0,0 0 1 0 0,0 0-1 0 0,1 1 0 0 0,-1-1 1 0 0,0 0-1 0 0,0 0 0 0 0,0 0 0 0 0,0 0 1 0 0,0 0-1 0 0,0 0 0 0 0,0 1 1 0 0,1-1-1 0 0,-1 0 0 0 0,0 0 0 0 0,0 0 1 0 0,0 0-1 0 0,12 4-814 0 0,0-1-1325 0 0,-9-1 1049 0 0,-3-2 981 0 0,1 0-1 0 0,-1 1 1 0 0,1-1-1 0 0,-1 0 1 0 0,1 0-1 0 0,-1 0 1 0 0,1 1-1 0 0,-1-1 1 0 0,1 0-1 0 0,-1 0 1 0 0,1 0-1 0 0,-1 0 1 0 0,1 0-1 0 0,-1 0 1 0 0,1 0-1 0 0,-1 0 0 0 0,1 0 1 0 0,-1 0-1 0 0,1 0 1 0 0,-1-1-1 0 0,1 1 1 0 0,0 0-1 0 0,16-3-3002 0 0,-17 3 2909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07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316 45 764 0 0,'0'0'1259'0'0,"26"27"7435"0"0,-16-14-5136 0 0,6-46-3383 0 0,-15 31-164 0 0,2-10 18 0 0,-2 10-26 0 0,0 0 1 0 0,0-1-1 0 0,-1 1 0 0 0,1 0 1 0 0,-1-1-1 0 0,1 1 0 0 0,-1-1 1 0 0,0 1-1 0 0,0-4 0 0 0,0 6-3 0 0,0-1 0 0 0,0 1 0 0 0,0-1 0 0 0,0 1 0 0 0,0-1 0 0 0,-1 1 0 0 0,1 0 0 0 0,0-1 0 0 0,0 1 0 0 0,-1-1 0 0 0,1 1 0 0 0,0-1 0 0 0,0 1 0 0 0,-1 0 0 0 0,1-1 0 0 0,-1 1 0 0 0,1 0 0 0 0,0-1 0 0 0,-1 1 0 0 0,1 0 0 0 0,-1-1 0 0 0,1 1 0 0 0,0 0 0 0 0,-1 0 0 0 0,1 0 0 0 0,-1 0 0 0 0,1-1 0 0 0,-2 1 0 0 0,-15-1-31 0 0,-2 5 26 0 0,1 0 0 0 0,1 1 0 0 0,-1 1 0 0 0,1 1 0 0 0,-17 8-1 0 0,-85 52-15 0 0,105-59 7 0 0,8-5 13 0 0,0 1 1 0 0,1-1-1 0 0,-1 1 0 0 0,1 0 0 0 0,0 0 1 0 0,0 1-1 0 0,0-1 0 0 0,1 1 1 0 0,-1 0-1 0 0,1 0 0 0 0,0 1 0 0 0,1-1 1 0 0,-4 8-1 0 0,6-11-1 0 0,1 0 0 0 0,0 0 0 0 0,0 0 0 0 0,0 0 0 0 0,0 0 1 0 0,0-1-1 0 0,0 1 0 0 0,1 0 0 0 0,-1 0 0 0 0,1 0 0 0 0,-1 0 0 0 0,1 0 0 0 0,0 0 0 0 0,-1-1 0 0 0,1 1 0 0 0,0 0 0 0 0,0-1 1 0 0,0 1-1 0 0,1-1 0 0 0,-1 1 0 0 0,2 1 0 0 0,31 27 27 0 0,44 20-31 0 0,-48-33 15 0 0,31 24 1 0 0,-45-29-4 0 0,-12-9-1 0 0,1 0 0 0 0,-1 0 0 0 0,0 0 0 0 0,0 1 0 0 0,0-1 0 0 0,0 1 0 0 0,0 0 0 0 0,-1 0 0 0 0,0 0 0 0 0,0 0 0 0 0,0 1 0 0 0,3 7 0 0 0,-6-10 60 0 0,0 1 1 0 0,0-1-1 0 0,0 0 1 0 0,-1 1 0 0 0,1-1-1 0 0,-1 0 1 0 0,0 0 0 0 0,1 0-1 0 0,-1 0 1 0 0,0 0-1 0 0,0 0 1 0 0,-1 0 0 0 0,1 0-1 0 0,0 0 1 0 0,0 0-1 0 0,-1 0 1 0 0,1-1 0 0 0,-1 1-1 0 0,-2 1 1 0 0,-1 2-12 0 0,0-1 0 0 0,-1-1-1 0 0,1 1 1 0 0,-1-1 0 0 0,0 0 0 0 0,1 0 0 0 0,-1 0 0 0 0,-1-1 0 0 0,1 0 0 0 0,0 0 0 0 0,-1-1 0 0 0,1 1-1 0 0,-9-1 1 0 0,-10 1-4 0 0,-1-1 0 0 0,-25-4-1 0 0,43 3-36 0 0,-5-2-177 0 0,0 0 0 0 0,0 0-1 0 0,0-1 1 0 0,-12-6 0 0 0,24 9 65 0 0,1 0 0 0 0,-1 0-1 0 0,1-1 1 0 0,-1 1 0 0 0,1 0 0 0 0,-1 0-1 0 0,1-1 1 0 0,-1 1 0 0 0,1-1 0 0 0,0 1-1 0 0,-1 0 1 0 0,1-1 0 0 0,0 1 0 0 0,-1-1 0 0 0,1 1-1 0 0,0-1 1 0 0,0 1 0 0 0,-1-1 0 0 0,1 1-1 0 0,0-1 1 0 0,0 1 0 0 0,0-1 0 0 0,0 1-1 0 0,-1-1 1 0 0,1 1 0 0 0,0-1 0 0 0,0 1-1 0 0,0-1 1 0 0,0 1 0 0 0,0-1 0 0 0,1 0-1 0 0,4-15-3250 0 0,2 8 308 0 0,3-4-876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08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34 528 416 0 0,'2'0'2274'0'0,"14"-2"2079"0"0,10 1-654 0 0,-23 1-3037 0 0,19 9 337 0 0,-19-6-959 0 0,1 0-1 0 0,-1 0 1 0 0,1 0 0 0 0,0-1-1 0 0,0 1 1 0 0,0-1-1 0 0,0 0 1 0 0,1 0 0 0 0,-1-1-1 0 0,0 1 1 0 0,1-1-1 0 0,-1 0 1 0 0,1 0 0 0 0,-1 0-1 0 0,1-1 1 0 0,0 0 0 0 0,6 0-1 0 0,-3-1-21 0 0,0 0 1 0 0,0 0-1 0 0,0-1 0 0 0,0 0 1 0 0,-1 0-1 0 0,1-1 0 0 0,-1 0 1 0 0,1 0-1 0 0,7-6 0 0 0,-14 8-17 0 0,1 0 0 0 0,0 0 0 0 0,-1 0 0 0 0,1-1 0 0 0,-1 1 0 0 0,0-1 0 0 0,1 1 0 0 0,-1-1 0 0 0,0 1 0 0 0,0-1 0 0 0,0 0 0 0 0,0 0 0 0 0,0 1 0 0 0,0-1 0 0 0,-1 0 0 0 0,1 0 0 0 0,-1 0 0 0 0,1 0 0 0 0,-1 0 0 0 0,1 0 0 0 0,-1 0 0 0 0,0 0 0 0 0,0 0 0 0 0,0 0 0 0 0,-1 0 0 0 0,1 0 1 0 0,0 0-1 0 0,-1 0 0 0 0,0-2 0 0 0,0 0 0 0 0,0 1 0 0 0,0-1 0 0 0,-1 1 0 0 0,1-1 1 0 0,-1 1-1 0 0,0 0 0 0 0,0 0 0 0 0,0 0 1 0 0,-1 0-1 0 0,1 0 0 0 0,-1 1 0 0 0,1-1 0 0 0,-1 1 1 0 0,-5-5-1 0 0,3 5-4 0 0,0 0 1 0 0,0 0-1 0 0,1 0 1 0 0,-1 1 0 0 0,0 0-1 0 0,-1 0 1 0 0,1 0-1 0 0,0 0 1 0 0,0 1-1 0 0,0 0 1 0 0,0 0-1 0 0,-1 1 1 0 0,1-1-1 0 0,0 1 1 0 0,-9 2-1 0 0,4 0-4 0 0,0 1-1 0 0,0-1 0 0 0,1 2 0 0 0,0-1 1 0 0,0 1-1 0 0,0 1 0 0 0,-9 6 1 0 0,11-6 6 0 0,0 0 1 0 0,0 1-1 0 0,0 0 1 0 0,1 1 0 0 0,0-1-1 0 0,0 1 1 0 0,1 0-1 0 0,0 0 1 0 0,1 1 0 0 0,-1 0-1 0 0,-2 10 1 0 0,5-15 4 0 0,1 1 0 0 0,0-1 0 0 0,0 0 1 0 0,0 1-1 0 0,0 0 0 0 0,1-1 0 0 0,0 1 0 0 0,0-1 1 0 0,0 1-1 0 0,0-1 0 0 0,1 1 0 0 0,-1 0 0 0 0,1-1 0 0 0,1 0 1 0 0,-1 1-1 0 0,1-1 0 0 0,-1 0 0 0 0,1 1 0 0 0,0-1 0 0 0,1 0 1 0 0,-1 0-1 0 0,1-1 0 0 0,-1 1 0 0 0,1-1 0 0 0,4 4 1 0 0,2 1-4 0 0,0-2 1 0 0,1 1 0 0 0,0-1 0 0 0,0-1 0 0 0,1 0 0 0 0,-1 0-1 0 0,1-1 1 0 0,0 0 0 0 0,1-1 0 0 0,-1 0 0 0 0,0-1 0 0 0,1 0 0 0 0,-1-1-1 0 0,1 0 1 0 0,12-1 0 0 0,3-1-182 0 0,0-1 0 0 0,0-1 0 0 0,-1-2 0 0 0,1 0 0 0 0,36-13 0 0 0,-44 10-65 0 0,0 0-1 0 0,0-1 0 0 0,0-1 0 0 0,-1-1 0 0 0,-1-1 0 0 0,0 0 0 0 0,0-1 0 0 0,-2-1 0 0 0,1 0 0 0 0,-2-1 0 0 0,0-1 0 0 0,-1 0 0 0 0,0-1 0 0 0,-2-1 0 0 0,16-28 0 0 0,-8 6 467 0 0,-2 0-1 0 0,-2-2 1 0 0,-1 1-1 0 0,-2-2 1 0 0,-2 0-1 0 0,6-62 1 0 0,-15 96-68 0 0,8-97 1711 0 0,-9 104-1402 0 0,-1 2-423 0 0,0 1-1 0 0,-1 0 1 0 0,1-1-1 0 0,0 1 1 0 0,0 0-1 0 0,0 0 1 0 0,0 0-1 0 0,0 0 1 0 0,0 0-1 0 0,1 0 1 0 0,-1 0-1 0 0,0 0 1 0 0,0 0-1 0 0,1 0 1 0 0,-1 0-1 0 0,1 1 1 0 0,-1-1-1 0 0,0 2 0 0 0,-9 25 462 0 0,-1 8 19 0 0,-7 25 1 0 0,3 2-1 0 0,-9 68 1 0 0,22-112-492 0 0,0-1 0 0 0,2 1 1 0 0,0-1-1 0 0,1 1 0 0 0,1-1 0 0 0,0 1 1 0 0,2-1-1 0 0,0 0 0 0 0,1 0 1 0 0,1 0-1 0 0,15 32 0 0 0,-18-44-22 0 0,1 1 0 0 0,0-1-1 0 0,0 0 1 0 0,1 0 0 0 0,0-1-1 0 0,0 1 1 0 0,0-1 0 0 0,0 0-1 0 0,1-1 1 0 0,0 1 0 0 0,0-1 0 0 0,0 0-1 0 0,0 0 1 0 0,1-1 0 0 0,0 0-1 0 0,-1 0 1 0 0,1-1 0 0 0,12 3-1 0 0,-10-3 1 0 0,-1-2 0 0 0,1 1 0 0 0,0-1 0 0 0,-1 0 0 0 0,1-1 0 0 0,-1 0 0 0 0,1 0 0 0 0,-1-1 0 0 0,1 0-1 0 0,-1-1 1 0 0,0 1 0 0 0,0-2 0 0 0,0 1 0 0 0,0-1 0 0 0,11-8 0 0 0,-3 1-7 0 0,0-1 0 0 0,-1-1 0 0 0,0 0 1 0 0,-1-1-1 0 0,-1-1 0 0 0,23-31 0 0 0,-26 31 1 0 0,-1 1-1 0 0,-1-1 1 0 0,0-1 0 0 0,-1 0-1 0 0,-1 0 1 0 0,0 0-1 0 0,-1-1 1 0 0,4-21-1 0 0,-9 35-2 0 0,1 0 0 0 0,-1 0 0 0 0,1 0 0 0 0,-1 0 0 0 0,0 0 0 0 0,0 0-1 0 0,0 0 1 0 0,0-1 0 0 0,-2-4 0 0 0,1 4-3 0 0,0 1-11 0 0,-3 4 14 0 0,-1 1 0 0 0,1-1 0 0 0,0 0 0 0 0,-1 1 0 0 0,1 0 1 0 0,0 0-1 0 0,0 0 0 0 0,0 1 0 0 0,-3 2 0 0 0,-4 5 0 0 0,0 1-1 0 0,1 1 1 0 0,1-1-1 0 0,0 2 0 0 0,0-1 1 0 0,1 1-1 0 0,1 0 1 0 0,0 1-1 0 0,1 0 1 0 0,0 0-1 0 0,1 0 1 0 0,-3 16-1 0 0,7-25 8 0 0,0 0-1 0 0,0 0 0 0 0,0 1 1 0 0,0-1-1 0 0,1 0 1 0 0,0 1-1 0 0,0-1 1 0 0,0 0-1 0 0,1 1 1 0 0,0-1-1 0 0,0 0 1 0 0,0 0-1 0 0,1 0 0 0 0,0 1 1 0 0,0-1-1 0 0,0-1 1 0 0,5 9-1 0 0,-3-8-56 0 0,0 1 0 0 0,1-1 0 0 0,0-1-1 0 0,0 1 1 0 0,0-1 0 0 0,0 0 0 0 0,1 0-1 0 0,0 0 1 0 0,-1-1 0 0 0,1 0-1 0 0,1 0 1 0 0,-1 0 0 0 0,10 2 0 0 0,6 1-561 0 0,-1-1 1 0 0,1-1-1 0 0,0-1 1 0 0,0-1-1 0 0,32-1 0 0 0,-19-3-2011 0 0,40-7 0 0 0,-29 1-1456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0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196 556 952 0 0,'5'-6'669'0'0,"-1"0"0"0"0,0 0-1 0 0,0 0 1 0 0,0-1 0 0 0,-1 0-1 0 0,0 1 1 0 0,-1-1 0 0 0,1-1 0 0 0,-1 1-1 0 0,-1 0 1 0 0,1 0 0 0 0,-1-1 0 0 0,0 1-1 0 0,-1-1 1 0 0,0 1 0 0 0,0-1-1 0 0,-3-14 1 0 0,3 22-635 0 0,0-1 0 0 0,0 0 0 0 0,-1 0 0 0 0,1 1-1 0 0,0-1 1 0 0,-1 0 0 0 0,1 1 0 0 0,0-1 0 0 0,-1 0 0 0 0,1 1-1 0 0,-1-1 1 0 0,1 1 0 0 0,-1-1 0 0 0,0 1 0 0 0,1-1 0 0 0,-1 1 0 0 0,1-1-1 0 0,-1 1 1 0 0,0-1 0 0 0,1 1 0 0 0,-1 0 0 0 0,0 0 0 0 0,0-1-1 0 0,1 1 1 0 0,-1 0 0 0 0,0 0 0 0 0,0 0 0 0 0,1 0 0 0 0,-1-1 0 0 0,0 1-1 0 0,0 0 1 0 0,1 1 0 0 0,-1-1 0 0 0,-1 0 0 0 0,-23 7 395 0 0,13-1-330 0 0,0 0 0 0 0,1 1 0 0 0,0 1 0 0 0,0 0 0 0 0,1 0 0 0 0,0 1 0 0 0,0 0 0 0 0,1 1 0 0 0,-10 12 0 0 0,10-9-71 0 0,0 0 0 0 0,0 0 0 0 0,1 1 1 0 0,1 0-1 0 0,0 1 0 0 0,1-1 1 0 0,-5 21-1 0 0,10-30-18 0 0,0-1 1 0 0,0 1-1 0 0,0-1 0 0 0,0 1 1 0 0,1 0-1 0 0,0-1 0 0 0,0 1 1 0 0,1 0-1 0 0,-1-1 1 0 0,1 1-1 0 0,0 0 0 0 0,0-1 1 0 0,0 1-1 0 0,1-1 0 0 0,0 0 1 0 0,3 8-1 0 0,-1-8-24 0 0,-1 1-1 0 0,0-1 1 0 0,1 0 0 0 0,0 0-1 0 0,0 0 1 0 0,0-1 0 0 0,0 1-1 0 0,1-1 1 0 0,0 0-1 0 0,-1-1 1 0 0,1 1 0 0 0,8 3-1 0 0,-2-3-156 0 0,0 1 1 0 0,1-2-1 0 0,-1 1 0 0 0,0-1 0 0 0,1-1 0 0 0,-1 0 0 0 0,1-1 0 0 0,-1 0 1 0 0,1-1-1 0 0,-1 0 0 0 0,1-1 0 0 0,20-5 0 0 0,-12-1-271 0 0,0-1-1 0 0,-1-1 0 0 0,0 0 1 0 0,-1-1-1 0 0,0-1 0 0 0,-1-1 1 0 0,-1 0-1 0 0,0-2 1 0 0,0 0-1 0 0,-1 0 0 0 0,-1-1 1 0 0,20-31-1 0 0,-6 3 527 0 0,-2-1 0 0 0,-2-2 1 0 0,-2 0-1 0 0,17-54 0 0 0,-20 40 1441 0 0,-4 0 1 0 0,9-71-1 0 0,-19 100-636 0 0,-5 30-735 0 0,0-4 409 0 0,-3 5-168 0 0,-3 13 59 0 0,-6 20 270 0 0,-8 57 540 0 0,-14 147 0 0 0,23-146-1037 0 0,6-41-110 0 0,0 51 0 0 0,5-80-70 0 0,1 0-1 0 0,1 0 1 0 0,1-1 0 0 0,1 1 0 0 0,8 27 0 0 0,-11-45-32 0 0,0 1 0 0 0,0 0 0 0 0,0-1 0 0 0,0 1 0 0 0,1-1 0 0 0,-1 0 0 0 0,1 1 0 0 0,0-1 1 0 0,0 0-1 0 0,-1 0 0 0 0,1 0 0 0 0,1 0 0 0 0,-1-1 0 0 0,0 1 0 0 0,0 0 0 0 0,1-1 0 0 0,-1 0 0 0 0,4 2 0 0 0,-1-1-101 0 0,-1-1 0 0 0,1 0 0 0 0,-1 0 0 0 0,1-1 0 0 0,0 1 0 0 0,-1-1 0 0 0,1 0 0 0 0,0 0-1 0 0,0 0 1 0 0,4-2 0 0 0,4-1-753 0 0,0 0 0 0 0,0-1-1 0 0,0 0 1 0 0,-1-1 0 0 0,1-1-1 0 0,18-12 1 0 0,-2-3-3341 0 0,-3-3-1979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08.7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75 1444 0 0,'-179'-54'12779'0'0,"176"54"-12147"0"0,6-1-485 0 0,33-3-61 0 0,1 1 1 0 0,65 2-1 0 0,-15 2-1283 0 0,-54-2 272 0 0,0 1-2668 0 0,42-7 0 0 0,-48 3 44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09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212 104 2484 0 0,'-11'-6'4820'0'0,"9"4"-4472"0"0,0 0 0 0 0,1 0 0 0 0,-1 0 0 0 0,0 0 0 0 0,1 0 0 0 0,0 0 1 0 0,-1 0-1 0 0,1-1 0 0 0,0 1 0 0 0,0 0 0 0 0,0-1 0 0 0,1 1 0 0 0,-1-1 0 0 0,0 1 0 0 0,1-1 0 0 0,-1-2 0 0 0,1 3-288 0 0,0 1 1 0 0,1-1-1 0 0,-1 0 0 0 0,0 1 0 0 0,0-1 0 0 0,1 0 1 0 0,-1 1-1 0 0,1-1 0 0 0,-1 1 0 0 0,1-1 0 0 0,0 1 1 0 0,0-1-1 0 0,0 1 0 0 0,0 0 0 0 0,0-1 0 0 0,0 1 1 0 0,0 0-1 0 0,0 0 0 0 0,0 0 0 0 0,0 0 0 0 0,1-1 1 0 0,2 0-1 0 0,0-1 18 0 0,0 0 0 0 0,1 1 0 0 0,-1-1 0 0 0,1 1-1 0 0,7-2 1 0 0,-7 2-67 0 0,0 1 0 0 0,-1 0-1 0 0,1 1 1 0 0,0-1-1 0 0,0 1 1 0 0,0-1 0 0 0,0 2-1 0 0,0-1 1 0 0,-1 0-1 0 0,1 1 1 0 0,0 0-1 0 0,0 0 1 0 0,-1 1 0 0 0,1-1-1 0 0,0 1 1 0 0,-1 0-1 0 0,0 0 1 0 0,1 0 0 0 0,-1 1-1 0 0,0-1 1 0 0,0 1-1 0 0,0 0 1 0 0,-1 0 0 0 0,1 1-1 0 0,-1-1 1 0 0,0 1-1 0 0,0 0 1 0 0,0 0 0 0 0,0 0-1 0 0,0 0 1 0 0,-1 0-1 0 0,0 0 1 0 0,0 1-1 0 0,0-1 1 0 0,0 1 0 0 0,-1 0-1 0 0,0-1 1 0 0,0 1-1 0 0,0 0 1 0 0,-1 0 0 0 0,1 0-1 0 0,-1 8 1 0 0,-3 1 132 0 0,1-1 1 0 0,-1 0-1 0 0,-1 0 0 0 0,0-1 1 0 0,-1 1-1 0 0,-1-1 0 0 0,0 0 1 0 0,0 0-1 0 0,-1-1 1 0 0,-1 1-1 0 0,-9 10 0 0 0,-4 4 280 0 0,-2-1-1 0 0,-1-1 0 0 0,-34 26 0 0 0,-105 79 1086 0 0,157-124-1491 0 0,-8 6 195 0 0,14-10-208 0 0,0-1 0 0 0,0 0-1 0 0,0 1 1 0 0,0-1-1 0 0,-1 0 1 0 0,1 0-1 0 0,0 1 1 0 0,0-1-1 0 0,0 0 1 0 0,0 1-1 0 0,0-1 1 0 0,0 0-1 0 0,0 0 1 0 0,0 1 0 0 0,0-1-1 0 0,1 0 1 0 0,-1 1-1 0 0,0-1 1 0 0,0 0-1 0 0,0 0 1 0 0,0 1-1 0 0,0-1 1 0 0,0 0-1 0 0,1 0 1 0 0,-1 1 0 0 0,0-1-1 0 0,0 0 1 0 0,0 0-1 0 0,0 1 1 0 0,1-1-1 0 0,-1 0 1 0 0,0 0-1 0 0,0 0 1 0 0,1 0-1 0 0,-1 1 1 0 0,0-1 0 0 0,0 0-1 0 0,1 0 1 0 0,-1 0-1 0 0,0 0 1 0 0,1 0-1 0 0,-1 0 1 0 0,0 0-1 0 0,0 0 1 0 0,1 0-1 0 0,0 0 1 0 0,1 1 1 0 0,1 0 0 0 0,0 0 0 0 0,0-1 0 0 0,0 0 0 0 0,1 1 0 0 0,-1-1 0 0 0,0 0 0 0 0,0 0 0 0 0,5-2 0 0 0,7 1 15 0 0,176-13-250 0 0,-153 9-1563 0 0,0-2 0 0 0,-1-1 0 0 0,38-14 1 0 0,-67 19 621 0 0,0 0 1 0 0,0-1 0 0 0,0 0 0 0 0,0 0-1 0 0,7-7 1 0 0,0 0-2915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09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1 149 224 0 0,'25'-107'12787'0'0,"-24"104"-12479"0"0,0 0-173 0 0,0 1 1 0 0,0 0 0 0 0,0 0 0 0 0,0-1 0 0 0,0 1-1 0 0,0 0 1 0 0,0 0 0 0 0,1 0 0 0 0,-1 0 0 0 0,1 0-1 0 0,0 1 1 0 0,-1-1 0 0 0,1 0 0 0 0,0 1 0 0 0,0-1 0 0 0,0 1-1 0 0,0 0 1 0 0,0 0 0 0 0,4-2 0 0 0,-1 3-59 0 0,-1-1 0 0 0,0 1 0 0 0,0 1 0 0 0,0-1 0 0 0,1 0 0 0 0,-1 1 0 0 0,0 0 0 0 0,0 0-1 0 0,0 0 1 0 0,0 1 0 0 0,0 0 0 0 0,0-1 0 0 0,-1 1 0 0 0,1 0 0 0 0,5 5 0 0 0,-3-3-6 0 0,-1 1-1 0 0,0 1 1 0 0,0-1-1 0 0,0 1 1 0 0,0 0-1 0 0,-1 0 1 0 0,0 0-1 0 0,4 10 1 0 0,-1-2-10 0 0,-1 1 1 0 0,-1 0 0 0 0,0 0 0 0 0,-1 0 0 0 0,-1 1 0 0 0,0-1 0 0 0,1 32 0 0 0,-6-29 249 0 0,0 0 1 0 0,-1 0 0 0 0,-9 33 0 0 0,11-49-222 0 0,1-1 24 0 0,-1 1 0 0 0,1-1 0 0 0,0 0 0 0 0,-1 1 0 0 0,1-1 1 0 0,-1 0-1 0 0,0 1 0 0 0,0-1 0 0 0,1 0 0 0 0,-1 0 0 0 0,0 0 0 0 0,0 0 0 0 0,0 0 0 0 0,0 0 0 0 0,0 0 0 0 0,-2 2 0 0 0,2-3-95 0 0,1 0 0 0 0,0 0 0 0 0,-1 0-1 0 0,1 0 1 0 0,0 0 0 0 0,-1 0 0 0 0,1 0 0 0 0,0 0-1 0 0,-1 0 1 0 0,1 0 0 0 0,0 0 0 0 0,-1 0-1 0 0,1 0 1 0 0,0 0 0 0 0,0 0 0 0 0,-1 0 0 0 0,1 0-1 0 0,0 0 1 0 0,-1-1 0 0 0,1 1 0 0 0,0 0-1 0 0,-1 0 1 0 0,1 0 0 0 0,0 0 0 0 0,0-1 0 0 0,-1 1-1 0 0,-5-14 193 0 0,5 9-202 0 0,0 1 0 0 0,1 0 0 0 0,-1-1 0 0 0,1 1 1 0 0,0-1-1 0 0,0 1 0 0 0,1 0 0 0 0,-1-1 0 0 0,1 1 0 0 0,0 0 0 0 0,0-1 0 0 0,1 1 0 0 0,2-5 1 0 0,-1 2-23 0 0,1 1 1 0 0,0-1-1 0 0,0 1 1 0 0,1 0-1 0 0,-1 0 1 0 0,1 1-1 0 0,8-7 1 0 0,0 1-37 0 0,0 1 0 0 0,1 1-1 0 0,1 0 1 0 0,-1 0 0 0 0,2 2 0 0 0,17-8-1 0 0,-28 13 39 0 0,0 0-1 0 0,0 1 0 0 0,1-1 1 0 0,-1 1-1 0 0,0 0 0 0 0,0 0 1 0 0,1 1-1 0 0,-1-1 0 0 0,1 1 1 0 0,-1 0-1 0 0,0 1 0 0 0,1 0 1 0 0,-1-1-1 0 0,0 2 0 0 0,7 1 1 0 0,-10-2 3 0 0,0 1 0 0 0,0-1-1 0 0,0 1 1 0 0,-1-1 0 0 0,1 1 0 0 0,0 0 0 0 0,-1 0 0 0 0,1 0 0 0 0,-1 0 0 0 0,0 0 0 0 0,0 0 0 0 0,0 0 0 0 0,0 0-1 0 0,0 0 1 0 0,0 0 0 0 0,0 1 0 0 0,-1-1 0 0 0,1 0 0 0 0,-1 1 0 0 0,0 3 0 0 0,1 5-15 0 0,0 0 0 0 0,-3 20 0 0 0,2-26 14 0 0,-2 52-17 0 0,2-53 30 0 0,0 0-1 0 0,0-1 0 0 0,0 1 1 0 0,1 0-1 0 0,-1 0 0 0 0,1 0 1 0 0,0-1-1 0 0,0 1 0 0 0,0-1 1 0 0,3 6-1 0 0,-2-8 3 0 0,-1 1-1 0 0,0 0 1 0 0,1 0 0 0 0,0-1-1 0 0,-1 1 1 0 0,1-1 0 0 0,0 1 0 0 0,0-1-1 0 0,0 0 1 0 0,0 0 0 0 0,0 0-1 0 0,0 0 1 0 0,0 0 0 0 0,1 0-1 0 0,-1 0 1 0 0,0-1 0 0 0,0 1 0 0 0,1-1-1 0 0,-1 0 1 0 0,0 0 0 0 0,3 0-1 0 0,5 0 2 0 0,0 0-1 0 0,1-2 1 0 0,-1 1 0 0 0,0-1-1 0 0,0-1 1 0 0,0 0-1 0 0,0 0 1 0 0,-1-1-1 0 0,1 0 1 0 0,-1 0-1 0 0,0-1 1 0 0,0-1-1 0 0,-1 1 1 0 0,0-1 0 0 0,0-1-1 0 0,9-8 1 0 0,-10 8-1 0 0,1 0 0 0 0,-1-1 0 0 0,0 0 0 0 0,-1 0 0 0 0,0-1 0 0 0,0 0 0 0 0,-1 0 0 0 0,0 0 0 0 0,0-1 0 0 0,-1 1 1 0 0,-1-1-1 0 0,0 0 0 0 0,0 0 0 0 0,0-1 0 0 0,-2 1 0 0 0,2-14 0 0 0,-3 21-9 0 0,0-1 1 0 0,0 1-1 0 0,0-1 1 0 0,-1 1-1 0 0,1 0 1 0 0,-1-1-1 0 0,0 1 1 0 0,0 0-1 0 0,0 0 1 0 0,-1-1-1 0 0,1 1 1 0 0,-1 0-1 0 0,1 0 1 0 0,-1 1-1 0 0,0-1 0 0 0,0 0 1 0 0,0 0-1 0 0,-1 1 1 0 0,-4-5-1 0 0,3 5 0 0 0,1 0-1 0 0,-1 0 0 0 0,0 0 1 0 0,0 0-1 0 0,0 1 0 0 0,0-1 1 0 0,0 1-1 0 0,0 0 1 0 0,0 0-1 0 0,0 1 0 0 0,-1-1 1 0 0,1 1-1 0 0,0 0 0 0 0,-7 1 1 0 0,3 0-97 0 0,1 0 1 0 0,-1 0 0 0 0,1 1-1 0 0,0 0 1 0 0,0 1-1 0 0,0 0 1 0 0,0 0 0 0 0,0 0-1 0 0,0 1 1 0 0,-10 8 0 0 0,13-10-244 0 0,1 1 0 0 0,-1 0 0 0 0,1 0-1 0 0,0 0 1 0 0,0 1 0 0 0,0-1 0 0 0,1 1 0 0 0,-1-1 0 0 0,1 1 0 0 0,0 0 0 0 0,0 0 0 0 0,0 0 0 0 0,0 0 0 0 0,1 0 0 0 0,0 0 0 0 0,0 1 0 0 0,0-1 0 0 0,0 0 0 0 0,0 6 0 0 0,1-8-40 0 0,1 1 0 0 0,-1-1 1 0 0,1 1-1 0 0,-1-1 1 0 0,1 1-1 0 0,0-1 0 0 0,0 1 1 0 0,0-1-1 0 0,0 0 1 0 0,1 0-1 0 0,-1 0 0 0 0,0 0 1 0 0,1 0-1 0 0,0 0 1 0 0,-1 0-1 0 0,1 0 0 0 0,0 0 1 0 0,0-1-1 0 0,4 3 1 0 0,8 6-3493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0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19 268 1408 0 0,'3'-5'1246'0'0,"-1"-1"0"0"0,1 0 1 0 0,-1 0-1 0 0,-1 1 0 0 0,1-1 0 0 0,-1 0 0 0 0,0 0 0 0 0,0-1 1 0 0,0-6-1 0 0,2-18 2206 0 0,-3 30-2834 0 0,-4-5-104 0 0,-1 13-472 0 0,1 1 1 0 0,0-1-1 0 0,0 1 0 0 0,1 0 0 0 0,0 0 0 0 0,0 0 0 0 0,1 0 0 0 0,0 0 0 0 0,1 1 0 0 0,-1-1 1 0 0,1 10-1 0 0,0 2-19 0 0,2-1 1 0 0,0 1 0 0 0,6 33-1 0 0,-7-50-12 0 0,1 1-1 0 0,0-1 0 0 0,0 0 1 0 0,0 0-1 0 0,0 0 1 0 0,0 0-1 0 0,1 0 0 0 0,-1 0 1 0 0,1 0-1 0 0,0 0 0 0 0,0-1 1 0 0,0 1-1 0 0,0 0 0 0 0,0-1 1 0 0,0 0-1 0 0,1 1 0 0 0,0-1 1 0 0,-1 0-1 0 0,1 0 1 0 0,0-1-1 0 0,5 4 0 0 0,-4-4 0 0 0,-1 0 1 0 0,1-1-1 0 0,-1 1 0 0 0,0-1 0 0 0,1 1 0 0 0,-1-1 0 0 0,1 0 0 0 0,-1 0 0 0 0,1-1 1 0 0,-1 1-1 0 0,1-1 0 0 0,-1 0 0 0 0,0 0 0 0 0,1 0 0 0 0,-1 0 0 0 0,0 0 1 0 0,0-1-1 0 0,0 1 0 0 0,0-1 0 0 0,5-4 0 0 0,1-1-17 0 0,0-1 0 0 0,0 0 0 0 0,-1 0 0 0 0,0-1 0 0 0,0 0 0 0 0,-1-1 0 0 0,7-11 0 0 0,37-77-88 0 0,-32 58 68 0 0,-18 39-20 0 0,4 34-118 0 0,0-14 160 0 0,-4-10 10 0 0,1 0-1 0 0,0-1 0 0 0,0 0 0 0 0,1 0 1 0 0,0 1-1 0 0,0-2 0 0 0,8 13 0 0 0,-9-17 5 0 0,0 1-1 0 0,1-1 0 0 0,0 0 0 0 0,-1 0 1 0 0,1 0-1 0 0,1 0 0 0 0,-1 0 0 0 0,0-1 1 0 0,1 1-1 0 0,-1-1 0 0 0,1 0 0 0 0,-1 0 1 0 0,1 0-1 0 0,0-1 0 0 0,0 1 1 0 0,0-1-1 0 0,7 2 0 0 0,-3-2-2 0 0,1-1 0 0 0,-1 0 0 0 0,0 0 0 0 0,1 0-1 0 0,-1-1 1 0 0,0 0 0 0 0,0-1 0 0 0,1 0 0 0 0,-1 0 0 0 0,0-1 0 0 0,-1 1 0 0 0,1-2-1 0 0,0 1 1 0 0,-1-1 0 0 0,0-1 0 0 0,0 1 0 0 0,0-1 0 0 0,-1 0 0 0 0,1-1 0 0 0,-1 1-1 0 0,0-1 1 0 0,7-11 0 0 0,-5 8 2 0 0,-1-2 1 0 0,0 1-1 0 0,0-1 0 0 0,-1 0 1 0 0,-1 0-1 0 0,0-1 0 0 0,0 0 1 0 0,-1 0-1 0 0,-1 0 0 0 0,0 0 1 0 0,-1 0-1 0 0,0-1 0 0 0,-1 1 1 0 0,0-21-1 0 0,-2 21-109 0 0,0 1 1 0 0,-4-21-1 0 0,4 29 66 0 0,0-1 0 0 0,0 1 0 0 0,-1-1 1 0 0,1 1-1 0 0,-1 0 0 0 0,1 0 0 0 0,-1-1 0 0 0,0 1 1 0 0,-1 0-1 0 0,1 1 0 0 0,0-1 0 0 0,-5-4 0 0 0,5 6-276 0 0,5 7-2185 0 0,-2-6 2450 0 0,-1 1-1 0 0,1-1 1 0 0,-1 1 0 0 0,1-1 0 0 0,-1 1 0 0 0,1-1 0 0 0,0 1 0 0 0,-1-1 0 0 0,1 0 0 0 0,0 1 0 0 0,-1-1-1 0 0,1 0 1 0 0,0 1 0 0 0,-1-1 0 0 0,2 0 0 0 0,21 5-341 0 0,-20-4 343 0 0,16 2-62 0 0,-1-2 0 0 0,0 0-1 0 0,1-1 1 0 0,-1-1 0 0 0,1 0 0 0 0,23-6 0 0 0,-23 3 967 0 0,1-1 0 0 0,33-13 0 0 0,-51 17-158 0 0,-2 3-683 0 0,-4 29 18 0 0,3-29-37 0 0,1 0 1 0 0,-1 0-1 0 0,1-1 0 0 0,0 1 0 0 0,0 0 0 0 0,0 0 0 0 0,0 0 0 0 0,0-1 0 0 0,0 1 0 0 0,1 3 1 0 0,1 3 8 0 0,0 0 0 0 0,1 1 0 0 0,0-1 0 0 0,1 0 0 0 0,0-1 0 0 0,0 1 0 0 0,1-1 0 0 0,-1 0 0 0 0,11 12 0 0 0,7 5-3 0 0,30 25 0 0 0,-42-40-9 0 0,44 44 72 0 0,-53-52-30 0 0,0-1 0 0 0,-1 1 1 0 0,1 0-1 0 0,0 0 0 0 0,-1 0 0 0 0,1 0 0 0 0,-1 0 0 0 0,0 0 0 0 0,1 0 0 0 0,-1-1 0 0 0,0 1 0 0 0,1 0 0 0 0,-1 0 0 0 0,0 1 0 0 0,0-1 0 0 0,0 0 1 0 0,0 0-1 0 0,0 0 0 0 0,0 0 0 0 0,0 0 0 0 0,0 0 0 0 0,0 0 0 0 0,-1 0 0 0 0,1 0 0 0 0,0 0 0 0 0,-1 0 0 0 0,1 0 0 0 0,-1-1 0 0 0,1 1 0 0 0,-1 0 1 0 0,1 0-1 0 0,-1 0 0 0 0,0 0 0 0 0,1-1 0 0 0,-1 1 0 0 0,0 0 0 0 0,-1 1 0 0 0,-3 2 60 0 0,0 1 1 0 0,-1-1-1 0 0,1 0 0 0 0,-7 4 1 0 0,9-7-65 0 0,-17 11-535 0 0,-1-2 0 0 0,-1 0 0 0 0,-39 12-1 0 0,-25-1-7282 0 0,45-12 296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1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68 1184 0 0,'0'0'2930'0'0,"-2"-1"-2191"0"0,-4 1-593 0 0,-29-11 11398 0 0,35 9-11209 0 0,0 1-329 0 0,0 0 1 0 0,0 1-1 0 0,1-1 1 0 0,-1 0-1 0 0,0 0 1 0 0,1 0-1 0 0,-1 1 1 0 0,1-1-1 0 0,-1 0 1 0 0,1 1 0 0 0,0-1-1 0 0,-1 0 1 0 0,1 1-1 0 0,0-1 1 0 0,-1 1-1 0 0,1-1 1 0 0,0 1-1 0 0,1-1 1 0 0,17-10 67 0 0,-16 10-72 0 0,6-4 0 0 0,0 0 0 0 0,1 2 0 0 0,0-1 1 0 0,0 1-1 0 0,0 0 0 0 0,0 1 1 0 0,1 1-1 0 0,-1-1 0 0 0,12 1 0 0 0,-17 1-8 0 0,0 0 0 0 0,0 1-1 0 0,0-1 1 0 0,0 1-1 0 0,0 0 1 0 0,0 1-1 0 0,0-1 1 0 0,-1 1-1 0 0,7 3 1 0 0,-8-4 3 0 0,-1 1 0 0 0,1 0 0 0 0,-1-1 0 0 0,0 1 0 0 0,1 0 0 0 0,-1 1 0 0 0,0-1 0 0 0,0 0 0 0 0,0 0-1 0 0,-1 1 1 0 0,1-1 0 0 0,-1 1 0 0 0,1 0 0 0 0,-1-1 0 0 0,0 1 0 0 0,2 5 0 0 0,-2-3 4 0 0,0 0 0 0 0,-1 1 0 0 0,0-1 0 0 0,1 1 0 0 0,-2-1 0 0 0,1 1 0 0 0,-1-1 0 0 0,1 0 0 0 0,-1 1 0 0 0,-1-1 0 0 0,1 0 0 0 0,-1 0-1 0 0,0 0 1 0 0,0 0 0 0 0,-1 0 0 0 0,1 0 0 0 0,-1 0 0 0 0,-4 5 0 0 0,-7 7 22 0 0,0 1 1 0 0,-32 29-1 0 0,12-18 14 0 0,-43 30-1 0 0,0-1 13 0 0,77-58-47 0 0,-1 0 1 0 0,1 0-1 0 0,0 0 0 0 0,0 0 1 0 0,-1 1-1 0 0,1-1 1 0 0,0 0-1 0 0,0 0 1 0 0,0 0-1 0 0,-1 0 1 0 0,1 0-1 0 0,0 0 1 0 0,0 1-1 0 0,0-1 1 0 0,0 0-1 0 0,-1 0 1 0 0,1 0-1 0 0,0 0 1 0 0,0 1-1 0 0,0-1 1 0 0,0 0-1 0 0,0 0 1 0 0,0 0-1 0 0,-1 1 1 0 0,1-1-1 0 0,0 0 1 0 0,0 0-1 0 0,0 0 1 0 0,0 1-1 0 0,0-1 0 0 0,0 0 1 0 0,0 0-1 0 0,0 1 1 0 0,0-1-1 0 0,0 0 1 0 0,0 0-1 0 0,0 1 1 0 0,0-1-1 0 0,0 0 1 0 0,0 0-1 0 0,1 0 1 0 0,-1 1-1 0 0,0-1 1 0 0,0 0-1 0 0,0 0 1 0 0,0 0-1 0 0,0 1 1 0 0,0-1-1 0 0,1 0 1 0 0,-1 0-1 0 0,0 0 1 0 0,18 3 63 0 0,221-21-1989 0 0,-78-7-6183 0 0,-120 17 3150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3.1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160 313 256 0 0,'9'-26'8481'0'0,"-9"7"-5543"0"0,1 19-2874 0 0,-1-1 0 0 0,0 1 0 0 0,0-1 0 0 0,0 1 0 0 0,0-1 0 0 0,0 1 0 0 0,0-1 0 0 0,0 1 0 0 0,0-1 0 0 0,0 1 0 0 0,-1-1 1 0 0,1 1-1 0 0,0-1 0 0 0,0 1 0 0 0,0-1 0 0 0,0 1 0 0 0,-1-1 0 0 0,1 1 0 0 0,0-1 0 0 0,-1 1 0 0 0,1 0 0 0 0,0-1 0 0 0,-1 1 0 0 0,1 0 0 0 0,0-1 1 0 0,-1 1-1 0 0,1 0 0 0 0,-1-1 0 0 0,1 1 0 0 0,0 0 0 0 0,-1 0 0 0 0,1-1 0 0 0,-1 1 0 0 0,1 0 0 0 0,-1 0 0 0 0,1 0 0 0 0,-1 0 0 0 0,1 0 0 0 0,-1 0 0 0 0,1 0 1 0 0,-1 0-1 0 0,1 0 0 0 0,-1 0 0 0 0,1 0 0 0 0,-1 0 0 0 0,1 0 0 0 0,-1 0 0 0 0,-10 5 10 0 0,1-1 0 0 0,0 2 1 0 0,1-1-1 0 0,-1 1 0 0 0,1 1 0 0 0,0 0 0 0 0,0 0 0 0 0,1 1 1 0 0,0 0-1 0 0,1 0 0 0 0,0 1 0 0 0,0 0 0 0 0,0 0 0 0 0,1 0 1 0 0,1 1-1 0 0,0 0 0 0 0,0 0 0 0 0,1 1 0 0 0,-4 11 0 0 0,8-19-67 0 0,0 0-1 0 0,0-1 1 0 0,-1 1-1 0 0,2 0 1 0 0,-1-1-1 0 0,0 1 1 0 0,1 0-1 0 0,-1-1 1 0 0,1 1-1 0 0,0-1 1 0 0,0 1-1 0 0,0-1 1 0 0,0 1-1 0 0,0-1 0 0 0,0 1 1 0 0,1-1-1 0 0,-1 0 1 0 0,1 0-1 0 0,0 0 1 0 0,-1 0-1 0 0,1 0 1 0 0,0 0-1 0 0,0 0 1 0 0,0-1-1 0 0,1 1 1 0 0,-1-1-1 0 0,0 1 0 0 0,0-1 1 0 0,1 0-1 0 0,3 2 1 0 0,4 1-90 0 0,0-1 0 0 0,-1 0 0 0 0,1 0-1 0 0,0-1 1 0 0,0 0 0 0 0,18 0 0 0 0,-8-1-203 0 0,-1-2-1 0 0,0 0 1 0 0,0-1-1 0 0,0-1 1 0 0,0-1 0 0 0,-1-1-1 0 0,1 0 1 0 0,-1-2-1 0 0,-1 0 1 0 0,1 0-1 0 0,21-15 1 0 0,-20 11 380 0 0,-1-2 0 0 0,-1 0-1 0 0,0-1 1 0 0,-1-1 0 0 0,26-31 0 0 0,-35 38 299 0 0,22-24 1118 0 0,-28 31-1235 0 0,-2 4-252 0 0,0 1-1 0 0,0 0 1 0 0,-1-1-1 0 0,1 1 1 0 0,-1-1-1 0 0,-4 6 1 0 0,0 2 5 0 0,3-4-16 0 0,0 0 0 0 0,0 0 0 0 0,1 0 0 0 0,0 0 0 0 0,0 0 0 0 0,1 0 0 0 0,0 1 0 0 0,0-1 1 0 0,1 0-1 0 0,1 13 0 0 0,-1-17 5 0 0,0 0-1 0 0,1 1 1 0 0,-1-1 0 0 0,1 0 0 0 0,0 1 0 0 0,0-1 0 0 0,1 0 0 0 0,-1 0 0 0 0,0 0 0 0 0,1 0-1 0 0,0 0 1 0 0,0 0 0 0 0,0-1 0 0 0,0 1 0 0 0,0-1 0 0 0,1 1 0 0 0,-1-1 0 0 0,1 0 0 0 0,-1 0-1 0 0,1 0 1 0 0,0 0 0 0 0,0 0 0 0 0,0 0 0 0 0,0-1 0 0 0,5 2 0 0 0,-1-1-2 0 0,0 0 1 0 0,0-1-1 0 0,1 0 1 0 0,-1 0-1 0 0,1-1 0 0 0,-1 0 1 0 0,1 0-1 0 0,-1 0 1 0 0,1-1-1 0 0,-1 0 1 0 0,0-1-1 0 0,1 0 1 0 0,-1 0-1 0 0,0-1 1 0 0,0 1-1 0 0,0-2 0 0 0,-1 1 1 0 0,1-1-1 0 0,7-5 1 0 0,-7 4-10 0 0,0-1 1 0 0,0 1 0 0 0,0-1-1 0 0,-1-1 1 0 0,0 1 0 0 0,0-1-1 0 0,-1 0 1 0 0,0 0 0 0 0,0-1-1 0 0,-1 0 1 0 0,0 0 0 0 0,0 0-1 0 0,0 0 1 0 0,-1 0 0 0 0,-1-1-1 0 0,3-9 1 0 0,-5 14-9 0 0,1-1 0 0 0,0 1 0 0 0,-1-1 0 0 0,0 0 0 0 0,0 1 0 0 0,0-1 1 0 0,-1 1-1 0 0,1-1 0 0 0,-1 1 0 0 0,0-1 0 0 0,-1 1 0 0 0,1-1 0 0 0,-1 1 0 0 0,0 0 0 0 0,0-1 0 0 0,0 1 0 0 0,0 0 0 0 0,-1 1 0 0 0,0-1 0 0 0,1 0 0 0 0,-1 1 0 0 0,-1-1 0 0 0,1 1 0 0 0,0 0 0 0 0,-1 0 0 0 0,0 0 1 0 0,0 1-1 0 0,0-1 0 0 0,0 1 0 0 0,0 0 0 0 0,0 0 0 0 0,-6-1 0 0 0,6 2-13 0 0,0-1 1 0 0,-1 2-1 0 0,1-1 1 0 0,-1 0-1 0 0,1 1 1 0 0,0 0-1 0 0,-1 0 1 0 0,1 1 0 0 0,-1-1-1 0 0,1 1 1 0 0,-1 0-1 0 0,1 0 1 0 0,0 0-1 0 0,-1 0 1 0 0,1 1-1 0 0,0 0 1 0 0,0 0-1 0 0,0 0 1 0 0,0 0-1 0 0,1 1 1 0 0,-1 0-1 0 0,-6 5 1 0 0,9-7 4 0 0,1-1 1 0 0,-1 1 0 0 0,1 0 0 0 0,-1-1-1 0 0,1 1 1 0 0,-1 0 0 0 0,1 0-1 0 0,0-1 1 0 0,-1 1 0 0 0,1 0-1 0 0,0 0 1 0 0,-1-1 0 0 0,1 1-1 0 0,0 0 1 0 0,0 0 0 0 0,0 0-1 0 0,0 0 1 0 0,0-1 0 0 0,0 1-1 0 0,0 0 1 0 0,0 0 0 0 0,0 0-1 0 0,0 0 1 0 0,0-1 0 0 0,1 2-1 0 0,0 0-11 0 0,-1-1 0 0 0,1 0 0 0 0,0 0 0 0 0,0 1 0 0 0,0-1 0 0 0,0 0 0 0 0,1 0 0 0 0,-1 0 0 0 0,0 0 0 0 0,0 0 0 0 0,1 0 0 0 0,1 0 0 0 0,3 2-104 0 0,1 0 0 0 0,-1 0 0 0 0,1-1 0 0 0,11 2 0 0 0,2-1-122 0 0,0-1-1 0 0,0-1 1 0 0,0-1-1 0 0,0-1 1 0 0,0 0 0 0 0,0-1-1 0 0,0-2 1 0 0,0 0-1 0 0,-1-1 1 0 0,30-11 0 0 0,-33 9 242 0 0,-1 0 0 0 0,0-1 0 0 0,0 0 1 0 0,-1-1-1 0 0,0-1 0 0 0,0 0 1 0 0,-1-1-1 0 0,-1 0 0 0 0,0-1 0 0 0,0-1 1 0 0,-1 1-1 0 0,16-27 0 0 0,32-66 3279 0 0,-58 103-3072 0 0,-2 7-200 0 0,0-1 0 0 0,0 1-1 0 0,-1 0 1 0 0,0-1-1 0 0,0 1 1 0 0,-3 5-1 0 0,-3 9 6 0 0,-6 24 6 0 0,1 1 0 0 0,-6 52 0 0 0,16-74 7 0 0,1 1 1 0 0,1-1 0 0 0,1 0-1 0 0,1 0 1 0 0,1 1 0 0 0,6 29-1 0 0,-6-45-2 0 0,0-1 0 0 0,0 0-1 0 0,0 0 1 0 0,1 0 0 0 0,0-1-1 0 0,0 1 1 0 0,0-1 0 0 0,1 1-1 0 0,0-1 1 0 0,0 0 0 0 0,0-1 0 0 0,0 1-1 0 0,1-1 1 0 0,0 1 0 0 0,0-1-1 0 0,0-1 1 0 0,0 1 0 0 0,7 2 0 0 0,-8-4-14 0 0,1 0 0 0 0,-1 0 0 0 0,0-1 1 0 0,1 1-1 0 0,-1-1 0 0 0,1-1 1 0 0,-1 1-1 0 0,1 0 0 0 0,-1-1 0 0 0,1 0 1 0 0,-1 0-1 0 0,1-1 0 0 0,-1 1 1 0 0,1-1-1 0 0,-1 0 0 0 0,1 0 0 0 0,-1 0 1 0 0,1-1-1 0 0,-1 1 0 0 0,0-1 0 0 0,0 0 1 0 0,0 0-1 0 0,0-1 0 0 0,0 1 1 0 0,0-1-1 0 0,3-3 0 0 0,1-1-7 0 0,-1-1-1 0 0,0 0 1 0 0,0 0-1 0 0,0-1 1 0 0,-1 0 0 0 0,-1 0-1 0 0,6-12 1 0 0,1-5 49 0 0,10-37-1 0 0,0 1 1031 0 0,-18 43-880 0 0,-6 18-187 0 0,-4 11-15 0 0,0 5-6 0 0,1-1 0 0 0,1 1 0 0 0,-1 0 0 0 0,2 0 0 0 0,-3 25 1 0 0,6-31 25 0 0,-1 0 1 0 0,1-1-1 0 0,1 1 1 0 0,-1 0-1 0 0,1-1 1 0 0,1 1-1 0 0,0 0 1 0 0,0-1 0 0 0,1 0-1 0 0,0 1 1 0 0,6 12-1 0 0,-7-18-11 0 0,-1-1 0 0 0,0 0 0 0 0,1 0 0 0 0,0 0 0 0 0,-1 0 0 0 0,1 0 0 0 0,0 0 0 0 0,0 0-1 0 0,0 0 1 0 0,0-1 0 0 0,0 1 0 0 0,0-1 0 0 0,1 1 0 0 0,-1-1 0 0 0,1 0 0 0 0,-1 0 0 0 0,1 0 0 0 0,-1 0-1 0 0,1-1 1 0 0,-1 1 0 0 0,1-1 0 0 0,0 1 0 0 0,-1-1 0 0 0,1 0 0 0 0,-1 0 0 0 0,1 0 0 0 0,0 0 0 0 0,-1-1-1 0 0,1 1 1 0 0,0-1 0 0 0,-1 1 0 0 0,1-1 0 0 0,-1 0 0 0 0,1 0 0 0 0,2-2 0 0 0,2 0-28 0 0,1-1 1 0 0,-1-1-1 0 0,0 0 1 0 0,0 0-1 0 0,-1 0 1 0 0,1-1-1 0 0,-1 0 1 0 0,0 0-1 0 0,9-13 1 0 0,-1-4 16 0 0,-1-1 0 0 0,-2 0 0 0 0,0-1 0 0 0,-2 0 0 0 0,8-29 0 0 0,-3 8 180 0 0,-13 44-198 0 0,-1 17-93 0 0,-4 15 74 0 0,2-10 77 0 0,0 0 0 0 0,1 0 0 0 0,2 26 0 0 0,-1-40-55 0 0,1 0 0 0 0,0 1 1 0 0,1-1-1 0 0,0 0 0 0 0,0 0 0 0 0,0 0 1 0 0,1 0-1 0 0,-1 0 0 0 0,2 0 1 0 0,-1-1-1 0 0,0 0 0 0 0,1 1 1 0 0,0-1-1 0 0,8 8 0 0 0,-5-7-426 0 0,1 0-1 0 0,-1-1 0 0 0,1 0 0 0 0,0 0 0 0 0,0-1 1 0 0,1 1-1 0 0,14 4 0 0 0,-14-7-863 0 0,-1 1 1 0 0,1-1-1 0 0,1-1 0 0 0,12 2 0 0 0,-2-3-3683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3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25 112 1396 0 0,'4'-13'2761'0'0,"0"0"0"0"0,0-1 1 0 0,2-23-1 0 0,-1 4-292 0 0,-5 31-1897 0 0,1 3-568 0 0,-1-1 0 0 0,1 0-1 0 0,-1 0 1 0 0,0 0 0 0 0,1 1-1 0 0,-1-1 1 0 0,1 0 0 0 0,-1 0 0 0 0,0 1-1 0 0,1-1 1 0 0,-1 0 0 0 0,0 1 0 0 0,0-1-1 0 0,1 0 1 0 0,-1 1 0 0 0,0-1-1 0 0,0 1 1 0 0,1-1 0 0 0,-1 0 0 0 0,0 1-1 0 0,0 0 1 0 0,0 15 21 0 0,1 4 17 0 0,-1 0 0 0 0,-1 0 1 0 0,0 0-1 0 0,-2 0 0 0 0,-1 0 1 0 0,-6 21-1 0 0,4-22 441 0 0,6-16-182 0 0,-1 1 0 0 0,0-1 0 0 0,0 0 0 0 0,0 0 0 0 0,0 0 0 0 0,-1-1 0 0 0,-2 6 517 0 0,3-8-798 0 0,0-1-1 0 0,0 1 1 0 0,0 0-1 0 0,0 0 1 0 0,0-1-1 0 0,0 1 1 0 0,0-1-1 0 0,1 1 1 0 0,-1-1-1 0 0,0 1 1 0 0,0-1-1 0 0,0 1 1 0 0,1-1-1 0 0,-1 0 1 0 0,0 1-1 0 0,1-1 1 0 0,-1 0 0 0 0,1 0-1 0 0,-1 1 1 0 0,1-1-1 0 0,-1 0 1 0 0,1 0-1 0 0,-1 0 1 0 0,1 0-1 0 0,0 0 1 0 0,-1 1-1 0 0,1-1 1 0 0,0 0-1 0 0,0 0 1 0 0,0 0-1 0 0,0 0 1 0 0,0 0-1 0 0,0-2 1 0 0,1-33 80 0 0,0 34-82 0 0,0-8-15 0 0,1 1 1 0 0,0 0 0 0 0,1 0-1 0 0,0-1 1 0 0,0 2 0 0 0,1-1 0 0 0,0 0-1 0 0,7-11 1 0 0,-8 16-12 0 0,-1 1-1 0 0,1-1 1 0 0,0 1-1 0 0,0-1 1 0 0,0 1-1 0 0,0 0 1 0 0,1 0-1 0 0,-1 1 1 0 0,1-1-1 0 0,0 1 1 0 0,0-1-1 0 0,0 1 1 0 0,0 0-1 0 0,0 1 1 0 0,0-1-1 0 0,0 1 1 0 0,1 0-1 0 0,-1 0 1 0 0,0 0-1 0 0,1 0 1 0 0,4 1-1 0 0,-2 0 0 0 0,0 1 0 0 0,-1 0 0 0 0,1 0 1 0 0,0 0-1 0 0,-1 1 0 0 0,1 0 0 0 0,-1 1 0 0 0,0-1 0 0 0,0 1 0 0 0,0 0 0 0 0,0 1 0 0 0,0 0 1 0 0,0 0-1 0 0,-1 0 0 0 0,0 0 0 0 0,0 1 0 0 0,6 7 0 0 0,-1-1 24 0 0,-1 1 1 0 0,-1 0-1 0 0,0 0 0 0 0,-1 1 1 0 0,0 0-1 0 0,-1 0 0 0 0,6 19 1 0 0,-12-30 22 0 0,4 2 122 0 0,-3-13-175 0 0,0 0 0 0 0,0 1 0 0 0,1-1 1 0 0,0 1-1 0 0,1-1 0 0 0,0 1 0 0 0,1 0 0 0 0,-1 0 1 0 0,1 0-1 0 0,1 0 0 0 0,0 1 0 0 0,0-1 0 0 0,0 1 1 0 0,1 0-1 0 0,0 1 0 0 0,0 0 0 0 0,1 0 0 0 0,-1 0 1 0 0,1 1-1 0 0,1-1 0 0 0,-1 2 0 0 0,1-1 0 0 0,0 1 1 0 0,9-4-1 0 0,-13 7 13 0 0,0 0 1 0 0,1 0-1 0 0,-1 1 1 0 0,0-1 0 0 0,0 1-1 0 0,1 0 1 0 0,-1 0-1 0 0,0 0 1 0 0,0 1-1 0 0,1-1 1 0 0,-1 1 0 0 0,0 0-1 0 0,0 0 1 0 0,0 1-1 0 0,0-1 1 0 0,0 1-1 0 0,0 0 1 0 0,0 0 0 0 0,-1 0-1 0 0,1 1 1 0 0,-1-1-1 0 0,1 1 1 0 0,-1 0-1 0 0,0 0 1 0 0,0 0-1 0 0,0 0 1 0 0,-1 0 0 0 0,4 5-1 0 0,3 6-381 0 0,-1 1 0 0 0,0 0 1 0 0,-1 0-1 0 0,-1 0 0 0 0,8 30 0 0 0,-12-36-628 0 0,7 18-2397 0 0,2-12-2110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4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0 121 1140 0 0,'5'-62'11712'0'0,"-4"62"-11685"0"0,0 1-1 0 0,0 0 1 0 0,0-1-1 0 0,0 1 1 0 0,0 0 0 0 0,0 0-1 0 0,0 0 1 0 0,-1 0 0 0 0,1 0-1 0 0,0 0 1 0 0,-1 0 0 0 0,1 0-1 0 0,0 0 1 0 0,-1 0 0 0 0,1 0-1 0 0,-1 0 1 0 0,0 0 0 0 0,1 0-1 0 0,-1 0 1 0 0,0 1 0 0 0,0-1-1 0 0,0 0 1 0 0,0 0 0 0 0,0 2-1 0 0,1 3 44 0 0,3 18 97 0 0,-1 1-1 0 0,-1-1 1 0 0,-2 0-1 0 0,-2 27 1 0 0,1 4 441 0 0,1-49-54 0 0,0 3 3256 0 0,3-47-2639 0 0,2 15-1134 0 0,2 1-1 0 0,0 0 1 0 0,1 0 0 0 0,1 1-1 0 0,23-38 1 0 0,-28 51-46 0 0,1 1-1 0 0,0 0 1 0 0,1 0-1 0 0,-1 0 1 0 0,1 1-1 0 0,1-1 1 0 0,-1 1-1 0 0,1 1 1 0 0,0 0-1 0 0,0-1 1 0 0,1 2-1 0 0,0-1 1 0 0,-1 1-1 0 0,1 1 1 0 0,1-1-1 0 0,-1 1 1 0 0,0 1-1 0 0,11-3 1 0 0,-14 5 1 0 0,-1 0 1 0 0,1 0-1 0 0,-1 0 1 0 0,0 0-1 0 0,1 1 1 0 0,-1 0-1 0 0,1 0 1 0 0,-1 0-1 0 0,0 0 0 0 0,1 1 1 0 0,-1-1-1 0 0,0 1 1 0 0,0 0-1 0 0,0 0 1 0 0,0 1-1 0 0,-1-1 1 0 0,1 1-1 0 0,-1 0 0 0 0,1 0 1 0 0,-1 0-1 0 0,0 1 1 0 0,0-1-1 0 0,-1 1 1 0 0,1-1-1 0 0,-1 1 1 0 0,1 0-1 0 0,-1 0 1 0 0,2 7-1 0 0,1 0 5 0 0,0 0 0 0 0,-2 1 1 0 0,1 0-1 0 0,-1 0 0 0 0,-1 0 0 0 0,0 0 1 0 0,-1 1-1 0 0,-1-1 0 0 0,0 13 0 0 0,-2 67 404 0 0,2-92-390 0 0,0 1 1 0 0,0-1-1 0 0,0 1 0 0 0,0-1 1 0 0,0 1-1 0 0,0-1 0 0 0,1 1 1 0 0,-1-1-1 0 0,0 1 0 0 0,0-1 1 0 0,0 0-1 0 0,0 1 0 0 0,1-1 1 0 0,-1 1-1 0 0,0-1 1 0 0,1 0-1 0 0,-1 1 0 0 0,0-1 1 0 0,1 1-1 0 0,-1-1 0 0 0,0 0 1 0 0,1 0-1 0 0,-1 1 0 0 0,0-1 1 0 0,1 0-1 0 0,-1 1 0 0 0,1-1 1 0 0,0 0-1 0 0,17 1 130 0 0,23-12-208 0 0,-35 9 13 0 0,25-8-3112 0 0,53-28 0 0 0,-38 16-2700 0 0,-10 6-639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5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70 1156 0 0,'8'-15'5344'0'0,"4"-4"-2130"0"0,-11 18-2848 0 0,1-2-166 0 0,0 1 1 0 0,0-1 0 0 0,1 1 0 0 0,-1 0 0 0 0,1 0 0 0 0,0 0 0 0 0,0 0 0 0 0,0 0 0 0 0,4-1-1 0 0,10-1-22 0 0,0 1 0 0 0,0 1 0 0 0,1 0 0 0 0,-1 1 0 0 0,1 1 0 0 0,-1 1-1 0 0,0 0 1 0 0,1 1 0 0 0,-1 1 0 0 0,0 1 0 0 0,0 1 0 0 0,20 7 0 0 0,-35-11-136 0 0,0 0 0 0 0,1 0 0 0 0,-1 0 0 0 0,0 0 0 0 0,0 1 0 0 0,0-1 1 0 0,0 1-1 0 0,-1-1 0 0 0,1 1 0 0 0,0-1 0 0 0,0 1 0 0 0,-1 0 0 0 0,1 0 1 0 0,-1 0-1 0 0,0 0 0 0 0,0 0 0 0 0,0 0 0 0 0,0 1 0 0 0,0-1 0 0 0,1 3 1 0 0,-2-2 24 0 0,0 0 1 0 0,1 0 0 0 0,-1 0 0 0 0,-1 0-1 0 0,1 1 1 0 0,0-1 0 0 0,-1 0 0 0 0,0 0-1 0 0,1 0 1 0 0,-1 0 0 0 0,-1 0-1 0 0,1 0 1 0 0,-2 4 0 0 0,-4 4 140 0 0,-1 0 1 0 0,1 0-1 0 0,-2 0 1 0 0,0-1-1 0 0,-19 18 1 0 0,-75 49 516 0 0,48-37 739 0 0,54-39-1069 0 0,32-3-385 0 0,-24 2-16 0 0,2 1-2 0 0,-1 0 1 0 0,1 0-1 0 0,-1 1 1 0 0,1 0 0 0 0,-1 1-1 0 0,0 0 1 0 0,0 0 0 0 0,0 0-1 0 0,0 1 1 0 0,-1 0-1 0 0,1 1 1 0 0,-1 0 0 0 0,0 0-1 0 0,0 0 1 0 0,-1 1 0 0 0,0 0-1 0 0,0 0 1 0 0,6 9-1 0 0,-7-10 46 0 0,-1 1 0 0 0,0 0 0 0 0,-1 0-1 0 0,1 0 1 0 0,-1 1 0 0 0,-1-1-1 0 0,5 14 1 0 0,-6-17 54 0 0,-1-1 0 0 0,0 0 0 0 0,1 1-1 0 0,-1-1 1 0 0,0 1 0 0 0,0-1 0 0 0,0 0 0 0 0,-1 1 0 0 0,1-1 0 0 0,0 0 0 0 0,-1 1-1 0 0,0-1 1 0 0,1 0 0 0 0,-1 0 0 0 0,0 1 0 0 0,0-1 0 0 0,0 0 0 0 0,-1 0 0 0 0,1 0 0 0 0,0 0-1 0 0,-1-1 1 0 0,1 1 0 0 0,-1 0 0 0 0,0 0 0 0 0,0-1 0 0 0,-3 3 0 0 0,-3 1 146 0 0,1-1 0 0 0,-1 0 0 0 0,0-1 1 0 0,-1 0-1 0 0,1 0 0 0 0,-1 0 0 0 0,1-1 1 0 0,-1-1-1 0 0,0 1 0 0 0,1-1 0 0 0,-1-1 1 0 0,-9 0-1 0 0,1-1-60 0 0,0 0 0 0 0,0-2 0 0 0,0 0 0 0 0,1 0 0 0 0,-22-9 0 0 0,26 8-255 0 0,0 0-1 0 0,-18-11 0 0 0,27 13-298 0 0,0 0 0 0 0,0-1-1 0 0,-1 1 1 0 0,1-1 0 0 0,1 1-1 0 0,-1-1 1 0 0,-3-4 0 0 0,6 6 129 0 0,-1 0-1 0 0,1 0 1 0 0,-1-1 0 0 0,1 1-1 0 0,0 0 1 0 0,0-1 0 0 0,-1 1 0 0 0,1 0-1 0 0,0-1 1 0 0,0 1 0 0 0,0 0-1 0 0,0-1 1 0 0,0 1 0 0 0,1 0 0 0 0,-1 0-1 0 0,0-1 1 0 0,0 1 0 0 0,2-2 0 0 0,9-20-5551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7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57 119 660 0 0,'-14'-8'4484'0'0,"-13"-7"-240"0"0,25 14-3722 0 0,1 1-282 0 0,0-1 0 0 0,0 0 1 0 0,-1 0-1 0 0,1 0 0 0 0,0 0 1 0 0,0 0-1 0 0,0 0 0 0 0,0 0 0 0 0,0 0 1 0 0,-1-3-1 0 0,4 3-181 0 0,1 0 0 0 0,0-1-1 0 0,-1 1 1 0 0,1 0 0 0 0,0 0-1 0 0,0 1 1 0 0,0-1 0 0 0,0 1-1 0 0,0-1 1 0 0,0 1 0 0 0,0 0-1 0 0,0 0 1 0 0,0 0 0 0 0,0 1-1 0 0,0-1 1 0 0,0 1 0 0 0,0-1 0 0 0,-1 1-1 0 0,1 0 1 0 0,0 0 0 0 0,0 1-1 0 0,4 1 1 0 0,6 4 7 0 0,-1 0 0 0 0,0 0 0 0 0,18 15 0 0 0,-23-16-65 0 0,0 0 0 0 0,0 1 0 0 0,-1 0 0 0 0,0 1-1 0 0,0-1 1 0 0,-1 1 0 0 0,0 0 0 0 0,0 0 0 0 0,4 11 0 0 0,-6-13 147 0 0,-1 1 0 0 0,0 0 0 0 0,0-1 0 0 0,0 1 0 0 0,-1 0 0 0 0,0 0 0 0 0,0 0 0 0 0,-1 0 0 0 0,0 0 0 0 0,0 0 0 0 0,-1 0 0 0 0,-1 11 0 0 0,0 0 1824 0 0,2-14-747 0 0,1-12-965 0 0,0 3-249 0 0,0 0-1 0 0,0 1 1 0 0,1-1 0 0 0,0 0-1 0 0,0 1 1 0 0,0-1-1 0 0,1 1 1 0 0,-1-1 0 0 0,1 1-1 0 0,0 0 1 0 0,4-4-1 0 0,4-4-75 0 0,0 0-1 0 0,15-11 1 0 0,-6 8-33 0 0,0 1 0 0 0,1 1 1 0 0,1 1-1 0 0,0 1 0 0 0,1 1 0 0 0,0 1 1 0 0,0 1-1 0 0,1 1 0 0 0,37-6 0 0 0,-52 12 53 0 0,0-1 0 0 0,0 1 0 0 0,0 0 0 0 0,1 1 0 0 0,-1 0 0 0 0,16 3 0 0 0,-23-3 42 0 0,-1 1 0 0 0,0-1-1 0 0,0 1 1 0 0,0-1 0 0 0,1 1 0 0 0,-1-1-1 0 0,0 1 1 0 0,0 0 0 0 0,0 0 0 0 0,0-1-1 0 0,0 1 1 0 0,0 0 0 0 0,0 0 0 0 0,0 0 0 0 0,-1 0-1 0 0,1 0 1 0 0,0 0 0 0 0,0 0 0 0 0,-1 1-1 0 0,1-1 1 0 0,-1 0 0 0 0,1 0 0 0 0,-1 0 0 0 0,0 1-1 0 0,1-1 1 0 0,-1 0 0 0 0,0 0 0 0 0,0 1-1 0 0,0-1 1 0 0,0 0 0 0 0,0 2 0 0 0,0 5-1 0 0,-1 0 1 0 0,0 0 0 0 0,0 0-1 0 0,-3 7 1 0 0,1-1-17 0 0,-6 24 1 0 0,7-30 18 0 0,-1-1 0 0 0,2 1 0 0 0,-1-1 0 0 0,1 1 0 0 0,0 0 0 0 0,1 0 0 0 0,-1 0 0 0 0,2-1 0 0 0,-1 1 1 0 0,2 8-1 0 0,-1-13 5 0 0,0 0 1 0 0,0 0 0 0 0,1-1 0 0 0,-1 1-1 0 0,1 0 1 0 0,-1-1 0 0 0,1 1 0 0 0,0-1-1 0 0,0 1 1 0 0,0-1 0 0 0,0 0 0 0 0,0 0 0 0 0,1 0-1 0 0,-1 0 1 0 0,1 0 0 0 0,-1-1 0 0 0,1 1-1 0 0,0-1 1 0 0,-1 0 0 0 0,1 1 0 0 0,0-1-1 0 0,4 1 1 0 0,4 1 17 0 0,1 0-1 0 0,0-1 1 0 0,0 0-1 0 0,13 0 1 0 0,-16-2-12 0 0,-1-1 0 0 0,1 1 0 0 0,0-2 0 0 0,-1 1 1 0 0,1-1-1 0 0,-1-1 0 0 0,0 1 0 0 0,1-1 0 0 0,-1-1 0 0 0,-1 0 0 0 0,1 0 0 0 0,0 0 0 0 0,-1-1 0 0 0,0 0 1 0 0,0 0-1 0 0,0-1 0 0 0,-1 0 0 0 0,0 0 0 0 0,7-10 0 0 0,-7 9-9 0 0,0-1 1 0 0,-1 0-1 0 0,0 0 0 0 0,0 0 0 0 0,-1 0 0 0 0,0-1 1 0 0,0 1-1 0 0,-1-1 0 0 0,0 0 0 0 0,-1 0 0 0 0,0-1 1 0 0,0 1-1 0 0,-1 0 0 0 0,0-1 0 0 0,-1 1 1 0 0,0-1-1 0 0,-3-17 0 0 0,2 23-6 0 0,0 0 0 0 0,0 0-1 0 0,-1 0 1 0 0,1 0 0 0 0,-1 1 0 0 0,0-1 0 0 0,-1 1 0 0 0,1-1-1 0 0,0 1 1 0 0,-1-1 0 0 0,0 1 0 0 0,0 0 0 0 0,0 0 0 0 0,0 1-1 0 0,0-1 1 0 0,-1 1 0 0 0,1-1 0 0 0,-1 1 0 0 0,0 0-1 0 0,1 0 1 0 0,-1 1 0 0 0,0-1 0 0 0,0 1 0 0 0,-8-2 0 0 0,8 2 2 0 0,1 1 1 0 0,-1-1 0 0 0,1 1 0 0 0,-1 0 0 0 0,1 0 0 0 0,-1 0-1 0 0,1 0 1 0 0,-1 1 0 0 0,1-1 0 0 0,-1 1 0 0 0,1 0-1 0 0,-1 0 1 0 0,1 0 0 0 0,0 1 0 0 0,0-1 0 0 0,0 1 0 0 0,0 0-1 0 0,0 0 1 0 0,0 0 0 0 0,0 0 0 0 0,0 0 0 0 0,1 0 0 0 0,-1 1-1 0 0,1-1 1 0 0,-1 1 0 0 0,1 0 0 0 0,0 0 0 0 0,0 0 0 0 0,-2 6-1 0 0,3-7 1 0 0,0 0 0 0 0,0 0 0 0 0,0 0 1 0 0,1 0-1 0 0,-1 0 0 0 0,1 1 0 0 0,-1-1 0 0 0,1 0 0 0 0,0 0 0 0 0,0 1 0 0 0,0-1 0 0 0,0 0 0 0 0,0 1 0 0 0,0-1 0 0 0,1 0 0 0 0,-1 0 0 0 0,1 1 0 0 0,0-1 0 0 0,1 3 0 0 0,0-2-28 0 0,0 0-1 0 0,0 0 0 0 0,0 0 1 0 0,0-1-1 0 0,1 1 0 0 0,-1-1 1 0 0,1 1-1 0 0,0-1 0 0 0,0 0 1 0 0,0 0-1 0 0,3 2 0 0 0,6 2-172 0 0,1-1-1 0 0,-1 0 0 0 0,1 0 0 0 0,0-2 1 0 0,17 4-1 0 0,-17-5 102 0 0,1 0 1 0 0,0 0 0 0 0,0-1-1 0 0,-1-1 1 0 0,1-1-1 0 0,0 0 1 0 0,0 0-1 0 0,-1-1 1 0 0,1-1 0 0 0,-1-1-1 0 0,1 0 1 0 0,-1 0-1 0 0,-1-1 1 0 0,1-1-1 0 0,-1 0 1 0 0,0-1-1 0 0,0 0 1 0 0,0-1 0 0 0,-1 0-1 0 0,-1-1 1 0 0,12-11-1 0 0,24-28 902 0 0,-44 46-744 0 0,1-1 63 0 0,-11 11-48 0 0,-1 3-62 0 0,1 0 1 0 0,1 0-1 0 0,0 0 0 0 0,0 1 1 0 0,1 0-1 0 0,1 0 1 0 0,-5 15-1 0 0,8-20 1 0 0,0 0-1 0 0,0 0 1 0 0,1 0-1 0 0,0 0 1 0 0,0 0 0 0 0,1 0-1 0 0,0 0 1 0 0,0 1 0 0 0,0-1-1 0 0,1 0 1 0 0,0 0 0 0 0,1 0-1 0 0,-1 0 1 0 0,2 0-1 0 0,3 9 1 0 0,-4-12 0 0 0,0-1 0 0 0,0 0 1 0 0,1 1-1 0 0,-1-1 0 0 0,1 0 0 0 0,0 0 0 0 0,0 0 0 0 0,0-1 0 0 0,0 1 1 0 0,1-1-1 0 0,-1 1 0 0 0,1-1 0 0 0,-1 0 0 0 0,1-1 0 0 0,0 1 0 0 0,0-1 1 0 0,0 1-1 0 0,0-1 0 0 0,0 0 0 0 0,0-1 0 0 0,0 1 0 0 0,0-1 0 0 0,0 1 1 0 0,0-1-1 0 0,7-1 0 0 0,-1 0 1 0 0,-1 0 0 0 0,0-1 0 0 0,0 0 0 0 0,0 0 0 0 0,0-1-1 0 0,0 0 1 0 0,0-1 0 0 0,-1 0 0 0 0,0 0 0 0 0,11-7 0 0 0,1-4 2 0 0,-1-1-1 0 0,-1 0 0 0 0,0-2 1 0 0,-1 0-1 0 0,-1-1 1 0 0,-1 0-1 0 0,18-31 0 0 0,-33 50-15 0 0,0 0 0 0 0,0 1 0 0 0,0-1 0 0 0,0 0-1 0 0,0 0 1 0 0,0 1 0 0 0,1-1 0 0 0,-1 0 0 0 0,0 1-1 0 0,0-1 1 0 0,0 0 0 0 0,0 1 0 0 0,0-1 0 0 0,0 0-1 0 0,1 0 1 0 0,-1 1 0 0 0,0-1 0 0 0,0 0-1 0 0,0 0 1 0 0,1 1 0 0 0,-1-1 0 0 0,0 0 0 0 0,0 0-1 0 0,1 0 1 0 0,-1 0 0 0 0,0 1 0 0 0,0-1 0 0 0,1 0-1 0 0,-1 0 1 0 0,0 0 0 0 0,1 0 0 0 0,-1 0-1 0 0,0 0 1 0 0,0 0 0 0 0,1 0 0 0 0,-1 0 0 0 0,0 0-1 0 0,1 0 1 0 0,-1 0 0 0 0,0 0 0 0 0,1 0 0 0 0,-1 0-1 0 0,0 0 1 0 0,0 0 0 0 0,1 0 0 0 0,-1 0 0 0 0,0 0-1 0 0,1 0 1 0 0,-1 0 0 0 0,0-1 0 0 0,0 1-1 0 0,1 0 1 0 0,-1 0 0 0 0,0 0 0 0 0,0-1 0 0 0,1 1-1 0 0,-1 0 1 0 0,0 0 0 0 0,0-1 0 0 0,0 1 0 0 0,1 0-1 0 0,-1 0 1 0 0,0-1 0 0 0,0 1 0 0 0,4 34 12 0 0,-4-24-36 0 0,2 1 16 0 0,1 0 0 0 0,-1 1 0 0 0,2-1 0 0 0,-1 0 0 0 0,8 15 0 0 0,-8-22 18 0 0,0 1 0 0 0,0-1 0 0 0,0 0 0 0 0,1 0-1 0 0,-1 0 1 0 0,1 0 0 0 0,0-1 0 0 0,0 1 0 0 0,0-1-1 0 0,1 0 1 0 0,-1 0 0 0 0,1-1 0 0 0,0 1 0 0 0,5 1-1 0 0,1 0 5 0 0,1 0 0 0 0,-1-1 0 0 0,1-1-1 0 0,-1 1 1 0 0,1-2 0 0 0,0 0-1 0 0,0 0 1 0 0,-1-1 0 0 0,1-1 0 0 0,0 0-1 0 0,0 0 1 0 0,-1-1 0 0 0,1-1-1 0 0,-1 0 1 0 0,1 0 0 0 0,-1-1-1 0 0,0-1 1 0 0,13-6 0 0 0,-15 5-11 0 0,0 1 0 0 0,0-1 1 0 0,0-1-1 0 0,-1 1 0 0 0,0-1 0 0 0,0-1 0 0 0,-1 0 1 0 0,0 0-1 0 0,0 0 0 0 0,-1-1 0 0 0,0 0 1 0 0,0 0-1 0 0,-1 0 0 0 0,0-1 0 0 0,-1 0 0 0 0,0 0 1 0 0,-1 0-1 0 0,0 0 0 0 0,0-1 0 0 0,1-15 0 0 0,-4 20-7 0 0,1 0 0 0 0,-1 0 0 0 0,0 0 0 0 0,-1 0 0 0 0,0 0 0 0 0,0 0 0 0 0,0 0 0 0 0,0 0 0 0 0,-1 0 0 0 0,0 1 0 0 0,0-1 0 0 0,-4-6 0 0 0,4 8-3 0 0,-1 1 1 0 0,1-1-1 0 0,-1 1 1 0 0,1 0-1 0 0,-1 0 1 0 0,0 0-1 0 0,0 0 1 0 0,-1 0-1 0 0,1 1 1 0 0,0 0-1 0 0,-1-1 1 0 0,0 1-1 0 0,1 1 1 0 0,-1-1-1 0 0,0 0 1 0 0,0 1-1 0 0,-8-2 1 0 0,11 3 4 0 0,-1-1 1 0 0,0 1 0 0 0,0 0 0 0 0,0 0-1 0 0,1 1 1 0 0,-1-1 0 0 0,0 0-1 0 0,0 0 1 0 0,0 1 0 0 0,1-1 0 0 0,-1 1-1 0 0,0 0 1 0 0,1-1 0 0 0,-1 1-1 0 0,0 0 1 0 0,1 0 0 0 0,-1 0-1 0 0,-2 2 1 0 0,4-2 0 0 0,-1-1-1 0 0,1 1 0 0 0,-1-1 1 0 0,1 1-1 0 0,-1-1 1 0 0,1 1-1 0 0,-1 0 0 0 0,1-1 1 0 0,0 1-1 0 0,-1 0 1 0 0,1-1-1 0 0,0 1 1 0 0,0 0-1 0 0,-1-1 0 0 0,1 1 1 0 0,0 0-1 0 0,0 0 1 0 0,0-1-1 0 0,0 1 0 0 0,0 0 1 0 0,0 0-1 0 0,0-1 1 0 0,0 1-1 0 0,0 0 1 0 0,0-1-1 0 0,1 1 0 0 0,-1 0 1 0 0,0 0-1 0 0,0-1 1 0 0,1 1-1 0 0,-1 0 0 0 0,0-1 1 0 0,1 1-1 0 0,-1 0 1 0 0,1-1-1 0 0,-1 1 1 0 0,1-1-1 0 0,-1 1 0 0 0,1-1 1 0 0,-1 1-1 0 0,1-1 1 0 0,-1 1-1 0 0,2 0 0 0 0,7 4-17 0 0,1 1 1 0 0,-1-1-1 0 0,1 0 0 0 0,0-1 0 0 0,1-1 0 0 0,-1 1 0 0 0,1-1 0 0 0,-1-1 0 0 0,1 0 0 0 0,0-1 0 0 0,16 1 0 0 0,13-2-100 0 0,71-7 1 0 0,25-19 518 0 0,-117 23-210 0 0,-16 3-123 0 0,12 0 81 0 0,-24 10-147 0 0,8-8 3 0 0,-1 0-1 0 0,0 0 1 0 0,0 0-1 0 0,1 0 1 0 0,-1 0-1 0 0,1 1 1 0 0,0-1-1 0 0,0 0 1 0 0,0 1-1 0 0,0-1 1 0 0,0 1-1 0 0,0-1 0 0 0,1 1 1 0 0,-2 5-1 0 0,2-3 2 0 0,-1 1-1 0 0,1 0 0 0 0,0 0 1 0 0,0 0-1 0 0,0 0 0 0 0,1 0 1 0 0,0 0-1 0 0,0 0 0 0 0,1-1 1 0 0,0 1-1 0 0,2 6 0 0 0,6 11-42 0 0,18 30 0 0 0,-1-4 17 0 0,-23-40 31 0 0,-2-5 181 0 0,1 1 0 0 0,-1 0 0 0 0,0 1 0 0 0,0-1 0 0 0,-1 0 0 0 0,0 0 0 0 0,2 11 0 0 0,-4-14-141 0 0,1-1-1 0 0,0 0 1 0 0,-1 0-1 0 0,1 0 1 0 0,-1 0-1 0 0,0 0 0 0 0,1 0 1 0 0,-1 0-1 0 0,0 0 1 0 0,1-1-1 0 0,-1 1 1 0 0,0 0-1 0 0,0 0 1 0 0,0 0-1 0 0,0-1 1 0 0,0 1-1 0 0,0-1 1 0 0,0 1-1 0 0,0-1 0 0 0,-2 2 1 0 0,-21 7 288 0 0,-1-2-1000 0 0,-2-2 0 0 0,-50 6 0 0 0,-9-7-7720 0 0,58-4 2504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8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73 980 0 0,'-5'-14'5310'0'0,"5"11"-5025"0"0,1 1 1 0 0,0-1-1 0 0,-1 0 0 0 0,1 1 1 0 0,0-1-1 0 0,0 1 0 0 0,0-1 1 0 0,1 1-1 0 0,-1-1 1 0 0,0 1-1 0 0,1 0 0 0 0,0 0 1 0 0,0 0-1 0 0,-1 0 0 0 0,1 0 1 0 0,0 0-1 0 0,1 0 1 0 0,-1 1-1 0 0,0-1 0 0 0,0 1 1 0 0,1-1-1 0 0,2 0 0 0 0,0 0-217 0 0,-1 1 0 0 0,0-1 0 0 0,1 1-1 0 0,-1 0 1 0 0,1 1 0 0 0,-1-1 0 0 0,1 1-1 0 0,0 0 1 0 0,-1 0 0 0 0,1 0-1 0 0,-1 1 1 0 0,7 1 0 0 0,-7-1-54 0 0,1 0 0 0 0,-1 0 0 0 0,1 0 0 0 0,-1 1 0 0 0,1 0 0 0 0,-1 0 0 0 0,0 0 0 0 0,0 1 0 0 0,0-1 0 0 0,0 1-1 0 0,0 0 1 0 0,0 0 0 0 0,-1 0 0 0 0,0 1 0 0 0,1-1 0 0 0,-1 1 0 0 0,-1 0 0 0 0,1 0 0 0 0,0 0 0 0 0,3 9 0 0 0,-5-9-9 0 0,1 1 0 0 0,-1-1 0 0 0,0 1 0 0 0,-1 0 0 0 0,1-1-1 0 0,-1 1 1 0 0,0 0 0 0 0,0 0 0 0 0,-1-1 0 0 0,1 1 0 0 0,-1 0 0 0 0,0-1 0 0 0,0 1 0 0 0,-1-1 0 0 0,1 1-1 0 0,-1-1 1 0 0,0 1 0 0 0,0-1 0 0 0,-1 0 0 0 0,-3 5 0 0 0,-9 11 389 0 0,-1-1 1 0 0,-1 0-1 0 0,-1-2 0 0 0,-20 16 1 0 0,29-25-62 0 0,7-6-259 0 0,-1 0-1 0 0,1 0 1 0 0,0 0 0 0 0,0 0 0 0 0,0 1-1 0 0,0-1 1 0 0,0 0 0 0 0,1 1 0 0 0,-3 3-1 0 0,4-5-67 0 0,0 0-1 0 0,0 0 0 0 0,0 0 0 0 0,0 0 0 0 0,0 0 0 0 0,0 0 0 0 0,0 0 0 0 0,1 0 0 0 0,-1 0 0 0 0,0-1 0 0 0,0 1 1 0 0,1 0-1 0 0,-1 0 0 0 0,0 0 0 0 0,1 0 0 0 0,-1 0 0 0 0,1 0 0 0 0,0-1 0 0 0,-1 1 0 0 0,1 0 0 0 0,-1 0 0 0 0,1-1 1 0 0,0 1-1 0 0,0-1 0 0 0,-1 1 0 0 0,1 0 0 0 0,0-1 0 0 0,0 1 0 0 0,0-1 0 0 0,1 1 0 0 0,24 14-3 0 0,-2 2 0 0 0,0 1-1 0 0,0 0 1 0 0,-2 2 0 0 0,0 0 0 0 0,25 33-1 0 0,-45-51 80 0 0,-1-1-1 0 0,0 1 0 0 0,1 0 0 0 0,-1 0 1 0 0,0 0-1 0 0,0 0 0 0 0,0 0 0 0 0,-1 0 1 0 0,1 0-1 0 0,0 0 0 0 0,-1 0 0 0 0,1 0 1 0 0,-1 1-1 0 0,0-1 0 0 0,0 0 0 0 0,0 0 1 0 0,0 0-1 0 0,0 1 0 0 0,0-1 0 0 0,0 0 1 0 0,-1 3-1 0 0,-1-3 4 0 0,1 1 0 0 0,0-1 1 0 0,-1 1-1 0 0,0-1 0 0 0,1 0 1 0 0,-1 0-1 0 0,0 1 0 0 0,0-1 1 0 0,0-1-1 0 0,-1 1 0 0 0,1 0 0 0 0,0 0 1 0 0,-1-1-1 0 0,-2 2 0 0 0,-6 2 57 0 0,-1 0-1 0 0,1-1 1 0 0,-1 0-1 0 0,0-1 0 0 0,0 0 1 0 0,-16 1-1 0 0,6-3-77 0 0,0-1-1 0 0,0-1 1 0 0,-38-7-1 0 0,19 3-846 0 0,28 0-791 0 0,15-2-1475 0 0,17-5-524 0 0,17-2-2045 0 0,-11 4 1020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19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104 382 1484 0 0,'4'-3'1044'0'0,"1"-1"-1"0"0,-1 1 1 0 0,0-1-1 0 0,0 0 1 0 0,0 0-1 0 0,0-1 0 0 0,-1 1 1 0 0,0-1-1 0 0,0 1 1 0 0,0-1-1 0 0,0 0 1 0 0,1-6-1 0 0,-3 9-465 0 0,-2 0 38 0 0,1 2-602 0 0,0-1 0 0 0,0 1 1 0 0,0 0-1 0 0,0 0 0 0 0,0 0 0 0 0,0-1 0 0 0,0 1 0 0 0,0 0 0 0 0,0 0 0 0 0,0 0 0 0 0,0 0 0 0 0,-1-1 1 0 0,1 1-1 0 0,0 0 0 0 0,0 0 0 0 0,0 0 0 0 0,0 0 0 0 0,0-1 0 0 0,0 1 0 0 0,0 0 0 0 0,0 0 0 0 0,-1 0 0 0 0,1 0 1 0 0,0 0-1 0 0,0 0 0 0 0,0 0 0 0 0,0-1 0 0 0,0 1 0 0 0,-1 0 0 0 0,1 0 0 0 0,0 0 0 0 0,0 0 0 0 0,0 0 1 0 0,-1 0-1 0 0,1 0 0 0 0,0 0 0 0 0,-13 10 99 0 0,0 0 1 0 0,0 1 0 0 0,2 0-1 0 0,-1 1 1 0 0,1 1 0 0 0,1-1-1 0 0,0 2 1 0 0,1-1-1 0 0,-8 17 1 0 0,13-22-104 0 0,0 0 1 0 0,0 0-1 0 0,1 0 0 0 0,0 1 1 0 0,0-1-1 0 0,1 1 1 0 0,0 0-1 0 0,0 0 0 0 0,1-1 1 0 0,1 1-1 0 0,-1 0 0 0 0,1 0 1 0 0,1 0-1 0 0,0 0 0 0 0,0 0 1 0 0,0 0-1 0 0,1 0 0 0 0,5 11 1 0 0,-4-14-1 0 0,0-1 0 0 0,0 0 1 0 0,1-1-1 0 0,-1 1 0 0 0,1 0 1 0 0,1-1-1 0 0,-1 0 0 0 0,0 0 1 0 0,1 0-1 0 0,0-1 0 0 0,0 1 1 0 0,0-1-1 0 0,0-1 0 0 0,1 1 1 0 0,-1-1-1 0 0,1 1 0 0 0,-1-2 1 0 0,1 1-1 0 0,8 1 0 0 0,0 0-28 0 0,-1-1-1 0 0,1-1 0 0 0,0 0 0 0 0,-1-1 1 0 0,1 0-1 0 0,-1-1 0 0 0,22-4 0 0 0,-23 2-14 0 0,-1-1-1 0 0,1 0 1 0 0,-1-1 0 0 0,0 0-1 0 0,0 0 1 0 0,0-1-1 0 0,-1-1 1 0 0,0 0 0 0 0,0 0-1 0 0,17-16 1 0 0,-12 6 24 0 0,0 0 1 0 0,-1 0 0 0 0,-1-1-1 0 0,22-40 1 0 0,-3 4 173 0 0,-31 52-172 0 0,-14 13-92 0 0,7-3 99 0 0,2 1 0 0 0,-1 0 0 0 0,1 0 0 0 0,1 0 0 0 0,0 1 0 0 0,0-1 0 0 0,1 1 0 0 0,0 0 0 0 0,-1 13 0 0 0,3-19 9 0 0,0 0 0 0 0,0 0-1 0 0,0 0 1 0 0,0 0-1 0 0,1 0 1 0 0,0 0 0 0 0,-1-1-1 0 0,1 1 1 0 0,1 0 0 0 0,-1 0-1 0 0,1-1 1 0 0,-1 1 0 0 0,1 0-1 0 0,0-1 1 0 0,0 0 0 0 0,0 1-1 0 0,1-1 1 0 0,-1 0-1 0 0,1 0 1 0 0,0-1 0 0 0,0 1-1 0 0,0 0 1 0 0,0-1 0 0 0,0 0-1 0 0,1 0 1 0 0,6 4 0 0 0,8 1-10 0 0,1-1 1 0 0,0 0-1 0 0,0-2 0 0 0,0 0 1 0 0,1-1-1 0 0,-1-1 1 0 0,1 0-1 0 0,0-2 1 0 0,-1 0-1 0 0,1-2 1 0 0,0 0-1 0 0,-1-1 1 0 0,0-1-1 0 0,1 0 1 0 0,31-13-1 0 0,-41 11-12 0 0,-1 1 0 0 0,1-1 1 0 0,-1 0-1 0 0,-1-1 0 0 0,1 0 0 0 0,-1 0 1 0 0,0-1-1 0 0,-1 0 0 0 0,1-1 0 0 0,-2 1 1 0 0,1-1-1 0 0,5-13 0 0 0,-9 18 11 0 0,-1 0 0 0 0,0 0 0 0 0,0 0 0 0 0,0-1 0 0 0,-1 1 1 0 0,0-1-1 0 0,0 0 0 0 0,0 1 0 0 0,0-1 0 0 0,-1 0 0 0 0,0 1 0 0 0,0-1 0 0 0,0 0 0 0 0,0 1 0 0 0,-1-1 0 0 0,0 0 0 0 0,0 1 1 0 0,0-1-1 0 0,0 1 0 0 0,-1-1 0 0 0,1 1 0 0 0,-1 0 0 0 0,-1-1 0 0 0,1 1 0 0 0,0 0 0 0 0,-1 0 0 0 0,0 1 0 0 0,0-1 0 0 0,0 1 1 0 0,-7-7-1 0 0,4 5-7 0 0,-1 1 0 0 0,0-1 1 0 0,0 1-1 0 0,0 0 1 0 0,0 1-1 0 0,-1-1 0 0 0,1 2 1 0 0,-1-1-1 0 0,0 1 0 0 0,0 0 1 0 0,0 1-1 0 0,0-1 1 0 0,0 2-1 0 0,0-1 0 0 0,0 1 1 0 0,0 0-1 0 0,0 1 0 0 0,0 0 1 0 0,0 0-1 0 0,0 1 1 0 0,0 0-1 0 0,0 0 0 0 0,1 1 1 0 0,-1 0-1 0 0,1 0 0 0 0,-1 1 1 0 0,1 0-1 0 0,-8 6 1 0 0,14-9 5 0 0,-1 0-1 0 0,1 0 1 0 0,0 0 0 0 0,-1 0 0 0 0,1 1 0 0 0,0-1 0 0 0,0 0 0 0 0,-1 1 0 0 0,1-1 0 0 0,0 1 0 0 0,0-1 0 0 0,1 1 0 0 0,-1 0-1 0 0,0-1 1 0 0,1 1 0 0 0,-1 0 0 0 0,1-1 0 0 0,-1 1 0 0 0,1 0 0 0 0,0 0 0 0 0,-1 0 0 0 0,1-1 0 0 0,0 1 0 0 0,1 3 0 0 0,-1-3 0 0 0,1 0 1 0 0,0 0 0 0 0,0 0 0 0 0,1-1 0 0 0,-1 1-1 0 0,0 0 1 0 0,0-1 0 0 0,1 1 0 0 0,-1-1 0 0 0,1 1 0 0 0,0-1-1 0 0,-1 1 1 0 0,1-1 0 0 0,0 0 0 0 0,0 0 0 0 0,-1 0 0 0 0,1 0-1 0 0,0 0 1 0 0,0-1 0 0 0,3 2 0 0 0,12 2-89 0 0,0 0 0 0 0,0-1 0 0 0,1-1 0 0 0,-1 0 0 0 0,1-1 0 0 0,-1-1 0 0 0,31-4 0 0 0,-15-1-206 0 0,-2-1-1 0 0,1-1 1 0 0,38-15-1 0 0,-49 14 192 0 0,0-2 0 0 0,-1 0-1 0 0,-1-1 1 0 0,1-1 0 0 0,-2-1-1 0 0,0 0 1 0 0,0-1 0 0 0,-1-2-1 0 0,19-21 1 0 0,-11 7 175 0 0,-2 0-1 0 0,-1-2 1 0 0,-1-1-1 0 0,27-57 1 0 0,-39 69 174 0 0,-5 10-120 0 0,2 0-1 0 0,-1 0 1 0 0,10-13-1 0 0,-14 23-107 0 0,-2 3-7 0 0,-12 23-22 0 0,1 0-1 0 0,2 1 0 0 0,0 1 1 0 0,-7 39-1 0 0,-13 115 14 0 0,28-159 24 0 0,1 0 0 0 0,1 0 0 0 0,1 0 0 0 0,1 0 0 0 0,0 0 0 0 0,2 0-1 0 0,1-1 1 0 0,0 1 0 0 0,10 21 0 0 0,-12-34-21 0 0,2 1 1 0 0,-1-1-1 0 0,1 0 0 0 0,0 0 1 0 0,1-1-1 0 0,0 0 1 0 0,1 0-1 0 0,0 0 0 0 0,0-1 1 0 0,0 0-1 0 0,1 0 0 0 0,0 0 1 0 0,0-1-1 0 0,1-1 1 0 0,0 1-1 0 0,0-2 0 0 0,0 1 1 0 0,0-1-1 0 0,1 0 0 0 0,-1-1 1 0 0,17 3-1 0 0,-21-5-92 0 0,1 0 0 0 0,0 0 0 0 0,0-1 1 0 0,0 0-1 0 0,-1 0 0 0 0,1 0 0 0 0,0-1 0 0 0,0 0 0 0 0,0 0 0 0 0,-1-1 0 0 0,1 1 0 0 0,-1-1 1 0 0,9-4-1 0 0,-7 2-2 0 0,-1 0 1 0 0,1-1 0 0 0,-1 1-1 0 0,0-1 1 0 0,0-1 0 0 0,-1 1-1 0 0,1-1 1 0 0,-1 0 0 0 0,5-7-1 0 0,0-5 189 0 0,1 0-1 0 0,-2-1 0 0 0,0 0 1 0 0,-2-1-1 0 0,0 0 0 0 0,7-33 1 0 0,9-38 1967 0 0,-23 88-1969 0 0,-8 44-51 0 0,1-11-27 0 0,6-16-1 0 0,0-1-1 0 0,1 1 0 0 0,0-1 0 0 0,1 1 0 0 0,0-1 0 0 0,1 1 0 0 0,1-1 0 0 0,5 17 0 0 0,-6-24 2 0 0,1 0 1 0 0,-1 0-1 0 0,1 0 1 0 0,0-1-1 0 0,1 1 1 0 0,0-1-1 0 0,0 0 1 0 0,0 0 0 0 0,0 0-1 0 0,1 0 1 0 0,0-1-1 0 0,-1 0 1 0 0,2 0-1 0 0,-1 0 1 0 0,0-1-1 0 0,1 0 1 0 0,0 0-1 0 0,0 0 1 0 0,6 2 0 0 0,-5-3-13 0 0,0 0 0 0 0,1 0 0 0 0,-1-1 0 0 0,0 1 0 0 0,1-2 0 0 0,-1 1 0 0 0,0-1 1 0 0,1 0-1 0 0,-1-1 0 0 0,1 0 0 0 0,12-3 0 0 0,-9 1-6 0 0,-1-1 0 0 0,0 0-1 0 0,0 0 1 0 0,0-1 0 0 0,-1-1 0 0 0,0 1-1 0 0,12-11 1 0 0,-2 0-3 0 0,0-2-1 0 0,-2-1 1 0 0,0 0-1 0 0,-1-1 1 0 0,-1 0-1 0 0,13-25 1 0 0,16-35 1006 0 0,-43 79-1009 0 0,-1 3-10 0 0,-1 6 21 0 0,-1-1 1 0 0,0 0-1 0 0,1 1 1 0 0,-2-1-1 0 0,-4 10 1 0 0,-3 11 6 0 0,8-17 4 0 0,-1 0 0 0 0,1 1 1 0 0,1 0-1 0 0,0-1 0 0 0,1 1 0 0 0,0-1 1 0 0,3 23-1 0 0,-1-28-67 0 0,-1-1 0 0 0,1 0-1 0 0,0 1 1 0 0,0-1 0 0 0,0 0 0 0 0,1 0-1 0 0,-1 0 1 0 0,2-1 0 0 0,-1 1 0 0 0,0-1-1 0 0,1 1 1 0 0,-1-1 0 0 0,1 0 0 0 0,1 0-1 0 0,-1-1 1 0 0,0 1 0 0 0,1-1 0 0 0,8 4 0 0 0,-3-1-582 0 0,1-1 0 0 0,-1-1 0 0 0,1 0 0 0 0,0 0 0 0 0,15 2 0 0 0,-15-4-882 0 0,0-1 1 0 0,0 0-1 0 0,11-1 1 0 0,1-1-3347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0.3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2 106 40 0 0,'10'-38'5263'0'0,"-6"27"-3215"0"0,-1-1 1 0 0,-1 0 0 0 0,3-21-1 0 0,-4 61-1653 0 0,-2 28-256 0 0,-4 18-98 0 0,-5 35 3960 0 0,6-112-3735 0 0,3 3-261 0 0,1 0-1 0 0,0 0 1 0 0,0 0-1 0 0,-1 0 0 0 0,1 0 1 0 0,0 0-1 0 0,0-1 0 0 0,-1 1 1 0 0,1 0-1 0 0,0 0 1 0 0,0 0-1 0 0,-1 0 0 0 0,1 0 1 0 0,0 0-1 0 0,0-1 1 0 0,0 1-1 0 0,-1 0 0 0 0,1 0 1 0 0,0 0-1 0 0,0 0 1 0 0,0-1-1 0 0,-1 1 0 0 0,1 0 1 0 0,0 0-1 0 0,0-1 1 0 0,0 1-1 0 0,0 0 0 0 0,0 0 1 0 0,0-1-1 0 0,0 1 0 0 0,0 0 1 0 0,-1 0-1 0 0,1-1 1 0 0,0 1-1 0 0,0 0 0 0 0,0 0 1 0 0,0-1-1 0 0,0 1 1 0 0,0-1-1 0 0,1-11 32 0 0,-1 0 0 0 0,2-1 0 0 0,-1 1-1 0 0,2 0 1 0 0,0 0 0 0 0,0 0 0 0 0,1 0 0 0 0,7-15 0 0 0,-8 22-50 0 0,-1-1 1 0 0,1 2 0 0 0,0-1 0 0 0,0 0-1 0 0,1 0 1 0 0,0 1 0 0 0,0 0 0 0 0,0 0-1 0 0,0 0 1 0 0,0 0 0 0 0,1 1-1 0 0,-1-1 1 0 0,1 1 0 0 0,0 1 0 0 0,0-1-1 0 0,1 0 1 0 0,-1 1 0 0 0,0 0 0 0 0,1 1-1 0 0,9-3 1 0 0,-9 4 3 0 0,-1-1-1 0 0,1 1 1 0 0,-1 1 0 0 0,0-1-1 0 0,1 1 1 0 0,-1 0 0 0 0,0 0-1 0 0,1 1 1 0 0,-1-1 0 0 0,0 1-1 0 0,0 1 1 0 0,0-1-1 0 0,0 0 1 0 0,-1 1 0 0 0,1 0-1 0 0,-1 0 1 0 0,1 1 0 0 0,-1-1-1 0 0,0 1 1 0 0,-1 0 0 0 0,1 0-1 0 0,4 7 1 0 0,2 2 8 0 0,-2 0 0 0 0,0 0 0 0 0,0 1 0 0 0,-1 0 0 0 0,-1 0-1 0 0,7 23 1 0 0,-9-23 25 0 0,-3-13-20 0 0,0 0 1 0 0,-1 0-1 0 0,0 0 0 0 0,1-1 0 0 0,-1 1 0 0 0,0 0 0 0 0,1 0 0 0 0,-1 0 0 0 0,0 0 0 0 0,0 0 0 0 0,0 0 0 0 0,1 0 0 0 0,-1 0 0 0 0,0 0 0 0 0,-1 0 0 0 0,1 0 0 0 0,0 0 0 0 0,0 0 0 0 0,0 0 0 0 0,-1 0 0 0 0,1 0 0 0 0,0 0 0 0 0,-1 0 0 0 0,1 0 0 0 0,-2 1 0 0 0,2-1 17 0 0,-4-1-8 0 0,4 1-11 0 0,-1-1 0 0 0,1 0 0 0 0,-1 0 0 0 0,0 0 0 0 0,1 0 1 0 0,-1 0-1 0 0,0 0 0 0 0,1 0 0 0 0,-1 0 0 0 0,0 0 0 0 0,1-1 0 0 0,-1 1 0 0 0,0 0 0 0 0,1 0 0 0 0,-1 0 0 0 0,0-1 0 0 0,1 1 0 0 0,-1 0 0 0 0,1-1 0 0 0,-1 1 0 0 0,1-1 0 0 0,-1 1 0 0 0,1 0 0 0 0,-1-1 0 0 0,1 1 0 0 0,-1-1 0 0 0,1 1 0 0 0,0-1 0 0 0,-1 0 0 0 0,1 1 0 0 0,0-1 0 0 0,-1 1 0 0 0,1-1 0 0 0,0 0 0 0 0,0 1 0 0 0,0-1 0 0 0,-1 0 1 0 0,1 1-1 0 0,0-1 0 0 0,0 1 0 0 0,0-1 0 0 0,0 0 0 0 0,0 0 0 0 0,0-10-13 0 0,0 1 1 0 0,1-1 0 0 0,0 1-1 0 0,1-1 1 0 0,0 1 0 0 0,1 0-1 0 0,0 0 1 0 0,0 0 0 0 0,1 0-1 0 0,0 0 1 0 0,1 1 0 0 0,0 0-1 0 0,10-13 1 0 0,-10 14-8 0 0,0 1-1 0 0,0 0 1 0 0,1 1 0 0 0,0-1-1 0 0,1 1 1 0 0,-1 1 0 0 0,1-1-1 0 0,0 1 1 0 0,0 0 0 0 0,1 1-1 0 0,0-1 1 0 0,-1 1 0 0 0,1 1-1 0 0,1 0 1 0 0,-1 0 0 0 0,15-3-1 0 0,-19 6 12 0 0,0 0 0 0 0,0 0 0 0 0,0 0-1 0 0,0 0 1 0 0,0 0 0 0 0,0 1 0 0 0,0 0-1 0 0,0 0 1 0 0,0 0 0 0 0,0 0 0 0 0,0 1-1 0 0,-1 0 1 0 0,1 0 0 0 0,0 0 0 0 0,-1 0-1 0 0,1 0 1 0 0,-1 0 0 0 0,0 1 0 0 0,0 0-1 0 0,0 0 1 0 0,0 0 0 0 0,-1 0 0 0 0,1 0-1 0 0,-1 0 1 0 0,1 1 0 0 0,-1-1 0 0 0,0 1-1 0 0,1 3 1 0 0,4 10-5 0 0,0 1 0 0 0,-1-1-1 0 0,-1 1 1 0 0,5 29 0 0 0,-10-44-71 0 0,2 9-604 0 0,1 0 0 0 0,6 19-1 0 0,-7-28 80 0 0,-1 1-1 0 0,1-1 1 0 0,0 0-1 0 0,0 1 1 0 0,0-1-1 0 0,1 0 0 0 0,-1 0 1 0 0,1 0-1 0 0,-1 0 1 0 0,1-1-1 0 0,0 1 1 0 0,5 3-1 0 0,7 1-4606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1.1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92 16 0 0,'11'-58'13821'0'0,"-15"87"-13716"0"0,-49 202 562 0 0,53-231-663 0 0,-1 5 394 0 0,0 0-1 0 0,0-1 1 0 0,0 1 0 0 0,-1 0 0 0 0,0-1-1 0 0,-4 9 1 0 0,5-12 52 0 0,5-25-53 0 0,4 0-376 0 0,1 0 1 0 0,1 0-1 0 0,1 1 0 0 0,1 0 0 0 0,0 1 0 0 0,2 0 0 0 0,20-24 0 0 0,-30 43-36 0 0,-1-1-1 0 0,1 0 1 0 0,0 0 0 0 0,0 1-1 0 0,0 0 1 0 0,0 0 0 0 0,0 0 0 0 0,1 1-1 0 0,-1-1 1 0 0,1 1 0 0 0,9-3-1 0 0,-12 4 7 0 0,1 1 0 0 0,-1-1 0 0 0,0 1 0 0 0,1 0 0 0 0,0 0 0 0 0,-1 0 0 0 0,1 0 0 0 0,-1 0 0 0 0,1 1 0 0 0,-1-1 0 0 0,0 1 0 0 0,1-1 0 0 0,-1 1 0 0 0,1 0 0 0 0,-1 0 0 0 0,0 0-1 0 0,0 0 1 0 0,1 1 0 0 0,-1-1 0 0 0,0 1 0 0 0,0-1 0 0 0,0 1 0 0 0,-1 0 0 0 0,1-1 0 0 0,0 1 0 0 0,1 2 0 0 0,0 1 3 0 0,1 0 0 0 0,-1 0 1 0 0,-1 0-1 0 0,1 0 0 0 0,-1 0 0 0 0,0 1 0 0 0,0-1 1 0 0,0 1-1 0 0,0 7 0 0 0,4 56-23 0 0,0-3 67 0 0,-6-64-35 0 0,1 0-1 0 0,-1 0 1 0 0,1 0 0 0 0,-1 0-1 0 0,1 0 1 0 0,0-1-1 0 0,0 1 1 0 0,-1 0-1 0 0,1 0 1 0 0,0-1-1 0 0,1 1 1 0 0,-1 0-1 0 0,0-1 1 0 0,0 1 0 0 0,1-1-1 0 0,-1 0 1 0 0,1 1-1 0 0,-1-1 1 0 0,1 0-1 0 0,-1 0 1 0 0,1 0-1 0 0,0 0 1 0 0,0 0 0 0 0,-1 0-1 0 0,1-1 1 0 0,0 1-1 0 0,0-1 1 0 0,0 1-1 0 0,0-1 1 0 0,0 0-1 0 0,0 1 1 0 0,0-1 0 0 0,0 0-1 0 0,3-1 1 0 0,6-1-50 0 0,-1-1 0 0 0,1-1 0 0 0,-1 0 0 0 0,0-1 1 0 0,0 1-1 0 0,0-2 0 0 0,-1 0 0 0 0,0 0 0 0 0,0 0 0 0 0,0-1 1 0 0,-1-1-1 0 0,9-8 0 0 0,3-6-7 0 0,-1 0 1 0 0,-1-1-1 0 0,24-39 1 0 0,-26 34 350 0 0,23-52-1 0 0,-39 80-300 0 0,0-1 0 0 0,0 1 0 0 0,0 0 0 0 0,0-1 0 0 0,0 1 0 0 0,0 0 0 0 0,0-1 0 0 0,1 1 0 0 0,-1 0 0 0 0,0 0 0 0 0,0-1 0 0 0,0 1 0 0 0,1 0 0 0 0,-1-1 0 0 0,0 1-1 0 0,0 0 1 0 0,0 0 0 0 0,1-1 0 0 0,-1 1 0 0 0,0 0 0 0 0,1 0 0 0 0,-1 0 0 0 0,0-1 0 0 0,1 1 0 0 0,-1 0 0 0 0,0 0 0 0 0,0 0 0 0 0,1 0 0 0 0,-1 0 0 0 0,0 0 0 0 0,1 0 0 0 0,0 0 0 0 0,7 8-42 0 0,6 24 49 0 0,-13-28-15 0 0,31 70 16 0 0,-16-40 58 0 0,-1 2 0 0 0,15 54 0 0 0,-30-88 13 0 0,1 1 1 0 0,-1-1 0 0 0,1 0-1 0 0,-1 1 1 0 0,0-1 0 0 0,1 1-1 0 0,-2-1 1 0 0,1 0-1 0 0,0 1 1 0 0,0-1 0 0 0,-1 0-1 0 0,1 1 1 0 0,-1-1 0 0 0,1 0-1 0 0,-1 1 1 0 0,0-1 0 0 0,0 0-1 0 0,0 0 1 0 0,0 0 0 0 0,-1 0-1 0 0,1 0 1 0 0,-1 0-1 0 0,-1 2 1 0 0,0-2-37 0 0,0 0 0 0 0,-1 1 0 0 0,1-1 0 0 0,-1 0 0 0 0,1-1 0 0 0,-1 1 0 0 0,0-1 0 0 0,1 0 0 0 0,-1 0 0 0 0,0 0 0 0 0,0 0 0 0 0,0 0 0 0 0,-5-1 0 0 0,-12 1-696 0 0,1 0 0 0 0,-1-2 0 0 0,0 0-1 0 0,-30-7 1 0 0,31 3-1825 0 0,0 0 0 0 0,-28-12 0 0 0,4-4-4541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2.1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1 139 1760 0 0,'35'-137'10626'0'0,"-35"135"-10498"0"0,3 28 213 0 0,-4 39 45 0 0,-1-20-312 0 0,6 62 0 0 0,-2-95-70 0 0,-1 1 1 0 0,2-1 0 0 0,0 1 0 0 0,0-1-1 0 0,1 0 1 0 0,1 0 0 0 0,0 0-1 0 0,1-1 1 0 0,10 17 0 0 0,-14-25 6 0 0,1 1-1 0 0,0 0 1 0 0,0-1 0 0 0,0 0 0 0 0,0 1 0 0 0,0-1-1 0 0,1-1 1 0 0,0 1 0 0 0,-1 0 0 0 0,1-1 0 0 0,0 0-1 0 0,0 0 1 0 0,0 0 0 0 0,1 0 0 0 0,-1-1 0 0 0,0 1-1 0 0,1-1 1 0 0,-1 0 0 0 0,1-1 0 0 0,-1 1 0 0 0,1-1-1 0 0,4 0 1 0 0,-3-1 7 0 0,-1 1-1 0 0,1-2 0 0 0,-1 1 0 0 0,0-1 0 0 0,0 1 1 0 0,1-2-1 0 0,-1 1 0 0 0,0 0 0 0 0,-1-1 1 0 0,1 0-1 0 0,0 0 0 0 0,-1 0 0 0 0,0-1 1 0 0,0 0-1 0 0,0 0 0 0 0,0 0 0 0 0,6-8 1 0 0,0-2 97 0 0,-1-1 0 0 0,-1 0 0 0 0,0 0 0 0 0,7-20 0 0 0,19-69 2418 0 0,-28 86-1927 0 0,4-9-180 0 0,-10 27-426 0 0,0 0 0 0 0,0 0 0 0 0,0 0 0 0 0,0 0 0 0 0,0 0 0 0 0,0 0 0 0 0,0-1 0 0 0,0 1 0 0 0,0 0 1 0 0,0 0-1 0 0,0 0 0 0 0,0 0 0 0 0,0 0 0 0 0,1 0 0 0 0,-1 0 0 0 0,0 0 0 0 0,0 0 0 0 0,0 0 0 0 0,0 0 0 0 0,0 0 0 0 0,0 0 0 0 0,0 0 1 0 0,0 0-1 0 0,0 0 0 0 0,0 0 0 0 0,1 0 0 0 0,-1 0 0 0 0,0 0 0 0 0,0 0 0 0 0,0 0 0 0 0,0 0 0 0 0,0 0 0 0 0,0 0 0 0 0,0 0 1 0 0,0 0-1 0 0,0 0 0 0 0,1 0 0 0 0,-1 0 0 0 0,0 0 0 0 0,0 0 0 0 0,0 0 0 0 0,0 0 0 0 0,0 0 0 0 0,0 0 0 0 0,0 0 0 0 0,0 0 1 0 0,0 1-1 0 0,0-1 0 0 0,0 0 0 0 0,0 0 0 0 0,0 0 0 0 0,1 0 0 0 0,-1 0 0 0 0,0 0 0 0 0,0 0 0 0 0,0 0 0 0 0,0 0 0 0 0,0 0 1 0 0,0 1-1 0 0,0-1 0 0 0,0 0 0 0 0,0 0 0 0 0,2 18 98 0 0,-4 113 159 0 0,0-93-311 0 0,1 1-1 0 0,5 48 1 0 0,-1-62-367 0 0,2 1-1 0 0,8 28 1 0 0,-10-44-482 0 0,1 0 1 0 0,10 18-1 0 0,-10-21-372 0 0,0 0 0 0 0,1-1 0 0 0,0 0 0 0 0,10 10 0 0 0,-2-5-4306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3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0 316 1644 0 0,'4'-9'1332'0'0,"1"-3"583"0"0,0 0-1 0 0,1 1 1 0 0,13-19 0 0 0,-18 29-1869 0 0,1-1-1 0 0,-1 1 1 0 0,0 0 0 0 0,1 1-1 0 0,-1-1 1 0 0,1 0 0 0 0,-1 0 0 0 0,1 1-1 0 0,-1-1 1 0 0,1 0 0 0 0,-1 1-1 0 0,1 0 1 0 0,0-1 0 0 0,-1 1-1 0 0,1 0 1 0 0,0 0 0 0 0,-1 0-1 0 0,1 0 1 0 0,0 0 0 0 0,-1 0 0 0 0,1 1-1 0 0,0-1 1 0 0,-1 0 0 0 0,1 1-1 0 0,-1-1 1 0 0,1 1 0 0 0,-1 0-1 0 0,1 0 1 0 0,-1-1 0 0 0,3 3-1 0 0,3 1-6 0 0,-1 0 0 0 0,-1 0 0 0 0,1 0 0 0 0,-1 1 0 0 0,9 9 0 0 0,-8-8 20 0 0,-1 0 0 0 0,-1 1-1 0 0,0-1 1 0 0,1 1 0 0 0,-2 0 0 0 0,1 0 0 0 0,-1 1-1 0 0,0-1 1 0 0,-1 1 0 0 0,0-1 0 0 0,0 1-1 0 0,0 0 1 0 0,-1 0 0 0 0,-1-1 0 0 0,1 1 0 0 0,-1 0-1 0 0,0 0 1 0 0,-1 0 0 0 0,0 0 0 0 0,0 0-1 0 0,-1 0 1 0 0,0-1 0 0 0,0 1 0 0 0,-6 12 0 0 0,8-19-18 0 0,-1 0 0 0 0,1 0 0 0 0,0 0 0 0 0,-1 0 1 0 0,1 0-1 0 0,-1 0 0 0 0,1-1 0 0 0,-1 1 0 0 0,0 0 0 0 0,1 0 1 0 0,-1-1-1 0 0,0 1 0 0 0,1 0 0 0 0,-1-1 0 0 0,0 1 1 0 0,0 0-1 0 0,0-1 0 0 0,-1 1 0 0 0,2-1-20 0 0,-1 0 1 0 0,1 0-1 0 0,-1 0 0 0 0,0 0 1 0 0,1 0-1 0 0,-1 0 0 0 0,1 0 1 0 0,-1 0-1 0 0,1 0 0 0 0,-1 0 0 0 0,1-1 1 0 0,-1 1-1 0 0,1 0 0 0 0,-1 0 1 0 0,1 0-1 0 0,-1-1 0 0 0,1 1 0 0 0,-1 0 1 0 0,1-1-1 0 0,-1 1 0 0 0,1 0 1 0 0,0-1-1 0 0,-1 0 0 0 0,-1-1-8 0 0,1 0 0 0 0,0 0 0 0 0,0 0 0 0 0,0 0 0 0 0,0 0 0 0 0,0-1 0 0 0,0 1 0 0 0,0 0 0 0 0,1 0 0 0 0,-1-1-1 0 0,1 1 1 0 0,0 0 0 0 0,0-1 0 0 0,0 1 0 0 0,0 0 0 0 0,0-4 0 0 0,2-2-20 0 0,0 1 0 0 0,0-1 0 0 0,0 1 0 0 0,1 0 0 0 0,0 0 0 0 0,1 0 0 0 0,0 0 0 0 0,0 0 0 0 0,0 1 0 0 0,1-1 0 0 0,-1 1 0 0 0,2 0 0 0 0,-1 1 0 0 0,1-1 0 0 0,8-5 0 0 0,-3 2-19 0 0,1 1 0 0 0,0 1 1 0 0,0 0-1 0 0,1 1 0 0 0,0 0 0 0 0,0 1 1 0 0,22-5-1 0 0,-32 9 19 0 0,0 0 0 0 0,0 0-1 0 0,0 1 1 0 0,0-1 0 0 0,0 1 0 0 0,1 0-1 0 0,-1 0 1 0 0,0 0 0 0 0,0 0 0 0 0,0 0 0 0 0,0 1-1 0 0,0 0 1 0 0,1-1 0 0 0,-1 1 0 0 0,0 0 0 0 0,0 1-1 0 0,-1-1 1 0 0,1 0 0 0 0,0 1 0 0 0,0 0-1 0 0,-1-1 1 0 0,1 1 0 0 0,-1 0 0 0 0,1 0 0 0 0,-1 1-1 0 0,0-1 1 0 0,0 0 0 0 0,0 1 0 0 0,0 0-1 0 0,2 4 1 0 0,3 6-4 0 0,-2 1-1 0 0,1-1 1 0 0,-2 1 0 0 0,0 0-1 0 0,3 21 1 0 0,1 4-46 0 0,-7-36 56 0 0,-1 0 0 0 0,1 0 0 0 0,0 0-1 0 0,0-1 1 0 0,0 1 0 0 0,0 0 0 0 0,1 0-1 0 0,-1-1 1 0 0,1 1 0 0 0,-1-1-1 0 0,1 1 1 0 0,0-1 0 0 0,0 0 0 0 0,0 0-1 0 0,0 0 1 0 0,1 0 0 0 0,2 2 0 0 0,0-2 18 0 0,1 0 0 0 0,0-1 0 0 0,-1 1 0 0 0,1-2 0 0 0,0 1 1 0 0,-1 0-1 0 0,1-1 0 0 0,0 0 0 0 0,0-1 0 0 0,0 1 0 0 0,-1-1 0 0 0,1 0 1 0 0,0 0-1 0 0,-1-1 0 0 0,1 0 0 0 0,-1 0 0 0 0,0 0 0 0 0,9-5 0 0 0,-1 0 11 0 0,0-1 0 0 0,0 0 0 0 0,0-1 0 0 0,-1 0 0 0 0,-1-1 0 0 0,13-13 0 0 0,-13 11-17 0 0,-1-1 0 0 0,-1 0 0 0 0,0 0 0 0 0,0-1 0 0 0,-2 0 0 0 0,0 0 0 0 0,6-17 0 0 0,-10 25-23 0 0,-1-1-1 0 0,0 0 0 0 0,0 0 0 0 0,-1 0 1 0 0,0 0-1 0 0,0 0 0 0 0,-1 0 1 0 0,1 0-1 0 0,-2 0 0 0 0,1 0 0 0 0,-1 0 1 0 0,0 0-1 0 0,0 0 0 0 0,-1 0 1 0 0,0 0-1 0 0,0 0 0 0 0,-1 0 0 0 0,-3-7 1 0 0,4 11-11 0 0,-1-1 0 0 0,0 1 0 0 0,1-1 0 0 0,-1 1 0 0 0,0 0 0 0 0,0 0 0 0 0,-1 0 0 0 0,1 1 1 0 0,-1-1-1 0 0,1 1 0 0 0,-1 0 0 0 0,0 0 0 0 0,0 0 0 0 0,0 0 0 0 0,0 1 0 0 0,-8-3 0 0 0,5 3 28 0 0,1 0 0 0 0,-1 1-1 0 0,0-1 1 0 0,1 1-1 0 0,-1 0 1 0 0,0 1-1 0 0,1 0 1 0 0,-1 0 0 0 0,1 0-1 0 0,-11 4 1 0 0,10-2-12 0 0,1-1 0 0 0,-1 1 0 0 0,1 0 0 0 0,0 1 0 0 0,0 0 0 0 0,0 0 1 0 0,0 0-1 0 0,1 0 0 0 0,0 1 0 0 0,-5 5 0 0 0,7-6-41 0 0,0-1 0 0 0,0 1 0 0 0,1 0 0 0 0,0 0 0 0 0,-1 0 0 0 0,1 0 0 0 0,1 0 0 0 0,-1 0 0 0 0,1 1 0 0 0,-1-1 0 0 0,1 1 0 0 0,0-1 0 0 0,1 1 1 0 0,-1-1-1 0 0,1 10 0 0 0,0-11-49 0 0,1 0 0 0 0,-1 1 1 0 0,1-1-1 0 0,0 1 1 0 0,0-1-1 0 0,0 0 0 0 0,1 1 1 0 0,-1-1-1 0 0,1 0 0 0 0,-1 0 1 0 0,1 0-1 0 0,0 0 1 0 0,0 0-1 0 0,1-1 0 0 0,2 4 1 0 0,0-2-78 0 0,0 0 1 0 0,0 0-1 0 0,1 0 1 0 0,-1 0-1 0 0,1-1 0 0 0,0 0 1 0 0,9 3-1 0 0,5 1-421 0 0,1-1 0 0 0,0-2 0 0 0,41 5-1 0 0,-38-7 45 0 0,1 0-1 0 0,0-2 0 0 0,0-1 0 0 0,-1-1 0 0 0,1-1 0 0 0,42-11 0 0 0,-53 10 624 0 0,-1-1-1 0 0,0 0 1 0 0,0-1-1 0 0,-1 0 1 0 0,18-13 0 0 0,-20 12 493 0 0,-1 0 1 0 0,0-1-1 0 0,-1 0 1 0 0,0-1-1 0 0,0 1 1 0 0,-1-2 0 0 0,8-12-1 0 0,22-33 2980 0 0,-36 54-3204 0 0,2 17-260 0 0,-6 5-41 0 0,1 0-1 0 0,1 1 1 0 0,2 23-1 0 0,0-39-21 0 0,-1 0-1 0 0,1 0 1 0 0,0 0-1 0 0,1 0 1 0 0,-1-1-1 0 0,1 1 1 0 0,0 0-1 0 0,1-1 1 0 0,-1 1-1 0 0,1-1 1 0 0,0 0-1 0 0,1 0 1 0 0,-1 0-1 0 0,1 0 1 0 0,0-1-1 0 0,6 7 1 0 0,-7-9-9 0 0,-1 0 1 0 0,1 0 0 0 0,0 0 0 0 0,0-1 0 0 0,0 1-1 0 0,0-1 1 0 0,0 0 0 0 0,0 0 0 0 0,0 0 0 0 0,0 0-1 0 0,0 0 1 0 0,0-1 0 0 0,1 1 0 0 0,-1-1 0 0 0,0 0-1 0 0,0 0 1 0 0,5-1 0 0 0,-3 0-4 0 0,1 0 1 0 0,-1-1-1 0 0,0 1 0 0 0,0-1 1 0 0,0-1-1 0 0,-1 1 0 0 0,1-1 1 0 0,0 1-1 0 0,7-7 0 0 0,0-2-5 0 0,0-1-1 0 0,-1 0 0 0 0,0 0 0 0 0,-1-1 1 0 0,16-26-1 0 0,24-39-145 0 0,-49 76 91 0 0,0 3 10 0 0,0-1 40 0 0,0 1-1 0 0,0-1 0 0 0,0 1 0 0 0,0-1 1 0 0,0 1-1 0 0,-1-1 0 0 0,1 1 0 0 0,0 0 1 0 0,0-1-1 0 0,0 1 0 0 0,-1 0 1 0 0,1 0-1 0 0,-1 0 0 0 0,1 0 0 0 0,0-1 1 0 0,-1 1-1 0 0,1 0 0 0 0,-1 0 1 0 0,0 0-1 0 0,1 0 0 0 0,-1 0 0 0 0,0 0 1 0 0,1 2-1 0 0,6 32-5 0 0,-5-23 8 0 0,1 5 25 0 0,1 0-1 0 0,0 0 1 0 0,1-1-1 0 0,1 0 1 0 0,13 25-1 0 0,-17-37-13 0 0,0 0 0 0 0,1 0 0 0 0,-1-1 0 0 0,1 1 0 0 0,0-1 0 0 0,0 1 0 0 0,1-1 0 0 0,-1 0 0 0 0,1 0 0 0 0,-1-1 0 0 0,1 1 0 0 0,0-1 0 0 0,0 1 0 0 0,0-1 0 0 0,0-1 0 0 0,0 1 0 0 0,1 0 0 0 0,-1-1 0 0 0,0 0 0 0 0,1 0 0 0 0,-1 0 0 0 0,1-1 0 0 0,0 1 0 0 0,-1-1 0 0 0,1 0 0 0 0,4-1 0 0 0,1-1-14 0 0,1 0-1 0 0,-1-1 1 0 0,0 0 0 0 0,-1 0 0 0 0,1-1-1 0 0,-1-1 1 0 0,1 1 0 0 0,-1-2-1 0 0,-1 1 1 0 0,1-1 0 0 0,-1 0 0 0 0,0-1-1 0 0,0 0 1 0 0,-1 0 0 0 0,0-1-1 0 0,0 0 1 0 0,7-10 0 0 0,0-3-10 0 0,-1 0 0 0 0,-1-1 0 0 0,-1 0 0 0 0,-1-1 0 0 0,-1 0 1 0 0,7-26-1 0 0,-14 42 10 0 0,0-1-1 0 0,-1 1 1 0 0,0-1 0 0 0,0 1 0 0 0,-1-1 0 0 0,0 0 0 0 0,0 1 0 0 0,-1-1 0 0 0,0 0 0 0 0,-1 1 0 0 0,1-1 0 0 0,-1 1 0 0 0,-1-1 0 0 0,-3-8 0 0 0,4 14-9 0 0,0 0 1 0 0,1 0-1 0 0,-1 1 1 0 0,0-1-1 0 0,0 1 1 0 0,0 0-1 0 0,0-1 1 0 0,0 1 0 0 0,0 0-1 0 0,0 0 1 0 0,-1 0-1 0 0,1 0 1 0 0,0 1-1 0 0,0-1 1 0 0,-1 1-1 0 0,-2-1 1 0 0,3 1-17 0 0,-1 0-11 0 0,2 1 33 0 0,-1-1 6 0 0,1 0 1 0 0,0 0-1 0 0,0 0 0 0 0,0 0 1 0 0,0 0-1 0 0,0 1 1 0 0,0-1-1 0 0,0 0 0 0 0,0 1 1 0 0,0-1-1 0 0,0 1 0 0 0,0-1 1 0 0,0 1-1 0 0,0-1 1 0 0,1 1-1 0 0,-1 0 0 0 0,0-1 1 0 0,0 1-1 0 0,0 0 0 0 0,1 0 1 0 0,-1 0-1 0 0,0-1 0 0 0,1 1 1 0 0,-1 0-1 0 0,1 0 1 0 0,-1 0-1 0 0,1 0 0 0 0,-1 0 1 0 0,1 0-1 0 0,0 0 0 0 0,0 0 1 0 0,-1 0-1 0 0,1 0 1 0 0,0 0-1 0 0,0 1 0 0 0,0-1 1 0 0,0 0-1 0 0,0 0 0 0 0,0 0 1 0 0,0 0-1 0 0,1 0 0 0 0,-1 0 1 0 0,0 0-1 0 0,1 0 1 0 0,0 1-1 0 0,2 3 5 0 0,1 0 1 0 0,0 0-1 0 0,0 0 0 0 0,0-1 1 0 0,1 0-1 0 0,0 1 0 0 0,0-2 1 0 0,0 1-1 0 0,0-1 0 0 0,0 0 1 0 0,1 0-1 0 0,-1 0 1 0 0,1-1-1 0 0,9 3 0 0 0,6 2 4 0 0,1-1 0 0 0,40 6 0 0 0,104 1 1965 0 0,-164-12-1679 0 0,9 5 459 0 0,-19 0-675 0 0,0 0-1 0 0,0 0 1 0 0,0-1-1 0 0,-12 6 1 0 0,8-5-61 0 0,1 0-1 0 0,1 1 1 0 0,-13 9 0 0 0,21-13-13 0 0,-1 0-1 0 0,0-1 1 0 0,1 1 0 0 0,-1 0 0 0 0,1 0 0 0 0,0 0 0 0 0,0 0 0 0 0,0 1-1 0 0,0-1 1 0 0,1 0 0 0 0,-1 1 0 0 0,1-1 0 0 0,0 1 0 0 0,0 0 0 0 0,0 4 0 0 0,0 31 54 0 0,2-35-132 0 0,-1 1 1 0 0,1-1-1 0 0,-1 0 1 0 0,0 1-1 0 0,0-1 0 0 0,-1 1 1 0 0,0-1-1 0 0,1 0 1 0 0,-1 1-1 0 0,-1-1 0 0 0,1 0 1 0 0,-1 0-1 0 0,1 0 1 0 0,-1 0-1 0 0,-1 0 0 0 0,1 0 1 0 0,-4 5-1 0 0,-4 2-591 0 0,-1-1 0 0 0,0 0 0 0 0,-1-1 0 0 0,0 0 0 0 0,-14 8 0 0 0,-68 31-5161 0 0,57-32 2204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4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33 756 0 0,'-4'-33'11172'0'0,"3"38"-10790"0"0,1 17-146 0 0,1 29-158 0 0,0-34-26 0 0,1 1 1 0 0,0 0 0 0 0,1-1-1 0 0,1 0 1 0 0,1 0 0 0 0,0 0-1 0 0,11 21 1 0 0,-13-30-12 0 0,2-1 1 0 0,-1 1-1 0 0,1-1 1 0 0,0 0-1 0 0,1 0 1 0 0,0 0-1 0 0,0-1 1 0 0,0 0-1 0 0,1 0 1 0 0,0-1-1 0 0,0 0 1 0 0,0 0-1 0 0,1 0 0 0 0,-1-1 1 0 0,1 0-1 0 0,13 4 1 0 0,-15-6-15 0 0,1 0 1 0 0,0 0-1 0 0,-1-1 1 0 0,1 0-1 0 0,-1-1 1 0 0,1 1-1 0 0,0-1 1 0 0,0 0-1 0 0,-1-1 1 0 0,1 1-1 0 0,0-2 1 0 0,-1 1-1 0 0,1-1 0 0 0,-1 1 1 0 0,1-2-1 0 0,-1 1 1 0 0,11-7-1 0 0,0-2 684 0 0,0-1 0 0 0,-1 0 1 0 0,0-2-1 0 0,20-21 0 0 0,11-11 1341 0 0,-46 46-2018 0 0,2 2-182 0 0,-2-2 146 0 0,-1 0 1 0 0,0 0-1 0 0,0 1 1 0 0,1-1 0 0 0,-1 0-1 0 0,0 0 1 0 0,1 0 0 0 0,-1 0-1 0 0,0 0 1 0 0,0 0 0 0 0,1 0-1 0 0,-1 0 1 0 0,0 1 0 0 0,0-1-1 0 0,1 0 1 0 0,-1 0 0 0 0,0 0-1 0 0,0 1 1 0 0,1-1 0 0 0,-1 0-1 0 0,0 0 1 0 0,0 0 0 0 0,0 1-1 0 0,0-1 1 0 0,0 0 0 0 0,1 1-1 0 0,-1-1 1 0 0,0 0 0 0 0,0 0-1 0 0,0 1 1 0 0,0-1 0 0 0,0 0-1 0 0,0 0 1 0 0,0 1-1 0 0,0-1 1 0 0,0 1 0 0 0,1 37-51 0 0,-2 0 1 0 0,-2 1 0 0 0,-8 44-1 0 0,5-49-353 0 0,1 0-1 0 0,2 0 0 0 0,1 0 1 0 0,6 67-1 0 0,-3-95 21 0 0,1-1-1 0 0,-1 1 1 0 0,1-1 0 0 0,0 1-1 0 0,0-1 1 0 0,0 0-1 0 0,1 0 1 0 0,0 0 0 0 0,6 8-1 0 0,-6-9-422 0 0,0-1 0 0 0,0 1-1 0 0,1-1 1 0 0,0 0 0 0 0,0 0-1 0 0,7 5 1 0 0,10 2-4730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4.6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186 82 2028 0 0,'-11'-24'4401'0'0,"8"17"-3016"0"0,0-1 1 0 0,-1 1-1 0 0,1 0 0 0 0,-1 0 0 0 0,-9-11 0 0 0,11 16-989 0 0,0 2-117 0 0,1 0-265 0 0,0 0 1 0 0,0-1 0 0 0,0 1-1 0 0,0 0 1 0 0,0 0 0 0 0,0 0-1 0 0,0 0 1 0 0,0 0 0 0 0,0 0-1 0 0,0 0 1 0 0,0 0 0 0 0,0 1-1 0 0,0-1 1 0 0,-1 0 0 0 0,-8 9 23 0 0,-1 0-1 0 0,1 1 1 0 0,0 0 0 0 0,1 1 0 0 0,0-1 0 0 0,1 2 0 0 0,0-1 0 0 0,1 1-1 0 0,1 0 1 0 0,-1 1 0 0 0,2 0 0 0 0,0 0 0 0 0,0 0 0 0 0,1 0-1 0 0,1 1 1 0 0,0-1 0 0 0,1 1 0 0 0,1 0 0 0 0,0 0 0 0 0,1 15 0 0 0,0-26-66 0 0,1 0 1 0 0,-1 0-1 0 0,1 0 1 0 0,0 0-1 0 0,0 0 1 0 0,0 0-1 0 0,0 0 1 0 0,1 0-1 0 0,-1 0 1 0 0,1 0 0 0 0,0-1-1 0 0,0 1 1 0 0,0-1-1 0 0,0 1 1 0 0,0-1-1 0 0,0 0 1 0 0,4 3-1 0 0,-1-2-171 0 0,-1 0-1 0 0,1-1 1 0 0,0 1-1 0 0,0-1 0 0 0,0 0 1 0 0,0-1-1 0 0,1 1 1 0 0,-1-1-1 0 0,9 1 0 0 0,1-1-438 0 0,0-1-1 0 0,-1 0 0 0 0,1-1 0 0 0,0 0 1 0 0,-1-2-1 0 0,26-6 0 0 0,-28 5 42 0 0,0 0-1 0 0,0-1 1 0 0,-1 0-1 0 0,0-1 1 0 0,11-7-1 0 0,2-4-1177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5.7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1 405 5388 0 0,'14'-19'2891'0'0,"21"-43"-1"0"0,-12 19 129 0 0,-22 42-2642 0 0,-8 39-497 0 0,4-28 133 0 0,1 0-1 0 0,0 0 0 0 0,0 0 1 0 0,2 1-1 0 0,-1-1 0 0 0,1 0 1 0 0,0 1-1 0 0,1-1 0 0 0,3 12 1 0 0,-4-18 3 0 0,1-1 1 0 0,0 1 0 0 0,1-1 0 0 0,-1 1-1 0 0,0-1 1 0 0,1 1 0 0 0,0-1 0 0 0,0 0-1 0 0,0 0 1 0 0,0 0 0 0 0,0 0 0 0 0,1 0-1 0 0,-1-1 1 0 0,1 1 0 0 0,0-1 0 0 0,0 1-1 0 0,0-1 1 0 0,0 0 0 0 0,0 0-1 0 0,0 0 1 0 0,1-1 0 0 0,-1 1 0 0 0,1-1-1 0 0,-1 0 1 0 0,1 0 0 0 0,-1 0 0 0 0,8 1-1 0 0,-5-2-4 0 0,-1 0 0 0 0,1 0 0 0 0,0 0 0 0 0,0-1 0 0 0,0 1 0 0 0,0-2 0 0 0,0 1 0 0 0,-1-1-1 0 0,1 1 1 0 0,0-2 0 0 0,-1 1 0 0 0,0 0 0 0 0,0-1 0 0 0,1 0 0 0 0,-1-1 0 0 0,-1 1 0 0 0,1-1-1 0 0,-1 0 1 0 0,1 0 0 0 0,-1 0 0 0 0,0 0 0 0 0,0-1 0 0 0,5-9 0 0 0,0 1 14 0 0,-2-1 0 0 0,1 0 1 0 0,-2 0-1 0 0,0 0 0 0 0,-1 0 1 0 0,0-1-1 0 0,4-27 0 0 0,-7 33-11 0 0,-1 0-1 0 0,0 0 1 0 0,-1 0-1 0 0,0-1 0 0 0,0 1 1 0 0,-1 0-1 0 0,-1 0 1 0 0,1 0-1 0 0,-1 0 1 0 0,-5-11-1 0 0,6 16-18 0 0,-1 0 0 0 0,0-1 0 0 0,-1 1 1 0 0,1 0-1 0 0,-1 0 0 0 0,0 1 0 0 0,0-1 0 0 0,0 0 0 0 0,0 1 1 0 0,0 0-1 0 0,-1 0 0 0 0,0 0 0 0 0,1 0 0 0 0,-1 0 0 0 0,0 1 0 0 0,-1 0 1 0 0,1 0-1 0 0,0 0 0 0 0,-1 0 0 0 0,1 1 0 0 0,-7-2 0 0 0,8 2-9 0 0,-1 0 0 0 0,0 1-1 0 0,0-1 1 0 0,1 1-1 0 0,-1 0 1 0 0,0 0-1 0 0,0 0 1 0 0,1 0 0 0 0,-1 1-1 0 0,0 0 1 0 0,0-1-1 0 0,1 1 1 0 0,-1 1-1 0 0,1-1 1 0 0,-1 0 0 0 0,1 1-1 0 0,-1 0 1 0 0,1 0-1 0 0,0 0 1 0 0,0 0-1 0 0,-4 3 1 0 0,6-3 4 0 0,0-1-1 0 0,0 0 1 0 0,0 0 0 0 0,0 0-1 0 0,0 0 1 0 0,0 1 0 0 0,0-1-1 0 0,1 0 1 0 0,-1 1 0 0 0,0-1-1 0 0,1 0 1 0 0,-1 1 0 0 0,1-1-1 0 0,0 1 1 0 0,-1-1 0 0 0,1 1-1 0 0,0-1 1 0 0,0 1 0 0 0,0 0-1 0 0,0-1 1 0 0,0 1 0 0 0,0-1-1 0 0,1 1 1 0 0,-1-1 0 0 0,0 1-1 0 0,1-1 1 0 0,-1 1 0 0 0,1-1-1 0 0,-1 0 1 0 0,1 1 0 0 0,0-1-1 0 0,0 0 1 0 0,-1 1 0 0 0,1-1-1 0 0,0 0 1 0 0,0 0 0 0 0,0 0-1 0 0,1 0 1 0 0,-1 0-1 0 0,1 1 1 0 0,4 3-72 0 0,1 0-1 0 0,-1 0 1 0 0,1-1 0 0 0,0 0-1 0 0,0 0 1 0 0,7 2-1 0 0,0-1-231 0 0,1 0 0 0 0,-1-2 0 0 0,1 0-1 0 0,-1 0 1 0 0,1-2 0 0 0,16 1 0 0 0,-3-2-426 0 0,0-2 1 0 0,36-5 0 0 0,-53 5 653 0 0,0-1 0 0 0,0 0-1 0 0,0 0 1 0 0,0-1 0 0 0,0 0 0 0 0,-1-1-1 0 0,0 0 1 0 0,0-1 0 0 0,0 0 0 0 0,-1 0-1 0 0,0-1 1 0 0,13-12 0 0 0,-15 11 406 0 0,0 0 0 0 0,0-1 0 0 0,-1 0 0 0 0,0 0 0 0 0,-1 0 0 0 0,0-1 1 0 0,0 1-1 0 0,4-15 0 0 0,-2 4 721 0 0,7-28 1049 0 0,-13 46-1895 0 0,-14 32-154 0 0,1 4-53 0 0,3 0 0 0 0,0 1 0 0 0,-6 68 0 0 0,13-84 30 0 0,0 0 0 0 0,1 0 0 0 0,1 0 1 0 0,1 1-1 0 0,1-1 0 0 0,5 23 0 0 0,-6-37-28 0 0,0 0 1 0 0,1 1-1 0 0,0-1 0 0 0,0 0 0 0 0,1 0 1 0 0,-1-1-1 0 0,1 1 0 0 0,0-1 0 0 0,0 1 0 0 0,0-1 1 0 0,1 0-1 0 0,0 0 0 0 0,0 0 0 0 0,0 0 0 0 0,0-1 1 0 0,0 0-1 0 0,1 0 0 0 0,-1 0 0 0 0,1 0 1 0 0,0-1-1 0 0,0 0 0 0 0,0 0 0 0 0,0 0 0 0 0,0 0 1 0 0,0-1-1 0 0,9 2 0 0 0,-8-3-140 0 0,0 1-1 0 0,0 0 1 0 0,1-1-1 0 0,-1 0 1 0 0,0-1-1 0 0,0 1 1 0 0,0-1-1 0 0,0 0 1 0 0,0-1-1 0 0,0 1 1 0 0,0-1-1 0 0,-1 0 1 0 0,8-4-1 0 0,-6 2 56 0 0,-1-1-1 0 0,1 1 0 0 0,-1-1 0 0 0,0-1 0 0 0,0 1 0 0 0,0-1 0 0 0,-1 0 0 0 0,9-13 0 0 0,1-6 866 0 0,-1-1 0 0 0,-2-1 0 0 0,-1 0 0 0 0,11-40 0 0 0,-13 43 713 0 0,-9 22-1478 0 0,-1 15-271 0 0,0 0 173 0 0,-6 24 1 0 0,4-23 89 0 0,0-1-1 0 0,-1 26 1 0 0,4-38-7 0 0,0 10-18 0 0,1 0-1 0 0,-1 0 1 0 0,1 0 0 0 0,6 20 0 0 0,-7-28 21 0 0,1-1 1 0 0,0 1 0 0 0,0-1-1 0 0,0 1 1 0 0,0-1 0 0 0,1 0 0 0 0,-1 1-1 0 0,0-1 1 0 0,1 0 0 0 0,0 0 0 0 0,0 0-1 0 0,-1 0 1 0 0,1 0 0 0 0,0 0 0 0 0,1-1-1 0 0,-1 1 1 0 0,0 0 0 0 0,0-1 0 0 0,1 0-1 0 0,-1 0 1 0 0,1 0 0 0 0,-1 0 0 0 0,1 0-1 0 0,-1 0 1 0 0,1 0 0 0 0,0-1-1 0 0,3 1 1 0 0,0-1-44 0 0,-1 0-1 0 0,0 0 1 0 0,0-1-1 0 0,0 0 1 0 0,0 0-1 0 0,0 0 1 0 0,0 0-1 0 0,0-1 1 0 0,-1 0-1 0 0,1 0 1 0 0,0 0-1 0 0,-1 0 1 0 0,0-1 0 0 0,9-6-1 0 0,-5 2-17 0 0,0-1 1 0 0,0 0-1 0 0,0 0 1 0 0,-1 0-1 0 0,0-1 1 0 0,6-12-1 0 0,-3 3 394 0 0,-1 0 0 0 0,10-32 0 0 0,6-11 2197 0 0,-18 47-2293 0 0,-10 25-421 0 0,-4 10 160 0 0,1 5 23 0 0,-6 54-1 0 0,11-69-287 0 0,0 0-1 0 0,1 1 1 0 0,1-1-1 0 0,0 1 1 0 0,1-1-1 0 0,0 0 0 0 0,5 17 1 0 0,-5-26-20 0 0,-1 1-1 0 0,0 0 1 0 0,0-1 0 0 0,1 1-1 0 0,0-1 1 0 0,-1 0 0 0 0,1 1-1 0 0,0-1 1 0 0,2 2 0 0 0,12 8-5514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6.3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1484 0 0,'0'-3'2682'0'0,"3"-43"7824"0"0,-3 44-9923 0 0,2-6 746 0 0,5 71-1296 0 0,-1 103 0 0 0,-5-143 179 0 0,0-21-63 0 0,1-5 13 0 0,6-38 407 0 0,-3 14-545 0 0,0 5 38 0 0,-3 14-84 0 0,-1 1 1 0 0,1 0 0 0 0,0 0-1 0 0,1 0 1 0 0,0 0-1 0 0,0 0 1 0 0,0 0-1 0 0,1 1 1 0 0,0 0 0 0 0,5-7-1 0 0,-8 12 11 0 0,-1 1 0 0 0,1-1 1 0 0,-1 1-1 0 0,1 0 0 0 0,0-1 0 0 0,-1 1 0 0 0,1-1 0 0 0,0 1 0 0 0,-1 0 0 0 0,1-1 0 0 0,0 1 1 0 0,-1 0-1 0 0,1 0 0 0 0,0 0 0 0 0,-1 0 0 0 0,1-1 0 0 0,0 1 0 0 0,-1 0 0 0 0,1 0 0 0 0,0 0 1 0 0,0 0-1 0 0,-1 1 0 0 0,1-1 0 0 0,0 0 0 0 0,-1 0 0 0 0,1 0 0 0 0,1 1 0 0 0,0 0-7 0 0,0 0-1 0 0,-1 0 0 0 0,1 0 0 0 0,0 1 1 0 0,0-1-1 0 0,0 1 0 0 0,-1-1 0 0 0,3 4 0 0 0,1 2-52 0 0,0-1 0 0 0,-1 1 0 0 0,7 13 0 0 0,25 73-73 0 0,-33-86 132 0 0,2 3-1534 0 0,2-25 1053 0 0,-2-4 514 0 0,1 0 0 0 0,1 0 1 0 0,1 1-1 0 0,1 0 1 0 0,0 0-1 0 0,2 1 0 0 0,0 0 1 0 0,0 1-1 0 0,20-22 1 0 0,-29 37-24 0 0,-1-1 1 0 0,0 1-1 0 0,1 0 1 0 0,-1 0-1 0 0,1-1 1 0 0,-1 1 0 0 0,1 0-1 0 0,-1 0 1 0 0,1 0-1 0 0,0 0 1 0 0,0 1-1 0 0,-1-1 1 0 0,1 0-1 0 0,0 1 1 0 0,0-1-1 0 0,0 1 1 0 0,0 0 0 0 0,0 0-1 0 0,0-1 1 0 0,0 1-1 0 0,-1 0 1 0 0,1 1-1 0 0,0-1 1 0 0,0 0-1 0 0,0 1 1 0 0,0-1 0 0 0,0 1-1 0 0,0-1 1 0 0,-1 1-1 0 0,1 0 1 0 0,0 0-1 0 0,-1-1 1 0 0,1 1-1 0 0,0 1 1 0 0,-1-1-1 0 0,1 0 1 0 0,-1 0 0 0 0,1 1-1 0 0,-1-1 1 0 0,2 3-1 0 0,1 1-4 0 0,1 1 0 0 0,-1-1-1 0 0,-1 1 1 0 0,1 0 0 0 0,-1 0 0 0 0,0 1-1 0 0,0-1 1 0 0,-1 1 0 0 0,3 11 0 0 0,0 42-4392 0 0,-3-33 1386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6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0 105 876 0 0,'13'-39'9352'0'0,"-4"10"-4859"0"0,-8 30-4472 0 0,0-1 0 0 0,0 0 0 0 0,-1 0 0 0 0,1 0 0 0 0,0 0 0 0 0,0 0 0 0 0,-1 1 0 0 0,1-1 0 0 0,0 0 0 0 0,0 1-1 0 0,-1-1 1 0 0,1 1 0 0 0,0-1 0 0 0,-1 1 0 0 0,1-1 0 0 0,0 1 0 0 0,8 23 88 0 0,-2-1 0 0 0,8 38 0 0 0,5 19 564 0 0,-19-79-537 0 0,-1 0-122 0 0,0-1 0 0 0,-1 0-1 0 0,1 1 1 0 0,0-1-1 0 0,0 0 1 0 0,0 0-1 0 0,1 1 1 0 0,-1-1-1 0 0,0 0 1 0 0,0 1 0 0 0,0-1-1 0 0,0 0 1 0 0,0 0-1 0 0,0 1 1 0 0,0-1-1 0 0,0 0 1 0 0,0 1-1 0 0,1-1 1 0 0,-1 0-1 0 0,0 0 1 0 0,0 0 0 0 0,0 1-1 0 0,1-1 1 0 0,-1 0-1 0 0,0 0 1 0 0,0 0-1 0 0,1 1 1 0 0,5-8 3 0 0,0-1 0 0 0,-1 1 1 0 0,0-1-1 0 0,0 0 0 0 0,-1 0 0 0 0,1 0 1 0 0,3-15-1 0 0,5-6 65 0 0,63-98-235 0 0,-76 126 146 0 0,1 1 0 0 0,-1-1 0 0 0,1 1 0 0 0,-1-1 0 0 0,1 1 0 0 0,-1-1 0 0 0,1 1 0 0 0,0 0 0 0 0,-1-1 1 0 0,1 1-1 0 0,0 0 0 0 0,-1-1 0 0 0,1 1 0 0 0,0 0 0 0 0,-1 0 0 0 0,1 0 0 0 0,0-1 0 0 0,-1 1 0 0 0,1 0 1 0 0,0 0-1 0 0,0 0 0 0 0,-1 0 0 0 0,1 0 0 0 0,0 0 0 0 0,0 1 0 0 0,-1-1 0 0 0,1 0 0 0 0,0 0 0 0 0,-1 0 1 0 0,1 1-1 0 0,0-1 0 0 0,-1 0 0 0 0,1 1 0 0 0,0-1 0 0 0,-1 0 0 0 0,1 1 0 0 0,-1-1 0 0 0,1 1 0 0 0,-1-1 1 0 0,1 1-1 0 0,-1-1 0 0 0,1 1 0 0 0,-1 0 0 0 0,1 0 0 0 0,19 27-15 0 0,-14-14 48 0 0,0 1-1 0 0,-2-1 0 0 0,6 28 0 0 0,0 1-1443 0 0,5-3-3562 0 0,-9-30 1738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27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250 105 876 0 0,'2'-78'14371'0'0,"-2"59"-13180"0"0,0 17-903 0 0,0 2-260 0 0,0-1 0 0 0,-1 1 0 0 0,1 0 1 0 0,0-1-1 0 0,0 1 0 0 0,0 0 0 0 0,-1 0 1 0 0,1-1-1 0 0,0 1 0 0 0,0 0 0 0 0,-1-1 1 0 0,1 1-1 0 0,0 0 0 0 0,0 0 0 0 0,-1-1 1 0 0,1 1-1 0 0,0 0 0 0 0,-1 0 1 0 0,1 0-1 0 0,-1 0 0 0 0,1 0 0 0 0,-1-1 1 0 0,0 3-18 0 0,-1 0 0 0 0,0 0 1 0 0,1 0-1 0 0,-1 0 0 0 0,1 0 1 0 0,-1 0-1 0 0,1 0 0 0 0,0 0 1 0 0,0 0-1 0 0,0 1 0 0 0,0-1 1 0 0,1 1-1 0 0,-1-1 0 0 0,1 0 1 0 0,-1 1-1 0 0,1-1 0 0 0,0 1 1 0 0,0-1-1 0 0,0 1 0 0 0,0-1 1 0 0,0 1-1 0 0,1-1 0 0 0,0 3 1 0 0,1 9 7 0 0,1-1 1 0 0,0 0 0 0 0,5 13-1 0 0,7 15-70 0 0,-2-7 116 0 0,13 56-1 0 0,-26-89-49 0 0,0 1 0 0 0,0 0 0 0 0,0-1 0 0 0,0 1 0 0 0,0-1 0 0 0,0 1 0 0 0,-1 0 0 0 0,1-1 0 0 0,0 1 0 0 0,-1-1 0 0 0,1 1 0 0 0,-1-1 0 0 0,0 0 0 0 0,0 1 0 0 0,1-1 0 0 0,-1 1 0 0 0,0-1 0 0 0,0 0 0 0 0,0 0 0 0 0,0 0 0 0 0,0 1 0 0 0,-1-1 0 0 0,1 0 0 0 0,0 0 0 0 0,-3 1-1 0 0,-2 2-10 0 0,0-1-1 0 0,-1 1 1 0 0,-13 4-1 0 0,2-3-785 0 0,0 0 0 0 0,0 0 0 0 0,-27 1 0 0 0,15-3-3131 0 0,-42-3-1 0 0,33-2-934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32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51 864 0 0,'0'0'8378'0'0,"-2"-8"-7680"0"0,-2 14-560 0 0,1 0-1 0 0,1 0 0 0 0,-1 1 1 0 0,1-1-1 0 0,-2 12 0 0 0,3-14-109 0 0,-13 50 338 0 0,9-22 281 0 0,4-31-572 0 0,1-1-1 0 0,0 1 1 0 0,0 0-1 0 0,0 0 1 0 0,0 0-1 0 0,1-1 0 0 0,-1 1 1 0 0,0 0-1 0 0,0 0 1 0 0,0-1-1 0 0,1 1 1 0 0,-1 0-1 0 0,0-1 1 0 0,1 1-1 0 0,-1 0 0 0 0,0-1 1 0 0,1 1-1 0 0,-1 0 1 0 0,1-1-1 0 0,-1 1 1 0 0,1-1-1 0 0,-1 1 1 0 0,1-1-1 0 0,0 1 0 0 0,-1-1 1 0 0,1 1-1 0 0,0-1 1 0 0,-1 0-1 0 0,2 1 1 0 0,2 0-9 0 0,-1-1 1 0 0,1 1-1 0 0,-1-1 1 0 0,1 0 0 0 0,-1 0-1 0 0,1-1 1 0 0,0 1-1 0 0,-1-1 1 0 0,6-1 0 0 0,7-1 73 0 0,391-75 587 0 0,-41 6-698 0 0,-283 58-179 0 0,162-18-3663 0 0,-210 33 1912 0 0,-34-1 1822 0 0,-1 0 0 0 0,1 0 0 0 0,-1 0 1 0 0,1 0-1 0 0,-1 1 0 0 0,1-1 0 0 0,-1 0 0 0 0,1 0 0 0 0,-1 0 1 0 0,0 0-1 0 0,1 1 0 0 0,-1-1 0 0 0,1 0 0 0 0,-1 0 0 0 0,0 1 1 0 0,1-1-1 0 0,-1 0 0 0 0,1 1 0 0 0,-1-1 0 0 0,0 0 0 0 0,0 1 1 0 0,1-1-1 0 0,-1 0 0 0 0,0 1 0 0 0,0-1 0 0 0,1 1 0 0 0,-1-1 1 0 0,0 0-1 0 0,0 1 0 0 0,0-1 0 0 0,0 1 0 0 0,0-1 0 0 0,1 1 1 0 0,-1-1-1 0 0,0 1 0 0 0,0-1 0 0 0,0 1 0 0 0,-3 12-2043 0 0,3-13 2109 0 0,-7 11-2189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32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0 349 1160 0 0,'28'15'16015'0'0,"18"-24"-15080"0"0,56-20 1 0 0,-31 8-736 0 0,417-128-1977 0 0,-167 39-6864 0 0,-190 64 2217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3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1 220 1608 0 0,'2'0'5099'0'0,"11"1"-2636"0"0,6 12 193 0 0,-19-10-2576 0 0,0 1 0 0 0,1-1 0 0 0,-2 0 1 0 0,1 0-1 0 0,0 0 0 0 0,-1 0 0 0 0,0 4 1 0 0,-2 14 186 0 0,-6 20 2867 0 0,13-42-2884 0 0,106-27 324 0 0,-36 7-483 0 0,608-142-1258 0 0,-224 69-7372 0 0,-362 77 3865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34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0 145 1848 0 0,'80'-141'9690'0'0,"-80"141"-9679"0"0,0 0-1 0 0,0 0 0 0 0,0-1 0 0 0,0 1 0 0 0,0 0 0 0 0,1 0 0 0 0,-1 0 0 0 0,0 0 1 0 0,0-1-1 0 0,0 1 0 0 0,0 0 0 0 0,0 0 0 0 0,1 0 0 0 0,-1 0 0 0 0,0 0 1 0 0,0 0-1 0 0,0-1 0 0 0,1 1 0 0 0,-1 0 0 0 0,0 0 0 0 0,0 0 0 0 0,0 0 1 0 0,1 0-1 0 0,-1 0 0 0 0,0 0 0 0 0,0 0 0 0 0,0 0 0 0 0,1 0 0 0 0,-1 0 1 0 0,0 0-1 0 0,0 0 0 0 0,1 0 0 0 0,-1 0 0 0 0,0 0 0 0 0,0 0 0 0 0,0 0 1 0 0,1 0-1 0 0,-1 1 0 0 0,0-1 0 0 0,0 0 0 0 0,0 0 0 0 0,0 0 0 0 0,1 0 0 0 0,-1 0 1 0 0,0 0-1 0 0,0 1 0 0 0,0-1 0 0 0,0 0 0 0 0,1 0 0 0 0,-1 0 0 0 0,0 0 1 0 0,0 1-1 0 0,0-1 0 0 0,0 0 0 0 0,0 0 0 0 0,0 0 0 0 0,0 1 0 0 0,0-1 1 0 0,0 0-1 0 0,0 1 0 0 0,6 14 431 0 0,-5 7 264 0 0,-1 0 0 0 0,-1 0 0 0 0,-8 42-1 0 0,5-38 401 0 0,4-26-1064 0 0,0 1 0 0 0,0 0 0 0 0,0-1 0 0 0,0 1 0 0 0,0-1-1 0 0,0 1 1 0 0,0 0 0 0 0,0-1 0 0 0,0 1 0 0 0,0-1 0 0 0,1 1 0 0 0,-1-1 0 0 0,0 1 0 0 0,0-1-1 0 0,1 1 1 0 0,-1-1 0 0 0,0 1 0 0 0,1-1 0 0 0,-1 1 0 0 0,1-1 0 0 0,-1 1 0 0 0,0-1 0 0 0,1 1-1 0 0,-1-1 1 0 0,1 0 0 0 0,-1 1 0 0 0,1-1 0 0 0,-1 0 0 0 0,1 0 0 0 0,0 1 0 0 0,-1-1 0 0 0,1 0-1 0 0,-1 0 1 0 0,1 0 0 0 0,0 0 0 0 0,25 2 204 0 0,-21-2-76 0 0,364-11 183 0 0,-148 2-2003 0 0,154-3-5707 0 0,-173 5 11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0:37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1980 0 0,'0'0'5236'0'0,"8"-7"-2140"0"0,-7 2-3495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2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48 1280 0 0,'-4'-36'10362'0'0,"4"36"-10268"0"0,0-1 0 0 0,0 1-1 0 0,0-1 1 0 0,0 1-1 0 0,0-1 1 0 0,0 1-1 0 0,0-1 1 0 0,0 1-1 0 0,0 0 1 0 0,0-1-1 0 0,-1 1 1 0 0,1-1 0 0 0,0 1-1 0 0,0 0 1 0 0,0-1-1 0 0,-1 1 1 0 0,1 0-1 0 0,0-1 1 0 0,-1 1-1 0 0,1 0 1 0 0,0-1 0 0 0,-1 1-1 0 0,1 0 1 0 0,0 0-1 0 0,-1-1 1 0 0,1 1-1 0 0,0 0 1 0 0,-1 0-1 0 0,1 0 1 0 0,-1-1 0 0 0,1 1-1 0 0,-1 0 1 0 0,1 0-1 0 0,0 0 1 0 0,-2 0-1 0 0,1 1 8 0 0,0 0-1 0 0,0-1 0 0 0,1 1 1 0 0,-1 0-1 0 0,0 0 1 0 0,0 0-1 0 0,1 0 0 0 0,-1 0 1 0 0,0 0-1 0 0,1 0 1 0 0,-1 0-1 0 0,0 3 0 0 0,-15 47 571 0 0,15-46-330 0 0,-65 302 1935 0 0,-3 9-1816 0 0,37-160-2092 0 0,25-104-2162 0 0,2 1-3578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2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78 230 1840 0 0,'2'-11'643'0'0,"0"1"0"0"0,1-1 0 0 0,0 1 1 0 0,1 0-1 0 0,0-1 0 0 0,0 2 0 0 0,1-1 0 0 0,0 1 0 0 0,1-1 0 0 0,0 1 0 0 0,1 1 0 0 0,0-1 0 0 0,0 1 1 0 0,1 1-1 0 0,15-13 0 0 0,-12 11-373 0 0,2 2 1 0 0,-1-1-1 0 0,1 1 1 0 0,0 1-1 0 0,0 1 1 0 0,1 0-1 0 0,0 0 1 0 0,0 1-1 0 0,0 1 1 0 0,0 1 0 0 0,20-2-1 0 0,-7 2-5 0 0,0 2 1 0 0,0 1-1 0 0,1 0 0 0 0,32 8 0 0 0,-47-7-188 0 0,-1 1 0 0 0,1 1-1 0 0,0 0 1 0 0,-1 1 0 0 0,0 0-1 0 0,0 1 1 0 0,-1 0 0 0 0,1 1-1 0 0,-1 1 1 0 0,17 14 0 0 0,-24-19-42 0 0,-1 1 0 0 0,1 0 0 0 0,-1 0 0 0 0,0 0 0 0 0,0 0 0 0 0,-1 0 0 0 0,1 0 0 0 0,-1 1 1 0 0,0-1-1 0 0,0 1 0 0 0,0 0 0 0 0,-1-1 0 0 0,0 1 0 0 0,0 0 0 0 0,1 6 0 0 0,-2-4-5 0 0,0 0-1 0 0,-1 0 1 0 0,1 0 0 0 0,-1 0-1 0 0,-1 0 1 0 0,1 0-1 0 0,-1 0 1 0 0,0-1-1 0 0,-6 12 1 0 0,-2 0 2 0 0,0-1 0 0 0,-1 0 0 0 0,-1 0 0 0 0,-1-1 0 0 0,0-1-1 0 0,-25 22 1 0 0,7-9-6 0 0,-2-1 0 0 0,-1-2 0 0 0,-1-1 0 0 0,-1-2 0 0 0,-1-1 0 0 0,-1-3 0 0 0,-1 0 0 0 0,0-3 0 0 0,-1-1 0 0 0,-50 10 0 0 0,82-23-1 0 0,1 0 1 0 0,-1 0-1 0 0,0-1 1 0 0,1 0-1 0 0,-1 0 1 0 0,0-1-1 0 0,1 0 1 0 0,-1-1-1 0 0,0 0 1 0 0,-10-4-1 0 0,15 6-21 0 0,1-1-1 0 0,0 0 0 0 0,0 0 1 0 0,0 0-1 0 0,0 0 0 0 0,0-1 1 0 0,0 1-1 0 0,1 0 0 0 0,-1-1 1 0 0,0 0-1 0 0,1 1 0 0 0,-1-1 1 0 0,1 0-1 0 0,-1 0 0 0 0,1 0 1 0 0,0 0-1 0 0,0 0 0 0 0,0 0 1 0 0,0 0-1 0 0,0 0 0 0 0,0 0 1 0 0,1 0-1 0 0,-1-1 0 0 0,1 1 1 0 0,-1 0-1 0 0,1 0 0 0 0,0-1 1 0 0,0 1-1 0 0,0 0 0 0 0,0-1 1 0 0,0 1-1 0 0,1 0 0 0 0,-1 0 1 0 0,1-1-1 0 0,-1 1 0 0 0,1 0 1 0 0,0 0-1 0 0,0 0 0 0 0,1-2 1 0 0,-1 0 32 0 0,0 1 1 0 0,1 0-1 0 0,-1 0 1 0 0,1 0-1 0 0,0 0 0 0 0,0 0 1 0 0,0 1-1 0 0,0-1 1 0 0,0 0-1 0 0,0 1 1 0 0,1 0-1 0 0,-1-1 1 0 0,1 1-1 0 0,0 0 0 0 0,0 0 1 0 0,0 1-1 0 0,0-1 1 0 0,0 1-1 0 0,0-1 1 0 0,0 1-1 0 0,0 0 1 0 0,1 0-1 0 0,-1 0 0 0 0,6 0 1 0 0,-2 1 35 0 0,0 0-1 0 0,0 1 1 0 0,0 0 0 0 0,0 0 0 0 0,-1 1-1 0 0,1-1 1 0 0,0 2 0 0 0,-1-1 0 0 0,0 1-1 0 0,1 0 1 0 0,9 6 0 0 0,-2 1 3 0 0,0 0 0 0 0,-1 1 0 0 0,0 1 1 0 0,-1 0-1 0 0,-1 0 0 0 0,0 1 0 0 0,0 1 0 0 0,-2 0 0 0 0,10 17 0 0 0,8 18 56 0 0,29 75 0 0 0,-28-47 0 0 0,19 44-1771 0 0,-41-108 946 0 0,1-1-1 0 0,0 0 1 0 0,1 0 0 0 0,0 0-1 0 0,1-1 1 0 0,18 19-1 0 0,-20-25 110 0 0,-1 0 0 0 0,0-1 0 0 0,1 1-1 0 0,0-1 1 0 0,0-1 0 0 0,0 1 0 0 0,0-1 0 0 0,1 0-1 0 0,0-1 1 0 0,-1 0 0 0 0,1 0 0 0 0,0-1-1 0 0,0 0 1 0 0,0 0 0 0 0,0 0 0 0 0,0-1-1 0 0,13-2 1 0 0,3-3-2218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4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200 854 1436 0 0,'9'-16'1294'0'0,"-1"-1"0"0"0,-1 0 0 0 0,0 0-1 0 0,-1-1 1 0 0,-1 0 0 0 0,-1 1 0 0 0,0-2 0 0 0,-2 1 0 0 0,0 0-1 0 0,-1-1 1 0 0,0 1 0 0 0,-2-1 0 0 0,-4-30 0 0 0,5 48-1265 0 0,-1 0 0 0 0,1 0-1 0 0,0-1 1 0 0,-1 1 0 0 0,1 0 0 0 0,0 0 0 0 0,-1 0 0 0 0,1 0 0 0 0,-1 0 0 0 0,0 0-1 0 0,1 0 1 0 0,-1 0 0 0 0,0 0 0 0 0,1 0 0 0 0,-1 1 0 0 0,0-1 0 0 0,0 0 0 0 0,0 0 0 0 0,0 1-1 0 0,0-1 1 0 0,0 0 0 0 0,0 1 0 0 0,-1-1 0 0 0,-1 0-9 0 0,1 1 1 0 0,0 0-1 0 0,0-1 0 0 0,0 1 0 0 0,-1 0 1 0 0,1 0-1 0 0,0 0 0 0 0,0 1 1 0 0,0-1-1 0 0,-1 1 0 0 0,-2 0 1 0 0,-4 2-9 0 0,1 1 0 0 0,0-1 0 0 0,0 1 0 0 0,-14 10 0 0 0,8-4-14 0 0,0 1 0 0 0,1 1 0 0 0,0 0 0 0 0,1 1 0 0 0,1 0 0 0 0,-16 23 0 0 0,22-27 3 0 0,-1 0 0 0 0,1 0 0 0 0,0 1 0 0 0,1-1 0 0 0,0 1 0 0 0,1 0 0 0 0,0 0 0 0 0,0 1 0 0 0,1-1 0 0 0,1 0 0 0 0,-1 1 0 0 0,1 12 1 0 0,2-18-18 0 0,-1-1 0 0 0,1 0 0 0 0,0 1 0 0 0,0-1 0 0 0,0 0 0 0 0,0 1 0 0 0,1-1 0 0 0,-1 0 0 0 0,1 0 0 0 0,0 0 0 0 0,1 0 0 0 0,-1-1 0 0 0,1 1 0 0 0,-1 0 0 0 0,1-1 0 0 0,0 0 0 0 0,1 0 0 0 0,-1 0 0 0 0,0 0 1 0 0,1 0-1 0 0,0-1 0 0 0,-1 1 0 0 0,1-1 0 0 0,8 3 0 0 0,-7-3-33 0 0,0 0 0 0 0,0-1 0 0 0,1 0 1 0 0,-1 0-1 0 0,0 0 0 0 0,1-1 0 0 0,-1 1 1 0 0,0-1-1 0 0,0-1 0 0 0,1 1 0 0 0,-1-1 1 0 0,0 0-1 0 0,0 0 0 0 0,1 0 0 0 0,-1-1 1 0 0,0 0-1 0 0,0 0 0 0 0,-1 0 0 0 0,1 0 1 0 0,8-7-1 0 0,-5 3-8 0 0,0-1 0 0 0,0 0 0 0 0,-1-1 0 0 0,0 0 0 0 0,-1 0 0 0 0,1 0 0 0 0,-2-1-1 0 0,1 1 1 0 0,6-15 0 0 0,1-8 200 0 0,15-51 0 0 0,-15 40 284 0 0,-13 40-470 0 0,4 15-58 0 0,-4 11-115 0 0,1 1 0 0 0,2-1 0 0 0,5 24 0 0 0,-6-38-453 0 0,0-1-1 0 0,1 1 1 0 0,0-1 0 0 0,1 0 0 0 0,0 0-1 0 0,0 0 1 0 0,1-1 0 0 0,0 1 0 0 0,1-1 0 0 0,10 12-1 0 0,-15-19 549 0 0,0 0 0 0 0,0 0 0 0 0,0 0 0 0 0,0 0 0 0 0,0 0 0 0 0,1-1 0 0 0,-1 1 0 0 0,0 0 0 0 0,0-1 0 0 0,1 1 0 0 0,-1 0-1 0 0,0-1 1 0 0,1 0 0 0 0,-1 1 0 0 0,1-1 0 0 0,-1 0 0 0 0,0 0 0 0 0,1 0 0 0 0,-1 0 0 0 0,1 0 0 0 0,-1 0 0 0 0,3 0 0 0 0,-2-1 34 0 0,1 0 1 0 0,-1 0 0 0 0,1 0-1 0 0,-1-1 1 0 0,1 1-1 0 0,-1 0 1 0 0,0-1 0 0 0,1 0-1 0 0,-1 0 1 0 0,3-3 0 0 0,4-5 301 0 0,-2 0 0 0 0,1 0-1 0 0,10-21 1 0 0,14-35 1874 0 0,-22 43-587 0 0,1 0 1 0 0,25-37-1 0 0,-35 59-1487 0 0,0 0-1 0 0,-1 0 0 0 0,1 0 0 0 0,0 0 1 0 0,0 0-1 0 0,0 0 0 0 0,0 1 0 0 0,0-1 1 0 0,-1 0-1 0 0,1 1 0 0 0,1-1 0 0 0,-1 0 1 0 0,0 1-1 0 0,0-1 0 0 0,0 1 0 0 0,0-1 0 0 0,0 1 1 0 0,0 0-1 0 0,1 0 0 0 0,-1-1 0 0 0,0 1 1 0 0,0 0-1 0 0,0 0 0 0 0,3 0 0 0 0,-2 1 6 0 0,0 0 0 0 0,0-1 0 0 0,0 1 0 0 0,0 0 0 0 0,0 0 0 0 0,0 0 0 0 0,-1 0 0 0 0,1 1 0 0 0,0-1 0 0 0,0 1 0 0 0,-1-1 0 0 0,3 3 0 0 0,1 3 31 0 0,0-1 0 0 0,0 1 0 0 0,-1 0 0 0 0,0 0 1 0 0,0 0-1 0 0,2 9 0 0 0,-3-5 2 0 0,-1 0-1 0 0,0 0 1 0 0,-1 0 0 0 0,0 0 0 0 0,-1 0 0 0 0,0 0 0 0 0,-3 21-1 0 0,-1 16 1471 0 0,4-48-1501 0 0,0 0 1 0 0,0 0-1 0 0,0-1 0 0 0,0 1 0 0 0,0 0 1 0 0,-1 0-1 0 0,1 0 0 0 0,0-1 0 0 0,0 1 0 0 0,0 0 1 0 0,-1 0-1 0 0,1 0 0 0 0,0-1 0 0 0,0 1 1 0 0,0 0-1 0 0,-1 0 0 0 0,1 0 0 0 0,0 0 0 0 0,0 0 1 0 0,-1 0-1 0 0,1 0 0 0 0,0 0 0 0 0,-1-1 0 0 0,1 1 1 0 0,0 0-1 0 0,0 0 0 0 0,-1 0 0 0 0,1 0 1 0 0,0 0-1 0 0,0 0 0 0 0,-1 1 0 0 0,1-1 0 0 0,0 0 1 0 0,-1 0-1 0 0,1 0 0 0 0,0 0 0 0 0,0 0 0 0 0,-1 0 1 0 0,1 0-1 0 0,0 0 0 0 0,0 1 0 0 0,0-1 1 0 0,-1 0-1 0 0,1 0 0 0 0,0 0 0 0 0,0 1 0 0 0,0-1 1 0 0,-1 0-1 0 0,1 1 0 0 0,7-30-76 0 0,1 0 0 0 0,1 0 0 0 0,1 1 0 0 0,2 1 0 0 0,1 0 0 0 0,1 1 0 0 0,1 0-1 0 0,1 1 1 0 0,20-23 0 0 0,-31 41 15 0 0,0 1 0 0 0,1 0 0 0 0,0 0 0 0 0,0 0-1 0 0,1 1 1 0 0,0 0 0 0 0,8-6 0 0 0,-13 10 34 0 0,0 1 0 0 0,0-1 1 0 0,0 0-1 0 0,-1 0 0 0 0,1 1 0 0 0,0-1 1 0 0,0 1-1 0 0,0-1 0 0 0,0 1 1 0 0,0 0-1 0 0,0 0 0 0 0,0 0 0 0 0,0 0 1 0 0,0 0-1 0 0,0 0 0 0 0,0 1 1 0 0,0-1-1 0 0,0 0 0 0 0,0 1 0 0 0,0 0 1 0 0,-1-1-1 0 0,1 1 0 0 0,0 0 1 0 0,0 0-1 0 0,-1 0 0 0 0,1 0 0 0 0,0 1 1 0 0,-1-1-1 0 0,1 0 0 0 0,-1 1 1 0 0,0-1-1 0 0,1 1 0 0 0,-1-1 0 0 0,0 1 1 0 0,0-1-1 0 0,2 4 0 0 0,0 1 15 0 0,0-1 0 0 0,0 1 0 0 0,0 1 1 0 0,-1-1-1 0 0,0 0 0 0 0,0 1 0 0 0,-1-1 0 0 0,2 12 0 0 0,-2 3 102 0 0,-2 30 0 0 0,0-37-182 0 0,0-1 0 0 0,1 0 0 0 0,1 0 0 0 0,0 0 0 0 0,0 0 0 0 0,6 19 0 0 0,-6-29-22 0 0,0 0-1 0 0,0 0 1 0 0,1-1-1 0 0,-1 1 1 0 0,1 0 0 0 0,-1-1-1 0 0,1 1 1 0 0,0-1 0 0 0,0 0-1 0 0,0 1 1 0 0,0-1 0 0 0,0 0-1 0 0,1 0 1 0 0,-1-1-1 0 0,1 1 1 0 0,3 2 0 0 0,-1-2-80 0 0,0 0-1 0 0,0-1 1 0 0,-1 1 0 0 0,1-1 0 0 0,0 0 0 0 0,1 0-1 0 0,-1-1 1 0 0,0 1 0 0 0,5-1 0 0 0,6-2-385 0 0,-2 0 1 0 0,1 0-1 0 0,0-1 1 0 0,0-1-1 0 0,24-10 1 0 0,-19 5 173 0 0,-1-1-1 0 0,0-1 1 0 0,0-1 0 0 0,-1 0 0 0 0,0-2 0 0 0,-2 0 0 0 0,1-1 0 0 0,-2 0 0 0 0,0-2 0 0 0,-1 1 0 0 0,0-2 0 0 0,21-37 0 0 0,-10 10 1271 0 0,-3-1 0 0 0,-2 0 1 0 0,-2-1-1 0 0,19-78 1 0 0,-1-80 5432 0 0,-27 138-3824 0 0,-7 43-1923 0 0,-2 20-315 0 0,-2 16-210 0 0,-30 304 1257 0 0,23-201-1159 0 0,-8 315 1680 0 0,15-452 213 0 0,0-22-2060 0 0,6-4 5 0 0,2-1 1 0 0,2 1-1 0 0,24-78 0 0 0,-25 105-42 0 0,1-1 1 0 0,1 1-1 0 0,1 0 0 0 0,1 1 1 0 0,1 0-1 0 0,0 1 0 0 0,2 0 1 0 0,0 1-1 0 0,33-32 0 0 0,-41 46 31 0 0,-1 0-1 0 0,1 0 0 0 0,0 0 0 0 0,0 1 1 0 0,1 0-1 0 0,-1 0 0 0 0,1 0 1 0 0,-1 1-1 0 0,1 0 0 0 0,0 0 0 0 0,0 1 1 0 0,0 0-1 0 0,0 0 0 0 0,10 1 1 0 0,-14-1 15 0 0,1 2 0 0 0,-1-1 1 0 0,1 0-1 0 0,-1 1 1 0 0,0-1-1 0 0,1 1 1 0 0,-1 0-1 0 0,0 0 1 0 0,1 1-1 0 0,-1-1 1 0 0,0 0-1 0 0,0 1 1 0 0,0 0-1 0 0,0 0 1 0 0,0 0-1 0 0,-1 0 1 0 0,1 0-1 0 0,-1 1 1 0 0,1-1-1 0 0,-1 1 1 0 0,0 0-1 0 0,0-1 1 0 0,0 1-1 0 0,0 0 1 0 0,0 0-1 0 0,-1 0 1 0 0,1 1-1 0 0,-1-1 1 0 0,0 0-1 0 0,1 6 1 0 0,-1-4 12 0 0,-1-1 1 0 0,0 1-1 0 0,0 0 1 0 0,0-1-1 0 0,-1 1 1 0 0,1-1-1 0 0,-1 1 1 0 0,0-1-1 0 0,-1 0 1 0 0,1 1-1 0 0,-1-1 1 0 0,0 0-1 0 0,0 0 1 0 0,0 0-1 0 0,0 0 1 0 0,-1 0-1 0 0,0 0 1 0 0,1-1-1 0 0,-7 6 1 0 0,-1 1 9 0 0,0 0-1 0 0,-1-1 1 0 0,0 0 0 0 0,0-1-1 0 0,-15 8 1 0 0,14-10 21 0 0,0-1-1 0 0,0 0 0 0 0,-1 0 1 0 0,0-2-1 0 0,1 1 0 0 0,-1-2 1 0 0,0 0-1 0 0,-1 0 1 0 0,1-1-1 0 0,0-1 0 0 0,0 0 1 0 0,-1-1-1 0 0,1 0 0 0 0,0-1 1 0 0,-20-6-1 0 0,-8-11-313 0 0,50 17 200 0 0,-8 2 73 0 0,0-1 0 0 0,0 1-1 0 0,0 0 1 0 0,0-1 0 0 0,0 1 0 0 0,0 0-1 0 0,0 0 1 0 0,0 0 0 0 0,0 0-1 0 0,0 0 1 0 0,0 0 0 0 0,1 0 0 0 0,-1 1-1 0 0,0-1 1 0 0,0 0 0 0 0,0 1 0 0 0,0-1-1 0 0,0 0 1 0 0,1 1 0 0 0,10 5 4 0 0,-1 0-1 0 0,1 1 1 0 0,-1 0 0 0 0,0 1-1 0 0,-1 0 1 0 0,0 0 0 0 0,13 15 0 0 0,60 80-1427 0 0,2 1-2209 0 0,-60-80 1419 0 0,42 32 1 0 0,2-9-3606 0 0,-18-19-431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5.4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189 662 1112 0 0,'-40'-105'18144'0'0,"40"103"-17945"0"0,-1 0 0 0 0,0 1 0 0 0,0-1 0 0 0,0 0-1 0 0,0 0 1 0 0,0 1 0 0 0,0-1 0 0 0,0 1 0 0 0,-1-1 0 0 0,1 1-1 0 0,0-1 1 0 0,-1 1 0 0 0,-1-1 0 0 0,2 1-179 0 0,0 1 0 0 0,0 0 1 0 0,0 0-1 0 0,0 0 0 0 0,0 0 1 0 0,0 0-1 0 0,0 0 0 0 0,-1 0 1 0 0,1 0-1 0 0,0 0 0 0 0,0 1 1 0 0,0-1-1 0 0,0 0 0 0 0,0 1 1 0 0,0-1-1 0 0,1 1 0 0 0,-1-1 1 0 0,0 1-1 0 0,0-1 0 0 0,0 1 1 0 0,0 0-1 0 0,0-1 0 0 0,1 1 1 0 0,-1 0-1 0 0,0 0 0 0 0,1-1 1 0 0,-1 1-1 0 0,0 1 0 0 0,-12 13 46 0 0,1 0-1 0 0,0 1 1 0 0,2 0-1 0 0,0 1 0 0 0,-12 27 1 0 0,17-33-56 0 0,0 0 1 0 0,2 1-1 0 0,-1 0 1 0 0,1 0-1 0 0,1 0 1 0 0,0 0-1 0 0,1 0 1 0 0,0 0-1 0 0,2 23 1 0 0,0-32-7 0 0,-1 0 1 0 0,0-1-1 0 0,1 1 1 0 0,0 0-1 0 0,0-1 0 0 0,-1 1 1 0 0,2 0-1 0 0,-1-1 1 0 0,0 1-1 0 0,0-1 1 0 0,1 0-1 0 0,-1 1 0 0 0,1-1 1 0 0,0 0-1 0 0,0 0 1 0 0,0 0-1 0 0,0 0 1 0 0,0 0-1 0 0,2 1 0 0 0,0-1 4 0 0,0 0-1 0 0,0 0 0 0 0,0-1 1 0 0,0 1-1 0 0,1-1 0 0 0,-1 0 0 0 0,0 0 1 0 0,0-1-1 0 0,1 1 0 0 0,-1-1 0 0 0,5 0 1 0 0,2 0 5 0 0,0-2 1 0 0,0 1-1 0 0,0-1 1 0 0,-1-1-1 0 0,1 1 1 0 0,-1-2-1 0 0,0 0 1 0 0,19-10-1 0 0,-15 5-85 0 0,0-2 0 0 0,0 0 0 0 0,-1 0 0 0 0,-1-1 0 0 0,0-1 0 0 0,0 0 0 0 0,-2-1 1 0 0,0 0-1 0 0,0-1 0 0 0,-1 0 0 0 0,-1 0 0 0 0,11-29 0 0 0,-13 29 9 0 0,-1 0-1 0 0,0 0 1 0 0,-1 0 0 0 0,-1-1 0 0 0,0 0 0 0 0,-2 0-1 0 0,1 1 1 0 0,-2-1 0 0 0,0 0 0 0 0,-1 0-1 0 0,-1 0 1 0 0,0 0 0 0 0,-1 1 0 0 0,-5-17 0 0 0,5 26 38 0 0,1 0 0 0 0,0 0 1 0 0,-1 0-1 0 0,0 1 1 0 0,0-1-1 0 0,-1 1 0 0 0,0 0 1 0 0,0 0-1 0 0,0 0 1 0 0,0 0-1 0 0,-1 1 0 0 0,0-1 1 0 0,1 1-1 0 0,-11-6 1 0 0,11 8 11 0 0,0 1 0 0 0,-1-1 0 0 0,1 1 0 0 0,0-1 0 0 0,-1 1 0 0 0,1 0 1 0 0,-1 1-1 0 0,1-1 0 0 0,-1 1 0 0 0,1 0 0 0 0,-1 0 0 0 0,0 1 0 0 0,1-1 0 0 0,-1 1 1 0 0,1 0-1 0 0,-1 0 0 0 0,1 0 0 0 0,0 1 0 0 0,0-1 0 0 0,-1 1 0 0 0,-3 3 1 0 0,1-1 2 0 0,0 0 0 0 0,0 0 1 0 0,1 1-1 0 0,0 0 0 0 0,0 0 1 0 0,0 1-1 0 0,0 0 0 0 0,1 0 1 0 0,0 0-1 0 0,0 0 1 0 0,1 1-1 0 0,0 0 0 0 0,-5 10 1 0 0,7-12 3 0 0,0-1 1 0 0,1 1 0 0 0,-1 0 0 0 0,1-1 0 0 0,0 1 0 0 0,1 0 0 0 0,-1 0 0 0 0,1 0 0 0 0,0-1 0 0 0,0 1 0 0 0,0 0 0 0 0,1 0-1 0 0,0 0 1 0 0,0 0 0 0 0,0-1 0 0 0,0 1 0 0 0,1 0 0 0 0,0-1 0 0 0,0 1 0 0 0,0-1 0 0 0,0 0 0 0 0,6 8 0 0 0,1-3 11 0 0,0 0 1 0 0,0 0-1 0 0,0-1 1 0 0,1 0-1 0 0,0-1 1 0 0,1 0-1 0 0,0 0 1 0 0,0-1-1 0 0,0-1 1 0 0,1 0-1 0 0,-1 0 1 0 0,1-1-1 0 0,21 4 1 0 0,-10-3 8 0 0,1-2 0 0 0,0 0 0 0 0,-1-1 0 0 0,1-2 0 0 0,0 0 0 0 0,32-6 0 0 0,-36 3-3 0 0,0-2 1 0 0,-1 0-1 0 0,1-2 1 0 0,-1 0-1 0 0,-1-1 1 0 0,0 0-1 0 0,0-2 1 0 0,0 0 0 0 0,-1-1-1 0 0,-1-1 1 0 0,0-1-1 0 0,-1 0 1 0 0,0-1-1 0 0,-1 0 1 0 0,20-27-1 0 0,-6 3 57 0 0,-3-1 0 0 0,-1-1 0 0 0,-2-1 0 0 0,-2-1 0 0 0,25-75 0 0 0,-45 116-65 0 0,35-118 1132 0 0,-34 118-1102 0 0,-13 6-29 0 0,6 2 8 0 0,1 1-1 0 0,0 0 1 0 0,0-1-1 0 0,0 1 1 0 0,1 1-1 0 0,0-1 1 0 0,1 1-1 0 0,-3 10 1 0 0,-2 2-23 0 0,-116 368 146 0 0,38 11 401 0 0,21 96-51 0 0,61-410-394 0 0,3 0-1 0 0,5-1 1 0 0,25 155 0 0 0,-24-212-6 0 0,15 43 1 0 0,-18-65-48 0 0,0 1-1 0 0,1-1 1 0 0,0 0 0 0 0,0 0 0 0 0,0 0 0 0 0,1 0-1 0 0,0 0 1 0 0,0-1 0 0 0,0 0 0 0 0,1 0 0 0 0,0 0-1 0 0,9 7 1 0 0,-11-11-24 0 0,-1 1 0 0 0,1-1 0 0 0,0 0 0 0 0,0 0 0 0 0,0-1 0 0 0,0 1 0 0 0,0 0 0 0 0,0-1 0 0 0,1 0 0 0 0,-1 0 0 0 0,0 0 0 0 0,0 0 0 0 0,0 0 0 0 0,0-1 0 0 0,0 1 0 0 0,0-1 0 0 0,0 0 0 0 0,0 0 0 0 0,0 0 0 0 0,0 0 0 0 0,0 0 0 0 0,-1-1 0 0 0,1 0 0 0 0,0 1 0 0 0,-1-1 0 0 0,1 0 0 0 0,1-2 0 0 0,3-2-8 0 0,0 0 1 0 0,-1 0 0 0 0,0-1 0 0 0,0 1-1 0 0,-1-1 1 0 0,0-1 0 0 0,0 1-1 0 0,5-13 1 0 0,-5 10-3 0 0,-1-1 0 0 0,-1 1 1 0 0,0-1-1 0 0,-1 0 0 0 0,0-1 0 0 0,0 1 0 0 0,-1 0 1 0 0,-1 0-1 0 0,0-1 0 0 0,-1-11 0 0 0,-2 7 9 0 0,0 0 0 0 0,0 0-1 0 0,-2 0 1 0 0,0 1 0 0 0,-1-1 0 0 0,-9-17-1 0 0,-4 0-5 0 0,-1 0-1 0 0,-2 2 0 0 0,-1 0 0 0 0,-2 2 0 0 0,-31-31 1 0 0,-36-23-9 0 0,-132-94-1 0 0,65 56 73 0 0,153 117-97 0 0,0-1 0 0 0,1-1 0 0 0,-1 1 1 0 0,1-1-1 0 0,0 1 0 0 0,0-2 0 0 0,1 1 1 0 0,-1 0-1 0 0,-3-9 0 0 0,7 11-50 0 0,0 1 0 0 0,0-1 1 0 0,0 1-1 0 0,0-1 0 0 0,1 1 0 0 0,-1-1 1 0 0,1 0-1 0 0,0 1 0 0 0,0-1 0 0 0,0 1 1 0 0,1-1-1 0 0,-1 0 0 0 0,1 1 1 0 0,0-1-1 0 0,0 1 0 0 0,0-1 0 0 0,0 1 1 0 0,1 0-1 0 0,-1-1 0 0 0,1 1 0 0 0,4-5 1 0 0,5-8-372 0 0,1 1 1 0 0,1 1-1 0 0,0 0 1 0 0,1 1-1 0 0,1 0 1 0 0,0 2 0 0 0,18-13-1 0 0,121-61-4197 0 0,-49 33-1989 0 0,-51 26 124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6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388 241 332 0 0,'-3'-6'1173'0'0,"0"0"1"0"0,0 0-1 0 0,1-1 1 0 0,0 1-1 0 0,0 0 1 0 0,1-1-1 0 0,-1 0 0 0 0,1-9 1 0 0,1-60 3365 0 0,0 12-81 0 0,0 62-4396 0 0,0 1 0 0 0,0-1-1 0 0,0 0 1 0 0,0 1 0 0 0,-1-1 0 0 0,1 1 0 0 0,-1-1 0 0 0,1 0 0 0 0,-1 1-1 0 0,1-1 1 0 0,-1 1 0 0 0,0-1 0 0 0,0 1 0 0 0,0-1 0 0 0,0 1 0 0 0,0 0 0 0 0,0 0-1 0 0,-2-2 1 0 0,2 2-42 0 0,0 1-1 0 0,0-1 0 0 0,0 1 1 0 0,0 0-1 0 0,-1-1 0 0 0,1 1 1 0 0,0 0-1 0 0,0 0 1 0 0,-1-1-1 0 0,1 1 0 0 0,0 0 1 0 0,0 0-1 0 0,-1 0 0 0 0,1 1 1 0 0,0-1-1 0 0,0 0 1 0 0,0 0-1 0 0,-3 2 0 0 0,-4 1-30 0 0,0 1 0 0 0,1 0-1 0 0,-1 1 1 0 0,1 0 0 0 0,-9 7-1 0 0,9-7 90 0 0,-26 21-90 0 0,1 1 1 0 0,-45 49 0 0 0,58-54-1 0 0,1 0 1 0 0,1 1-1 0 0,1 1 1 0 0,-22 44-1 0 0,35-60 8 0 0,-1 0 0 0 0,1 1 0 0 0,1 0 0 0 0,-1-1 1 0 0,1 1-1 0 0,1 0 0 0 0,0 0 0 0 0,0 0 0 0 0,1 15 0 0 0,0-22 6 0 0,1 1 1 0 0,-1-1 0 0 0,1 1-1 0 0,-1-1 1 0 0,1 1 0 0 0,0-1-1 0 0,0 1 1 0 0,0-1-1 0 0,0 0 1 0 0,1 1 0 0 0,-1-1-1 0 0,1 0 1 0 0,-1 0-1 0 0,1 0 1 0 0,2 2 0 0 0,-1-2 2 0 0,-1-1 1 0 0,1 1 0 0 0,-1-1 0 0 0,1 1-1 0 0,-1-1 1 0 0,1 0 0 0 0,0-1 0 0 0,0 1-1 0 0,0 0 1 0 0,0-1 0 0 0,-1 1 0 0 0,1-1-1 0 0,0 0 1 0 0,0 0 0 0 0,0 0 0 0 0,5-1-1 0 0,3-1 7 0 0,0-1-1 0 0,-1 0 0 0 0,1 0 0 0 0,-1-1 0 0 0,0-1 1 0 0,0 1-1 0 0,0-2 0 0 0,0 1 0 0 0,-1-1 0 0 0,0-1 1 0 0,-1 0-1 0 0,1 0 0 0 0,-1-1 0 0 0,11-13 1 0 0,4-6 29 0 0,-1-2 1 0 0,-2 0-1 0 0,20-38 1 0 0,25-43 313 0 0,-65 109-361 0 0,0 1 0 0 0,0 0 0 0 0,0-1 1 0 0,0 1-1 0 0,0-1 0 0 0,0 1 0 0 0,1 0 0 0 0,-1-1 0 0 0,0 1 0 0 0,0 0 0 0 0,0-1 0 0 0,1 1 0 0 0,-1 0 0 0 0,0-1 0 0 0,1 1 0 0 0,-1 0 0 0 0,0 0 0 0 0,0-1 0 0 0,1 1 0 0 0,-1 0 0 0 0,0 0 0 0 0,1 0 0 0 0,-1-1 0 0 0,1 1 0 0 0,-1 0 0 0 0,0 0 0 0 0,1 0 1 0 0,-1 0-1 0 0,1 0 0 0 0,0 0 0 0 0,5 10-83 0 0,-1 18 36 0 0,-4-9 59 0 0,2 0 0 0 0,-1 0 0 0 0,2 0 0 0 0,1-1 0 0 0,13 36 0 0 0,-15-46-236 0 0,1 0-1 0 0,1 0 1 0 0,-1-1-1 0 0,1 1 1 0 0,1-1-1 0 0,-1 0 1 0 0,1-1-1 0 0,0 1 1 0 0,1-1 0 0 0,0 0-1 0 0,0-1 1 0 0,0 1-1 0 0,0-2 1 0 0,17 9-1 0 0,-17-10-1032 0 0,1 0-1 0 0,0 0 0 0 0,0-1 0 0 0,0 0 1 0 0,0 0-1 0 0,15 1 0 0 0,5-3-5880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6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1 197 1376 0 0,'-1'-17'2060'0'0,"1"0"0"0"0,1 1 0 0 0,3-24 0 0 0,-3 33-1669 0 0,0 0-1 0 0,1 0 1 0 0,0 0-1 0 0,0 0 0 0 0,1 0 1 0 0,-1 1-1 0 0,1-1 1 0 0,1 1-1 0 0,-1 0 1 0 0,8-9-1 0 0,-10 13-350 0 0,1 1 0 0 0,-1-1-1 0 0,0 1 1 0 0,1 0 0 0 0,-1 0 0 0 0,1-1-1 0 0,0 1 1 0 0,-1 0 0 0 0,1 0 0 0 0,0 1-1 0 0,0-1 1 0 0,-1 0 0 0 0,1 1 0 0 0,0-1-1 0 0,0 1 1 0 0,0-1 0 0 0,0 1 0 0 0,0 0-1 0 0,4 0 1 0 0,-3 0-13 0 0,0 1-1 0 0,0 0 1 0 0,0 0-1 0 0,0 0 1 0 0,0 0-1 0 0,0 0 1 0 0,0 1-1 0 0,0-1 1 0 0,0 1-1 0 0,0 0 0 0 0,2 2 1 0 0,4 3 21 0 0,-1 1 0 0 0,0 1 0 0 0,0-1 0 0 0,-1 1 1 0 0,11 17-1 0 0,-11-12 84 0 0,0 0-1 0 0,-1 1 1 0 0,-1 0 0 0 0,0 0 0 0 0,-1 0 0 0 0,-1 0-1 0 0,0 1 1 0 0,-1 0 0 0 0,-1-1 0 0 0,0 1 0 0 0,-1 0-1 0 0,-3 26 1 0 0,-1-10 2414 0 0,4-30-2249 0 0,-1-3-268 0 0,1 1 1 0 0,-1 0-1 0 0,1-1 0 0 0,-1 1 1 0 0,0 0-1 0 0,1-1 0 0 0,-1 1 1 0 0,1-1-1 0 0,0 1 1 0 0,-1-1-1 0 0,1 1 0 0 0,-1-1 1 0 0,1 1-1 0 0,0-1 0 0 0,-1 0 1 0 0,1 1-1 0 0,0-1 0 0 0,-1 0 1 0 0,0-19 31 0 0,1 0 1 0 0,0 0-1 0 0,2 1 1 0 0,0-1 0 0 0,6-24-1 0 0,-5 33-82 0 0,0 0 0 0 0,0 0 0 0 0,1 1-1 0 0,0-1 1 0 0,1 1 0 0 0,0 0 0 0 0,1 1-1 0 0,0-1 1 0 0,0 1 0 0 0,1 0-1 0 0,9-8 1 0 0,-13 14 10 0 0,0 0-1 0 0,0 1 1 0 0,0 0 0 0 0,0 0-1 0 0,1 0 1 0 0,-1 0-1 0 0,1 0 1 0 0,0 0-1 0 0,-1 1 1 0 0,1 0 0 0 0,0 0-1 0 0,0 0 1 0 0,0 0-1 0 0,0 1 1 0 0,0-1 0 0 0,5 1-1 0 0,-2 1 5 0 0,-1-1-1 0 0,0 2 1 0 0,1-1-1 0 0,-1 1 1 0 0,0 0-1 0 0,1 0 1 0 0,-1 0-1 0 0,-1 1 0 0 0,9 4 1 0 0,-2 2 3 0 0,1-1 0 0 0,-1 2-1 0 0,-1-1 1 0 0,0 2 0 0 0,0-1 0 0 0,-1 1 0 0 0,-1 1 0 0 0,9 13 0 0 0,-13-18 26 0 0,0 1 1 0 0,-1 0 0 0 0,0 0 0 0 0,0 0 0 0 0,-1 1 0 0 0,0-1 0 0 0,0 1 0 0 0,0 9 0 0 0,-5-10-180 0 0,-3-13 20 0 0,-3-17-38 0 0,7 13 139 0 0,0-1 0 0 0,1 1 0 0 0,0 0 0 0 0,0-1 1 0 0,1 1-1 0 0,0 0 0 0 0,1 0 0 0 0,0 0 0 0 0,0-1 0 0 0,1 2 0 0 0,0-1 1 0 0,1 0-1 0 0,0 1 0 0 0,0-1 0 0 0,6-7 0 0 0,-6 10 13 0 0,1-1 0 0 0,0 1 0 0 0,0 1 0 0 0,1-1-1 0 0,-1 1 1 0 0,1 0 0 0 0,1 0 0 0 0,-1 0 0 0 0,1 1-1 0 0,-1 0 1 0 0,1 0 0 0 0,0 1 0 0 0,1 0 0 0 0,-1 0 0 0 0,0 0-1 0 0,1 1 1 0 0,13-2 0 0 0,-17 4 25 0 0,0-1 1 0 0,0 1-1 0 0,0 0 0 0 0,1 0 0 0 0,-1 0 0 0 0,0 1 1 0 0,0-1-1 0 0,0 1 0 0 0,0 0 0 0 0,0 0 1 0 0,0 0-1 0 0,0 1 0 0 0,0 0 0 0 0,0 0 0 0 0,0 0 1 0 0,-1 0-1 0 0,1 0 0 0 0,-1 0 0 0 0,1 1 1 0 0,-1 0-1 0 0,0 0 0 0 0,0 0 0 0 0,-1 0 0 0 0,1 0 1 0 0,0 1-1 0 0,-1-1 0 0 0,0 1 0 0 0,0-1 1 0 0,0 1-1 0 0,0 0 0 0 0,-1 0 0 0 0,2 5 0 0 0,3 12-157 0 0,-1 0 0 0 0,-1 1 0 0 0,-1-1 0 0 0,0 42 0 0 0,-2-42-464 0 0,0-8-356 0 0,3 31-2646 0 0,-4-42 3079 0 0,1 0 0 0 0,-1 0-1 0 0,1 0 1 0 0,0 0 0 0 0,0 0 0 0 0,0-1-1 0 0,0 1 1 0 0,0 0 0 0 0,0 0 0 0 0,2 2-1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8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248 672 272 0 0,'4'-9'1567'0'0,"0"1"0"0"0,-1 0 0 0 0,0-1 0 0 0,0 0-1 0 0,-1 0 1 0 0,2-12 0 0 0,-4 17-1196 0 0,0 0 0 0 0,0 0-1 0 0,0 1 1 0 0,0-1 0 0 0,0 0 0 0 0,-1 0-1 0 0,0 0 1 0 0,0 1 0 0 0,0-1 0 0 0,0 0-1 0 0,0 1 1 0 0,-1-1 0 0 0,0 1 0 0 0,1-1-1 0 0,-1 1 1 0 0,-5-6 0 0 0,6 8-348 0 0,0 1 0 0 0,0-1 0 0 0,0 1 0 0 0,0-1 0 0 0,0 1 0 0 0,0 0 0 0 0,0-1 0 0 0,0 1 0 0 0,0 0 0 0 0,0 0 0 0 0,0-1 0 0 0,0 1 1 0 0,0 0-1 0 0,-1 0 0 0 0,1 0 0 0 0,0 1 0 0 0,0-1 0 0 0,0 0 0 0 0,0 0 0 0 0,0 0 0 0 0,0 1 0 0 0,0-1 0 0 0,-2 1 0 0 0,-23 12 127 0 0,9-1-120 0 0,-1 2 0 0 0,2 0 0 0 0,0 0 1 0 0,1 2-1 0 0,0 0 0 0 0,1 1 0 0 0,1 0 1 0 0,1 1-1 0 0,0 1 0 0 0,-15 33 0 0 0,23-43-19 0 0,0 0 0 0 0,1 1 0 0 0,0-1-1 0 0,0 1 1 0 0,1-1 0 0 0,1 1 0 0 0,-2 15-1 0 0,3-22-3 0 0,0-1 0 0 0,0 1 0 0 0,0 0 0 0 0,1 0 0 0 0,-1-1 0 0 0,1 1 1 0 0,-1 0-1 0 0,1-1 0 0 0,0 1 0 0 0,0 0 0 0 0,0-1 0 0 0,0 1 0 0 0,1-1 0 0 0,-1 0 0 0 0,1 1 0 0 0,-1-1 0 0 0,1 0 0 0 0,0 0 0 0 0,0 0 0 0 0,0 0 0 0 0,0 0 0 0 0,0-1 0 0 0,0 1 0 0 0,0 0 0 0 0,1-1 0 0 0,-1 0 0 0 0,1 0 0 0 0,-1 1 0 0 0,1-1 0 0 0,2 0 0 0 0,-1 0-7 0 0,0 0 0 0 0,0-1-1 0 0,0 0 1 0 0,0 0-1 0 0,-1 0 1 0 0,1 0 0 0 0,0-1-1 0 0,0 0 1 0 0,0 1-1 0 0,-1-1 1 0 0,1-1 0 0 0,0 1-1 0 0,-1 0 1 0 0,1-1-1 0 0,-1 0 1 0 0,0 0 0 0 0,6-4-1 0 0,1-1-45 0 0,-1 0 1 0 0,0-1-1 0 0,0 0 0 0 0,10-13 0 0 0,1-7 379 0 0,-1-1-1 0 0,0 0 1 0 0,-3-2-1 0 0,0 0 0 0 0,-2-1 1 0 0,17-60-1 0 0,-29 89-217 0 0,-1-2-24 0 0,0 1 0 0 0,1-1 0 0 0,-1 0 0 0 0,1 1 0 0 0,0 0 0 0 0,1-1-1 0 0,4-6 1 0 0,-6 10-85 0 0,-1 30 22 0 0,-9 88-101 0 0,5-84 103 0 0,1 0-1 0 0,3 48 0 0 0,0-68-57 0 0,1 3 54 0 0,0-1 1 0 0,1 1-1 0 0,1 0 0 0 0,9 28 1 0 0,-12-42-40 0 0,1 1 0 0 0,1 0 1 0 0,-1 0-1 0 0,0-1 0 0 0,1 1 1 0 0,-1-1-1 0 0,1 1 0 0 0,0-1 0 0 0,-1 0 1 0 0,1 1-1 0 0,1-1 0 0 0,-1 0 0 0 0,0 0 1 0 0,0 0-1 0 0,1-1 0 0 0,-1 1 1 0 0,1-1-1 0 0,-1 1 0 0 0,1-1 0 0 0,0 0 1 0 0,0 0-1 0 0,-1 0 0 0 0,1 0 1 0 0,0 0-1 0 0,0-1 0 0 0,0 0 0 0 0,0 1 1 0 0,0-1-1 0 0,0 0 0 0 0,0 0 0 0 0,0 0 1 0 0,5-2-1 0 0,6-1-197 0 0,1-1-1 0 0,-1-1 1 0 0,-1 0-1 0 0,1-1 1 0 0,-1-1-1 0 0,0 0 1 0 0,0 0-1 0 0,-1-2 1 0 0,0 1 0 0 0,0-2-1 0 0,-1 1 1 0 0,-1-1-1 0 0,1-1 1 0 0,10-15-1 0 0,1-3-217 0 0,-1 0 0 0 0,-1-2-1 0 0,-2 0 1 0 0,24-57-1 0 0,-18 25 345 0 0,-2 0-1 0 0,-3-1 1 0 0,14-82-1 0 0,-9-89 3840 0 0,-24 160-2681 0 0,-14 112-924 0 0,-1 45-75 0 0,3 1 0 0 0,4 0-1 0 0,5 140 1 0 0,16-35 42 0 0,-10-163-85 0 0,2 0-1 0 0,1 0 1 0 0,1 0 0 0 0,1-1 0 0 0,14 31 0 0 0,-19-50-36 0 0,0 0 1 0 0,0 0 0 0 0,0-1-1 0 0,0 1 1 0 0,1-1 0 0 0,0 1-1 0 0,0-1 1 0 0,0 0 0 0 0,0-1-1 0 0,0 1 1 0 0,1-1 0 0 0,0 0-1 0 0,0 0 1 0 0,0 0 0 0 0,0-1-1 0 0,0 0 1 0 0,0 0 0 0 0,0 0-1 0 0,1 0 1 0 0,-1-1 0 0 0,1 0-1 0 0,0 0 1 0 0,-1-1 0 0 0,1 1-1 0 0,-1-1 1 0 0,1 0 0 0 0,0-1-1 0 0,-1 1 1 0 0,1-1 0 0 0,-1 0-1 0 0,1-1 1 0 0,-1 1 0 0 0,1-1-1 0 0,9-5 1 0 0,-2 0-113 0 0,0-1-1 0 0,0 0 1 0 0,-1-1-1 0 0,0 0 1 0 0,-1 0-1 0 0,0-2 1 0 0,0 1-1 0 0,-1-1 1 0 0,-1-1 0 0 0,0 0-1 0 0,8-14 1 0 0,-4 4 42 0 0,-1 0 1 0 0,-1 0 0 0 0,0-2 0 0 0,-2 1-1 0 0,10-45 1 0 0,-15 51 170 0 0,-2 0-1 0 0,0 0 1 0 0,0 0 0 0 0,-2-1-1 0 0,0 1 1 0 0,-5-33 0 0 0,5 49-101 0 0,0 1-1 0 0,0-1 1 0 0,0 0 0 0 0,0 1 0 0 0,0-1-1 0 0,-1 0 1 0 0,1 1 0 0 0,0-1 0 0 0,0 1-1 0 0,0-1 1 0 0,0 0 0 0 0,-1 1-1 0 0,1-1 1 0 0,0 1 0 0 0,-1-1 0 0 0,1 1-1 0 0,0-1 1 0 0,-1 1 0 0 0,1-1 0 0 0,-1 1-1 0 0,1-1 1 0 0,0 1 0 0 0,-1-1 0 0 0,1 1-1 0 0,-1 0 1 0 0,0-1 0 0 0,1 1 0 0 0,-1 0-1 0 0,1 0 1 0 0,-1-1 0 0 0,1 1 0 0 0,-1 0-1 0 0,0 0 1 0 0,1 0 0 0 0,-2-1 0 0 0,1 3-2 0 0,0-1 0 0 0,0 1 1 0 0,0-1-1 0 0,0 0 1 0 0,0 1-1 0 0,0 0 1 0 0,1-1-1 0 0,-1 1 1 0 0,0-1-1 0 0,1 1 1 0 0,-1 0-1 0 0,1 0 1 0 0,0 2-1 0 0,0 2 0 0 0,0-1-1 0 0,0 0 1 0 0,1 1 0 0 0,0-1-1 0 0,0 1 1 0 0,1-1-1 0 0,-1 0 1 0 0,1 0-1 0 0,0 1 1 0 0,1-2 0 0 0,-1 1-1 0 0,1 0 1 0 0,0 0-1 0 0,6 6 1 0 0,-3-4-90 0 0,0-2 0 0 0,0 1 0 0 0,1-1 0 0 0,-1 0-1 0 0,1 0 1 0 0,1-1 0 0 0,-1 1 0 0 0,15 4 0 0 0,-1-1-372 0 0,1-2 0 0 0,0-1-1 0 0,0 0 1 0 0,0-2 0 0 0,1 0-1 0 0,31-1 1 0 0,-30-3 2 0 0,0 0 0 0 0,0-1 0 0 0,-1-2-1 0 0,40-10 1 0 0,-51 11 585 0 0,-1-1 0 0 0,0-1-1 0 0,0 1 1 0 0,-1-2 0 0 0,1 1-1 0 0,-1-2 1 0 0,0 1 0 0 0,-1-1-1 0 0,0-1 1 0 0,0 1 0 0 0,11-14-1 0 0,-17 17 129 0 0,-1 1 0 0 0,0-1-1 0 0,0 1 1 0 0,0-1 0 0 0,-1 0-1 0 0,0 0 1 0 0,1 0-1 0 0,-1 0 1 0 0,-1 0 0 0 0,1 0-1 0 0,0-1 1 0 0,-1 1 0 0 0,0-8-1 0 0,-3 13-208 0 0,-3 3 1 0 0,1-1 0 0 0,-1 1-1 0 0,1 0 1 0 0,1 0-1 0 0,-1 1 1 0 0,0-1-1 0 0,1 1 1 0 0,0 0 0 0 0,0 0-1 0 0,1 0 1 0 0,-1 1-1 0 0,-2 5 1 0 0,-8 18 352 0 0,-12 34-1 0 0,16-40-317 0 0,2-2 12 0 0,1 0-1 0 0,1 0 0 0 0,-4 29 0 0 0,8-39-56 0 0,1 1-1 0 0,0-1 1 0 0,1 1-1 0 0,0-1 1 0 0,0 1-1 0 0,2-1 1 0 0,-1 0 0 0 0,5 14-1 0 0,-5-21-85 0 0,0 0-1 0 0,1 0 0 0 0,0 0 0 0 0,0 0 1 0 0,0 0-1 0 0,0-1 0 0 0,1 1 1 0 0,-1-1-1 0 0,1 1 0 0 0,0-1 1 0 0,0 0-1 0 0,0 0 0 0 0,0 0 1 0 0,1-1-1 0 0,5 5 0 0 0,-3-5-196 0 0,0 1 0 0 0,-1-1 1 0 0,1 0-1 0 0,0 0 0 0 0,1 0 0 0 0,-1-1 0 0 0,0 0 0 0 0,0 0 0 0 0,12-1 0 0 0,-4 0-514 0 0,1-2 0 0 0,-1 0 0 0 0,0 0-1 0 0,0-1 1 0 0,-1-1 0 0 0,1-1 0 0 0,-1 0-1 0 0,24-12 1 0 0,-7-1-1098 0 0,-1-2-561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8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97 104 6097 0 0,'2'-17'2198'0'0,"-1"0"0"0"0,-2-17 0 0 0,1 11 2362 0 0,-2 11-1374 0 0,-7 38-1935 0 0,-9 42 0 0 0,-11 50-629 0 0,-3 18-1091 0 0,28-113-2255 0 0,0 44 1 0 0,4-64 2343 0 0,0-1 0 0 0,0 0 1 0 0,0 1-1 0 0,0-1 0 0 0,1 1 0 0 0,-1-1 1 0 0,1 0-1 0 0,0 1 0 0 0,1 2 0 0 0,10 8-5244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8.7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0 100 416 0 0,'18'-60'13342'0'0,"-9"36"-10397"0"0,-9 23-2887 0 0,0 0 1 0 0,1 1-1 0 0,-1-1 1 0 0,1 0-1 0 0,-1 0 0 0 0,1 0 1 0 0,-1 1-1 0 0,1-1 1 0 0,-1 0-1 0 0,1 0 1 0 0,0 1-1 0 0,-1-1 0 0 0,1 1 1 0 0,0-1-1 0 0,-1 0 1 0 0,1 1-1 0 0,0-1 1 0 0,0 1-1 0 0,0 0 0 0 0,0-1 1 0 0,0 1-1 0 0,-1 0 1 0 0,1-1-1 0 0,2 1 1 0 0,-1 0-11 0 0,0 0 0 0 0,0 0 0 0 0,0 0 0 0 0,0 0 0 0 0,1 1 0 0 0,-1-1 0 0 0,0 1 0 0 0,0-1 0 0 0,0 1 0 0 0,2 1 0 0 0,3 1 7 0 0,-2 1 0 0 0,1-1 0 0 0,0 1 0 0 0,-1 0 0 0 0,10 9 0 0 0,-10-8 27 0 0,0 1 0 0 0,-1-1 0 0 0,0 1 0 0 0,0 0 0 0 0,0 0 0 0 0,-1 1 0 0 0,0-1 0 0 0,0 1 0 0 0,-1-1 0 0 0,0 1 0 0 0,0 0 0 0 0,2 10 0 0 0,-3-8-5 0 0,-1 1 0 0 0,0-1 0 0 0,0 1 0 0 0,-1-1 0 0 0,0 0 0 0 0,-1 1 0 0 0,0-1 0 0 0,-5 13 0 0 0,-3 4 214 0 0,-3 0 0 0 0,0 0 1 0 0,-1-1-1 0 0,-1-1 0 0 0,-22 26 1 0 0,11-18 2577 0 0,26-33-2865 0 0,1-1-1 0 0,-1 0 1 0 0,1 1-1 0 0,-1-1 0 0 0,1 0 1 0 0,0 1-1 0 0,-1-1 1 0 0,1 1-1 0 0,0-1 0 0 0,0 1 1 0 0,0-1-1 0 0,0 1 1 0 0,0-1-1 0 0,3-1 1 0 0,20-19-212 0 0,-20 19 165 0 0,169-129-805 0 0,29-24 723 0 0,-191 146 255 0 0,-1-1 1 0 0,0 1 0 0 0,11-16 0 0 0,-20 25-164 0 0,-4 1-72 0 0,1 1 99 0 0,-1-1 0 0 0,0 1 1 0 0,1 0-1 0 0,-1 0 0 0 0,1 0 0 0 0,0 0 0 0 0,-1 0 0 0 0,1 0 1 0 0,0 1-1 0 0,0-1 0 0 0,0 1 0 0 0,0 0 0 0 0,0-1 0 0 0,-3 5 1 0 0,-28 36-31 0 0,24-30 14 0 0,-1 2 15 0 0,1 1 0 0 0,0-1 0 0 0,1 1 0 0 0,0 1 0 0 0,1 0 0 0 0,-6 20 0 0 0,12-31 19 0 0,-1 0 1 0 0,1 0 0 0 0,0 1-1 0 0,0-1 1 0 0,0 0-1 0 0,1 1 1 0 0,0-1-1 0 0,0 1 1 0 0,0-1 0 0 0,1 0-1 0 0,0 1 1 0 0,0-1-1 0 0,0 0 1 0 0,1 0-1 0 0,-1 0 1 0 0,1 0-1 0 0,0 0 1 0 0,1 0 0 0 0,-1 0-1 0 0,1-1 1 0 0,0 1-1 0 0,0-1 1 0 0,1 0-1 0 0,3 5 1 0 0,-1-5-240 0 0,-1 0 0 0 0,1-1 0 0 0,0 0 0 0 0,0 0 1 0 0,0 0-1 0 0,0 0 0 0 0,0-1 0 0 0,1 0 0 0 0,-1-1 0 0 0,1 1 0 0 0,-1-1 0 0 0,14 1 0 0 0,33-3-3993 0 0,-6-6-3359 0 0,-20-1 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9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2664 0 0,'12'-6'4223'0'0,"0"1"1"0"0,0-2-1 0 0,11-7 0 0 0,-1 0 2336 0 0,-14 8-4847 0 0,6-6-7692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49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0 2568 0 0,'-168'22'13729'0'0,"154"-18"-12507"0"0,14-4-1203 0 0,0 0-1 0 0,0 0 1 0 0,0 0-1 0 0,0 0 1 0 0,0 0-1 0 0,0 1 1 0 0,0-1-1 0 0,0 0 1 0 0,0 0-1 0 0,0 0 1 0 0,0 0-1 0 0,0 0 1 0 0,0 0-1 0 0,0 1 1 0 0,0-1-1 0 0,0 0 1 0 0,0 0-1 0 0,0 0 1 0 0,0 0-1 0 0,0 0 1 0 0,0 0-1 0 0,0 1 0 0 0,0-1 1 0 0,0 0-1 0 0,0 0 1 0 0,1 0-1 0 0,-1 0 1 0 0,0 0-1 0 0,0 0 1 0 0,0 0-1 0 0,0 0 1 0 0,0 0-1 0 0,0 1 1 0 0,0-1-1 0 0,0 0 1 0 0,0 0-1 0 0,1 0 1 0 0,-1 0-1 0 0,0 0 1 0 0,0 0-1 0 0,0 0 1 0 0,0 0-1 0 0,0 0 1 0 0,0 0-1 0 0,0 0 1 0 0,1 0-1 0 0,-1 0 1 0 0,26 5 538 0 0,480-14-1782 0 0,-332 2-1945 0 0,24-3-3421 0 0,-100 3 1017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0.0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61 2144 0 0,'53'-61'12387'0'0,"-53"62"-12306"0"0,1-1-1 0 0,0 0 1 0 0,0 1-1 0 0,-1-1 1 0 0,1 1-1 0 0,0-1 0 0 0,-1 1 1 0 0,1-1-1 0 0,-1 1 1 0 0,1-1-1 0 0,-1 1 1 0 0,1-1-1 0 0,-1 1 0 0 0,1 0 1 0 0,-1-1-1 0 0,1 2 1 0 0,1 13 350 0 0,0 0 1 0 0,-2 0-1 0 0,0-1 1 0 0,-1 1 0 0 0,-2 18-1 0 0,-20 78 215 0 0,9-46-366 0 0,-2 8-85 0 0,-7 38-743 0 0,20-89-1093 0 0,0 30 0 0 0,3-52 1605 0 0,3 19-2006 0 0,-3-18 1811 0 0,0-1 1 0 0,0 1 0 0 0,1 0-1 0 0,-1-1 1 0 0,0 1-1 0 0,1-1 1 0 0,-1 1-1 0 0,0 0 1 0 0,1-1 0 0 0,4 4-2074 0 0,-4-4 2073 0 0,-1 1 1 0 0,1-1-1 0 0,0 0 1 0 0,-1 0-1 0 0,1 0 1 0 0,0 1 0 0 0,-1-1-1 0 0,1 0 1 0 0,0 0-1 0 0,1 0 1 0 0,17-2-3924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0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100 122 1100 0 0,'18'-16'3010'0'0,"-1"0"-1"0"0,0-1 1 0 0,-1 0-1 0 0,24-36 0 0 0,-39 51-2652 0 0,-34 1 453 0 0,19 5-725 0 0,1 0 0 0 0,-1 1 0 0 0,-15 8 0 0 0,25-11-85 0 0,0 0-1 0 0,0 0 0 0 0,0 0 0 0 0,0 1 0 0 0,1-1 0 0 0,-1 1 0 0 0,0 0 1 0 0,1 1-1 0 0,0-1 0 0 0,0 0 0 0 0,0 1 0 0 0,0 0 0 0 0,-2 4 0 0 0,4-6 5 0 0,1 1-1 0 0,-1-1 0 0 0,1 0 0 0 0,-1 1 1 0 0,1-1-1 0 0,0 0 0 0 0,0 1 0 0 0,0-1 1 0 0,0 0-1 0 0,1 1 0 0 0,-1-1 0 0 0,1 0 1 0 0,-1 0-1 0 0,1 1 0 0 0,0-1 0 0 0,0 0 1 0 0,0 0-1 0 0,0 0 0 0 0,0 0 0 0 0,0 0 0 0 0,0 0 1 0 0,1 0-1 0 0,2 3 0 0 0,4 4 3 0 0,1-1 0 0 0,0 0 0 0 0,15 10 0 0 0,-8-5-1 0 0,5 4 119 0 0,0-1-231 0 0,21 22 1 0 0,-37-33 268 0 0,-1 0-1 0 0,1 0 1 0 0,-1 1-1 0 0,0-1 1 0 0,0 1-1 0 0,-1 0 1 0 0,1 1-1 0 0,-2-1 1 0 0,4 9-1 0 0,-5-12-64 0 0,-1-1 1 0 0,0 1-1 0 0,0-1 0 0 0,0 1 0 0 0,0-1 1 0 0,-1 1-1 0 0,1-1 0 0 0,-1 1 0 0 0,1-1 1 0 0,-1 1-1 0 0,0-1 0 0 0,0 0 0 0 0,0 1 1 0 0,0-1-1 0 0,0 0 0 0 0,-1 0 1 0 0,1 0-1 0 0,-1 0 0 0 0,1 0 0 0 0,-1 0 1 0 0,0 0-1 0 0,0 0 0 0 0,1-1 0 0 0,-1 1 1 0 0,-1-1-1 0 0,1 1 0 0 0,0-1 0 0 0,-2 1 1 0 0,-1 1-41 0 0,0 0 1 0 0,0-1 0 0 0,0 1-1 0 0,-1-1 1 0 0,1 0 0 0 0,0-1-1 0 0,-1 1 1 0 0,1-1-1 0 0,-1 0 1 0 0,1-1 0 0 0,-12 1-1 0 0,12-2-277 0 0,-1-1 0 0 0,0 1 0 0 0,0-1 0 0 0,1 0 0 0 0,0 0 0 0 0,-1 0-1 0 0,1-1 1 0 0,0 0 0 0 0,0 0 0 0 0,0 0 0 0 0,0-1 0 0 0,1 1 0 0 0,-1-1 0 0 0,1 0-1 0 0,-5-7 1 0 0,1 0-1456 0 0,-1 0 1 0 0,2-1-1 0 0,0 0 0 0 0,0 0 0 0 0,-6-18 0 0 0,-1-5-5130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0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90 2024 0 0,'-3'-15'3473'0'0,"1"-1"-1"0"0,0-17 0 0 0,2 7-2802 0 0,12 52-7794 0 0,-9-18 3541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1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89 788 1396 0 0,'-6'2'815'0'0,"0"0"0"0"0,1 0 0 0 0,-1 1 0 0 0,0 0 0 0 0,1 0 0 0 0,0 0-1 0 0,0 1 1 0 0,0 0 0 0 0,0 0 0 0 0,-6 6 0 0 0,9-7-604 0 0,-1 1 0 0 0,1 0-1 0 0,-1-1 1 0 0,1 1 0 0 0,0 0 0 0 0,1 0-1 0 0,-1 0 1 0 0,1 0 0 0 0,-1 1 0 0 0,1-1-1 0 0,0 0 1 0 0,1 1 0 0 0,-1-1-1 0 0,1 8 1 0 0,0-11-141 0 0,0 1-1 0 0,1 0 0 0 0,-1 0 1 0 0,1 0-1 0 0,-1 0 0 0 0,1-1 0 0 0,0 1 1 0 0,0 0-1 0 0,0-1 0 0 0,0 1 1 0 0,0 0-1 0 0,0-1 0 0 0,0 1 1 0 0,0-1-1 0 0,1 0 0 0 0,-1 1 1 0 0,0-1-1 0 0,1 0 0 0 0,-1 0 1 0 0,1 0-1 0 0,0 0 0 0 0,-1 0 1 0 0,1 0-1 0 0,0 0 0 0 0,-1-1 1 0 0,1 1-1 0 0,0-1 0 0 0,0 1 0 0 0,0-1 1 0 0,0 0-1 0 0,2 1 0 0 0,2 0-5 0 0,-1 0-1 0 0,1-1 1 0 0,0 0-1 0 0,0 0 0 0 0,0 0 1 0 0,0 0-1 0 0,0-1 0 0 0,0 0 1 0 0,9-3-1 0 0,3-2 46 0 0,27-13 0 0 0,-24 8-151 0 0,0-1 1 0 0,-1-1-1 0 0,-1-1 0 0 0,0-1 1 0 0,0 0-1 0 0,-2-1 0 0 0,0-1 1 0 0,-1-1-1 0 0,-1 0 1 0 0,0-2-1 0 0,-2 1 0 0 0,0-2 1 0 0,11-23-1 0 0,0-6-147 0 0,-3 0 0 0 0,-3-1-1 0 0,-1-1 1 0 0,16-88 0 0 0,-26 95 186 0 0,-2 0 1 0 0,1-58-1 0 0,-6 103 1 0 0,0-1-1 0 0,0 1 1 0 0,0 0-1 0 0,0-1 1 0 0,0 1 0 0 0,0 0-1 0 0,0-1 1 0 0,0 1-1 0 0,0 0 1 0 0,0-1 0 0 0,0 1-1 0 0,0 0 1 0 0,0-1-1 0 0,0 1 1 0 0,0 0 0 0 0,-1-1-1 0 0,1 1 1 0 0,0 0-1 0 0,0-1 1 0 0,0 1 0 0 0,0 0-1 0 0,0-1 1 0 0,-1 1-1 0 0,1 0 1 0 0,0 0 0 0 0,0-1-1 0 0,-1 1 1 0 0,1 0-1 0 0,0 0 1 0 0,0 0 0 0 0,-1-1-1 0 0,1 1 1 0 0,0 0-1 0 0,-1 0 1 0 0,1 0 0 0 0,0 0-1 0 0,-1 0 1 0 0,1 0-1 0 0,0 0 1 0 0,-1-1 0 0 0,1 1-1 0 0,0 0 1 0 0,-1 0-1 0 0,1 0 1 0 0,0 0 0 0 0,-1 0-1 0 0,1 0 1 0 0,0 1-1 0 0,-1-1 1 0 0,1 0 0 0 0,0 0-1 0 0,-1 0 1 0 0,1 0-1 0 0,0 0 1 0 0,0 0 0 0 0,-1 0-1 0 0,1 1 1 0 0,0-1-1 0 0,-1 0 1 0 0,1 0 0 0 0,0 1-1 0 0,0-1 1 0 0,-1 0-1 0 0,1 1 1 0 0,-17 15-31 0 0,2 9 23 0 0,1 0 0 0 0,1 1 0 0 0,1 1-1 0 0,-9 29 1 0 0,8-21 31 0 0,-57 176 149 0 0,58-165-81 0 0,2 1 0 0 0,-7 78-1 0 0,16-114-60 0 0,1 0-1 0 0,0-1 1 0 0,1 1-1 0 0,0 0 1 0 0,0 0-1 0 0,1 0 1 0 0,5 15-1 0 0,-5-22-35 0 0,-1-1-1 0 0,0 0 0 0 0,1 0 1 0 0,0 0-1 0 0,0 0 0 0 0,0 0 0 0 0,0 0 1 0 0,0-1-1 0 0,0 1 0 0 0,1 0 1 0 0,-1-1-1 0 0,1 0 0 0 0,0 0 1 0 0,0 0-1 0 0,0 0 0 0 0,0 0 1 0 0,0 0-1 0 0,0-1 0 0 0,0 1 1 0 0,0-1-1 0 0,1 0 0 0 0,-1 0 0 0 0,1 0 1 0 0,-1-1-1 0 0,1 1 0 0 0,6-1 1 0 0,4 0-268 0 0,0-1 0 0 0,0-1 1 0 0,0 0-1 0 0,0-1 1 0 0,-1-1-1 0 0,1 0 0 0 0,-1 0 1 0 0,0-2-1 0 0,0 1 1 0 0,0-2-1 0 0,-1 0 0 0 0,19-13 1 0 0,-8 2-148 0 0,0 0-1 0 0,-2-1 1 0 0,0-2 0 0 0,-1 0 0 0 0,20-27 0 0 0,-18 17 194 0 0,-2-1-1 0 0,-1-1 1 0 0,-1-1 0 0 0,-2-1 0 0 0,12-36-1 0 0,-9 9 917 0 0,-2-1-1 0 0,10-72 0 0 0,-20 80 1072 0 0,0-84 0 0 0,-9 133-1532 0 0,-4 11-166 0 0,-5 13-49 0 0,-24 96 416 0 0,5 2-1 0 0,-26 210 1 0 0,42-100 1063 0 0,14-226-1472 0 0,0 0 1 0 0,0 1-1 0 0,0-1 1 0 0,0 0-1 0 0,0 1 0 0 0,0-1 1 0 0,0 0-1 0 0,0 1 1 0 0,0-1-1 0 0,0 0 1 0 0,0 1-1 0 0,0-1 0 0 0,0 0 1 0 0,1 0-1 0 0,-1 1 1 0 0,0-1-1 0 0,0 0 1 0 0,0 0-1 0 0,0 1 0 0 0,1-1 1 0 0,-1 0-1 0 0,0 0 1 0 0,0 1-1 0 0,0-1 1 0 0,1 0-1 0 0,-1 0 0 0 0,0 0 1 0 0,0 1-1 0 0,1-1 1 0 0,-1 0-1 0 0,0 0 1 0 0,1 0-1 0 0,-1 0 0 0 0,0 0 1 0 0,0 0-1 0 0,1 0 1 0 0,-1 0-1 0 0,0 1 0 0 0,1-1 1 0 0,-1 0-1 0 0,0 0 1 0 0,1 0-1 0 0,-1-1 1 0 0,0 1-1 0 0,1 0 0 0 0,-1 0 1 0 0,0 0-1 0 0,1 0 1 0 0,11-6 135 0 0,-6 1-123 0 0,1-1 0 0 0,-2-1 0 0 0,1 1 0 0 0,-1-1 0 0 0,0 0-1 0 0,0 0 1 0 0,5-11 0 0 0,2-2-11 0 0,15-24 7 0 0,-13 20-73 0 0,1 1 0 0 0,1 0 0 0 0,0 0-1 0 0,30-28 1 0 0,-43 49 35 0 0,-1 0 0 0 0,1 0-1 0 0,-1 0 1 0 0,1 1 0 0 0,0-1 0 0 0,0 1 0 0 0,-1 0-1 0 0,1 0 1 0 0,0 0 0 0 0,0 0 0 0 0,0 0 0 0 0,0 1-1 0 0,0-1 1 0 0,1 1 0 0 0,-1 0 0 0 0,0 0 0 0 0,0 0-1 0 0,0 0 1 0 0,5 2 0 0 0,-3 0 11 0 0,0 1 0 0 0,0 0 1 0 0,-1 0-1 0 0,1 1 0 0 0,-1-1 0 0 0,0 1 1 0 0,0 0-1 0 0,0 0 0 0 0,0 0 0 0 0,-1 1 1 0 0,1-1-1 0 0,-1 1 0 0 0,0 0 0 0 0,-1 0 1 0 0,1 0-1 0 0,-1 0 0 0 0,0 1 0 0 0,0-1 0 0 0,-1 0 1 0 0,2 12-1 0 0,1 10 43 0 0,-1 1 1 0 0,-1 0-1 0 0,-3 31 0 0 0,0-24-4 0 0,1-20-48 0 0,0-6 27 0 0,0 0 0 0 0,0 0 0 0 0,1 0 0 0 0,0 0 0 0 0,0 0 0 0 0,3 10 0 0 0,-3-17-9 0 0,0 0 1 0 0,0 1-1 0 0,1-1 0 0 0,-1 0 0 0 0,0 0 1 0 0,1 0-1 0 0,-1 0 0 0 0,1 0 0 0 0,0 0 0 0 0,-1-1 1 0 0,1 1-1 0 0,0 0 0 0 0,0-1 0 0 0,0 0 1 0 0,0 1-1 0 0,1-1 0 0 0,-1 0 0 0 0,0 0 1 0 0,0 0-1 0 0,1 0 0 0 0,-1-1 0 0 0,0 1 0 0 0,1-1 1 0 0,-1 1-1 0 0,1-1 0 0 0,-1 0 0 0 0,4 0 1 0 0,6 0-141 0 0,0 0 0 0 0,0-2 0 0 0,0 1 0 0 0,0-1 0 0 0,0-1 0 0 0,0 0 0 0 0,-1-1 0 0 0,1 0 0 0 0,-1-1 0 0 0,0 0 0 0 0,0-1 0 0 0,12-9 0 0 0,-4 2-1383 0 0,-1 0 1 0 0,0-2 0 0 0,-1-1 0 0 0,0 0 0 0 0,22-29-1 0 0,-16 13-3189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2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30 2952 0 0,'-66'8'11103'0'0,"70"-8"-10853"0"0,237-18-790 0 0,-48 5-6512 0 0,-132 7 2743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2.5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314 112 48 0 0,'11'20'12231'0'0,"3"18"-7682"0"0,-9-22-4116 0 0,-4-14-368 0 0,3 3 55 0 0,-4-4-107 0 0,1 0 1 0 0,-1-1 0 0 0,0 1 0 0 0,0 0-1 0 0,1-1 1 0 0,-1 1 0 0 0,0-1 0 0 0,1 1-1 0 0,-1-1 1 0 0,1 1 0 0 0,-1 0 0 0 0,1-1-1 0 0,-1 0 1 0 0,1 1 0 0 0,-1-1 0 0 0,1 1 0 0 0,-1-1-1 0 0,1 0 1 0 0,-1 1 0 0 0,1-1 0 0 0,0 0-1 0 0,-1 1 1 0 0,1-1 0 0 0,1 0 0 0 0,3 0-8 0 0,0-1 0 0 0,0 0 1 0 0,0 1-1 0 0,1-2 1 0 0,-1 1-1 0 0,0-1 0 0 0,-1 0 1 0 0,1 0-1 0 0,0 0 1 0 0,0-1-1 0 0,-1 1 0 0 0,1-1 1 0 0,-1 0-1 0 0,0 0 1 0 0,0-1-1 0 0,0 0 0 0 0,-1 1 1 0 0,1-1-1 0 0,-1 0 1 0 0,0-1-1 0 0,0 1 0 0 0,3-5 1 0 0,-4 5-35 0 0,0 0 0 0 0,0 0 0 0 0,0 0 1 0 0,0-1-1 0 0,-1 1 0 0 0,1-1 0 0 0,-1 1 0 0 0,0-1 0 0 0,-1 1 1 0 0,1-1-1 0 0,-1-7 0 0 0,0 8 13 0 0,-1 1 0 0 0,1 0 0 0 0,-1 0 0 0 0,0 0-1 0 0,0 0 1 0 0,0 0 0 0 0,0 0 0 0 0,0 0 0 0 0,-1 0 0 0 0,1 0 0 0 0,-1 0 0 0 0,0 1-1 0 0,0-1 1 0 0,0 1 0 0 0,0-1 0 0 0,-1 1 0 0 0,1 0 0 0 0,-3-2 0 0 0,0 1-3 0 0,1 0 1 0 0,-1 0 0 0 0,1 0 0 0 0,-1 1 0 0 0,0 0 0 0 0,0 0-1 0 0,0 0 1 0 0,0 1 0 0 0,0 0 0 0 0,-1 0 0 0 0,-7-1 0 0 0,4 2 9 0 0,-1 0 1 0 0,0 0 0 0 0,1 1 0 0 0,-1 1 0 0 0,-16 4 0 0 0,1 2 68 0 0,2 1 1 0 0,-1 1-1 0 0,-39 24 1 0 0,42-22-6 0 0,1 2-1 0 0,0 0 1 0 0,-23 23 0 0 0,36-31-34 0 0,0 1 0 0 0,1 0 0 0 0,0 0 0 0 0,0 0 0 0 0,0 1 1 0 0,1 0-1 0 0,1 0 0 0 0,-1 1 0 0 0,1-1 0 0 0,1 1 0 0 0,-5 15 0 0 0,7-21-4 0 0,1 1 0 0 0,-1-1 0 0 0,1 1 0 0 0,0-1 0 0 0,0 1 0 0 0,0-1 1 0 0,1 1-1 0 0,-1-1 0 0 0,1 1 0 0 0,0-1 0 0 0,0 1 0 0 0,0-1 0 0 0,0 0 0 0 0,0 0 0 0 0,4 7 0 0 0,-1-5 2 0 0,-1-1 0 0 0,1 1 0 0 0,0-1 0 0 0,0 0 0 0 0,1 0 0 0 0,-1 0 0 0 0,1-1 1 0 0,9 6-1 0 0,4 0 20 0 0,1-1-1 0 0,0 0 1 0 0,0-2 0 0 0,31 7 0 0 0,-11-5-716 0 0,1-1 1 0 0,56 1-1 0 0,-62-7-3620 0 0,50-6 1 0 0,-58 1-1153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3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1066 3672 0 0,'-62'41'9218'0'0,"62"-40"-9132"0"0,-1-1-1 0 0,0 0 1 0 0,0 1-1 0 0,1-1 1 0 0,-1 0 0 0 0,0 1-1 0 0,0-1 1 0 0,1 1 0 0 0,-1 0-1 0 0,1-1 1 0 0,-1 1 0 0 0,0-1-1 0 0,1 1 1 0 0,-1 0 0 0 0,1 0-1 0 0,-1-1 1 0 0,1 1 0 0 0,0 0-1 0 0,-1 0 1 0 0,1-1 0 0 0,-1 2-1 0 0,2-1-54 0 0,-1-1 0 0 0,0 1 1 0 0,0-1-1 0 0,1 1 0 0 0,-1-1 0 0 0,0 1 0 0 0,1-1 0 0 0,-1 0 0 0 0,1 1 0 0 0,-1-1 0 0 0,0 1 0 0 0,1-1 0 0 0,-1 0 0 0 0,1 1 0 0 0,-1-1 1 0 0,1 0-1 0 0,-1 0 0 0 0,1 0 0 0 0,-1 1 0 0 0,1-1 0 0 0,-1 0 0 0 0,2 0 0 0 0,31 4 233 0 0,-13-6-216 0 0,-1-1 0 0 0,0 0-1 0 0,0-2 1 0 0,0 0-1 0 0,-1-1 1 0 0,1-1 0 0 0,-1 0-1 0 0,-1-2 1 0 0,0 0 0 0 0,24-17-1 0 0,-22 12-75 0 0,-1-1-1 0 0,0 0 1 0 0,-2-2-1 0 0,0 0 1 0 0,0 0 0 0 0,-2-2-1 0 0,0 0 1 0 0,14-27-1 0 0,-3-2-134 0 0,-3-1-1 0 0,-2 0 0 0 0,27-104 0 0 0,-28 69 62 0 0,12-147 1 0 0,-26 154 133 0 0,-5-85 0 0 0,0 161-36 0 0,1 1 1 0 0,-1-1-1 0 0,0 0 1 0 0,0 0-1 0 0,0 0 1 0 0,0 0-1 0 0,-1 1 0 0 0,1-1 1 0 0,0 0-1 0 0,0 0 1 0 0,0 0-1 0 0,-1 1 1 0 0,1-1-1 0 0,0 0 1 0 0,-1 0-1 0 0,1 1 1 0 0,-1-1-1 0 0,1 0 1 0 0,-1 1-1 0 0,1-1 1 0 0,-1 1-1 0 0,1-1 0 0 0,-1 0 1 0 0,-1 0-1 0 0,1 1 3 0 0,1 0 0 0 0,-1 0 0 0 0,0 0 0 0 0,0 0-1 0 0,0 0 1 0 0,1 0 0 0 0,-1 1 0 0 0,0-1 0 0 0,0 0-1 0 0,0 0 1 0 0,1 1 0 0 0,-1-1 0 0 0,0 1 0 0 0,0-1 0 0 0,1 0-1 0 0,-1 1 1 0 0,0-1 0 0 0,1 1 0 0 0,-2 0 0 0 0,-3 4 0 0 0,0 1 1 0 0,0-1-1 0 0,1 1 1 0 0,-6 7-1 0 0,-18 35 36 0 0,2 2 0 0 0,-21 56 0 0 0,-31 110 66 0 0,77-212-98 0 0,-61 211 112 0 0,55-182-55 0 0,1 0-1 0 0,2 0 1 0 0,1 0-1 0 0,4 56 1 0 0,-1-79-53 0 0,1 0-1 0 0,1 0 0 0 0,0 1 1 0 0,1-1-1 0 0,-1-1 1 0 0,2 1-1 0 0,0 0 0 0 0,0-1 1 0 0,0 0-1 0 0,8 12 1 0 0,-7-15-151 0 0,0 0-1 0 0,0 0 1 0 0,0-1 0 0 0,1 1 0 0 0,0-1 0 0 0,0-1 0 0 0,1 1 0 0 0,-1-1 0 0 0,1 0 0 0 0,0 0 0 0 0,0-1 0 0 0,0 0 0 0 0,0 0 0 0 0,10 2 0 0 0,-4-2-361 0 0,1 0 1 0 0,0-1-1 0 0,0-1 0 0 0,0 0 0 0 0,0-1 1 0 0,25-3-1 0 0,-12-1-1059 0 0,0-1 1 0 0,38-13-1 0 0,-15 1-1452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3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156 284 3848 0 0,'22'-15'1018'0'0,"-1"-2"-1"0"0,-1 0 0 0 0,31-36 1 0 0,-44 44-585 0 0,-1 1 0 0 0,1 0 1 0 0,-2-1-1 0 0,1 0 0 0 0,-1-1 0 0 0,-1 1 0 0 0,0-1 1 0 0,0 0-1 0 0,-1 0 0 0 0,0 0 0 0 0,0-1 1 0 0,1-14-1 0 0,-4 24-383 0 0,0-1 0 0 0,0 0 1 0 0,1 1-1 0 0,-1-1 0 0 0,0 1 0 0 0,0-1 0 0 0,0 1 1 0 0,-1-1-1 0 0,1 1 0 0 0,0-1 0 0 0,-1 1 1 0 0,1-1-1 0 0,-1 1 0 0 0,1-1 0 0 0,-1 1 0 0 0,1-1 1 0 0,-1 1-1 0 0,0 0 0 0 0,0-1 0 0 0,0 1 1 0 0,0 0-1 0 0,0 0 0 0 0,0-1 0 0 0,0 1 0 0 0,0 0 1 0 0,-1 0-1 0 0,1 0 0 0 0,0 1 0 0 0,-1-1 1 0 0,-1-1-1 0 0,0 2-24 0 0,0-1 1 0 0,0 1 0 0 0,-1 0-1 0 0,1 0 1 0 0,0 0-1 0 0,0 0 1 0 0,0 0-1 0 0,-1 1 1 0 0,1-1 0 0 0,0 1-1 0 0,0 0 1 0 0,0 0-1 0 0,0 0 1 0 0,-3 3-1 0 0,-10 4 28 0 0,0 1 0 0 0,1 1 0 0 0,0 0 0 0 0,0 1 1 0 0,1 1-1 0 0,1 0 0 0 0,-19 22 0 0 0,13-10 12 0 0,0 0 1 0 0,2 1 0 0 0,-24 47 0 0 0,36-63-31 0 0,0 1 1 0 0,1 0 0 0 0,0 0-1 0 0,1 0 1 0 0,-2 12 0 0 0,4-20-45 0 0,1 0 0 0 0,0 0 0 0 0,-1 0 0 0 0,1 1 0 0 0,0-1 0 0 0,0 0 0 0 0,0 0 0 0 0,1 0 0 0 0,-1 0 0 0 0,0 0 0 0 0,1 0 0 0 0,-1 0 0 0 0,1 0 0 0 0,0 0 0 0 0,0 0 0 0 0,0 0 0 0 0,0 0 0 0 0,0 0 0 0 0,0 0 0 0 0,0 0 0 0 0,1-1 0 0 0,-1 1 0 0 0,0-1 0 0 0,1 1 0 0 0,0-1 0 0 0,-1 1 0 0 0,1-1 0 0 0,0 0 0 0 0,0 0 0 0 0,-1 0 0 0 0,1 0 0 0 0,3 1 0 0 0,-1 0-220 0 0,1-1 0 0 0,-1 0-1 0 0,1 0 1 0 0,0 0 0 0 0,-1-1 0 0 0,1 1 0 0 0,-1-1 0 0 0,1 0 0 0 0,0 0-1 0 0,-1-1 1 0 0,1 1 0 0 0,-1-1 0 0 0,8-2 0 0 0,-5 0-147 0 0,0 0-1 0 0,0 0 1 0 0,0-1 0 0 0,0 0-1 0 0,-1 0 1 0 0,1 0 0 0 0,8-9-1 0 0,-3 2 397 0 0,-1-1 0 0 0,-1 0 0 0 0,0-1 0 0 0,0 0 0 0 0,-2 0 0 0 0,1-1 0 0 0,7-19 0 0 0,24-54 4342 0 0,-39 85-4196 0 0,-1 2-164 0 0,1 1-1 0 0,0-1 1 0 0,-1 0 0 0 0,1 0-1 0 0,-1 1 1 0 0,1-1-1 0 0,0 1 1 0 0,-1-1 0 0 0,1 0-1 0 0,-1 1 1 0 0,1-1 0 0 0,-1 1-1 0 0,1-1 1 0 0,-1 1 0 0 0,0-1-1 0 0,1 1 1 0 0,-1-1-1 0 0,1 1 1 0 0,-1 0 0 0 0,0-1-1 0 0,0 1 1 0 0,1 0 0 0 0,-1-1-1 0 0,0 1 1 0 0,0 0-1 0 0,0-1 1 0 0,0 1 0 0 0,0 0-1 0 0,3 24 12 0 0,-2-21-9 0 0,8 83-46 0 0,3-30-2757 0 0,-11-52 1788 0 0,1-1 0 0 0,-1 0 0 0 0,1 1 0 0 0,1-1 0 0 0,3 6 0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3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54 2332 0 0,'4'-5'855'0'0,"1"1"1"0"0,0 0-1 0 0,0 0 0 0 0,1 1 0 0 0,-1-1 1 0 0,1 1-1 0 0,-1 1 0 0 0,1-1 0 0 0,0 1 1 0 0,11-3-1 0 0,-14 5-757 0 0,0 0 1 0 0,0 0-1 0 0,1 0 0 0 0,-1 1 1 0 0,0-1-1 0 0,1 1 1 0 0,-1 0-1 0 0,0 0 0 0 0,0 0 1 0 0,0 0-1 0 0,0 0 1 0 0,0 1-1 0 0,0 0 0 0 0,3 2 1 0 0,3 2 112 0 0,-1 0 1 0 0,16 14 0 0 0,-14-7-24 0 0,0 0 1 0 0,0 0 0 0 0,-1 1-1 0 0,-1 0 1 0 0,0 1 0 0 0,-1-1-1 0 0,-1 2 1 0 0,6 20 0 0 0,4 6 4889 0 0,-14-43-5053 0 0,-1 1 0 0 0,0-1 0 0 0,0 0 0 0 0,0 1 0 0 0,0-1 0 0 0,-1 0-1 0 0,1 0 1 0 0,0 1 0 0 0,0-1 0 0 0,0 0 0 0 0,-1 0 0 0 0,1 0 0 0 0,0 0 0 0 0,-1 0 0 0 0,1 0-1 0 0,-1-1 1 0 0,1-1 0 0 0,9-22 100 0 0,-9 24-107 0 0,6-15-90 0 0,1 0 0 0 0,0 0 0 0 0,1 1-1 0 0,1 0 1 0 0,0 1 0 0 0,1 0 0 0 0,1 1 0 0 0,0 0 0 0 0,0 0 0 0 0,16-10 0 0 0,-22 18-353 0 0,1 1 1 0 0,0 0 0 0 0,0 0 0 0 0,0 0-1 0 0,0 1 1 0 0,0 0 0 0 0,1 0 0 0 0,0 1-1 0 0,0-1 1 0 0,12 0 0 0 0,-4 2-1860 0 0,1 0 1 0 0,0 2-1 0 0,33 4 0 0 0,-25-2-1935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4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406 164 2392 0 0,'4'-4'1369'0'0,"0"1"0"0"0,0-1 1 0 0,0 0-1 0 0,-1-1 0 0 0,0 1 0 0 0,4-6 0 0 0,-7 9-1233 0 0,1 0 0 0 0,-1 0 1 0 0,1 0-1 0 0,0 0 0 0 0,-1 0 0 0 0,1 0 0 0 0,-1 0 1 0 0,0 0-1 0 0,1 0 0 0 0,-1 0 0 0 0,0 0 0 0 0,0 0 1 0 0,0 0-1 0 0,0 0 0 0 0,1 0 0 0 0,-1 0 1 0 0,-1 0-1 0 0,1 0 0 0 0,0-1 0 0 0,0 1 0 0 0,0 0 1 0 0,-1 0-1 0 0,1 0 0 0 0,0 0 0 0 0,-1 0 1 0 0,1 0-1 0 0,-1 0 0 0 0,1 0 0 0 0,-1 0 0 0 0,1 1 1 0 0,-1-1-1 0 0,0 0 0 0 0,0 0 0 0 0,1 0 0 0 0,-1 1 1 0 0,0-1-1 0 0,0 0 0 0 0,0 1 0 0 0,0-1 1 0 0,0 1-1 0 0,-1-2 0 0 0,-1 2-93 0 0,0-1 0 0 0,0 0 1 0 0,0 1-1 0 0,0 0 0 0 0,0-1 0 0 0,0 1 0 0 0,0 1 1 0 0,0-1-1 0 0,0 0 0 0 0,0 1 0 0 0,0-1 0 0 0,0 1 1 0 0,0 0-1 0 0,0 0 0 0 0,0 0 0 0 0,0 0 0 0 0,0 1 1 0 0,-2 1-1 0 0,-9 6-2 0 0,-1 0 1 0 0,-12 12 0 0 0,15-12-5 0 0,-6 5-9 0 0,0 0 0 0 0,1 2 1 0 0,-16 20-1 0 0,26-29-20 0 0,1 0 0 0 0,1 1 0 0 0,-1 0 1 0 0,1 0-1 0 0,1 1 0 0 0,0-1 1 0 0,0 1-1 0 0,0 0 0 0 0,1 0 0 0 0,-2 12 1 0 0,5-20-3 0 0,-1 1 0 0 0,1-1 1 0 0,0 1-1 0 0,0-1 0 0 0,0 1 1 0 0,0 0-1 0 0,0-1 0 0 0,0 1 1 0 0,0-1-1 0 0,1 1 0 0 0,-1-1 1 0 0,0 0-1 0 0,1 1 0 0 0,-1-1 1 0 0,1 1-1 0 0,0-1 0 0 0,-1 0 1 0 0,1 1-1 0 0,0-1 0 0 0,0 0 1 0 0,0 0-1 0 0,0 1 0 0 0,0-1 1 0 0,2 1-1 0 0,-1-1-18 0 0,0 1 0 0 0,1-1 0 0 0,0 0 0 0 0,-1 0 0 0 0,1 0 0 0 0,0 0 0 0 0,0 0 0 0 0,-1-1 0 0 0,1 1 0 0 0,0-1 0 0 0,0 0 0 0 0,3 0 1 0 0,4 0-98 0 0,-1-1 0 0 0,0 0 1 0 0,1-1-1 0 0,-1 0 1 0 0,0 0-1 0 0,0-1 1 0 0,10-4-1 0 0,-4-1-33 0 0,-1 0-1 0 0,0-2 0 0 0,0 1 0 0 0,-1-2 0 0 0,14-13 1 0 0,56-67 419 0 0,-62 67 260 0 0,-7 10-521 0 0,-14 14-16 0 0,1 0 0 0 0,-1-1 0 0 0,0 1 0 0 0,0 0-1 0 0,0 0 1 0 0,1 0 0 0 0,-1 0 0 0 0,0 0 0 0 0,0 0 0 0 0,1 0 0 0 0,-1 0 0 0 0,0 0 0 0 0,0 0 0 0 0,1 0 0 0 0,-1 0 0 0 0,0 0 0 0 0,0 0 0 0 0,1 0 0 0 0,-1 0 0 0 0,0 0 0 0 0,0 0 0 0 0,0 0 0 0 0,1 0 0 0 0,-1 1 0 0 0,0-1 0 0 0,0 0 0 0 0,1 0 0 0 0,-1 0 0 0 0,0 0 0 0 0,0 0 0 0 0,0 1 0 0 0,0-1-1 0 0,1 0 1 0 0,-1 0 0 0 0,0 0 0 0 0,0 1 0 0 0,0-1 0 0 0,0 0 0 0 0,0 0 0 0 0,0 0 0 0 0,1 1 0 0 0,-1-1 0 0 0,0 0 0 0 0,0 1 0 0 0,3 9 0 0 0,-1 35 259 0 0,-3-1 0 0 0,-7 49-1 0 0,3-31 61 0 0,1-11 14 0 0,-3 50 282 0 0,-28 140 1 0 0,29-213-384 0 0,-2 1 0 0 0,0-1-1 0 0,-2-1 1 0 0,-1 1 0 0 0,-1-2 0 0 0,-1 1-1 0 0,-2-2 1 0 0,0 0 0 0 0,-31 36 0 0 0,40-54-114 0 0,0-1 1 0 0,-1 0-1 0 0,0-1 0 0 0,0 1 1 0 0,0-2-1 0 0,-1 1 0 0 0,0-1 1 0 0,1 0-1 0 0,-2 0 1 0 0,1-1-1 0 0,0 0 0 0 0,-1 0 1 0 0,1-1-1 0 0,-1-1 0 0 0,0 1 1 0 0,0-1-1 0 0,1-1 1 0 0,-15 0-1 0 0,16 0-70 0 0,0-1 0 0 0,0 0-1 0 0,0 0 1 0 0,0-1 0 0 0,0 0 0 0 0,1 0 0 0 0,-1-1-1 0 0,1 0 1 0 0,0 0 0 0 0,0 0 0 0 0,0-1 0 0 0,0 1-1 0 0,0-2 1 0 0,1 1 0 0 0,0-1 0 0 0,0 1 0 0 0,0-1-1 0 0,0-1 1 0 0,1 1 0 0 0,0-1 0 0 0,0 1 0 0 0,0-1-1 0 0,1 0 1 0 0,-3-8 0 0 0,3 6-42 0 0,0-1 0 0 0,1 0-1 0 0,0 0 1 0 0,0 0 0 0 0,1 0 0 0 0,1 0 0 0 0,-1 0-1 0 0,2-1 1 0 0,-1 1 0 0 0,1 0 0 0 0,0 0 0 0 0,1 0-1 0 0,0 0 1 0 0,1 0 0 0 0,0 1 0 0 0,0-1 0 0 0,8-14-1 0 0,4-4-100 0 0,1 1-1 0 0,1 0 0 0 0,41-45 0 0 0,-10 18-30 0 0,3 3 1 0 0,2 2-1 0 0,62-43 1 0 0,185-111-335 0 0,-156 110 274 0 0,-124 80 124 0 0,0-2 1 0 0,-1 0-1 0 0,-1-2 0 0 0,0 0 0 0 0,-1-1 0 0 0,-1 0 0 0 0,-1-1 0 0 0,0-1 0 0 0,23-40 1 0 0,-35 45-127 0 0,-10 11-11 0 0,5 3 182 0 0,1 0 1 0 0,-1 0 0 0 0,1 1 0 0 0,-1-1 0 0 0,0 0-1 0 0,1 1 1 0 0,-1 0 0 0 0,1-1 0 0 0,-1 1 0 0 0,1 0-1 0 0,-2 1 1 0 0,-9 8-44 0 0,0 1-1 0 0,1 0 1 0 0,0 1-1 0 0,1 0 1 0 0,1 0 0 0 0,-13 23-1 0 0,7-8 0 0 0,1 1 0 0 0,-14 40 0 0 0,24-56 57 0 0,0 0 0 0 0,0 1 0 0 0,2 0 0 0 0,0 0 0 0 0,0 0 0 0 0,1 0-1 0 0,0 0 1 0 0,2 14 0 0 0,-1-23 9 0 0,1 1 0 0 0,0-1 1 0 0,0 1-1 0 0,0-1 0 0 0,0 1 0 0 0,0-1 0 0 0,1 0 0 0 0,0 0 0 0 0,0 0 0 0 0,0 0 1 0 0,1 0-1 0 0,-1 0 0 0 0,1 0 0 0 0,0-1 0 0 0,0 1 0 0 0,0-1 0 0 0,0 0 0 0 0,1 0 1 0 0,-1 0-1 0 0,1 0 0 0 0,0-1 0 0 0,0 0 0 0 0,0 1 0 0 0,0-1 0 0 0,0-1 0 0 0,5 3 0 0 0,2-2 4 0 0,0 0 1 0 0,1 0-1 0 0,-1-1 0 0 0,0 0 0 0 0,0-1 0 0 0,1 0 0 0 0,-1-1 0 0 0,0-1 0 0 0,0 1 0 0 0,0-2 0 0 0,0 0 0 0 0,0 0 0 0 0,0-1 0 0 0,17-8 0 0 0,12-9-52 0 0,-1-1-1 0 0,48-36 1 0 0,-67 45 11 0 0,57-42 40 0 0,122-76-166 0 0,-193 128 143 0 0,0 0-1 0 0,0 1 1 0 0,1-1-1 0 0,-1 1 1 0 0,1 0-1 0 0,-1 1 1 0 0,1 0-1 0 0,0 0 1 0 0,0 0-1 0 0,-1 1 1 0 0,1 0-1 0 0,0 0 1 0 0,0 1-1 0 0,0 0 1 0 0,-1 0-1 0 0,1 0 1 0 0,-1 1-1 0 0,1 0 1 0 0,-1 0-1 0 0,1 1 0 0 0,-1 0 1 0 0,10 6-1 0 0,-7-4 5 0 0,-1 2-1 0 0,0-1 0 0 0,0 1 1 0 0,0 0-1 0 0,-1 0 0 0 0,0 1 0 0 0,0 0 1 0 0,-1 1-1 0 0,0-1 0 0 0,0 1 1 0 0,-1 0-1 0 0,0 1 0 0 0,-1-1 0 0 0,5 13 1 0 0,-8-17 26 0 0,0 0 0 0 0,1 0 0 0 0,-2 0 0 0 0,1 0 0 0 0,0 1 0 0 0,-1-1 0 0 0,0 0-1 0 0,0 0 1 0 0,-1 1 0 0 0,0-1 0 0 0,1 0 0 0 0,-2 0 0 0 0,1 0 0 0 0,-1 0 0 0 0,1 0 0 0 0,-1 0 0 0 0,-1-1 0 0 0,1 1 0 0 0,-1 0 0 0 0,1-1 0 0 0,-5 5 0 0 0,0-2 18 0 0,1 0 0 0 0,-1-1-1 0 0,0 0 1 0 0,0 0 0 0 0,-1-1 0 0 0,1 0 0 0 0,-1 0 0 0 0,-1 0-1 0 0,1-1 1 0 0,0-1 0 0 0,-1 0 0 0 0,-12 4 0 0 0,20-7-49 0 0,0 0 0 0 0,-1 0 0 0 0,1 1 0 0 0,0-1 1 0 0,0 0-1 0 0,-1 0 0 0 0,1 0 0 0 0,0 0 0 0 0,0 0 0 0 0,0 0 1 0 0,-1-1-1 0 0,1 1 0 0 0,0 0 0 0 0,0-1 0 0 0,-2 0 0 0 0,2 0-228 0 0,-1 0 0 0 0,1 0 0 0 0,0 0-1 0 0,0 0 1 0 0,0 0 0 0 0,0 0 0 0 0,0 0-1 0 0,0 0 1 0 0,0 0 0 0 0,1-1-1 0 0,-1 1 1 0 0,0 0 0 0 0,1-1 0 0 0,-1 1-1 0 0,0 0 1 0 0,1-1 0 0 0,0 1 0 0 0,-1-1-1 0 0,1 1 1 0 0,0-1 0 0 0,0 1 0 0 0,0 0-1 0 0,0-1 1 0 0,0 1 0 0 0,0-1-1 0 0,1-2 1 0 0,1-1-864 0 0,0-1-1 0 0,0 1 1 0 0,1-1-1 0 0,0 1 1 0 0,6-9-1 0 0,-5 8-625 0 0,11-14-3955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5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73 548 0 0,'51'-72'13329'0'0,"-49"74"-12605"0"0,-2-2-700 0 0,1 0 0 0 0,-1 0 1 0 0,0 0-1 0 0,0 0 1 0 0,0 0-1 0 0,0 0 0 0 0,1 0 1 0 0,-1 0-1 0 0,0 0 1 0 0,0 0-1 0 0,0 1 1 0 0,0-1-1 0 0,0 0 0 0 0,0 0 1 0 0,1 0-1 0 0,-1 0 1 0 0,0 0-1 0 0,0 1 0 0 0,0-1 1 0 0,0 0-1 0 0,0 0 1 0 0,0 0-1 0 0,0 0 1 0 0,0 0-1 0 0,0 1 0 0 0,0-1 1 0 0,0 0-1 0 0,0 0 1 0 0,0 0-1 0 0,0 1 1 0 0,0-1-1 0 0,0 0 0 0 0,0 0 1 0 0,0 0-1 0 0,0 0 1 0 0,0 1-1 0 0,0-1 0 0 0,0 0 1 0 0,0 0-1 0 0,0 0 1 0 0,0 0-1 0 0,0 1 1 0 0,0-1-1 0 0,0 0 0 0 0,-87 301 8451 0 0,-15 68-6114 0 0,98-352-2389 0 0,1-9 16 0 0,1 1 1 0 0,0-1 0 0 0,0 1 0 0 0,1 0 0 0 0,0-1 0 0 0,1 1 0 0 0,0 0 0 0 0,1 13 0 0 0,0-20-62 0 0,0-1-1 0 0,0 0 1 0 0,0 1 0 0 0,0-1 0 0 0,0 0-1 0 0,0 1 1 0 0,0-1 0 0 0,0 0-1 0 0,0 0 1 0 0,0 0 0 0 0,1 0 0 0 0,-1 0-1 0 0,0 0 1 0 0,1-1 0 0 0,-1 1-1 0 0,0 0 1 0 0,1-1 0 0 0,-1 1-1 0 0,1-1 1 0 0,0 1 0 0 0,-1-1 0 0 0,1 0-1 0 0,-1 0 1 0 0,1 1 0 0 0,-1-1-1 0 0,1 0 1 0 0,1-1 0 0 0,6 1-699 0 0,-1 0-1 0 0,0-1 1 0 0,15-3 0 0 0,0-2-2277 0 0,0-1 0 0 0,0-1 0 0 0,37-19-1 0 0,-26 10-3615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5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18 3504 0 0,'-31'-5'5194'0'0,"-10"-1"2252"0"0,15 0-4020 0 0,40 5-2930 0 0,132 7 150 0 0,-72-2-566 0 0,6 1-725 0 0,65 1-3019 0 0,-50-12-4874 0 0,-69 2 2997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6.7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0 421 1460 0 0,'19'-19'1632'0'0,"-1"0"-1"0"0,-2-1 0 0 0,0-1 1 0 0,-1 0-1 0 0,-1-1 0 0 0,13-26 1 0 0,7-30 4037 0 0,-33 76-5568 0 0,-1-6 33 0 0,-13 18-137 0 0,2 1-1 0 0,0 1 1 0 0,0 0-1 0 0,1 1 1 0 0,0 0 0 0 0,1 0-1 0 0,1 1 1 0 0,0 0-1 0 0,1 1 1 0 0,0-1-1 0 0,1 2 1 0 0,1-1-1 0 0,-6 30 1 0 0,11-43 9 0 0,-1 0 1 0 0,1 0-1 0 0,0 0 0 0 0,0 1 1 0 0,0-1-1 0 0,0 0 1 0 0,0 0-1 0 0,0 0 1 0 0,1 1-1 0 0,-1-1 0 0 0,1 0 1 0 0,0 0-1 0 0,-1 0 1 0 0,1 0-1 0 0,0 0 1 0 0,0 0-1 0 0,0 0 0 0 0,1 0 1 0 0,-1 0-1 0 0,0-1 1 0 0,3 3-1 0 0,-2-2 2 0 0,1 0-1 0 0,0 0 1 0 0,0 0 0 0 0,1 0-1 0 0,-1-1 1 0 0,0 0 0 0 0,0 1-1 0 0,1-1 1 0 0,-1 0 0 0 0,1-1-1 0 0,-1 1 1 0 0,4 0 0 0 0,9 0 16 0 0,0-1-1 0 0,0-1 1 0 0,0 0 0 0 0,26-6 0 0 0,-27 4-36 0 0,-1-1 1 0 0,0 0 0 0 0,0-1-1 0 0,0-1 1 0 0,-1 0 0 0 0,0-1-1 0 0,0 0 1 0 0,0-1 0 0 0,-1 0 0 0 0,0-1-1 0 0,-1-1 1 0 0,18-18 0 0 0,-22 20-21 0 0,0 0 1 0 0,-1 0 0 0 0,0 0 0 0 0,-1-1 0 0 0,0 0 0 0 0,0 0 0 0 0,-1-1-1 0 0,0 1 1 0 0,-1-1 0 0 0,0 0 0 0 0,-1 0 0 0 0,0 0 0 0 0,0 0 0 0 0,-1 0-1 0 0,0 0 1 0 0,-1 0 0 0 0,0-1 0 0 0,0 1 0 0 0,-4-14 0 0 0,3 17 1 0 0,-1-1 1 0 0,0 1 0 0 0,0 0-1 0 0,-1-1 1 0 0,1 1-1 0 0,-2 0 1 0 0,1 0 0 0 0,-1 1-1 0 0,0-1 1 0 0,-7-8 0 0 0,8 12 14 0 0,0 0 0 0 0,0 0 1 0 0,-1 1-1 0 0,1-1 0 0 0,-1 1 1 0 0,1-1-1 0 0,-1 1 0 0 0,0 0 1 0 0,0 0-1 0 0,0 1 0 0 0,0-1 1 0 0,0 1-1 0 0,0 0 0 0 0,0 0 1 0 0,0 0-1 0 0,-1 1 1 0 0,1-1-1 0 0,0 1 0 0 0,0 0 1 0 0,-5 1-1 0 0,-2 1-6 0 0,0 0 1 0 0,0 0-1 0 0,0 1 0 0 0,0 1 1 0 0,1-1-1 0 0,0 2 0 0 0,0 0 0 0 0,0 0 1 0 0,0 1-1 0 0,1 0 0 0 0,0 0 1 0 0,-11 11-1 0 0,15-13 19 0 0,0 1 1 0 0,0 0-1 0 0,0 0 1 0 0,1 0-1 0 0,0 0 0 0 0,0 1 1 0 0,0 0-1 0 0,1-1 1 0 0,0 1-1 0 0,0 1 0 0 0,1-1 1 0 0,-1 0-1 0 0,1 1 1 0 0,1-1-1 0 0,-1 1 0 0 0,1-1 1 0 0,0 1-1 0 0,1 0 1 0 0,-1 0-1 0 0,1-1 1 0 0,2 12-1 0 0,-1-14 9 0 0,1 1 0 0 0,-1-1-1 0 0,1 0 1 0 0,0 0 0 0 0,0 0 0 0 0,1 0 0 0 0,-1 0-1 0 0,1 0 1 0 0,0-1 0 0 0,0 1 0 0 0,0-1-1 0 0,1 0 1 0 0,-1 0 0 0 0,1 0 0 0 0,-1 0 0 0 0,1 0-1 0 0,0-1 1 0 0,0 0 0 0 0,0 0 0 0 0,1 0 0 0 0,-1 0-1 0 0,5 1 1 0 0,8 2-6 0 0,0 0 0 0 0,1-1 0 0 0,0-1 0 0 0,23 1 0 0 0,-16-2-371 0 0,0-1 0 0 0,0-2 0 0 0,0 0 1 0 0,0-2-1 0 0,0-1 0 0 0,-1 0 0 0 0,48-17 0 0 0,-57 16 200 0 0,-1-2 1 0 0,0 1 0 0 0,-1-2-1 0 0,0 0 1 0 0,0 0-1 0 0,0-1 1 0 0,-1-1 0 0 0,-1 0-1 0 0,0 0 1 0 0,0-1-1 0 0,-1-1 1 0 0,0 0 0 0 0,-1 0-1 0 0,9-16 1 0 0,-2-5 793 0 0,14-38 1 0 0,-22 52-547 0 0,-8 19-80 0 0,0 0 1 0 0,0 0 0 0 0,0-1 0 0 0,0 1 0 0 0,0 0 0 0 0,0 0 0 0 0,0 0-1 0 0,0 0 1 0 0,0 0 0 0 0,0-1 0 0 0,0 1 0 0 0,0 0 0 0 0,0 0 0 0 0,0 0-1 0 0,0 0 1 0 0,0 0 0 0 0,0 0 0 0 0,0-1 0 0 0,0 1 0 0 0,1 0 0 0 0,-1 0-1 0 0,0 0 1 0 0,0 0 0 0 0,0 0 0 0 0,0 0 0 0 0,0 0 0 0 0,0-1 0 0 0,0 1 0 0 0,0 0-1 0 0,1 0 1 0 0,-1 0 0 0 0,0 0 0 0 0,0 0 0 0 0,0 0 0 0 0,0 0 0 0 0,0 0-1 0 0,0 0 1 0 0,1 0 0 0 0,-1 0 0 0 0,0 0 0 0 0,0 0 0 0 0,0 0 0 0 0,0 0-1 0 0,0 0 1 0 0,1 0 0 0 0,-1 0 0 0 0,0 0 0 0 0,0 0 0 0 0,0 0 0 0 0,0 0-1 0 0,0 0 1 0 0,1 0 0 0 0,-1 0 0 0 0,0 0 0 0 0,0 0 0 0 0,0 0 0 0 0,0 1-1 0 0,0-1 1 0 0,5 12-23 0 0,-1 17 19 0 0,1 202 253 0 0,-17-132 2311 0 0,11-91-1611 0 0,1-6-720 0 0,0 0-1 0 0,-1 0 1 0 0,1 1-1 0 0,-1-1 1 0 0,1 0-1 0 0,-1 0 1 0 0,0 0 0 0 0,0 0-1 0 0,0 0 1 0 0,0 0-1 0 0,0 0 1 0 0,0 0 0 0 0,-4 4 556 0 0,0-14-221 0 0,6 1-539 0 0,0 0-1 0 0,1 0 0 0 0,-1 0 0 0 0,1 0 0 0 0,1 1 1 0 0,-1-1-1 0 0,1 1 0 0 0,1-1 0 0 0,-1 1 0 0 0,1 0 1 0 0,0 0-1 0 0,6-6 0 0 0,1-2-189 0 0,1 0 1 0 0,1 1-1 0 0,25-20 0 0 0,-18 19-766 0 0,0 0 0 0 0,2 2 0 0 0,-1 0 1 0 0,1 2-1 0 0,33-12 0 0 0,-20 12-3346 0 0,47-10 0 0 0,-58 15-153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7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327 448 2300 0 0,'6'-12'5769'0'0,"-6"11"-5553"0"0,0-1 0 0 0,0 1 1 0 0,1 0-1 0 0,-1 0 0 0 0,0 0 0 0 0,0-1 1 0 0,0 1-1 0 0,0 0 0 0 0,-1 0 0 0 0,1-1 1 0 0,0 1-1 0 0,0 0 0 0 0,-1 0 0 0 0,1 0 1 0 0,-1-1-1 0 0,1 1 0 0 0,-1 0 0 0 0,1 0 1 0 0,-1 0-1 0 0,0 0 0 0 0,1 0 0 0 0,-1 0 1 0 0,0 0-1 0 0,-1-1 0 0 0,0 1-89 0 0,1 1-1 0 0,-1-1 0 0 0,0 0 1 0 0,1 1-1 0 0,-1-1 1 0 0,0 1-1 0 0,0-1 0 0 0,1 1 1 0 0,-1 0-1 0 0,0 0 1 0 0,0 0-1 0 0,0 0 1 0 0,0 0-1 0 0,-2 1 0 0 0,-4 0-63 0 0,-1 1 0 0 0,2 1-1 0 0,-1-1 1 0 0,0 1-1 0 0,0 1 1 0 0,-10 5-1 0 0,-6 7 16 0 0,0 1 0 0 0,1 1-1 0 0,-34 34 1 0 0,45-39-50 0 0,0 0-1 0 0,1 1 1 0 0,0 0 0 0 0,1 1-1 0 0,1 0 1 0 0,0 1 0 0 0,-7 20-1 0 0,14-31-5 0 0,0 1-1 0 0,0 0 0 0 0,1-1 1 0 0,0 1-1 0 0,-1 6 0 0 0,2-11-12 0 0,0 0 0 0 0,0 1 0 0 0,0-1 0 0 0,0 1 0 0 0,0-1 0 0 0,0 0 0 0 0,0 1 0 0 0,1-1 0 0 0,-1 0 0 0 0,0 0 0 0 0,1 1 0 0 0,-1-1 0 0 0,1 0 0 0 0,0 0 0 0 0,-1 1 0 0 0,1-1 1 0 0,0 0-1 0 0,0 0 0 0 0,-1 0 0 0 0,1 0 0 0 0,0 0 0 0 0,0 0 0 0 0,0 0 0 0 0,0 0 0 0 0,0-1 0 0 0,1 1 0 0 0,-1 0 0 0 0,0-1 0 0 0,0 1 0 0 0,2 0 0 0 0,2 0-1 0 0,-1 0 1 0 0,1 0 0 0 0,-1 0-1 0 0,1 0 1 0 0,0-1-1 0 0,-1 0 1 0 0,1 0 0 0 0,0 0-1 0 0,-1-1 1 0 0,1 1-1 0 0,-1-1 1 0 0,7-2 0 0 0,-3 0-29 0 0,0 0 0 0 0,1-1 0 0 0,-1 0 0 0 0,-1-1 0 0 0,1 1 0 0 0,7-7 0 0 0,3-4-91 0 0,-1 0-1 0 0,-1-2 0 0 0,0 0 0 0 0,17-25 0 0 0,-8 6-30 0 0,-3-1-1 0 0,-1 0 1 0 0,19-48 0 0 0,40-125 262 0 0,-16 16 1863 0 0,-64 194-1985 0 0,0 1-1 0 0,0-1 1 0 0,0 0 0 0 0,0 0-1 0 0,0 0 1 0 0,0 0 0 0 0,0 0-1 0 0,1 0 1 0 0,-1 0-1 0 0,0 0 1 0 0,0 0 0 0 0,0 0-1 0 0,0 0 1 0 0,0 0-1 0 0,0 0 1 0 0,0 0 0 0 0,0 0-1 0 0,0 0 1 0 0,0 0-1 0 0,0 0 1 0 0,0 0 0 0 0,0 0-1 0 0,1 0 1 0 0,-1 0-1 0 0,0 0 1 0 0,0 0 0 0 0,0 0-1 0 0,0-1 1 0 0,-1 19-25 0 0,-5 23 49 0 0,-63 453 68 0 0,67-473-45 0 0,1 1-1 0 0,1-1 0 0 0,2 1 0 0 0,5 34 0 0 0,-6-51-27 0 0,0 0-1 0 0,0-1 0 0 0,0 1 0 0 0,1 0 0 0 0,0 0 0 0 0,0-1 0 0 0,1 1 0 0 0,-1-1 1 0 0,1 0-1 0 0,0 0 0 0 0,0 0 0 0 0,0 0 0 0 0,0 0 0 0 0,1 0 0 0 0,0-1 1 0 0,-1 0-1 0 0,1 0 0 0 0,1 0 0 0 0,-1 0 0 0 0,0 0 0 0 0,1-1 0 0 0,-1 0 1 0 0,1 0-1 0 0,0 0 0 0 0,7 1 0 0 0,-1-1 0 0 0,-1-1-1 0 0,1-1 1 0 0,0 1-1 0 0,-1-2 1 0 0,1 0-1 0 0,0 0 1 0 0,-1-1-1 0 0,1 0 1 0 0,-1 0-1 0 0,0-1 1 0 0,0-1 0 0 0,0 0-1 0 0,0 0 1 0 0,0-1-1 0 0,-1 0 1 0 0,0-1-1 0 0,9-6 1 0 0,5-6-7 0 0,0-1 0 0 0,-1-1 0 0 0,-1-1 0 0 0,35-46 0 0 0,-38 42 30 0 0,-2-1 0 0 0,-1 0-1 0 0,-1-1 1 0 0,13-34 0 0 0,-27 60-55 0 0,1 0 0 0 0,-1 0 1 0 0,1 0-1 0 0,-1 0 0 0 0,0 0 1 0 0,1 0-1 0 0,-1 0 0 0 0,0 0 1 0 0,0 0-1 0 0,0 0 0 0 0,0 0 1 0 0,0 0-1 0 0,0-1 0 0 0,0 1 1 0 0,0-1-1 0 0,0 2 11 0 0,-1-1 1 0 0,1 1-1 0 0,0 0 0 0 0,-1 0 1 0 0,1 0-1 0 0,0 0 1 0 0,-1 0-1 0 0,1 0 0 0 0,0 0 1 0 0,0 0-1 0 0,-1 0 1 0 0,1 0-1 0 0,0 0 0 0 0,-1 0 1 0 0,1 0-1 0 0,0 0 1 0 0,-1 0-1 0 0,1 0 0 0 0,0 0 1 0 0,-1 0-1 0 0,1 0 1 0 0,0 1-1 0 0,-1-1 0 0 0,1 0 1 0 0,0 0-1 0 0,-1 0 1 0 0,1 0-1 0 0,0 1 0 0 0,0-1 1 0 0,-1 1-1 0 0,-3 2-19 0 0,-1 0 0 0 0,1 1 0 0 0,0 0 0 0 0,-6 7 0 0 0,-8 15-1 0 0,0 0-1 0 0,2 1 1 0 0,-15 37-1 0 0,24-50 38 0 0,2 1-1 0 0,0 0 1 0 0,1-1-1 0 0,1 2 1 0 0,0-1 0 0 0,0 0-1 0 0,2 1 1 0 0,0 25-1 0 0,1-38 1 0 0,0 0 0 0 0,1 0 0 0 0,-1 0 0 0 0,1-1-1 0 0,0 1 1 0 0,-1 0 0 0 0,1 0 0 0 0,0 0 0 0 0,1-1-1 0 0,-1 1 1 0 0,0 0 0 0 0,1-1 0 0 0,0 0 0 0 0,-1 1-1 0 0,1-1 1 0 0,0 0 0 0 0,0 0 0 0 0,0 0 0 0 0,3 3-1 0 0,-1-3 2 0 0,0 0 0 0 0,0 0-1 0 0,0 0 1 0 0,0-1 0 0 0,1 1-1 0 0,-1-1 1 0 0,0 0-1 0 0,1 0 1 0 0,-1 0 0 0 0,1-1-1 0 0,6 1 1 0 0,4-2 9 0 0,-1 0 1 0 0,1-1 0 0 0,0-1-1 0 0,-1 0 1 0 0,1-1-1 0 0,22-9 1 0 0,-16 3 11 0 0,0 0 1 0 0,-1-2-1 0 0,0 0 1 0 0,0-1-1 0 0,-2-2 1 0 0,25-23-1 0 0,-19 15 191 0 0,-2-1 0 0 0,-1-2 0 0 0,-1 0-1 0 0,17-30 1 0 0,-18 23 163 0 0,15-25-790 0 0,-33 57 274 0 0,-1 1 120 0 0,1-1 0 0 0,-1 1 1 0 0,0 0-1 0 0,1-1 1 0 0,-1 1-1 0 0,1 0 0 0 0,-1 0 1 0 0,1-1-1 0 0,-1 1 1 0 0,1 0-1 0 0,-1 0 1 0 0,1 0-1 0 0,-1 0 0 0 0,1-1 1 0 0,-1 1-1 0 0,1 0 1 0 0,-1 0-1 0 0,1 0 1 0 0,-1 0-1 0 0,1 0 0 0 0,-1 1 1 0 0,1-1-1 0 0,0 0 1 0 0,-1 0-1 0 0,1 0 1 0 0,-1 0-1 0 0,1 0 0 0 0,-1 1 1 0 0,0-1-1 0 0,1 0 1 0 0,-1 0-1 0 0,1 1 1 0 0,-1-1-1 0 0,1 1 0 0 0,22 9-96 0 0,-1 0 63 0 0,0 0 0 0 0,1-2 0 0 0,0 0 0 0 0,0-1 1 0 0,1-2-1 0 0,0 0 0 0 0,43 2 0 0 0,-62-8 32 0 0,0 0 0 0 0,-1 0 0 0 0,1-1 0 0 0,-1 1 0 0 0,1-1 0 0 0,-1 0 0 0 0,0 0-1 0 0,7-4 1 0 0,-9 5-44 0 0,6-3-291 0 0,-19 10 113 0 0,-8 13 124 0 0,0 0 1 0 0,1 1 0 0 0,-16 24 0 0 0,24-31 95 0 0,1 1 0 0 0,1 0-1 0 0,0 1 1 0 0,1 0 0 0 0,1 0 0 0 0,-7 24 0 0 0,12-36-69 0 0,0 0 1 0 0,1 0-1 0 0,0 0 1 0 0,0 0-1 0 0,0 0 0 0 0,0 0 1 0 0,0 0-1 0 0,0 0 1 0 0,1 0-1 0 0,-1 0 1 0 0,1 0-1 0 0,0 0 0 0 0,0-1 1 0 0,0 1-1 0 0,0 0 1 0 0,1 0-1 0 0,-1-1 0 0 0,1 1 1 0 0,0-1-1 0 0,-1 1 1 0 0,1-1-1 0 0,0 0 0 0 0,0 0 1 0 0,1 0-1 0 0,-1 0 1 0 0,0 0-1 0 0,1 0 1 0 0,2 1-1 0 0,5 3-1063 0 0,0-1 0 0 0,0-1-1 0 0,0 1 1 0 0,1-2 0 0 0,-1 1 0 0 0,17 2 0 0 0,14 1-4362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5:58.8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138 439 1700 0 0,'-15'-2'6905'0'0,"14"2"-6746"0"0,-1-1 0 0 0,0 1 0 0 0,1 0-1 0 0,-1 0 1 0 0,0 0 0 0 0,1 1-1 0 0,-1-1 1 0 0,0 0 0 0 0,1 0 0 0 0,-1 1-1 0 0,0-1 1 0 0,1 1 0 0 0,-1 0-1 0 0,1-1 1 0 0,-1 1 0 0 0,1 0 0 0 0,-3 2-1 0 0,0 0-2 0 0,0 1 0 0 0,0-1 0 0 0,1 1 0 0 0,-1 0 0 0 0,-4 8 0 0 0,-2 4-53 0 0,1 0 0 0 0,-9 25 1 0 0,12-29 54 0 0,2 1 0 0 0,-1 0 1 0 0,2 0-1 0 0,0 1 0 0 0,0-1 1 0 0,1 1-1 0 0,1-1 0 0 0,0 19 1 0 0,1-30-93 0 0,1 0 1 0 0,-1-1-1 0 0,0 1 1 0 0,1-1-1 0 0,0 1 1 0 0,-1-1-1 0 0,1 1 1 0 0,0-1-1 0 0,0 1 1 0 0,0-1-1 0 0,0 1 1 0 0,0-1 0 0 0,0 0-1 0 0,0 0 1 0 0,0 0-1 0 0,0 0 1 0 0,1 1-1 0 0,-1-1 1 0 0,0-1-1 0 0,1 1 1 0 0,-1 0-1 0 0,1 0 1 0 0,-1 0-1 0 0,1-1 1 0 0,0 1-1 0 0,-1-1 1 0 0,2 1-1 0 0,3 0 75 0 0,1 0-1 0 0,-1 0 0 0 0,0 0 0 0 0,0-1 0 0 0,9 0 0 0 0,-6-1-82 0 0,1-1 0 0 0,0-1 0 0 0,0 1 0 0 0,-1-1 1 0 0,0-1-1 0 0,0 0 0 0 0,0 0 0 0 0,0-1 1 0 0,0 0-1 0 0,-1-1 0 0 0,0 1 0 0 0,0-2 1 0 0,0 1-1 0 0,-1-1 0 0 0,0 0 0 0 0,-1-1 0 0 0,1 1 1 0 0,-1-1-1 0 0,5-9 0 0 0,-5 7-68 0 0,-1 0 0 0 0,0 0 0 0 0,0 0-1 0 0,-1 0 1 0 0,0-1 0 0 0,-1 0 0 0 0,3-16-1 0 0,-4 20-5 0 0,-1-1 0 0 0,-1 0 0 0 0,0 1 0 0 0,0-1 0 0 0,0 0-1 0 0,-1 1 1 0 0,0-1 0 0 0,-1 1 0 0 0,0-1 0 0 0,0 1-1 0 0,-4-9 1 0 0,5 11-21 0 0,-1 1 0 0 0,0 0-1 0 0,0 1 1 0 0,-1-1 0 0 0,1 0 0 0 0,-1 0-1 0 0,1 1 1 0 0,-1 0 0 0 0,0 0-1 0 0,-1-1 1 0 0,1 2 0 0 0,0-1 0 0 0,-1 0-1 0 0,0 1 1 0 0,1-1 0 0 0,-1 1-1 0 0,0 0 1 0 0,0 1 0 0 0,0-1 0 0 0,-1 0-1 0 0,1 1 1 0 0,0 0 0 0 0,-1 0-1 0 0,1 1 1 0 0,0-1 0 0 0,-9 1 0 0 0,10 0 26 0 0,0 1 0 0 0,0 0 0 0 0,0 0 0 0 0,1 0 0 0 0,-1 0 0 0 0,0 0 0 0 0,1 0 0 0 0,-1 1 0 0 0,1-1 0 0 0,-1 1 0 0 0,1 0 0 0 0,0-1 1 0 0,0 1-1 0 0,0 0 0 0 0,0 1 0 0 0,0-1 0 0 0,0 0 0 0 0,0 0 0 0 0,1 1 0 0 0,-1-1 0 0 0,1 1 0 0 0,0 0 0 0 0,0-1 0 0 0,0 1 0 0 0,0 0 1 0 0,0 0-1 0 0,0-1 0 0 0,1 1 0 0 0,-1 0 0 0 0,1 0 0 0 0,0 0 0 0 0,0 0 0 0 0,1 4 0 0 0,0-2 18 0 0,2 0 1 0 0,-1-1-1 0 0,1 1 0 0 0,-1-1 0 0 0,1 1 0 0 0,0-1 0 0 0,1 0 1 0 0,-1 0-1 0 0,1-1 0 0 0,0 1 0 0 0,-1-1 0 0 0,2 1 1 0 0,-1-1-1 0 0,0 0 0 0 0,1-1 0 0 0,-1 1 0 0 0,1-1 0 0 0,0 0 1 0 0,0 0-1 0 0,8 2 0 0 0,4 0 64 0 0,0 0 1 0 0,0 0-1 0 0,0-2 1 0 0,34 1-1 0 0,-25-4-10 0 0,0 0-1 0 0,-1-2 0 0 0,1-1 1 0 0,-1-1-1 0 0,0-2 1 0 0,0 0-1 0 0,-1-1 1 0 0,0-2-1 0 0,-1 0 0 0 0,1-2 1 0 0,-2 0-1 0 0,27-20 1 0 0,-14 5 280 0 0,0-2 0 0 0,-1-2 0 0 0,-2-1 0 0 0,-2-1 0 0 0,-1-2 0 0 0,27-42 0 0 0,-25 32 826 0 0,32-44 97 0 0,-62 87-1263 0 0,-1 5-32 0 0,-3 10 33 0 0,-1-1 0 0 0,0 1 0 0 0,-1-1 0 0 0,-1 0 0 0 0,0 0 0 0 0,-13 19 0 0 0,-2 7 25 0 0,-202 406 138 0 0,31 14 1393 0 0,-55 351-430 0 0,215-667 487 0 0,32-141-1572 0 0,-1 0-1 0 0,1 0 1 0 0,0 0 0 0 0,0 0 0 0 0,0 0-1 0 0,0 0 1 0 0,0 0 0 0 0,0 0-1 0 0,0 0 1 0 0,0 0 0 0 0,0 0-1 0 0,1 0 1 0 0,-1 0 0 0 0,0 0-1 0 0,1 0 1 0 0,-1-1 0 0 0,1 1-1 0 0,-1 0 1 0 0,1 0 0 0 0,-1 0-1 0 0,1 0 1 0 0,-1-1 0 0 0,2 2-1 0 0,0-1-7 0 0,0 1-1 0 0,-1-1 0 0 0,1 0 1 0 0,0-1-1 0 0,0 1 1 0 0,0 0-1 0 0,0 0 0 0 0,0-1 1 0 0,0 1-1 0 0,0-1 0 0 0,2 0 1 0 0,5 1 36 0 0,0-1 0 0 0,0 0 0 0 0,16-3 0 0 0,6-2 1 0 0,-1-1-1 0 0,0-2 1 0 0,56-22 0 0 0,-66 21-57 0 0,1-1 0 0 0,-1-1 0 0 0,-1-1 0 0 0,0 0 0 0 0,-1-2 0 0 0,19-16 0 0 0,-31 23-24 0 0,1 1 1 0 0,-2-1-1 0 0,1 0 0 0 0,-1 0 0 0 0,0-1 1 0 0,0 1-1 0 0,0-1 0 0 0,-1 0 1 0 0,-1-1-1 0 0,0 1 0 0 0,0 0 0 0 0,4-18 1 0 0,-6 15-32 0 0,0 1 1 0 0,-1 0 0 0 0,0 0 0 0 0,0 0 0 0 0,-1 0 0 0 0,-1 0-1 0 0,0 0 1 0 0,0 0 0 0 0,-1 0 0 0 0,0 1 0 0 0,-6-14 0 0 0,-7-10-35 0 0,-2 0 0 0 0,-1 2 0 0 0,-2 0 0 0 0,-1 1 0 0 0,-1 1 0 0 0,-35-35 0 0 0,-178-141-57 0 0,116 107 529 0 0,118 96-391 0 0,0 0 0 0 0,0 1 0 0 0,-1-1 0 0 0,1 0 0 0 0,0-1 0 0 0,1 1 0 0 0,-1 0 1 0 0,0 0-1 0 0,1-1 0 0 0,-1 1 0 0 0,1-1 0 0 0,-2-3 0 0 0,3 5-17 0 0,0 1 0 0 0,0-1 0 0 0,0 1-1 0 0,0-1 1 0 0,0 0 0 0 0,0 1 0 0 0,0-1 0 0 0,1 0 0 0 0,-1 1 0 0 0,0-1 0 0 0,0 1-1 0 0,0-1 1 0 0,1 0 0 0 0,-1 1 0 0 0,0-1 0 0 0,1 1 0 0 0,-1-1 0 0 0,1 1 0 0 0,-1-1-1 0 0,1 0 1 0 0,21-11-399 0 0,32-3-1498 0 0,1 1-1 0 0,112-11 1 0 0,-73 13-247 0 0,194-32-8172 0 0,-187 25 3248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1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29 144 2452 0 0,'-3'-3'613'0'0,"0"0"-1"0"0,1 0 1 0 0,-1 0-1 0 0,1 0 1 0 0,0-1-1 0 0,0 0 1 0 0,0 1-1 0 0,0-1 1 0 0,1 0-1 0 0,-1 1 1 0 0,0-8-1 0 0,1 7-351 0 0,0 1 0 0 0,1-1 1 0 0,0 0-1 0 0,0 1 0 0 0,0-1 0 0 0,0 0 0 0 0,1 1 0 0 0,0-1 0 0 0,-1 0 0 0 0,1 1 0 0 0,3-6 1 0 0,-3 6-204 0 0,1 0 0 0 0,-1 0 1 0 0,1 0-1 0 0,0 0 0 0 0,0 1 1 0 0,0-1-1 0 0,0 0 1 0 0,1 1-1 0 0,-1 0 0 0 0,1 0 1 0 0,-1 0-1 0 0,1 0 0 0 0,0 0 1 0 0,0 0-1 0 0,0 1 1 0 0,0-1-1 0 0,0 1 0 0 0,0 0 1 0 0,0 0-1 0 0,1 0 0 0 0,-1 0 1 0 0,0 1-1 0 0,1-1 0 0 0,-1 1 1 0 0,0 0-1 0 0,1 0 1 0 0,-1 0-1 0 0,0 0 0 0 0,6 2 1 0 0,-1 0 19 0 0,0 0 1 0 0,0 0 0 0 0,0 1-1 0 0,0 0 1 0 0,-1 1 0 0 0,1 0 0 0 0,-1 0-1 0 0,0 0 1 0 0,0 1 0 0 0,-1 0-1 0 0,1 1 1 0 0,-1-1 0 0 0,0 1-1 0 0,-1 0 1 0 0,1 1 0 0 0,-1-1 0 0 0,-1 1-1 0 0,9 15 1 0 0,-5-7-6 0 0,-1 1 0 0 0,0 1-1 0 0,-1-1 1 0 0,-1 1 0 0 0,0 0 0 0 0,-1 0-1 0 0,2 35 1 0 0,-5-32 91 0 0,-2 1 0 0 0,0-1 0 0 0,-1 0 0 0 0,-2-1-1 0 0,0 1 1 0 0,0 0 0 0 0,-2-1 0 0 0,-1 0 0 0 0,0-1 0 0 0,-1 1 0 0 0,-13 20-1 0 0,21-38-135 0 0,0 0 0 0 0,-1-1 0 0 0,1 1-1 0 0,-1 0 1 0 0,1 0 0 0 0,-1 0 0 0 0,1 0 0 0 0,-1-1-1 0 0,0 1 1 0 0,1 0 0 0 0,-1-1 0 0 0,0 1-1 0 0,1 0 1 0 0,-1-1 0 0 0,0 1 0 0 0,0-1-1 0 0,0 1 1 0 0,1-1 0 0 0,-1 0 0 0 0,0 1 0 0 0,0-1-1 0 0,0 0 1 0 0,0 1 0 0 0,0-1 0 0 0,0 0-1 0 0,0 0 1 0 0,0 0 0 0 0,0 0 0 0 0,0 0-1 0 0,0 0 1 0 0,1 0 0 0 0,-3-1 0 0 0,2 1-20 0 0,0-1-1 0 0,0 0 1 0 0,0 0 0 0 0,0 0 0 0 0,0 0-1 0 0,1 0 1 0 0,-1 0 0 0 0,0 0 0 0 0,0 0 0 0 0,1 0-1 0 0,-1 0 1 0 0,1 0 0 0 0,-1 0 0 0 0,1 0 0 0 0,-1-1-1 0 0,1 1 1 0 0,0 0 0 0 0,0 0 0 0 0,-1-1-1 0 0,1 1 1 0 0,0 0 0 0 0,0 0 0 0 0,0-1 0 0 0,0 1-1 0 0,1-1 1 0 0,1-19-8 0 0,1 1 1 0 0,1 0-1 0 0,1 0 0 0 0,1 1 1 0 0,0-1-1 0 0,15-28 0 0 0,-7 20-34 0 0,2 1 0 0 0,0 0 0 0 0,31-37-1 0 0,-36 51 12 0 0,1 0 0 0 0,0 1 0 0 0,1 1-1 0 0,0 0 1 0 0,1 0 0 0 0,0 2 0 0 0,1 0 0 0 0,25-12-1 0 0,-33 18 11 0 0,0 0-1 0 0,0 1 1 0 0,0 0 0 0 0,1 0-1 0 0,-1 1 1 0 0,1 0-1 0 0,0 0 1 0 0,-1 1 0 0 0,13 1-1 0 0,-15-1 10 0 0,0 1 0 0 0,1 1 0 0 0,-1-1 0 0 0,0 1 0 0 0,0 0 0 0 0,0 0 0 0 0,0 0 0 0 0,0 1 0 0 0,0-1 0 0 0,-1 1 0 0 0,1 0 0 0 0,-1 1 0 0 0,0-1 0 0 0,6 8 0 0 0,-5-6-4 0 0,-1 1 0 0 0,0-1-1 0 0,-1 1 1 0 0,1 1 0 0 0,-1-1-1 0 0,0 0 1 0 0,-1 1 0 0 0,1-1 0 0 0,-1 1-1 0 0,-1 0 1 0 0,1 0 0 0 0,-1 0 0 0 0,0 0-1 0 0,-1 0 1 0 0,0 0 0 0 0,0 0-1 0 0,-1 11 1 0 0,-3 11-107 0 0,-2 0 0 0 0,-16 53 1 0 0,11-45-4 0 0,5-17-336 0 0,2-6-313 0 0,0 0-1 0 0,0 0 0 0 0,2 0 1 0 0,-2 17-1 0 0,4-30 678 0 0,0 1 1 0 0,1-1-1 0 0,-1 0 0 0 0,0 1 0 0 0,0-1 1 0 0,1 0-1 0 0,-1 0 0 0 0,1 0 1 0 0,-1 1-1 0 0,1-1 0 0 0,-1 0 1 0 0,1 0-1 0 0,0 0 0 0 0,0 0 0 0 0,-1 0 1 0 0,1 0-1 0 0,0 0 0 0 0,0 0 1 0 0,0 0-1 0 0,0 0 0 0 0,0-1 1 0 0,0 1-1 0 0,0 0 0 0 0,0-1 0 0 0,1 1 1 0 0,-1-1-1 0 0,0 1 0 0 0,0-1 1 0 0,0 1-1 0 0,1-1 0 0 0,-1 0 1 0 0,0 0-1 0 0,1 1 0 0 0,-1-1 0 0 0,0 0 1 0 0,0 0-1 0 0,1 0 0 0 0,-1-1 1 0 0,2 1-1 0 0,7-1-269 0 0,0 0 0 0 0,-1-1 1 0 0,18-5-1 0 0,-24 6 228 0 0,26-9-584 0 0,0 0 1 0 0,-1-2 0 0 0,0-1-1 0 0,28-18 1 0 0,-37 18 884 0 0,0 0-1 0 0,-1-1 1 0 0,0 0 0 0 0,-1-2 0 0 0,-1 0 0 0 0,16-19 0 0 0,-28 29 285 0 0,1 0 0 0 0,-1-1 0 0 0,1 1 0 0 0,-2-1 1 0 0,1 0-1 0 0,-1 0 0 0 0,0 0 0 0 0,-1 0 1 0 0,1 0-1 0 0,-1-1 0 0 0,-1 1 0 0 0,1-1 0 0 0,-1 1 1 0 0,-1-1-1 0 0,0 0 0 0 0,0 1 0 0 0,0-1 1 0 0,-1 1-1 0 0,0-1 0 0 0,-2-9 0 0 0,2 15-291 0 0,1 2-157 0 0,0-1 0 0 0,0 1 0 0 0,-1 0 0 0 0,1 0 0 0 0,0 0 0 0 0,0 0 0 0 0,0-1 0 0 0,-1 1 0 0 0,1 0 0 0 0,0 0 0 0 0,0 0 0 0 0,-1 0 0 0 0,1 0 0 0 0,0-1 0 0 0,0 1 0 0 0,-1 0 1 0 0,1 0-1 0 0,0 0 0 0 0,0 0 0 0 0,-1 0 0 0 0,1 0 0 0 0,0 0 0 0 0,0 0 0 0 0,-1 0 0 0 0,1 0 0 0 0,0 0 0 0 0,-1 0 0 0 0,1 0 0 0 0,0 0 0 0 0,0 1 0 0 0,-1-1 0 0 0,1 0 0 0 0,0 0 0 0 0,0 0 0 0 0,0 0 0 0 0,-1 0 0 0 0,1 0 0 0 0,0 1 0 0 0,0-1 0 0 0,-1 0 0 0 0,-12 7 95 0 0,11-6-86 0 0,-3 3 12 0 0,0 1 1 0 0,1 1-1 0 0,0-1 1 0 0,0 1 0 0 0,0-1-1 0 0,0 1 1 0 0,1 0 0 0 0,-5 11-1 0 0,1 2 3 0 0,-7 32-1 0 0,11-39-24 0 0,1-1 0 0 0,0 1-1 0 0,1 0 1 0 0,0 0 0 0 0,1 0 0 0 0,0 0-1 0 0,1 0 1 0 0,3 13 0 0 0,-4-21 6 0 0,1 0 0 0 0,0 0 0 0 0,0-1 0 0 0,1 1 0 0 0,-1 0 0 0 0,1-1 0 0 0,0 1 0 0 0,0-1 0 0 0,0 1 0 0 0,0-1 0 0 0,1 0 0 0 0,-1 0 0 0 0,1 0 0 0 0,0 0 0 0 0,0 0 0 0 0,0-1 0 0 0,0 1 0 0 0,1-1 0 0 0,-1 0 0 0 0,0 0 0 0 0,1 0 0 0 0,0 0 0 0 0,-1-1 0 0 0,1 1 0 0 0,0-1 0 0 0,0 0 0 0 0,5 1 0 0 0,-2-2 5 0 0,0 1 0 0 0,0-1 1 0 0,1 0-1 0 0,-1 0 1 0 0,0-1-1 0 0,0 0 1 0 0,0 0-1 0 0,0-1 0 0 0,0 0 1 0 0,0 0-1 0 0,0 0 1 0 0,-1-1-1 0 0,1 0 1 0 0,-1-1-1 0 0,8-4 0 0 0,-6 2-4 0 0,1-1 0 0 0,-1 0 0 0 0,0 0-1 0 0,-1-1 1 0 0,1 0 0 0 0,-2 0 0 0 0,1-1-1 0 0,-1 0 1 0 0,9-18 0 0 0,-10 18-14 0 0,-1 0 0 0 0,-1-1 0 0 0,1 1 0 0 0,-2-1 0 0 0,1 1 0 0 0,-2-1 0 0 0,1 0 0 0 0,-1 0 0 0 0,0 0 0 0 0,-2-16 0 0 0,0 19-7 0 0,0 0 0 0 0,0 0 0 0 0,-1 1 0 0 0,1-1 0 0 0,-2 1 0 0 0,1 0 0 0 0,-1-1 0 0 0,0 1 0 0 0,0 0 0 0 0,0 0 0 0 0,-1 1 0 0 0,0-1 0 0 0,0 1 1 0 0,-1 0-1 0 0,1 0 0 0 0,-8-6 0 0 0,6 7-3 0 0,-1 0 1 0 0,1 0-1 0 0,-1 1 1 0 0,1 0 0 0 0,-1 0-1 0 0,0 0 1 0 0,0 1-1 0 0,0 0 1 0 0,0 0 0 0 0,-1 1-1 0 0,1 0 1 0 0,0 0 0 0 0,-1 1-1 0 0,1 0 1 0 0,-1 0-1 0 0,-12 3 1 0 0,6-1-5 0 0,0 1 1 0 0,-1 1-1 0 0,2 0 1 0 0,-1 1-1 0 0,0 0 1 0 0,1 1-1 0 0,-20 12 1 0 0,27-14 9 0 0,1 0 0 0 0,0 0 0 0 0,0 0 0 0 0,1 1 0 0 0,-1-1 1 0 0,1 1-1 0 0,0 0 0 0 0,0 0 0 0 0,1 1 0 0 0,-5 8 0 0 0,7-13 7 0 0,1 1 1 0 0,-1 0-1 0 0,0-1 0 0 0,1 1 0 0 0,-1 0 1 0 0,1-1-1 0 0,-1 1 0 0 0,1 0 0 0 0,0-1 0 0 0,0 1 1 0 0,0 0-1 0 0,0 0 0 0 0,0-1 0 0 0,0 1 1 0 0,0 0-1 0 0,1 0 0 0 0,-1-1 0 0 0,1 1 0 0 0,-1 0 1 0 0,1-1-1 0 0,0 1 0 0 0,-1-1 0 0 0,1 1 1 0 0,0 0-1 0 0,0-1 0 0 0,0 0 0 0 0,0 1 1 0 0,0-1-1 0 0,1 0 0 0 0,-1 1 0 0 0,0-1 0 0 0,1 0 1 0 0,-1 0-1 0 0,0 0 0 0 0,1 0 0 0 0,-1 0 1 0 0,1-1-1 0 0,0 1 0 0 0,-1 0 0 0 0,1-1 1 0 0,0 1-1 0 0,2 0 0 0 0,6 1-32 0 0,1 1-1 0 0,0-1 1 0 0,0-1-1 0 0,0 0 1 0 0,0 0-1 0 0,0-1 1 0 0,0-1-1 0 0,1 0 1 0 0,-2 0-1 0 0,17-5 1 0 0,13-5-192 0 0,55-23 0 0 0,-50 17 146 0 0,35-15-72 0 0,40-14-202 0 0,-117 46 344 0 0,-1-1 0 0 0,1 0 0 0 0,0 1 0 0 0,-1 0 0 0 0,1-1 0 0 0,-1 1 0 0 0,1 0 0 0 0,0 0-1 0 0,-1 0 1 0 0,1 1 0 0 0,0-1 0 0 0,-1 1 0 0 0,1-1 0 0 0,-1 1 0 0 0,1 0 0 0 0,-1 0 0 0 0,1 0 0 0 0,2 2 0 0 0,-2 0 7 0 0,0-1 1 0 0,0 1-1 0 0,0 0 1 0 0,0 0-1 0 0,0 0 1 0 0,-1 0-1 0 0,1 0 1 0 0,-1 1-1 0 0,0-1 1 0 0,3 8-1 0 0,-1 1 15 0 0,1 1 1 0 0,-2 0-1 0 0,0-1 0 0 0,0 1 0 0 0,-2 0 1 0 0,1 15-1 0 0,-1-10 32 0 0,-2 1 0 0 0,0 0-1 0 0,-2-1 1 0 0,-5 25 0 0 0,-26 68 2436 0 0,25-85-907 0 0,9-24-855 0 0,-4-6-519 0 0,4 4-200 0 0,0 0 1 0 0,-1 0-1 0 0,1 0 1 0 0,0 0-1 0 0,0 0 0 0 0,0 0 1 0 0,-1-1-1 0 0,1 1 0 0 0,0 0 1 0 0,0 0-1 0 0,-1 0 0 0 0,1 0 1 0 0,0-1-1 0 0,0 1 1 0 0,0 0-1 0 0,-1 0 0 0 0,1 0 1 0 0,0-1-1 0 0,0 1 0 0 0,0 0 1 0 0,0 0-1 0 0,0-1 0 0 0,0 1 1 0 0,0 0-1 0 0,-1 0 1 0 0,1-1-1 0 0,0 1 0 0 0,0 0 1 0 0,0 0-1 0 0,0-1 0 0 0,0 1 1 0 0,0 0-1 0 0,0 0 0 0 0,0-1 1 0 0,0 1-1 0 0,0 0 1 0 0,1-1-1 0 0,1-15 25 0 0,1 1 0 0 0,1-1 0 0 0,1 1 0 0 0,0-1 0 0 0,1 2 0 0 0,0-1 0 0 0,2 0 0 0 0,8-13 0 0 0,1 2-57 0 0,0 1 0 0 0,2 1 0 0 0,30-31 0 0 0,-40 46-8 0 0,0 0 1 0 0,1 1-1 0 0,0 0 1 0 0,0 0-1 0 0,1 1 0 0 0,0 0 1 0 0,17-7-1 0 0,-26 13 33 0 0,1 0 0 0 0,-1 0-1 0 0,0 0 1 0 0,0 1 0 0 0,0-1-1 0 0,1 1 1 0 0,-1 0 0 0 0,0 0 0 0 0,1-1-1 0 0,-1 2 1 0 0,0-1 0 0 0,1 0-1 0 0,-1 0 1 0 0,0 1 0 0 0,1-1-1 0 0,-1 1 1 0 0,0 0 0 0 0,0 0-1 0 0,0-1 1 0 0,0 1 0 0 0,0 1-1 0 0,0-1 1 0 0,0 0 0 0 0,0 0 0 0 0,0 1-1 0 0,0-1 1 0 0,-1 1 0 0 0,1 0-1 0 0,0-1 1 0 0,-1 1 0 0 0,0 0-1 0 0,1 0 1 0 0,-1 0 0 0 0,0 0-1 0 0,0 0 1 0 0,0 0 0 0 0,0 0 0 0 0,1 5-1 0 0,2 7 12 0 0,-1 0 0 0 0,0 0 0 0 0,-1 1 0 0 0,0 27 1 0 0,-1-27-54 0 0,-2 12 48 0 0,1-13 8 0 0,-1 0 1 0 0,2 0 0 0 0,2 17 0 0 0,-3-30-12 0 0,1 1 0 0 0,-1-1 0 0 0,0 0-1 0 0,1 1 1 0 0,-1-1 0 0 0,0 0 0 0 0,1 0 0 0 0,0 1 0 0 0,-1-1 0 0 0,1 0 0 0 0,0 0-1 0 0,-1 0 1 0 0,1 0 0 0 0,0 0 0 0 0,0 0 0 0 0,0 0 0 0 0,0 0 0 0 0,0 0 0 0 0,0 0 0 0 0,0 0-1 0 0,0 0 1 0 0,1-1 0 0 0,-1 1 0 0 0,0-1 0 0 0,0 1 0 0 0,1-1 0 0 0,-1 1 0 0 0,0-1-1 0 0,1 0 1 0 0,-1 1 0 0 0,0-1 0 0 0,1 0 0 0 0,-1 0 0 0 0,2 0 0 0 0,7 0-234 0 0,-1-1 1 0 0,1 0 0 0 0,-1-1 0 0 0,12-2 0 0 0,-1-1-467 0 0,91-24-3836 0 0,-38 4-1746 0 0,-26 9-22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1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15 110 200 0 0,'-2'-4'774'0'0,"-1"-1"0"0"0,1 0 0 0 0,1 0 0 0 0,-1 0 1 0 0,1 0-1 0 0,-1-1 0 0 0,2 1 0 0 0,-1 0 0 0 0,0 0 0 0 0,1-1 0 0 0,0 1 0 0 0,1 0 0 0 0,-1-1 1 0 0,1 1-1 0 0,1-6 0 0 0,-1 7-612 0 0,-2 3-138 0 0,1 0-1 0 0,0 1 1 0 0,0-1 0 0 0,0 1-1 0 0,0-1 1 0 0,0 0 0 0 0,0 1 0 0 0,0-1-1 0 0,1 0 1 0 0,-1 1 0 0 0,0-1 0 0 0,0 1-1 0 0,0-1 1 0 0,1 0 0 0 0,-1 1 0 0 0,0-1-1 0 0,1 1 1 0 0,-1-1 0 0 0,0 1-1 0 0,1-1 1 0 0,-1 1 0 0 0,1-1 0 0 0,-1 1-1 0 0,1-1 1 0 0,-1 1 0 0 0,1 0 0 0 0,-1-1-1 0 0,1 1 1 0 0,-1 0 0 0 0,1-1-1 0 0,-1 1 1 0 0,1 0 0 0 0,0 0 0 0 0,-1-1-1 0 0,1 1 1 0 0,0 0 0 0 0,-1 0 0 0 0,1 0-1 0 0,-1 0 1 0 0,1 0 0 0 0,0 0-1 0 0,-1 0 1 0 0,1 0 0 0 0,0 0 0 0 0,-1 0-1 0 0,1 1 1 0 0,-1-1 0 0 0,1 0 0 0 0,0 0-1 0 0,-1 0 1 0 0,1 1 0 0 0,-1-1 0 0 0,1 0-1 0 0,-1 1 1 0 0,1-1 0 0 0,-1 1-1 0 0,1-1 1 0 0,0 1 0 0 0,3 2 12 0 0,0 0-1 0 0,-1 0 1 0 0,1 1 0 0 0,-1-1 0 0 0,0 1-1 0 0,4 5 1 0 0,4 9 215 0 0,-2 1 1 0 0,0 1-1 0 0,-1 0 0 0 0,7 23 1 0 0,16 89 695 0 0,-18-74-698 0 0,-6-25 1283 0 0,22 60 1 0 0,-28-93-1492 0 0,0 0 0 0 0,-1 1 1 0 0,1-1-1 0 0,-1 1 0 0 0,1-1 0 0 0,0 0 0 0 0,-1 1 1 0 0,1-1-1 0 0,0 0 0 0 0,-1 1 0 0 0,1-1 1 0 0,0 0-1 0 0,-1 0 0 0 0,1 0 0 0 0,0 0 0 0 0,-1 0 1 0 0,1 0-1 0 0,0 0 0 0 0,0 0 0 0 0,-1 0 1 0 0,1 0-1 0 0,0 0 0 0 0,0 0 0 0 0,-1-1 1 0 0,1 1-1 0 0,0 0 0 0 0,-1 0 0 0 0,1-1 0 0 0,-1 1 1 0 0,1 0-1 0 0,0-1 0 0 0,0 0 0 0 0,22-11 428 0 0,-16 6-390 0 0,-1 0 0 0 0,0 0 1 0 0,0 0-1 0 0,0 0 0 0 0,0-1 1 0 0,-1 0-1 0 0,6-10 0 0 0,28-58 101 0 0,-30 55-138 0 0,4-8-109 0 0,83-152-1358 0 0,-95 178 1248 0 0,0 0-1 0 0,0 1 1 0 0,0-1-1 0 0,0 1 1 0 0,1-1-1 0 0,-1 1 1 0 0,0-1-1 0 0,1 1 1 0 0,-1 0-1 0 0,1 0 1 0 0,0 0-1 0 0,-1 0 1 0 0,1 0-1 0 0,0 0 1 0 0,-1 0-1 0 0,1 0 1 0 0,0 1-1 0 0,0-1 1 0 0,0 1-1 0 0,0-1 1 0 0,0 1-1 0 0,0 0 1 0 0,0 0-1 0 0,0 0 1 0 0,0 0-1 0 0,0 0 1 0 0,-1 0-1 0 0,1 0 1 0 0,0 1-1 0 0,0-1 1 0 0,0 1-1 0 0,2 0 1 0 0,6 4-851 0 0,0-1 0 0 0,-1 2 0 0 0,0-1 1 0 0,0 1-1 0 0,8 7 0 0 0,11 7-2817 0 0,-11-9 1009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251 143 1700 0 0,'2'-2'2081'0'0,"0"1"-1702"0"0,0-1 0 0 0,0 1 0 0 0,0-1-1 0 0,0 0 1 0 0,0 0 0 0 0,0 0 0 0 0,0 0 0 0 0,-1-1 0 0 0,1 1-1 0 0,-1 0 1 0 0,0-1 0 0 0,0 1 0 0 0,0 0 0 0 0,0-1 0 0 0,0 0-1 0 0,0 1 1 0 0,0-1 0 0 0,-1 1 0 0 0,0-1 0 0 0,1 0 0 0 0,-1 0 0 0 0,0 1-1 0 0,0-1 1 0 0,0 0 0 0 0,-1-3 0 0 0,0 2-117 0 0,0-1 0 0 0,0 1 0 0 0,0 0 0 0 0,-1 0 0 0 0,0-1 0 0 0,1 1 1 0 0,-1 0-1 0 0,-1 1 0 0 0,1-1 0 0 0,-1 0 0 0 0,1 1 0 0 0,-1-1 0 0 0,0 1 0 0 0,0 0 0 0 0,-6-5 0 0 0,8 7-229 0 0,-1 1-1 0 0,0-1 1 0 0,0 0-1 0 0,0 0 1 0 0,0 1-1 0 0,0-1 1 0 0,0 1-1 0 0,0 0 1 0 0,0-1 0 0 0,0 1-1 0 0,0 0 1 0 0,0 0-1 0 0,0 0 1 0 0,0 1-1 0 0,-3-1 1 0 0,0 1-5 0 0,0 0 0 0 0,0 1 0 0 0,0-1-1 0 0,0 1 1 0 0,-5 3 0 0 0,-1 2-9 0 0,0 0-1 0 0,1 1 0 0 0,0 0 1 0 0,0 1-1 0 0,1 0 1 0 0,0 0-1 0 0,0 1 0 0 0,1 0 1 0 0,0 1-1 0 0,-11 20 0 0 0,10-13-18 0 0,0 1-1 0 0,1 0 1 0 0,0 0-1 0 0,2 1 1 0 0,0 0 0 0 0,-3 23-1 0 0,8-37 14 0 0,0 0-1 0 0,1 0 1 0 0,0 0-1 0 0,0 0 1 0 0,0 0-1 0 0,0 0 1 0 0,1 0 0 0 0,0 0-1 0 0,0-1 1 0 0,1 1-1 0 0,0 0 1 0 0,3 8-1 0 0,-3-12-25 0 0,0 1 0 0 0,0 0 0 0 0,0-1 0 0 0,0 1 0 0 0,0-1 0 0 0,0 1 0 0 0,1-1 1 0 0,-1 0-1 0 0,1 0 0 0 0,0 0 0 0 0,0-1 0 0 0,-1 1 0 0 0,1-1 0 0 0,0 1 0 0 0,0-1 0 0 0,1 0 0 0 0,-1 0 0 0 0,0 0 0 0 0,0-1 0 0 0,0 1 0 0 0,1-1 0 0 0,-1 1 0 0 0,0-1 0 0 0,4-1 0 0 0,0 1-55 0 0,1-1 0 0 0,-1 0 0 0 0,0 0 1 0 0,0-1-1 0 0,0 0 0 0 0,0 0 1 0 0,0-1-1 0 0,0 0 0 0 0,-1 0 0 0 0,1-1 1 0 0,-1 1-1 0 0,0-1 0 0 0,0-1 0 0 0,0 1 1 0 0,-1-1-1 0 0,1 0 0 0 0,-1 0 0 0 0,0-1 1 0 0,-1 0-1 0 0,7-9 0 0 0,6-12-66 0 0,-2 0 0 0 0,0-2 0 0 0,15-42 0 0 0,-22 51 166 0 0,31-95 1629 0 0,-39 115-1650 0 0,0 0 0 0 0,0 0 0 0 0,0 0 1 0 0,0-1-1 0 0,0 1 0 0 0,0 0 0 0 0,0 0 0 0 0,0-1 1 0 0,0 1-1 0 0,1 0 0 0 0,-1 0 0 0 0,0 0 1 0 0,0-1-1 0 0,0 1 0 0 0,0 0 0 0 0,0 0 0 0 0,0 0 1 0 0,0-1-1 0 0,1 1 0 0 0,-1 0 0 0 0,0 0 1 0 0,0 0-1 0 0,0 0 0 0 0,0 0 0 0 0,1-1 0 0 0,-1 1 1 0 0,0 0-1 0 0,0 0 0 0 0,0 0 0 0 0,1 0 1 0 0,-1 0-1 0 0,0 0 0 0 0,0 0 0 0 0,0 0 0 0 0,1 0 1 0 0,-1 0-1 0 0,0 0 0 0 0,0 0 0 0 0,1 0 1 0 0,-1 0-1 0 0,0 0 0 0 0,0 0 0 0 0,1 0 0 0 0,-1 0 1 0 0,0 0-1 0 0,0 0 0 0 0,0 0 0 0 0,1 0 1 0 0,6 13 489 0 0,2 18 165 0 0,1 93 391 0 0,6 35-1602 0 0,-16-158 468 0 0,0 0 0 0 0,0 0 1 0 0,0 0-1 0 0,0 0 1 0 0,0 0-1 0 0,1 0 1 0 0,-1 0-1 0 0,0-1 1 0 0,1 1-1 0 0,-1 0 1 0 0,0 0-1 0 0,1 0 0 0 0,-1-1 1 0 0,1 1-1 0 0,-1 0 1 0 0,1 0-1 0 0,0-1 1 0 0,-1 1-1 0 0,1 0 1 0 0,0-1-1 0 0,-1 1 0 0 0,1-1 1 0 0,0 1-1 0 0,1 0 1 0 0,-1-1 7 0 0,1 0 1 0 0,-1 0-1 0 0,0 0 1 0 0,0 0 0 0 0,0 0-1 0 0,0-1 1 0 0,0 1-1 0 0,0 0 1 0 0,1-1-1 0 0,-1 1 1 0 0,0 0-1 0 0,0-1 1 0 0,0 0 0 0 0,0 1-1 0 0,0-1 1 0 0,1-1-1 0 0,5-4-272 0 0,0-1 1 0 0,0 0-1 0 0,9-12 0 0 0,-13 16 152 0 0,16-25-255 0 0,-1-1 0 0 0,24-48 0 0 0,15-25 985 0 0,-49 89-395 0 0,1 1-1 0 0,0 1 0 0 0,0 0 1 0 0,2 0-1 0 0,19-16 1 0 0,-28 25-119 0 0,1 0 1 0 0,-1 0-1 0 0,1 0 1 0 0,0 1-1 0 0,0-1 0 0 0,-1 1 1 0 0,1 0-1 0 0,0 0 1 0 0,0 0-1 0 0,0 0 1 0 0,1 1-1 0 0,-1-1 1 0 0,0 1-1 0 0,0-1 0 0 0,0 1 1 0 0,0 0-1 0 0,4 1 1 0 0,-3 0 68 0 0,1 0 0 0 0,-1 0 0 0 0,0 1 0 0 0,0 0 0 0 0,0-1 1 0 0,0 1-1 0 0,0 1 0 0 0,-1-1 0 0 0,1 0 0 0 0,-1 1 0 0 0,4 3 0 0 0,2 4 170 0 0,0-1 0 0 0,-1 1 0 0 0,0 0 0 0 0,-1 1 0 0 0,0 0 0 0 0,-1 0 0 0 0,7 17 0 0 0,-8-14-74 0 0,0-1-1 0 0,-1 1 1 0 0,-1 0 0 0 0,-1 0-1 0 0,2 16 1 0 0,-4-20-21 0 0,1 0-1 0 0,-1 0 1 0 0,-1 0 0 0 0,0 0-1 0 0,0 0 1 0 0,-1 0 0 0 0,-6 19-1 0 0,8-27-126 0 0,-1-1-1 0 0,0 1 1 0 0,0-1-1 0 0,1 1 1 0 0,-1-1 0 0 0,0 1-1 0 0,0-1 1 0 0,0 1-1 0 0,-1-1 1 0 0,-1 2-1 0 0,3-3-31 0 0,0 0 0 0 0,-1 1-1 0 0,1-1 1 0 0,-1 0 0 0 0,1 0-1 0 0,-1 1 1 0 0,1-1 0 0 0,-1 0-1 0 0,1 0 1 0 0,-1 0 0 0 0,1 0 0 0 0,0 0-1 0 0,-1 0 1 0 0,1 0 0 0 0,-1 0-1 0 0,1 0 1 0 0,-1 0 0 0 0,1 0-1 0 0,-1 0 1 0 0,1 0 0 0 0,-1 0-1 0 0,1 0 1 0 0,-1 0 0 0 0,0-1 0 0 0,0 0-17 0 0,0 0 1 0 0,0 0 0 0 0,0 0 0 0 0,0 0 0 0 0,0 0 0 0 0,0 0 0 0 0,0-1 0 0 0,0 1 0 0 0,0 0 0 0 0,1-1 0 0 0,-1 1 0 0 0,1-1-1 0 0,-1 1 1 0 0,1-1 0 0 0,-1 1 0 0 0,1-1 0 0 0,0 1 0 0 0,0-1 0 0 0,0 1 0 0 0,0-1 0 0 0,0-2 0 0 0,1-11-63 0 0,1 1 1 0 0,0 0-1 0 0,1-1 1 0 0,0 1-1 0 0,1 0 1 0 0,1 0-1 0 0,0 1 1 0 0,1-1-1 0 0,1 1 1 0 0,0 1-1 0 0,0-1 1 0 0,1 1-1 0 0,1 0 1 0 0,0 1-1 0 0,1 0 1 0 0,0 0-1 0 0,0 1 1 0 0,1 1-1 0 0,1 0 1 0 0,0 0-1 0 0,0 1 1 0 0,0 0-1 0 0,1 1 1 0 0,0 1-1 0 0,16-6 1 0 0,-26 11 56 0 0,1 0 1 0 0,-1 0 0 0 0,1 0-1 0 0,0 0 1 0 0,-1 0-1 0 0,1 1 1 0 0,0 0-1 0 0,-1 0 1 0 0,1 0-1 0 0,0 0 1 0 0,-1 0-1 0 0,1 1 1 0 0,0 0-1 0 0,-1 0 1 0 0,1 0 0 0 0,-1 0-1 0 0,6 3 1 0 0,-5-2 8 0 0,-1 0 1 0 0,0 1-1 0 0,0 0 1 0 0,0-1 0 0 0,0 1-1 0 0,-1 0 1 0 0,1 1 0 0 0,-1-1-1 0 0,0 0 1 0 0,0 1-1 0 0,0-1 1 0 0,0 1 0 0 0,0 0-1 0 0,-1-1 1 0 0,0 1 0 0 0,1 5-1 0 0,1 2 27 0 0,-1 0 0 0 0,0 0 0 0 0,-1 1-1 0 0,0-1 1 0 0,-2 20 0 0 0,-11 59 86 0 0,7-61-188 0 0,-3 52 0 0 0,8-79 16 0 0,0 0 0 0 0,0 0 1 0 0,0 0-1 0 0,1 0 0 0 0,-1 0 0 0 0,0 0 1 0 0,1 0-1 0 0,0 0 0 0 0,-1 0 0 0 0,1 0 1 0 0,0 0-1 0 0,0 0 0 0 0,0 0 1 0 0,0-1-1 0 0,0 1 0 0 0,0 0 0 0 0,1-1 1 0 0,-1 1-1 0 0,0-1 0 0 0,3 2 0 0 0,-1-1-96 0 0,0 0 1 0 0,0 0-1 0 0,1-1 0 0 0,-1 0 0 0 0,0 0 0 0 0,0 0 1 0 0,1 0-1 0 0,-1 0 0 0 0,0-1 0 0 0,1 1 0 0 0,3-1 0 0 0,7 0-460 0 0,0-1 0 0 0,-1 0-1 0 0,1-2 1 0 0,-1 1 0 0 0,14-5-1 0 0,-13 2 269 0 0,1 0 0 0 0,-2-1 0 0 0,1 0 0 0 0,-1-1 0 0 0,0 0-1 0 0,0-2 1 0 0,-1 1 0 0 0,0-1 0 0 0,-1-1 0 0 0,0 0 0 0 0,0-1-1 0 0,-1 0 1 0 0,13-18 0 0 0,-13 14 780 0 0,-1 0 1 0 0,0 0-1 0 0,-2-1 0 0 0,10-24 1 0 0,-11 20 1171 0 0,0 1 0 0 0,-2-1-1 0 0,4-36 1 0 0,-4 5 890 0 0,-4 49-2237 0 0,-2 5-187 0 0,0-1-1 0 0,1 1 0 0 0,-1 0 1 0 0,1-1-1 0 0,0 1 0 0 0,0 0 1 0 0,0 0-1 0 0,-1 5 0 0 0,1-7 1 0 0,-9 42 938 0 0,1 1 1 0 0,-4 74-1 0 0,6-53-587 0 0,7-65-420 0 0,-2 18 76 0 0,0 1 0 0 0,0-1 1 0 0,2 1-1 0 0,1-1 0 0 0,0 1 0 0 0,5 23 0 0 0,-6-40-151 0 0,1 0 0 0 0,-1-1 0 0 0,1 1 0 0 0,0-1-1 0 0,-1 1 1 0 0,1-1 0 0 0,0 0 0 0 0,0 1 0 0 0,0-1-1 0 0,0 0 1 0 0,0 0 0 0 0,0 1 0 0 0,1-1-1 0 0,-1 0 1 0 0,0 0 0 0 0,0 0 0 0 0,1-1 0 0 0,-1 1-1 0 0,1 0 1 0 0,-1 0 0 0 0,3 0 0 0 0,-1 0-138 0 0,0-1-1 0 0,1 1 1 0 0,-1-1 0 0 0,0 0 0 0 0,1 0-1 0 0,-1 0 1 0 0,0 0 0 0 0,1 0 0 0 0,5-2 0 0 0,3-2-757 0 0,-1 0 0 0 0,0 0 0 0 0,0-1 0 0 0,19-11 1 0 0,-22 10-485 0 0,0 0 1 0 0,0 0 0 0 0,0-1 0 0 0,9-9 0 0 0,7-11-5743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3.1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87 304 0 0,'-18'-20'4627'0'0,"-1"0"0"0"0,-30-24 0 0 0,47 42-4284 0 0,-1 2-90 0 0,2-1-288 0 0,0 1 1 0 0,1 0-1 0 0,-1 0 0 0 0,0 0 1 0 0,0 0-1 0 0,0 0 1 0 0,0 1-1 0 0,0-1 1 0 0,0 0-1 0 0,0 0 1 0 0,1 0-1 0 0,-1 1 0 0 0,0-1 1 0 0,0 0-1 0 0,0 1 1 0 0,0-1-1 0 0,1 1 1 0 0,-1-1-1 0 0,0 1 0 0 0,1 0 1 0 0,-1-1-1 0 0,0 1 1 0 0,1-1-1 0 0,-1 1 1 0 0,1 0-1 0 0,-1 0 1 0 0,1-1-1 0 0,-1 1 0 0 0,1 0 1 0 0,-1 0-1 0 0,1 0 1 0 0,-1 1-1 0 0,0 2-931 0 0,0 0-1 0 0,1 0 1 0 0,-1 0 0 0 0,1 0-1 0 0,0 0 1 0 0,1 8-1 0 0,-1 0-3504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3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50 2464 0 0,'18'-11'10838'0'0,"-18"10"-10672"0"0,1 1 0 0 0,-1-1 1 0 0,0 0-1 0 0,1 1 0 0 0,-1-1 0 0 0,0 0 1 0 0,0 1-1 0 0,0-1 0 0 0,0 0 0 0 0,0 0 1 0 0,0 1-1 0 0,0-1 0 0 0,0 0 0 0 0,0 0 1 0 0,0 1-1 0 0,0-1 0 0 0,0 0 0 0 0,0 0 1 0 0,0 1-1 0 0,-1-1 0 0 0,1 0 0 0 0,0 1 1 0 0,-1-1-1 0 0,1 0 0 0 0,0 1 0 0 0,-2-2 0 0 0,1 1-17 0 0,0-1-1 0 0,-1 1 1 0 0,1 0-1 0 0,-1 0 1 0 0,0 0-1 0 0,1 0 1 0 0,-1 0-1 0 0,0 0 1 0 0,0 0-1 0 0,-2 0 1 0 0,-2-1-51 0 0,0 1 0 0 0,0 0 0 0 0,0 0 0 0 0,0 0 0 0 0,0 1 0 0 0,-8 0 0 0 0,7 1-54 0 0,1 0-1 0 0,-1 0 1 0 0,1 1 0 0 0,-1-1 0 0 0,1 1 0 0 0,0 1 0 0 0,0-1-1 0 0,0 1 1 0 0,0 1 0 0 0,0-1 0 0 0,-9 7 0 0 0,13-7-40 0 0,-1-1-1 0 0,1 1 1 0 0,0-1 0 0 0,0 1 0 0 0,0 0 0 0 0,0 0 0 0 0,0 0 0 0 0,1 0 0 0 0,-1 0 0 0 0,1 0 0 0 0,0 0-1 0 0,0 1 1 0 0,0-1 0 0 0,0 0 0 0 0,1 1 0 0 0,-1-1 0 0 0,1 1 0 0 0,0-1 0 0 0,0 1 0 0 0,0-1 0 0 0,1 0 0 0 0,-1 1-1 0 0,1-1 1 0 0,0 4 0 0 0,5 11-1 0 0,1 0-1 0 0,1 0 1 0 0,0-1 0 0 0,1 0-1 0 0,0-1 1 0 0,20 25-1 0 0,-14-20 18 0 0,-1 1 1 0 0,21 41-1 0 0,-34-61-3 0 0,-1 0 0 0 0,1 0 0 0 0,0 0 0 0 0,-1 0 0 0 0,1 1 0 0 0,-1-1 0 0 0,1 0 0 0 0,-1 0 0 0 0,0 0 0 0 0,0 0 1 0 0,0 1-1 0 0,0-1 0 0 0,-1 0 0 0 0,1 0 0 0 0,0 0 0 0 0,-1 0 0 0 0,0 0 0 0 0,1 0 0 0 0,-1 0 0 0 0,0 0 0 0 0,-2 4 0 0 0,0-3 43 0 0,0 0 1 0 0,0 0-1 0 0,0 0 0 0 0,0 0 0 0 0,0 0 1 0 0,-1-1-1 0 0,1 1 0 0 0,-1-1 0 0 0,1 0 1 0 0,-7 2-1 0 0,-6 2 106 0 0,0-1-1 0 0,0 0 1 0 0,0-1-1 0 0,-26 2 1 0 0,36-5-217 0 0,1-1 0 0 0,-1 0 0 0 0,0 0 0 0 0,0 0 0 0 0,-10-2 0 0 0,15 1-22 0 0,0 1 1 0 0,0 0-1 0 0,0 0 0 0 0,0-1 1 0 0,1 1-1 0 0,-1 0 0 0 0,0-1 1 0 0,0 1-1 0 0,0-1 0 0 0,1 1 1 0 0,-1-1-1 0 0,0 1 0 0 0,1-1 0 0 0,-1 0 1 0 0,1 1-1 0 0,-1-1 0 0 0,1 0 1 0 0,-2-1-1 0 0,2 1-46 0 0,0 0 0 0 0,0 0-1 0 0,0 0 1 0 0,-1 0 0 0 0,1 0 0 0 0,0 0-1 0 0,1-1 1 0 0,-1 1 0 0 0,0 0 0 0 0,0 0-1 0 0,0 0 1 0 0,1 0 0 0 0,-1 0 0 0 0,1 0 0 0 0,-1 0-1 0 0,1 0 1 0 0,-1 0 0 0 0,1 0 0 0 0,0-1-1 0 0,12-17-3174 0 0,1 1-1 0 0,19-20 0 0 0,-10 12-3023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4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87 2544 0 0,'-5'-24'2811'0'0,"2"9"-264"0"0,1 1 0 0 0,-2-19 1 0 0,-9 45-1678 0 0,10-6-657 0 0,0 0 0 0 0,0 1-1 0 0,0-1 1 0 0,1 1 0 0 0,0 0-1 0 0,1-1 1 0 0,0 1 0 0 0,0 0-1 0 0,0 9 1 0 0,-1-3 108 0 0,-21 319 3865 0 0,25 3-2947 0 0,0-114-536 0 0,-2-221-698 0 0,0 0 0 0 0,0 0 0 0 0,0 0 1 0 0,0 1-1 0 0,0-1 0 0 0,0 0 0 0 0,-1 0 1 0 0,1 0-1 0 0,0 0 0 0 0,0 0 0 0 0,0 0 0 0 0,0 0 1 0 0,0 1-1 0 0,0-1 0 0 0,0 0 0 0 0,0 0 1 0 0,0 0-1 0 0,0 0 0 0 0,0 0 0 0 0,0 0 0 0 0,0 1 1 0 0,0-1-1 0 0,0 0 0 0 0,0 0 0 0 0,0 0 1 0 0,0 0-1 0 0,0 0 0 0 0,0 0 0 0 0,0 0 0 0 0,1 1 1 0 0,-1-1-1 0 0,0 0 0 0 0,0 0 0 0 0,0 0 1 0 0,0 0-1 0 0,0 0 0 0 0,0 0 0 0 0,0 0 0 0 0,0 0 1 0 0,0 0-1 0 0,0 1 0 0 0,1-1 0 0 0,-1 0 1 0 0,0 0-1 0 0,0 0 0 0 0,0 0 0 0 0,0 0 0 0 0,0 0 1 0 0,0 0-1 0 0,1 0 0 0 0,-1 0 0 0 0,0 0 1 0 0,0 0-1 0 0,0 0 0 0 0,0 0 0 0 0,0 0 0 0 0,0 0 1 0 0,1 0-1 0 0,-1 0 0 0 0,0 0 0 0 0,0 0 1 0 0,0 0-1 0 0,0 0 0 0 0,0 0 0 0 0,0 0 0 0 0,1-1 1 0 0,8-11 31 0 0,15-36-364 0 0,-10 21 247 0 0,1 1 17 0 0,1 0 1 0 0,1 2 0 0 0,1 0-1 0 0,1 0 1 0 0,1 2 0 0 0,2 1-1 0 0,0 0 1 0 0,1 2 0 0 0,26-18-1 0 0,-41 32 38 0 0,1 0-1 0 0,1 0 0 0 0,-1 1 0 0 0,1 0 0 0 0,-1 1 0 0 0,1 0 1 0 0,0 0-1 0 0,0 1 0 0 0,0 1 0 0 0,12-1 0 0 0,-18 2 28 0 0,0 0 1 0 0,0 0-1 0 0,0 0 0 0 0,0 1 0 0 0,1-1 0 0 0,-1 1 0 0 0,0 0 0 0 0,0 1 0 0 0,0-1 1 0 0,0 1-1 0 0,-1 0 0 0 0,1 0 0 0 0,0 0 0 0 0,-1 0 0 0 0,1 0 0 0 0,-1 1 0 0 0,0 0 1 0 0,0 0-1 0 0,0-1 0 0 0,0 2 0 0 0,0-1 0 0 0,-1 0 0 0 0,1 1 0 0 0,-1-1 0 0 0,0 1 1 0 0,2 5-1 0 0,3 9 64 0 0,-2 0 1 0 0,0 0 0 0 0,-1 0 0 0 0,0 1 0 0 0,1 28-1 0 0,-3-22-102 0 0,1-1 0 0 0,8 29 0 0 0,-10-49-132 0 0,1-1 0 0 0,0 1 0 0 0,0-1 0 0 0,0 1 0 0 0,0-1 0 0 0,0 0 0 0 0,1 0 0 0 0,0 0 0 0 0,-1 0 0 0 0,1 0 0 0 0,0 0 0 0 0,0-1 0 0 0,1 0 0 0 0,-1 1 0 0 0,0-1 0 0 0,1 0 0 0 0,-1-1 0 0 0,1 1 0 0 0,0-1 0 0 0,0 1 0 0 0,-1-1 0 0 0,1 0 0 0 0,0-1 0 0 0,6 2 0 0 0,1-1-547 0 0,0 0 0 0 0,0-1 0 0 0,0 0 0 0 0,-1 0 0 0 0,1-1 0 0 0,0-1 0 0 0,20-4 0 0 0,-23 3 382 0 0,1-1 0 0 0,-1 1-1 0 0,1-1 1 0 0,-1-1 0 0 0,0 1 0 0 0,-1-1-1 0 0,11-9 1 0 0,-9 6 533 0 0,-1-1 0 0 0,1 0 0 0 0,-1 0 0 0 0,12-20-1 0 0,-8 8 1346 0 0,-1-1 0 0 0,-1 1 0 0 0,-1-2 0 0 0,-1 1 0 0 0,5-27 0 0 0,-9 39-1102 0 0,-3 15 234 0 0,-2 14 78 0 0,-6 11-157 0 0,2 1 0 0 0,1-1-1 0 0,1 1 1 0 0,2 0-1 0 0,4 56 1 0 0,-2-84-582 0 0,-1 1 1 0 0,1-1-1 0 0,-1 0 1 0 0,1 1-1 0 0,0-1 1 0 0,1 0-1 0 0,-1 0 1 0 0,0 0-1 0 0,1 0 1 0 0,0 0-1 0 0,-1 0 0 0 0,1 0 1 0 0,0-1-1 0 0,1 1 1 0 0,-1-1-1 0 0,0 1 1 0 0,6 3-1 0 0,-4-3-158 0 0,0-1-1 0 0,1 0 0 0 0,-1 0 1 0 0,1 0-1 0 0,-1-1 1 0 0,1 0-1 0 0,-1 0 0 0 0,1 0 1 0 0,0 0-1 0 0,0 0 0 0 0,7-1 1 0 0,-1 0-778 0 0,-1-1 1 0 0,1-1-1 0 0,-1 1 1 0 0,0-2-1 0 0,1 1 1 0 0,-1-1-1 0 0,0-1 1 0 0,0 0-1 0 0,-1 0 1 0 0,19-12-1 0 0,-7-3-3591 0 0,-1-3-2053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4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144 80 1884 0 0,'-37'-25'8024'0'0,"-50"-28"0"0"0,82 53-7990 0 0,5 0-112 0 0,0 0 0 0 0,-1 0 0 0 0,1-1 0 0 0,0 1 1 0 0,-1 0-1 0 0,1 0 0 0 0,-1 0 0 0 0,1 0 0 0 0,0 0 0 0 0,-1 0 0 0 0,1 0 0 0 0,-1 0 0 0 0,1 0 1 0 0,0 0-1 0 0,-1 0 0 0 0,1 0 0 0 0,-1 0 0 0 0,1 0 0 0 0,-1 0 0 0 0,1 0 0 0 0,0 0 0 0 0,-1 0 1 0 0,1 0-1 0 0,-1 1 0 0 0,1-1 0 0 0,0 0 0 0 0,-1 0 0 0 0,1 1 0 0 0,0-1 0 0 0,-1 0 1 0 0,1 0-1 0 0,0 1 0 0 0,0-1 0 0 0,-1 0 0 0 0,1 1 0 0 0,0-1 0 0 0,0 0 0 0 0,-1 1 0 0 0,1-1 1 0 0,0 0-1 0 0,0 1 0 0 0,0-1 0 0 0,0 1 0 0 0,-1-1 0 0 0,1 1 0 0 0,0-1 0 0 0,0 0 0 0 0,0 1 1 0 0,0-1-1 0 0,0 1 0 0 0,0 0 0 0 0,1 1-603 0 0,0 3-196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5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39 1776 0 0,'-20'-14'13579'0'0,"20"13"-13453"0"0,1 1-85 0 0,0 0 0 0 0,0-1-1 0 0,0 1 1 0 0,0 0 0 0 0,0 0-1 0 0,0 0 1 0 0,0 0 0 0 0,0 1-1 0 0,0-1 1 0 0,0 0 0 0 0,0 0-1 0 0,0 1 1 0 0,0-1 0 0 0,0 0-1 0 0,1 1 1 0 0,4 2 99 0 0,0 0 0 0 0,-1 0 0 0 0,1 1 0 0 0,-1-1 0 0 0,1 1-1 0 0,-1 1 1 0 0,0-1 0 0 0,6 7 0 0 0,30 42 963 0 0,-32-39-901 0 0,-1 0 1 0 0,0 0-1 0 0,-1 1 1 0 0,0 0-1 0 0,-2 0 0 0 0,1 1 1 0 0,3 20-1 0 0,-7-27-105 0 0,-1 0-1 0 0,0 0 1 0 0,0 0 0 0 0,-1 0-1 0 0,0 0 1 0 0,0 0-1 0 0,-1 0 1 0 0,0 0 0 0 0,-1 0-1 0 0,0 0 1 0 0,0-1-1 0 0,-1 1 1 0 0,0-1-1 0 0,-7 14 1 0 0,9-20-57 0 0,0-1 1 0 0,0 1-1 0 0,0 0 0 0 0,-1-1 1 0 0,1 0-1 0 0,0 1 0 0 0,-1-1 1 0 0,1 0-1 0 0,-1 0 0 0 0,1 1 1 0 0,-1-1-1 0 0,1 0 0 0 0,-3 0 1 0 0,2 0 49 0 0,0-2-22 0 0,0 0-58 0 0,0 0 0 0 0,1-1 0 0 0,0 1 0 0 0,-1 0 0 0 0,1-1 0 0 0,0 1 0 0 0,-1-1 0 0 0,1 1 0 0 0,0-1 0 0 0,0 0 0 0 0,0 1 0 0 0,0-1 0 0 0,1 0 0 0 0,-1 0 0 0 0,0 0 0 0 0,0-2 0 0 0,0-2 0 0 0,1 1-1 0 0,-1 0 1 0 0,1 0-1 0 0,0 0 0 0 0,0 0 1 0 0,2-6-1 0 0,1-8-6 0 0,2 1 0 0 0,9-27 0 0 0,-7 26-24 0 0,1 1-1 0 0,0 0 1 0 0,1 1 0 0 0,1 0-1 0 0,1 0 1 0 0,1 1 0 0 0,0 0-1 0 0,1 1 1 0 0,27-25 0 0 0,-30 32 3 0 0,0 0 0 0 0,1 0 0 0 0,0 1 1 0 0,1 0-1 0 0,0 1 0 0 0,0 0 1 0 0,0 1-1 0 0,0 0 0 0 0,1 1 1 0 0,0 1-1 0 0,0 0 0 0 0,0 0 0 0 0,0 2 1 0 0,0-1-1 0 0,21 2 0 0 0,-29 0 20 0 0,1 1-1 0 0,0 0 1 0 0,-1 0-1 0 0,1 0 1 0 0,-1 1-1 0 0,0-1 1 0 0,1 1 0 0 0,-1 1-1 0 0,0-1 1 0 0,0 1-1 0 0,0 0 1 0 0,-1 0-1 0 0,1 0 1 0 0,-1 1-1 0 0,1 0 1 0 0,-1-1-1 0 0,0 1 1 0 0,-1 1-1 0 0,5 5 1 0 0,-3-3 23 0 0,-1 1 1 0 0,0-1-1 0 0,0 1 0 0 0,0 0 1 0 0,-1 0-1 0 0,-1 0 1 0 0,1 1-1 0 0,-2-1 0 0 0,1 0 1 0 0,-1 1-1 0 0,1 16 1 0 0,-4 1 58 0 0,0 0 1 0 0,-9 35 0 0 0,6-39-966 0 0,2 0 1 0 0,0 0 0 0 0,0 43-1 0 0,3-62 669 0 0,1-1 0 0 0,-1 1 0 0 0,1 0 0 0 0,0-1 0 0 0,0 1 0 0 0,0-1 0 0 0,0 1 0 0 0,0-1 0 0 0,0 1 0 0 0,1-1 0 0 0,-1 0 0 0 0,1 0 0 0 0,0 1 0 0 0,-1-1 0 0 0,1 0 0 0 0,0 0 0 0 0,0-1 0 0 0,1 1 0 0 0,-1 0 0 0 0,0-1-1 0 0,0 1 1 0 0,1-1 0 0 0,-1 0 0 0 0,1 0 0 0 0,-1 0 0 0 0,1 0 0 0 0,-1 0 0 0 0,1-1 0 0 0,0 1 0 0 0,5 0 0 0 0,3 0-755 0 0,0 0-1 0 0,1 0 0 0 0,-1-1 1 0 0,0-1-1 0 0,1 0 1 0 0,11-3-1 0 0,9-2-2383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515 278 4484 0 0,'122'-91'5446'0'0,"-109"80"-4431"0"0,-1-1 0 0 0,0 0 0 0 0,0-1 0 0 0,-1-1 0 0 0,-1 0 0 0 0,16-27 0 0 0,-24 38-874 0 0,-1 1-1 0 0,0-1 1 0 0,0 0 0 0 0,0 0-1 0 0,0 1 1 0 0,-1-1 0 0 0,1 0-1 0 0,-1 0 1 0 0,0 0 0 0 0,1 0-1 0 0,-1 0 1 0 0,0 0 0 0 0,-2-5-1 0 0,2 7-104 0 0,0-1 0 0 0,-1 1 0 0 0,0 0 0 0 0,1-1 0 0 0,-1 1 0 0 0,0 0 0 0 0,0 0 0 0 0,0-1-1 0 0,1 1 1 0 0,-1 0 0 0 0,-1 0 0 0 0,1 0 0 0 0,0 0 0 0 0,0 0 0 0 0,0 0 0 0 0,0 1 0 0 0,-1-1-1 0 0,1 0 1 0 0,0 0 0 0 0,-1 1 0 0 0,1-1 0 0 0,0 1 0 0 0,-1 0 0 0 0,1-1 0 0 0,-1 1 0 0 0,1 0-1 0 0,-1 0 1 0 0,1 0 0 0 0,-2 0 0 0 0,-7 0 78 0 0,0 0 1 0 0,1 1-1 0 0,-1 1 0 0 0,1 0 0 0 0,-1 0 1 0 0,1 1-1 0 0,0 0 0 0 0,0 0 0 0 0,0 1 1 0 0,0 0-1 0 0,-9 7 0 0 0,-2 1 60 0 0,0 2-1 0 0,1 0 1 0 0,-23 24-1 0 0,26-22-82 0 0,0 0 0 0 0,-23 33 0 0 0,34-43-68 0 0,2 0 0 0 0,-1 0 0 0 0,0 1-1 0 0,1-1 1 0 0,0 1 0 0 0,1 0 0 0 0,-1 0 0 0 0,2 0 0 0 0,-1 0 0 0 0,0 0-1 0 0,1 0 1 0 0,0 13 0 0 0,1-17-15 0 0,0 0 0 0 0,1-1 0 0 0,-1 1-1 0 0,1-1 1 0 0,-1 1 0 0 0,1 0 0 0 0,0-1 0 0 0,0 0 0 0 0,0 1-1 0 0,0-1 1 0 0,0 1 0 0 0,1-1 0 0 0,-1 0 0 0 0,1 0 0 0 0,0 0-1 0 0,-1 0 1 0 0,1 0 0 0 0,0 0 0 0 0,0 0 0 0 0,0-1 0 0 0,0 1-1 0 0,0-1 1 0 0,1 1 0 0 0,-1-1 0 0 0,0 0 0 0 0,1 0 0 0 0,-1 0-1 0 0,1 0 1 0 0,-1 0 0 0 0,1-1 0 0 0,0 1 0 0 0,-1-1 0 0 0,5 1-1 0 0,1-1-17 0 0,-1 0 0 0 0,1 0 0 0 0,-1-1-1 0 0,0 0 1 0 0,1 0 0 0 0,-1-1-1 0 0,0 0 1 0 0,0 0 0 0 0,0 0 0 0 0,12-7-1 0 0,2-4-3 0 0,-1-1-1 0 0,-1-1 0 0 0,-1-1 0 0 0,0-1 0 0 0,28-34 0 0 0,-21 23-58 0 0,29-25 0 0 0,-52 51 33 0 0,9 8 0 0 0,-10-5 42 0 0,0 1 1 0 0,0-1-1 0 0,0 0 1 0 0,0 1-1 0 0,-1-1 0 0 0,1 0 1 0 0,0 1-1 0 0,-1-1 1 0 0,1 1-1 0 0,-1-1 0 0 0,0 1 1 0 0,0-1-1 0 0,1 1 1 0 0,-1 2-1 0 0,0 28 130 0 0,-1-21-55 0 0,-6 128 1578 0 0,-38 214-1 0 0,40-324-1506 0 0,-11 74 455 0 0,-5 0-1 0 0,-4-1 0 0 0,-55 141 0 0 0,69-217-471 0 0,-1-1 0 0 0,-1 0-1 0 0,-2-1 1 0 0,0-1 0 0 0,-1 0-1 0 0,-30 32 1 0 0,38-47-60 0 0,0 0 0 0 0,0 0 0 0 0,-1-1 0 0 0,0 0-1 0 0,-1 0 1 0 0,0-1 0 0 0,1 0 0 0 0,-2-1 0 0 0,1 0 0 0 0,-1-1 0 0 0,1 0 0 0 0,-1-1 0 0 0,0 0-1 0 0,-1-1 1 0 0,1 0 0 0 0,0 0 0 0 0,-1-1 0 0 0,-18-1 0 0 0,19-2-36 0 0,1 1 1 0 0,-1-2 0 0 0,1 1-1 0 0,0-2 1 0 0,0 1 0 0 0,0-1-1 0 0,0-1 1 0 0,1 0 0 0 0,-1 0-1 0 0,1-1 1 0 0,0 0-1 0 0,1 0 1 0 0,0-1 0 0 0,0 0-1 0 0,0-1 1 0 0,1 0 0 0 0,0 0-1 0 0,1 0 1 0 0,-1-1 0 0 0,2 0-1 0 0,-1 0 1 0 0,-4-12-1 0 0,4 7-82 0 0,0 0 0 0 0,1-1 0 0 0,0 0 0 0 0,1 0 0 0 0,1 0-1 0 0,0 0 1 0 0,1-1 0 0 0,1 1 0 0 0,0-1 0 0 0,1 1 0 0 0,1-1-1 0 0,0 1 1 0 0,1-1 0 0 0,7-24 0 0 0,-2 17-393 0 0,2 0 0 0 0,0 1-1 0 0,2 0 1 0 0,0 1 0 0 0,2 0 0 0 0,25-34 0 0 0,-17 30-115 0 0,1 1 0 0 0,1 2 0 0 0,1 0 0 0 0,38-26 0 0 0,-14 16-2163 0 0,87-44 0 0 0,57-10-8346 0 0,-156 71 4785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6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1668 0 0,'0'-10'7572'0'0,"1"10"-7480"0"0,-1 0 0 0 0,0-1 0 0 0,0 1 0 0 0,0-1 1 0 0,0 1-1 0 0,1-1 0 0 0,-1 1 0 0 0,0 0 0 0 0,0-1 0 0 0,1 1 0 0 0,-1 0 0 0 0,0-1 0 0 0,1 1 0 0 0,-1 0 0 0 0,0-1 0 0 0,1 1 0 0 0,-1 0 0 0 0,1-1 1 0 0,-1 1-1 0 0,1 0 0 0 0,-1 0 0 0 0,0 0 0 0 0,1 0 0 0 0,-1-1 0 0 0,1 1 0 0 0,-1 0 0 0 0,1 0 0 0 0,-1 0 0 0 0,1 0 0 0 0,-1 0 0 0 0,1 0 0 0 0,-1 0 1 0 0,1 0-1 0 0,18 11 590 0 0,12 25-823 0 0,-30-35 230 0 0,15 20 186 0 0,-2 0 0 0 0,0 1 1 0 0,-1 1-1 0 0,-2 0 0 0 0,0 1 1 0 0,-2 0-1 0 0,0 0 0 0 0,-2 1 1 0 0,0 0-1 0 0,5 48 0 0 0,-6-22 2933 0 0,-6-48-2727 0 0,2 5 1310 0 0,3-27-1719 0 0,1 0-1 0 0,1 1 0 0 0,1 0 1 0 0,0 0-1 0 0,16-25 1 0 0,-18 34-94 0 0,1-1 1 0 0,0 1 0 0 0,0 1-1 0 0,1-1 1 0 0,0 1-1 0 0,0 1 1 0 0,1 0 0 0 0,0 0-1 0 0,0 0 1 0 0,1 1 0 0 0,12-6-1 0 0,-16 10 9 0 0,0 1-1 0 0,0-1 0 0 0,0 1 1 0 0,0 0-1 0 0,0 0 0 0 0,0 1 0 0 0,0 0 1 0 0,1 0-1 0 0,-1 0 0 0 0,0 1 1 0 0,0 0-1 0 0,0 0 0 0 0,0 1 1 0 0,10 3-1 0 0,-7 0 13 0 0,0 0 1 0 0,0 0-1 0 0,-1 1 0 0 0,0 1 0 0 0,0-1 1 0 0,0 1-1 0 0,-1 0 0 0 0,0 1 1 0 0,-1 0-1 0 0,1 0 0 0 0,-1 0 1 0 0,-1 1-1 0 0,0 0 0 0 0,0 0 1 0 0,-1 0-1 0 0,0 1 0 0 0,0-1 0 0 0,-1 1 1 0 0,0 0-1 0 0,-1 0 0 0 0,0 0 1 0 0,0 11-1 0 0,1 6 206 0 0,0-19-70 0 0,2-15-74 0 0,6-30-121 0 0,1 2 1 0 0,31-65-1 0 0,-37 88 43 0 0,1 0 1 0 0,0 1-1 0 0,1 0 1 0 0,0 0-1 0 0,0 1 1 0 0,1 0-1 0 0,1 0 1 0 0,0 1-1 0 0,0 0 0 0 0,1 1 1 0 0,17-11-1 0 0,-13 10-32 0 0,-12 7 37 0 0,0 1 0 0 0,0-1 0 0 0,0 0 0 0 0,0 1 0 0 0,0 0 0 0 0,0-1 0 0 0,0 1 0 0 0,0 0 0 0 0,1 1 0 0 0,-1-1 0 0 0,5 0 0 0 0,-4 1 6 0 0,-1 0 1 0 0,1 0-1 0 0,-1 0 0 0 0,1 0 0 0 0,0 1 1 0 0,-1-1-1 0 0,1 1 0 0 0,-1 0 0 0 0,0 0 1 0 0,1 0-1 0 0,-1 1 0 0 0,0-1 0 0 0,1 1 1 0 0,-1 0-1 0 0,0 0 0 0 0,0 0 1 0 0,-1 0-1 0 0,1 0 0 0 0,0 1 0 0 0,-1-1 1 0 0,1 1-1 0 0,-1-1 0 0 0,0 1 0 0 0,0 0 1 0 0,0 0-1 0 0,0 0 0 0 0,0 1 1 0 0,-1-1-1 0 0,0 0 0 0 0,1 0 0 0 0,0 5 1 0 0,2 8-43 0 0,-1 0 0 0 0,-1 0 1 0 0,-1 1-1 0 0,0-1 0 0 0,-2 25 1 0 0,0-25-909 0 0,1 0-1 0 0,0 0 1 0 0,1 0 0 0 0,1-1 0 0 0,7 31-1 0 0,-8-43 541 0 0,0 1 0 0 0,1-1 0 0 0,-1-1 0 0 0,1 1 0 0 0,-1 0 0 0 0,1 0 0 0 0,0 0 0 0 0,0-1 0 0 0,0 1 0 0 0,0-1 0 0 0,0 0 0 0 0,1 1 0 0 0,-1-1 0 0 0,1 0 0 0 0,-1 0 0 0 0,1-1 0 0 0,0 1 0 0 0,0-1 0 0 0,0 1 0 0 0,0-1 0 0 0,3 1 0 0 0,8 0-3111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7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1 118 2228 0 0,'55'-102'14494'0'0,"-51"94"-13251"0"0,-1 0-648 0 0,-21 101 640 0 0,-1 8-699 0 0,19-99-530 0 0,-2 9 44 0 0,0-1 1 0 0,1 1 0 0 0,1-1 0 0 0,0 1-1 0 0,0 0 1 0 0,1-1 0 0 0,0 1-1 0 0,1-1 1 0 0,3 12 0 0 0,-4-20-118 0 0,0-1 0 0 0,0 1-1 0 0,0-1 1 0 0,1 1 0 0 0,-1-1 0 0 0,0 0 0 0 0,1 0 0 0 0,-1 1 0 0 0,1-1-1 0 0,-1 0 1 0 0,1 0 0 0 0,-1 0 0 0 0,1-1 0 0 0,0 1 0 0 0,-1 0 0 0 0,4 0-1 0 0,-4 0-617 0 0,3-1-196 0 0,7-1 15 0 0,-8 0-93 0 0,0 1 1 0 0,-1-1-1 0 0,1 1 0 0 0,0-1 0 0 0,-1 0 0 0 0,1 0 0 0 0,-1 0 1 0 0,1-1-1 0 0,3-1 0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7.2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72 268 0 0,'-15'-24'6922'0'0,"-10"-22"2089"0"0,24 45-8838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3152 0 0,'8'8'7542'0'0,"-3"-1"-7109"0"0,-1 1-1 0 0,0-1 0 0 0,0 1 1 0 0,0 0-1 0 0,-1 0 0 0 0,3 11 1 0 0,11 54 287 0 0,-14-58-435 0 0,0 1 1 0 0,-2 0-1 0 0,0 0 0 0 0,0 0 0 0 0,-2 0 0 0 0,0 0 1 0 0,-1 0-1 0 0,0 0 0 0 0,-1 0 0 0 0,-1 0 0 0 0,-1-1 0 0 0,0 0 1 0 0,-10 20-1 0 0,15-34-266 0 0,0-1 1 0 0,0 0-1 0 0,0 1 1 0 0,-1-1 0 0 0,1 1-1 0 0,0-1 1 0 0,0 1-1 0 0,-1-1 1 0 0,1 0 0 0 0,0 1-1 0 0,-1-1 1 0 0,1 0-1 0 0,0 1 1 0 0,-1-1-1 0 0,1 0 1 0 0,0 0 0 0 0,-1 1-1 0 0,1-1 1 0 0,-1 0-1 0 0,1 0 1 0 0,-1 1 0 0 0,1-1-1 0 0,0 0 1 0 0,-1 0-1 0 0,1 0 1 0 0,-1 0 0 0 0,1 0-1 0 0,-1 0 1 0 0,1 0-1 0 0,-1 0 1 0 0,1 0-1 0 0,-1 0 1 0 0,1 0 0 0 0,-1 0-1 0 0,1 0 1 0 0,-1 0-1 0 0,1-1 1 0 0,0 1 0 0 0,-1 0-1 0 0,1 0 1 0 0,-1-1-1 0 0,0 0-7 0 0,0 1 0 0 0,0-1-1 0 0,1 0 1 0 0,-1 0-1 0 0,0 0 1 0 0,1 0 0 0 0,-1 0-1 0 0,1 0 1 0 0,-1 0-1 0 0,1 0 1 0 0,0 0 0 0 0,-1 0-1 0 0,1 0 1 0 0,0 0-1 0 0,0 0 1 0 0,0 0 0 0 0,0 0-1 0 0,0 0 1 0 0,0-2-1 0 0,2-11-8 0 0,0 0 0 0 0,1 1 0 0 0,1-1 0 0 0,1 1-1 0 0,-1 0 1 0 0,2 0 0 0 0,0 0 0 0 0,1 1 0 0 0,0 0-1 0 0,15-20 1 0 0,-8 15-34 0 0,0 1 0 0 0,0 0 1 0 0,1 1-1 0 0,1 1 0 0 0,1 1 0 0 0,28-19 0 0 0,-38 28 15 0 0,1 1 0 0 0,-1-1 1 0 0,1 1-1 0 0,0 1 0 0 0,0-1 0 0 0,0 1 0 0 0,1 1 0 0 0,-1 0 0 0 0,0 0 0 0 0,1 0 1 0 0,-1 1-1 0 0,0 0 0 0 0,1 1 0 0 0,-1 0 0 0 0,0 0 0 0 0,0 1 0 0 0,0 0 1 0 0,0 1-1 0 0,14 5 0 0 0,-15-5 18 0 0,-1 0 1 0 0,0 0-1 0 0,-1 1 1 0 0,1-1-1 0 0,-1 1 1 0 0,1 1-1 0 0,-1-1 1 0 0,0 1-1 0 0,-1 0 1 0 0,1 0-1 0 0,-1 0 1 0 0,0 0-1 0 0,0 1 1 0 0,-1 0-1 0 0,1 0 1 0 0,-1 0-1 0 0,-1 0 1 0 0,1 0-1 0 0,-1 1 1 0 0,0-1-1 0 0,-1 1 1 0 0,1-1-1 0 0,-1 1 1 0 0,0 12-1 0 0,-8 58-899 0 0,5-60-662 0 0,0 0 1 0 0,1 0-1 0 0,0 0 1 0 0,3 26-1 0 0,3-29-1811 0 0,1 1-1214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79 252 1632 0 0,'23'-101'14554'0'0,"-22"100"-14448"0"0,-1 0-1 0 0,1-1 0 0 0,-1 1 1 0 0,0 0-1 0 0,1 0 0 0 0,-1-1 1 0 0,0 1-1 0 0,0 0 1 0 0,1-1-1 0 0,-1 1 0 0 0,0 0 1 0 0,-1-1-1 0 0,1 1 0 0 0,0 0 1 0 0,0-2-1 0 0,-1 3-75 0 0,0 0 0 0 0,1 0 0 0 0,-1 0 0 0 0,1 0-1 0 0,-1 0 1 0 0,1 0 0 0 0,-1 1 0 0 0,1-1 0 0 0,-1 0 0 0 0,1 0-1 0 0,-1 1 1 0 0,1-1 0 0 0,-1 0 0 0 0,1 0 0 0 0,0 1 0 0 0,-1-1-1 0 0,1 0 1 0 0,-1 1 0 0 0,1-1 0 0 0,0 1 0 0 0,-1-1 0 0 0,1 1-1 0 0,-1 0 1 0 0,-25 35 193 0 0,12-10-127 0 0,2 1 1 0 0,-16 45-1 0 0,25-62-68 0 0,0 0-1 0 0,1 0 0 0 0,0 0 1 0 0,1 0-1 0 0,0 0 1 0 0,0 0-1 0 0,1 0 0 0 0,1 0 1 0 0,0 1-1 0 0,0-1 1 0 0,4 13-1 0 0,-4-20 0 0 0,0 0 0 0 0,0 0 0 0 0,0-1-1 0 0,0 1 1 0 0,1 0 0 0 0,-1-1 0 0 0,1 1 0 0 0,0-1 0 0 0,0 1-1 0 0,0-1 1 0 0,0 0 0 0 0,0 0 0 0 0,0 0 0 0 0,0 0-1 0 0,1 0 1 0 0,-1 0 0 0 0,1-1 0 0 0,3 2 0 0 0,-1-1 38 0 0,-1 0-1 0 0,1-1 1 0 0,0 0 0 0 0,0 0 0 0 0,0 0-1 0 0,0-1 1 0 0,-1 0 0 0 0,1 0 0 0 0,0 0 0 0 0,8-1-1 0 0,-3-1 59 0 0,1 0-1 0 0,-1-1 0 0 0,0 0 1 0 0,0-1-1 0 0,0 0 0 0 0,0-1 1 0 0,-1 0-1 0 0,0 0 0 0 0,17-13 1 0 0,-14 8-53 0 0,-1-2 1 0 0,0 0 0 0 0,-1 0 0 0 0,0-1-1 0 0,-1 0 1 0 0,-1-1 0 0 0,0 0 0 0 0,0 0 0 0 0,-2-1-1 0 0,0 1 1 0 0,8-28 0 0 0,-12 34-68 0 0,0-1 0 0 0,0 1 0 0 0,-1-1 0 0 0,0 0 1 0 0,-1 0-1 0 0,0 1 0 0 0,0-1 0 0 0,0 0 0 0 0,-1 0 0 0 0,-1 1 0 0 0,0-1 1 0 0,0 1-1 0 0,0-1 0 0 0,-1 1 0 0 0,0 0 0 0 0,-1 0 0 0 0,0 0 0 0 0,0 0 1 0 0,-1 1-1 0 0,0 0 0 0 0,0 0 0 0 0,-12-13 0 0 0,11 15-7 0 0,-1 0 0 0 0,0 1 0 0 0,1 0 1 0 0,-1 0-1 0 0,-1 0 0 0 0,1 1 0 0 0,-1 0 0 0 0,1 0 0 0 0,-1 1 0 0 0,0 0 0 0 0,0 0 1 0 0,0 1-1 0 0,-13-1 0 0 0,14 2-99 0 0,1 0 0 0 0,-1 0 0 0 0,0 0 0 0 0,1 1 1 0 0,-1 0-1 0 0,1 0 0 0 0,-1 1 0 0 0,1 0 0 0 0,-1 0 0 0 0,1 0 0 0 0,0 1 1 0 0,0 0-1 0 0,0 0 0 0 0,0 0 0 0 0,1 1 0 0 0,-9 7 0 0 0,13-11 81 0 0,0 1-1 0 0,1 0 0 0 0,-1-1 0 0 0,0 1 1 0 0,1 0-1 0 0,-1 0 0 0 0,0 0 1 0 0,1-1-1 0 0,-1 1 0 0 0,1 0 1 0 0,-1 0-1 0 0,1 0 0 0 0,0 0 1 0 0,-1 0-1 0 0,1 0 0 0 0,0 0 0 0 0,0 0 1 0 0,0 0-1 0 0,0 0 0 0 0,0 0 1 0 0,0 0-1 0 0,0 0 0 0 0,0 0 1 0 0,0 0-1 0 0,0 0 0 0 0,0 0 0 0 0,1 0 1 0 0,-1 0-1 0 0,0 0 0 0 0,1 0 1 0 0,-1 0-1 0 0,1 0 0 0 0,-1 0 1 0 0,1 0-1 0 0,-1 0 0 0 0,1-1 0 0 0,0 1 1 0 0,-1 0-1 0 0,1 0 0 0 0,0-1 1 0 0,0 1-1 0 0,-1 0 0 0 0,1-1 1 0 0,2 2-1 0 0,2 1-70 0 0,1 1 0 0 0,0-1 1 0 0,0 0-1 0 0,0-1 0 0 0,8 3 0 0 0,-2-2 15 0 0,1 0 0 0 0,0-1 1 0 0,0 0-1 0 0,0-1 0 0 0,-1 0 0 0 0,17-2 0 0 0,80-13-104 0 0,-36 4 94 0 0,-30 4 65 0 0,-24 3-21 0 0,0 1 0 0 0,1 0-1 0 0,-1 2 1 0 0,21 1 0 0 0,-34 0 59 0 0,0 0-1 0 0,0 0 1 0 0,0 1 0 0 0,-1 0 0 0 0,1 0-1 0 0,0 0 1 0 0,-1 1 0 0 0,1-1 0 0 0,-1 2 0 0 0,0-1-1 0 0,0 0 1 0 0,0 1 0 0 0,0 0 0 0 0,-1 0-1 0 0,1 0 1 0 0,-1 1 0 0 0,4 5 0 0 0,-3-3 46 0 0,-1 0 0 0 0,0 0 0 0 0,0 0 0 0 0,0 0 0 0 0,-1 0 0 0 0,0 1 0 0 0,-1 0 1 0 0,0-1-1 0 0,0 1 0 0 0,-1 0 0 0 0,0 0 0 0 0,0 0 0 0 0,0 12 0 0 0,-2-7 203 0 0,-1 0-1 0 0,1 0 1 0 0,-2 0-1 0 0,0-1 1 0 0,-1 1-1 0 0,0-1 1 0 0,-8 18-1 0 0,-18 29 5262 0 0,29-61-5487 0 0,1 0-1 0 0,0 1 1 0 0,0-1 0 0 0,0 0-1 0 0,0 0 1 0 0,0 0 0 0 0,0 0-1 0 0,1 0 1 0 0,-1 0 0 0 0,2-3 0 0 0,9-14-210 0 0,1-1-1 0 0,1 2 1 0 0,0 0 0 0 0,32-32 0 0 0,-9 14-2398 0 0,63-51-1 0 0,-49 52-2096 0 0,3 3-3499 0 0,-37 24 1880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09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70 317 64 0 0,'3'-8'2695'0'0,"0"0"-1"0"0,1 1 1 0 0,0-1 0 0 0,9-13 649 0 0,-13 14-2180 0 0,-2 13-380 0 0,-4 9-686 0 0,-9 13 35 0 0,-35 80 69 0 0,45-94-183 0 0,1-1 0 0 0,0 1 0 0 0,1 0-1 0 0,0 0 1 0 0,1 0 0 0 0,0 18 0 0 0,2-29-8 0 0,0-1 0 0 0,0 0 1 0 0,0 1-1 0 0,0-1 0 0 0,1 0 1 0 0,-1 0-1 0 0,1 1 0 0 0,0-1 0 0 0,-1 0 1 0 0,1 0-1 0 0,0 0 0 0 0,0 0 1 0 0,1 0-1 0 0,-1 0 0 0 0,0 0 1 0 0,1 0-1 0 0,-1-1 0 0 0,1 1 1 0 0,1 1-1 0 0,0-1 3 0 0,0 0 0 0 0,0 0 0 0 0,1 0 0 0 0,-1 0 1 0 0,0-1-1 0 0,1 0 0 0 0,-1 0 0 0 0,1 0 0 0 0,0 0 0 0 0,6 1 0 0 0,4-1 11 0 0,0-1-1 0 0,0 0 1 0 0,0-1-1 0 0,0-1 1 0 0,14-3-1 0 0,-14 1-6 0 0,1 0 0 0 0,-1-1-1 0 0,0 0 1 0 0,0-1 0 0 0,0-1-1 0 0,-1 0 1 0 0,0-1 0 0 0,0 0-1 0 0,-1-1 1 0 0,0-1 0 0 0,-1 0-1 0 0,0 0 1 0 0,0-1 0 0 0,16-22-1 0 0,-19 22-7 0 0,-1 0-1 0 0,0-1 0 0 0,-1 1 0 0 0,0-1 0 0 0,-1 0 0 0 0,0-1 0 0 0,-1 0 1 0 0,0 1-1 0 0,-1-1 0 0 0,0 0 0 0 0,-1-1 0 0 0,-1 1 0 0 0,0 0 1 0 0,-1-1-1 0 0,0 1 0 0 0,-1 0 0 0 0,-3-16 0 0 0,3 25-13 0 0,1 0 0 0 0,-1 0 0 0 0,0 0-1 0 0,-1 0 1 0 0,1 0 0 0 0,-1 0 0 0 0,0 0-1 0 0,0 0 1 0 0,0 0 0 0 0,0 1 0 0 0,0-1 0 0 0,-1 1-1 0 0,0 0 1 0 0,0-1 0 0 0,0 1 0 0 0,0 0-1 0 0,0 1 1 0 0,-1-1 0 0 0,1 1 0 0 0,-1-1-1 0 0,1 1 1 0 0,-1 0 0 0 0,0 0 0 0 0,0 1 0 0 0,0-1-1 0 0,0 1 1 0 0,0 0 0 0 0,0 0 0 0 0,-1 0-1 0 0,1 1 1 0 0,0-1 0 0 0,0 1 0 0 0,-1 0 0 0 0,1 0-1 0 0,0 1 1 0 0,0-1 0 0 0,-1 1 0 0 0,1 0-1 0 0,0 0 1 0 0,-6 3 0 0 0,1-1-9 0 0,0 0 0 0 0,1 1 0 0 0,-1 0-1 0 0,1 1 1 0 0,0 0 0 0 0,0 0 0 0 0,0 1 0 0 0,1 0 0 0 0,0 0 0 0 0,0 1 0 0 0,1 0 0 0 0,0 0-1 0 0,-9 13 1 0 0,13-16 14 0 0,-1 0-1 0 0,1 0 0 0 0,0 1 1 0 0,0-1-1 0 0,0 1 0 0 0,0 0 1 0 0,1-1-1 0 0,0 1 0 0 0,0 0 1 0 0,0 0-1 0 0,1 0 0 0 0,-1 0 1 0 0,1 0-1 0 0,0 0 0 0 0,1 0 1 0 0,-1 0-1 0 0,1-1 0 0 0,0 1 1 0 0,0 0-1 0 0,1 0 0 0 0,0-1 1 0 0,-1 1-1 0 0,1 0 1 0 0,1-1-1 0 0,-1 0 0 0 0,1 0 1 0 0,3 6-1 0 0,2-2 7 0 0,0 1 1 0 0,0-1-1 0 0,1 0 0 0 0,0-1 1 0 0,0 0-1 0 0,1 0 0 0 0,0-1 0 0 0,0 0 1 0 0,0-1-1 0 0,12 4 0 0 0,4 0 18 0 0,0 0-1 0 0,0-2 1 0 0,33 5-1 0 0,-37-9-8 0 0,0-1 1 0 0,0 0 0 0 0,1-2-1 0 0,-1 0 1 0 0,1-2-1 0 0,-1 0 1 0 0,0-2-1 0 0,0 0 1 0 0,33-11-1 0 0,-37 8-4 0 0,0-1 1 0 0,0 0-1 0 0,-1-2 0 0 0,0 0 0 0 0,-1 0 0 0 0,0-2 0 0 0,-1 0 1 0 0,0-1-1 0 0,-1 0 0 0 0,0-1 0 0 0,14-20 0 0 0,-7 3 343 0 0,-1 0 0 0 0,-2-2 0 0 0,18-44 0 0 0,10-18 1638 0 0,-36 70-1787 0 0,-10 23-170 0 0,0 4-8 0 0,-90 325 309 0 0,-46 156 1258 0 0,-90 350 1104 0 0,225-827-2680 0 0,-10 43 269 0 0,2 0 0 0 0,2 1-1 0 0,-1 87 1 0 0,8-134-250 0 0,1 0 1 0 0,-1 0-1 0 0,0-1 0 0 0,1 1 1 0 0,0 0-1 0 0,-1-1 1 0 0,1 1-1 0 0,0 0 0 0 0,0-1 1 0 0,0 1-1 0 0,1-1 1 0 0,-1 0-1 0 0,1 1 0 0 0,-1-1 1 0 0,1 0-1 0 0,0 0 1 0 0,0 0-1 0 0,0 0 0 0 0,2 2 1 0 0,-1-2-6 0 0,1 0 0 0 0,0 0 0 0 0,0-1 1 0 0,-1 1-1 0 0,1-1 0 0 0,0 1 0 0 0,0-1 0 0 0,0 0 1 0 0,0-1-1 0 0,0 1 0 0 0,7-1 0 0 0,0 0-10 0 0,0 0 0 0 0,0-2 0 0 0,0 1-1 0 0,-1-1 1 0 0,1-1 0 0 0,-1 0 0 0 0,1 0-1 0 0,-1-1 1 0 0,10-5 0 0 0,-9 3-22 0 0,1-1-1 0 0,-1 0 1 0 0,-1 0-1 0 0,0-1 1 0 0,0-1-1 0 0,0 0 1 0 0,-1 0-1 0 0,0-1 1 0 0,-1 0-1 0 0,0 0 1 0 0,-1-1 0 0 0,0 0-1 0 0,-1 0 1 0 0,0-1-1 0 0,0 1 1 0 0,-2-1-1 0 0,1-1 1 0 0,-1 1-1 0 0,-1-1 1 0 0,0 1 0 0 0,-1-1-1 0 0,-1 0 1 0 0,0 0-1 0 0,0 0 1 0 0,-1 0-1 0 0,-1 0 1 0 0,0 0-1 0 0,-5-18 1 0 0,2 13-43 0 0,-2 0 0 0 0,-1 1-1 0 0,0 0 1 0 0,-1 0 0 0 0,0 1 0 0 0,-13-18 0 0 0,3 11-19 0 0,0 0 0 0 0,-1 0 0 0 0,-28-23 0 0 0,-15-7-102 0 0,-124-78 0 0 0,174 123 152 0 0,-26-16-84 0 0,22 15-533 0 0,0 0 0 0 0,0-2-1 0 0,1 0 1 0 0,1-1-1 0 0,0 0 1 0 0,-19-22 0 0 0,32 33 396 0 0,0-1-1 0 0,0 0 1 0 0,1 1 0 0 0,-1-1 0 0 0,0 0 0 0 0,1 0 0 0 0,-1 0-1 0 0,1 1 1 0 0,0-1 0 0 0,-1 0 0 0 0,1 0 0 0 0,0 0 0 0 0,0 0-1 0 0,0 0 1 0 0,1 1 0 0 0,-1-1 0 0 0,0 0 0 0 0,1 0-1 0 0,-1 0 1 0 0,1 0 0 0 0,-1 1 0 0 0,1-1 0 0 0,0 0 0 0 0,0 1-1 0 0,0-1 1 0 0,0 0 0 0 0,0 1 0 0 0,0-1 0 0 0,0 1 0 0 0,1 0-1 0 0,-1-1 1 0 0,3-1 0 0 0,5-5-1635 0 0,1-1 0 0 0,0 1 0 0 0,18-10-1 0 0,-20 12 282 0 0,15-7-2618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0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1 597 104 0 0,'0'14'4746'0'0,"0"25"2549"0"0,5-2-5452 0 0,-4-32-1782 0 0,0 0 0 0 0,1 0-1 0 0,0 0 1 0 0,0 0 0 0 0,1 0 0 0 0,-1 0 0 0 0,1-1-1 0 0,0 1 1 0 0,0-1 0 0 0,0 0 0 0 0,1 0-1 0 0,6 6 1 0 0,-5-6 62 0 0,1 0 0 0 0,0-1 0 0 0,0 0 0 0 0,0 1 0 0 0,1-2 0 0 0,-1 1-1 0 0,1-1 1 0 0,-1 0 0 0 0,1 0 0 0 0,0-1 0 0 0,0 0 0 0 0,0 0 0 0 0,0-1 0 0 0,0 0 0 0 0,0 0 0 0 0,12-2 0 0 0,1-1-9 0 0,-1 0 0 0 0,1-2 0 0 0,-1 0 0 0 0,31-13 0 0 0,-31 9 1 0 0,0 0-1 0 0,0-2 1 0 0,-1 0-1 0 0,0-1 1 0 0,-1-1-1 0 0,0 0 1 0 0,17-20-1 0 0,-12 10-13 0 0,-2-1 0 0 0,-1-2-1 0 0,-1 0 1 0 0,19-34 0 0 0,2-21 502 0 0,-4-3 0 0 0,36-122 0 0 0,-68 197-517 0 0,8-23 189 0 0,8-33-152 0 0,-18 63-152 0 0,-5 13 19 0 0,-31 86 14 0 0,-113 358 323 0 0,139-417-238 0 0,-5 48-1 0 0,12-75-256 0 0,1 0 0 0 0,1 1 1 0 0,0-1-1 0 0,1 0 0 0 0,0 1 0 0 0,0-1 1 0 0,1 0-1 0 0,1 0 0 0 0,4 11 1 0 0,-6-18-123 0 0,1-1 0 0 0,-1 0 0 0 0,1 1 0 0 0,0-1 0 0 0,0 0 0 0 0,1 0 0 0 0,-1 0 0 0 0,0-1 0 0 0,1 1 0 0 0,0-1 0 0 0,0 1 0 0 0,4 2 0 0 0,-4-3-527 0 0,0-1-1 0 0,0 1 0 0 0,1-1 0 0 0,-1 1 1 0 0,0-1-1 0 0,1 0 0 0 0,-1-1 0 0 0,5 2 0 0 0,9-2-5591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1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149 202 2928 0 0,'-40'-16'5668'0'0,"-63"-19"0"0"0,100 34-5391 0 0,3 1-264 0 0,0 0 0 0 0,0 0 0 0 0,-1 0 0 0 0,1 1 0 0 0,0-1 0 0 0,0 0-1 0 0,0 0 1 0 0,0 0 0 0 0,-1 0 0 0 0,1 0 0 0 0,0 1 0 0 0,0-1 0 0 0,0 0-1 0 0,0 0 1 0 0,0 0 0 0 0,0 1 0 0 0,0-1 0 0 0,0 0 0 0 0,-1 0 0 0 0,1 0-1 0 0,0 1 1 0 0,0-1 0 0 0,0 0 0 0 0,0 0 0 0 0,0 0 0 0 0,0 1 0 0 0,0-1-1 0 0,0 0 1 0 0,0 0 0 0 0,0 0 0 0 0,1 1 0 0 0,-1-1 0 0 0,0 0 0 0 0,0 0-1 0 0,0 0 1 0 0,0 1 0 0 0,0-1 0 0 0,0 0 0 0 0,0 0 0 0 0,0 0 0 0 0,1 1 0 0 0,-1-1-1 0 0,0 0 1 0 0,0 0 0 0 0,0 0 0 0 0,0 0 0 0 0,0 0 0 0 0,1 0 0 0 0,-1 1-1 0 0,0-1 1 0 0,0 0 0 0 0,0 0 0 0 0,1 0 0 0 0,-1 0 0 0 0,0 0 0 0 0,0 0-1 0 0,0 0 1 0 0,1 0 0 0 0,23 12 260 0 0,31 4-109 0 0,26 1-2 0 0,101 6-1 0 0,-142-20-117 0 0,0-2-1 0 0,1-2 0 0 0,-1-2 0 0 0,65-12 0 0 0,-89 11-33 0 0,0-1-1 0 0,0-1 0 0 0,-1 0 1 0 0,0-1-1 0 0,0 0 0 0 0,0-1 1 0 0,-1-1-1 0 0,15-12 0 0 0,-9 5-45 0 0,0-2 0 0 0,-2-1 0 0 0,0 0 0 0 0,22-32-1 0 0,-39 50 19 0 0,0 0-1 0 0,-1 0 1 0 0,1-1-1 0 0,0 1 1 0 0,0 0-1 0 0,0 0 0 0 0,0 0 1 0 0,0 0-1 0 0,0 0 1 0 0,0 0-1 0 0,1 1 0 0 0,-1-1 1 0 0,0 0-1 0 0,0 0 1 0 0,3 0-1 0 0,0 6-114 0 0,-4 12 115 0 0,-7 22 31 0 0,-2 0-1 0 0,-18 52 0 0 0,4-19 117 0 0,-121 369 626 0 0,114-348-123 0 0,30-91-476 0 0,1 1 9 0 0,-1-3-161 0 0,0 1 0 0 0,0-1 0 0 0,0 0 0 0 0,0 0 0 0 0,0 0 0 0 0,0 0 1 0 0,0 1-1 0 0,0-1 0 0 0,0 0 0 0 0,0 0 0 0 0,0 0 0 0 0,0 0 0 0 0,0 1 0 0 0,0-1 0 0 0,0 0 0 0 0,0 0 0 0 0,0 0 0 0 0,0 0 0 0 0,1 1 0 0 0,-1-1 0 0 0,0 0 0 0 0,0 0 0 0 0,0 0 0 0 0,0 0 0 0 0,0 0 0 0 0,0 0 0 0 0,1 1 0 0 0,-1-1 0 0 0,0 0 1 0 0,0 0-1 0 0,0 0 0 0 0,0 0 0 0 0,1 0 0 0 0,-1 0 0 0 0,0 0 0 0 0,0 0 0 0 0,0 0 0 0 0,0 0 0 0 0,1 0 0 0 0,15-6 43 0 0,0-2 0 0 0,0 1 0 0 0,-1-2 0 0 0,0 0 0 0 0,20-17 0 0 0,18-10-36 0 0,-25 19-80 0 0,2 1-1 0 0,0 2 1 0 0,63-22-1 0 0,-90 36 66 0 0,-1-1 0 0 0,1 0 0 0 0,0 1 0 0 0,0-1 0 0 0,-1 1 0 0 0,1 0 0 0 0,0 0 0 0 0,0 0 0 0 0,0 0 0 0 0,-1 0 0 0 0,1 0 0 0 0,0 1 0 0 0,0 0 0 0 0,0-1 0 0 0,-1 1-1 0 0,1 0 1 0 0,-1 1 0 0 0,1-1 0 0 0,-1 0 0 0 0,1 1 0 0 0,-1-1 0 0 0,0 1 0 0 0,1 0 0 0 0,-1-1 0 0 0,0 1 0 0 0,0 0 0 0 0,0 1 0 0 0,-1-1 0 0 0,1 0 0 0 0,0 0 0 0 0,-1 1 0 0 0,1-1 0 0 0,-1 1 0 0 0,0-1-1 0 0,0 1 1 0 0,1 3 0 0 0,3 9 15 0 0,-2 0 0 0 0,1-1 0 0 0,-2 1-1 0 0,0 1 1 0 0,0 15 0 0 0,-1 3 19 0 0,-2-22-1 0 0,1-1 0 0 0,1 1-1 0 0,0-1 1 0 0,4 17-1 0 0,-5-25-17 0 0,1 0-1 0 0,0-1 1 0 0,0 1-1 0 0,1 0 0 0 0,-1 0 1 0 0,1-1-1 0 0,-1 1 1 0 0,1-1-1 0 0,0 1 1 0 0,0-1-1 0 0,0 0 0 0 0,0 0 1 0 0,0 0-1 0 0,0 0 1 0 0,1 0-1 0 0,-1 0 1 0 0,1 0-1 0 0,-1-1 0 0 0,1 1 1 0 0,0-1-1 0 0,4 2 1 0 0,4 0 11 0 0,0 0 1 0 0,1 0 0 0 0,-1-2 0 0 0,0 1 0 0 0,1-1 0 0 0,-1-1-1 0 0,1 0 1 0 0,-1 0 0 0 0,1-1 0 0 0,13-3 0 0 0,-10 0-28 0 0,-1 0 1 0 0,1-1-1 0 0,-1-1 1 0 0,0 0-1 0 0,0-1 1 0 0,-1 0 0 0 0,14-10-1 0 0,-7 2 135 0 0,-1-1 0 0 0,0-1 1 0 0,-1 0-1 0 0,-1-1 0 0 0,-1-1 0 0 0,0-1 0 0 0,-1-1 0 0 0,-2 0 0 0 0,14-26 0 0 0,-24 41-35 0 0,0 0-1 0 0,-1 0 0 0 0,0 0 0 0 0,0 0 1 0 0,0 0-1 0 0,-1 0 0 0 0,0 0 0 0 0,1-12 1 0 0,-2 17-93 0 0,0 1 1 0 0,0-1 0 0 0,0 1-1 0 0,0-1 1 0 0,0 0 0 0 0,0 1 0 0 0,0-1-1 0 0,0 1 1 0 0,-1-1 0 0 0,1 0 0 0 0,0 1-1 0 0,0-1 1 0 0,0 1 0 0 0,-1-1 0 0 0,1 1-1 0 0,0-1 1 0 0,-1 0 0 0 0,1 1-1 0 0,-1 0 1 0 0,1-1 0 0 0,0 1 0 0 0,-1-1-1 0 0,1 1 1 0 0,-1-1 0 0 0,1 1 0 0 0,-1 0-1 0 0,0-1 1 0 0,1 1 0 0 0,-1 0 0 0 0,1 0-1 0 0,-1-1 1 0 0,1 1 0 0 0,-1 0 0 0 0,0 0-1 0 0,1 0 1 0 0,-1 0 0 0 0,0 0-1 0 0,1 0 1 0 0,-1 0 0 0 0,-1 0 0 0 0,-22 6 19 0 0,23-6-18 0 0,-12 6 3 0 0,1 0 0 0 0,0 0 0 0 0,0 1-1 0 0,1 0 1 0 0,0 1 0 0 0,0 0 0 0 0,-10 11 0 0 0,5-3 18 0 0,1 1-1 0 0,1 0 1 0 0,-18 26 0 0 0,23-30 13 0 0,1 1 0 0 0,1 0-1 0 0,0 0 1 0 0,1 1 0 0 0,-6 19-1 0 0,11-29-13 0 0,0 0 0 0 0,0 0 0 0 0,1 0 0 0 0,-1 0 0 0 0,1-1 0 0 0,0 1 0 0 0,0 0 0 0 0,1 0 0 0 0,1 7 0 0 0,-1-10-6 0 0,0 1-1 0 0,0 0 1 0 0,0 0 0 0 0,0-1-1 0 0,0 1 1 0 0,1-1 0 0 0,0 1-1 0 0,-1-1 1 0 0,1 0 0 0 0,0 1-1 0 0,0-1 1 0 0,0 0 0 0 0,0 0-1 0 0,1 0 1 0 0,-1-1 0 0 0,5 4-1 0 0,7 1-92 0 0,-1 0-1 0 0,0-1 1 0 0,1 0-1 0 0,0-2 1 0 0,0 1 0 0 0,1-1-1 0 0,-1-1 1 0 0,16 0-1 0 0,47-2-3145 0 0,-5-8-4755 0 0,-43 3 733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7.2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0 129 536 0 0,'21'-45'7116'0'0,"-16"36"-6274"0"0,0 1 0 0 0,0 0 0 0 0,9-10 0 0 0,-11 14-634 0 0,1 1 0 0 0,-1-1 0 0 0,1 1 0 0 0,0 0 0 0 0,-1 0 0 0 0,2 0 0 0 0,-1 1 0 0 0,0-1 0 0 0,0 1 0 0 0,1 0 0 0 0,-1 0 0 0 0,1 1 0 0 0,0-1 0 0 0,-1 1 0 0 0,1 0 0 0 0,0 0 0 0 0,0 1-1 0 0,0-1 1 0 0,8 1 0 0 0,-8 1-63 0 0,1-1 0 0 0,0 1 0 0 0,-1 0-1 0 0,1 0 1 0 0,-1 1 0 0 0,0 0 0 0 0,0 0-1 0 0,1 0 1 0 0,-1 0 0 0 0,0 1 0 0 0,-1 0-1 0 0,1 0 1 0 0,0 0 0 0 0,-1 1 0 0 0,5 4-1 0 0,-4-2 25 0 0,0 0 0 0 0,0 0 0 0 0,0 1 0 0 0,-1 0 0 0 0,0 0 0 0 0,0 0 0 0 0,-1 1-1 0 0,0-1 1 0 0,4 14 0 0 0,-4-5-57 0 0,0 0 0 0 0,0 0 0 0 0,-2 1 0 0 0,0-1 0 0 0,-1 0 0 0 0,0 1 0 0 0,-2-1-1 0 0,0 0 1 0 0,-1 0 0 0 0,-5 20 0 0 0,2-15-46 0 0,-1 0 0 0 0,-1-1 1 0 0,0 0-1 0 0,-2 0 0 0 0,-19 29 0 0 0,18-37 95 0 0,10-11-157 0 0,1-1 1 0 0,-1 0-1 0 0,1 0 1 0 0,-1 0-1 0 0,1 1 0 0 0,-1-1 1 0 0,1 0-1 0 0,-1 0 1 0 0,1 0-1 0 0,-1 0 0 0 0,0 0 1 0 0,1 0-1 0 0,-1 0 1 0 0,1 0-1 0 0,-1 0 0 0 0,1 0 1 0 0,-1 0-1 0 0,1-1 1 0 0,-1 1-1 0 0,1 0 0 0 0,-1 0 1 0 0,1 0-1 0 0,-1-1 1 0 0,0 0-5 0 0,1 0 1 0 0,0 1 0 0 0,-1-1-1 0 0,1 0 1 0 0,0 0 0 0 0,0 0 0 0 0,0 1-1 0 0,-1-1 1 0 0,1 0 0 0 0,0 0-1 0 0,0 0 1 0 0,0 0 0 0 0,0 1-1 0 0,1-1 1 0 0,-1 0 0 0 0,0 0 0 0 0,0 0-1 0 0,1-1 1 0 0,-1 1 0 0 0,5-26-16 0 0,1 0-1 0 0,2 0 0 0 0,0 1 0 0 0,2 0 1 0 0,0 0-1 0 0,2 1 0 0 0,27-42 0 0 0,-28 50 10 0 0,0 1 1 0 0,1 1-1 0 0,0 0 0 0 0,1 1 0 0 0,21-18 0 0 0,-28 27-3 0 0,0 0-1 0 0,0 0 0 0 0,1 1 0 0 0,-1 0 0 0 0,1 0 0 0 0,0 1 1 0 0,0 0-1 0 0,1 0 0 0 0,-1 0 0 0 0,1 1 0 0 0,-1 0 0 0 0,1 1 1 0 0,0 0-1 0 0,-1 0 0 0 0,1 0 0 0 0,10 2 0 0 0,-13-1 12 0 0,0 1-1 0 0,-1 0 1 0 0,1 0-1 0 0,0 1 1 0 0,-1-1-1 0 0,1 1 0 0 0,-1 0 1 0 0,1 1-1 0 0,-1-1 1 0 0,0 1-1 0 0,0-1 1 0 0,0 1-1 0 0,4 4 1 0 0,-2-1 14 0 0,-1 1 0 0 0,1-1 0 0 0,-1 1 0 0 0,-1-1 0 0 0,0 1 1 0 0,0 1-1 0 0,5 9 0 0 0,-3-1 22 0 0,-1 1-1 0 0,0-1 1 0 0,-1 1 0 0 0,-1 0-1 0 0,0 0 1 0 0,0 32 0 0 0,-4-35 17 0 0,-1 0 0 0 0,0 0 0 0 0,-1 0 1 0 0,0 0-1 0 0,-11 26 0 0 0,14-40-47 0 0,0 1-1 0 0,0-1 1 0 0,-1 0-1 0 0,1 1 1 0 0,0-1 0 0 0,0 1-1 0 0,0-1 1 0 0,-1 0-1 0 0,1 1 1 0 0,0-1 0 0 0,0 0-1 0 0,-1 1 1 0 0,1-1-1 0 0,0 0 1 0 0,-1 1 0 0 0,1-1-1 0 0,0 0 1 0 0,-1 0 0 0 0,1 0-1 0 0,0 1 1 0 0,-1-1-1 0 0,1 0 1 0 0,0 0 0 0 0,-1 0-1 0 0,1 0 1 0 0,-1 1-1 0 0,1-1 1 0 0,-1 0 0 0 0,0-1-9 0 0,1 1 1 0 0,-1 0 0 0 0,1-1 0 0 0,-1 1 0 0 0,1-1-1 0 0,-1 1 1 0 0,1-1 0 0 0,0 1 0 0 0,-1-1-1 0 0,1 0 1 0 0,0 1 0 0 0,-1-1 0 0 0,1 1 0 0 0,0-1-1 0 0,0 0 1 0 0,0 1 0 0 0,-1-1 0 0 0,1 0 0 0 0,0 1-1 0 0,0-1 1 0 0,0 0 0 0 0,0 1 0 0 0,0-1-1 0 0,0 1 1 0 0,0-1 0 0 0,0 0 0 0 0,0 1 0 0 0,1-1-1 0 0,-1 0 1 0 0,0 1 0 0 0,0-1 0 0 0,1 0-1 0 0,-1 1 1 0 0,1-1 0 0 0,-1 0 0 0 0,5-22-10 0 0,1 0 1 0 0,1 1-1 0 0,0-1 1 0 0,2 2-1 0 0,22-40 1 0 0,-22 45-5 0 0,1 0 0 0 0,1 1 1 0 0,1 0-1 0 0,0 1 0 0 0,0 0 0 0 0,2 1 1 0 0,28-22-1 0 0,-35 31 12 0 0,-1 0-1 0 0,1 0 1 0 0,0 0-1 0 0,0 1 1 0 0,1 0 0 0 0,-1 1-1 0 0,1 0 1 0 0,0 0-1 0 0,-1 0 1 0 0,1 1 0 0 0,8 0-1 0 0,-14 1 37 0 0,0 0 1 0 0,0 0-1 0 0,0 1 0 0 0,0-1 0 0 0,0 1 0 0 0,0-1 0 0 0,0 1 1 0 0,0 0-1 0 0,0 0 0 0 0,-1 0 0 0 0,1 0 0 0 0,0 0 0 0 0,-1 0 0 0 0,1 0 1 0 0,0 1-1 0 0,-1-1 0 0 0,1 1 0 0 0,-1-1 0 0 0,0 1 0 0 0,1-1 1 0 0,-1 1-1 0 0,1 3 0 0 0,1 0 108 0 0,0 1 0 0 0,-1 0 0 0 0,1-1 0 0 0,-2 1 0 0 0,3 9 0 0 0,-2 3-2 0 0,-1-1-1 0 0,-1 1 0 0 0,0-1 1 0 0,-1 0-1 0 0,-1 1 0 0 0,-1-1 1 0 0,-1 0-1 0 0,-5 17 0 0 0,2-5-1155 0 0,-5 46-1 0 0,12-73 766 0 0,0 1-1 0 0,0 0 1 0 0,0-1 0 0 0,0 1 0 0 0,1 0-1 0 0,-1-1 1 0 0,1 1 0 0 0,0 0-1 0 0,0-1 1 0 0,0 1 0 0 0,0-1-1 0 0,0 0 1 0 0,0 1 0 0 0,1-1-1 0 0,-1 0 1 0 0,1 0 0 0 0,-1 0 0 0 0,1 0-1 0 0,0 0 1 0 0,0 0 0 0 0,0 0-1 0 0,0 0 1 0 0,3 1 0 0 0,-2-1-571 0 0,1 0 0 0 0,0 0 1 0 0,-1 0-1 0 0,1-1 0 0 0,0 1 0 0 0,0-1 1 0 0,0 0-1 0 0,0 0 0 0 0,4 0 0 0 0,9-1-4911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292 814 224 0 0,'10'-14'1853'0'0,"0"0"1"0"0,-1-1-1 0 0,-1 0 0 0 0,0 0 0 0 0,-1-1 1 0 0,-1 0-1 0 0,0 0 0 0 0,4-23 1 0 0,-10 38-1789 0 0,1 0 1 0 0,-1 0 0 0 0,0 0 0 0 0,0 0-1 0 0,0 0 1 0 0,0 0 0 0 0,0 0 0 0 0,0-1 0 0 0,0 1-1 0 0,0 0 1 0 0,0 0 0 0 0,0 0 0 0 0,0 0 0 0 0,-1 0-1 0 0,1 0 1 0 0,-1 0 0 0 0,1 0 0 0 0,-1 0 0 0 0,1 0-1 0 0,-1 0 1 0 0,1 0 0 0 0,-1 0 0 0 0,0 0-1 0 0,1 0 1 0 0,-1 1 0 0 0,0-1 0 0 0,0 0 0 0 0,0 0-1 0 0,0 1 1 0 0,1-1 0 0 0,-1 1 0 0 0,0-1 0 0 0,0 1-1 0 0,0-1 1 0 0,-3 0 0 0 0,2 0-13 0 0,-1 1-1 0 0,0 0 1 0 0,0-1 0 0 0,0 1 0 0 0,0 0-1 0 0,0 0 1 0 0,0 0 0 0 0,1 1-1 0 0,-1-1 1 0 0,0 1 0 0 0,0 0-1 0 0,-4 1 1 0 0,-17 10 26 0 0,1 0-1 0 0,1 1 0 0 0,0 2 1 0 0,1 0-1 0 0,0 1 1 0 0,1 1-1 0 0,1 1 1 0 0,1 1-1 0 0,1 0 1 0 0,0 2-1 0 0,1 0 0 0 0,2 0 1 0 0,-21 40-1 0 0,32-55-76 0 0,1 0 0 0 0,-1 0-1 0 0,1 0 1 0 0,0 1-1 0 0,1-1 1 0 0,-1 0 0 0 0,1 1-1 0 0,0-1 1 0 0,1 1 0 0 0,0 12-1 0 0,1-16-3 0 0,-1 0 0 0 0,1 0 0 0 0,0 0 0 0 0,0 0 0 0 0,0-1 0 0 0,0 1-1 0 0,0 0 1 0 0,1-1 0 0 0,-1 1 0 0 0,1 0 0 0 0,0-1 0 0 0,0 0 0 0 0,0 1 0 0 0,0-1 0 0 0,0 0 0 0 0,0 0-1 0 0,1 0 1 0 0,-1 0 0 0 0,1-1 0 0 0,-1 1 0 0 0,1-1 0 0 0,0 1 0 0 0,-1-1 0 0 0,1 0 0 0 0,4 1 0 0 0,-3 0-19 0 0,0-1 1 0 0,1 0-1 0 0,-1 0 1 0 0,0-1-1 0 0,1 1 1 0 0,-1-1 0 0 0,1 0-1 0 0,-1 0 1 0 0,1 0-1 0 0,-1-1 1 0 0,0 0-1 0 0,1 0 1 0 0,-1 0 0 0 0,8-3-1 0 0,-5 1-6 0 0,-1 0 0 0 0,0-1 1 0 0,0 0-1 0 0,-1 0 0 0 0,1 0 0 0 0,-1-1 0 0 0,0 0 0 0 0,8-8 0 0 0,0-5-11 0 0,-1 0 0 0 0,-1 0-1 0 0,0-1 1 0 0,-1 0 0 0 0,7-23 0 0 0,11-46 19 0 0,-5 14-227 0 0,-23 72 205 0 0,0 4 45 0 0,-8 23 27 0 0,1 0 0 0 0,2 0 0 0 0,1 1 0 0 0,1 0 0 0 0,1 0 0 0 0,1 30 0 0 0,1-45-13 0 0,1 1 0 0 0,1-1-1 0 0,-1 0 1 0 0,2 0 0 0 0,-1 0 0 0 0,2 0 0 0 0,6 15-1 0 0,-8-23-8 0 0,-1 1-1 0 0,1-1 0 0 0,0 0 0 0 0,0 0 0 0 0,1 0 1 0 0,-1-1-1 0 0,1 1 0 0 0,-1 0 0 0 0,1-1 0 0 0,0 1 1 0 0,0-1-1 0 0,0 0 0 0 0,0 0 0 0 0,1 0 0 0 0,-1-1 1 0 0,0 1-1 0 0,1-1 0 0 0,-1 0 0 0 0,1 0 0 0 0,-1 0 1 0 0,1 0-1 0 0,0-1 0 0 0,-1 1 0 0 0,1-1 0 0 0,0 0 1 0 0,5 0-1 0 0,0-1-28 0 0,1-1 0 0 0,0 0 0 0 0,-1-1-1 0 0,0 0 1 0 0,0 0 0 0 0,1-1 0 0 0,-2 0 0 0 0,1 0 0 0 0,0-1 0 0 0,-1-1 0 0 0,0 1 0 0 0,0-1-1 0 0,-1 0 1 0 0,10-11 0 0 0,4-5-176 0 0,-2 0-1 0 0,-1-1 1 0 0,24-40-1 0 0,-11 8-79 0 0,-2-1-1 0 0,-2-2 1 0 0,-3-1-1 0 0,27-104 0 0 0,-24 49 575 0 0,18-191 0 0 0,-44 288-242 0 0,-2 13-67 0 0,1 1 0 0 0,0-1 0 0 0,1 0 1 0 0,-1 1-1 0 0,1-1 0 0 0,-1 1 0 0 0,3-7 0 0 0,-24 56-37 0 0,-54 276 257 0 0,28 4 160 0 0,34-173-230 0 0,12-126-78 0 0,2-1-1 0 0,1 1 1 0 0,9 44 0 0 0,-10-64-36 0 0,1 1-1 0 0,1-1 0 0 0,0 0 0 0 0,0 0 0 0 0,0 0 0 0 0,1-1 0 0 0,0 1 0 0 0,0-1 0 0 0,0 0 0 0 0,1 0 0 0 0,0 0 0 0 0,0-1 0 0 0,1 1 0 0 0,10 7 0 0 0,-11-9-9 0 0,0-1 0 0 0,1 0-1 0 0,-1-1 1 0 0,1 1 0 0 0,0-1 0 0 0,0 0-1 0 0,0 0 1 0 0,0-1 0 0 0,0 1 0 0 0,0-1-1 0 0,0-1 1 0 0,0 1 0 0 0,0-1 0 0 0,0 0-1 0 0,0-1 1 0 0,1 1 0 0 0,-1-1-1 0 0,9-3 1 0 0,-2 0-8 0 0,-1-1-1 0 0,0-1 1 0 0,0 0-1 0 0,0 0 1 0 0,-1-2 0 0 0,0 1-1 0 0,0-1 1 0 0,-1-1-1 0 0,0 0 1 0 0,0 0-1 0 0,-1-1 1 0 0,0 0-1 0 0,-1 0 1 0 0,7-13 0 0 0,0-1 13 0 0,-1 0 0 0 0,-1-1 0 0 0,-1 0 0 0 0,-2-1 0 0 0,13-47 0 0 0,-19 53 158 0 0,-1-1 1 0 0,-1 1-1 0 0,-1-1 0 0 0,-2-23 1 0 0,1 13-65 0 0,-1 26-108 0 0,1 4-11 0 0,0-1-1 0 0,0 1 1 0 0,-1 0 0 0 0,1-1 0 0 0,-1 1 0 0 0,1-1-1 0 0,-1 1 1 0 0,0 0 0 0 0,1-1 0 0 0,-1 1-1 0 0,0 0 1 0 0,0 0 0 0 0,0 0 0 0 0,0 0-1 0 0,-2-2 1 0 0,3 3 3 0 0,-1-1 0 0 0,1 1 0 0 0,-1 0 1 0 0,0 0-1 0 0,1-1 0 0 0,-1 1 0 0 0,0 0 0 0 0,1 0 0 0 0,-1 0 0 0 0,0 0 0 0 0,0 0 0 0 0,1 0 0 0 0,-1 0 0 0 0,0 0 0 0 0,1 0 0 0 0,-1 0 0 0 0,0 0 1 0 0,1 1-1 0 0,-1-1 0 0 0,0 0 0 0 0,1 0 0 0 0,-2 1 0 0 0,1 0-8 0 0,-1 0 0 0 0,0 0 0 0 0,0 0 1 0 0,1 1-1 0 0,-1-1 0 0 0,1 1 0 0 0,-1-1 0 0 0,1 1 0 0 0,0-1 1 0 0,0 1-1 0 0,-1 0 0 0 0,1-1 0 0 0,0 1 0 0 0,1 0 0 0 0,-2 3 1 0 0,1-2 1 0 0,0 0 0 0 0,1 0 0 0 0,-1 1 0 0 0,1-1 1 0 0,0 0-1 0 0,0 0 0 0 0,0 0 0 0 0,1 0 0 0 0,-1 0 0 0 0,1 0 1 0 0,0 0-1 0 0,-1 0 0 0 0,1 0 0 0 0,0 0 0 0 0,1-1 1 0 0,-1 1-1 0 0,4 5 0 0 0,-2-4 0 0 0,0-1 1 0 0,0 1-1 0 0,1-1 1 0 0,0 0-1 0 0,0 0 0 0 0,-1 0 1 0 0,2 0-1 0 0,-1 0 1 0 0,0-1-1 0 0,7 3 1 0 0,3 0-31 0 0,0-1 0 0 0,1 0 1 0 0,0-1-1 0 0,-1 0 0 0 0,1-1 1 0 0,25 0-1 0 0,-22-2-4 0 0,-1-1 0 0 0,1-1-1 0 0,-1 0 1 0 0,0-1-1 0 0,0-1 1 0 0,27-9 0 0 0,-34 9 60 0 0,0-1 1 0 0,-1 0-1 0 0,1 0 1 0 0,-1-1-1 0 0,-1 0 0 0 0,1 0 1 0 0,-1-1-1 0 0,0 0 1 0 0,0-1-1 0 0,-1 0 1 0 0,0 0-1 0 0,6-10 1 0 0,9-19 415 0 0,-22 36-438 0 0,-1 1-27 0 0,0 0 29 0 0,0 1 1 0 0,0-1 0 0 0,0 0 0 0 0,0 0 0 0 0,0 1 0 0 0,-1-1 0 0 0,1 0 0 0 0,0 1 0 0 0,0-1 0 0 0,0 1 0 0 0,0-1 0 0 0,0 1 0 0 0,1 0 0 0 0,-1-1 0 0 0,0 1 0 0 0,0 0 0 0 0,-1 1 0 0 0,-16 18-14 0 0,14-15 14 0 0,-17 19 13 0 0,2 1 0 0 0,0 1 0 0 0,2 0 0 0 0,1 2 1 0 0,1 0-1 0 0,2 0 0 0 0,0 1 0 0 0,2 1 0 0 0,-9 39 1 0 0,19-63-4 0 0,0 0 1 0 0,0 0 0 0 0,0 0 0 0 0,1 0-1 0 0,0 1 1 0 0,0-1 0 0 0,1 0-1 0 0,0 0 1 0 0,0 0 0 0 0,0 0 0 0 0,1 0-1 0 0,-1 0 1 0 0,5 8 0 0 0,-4-10-36 0 0,1 1-1 0 0,0-1 1 0 0,0 0 0 0 0,0 0 0 0 0,1 0-1 0 0,-1-1 1 0 0,1 1 0 0 0,0-1 0 0 0,0 0-1 0 0,0 0 1 0 0,0 0 0 0 0,1-1 0 0 0,-1 1-1 0 0,1-1 1 0 0,0 0 0 0 0,7 2 0 0 0,4 0-366 0 0,0 0 1 0 0,0-1 0 0 0,0-1 0 0 0,1-1 0 0 0,-1 0 0 0 0,0-1 0 0 0,1-1 0 0 0,-1 0-1 0 0,0-1 1 0 0,0-1 0 0 0,0-1 0 0 0,23-7 0 0 0,-15 2 33 0 0,-1-1-1 0 0,0-1 1 0 0,0 0 0 0 0,-1-2-1 0 0,-1-1 1 0 0,0 0 0 0 0,24-23-1 0 0,-16 7 1538 0 0,-2 0-1 0 0,-2-1 1 0 0,38-61-1 0 0,-16 24 2579 0 0,-47 68-3749 0 0,0-1-1 0 0,0 1 1 0 0,0 0 0 0 0,0 0-1 0 0,0-1 1 0 0,0 1 0 0 0,0 0 0 0 0,0 0-1 0 0,0-1 1 0 0,1 1 0 0 0,-1 0-1 0 0,0 0 1 0 0,0-1 0 0 0,0 1 0 0 0,0 0-1 0 0,1 0 1 0 0,-1-1 0 0 0,0 1-1 0 0,0 0 1 0 0,0 0 0 0 0,1 0 0 0 0,-1 0-1 0 0,0-1 1 0 0,0 1 0 0 0,1 0-1 0 0,-1 0 1 0 0,0 0 0 0 0,0 0 0 0 0,1 0-1 0 0,-1 0 1 0 0,0 0 0 0 0,0 0-1 0 0,1 0 1 0 0,-1 0 0 0 0,0 0 0 0 0,1 0-1 0 0,-1 0 1 0 0,0 0 0 0 0,0 0-1 0 0,1 0 1 0 0,-1 0 0 0 0,0 0 0 0 0,1 0-1 0 0,0 15 108 0 0,-8 22 79 0 0,-73 248 616 0 0,78-276-1161 0 0,0 1-1 0 0,0-1 1 0 0,0 0 0 0 0,1 1-1 0 0,0 13 1 0 0,1-20-20 0 0,1-1 1 0 0,-1 1-1 0 0,1 0 1 0 0,-1-1-1 0 0,1 1 0 0 0,0-1 1 0 0,0 1-1 0 0,0 0 1 0 0,3 3-1 0 0,-3-4-186 0 0,0 0 0 0 0,1-1 0 0 0,-1 1 0 0 0,1-1 0 0 0,-1 1 0 0 0,1-1 0 0 0,-1 0 0 0 0,1 0 0 0 0,0 0-1 0 0,0 0 1 0 0,-1 0 0 0 0,1 0 0 0 0,0 0 0 0 0,3 1 0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9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3188 0 0,'43'-101'15401'0'0,"-42"99"-15114"0"0,0 1-252 0 0,-1 1-1 0 0,0 0 0 0 0,1-1 0 0 0,-1 1 0 0 0,1 0 0 0 0,-1 0 1 0 0,1-1-1 0 0,-1 1 0 0 0,1 0 0 0 0,-1 0 0 0 0,1-1 1 0 0,-1 1-1 0 0,1 0 0 0 0,-1 0 0 0 0,1 0 0 0 0,-1 0 0 0 0,1 0 1 0 0,0 0-1 0 0,5 7 171 0 0,0 0-1 0 0,-1 0 1 0 0,1 1 0 0 0,-2 0 0 0 0,1 0 0 0 0,-1 0-1 0 0,0 1 1 0 0,4 13 0 0 0,4 8 285 0 0,35 95 566 0 0,-31-78-1016 0 0,24 51 0 0 0,-36-91-452 0 0,0 0 0 0 0,0 1 0 0 0,1-1 0 0 0,0-1 0 0 0,0 1 0 0 0,1-1 0 0 0,6 6 0 0 0,-8-8-899 0 0,0-1 0 0 0,0-1 0 0 0,0 1 0 0 0,1 0 0 0 0,-1-1-1 0 0,1 0 1 0 0,8 3 0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9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60 3200 0 0,'-18'-52'11942'0'0,"18"51"-11866"0"0,0 1-1 0 0,0 0 1 0 0,0-1-1 0 0,-1 1 1 0 0,1 0-1 0 0,0-1 1 0 0,0 1-1 0 0,0 0 1 0 0,-1-1-1 0 0,1 1 1 0 0,0 0-1 0 0,0 0 1 0 0,-1-1-1 0 0,1 1 1 0 0,0 0-1 0 0,0 0 1 0 0,-1-1-1 0 0,1 1 1 0 0,0 0-1 0 0,-1 0 1 0 0,1 0-1 0 0,0-1 1 0 0,-1 1-1 0 0,1 0 1 0 0,-1 0-1 0 0,1 0 1 0 0,0 0-1 0 0,-1 0 1 0 0,1 0-1 0 0,0 0 1 0 0,-1 0-1 0 0,-13 6 966 0 0,-9 12-96 0 0,-96 113 2780 0 0,-45 77-2242 0 0,131-163-1330 0 0,-9 12-771 0 0,13-23-2816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9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119 148 1884 0 0,'-14'-24'5238'0'0,"-18"-35"6851"0"0,9 18-8453 0 0,22 40-4030 0 0,-2-4-668 0 0,3 4 812 0 0,0 0 0 0 0,0 1 0 0 0,-1-1 0 0 0,1 0 0 0 0,0 1 0 0 0,0-1 0 0 0,-1 1 0 0 0,1-1-1 0 0,-1 0 1 0 0,-7-5-3251 0 0,5 6 2774 0 0,-1 0-249 0 0,-24-4-10306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19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202 1 1600 0 0,'-71'22'7374'0'0,"-60"22"3459"0"0,131-44-10815 0 0,1 0 0 0 0,-1 0-1 0 0,1 0 1 0 0,-1 0 0 0 0,0 1 0 0 0,1-1 0 0 0,-1 0-1 0 0,0 0 1 0 0,1 0 0 0 0,-1 0 0 0 0,0 0-1 0 0,1 1 1 0 0,-1-1 0 0 0,0 0 0 0 0,1 0-1 0 0,-1 0 1 0 0,0 1 0 0 0,1-1 0 0 0,-1 0 0 0 0,0 1-1 0 0,0-1 1 0 0,1 0 0 0 0,-1 0 0 0 0,0 1-1 0 0,0-1 1 0 0,0 0 0 0 0,0 1 0 0 0,1-1-1 0 0,-1 1 1 0 0,0-1 0 0 0,0 0 0 0 0,0 1 0 0 0,0-1-1 0 0,0 0 1 0 0,0 1 0 0 0,0-1 0 0 0,0 1-1 0 0,0-1 1 0 0,0 0 0 0 0,0 1 0 0 0,0-1-1 0 0,0 0 1 0 0,0 1 0 0 0,-1-1 0 0 0,1 1 0 0 0,0-1-1 0 0,0 0 1 0 0,0 1 0 0 0,0-1 0 0 0,-1 0-1 0 0,1 1 1 0 0,0-1 0 0 0,0 0 0 0 0,-1 0-1 0 0,1 1 1 0 0,0-1 0 0 0,0 0 0 0 0,-1 0 0 0 0,1 1-1 0 0,0-1 1 0 0,-1 0 0 0 0,1 0 0 0 0,0 0-1 0 0,-1 0 1 0 0,1 0 0 0 0,-1 1 0 0 0,1-1-1 0 0,-1 0 1 0 0,52 11-649 0 0,0-3 1 0 0,80 5-1 0 0,-53-7-1359 0 0,109 7-6416 0 0,-121-11 2065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20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3764 0 0,'27'12'3702'0'0,"45"19"17634"0"0,-18-11-17371 0 0,-41-16-3965 0 0,-1-2-168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26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452 159 1220 0 0,'2'10'17540'0'0,"-3"-9"-17516"0"0,0-1 0 0 0,0 1 0 0 0,-1-1 0 0 0,1 1 0 0 0,0-1 0 0 0,0 0 1 0 0,0 1-1 0 0,0-1 0 0 0,0 0 0 0 0,-1 0 0 0 0,1 0 0 0 0,0 0 0 0 0,0 0 0 0 0,0 0 0 0 0,0 0 1 0 0,-1 0-1 0 0,1 0 0 0 0,0-1 0 0 0,0 1 0 0 0,0 0 0 0 0,-2-1 0 0 0,-32-14 217 0 0,21 9-155 0 0,-4-3-10 0 0,13 6 3 0 0,-12-9-821 0 0,19 8 229 0 0,12 0 296 0 0,285-50-3356 0 0,-298 54 3566 0 0,14-3 231 0 0,1-1 1 0 0,-1 0 0 0 0,0-1-1 0 0,0-1 1 0 0,-1 0 0 0 0,1-1-1 0 0,-2-1 1 0 0,14-9 0 0 0,-25 16-129 0 0,-2 1-95 0 0,1 0 0 0 0,-1-1 0 0 0,1 1 0 0 0,0 0 0 0 0,-1-1 0 0 0,1 1 0 0 0,-1 0 1 0 0,1 0-1 0 0,0-1 0 0 0,-1 1 0 0 0,1 0 0 0 0,0 0 0 0 0,-1 0 0 0 0,1 0 0 0 0,-1 0 1 0 0,1 0-1 0 0,0 0 0 0 0,0 0 0 0 0,0 4-7 0 0,-1-1 1 0 0,0 1-1 0 0,0-1 0 0 0,0 1 1 0 0,-1-1-1 0 0,1 1 0 0 0,-1-1 1 0 0,1 1-1 0 0,-3 4 0 0 0,-16 39-6 0 0,7-16 35 0 0,-82 280 397 0 0,-45 123 477 0 0,133-420-792 0 0,-30 65 1360 0 0,32-71-1120 0 0,0-1 0 0 0,-1 0 0 0 0,0 0 0 0 0,0 0 0 0 0,0-1 0 0 0,-1 0 0 0 0,0 0 0 0 0,-8 6 0 0 0,9-9-188 0 0,-1 0 0 0 0,0-1-1 0 0,0 1 1 0 0,0-1 0 0 0,-1 0 0 0 0,1 0 0 0 0,0-1 0 0 0,-1 0 0 0 0,1 0 0 0 0,-1-1 0 0 0,1 1-1 0 0,-1-2 1 0 0,1 1 0 0 0,-1 0 0 0 0,1-1 0 0 0,-1-1 0 0 0,-9-2 0 0 0,-12-4 82 0 0,0-2-1 0 0,-39-19 1 0 0,63 27-210 0 0,-44-22 3 0 0,-46-32 0 0 0,38 19-6532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27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99 908 0 0,'22'-44'7117'0'0,"-17"34"-5293"0"0,-1 0 0 0 0,2 0 0 0 0,9-13 0 0 0,-14 21-1256 0 0,-2 19-189 0 0,-3 15 564 0 0,-1 1 0 0 0,-19 61-1 0 0,8-35-177 0 0,-172 593 1897 0 0,159-559-1359 0 0,28-91-670 0 0,-4-8-456 0 0,5 1-197 0 0,0 0 1 0 0,0 1 0 0 0,1-1 0 0 0,-1 0-1 0 0,1 0 1 0 0,0 1 0 0 0,1-1-1 0 0,2-6 1 0 0,2-9-76 0 0,2-10 6 0 0,1 1 0 0 0,1 1 0 0 0,2-1 0 0 0,0 2-1 0 0,2 0 1 0 0,2 0 0 0 0,0 2 0 0 0,1 0 0 0 0,1 0 0 0 0,41-39 0 0 0,-53 58 51 0 0,0 1 0 0 0,1 0 0 0 0,-1 1 1 0 0,1-1-1 0 0,0 1 0 0 0,0 1 0 0 0,1-1 0 0 0,-1 1 1 0 0,1 0-1 0 0,0 1 0 0 0,11-2 0 0 0,-15 3 22 0 0,0 1-1 0 0,0 0 1 0 0,0 0-1 0 0,0 0 1 0 0,0 0 0 0 0,0 1-1 0 0,0-1 1 0 0,0 1-1 0 0,0 0 1 0 0,0 0 0 0 0,-1 1-1 0 0,1-1 1 0 0,0 1-1 0 0,-1 0 1 0 0,1 0-1 0 0,-1 0 1 0 0,0 0 0 0 0,0 1-1 0 0,0-1 1 0 0,0 1-1 0 0,0 0 1 0 0,0 0 0 0 0,-1 0-1 0 0,5 7 1 0 0,-1-1 10 0 0,-1 1 0 0 0,-1-1 0 0 0,1 1 1 0 0,-2 1-1 0 0,1-1 0 0 0,-1 0 0 0 0,-1 1 0 0 0,0 0 1 0 0,-1-1-1 0 0,1 16 0 0 0,-2 14 13 0 0,-7 59 0 0 0,2-53-9 0 0,-2 68-79 0 0,7-113 85 0 0,0 0 1 0 0,0 1-1 0 0,0-1 1 0 0,0 0-1 0 0,0 0 1 0 0,1 1-1 0 0,-1-1 0 0 0,0 0 1 0 0,1 0-1 0 0,-1 0 1 0 0,1 1-1 0 0,0-1 0 0 0,-1 0 1 0 0,1 0-1 0 0,0 0 1 0 0,-1 0-1 0 0,1 0 1 0 0,0 0-1 0 0,0 0 0 0 0,0-1 1 0 0,0 1-1 0 0,0 0 1 0 0,0 0-1 0 0,0-1 0 0 0,0 1 1 0 0,1-1-1 0 0,-1 1 1 0 0,0-1-1 0 0,0 1 1 0 0,0-1-1 0 0,1 0 0 0 0,-1 1 1 0 0,0-1-1 0 0,0 0 1 0 0,1 0-1 0 0,-1 0 1 0 0,0 0-1 0 0,0 0 0 0 0,3-1 1 0 0,4 1 3 0 0,0-1 0 0 0,1-1 0 0 0,-1 0 0 0 0,12-4 0 0 0,14-6-66 0 0,0-2 0 0 0,-2-2 0 0 0,0-1 0 0 0,45-31 0 0 0,-34 17-104 0 0,-2-2 1 0 0,54-56-1 0 0,-81 74 158 0 0,-1 0-1 0 0,-1-1 1 0 0,15-23-1 0 0,-23 32 38 0 0,1-1-1 0 0,-2 0 1 0 0,1 1-1 0 0,-1-2 1 0 0,0 1-1 0 0,-1 0 1 0 0,0 0-1 0 0,0-1 1 0 0,-1 1 0 0 0,1-11-1 0 0,-2 19-31 0 0,-1-1-1 0 0,1 1 1 0 0,0-1 0 0 0,0 0-1 0 0,0 1 1 0 0,-1-1 0 0 0,1 1-1 0 0,0-1 1 0 0,-1 1 0 0 0,1-1-1 0 0,0 1 1 0 0,-1-1 0 0 0,1 1 0 0 0,-1-1-1 0 0,1 1 1 0 0,-1 0 0 0 0,1-1-1 0 0,-1 1 1 0 0,1-1 0 0 0,-1 1-1 0 0,1 0 1 0 0,-1 0 0 0 0,1-1-1 0 0,-1 1 1 0 0,1 0 0 0 0,-1 0-1 0 0,0 0 1 0 0,1 0 0 0 0,-1 0-1 0 0,0 0 1 0 0,1-1 0 0 0,-1 1-1 0 0,1 1 1 0 0,-1-1 0 0 0,0 0-1 0 0,1 0 1 0 0,-1 0 0 0 0,1 0-1 0 0,-2 1 1 0 0,-25 7-6 0 0,10 3 6 0 0,0 1 1 0 0,1 1-1 0 0,1 0 1 0 0,0 1-1 0 0,1 1 1 0 0,1 0-1 0 0,0 1 0 0 0,1 1 1 0 0,0-1-1 0 0,2 2 1 0 0,0 0-1 0 0,1 0 0 0 0,1 0 1 0 0,0 1-1 0 0,-8 37 1 0 0,15-51 11 0 0,0 0 0 0 0,0 1 1 0 0,1-1-1 0 0,0 1 0 0 0,0-1 1 0 0,0 1-1 0 0,1-1 0 0 0,0 1 1 0 0,0-1-1 0 0,0 0 0 0 0,1 1 1 0 0,4 8-1 0 0,-4-11 1 0 0,0 1-1 0 0,0-1 1 0 0,0 1 0 0 0,1-1-1 0 0,0 0 1 0 0,0 0 0 0 0,0 0-1 0 0,0 0 1 0 0,0 0 0 0 0,0-1-1 0 0,1 0 1 0 0,-1 1 0 0 0,1-1-1 0 0,-1-1 1 0 0,1 1 0 0 0,0 0-1 0 0,5 0 1 0 0,5 2-353 0 0,0-2-1 0 0,0 0 1 0 0,0 0 0 0 0,1-1 0 0 0,-1-1-1 0 0,0-1 1 0 0,1 0 0 0 0,-1 0-1 0 0,20-6 1 0 0,-3-1-2430 0 0,-1-1 0 0 0,0-1-1 0 0,35-18 1 0 0,-29 9-2993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27.8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84 2228 0 0,'-2'-6'1635'0'0,"0"-1"1"0"0,0 1-1 0 0,1-1 0 0 0,-1-11 0 0 0,5-10 847 0 0,-2 27-2448 0 0,-1 0 1 0 0,1 0-1 0 0,0 0 0 0 0,-1 1 1 0 0,1-1-1 0 0,0 0 0 0 0,-1 1 1 0 0,1-1-1 0 0,0 0 1 0 0,0 1-1 0 0,0-1 0 0 0,0 1 1 0 0,0-1-1 0 0,0 1 1 0 0,0 0-1 0 0,0-1 0 0 0,0 1 1 0 0,0 0-1 0 0,0 0 0 0 0,0 0 1 0 0,0-1-1 0 0,0 1 1 0 0,0 0-1 0 0,0 0 0 0 0,0 1 1 0 0,0-1-1 0 0,0 0 0 0 0,0 0 1 0 0,0 0-1 0 0,0 1 1 0 0,1-1-1 0 0,6 4 19 0 0,0 0 0 0 0,0 0 0 0 0,-1 0 1 0 0,1 1-1 0 0,-1 0 0 0 0,0 1 0 0 0,0 0 0 0 0,-1 0 0 0 0,7 7 0 0 0,-3-1 5 0 0,-1 0-1 0 0,-1 1 1 0 0,0-1-1 0 0,12 28 1 0 0,-9-13 266 0 0,-2 0 0 0 0,-1 1 0 0 0,-1 0 0 0 0,-1 0 0 0 0,3 36 1 0 0,-8-37 642 0 0,-2 33 1 0 0,-4-3 5506 0 0,5-59-6450 0 0,-1-1-1 0 0,1 0 1 0 0,-1 1-1 0 0,1-1 1 0 0,0 0 0 0 0,0 0-1 0 0,0 1 1 0 0,1-1-1 0 0,-1 0 1 0 0,0 1 0 0 0,3-6-1 0 0,9-31-44 0 0,-12 38 23 0 0,9-23-91 0 0,2 1 1 0 0,0 0-1 0 0,16-24 0 0 0,-21 37-274 0 0,1 0-1 0 0,1 0 1 0 0,-1 1-1 0 0,2 0 1 0 0,-1 0-1 0 0,1 1 1 0 0,0 0-1 0 0,18-11 1 0 0,-24 17 86 0 0,1 0 0 0 0,-1 1 1 0 0,0-1-1 0 0,0 1 1 0 0,1 0-1 0 0,-1 0 0 0 0,1 0 1 0 0,-1 1-1 0 0,1-1 0 0 0,-1 1 1 0 0,1-1-1 0 0,-1 1 1 0 0,1 0-1 0 0,-1 1 0 0 0,1-1 1 0 0,-1 1-1 0 0,5 0 0 0 0,1 3-923 0 0,-1-1-1 0 0,1 1 0 0 0,-1 1 0 0 0,15 9 0 0 0,-7-4-1807 0 0,2 0-2393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29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434 831 268 0 0,'0'-6'1094'0'0,"1"1"-1"0"0,-1-1 1 0 0,0 0-1 0 0,-1 1 1 0 0,1-1-1 0 0,-1 0 1 0 0,0 1 0 0 0,-4-11-1 0 0,3 10-748 0 0,0 1-1 0 0,0-1 1 0 0,-1 0 0 0 0,1 1-1 0 0,-2 0 1 0 0,1 0 0 0 0,0 0-1 0 0,-1 0 1 0 0,0 0 0 0 0,0 1-1 0 0,0 0 1 0 0,-1 0 0 0 0,-6-5-1 0 0,9 8-305 0 0,-1 0 0 0 0,1 0-1 0 0,-1 1 1 0 0,1-1 0 0 0,-1 1-1 0 0,1-1 1 0 0,-1 1 0 0 0,0 0-1 0 0,1 0 1 0 0,-1 0 0 0 0,1 0-1 0 0,-1 0 1 0 0,0 1 0 0 0,1-1-1 0 0,-4 2 1 0 0,-2 1 31 0 0,-1-1 0 0 0,1 2 0 0 0,-10 4 0 0 0,-11 9 28 0 0,1 2 0 0 0,1 0-1 0 0,1 2 1 0 0,1 1 0 0 0,0 1 0 0 0,2 1 0 0 0,1 0-1 0 0,-30 44 1 0 0,29-28-31 0 0,22-37-55 0 0,0 0 0 0 0,0 0 0 0 0,0 0 0 0 0,0 0 0 0 0,1 0 0 0 0,-1 0 0 0 0,1 0 0 0 0,0 0 0 0 0,0 0 0 0 0,0 0 0 0 0,0 0 0 0 0,0 0 1 0 0,1 4-1 0 0,0-6-6 0 0,0 1 0 0 0,0-1 0 0 0,0 0 1 0 0,0 1-1 0 0,0-1 0 0 0,0 0 1 0 0,0 0-1 0 0,1 0 0 0 0,-1 0 0 0 0,0 0 1 0 0,1 0-1 0 0,-1 0 0 0 0,0 0 1 0 0,1-1-1 0 0,-1 1 0 0 0,1 0 0 0 0,-1-1 1 0 0,1 1-1 0 0,0-1 0 0 0,-1 0 1 0 0,1 1-1 0 0,0-1 0 0 0,1 0 1 0 0,39 1 49 0 0,-28-3-83 0 0,0-1 1 0 0,1 0-1 0 0,-1 0 0 0 0,-1-2 1 0 0,1 0-1 0 0,-1 0 0 0 0,1-1 1 0 0,-2-1-1 0 0,1 0 1 0 0,-1-1-1 0 0,0 0 0 0 0,0-1 1 0 0,-1 0-1 0 0,-1-1 0 0 0,11-12 1 0 0,-1 0 134 0 0,-2-1 1 0 0,-1-1 0 0 0,-1-1-1 0 0,0-1 1 0 0,-2 0-1 0 0,14-39 1 0 0,-27 65-116 0 0,-1-1 0 0 0,0 1 1 0 0,0-1-1 0 0,1 1 0 0 0,-1-1 0 0 0,0 1 1 0 0,0-1-1 0 0,1 1 0 0 0,-1-1 0 0 0,1 1 1 0 0,-1-1-1 0 0,0 1 0 0 0,1-1 0 0 0,-1 1 1 0 0,1 0-1 0 0,-1-1 0 0 0,1 1 0 0 0,-1 0 0 0 0,1 0 1 0 0,0-1-1 0 0,0 1 7 0 0,-1 0-1 0 0,1 1 1 0 0,-1-1-1 0 0,1 0 1 0 0,-1 1 0 0 0,1-1-1 0 0,-1 1 1 0 0,1-1 0 0 0,-1 0-1 0 0,1 1 1 0 0,-1-1-1 0 0,1 1 1 0 0,-1-1 0 0 0,0 1-1 0 0,1-1 1 0 0,-1 1 0 0 0,0-1-1 0 0,0 1 1 0 0,1 0-1 0 0,-1-1 1 0 0,0 1 0 0 0,0-1-1 0 0,0 1 1 0 0,0 0 0 0 0,0-1-1 0 0,0 1 1 0 0,0 0-1 0 0,0-1 1 0 0,0 1 0 0 0,0-1-1 0 0,0 1 1 0 0,0 0 0 0 0,-1 0-1 0 0,1 0 1 0 0,-4 74 6 0 0,2-51-30 0 0,0 0 0 0 0,4 42 0 0 0,-1-56-92 0 0,0-1-41 0 0,0-1 0 0 0,0 0-1 0 0,0 0 1 0 0,1 0 0 0 0,1 0 0 0 0,5 15-1 0 0,-7-22-8 0 0,14-6-167 0 0,-5-9 282 0 0,-1-1-1 0 0,-1 0 1 0 0,0 0-1 0 0,-1 0 1 0 0,8-26 0 0 0,11-22 56 0 0,-21 51 14 0 0,2-2-22 0 0,0 0 0 0 0,14-20 1 0 0,-19 31-9 0 0,0-1 0 0 0,1 1 1 0 0,0 0-1 0 0,-1 0 0 0 0,1 0 1 0 0,1 1-1 0 0,-1-1 0 0 0,0 1 1 0 0,0 0-1 0 0,1-1 0 0 0,0 1 0 0 0,-1 1 1 0 0,1-1-1 0 0,0 1 0 0 0,5-2 1 0 0,-5 2 9 0 0,-1 1 1 0 0,0-1-1 0 0,0 1 1 0 0,0 0-1 0 0,1 0 1 0 0,-1 1-1 0 0,0-1 1 0 0,0 1-1 0 0,0-1 1 0 0,0 1-1 0 0,0 0 1 0 0,0 0-1 0 0,0 0 0 0 0,0 1 1 0 0,0-1-1 0 0,0 1 1 0 0,4 3-1 0 0,-3-1 34 0 0,1 0-1 0 0,-1 0 0 0 0,0 0 1 0 0,-1 0-1 0 0,1 1 0 0 0,-1 0 1 0 0,0 0-1 0 0,0 0 0 0 0,3 8 1 0 0,-2-3 152 0 0,0 1 0 0 0,-1 0 0 0 0,0-1 0 0 0,-1 2 0 0 0,0-1 0 0 0,-1 0 1 0 0,0 0-1 0 0,0 0 0 0 0,-1 1 0 0 0,-2 11 0 0 0,-3-4 967 0 0,0 10 935 0 0,0-30-1922 0 0,5 1-162 0 0,-1 0 1 0 0,1 1 0 0 0,0-1-1 0 0,-1 0 1 0 0,1 0 0 0 0,-1 0 0 0 0,1 0-1 0 0,0 0 1 0 0,-1 0 0 0 0,1 0-1 0 0,0 0 1 0 0,-1 0 0 0 0,1 0-1 0 0,0-1 1 0 0,-1 1 0 0 0,1 0-1 0 0,-1 0 1 0 0,1 0 0 0 0,0 0-1 0 0,0 0 1 0 0,-1-1 0 0 0,1 1-1 0 0,0 0 1 0 0,-1 0 0 0 0,1 0 0 0 0,0-1-1 0 0,0 1 1 0 0,-1 0 0 0 0,1-1-1 0 0,0 1 1 0 0,-1-1 0 0 0,2-18-9 0 0,1 0 0 0 0,1-1 0 0 0,1 1 0 0 0,0 0 0 0 0,2 0 0 0 0,0 1 0 0 0,1 0 0 0 0,0 0 0 0 0,17-27 0 0 0,-13 27-25 0 0,0 0-1 0 0,1 1 1 0 0,1 0 0 0 0,1 1 0 0 0,1 0-1 0 0,0 1 1 0 0,0 1 0 0 0,32-22 0 0 0,-41 32 5 0 0,1 0 1 0 0,-1 0 0 0 0,1 1 0 0 0,0 0 0 0 0,-1 1-1 0 0,1-1 1 0 0,1 1 0 0 0,-1 0 0 0 0,0 1 0 0 0,14-1 0 0 0,-18 2 21 0 0,0 0 0 0 0,0 0 0 0 0,1 1 0 0 0,-1-1 0 0 0,0 1 0 0 0,0 0 0 0 0,0 0 0 0 0,0 0 0 0 0,0 1 0 0 0,0-1 0 0 0,-1 1 0 0 0,1-1 0 0 0,0 1 0 0 0,-1 0 0 0 0,1 0 0 0 0,-1 0 0 0 0,1 0 0 0 0,-1 0 0 0 0,0 1 0 0 0,0-1 0 0 0,0 1 0 0 0,-1 0 0 0 0,1-1 0 0 0,0 1 0 0 0,-1 0 0 0 0,2 4 1 0 0,0 0 22 0 0,-1 1 0 0 0,1 0 0 0 0,-1 0 1 0 0,-1 0-1 0 0,0 0 0 0 0,0 0 1 0 0,0 0-1 0 0,-2 15 0 0 0,-1 4 39 0 0,-9 35 0 0 0,7-43-53 0 0,0 0 0 0 0,2 0 0 0 0,0 1 0 0 0,1 22 0 0 0,1-40-6 0 0,0 0-1 0 0,0 0 1 0 0,0 0-1 0 0,1 0 0 0 0,-1-1 1 0 0,1 1-1 0 0,-1 0 1 0 0,1 0-1 0 0,0-1 1 0 0,0 1-1 0 0,0 0 1 0 0,0-1-1 0 0,0 1 1 0 0,0-1-1 0 0,0 1 0 0 0,0-1 1 0 0,0 1-1 0 0,1-1 1 0 0,-1 0-1 0 0,4 2 1 0 0,-2-1-40 0 0,0-1 1 0 0,0 0-1 0 0,0 0 1 0 0,0 0-1 0 0,1 0 1 0 0,-1 0-1 0 0,0-1 1 0 0,1 1-1 0 0,-1-1 1 0 0,7 0-1 0 0,5-2-225 0 0,0 0-1 0 0,0-1 0 0 0,0-1 1 0 0,14-5-1 0 0,-7 1-151 0 0,-1 0-1 0 0,0-2 1 0 0,-1 0-1 0 0,0-1 1 0 0,0-2 0 0 0,-1 1-1 0 0,23-22 1 0 0,-20 13 56 0 0,0-1 1 0 0,-2 0 0 0 0,-1-2-1 0 0,0 0 1 0 0,15-28 0 0 0,-10 8 505 0 0,-2 0 1 0 0,-2-1 0 0 0,-2-1 0 0 0,-2-1-1 0 0,-3-1 1 0 0,15-84 0 0 0,-18 62 2474 0 0,2-98-1 0 0,-12 166-2553 0 0,-11 16 67 0 0,5 0-38 0 0,0 0 1 0 0,0 1-1 0 0,2-1 1 0 0,0 1-1 0 0,-3 16 1 0 0,0 1 136 0 0,-72 366 1677 0 0,-4 16-1092 0 0,75-378-681 0 0,-6 21 3057 0 0,14-55-2344 0 0,-1-2-832 0 0,1 0 1 0 0,-1 0-1 0 0,1 0 1 0 0,-1 0-1 0 0,1-1 0 0 0,0 1 1 0 0,-1 0-1 0 0,1 0 1 0 0,-1-1-1 0 0,1 1 1 0 0,0 0-1 0 0,-1-1 1 0 0,1 1-1 0 0,0 0 1 0 0,-1-1-1 0 0,1 1 1 0 0,0 0-1 0 0,0-1 1 0 0,0 1-1 0 0,-1-1 1 0 0,1 1-1 0 0,0-1 1 0 0,0 1-1 0 0,0 0 1 0 0,0-1-1 0 0,0 1 1 0 0,-1-1-1 0 0,1 1 1 0 0,0-1-1 0 0,0 1 1 0 0,0-1-1 0 0,0 1 1 0 0,1-1-1 0 0,-1 1 1 0 0,-1-19 108 0 0,4-9-215 0 0,1 0 0 0 0,1 0 0 0 0,2 0 0 0 0,15-42 1 0 0,-3 20-118 0 0,40-71 0 0 0,-46 98 144 0 0,1 1 0 0 0,0 1 1 0 0,2 1-1 0 0,0 0 1 0 0,24-22-1 0 0,-29 32 14 0 0,0 1-1 0 0,1 0 0 0 0,0 0 0 0 0,0 1 0 0 0,1 0 0 0 0,0 1 0 0 0,0 1 0 0 0,1 0 1 0 0,-1 1-1 0 0,24-6 0 0 0,-28 10-17 0 0,0 0 1 0 0,0 1 0 0 0,0-1-1 0 0,0 2 1 0 0,0-1-1 0 0,9 3 1 0 0,-15-3 32 0 0,0 0 0 0 0,0 1 1 0 0,0-1-1 0 0,0 1 0 0 0,0 0 0 0 0,0 0 0 0 0,0 0 1 0 0,0 1-1 0 0,0-1 0 0 0,-1 1 0 0 0,1-1 1 0 0,-1 1-1 0 0,1 0 0 0 0,-1 0 0 0 0,0 0 1 0 0,1 0-1 0 0,-1 1 0 0 0,0-1 0 0 0,-1 0 0 0 0,4 5 1 0 0,-5-5 26 0 0,1-1 1 0 0,-1 1-1 0 0,0 0 1 0 0,0 0-1 0 0,1 0 1 0 0,-1 0-1 0 0,-1-1 1 0 0,1 1-1 0 0,0 0 1 0 0,0 0-1 0 0,0 0 1 0 0,-1 0-1 0 0,1-1 1 0 0,-1 1-1 0 0,0 0 1 0 0,1-1-1 0 0,-1 1 1 0 0,0 0-1 0 0,0-1 1 0 0,0 1-1 0 0,0-1 1 0 0,0 1-1 0 0,-3 1 1 0 0,-1 2 1 0 0,0 0 0 0 0,0 0 1 0 0,0-1-1 0 0,-10 6 1 0 0,-1 0 12 0 0,0-2 1 0 0,-1 0 0 0 0,0-1-1 0 0,0 0 1 0 0,-30 6-1 0 0,13-6 192 0 0,-66 4-1 0 0,94-11-188 0 0,-1 0 0 0 0,0 0 0 0 0,0-1 0 0 0,1 0 0 0 0,-13-4 0 0 0,5 1-122 0 0,11 4 40 0 0,11 10-162 0 0,21 23 208 0 0,0 2-1 0 0,26 43 1 0 0,40 49-1928 0 0,-85-116 1165 0 0,1-1-1 0 0,0 0 1 0 0,17 13 0 0 0,8-3-2715 0 0,-31-18 2039 0 0,1 0 0 0 0,0 0 0 0 0,0 0 0 0 0,8 0 1 0 0,5 0-5458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0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196 579 1588 0 0,'-55'18'7126'0'0,"52"-17"-6448"0"0,0-4 80 0 0,3 3-740 0 0,0 0 1 0 0,0 0 0 0 0,-1 0-1 0 0,1 0 1 0 0,0 0-1 0 0,0 0 1 0 0,0 0 0 0 0,-1-1-1 0 0,1 1 1 0 0,0 0-1 0 0,0 0 1 0 0,0 0 0 0 0,0 0-1 0 0,-1 0 1 0 0,1 0 0 0 0,0-1-1 0 0,0 1 1 0 0,0 0-1 0 0,0 0 1 0 0,0 0 0 0 0,0 0-1 0 0,-1-1 1 0 0,1 1-1 0 0,0 0 1 0 0,0 0 0 0 0,0 0-1 0 0,0-1 1 0 0,0 1-1 0 0,0 0 1 0 0,0 0 0 0 0,0-1-1 0 0,0 1 1 0 0,0 0-1 0 0,0 0 1 0 0,0 0 0 0 0,0-1-1 0 0,78-79 4456 0 0,-38 42-1139 0 0,-38 36-2971 0 0,13-13 839 0 0,-10 13-708 0 0,-7 8 19 0 0,-6 6-457 0 0,0 0-1 0 0,-1 0 1 0 0,-14 12-1 0 0,1 1-15 0 0,-4 7-5 0 0,4-8-12 0 0,1 1 0 0 0,2 1 0 0 0,-25 44 0 0 0,43-68-22 0 0,-1 1 1 0 0,1 0 0 0 0,0 0-1 0 0,0 0 1 0 0,0 0-1 0 0,1 0 1 0 0,-1 0-1 0 0,0 0 1 0 0,1 1-1 0 0,0 2 1 0 0,0-5-1 0 0,0 0 1 0 0,0 0 0 0 0,1 0-1 0 0,-1 0 1 0 0,0 0 0 0 0,1-1 0 0 0,-1 1-1 0 0,0 0 1 0 0,1 0 0 0 0,-1 0-1 0 0,1 0 1 0 0,0-1 0 0 0,-1 1 0 0 0,1 0-1 0 0,0-1 1 0 0,-1 1 0 0 0,1 0-1 0 0,0-1 1 0 0,-1 1 0 0 0,1-1 0 0 0,0 1-1 0 0,0-1 1 0 0,0 1 0 0 0,0-1-1 0 0,0 0 1 0 0,-1 1 0 0 0,1-1 0 0 0,0 0-1 0 0,0 0 1 0 0,0 0 0 0 0,0 0-1 0 0,0 0 1 0 0,0 0 0 0 0,0 0 0 0 0,0 0-1 0 0,1 0 1 0 0,15-1-18 0 0,-1 0-1 0 0,1-2 1 0 0,-1 0-1 0 0,1-1 1 0 0,-1 0-1 0 0,0-1 1 0 0,0-1-1 0 0,-1-1 1 0 0,0 0-1 0 0,0-1 1 0 0,0 0-1 0 0,-1-1 1 0 0,-1-1-1 0 0,14-12 1 0 0,-14 11-26 0 0,-1 0 1 0 0,0-2-1 0 0,-1 1 1 0 0,0-1-1 0 0,-1-1 1 0 0,-1 0-1 0 0,0-1 1 0 0,0 1-1 0 0,-2-2 1 0 0,0 1-1 0 0,-1-1 1 0 0,0 0-1 0 0,6-30 1 0 0,-11 38 16 0 0,0 0 0 0 0,0 1 0 0 0,-1-1 0 0 0,0 0 0 0 0,0 0 0 0 0,-1 0 0 0 0,0 1 0 0 0,0-1 1 0 0,-1 0-1 0 0,0 1 0 0 0,-3-8 0 0 0,3 12 14 0 0,1 0 0 0 0,-1 0 0 0 0,1 0 0 0 0,-1 1 0 0 0,0-1 0 0 0,0 1 0 0 0,0-1 0 0 0,-1 1 0 0 0,1 0 0 0 0,0 0 0 0 0,-1 0 0 0 0,0 0 0 0 0,1 1 0 0 0,-1-1 0 0 0,0 0 0 0 0,0 1-1 0 0,0 0 1 0 0,0 0 0 0 0,0 0 0 0 0,0 0 0 0 0,0 0 0 0 0,0 1 0 0 0,0-1 0 0 0,-1 1 0 0 0,1 0 0 0 0,0 0 0 0 0,0 0 0 0 0,0 0 0 0 0,-4 2 0 0 0,-6 0-4 0 0,0 1 1 0 0,1 0-1 0 0,0 1 0 0 0,-1 1 0 0 0,2 0 1 0 0,-1 0-1 0 0,1 1 0 0 0,-1 1 0 0 0,2 0 1 0 0,-14 11-1 0 0,-2 4-3 0 0,0 1 0 0 0,-36 43 0 0 0,43-43 1 0 0,1 0 0 0 0,-28 49 0 0 0,41-64 19 0 0,0 0 1 0 0,1 1 0 0 0,1 0-1 0 0,0-1 1 0 0,0 1-1 0 0,0 1 1 0 0,1-1 0 0 0,1 0-1 0 0,-1 0 1 0 0,1 1-1 0 0,1-1 1 0 0,0 1 0 0 0,1 11-1 0 0,0-17 5 0 0,1 0-1 0 0,-1 0 0 0 0,0 0 1 0 0,1 0-1 0 0,0 0 0 0 0,0 0 1 0 0,0 0-1 0 0,0 0 1 0 0,1-1-1 0 0,-1 1 0 0 0,1-1 1 0 0,0 0-1 0 0,0 0 1 0 0,1 0-1 0 0,-1 0 0 0 0,0 0 1 0 0,1-1-1 0 0,0 1 0 0 0,-1-1 1 0 0,1 0-1 0 0,0 0 1 0 0,0-1-1 0 0,0 1 0 0 0,0-1 1 0 0,1 0-1 0 0,7 1 1 0 0,6 1 4 0 0,0-1 0 0 0,0-1 1 0 0,1 0-1 0 0,-1-2 1 0 0,20-2-1 0 0,-8-1-5 0 0,-1-1-1 0 0,0-2 0 0 0,0-1 1 0 0,-1-1-1 0 0,0-1 1 0 0,0-2-1 0 0,-2 0 1 0 0,1-2-1 0 0,39-28 0 0 0,-35 19-4 0 0,-1-1 0 0 0,-2-1-1 0 0,0-2 1 0 0,-2-1 0 0 0,-1-1-1 0 0,-1-1 1 0 0,20-34 0 0 0,16-40 43 0 0,-5-3 0 0 0,47-130 1 0 0,-101 236-88 0 0,7 13-62 0 0,-6-4 99 0 0,-1-1 1 0 0,0 1 0 0 0,-1 0 0 0 0,0-1 0 0 0,0 1 0 0 0,0 0 0 0 0,-1-1-1 0 0,-2 10 1 0 0,0 5 8 0 0,-75 460 827 0 0,37-254-447 0 0,-31 260 297 0 0,34 5-262 0 0,36-449-386 0 0,0-19 50 0 0,2 1 0 0 0,4 46 0 0 0,-4-72-74 0 0,0 0 0 0 0,0 1 0 0 0,0-1 0 0 0,0 1 1 0 0,0-1-1 0 0,0 0 0 0 0,0 1 0 0 0,0-1 0 0 0,0 0 0 0 0,0 1 0 0 0,0-1 0 0 0,1 0 0 0 0,-1 1 0 0 0,0-1 1 0 0,0 0-1 0 0,0 1 0 0 0,1-1 0 0 0,-1 0 0 0 0,0 0 0 0 0,0 1 0 0 0,1-1 0 0 0,-1 0 0 0 0,0 0 0 0 0,0 1 0 0 0,1-1 1 0 0,-1 0-1 0 0,0 0 0 0 0,1 0 0 0 0,-1 0 0 0 0,0 1 0 0 0,1-1 0 0 0,-1 0 0 0 0,1 0 0 0 0,11-7 83 0 0,6-17-104 0 0,-13 11 4 0 0,-1 0 0 0 0,0 0 0 0 0,-1-1 0 0 0,-1 1 0 0 0,0-1 0 0 0,-1 0 0 0 0,0 1 0 0 0,-1-1 0 0 0,-1 0 0 0 0,0 0 0 0 0,-1 0-1 0 0,0 1 1 0 0,-1-1 0 0 0,0 1 0 0 0,-8-19 0 0 0,-1 4-12 0 0,-1 0 0 0 0,0 0-1 0 0,-3 2 1 0 0,0-1 0 0 0,-37-44 0 0 0,-56-43-16 0 0,15 16-238 0 0,92 97 61 0 0,1-1 0 0 0,-1 0-1 0 0,1 0 1 0 0,0 0 0 0 0,-1 0 0 0 0,1 0 0 0 0,0 0 0 0 0,0 0 0 0 0,1 0 0 0 0,-1 0 0 0 0,0 0 0 0 0,1-1 0 0 0,-1 1-1 0 0,1 0 1 0 0,0-1 0 0 0,-1 1 0 0 0,1 0 0 0 0,0 0 0 0 0,0-1 0 0 0,1 1 0 0 0,-1 0 0 0 0,1-4 0 0 0,2 0-629 0 0,-1 0 1 0 0,1 0-1 0 0,0 0 1 0 0,1 1 0 0 0,-1-1-1 0 0,9-9 1 0 0,6-6-3146 0 0,2 2-1728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0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33 640 1684 0 0,'0'0'236'0'0,"-8"16"4273"0"0,-10 29 1 0 0,16-41-4317 0 0,1 1 0 0 0,0-1 0 0 0,0 0 1 0 0,0 1-1 0 0,1-1 0 0 0,-1 1 0 0 0,1-1 0 0 0,0 1 1 0 0,1-1-1 0 0,-1 0 0 0 0,1 1 0 0 0,1 5 1 0 0,-1-8-113 0 0,0 0 0 0 0,0 0 0 0 0,0 1 0 0 0,1-1 1 0 0,-1 0-1 0 0,1 0 0 0 0,0 0 0 0 0,-1 0 0 0 0,1-1 1 0 0,0 1-1 0 0,0 0 0 0 0,0-1 0 0 0,0 1 0 0 0,0-1 0 0 0,1 0 1 0 0,-1 0-1 0 0,0 0 0 0 0,1 0 0 0 0,-1 0 0 0 0,0 0 1 0 0,1 0-1 0 0,-1-1 0 0 0,1 1 0 0 0,0-1 0 0 0,-1 0 1 0 0,5 0-1 0 0,2 0 56 0 0,0 0 1 0 0,1-1-1 0 0,-1 0 1 0 0,0-1-1 0 0,16-4 1 0 0,-5 0-92 0 0,-1-2 1 0 0,1 0 0 0 0,-2-1 0 0 0,1-1 0 0 0,-2-1 0 0 0,1 0-1 0 0,-1-1 1 0 0,-1-1 0 0 0,0-1 0 0 0,-1 0 0 0 0,-1-1 0 0 0,0 0 0 0 0,-1-2-1 0 0,17-26 1 0 0,2-10-51 0 0,-2-2 0 0 0,39-102 0 0 0,25-126 831 0 0,-83 248-530 0 0,-81 242-301 0 0,-16 52 371 0 0,21 3-131 0 0,62-248-209 0 0,0 1-1 0 0,2-1 1 0 0,-1 1-1 0 0,2 0 1 0 0,0-1 0 0 0,1 1-1 0 0,1-1 1 0 0,4 21-1 0 0,-6-33-93 0 0,1 1 0 0 0,1-1 0 0 0,-1 1 0 0 0,0-1 0 0 0,1 0-1 0 0,-1 0 1 0 0,1 1 0 0 0,-1-1 0 0 0,1 0 0 0 0,0 0-1 0 0,0-1 1 0 0,0 1 0 0 0,0 0 0 0 0,0-1 0 0 0,1 1 0 0 0,-1-1-1 0 0,0 1 1 0 0,1-1 0 0 0,-1 0 0 0 0,1 0 0 0 0,-1 0 0 0 0,1-1-1 0 0,0 1 1 0 0,-1-1 0 0 0,1 1 0 0 0,0-1 0 0 0,-1 0 0 0 0,1 0-1 0 0,0 0 1 0 0,-1 0 0 0 0,1 0 0 0 0,4-2 0 0 0,3 0-1045 0 0,-1 0-1 0 0,1-1 1 0 0,-1 0 0 0 0,0-1 0 0 0,0 0 0 0 0,0 0 0 0 0,14-11 0 0 0,6-4-4491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1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262 333 668 0 0,'-34'1'4434'0'0,"-38"5"-1"0"0,46-2-2706 0 0,1 1 1 0 0,-28 10-1 0 0,49-14-1619 0 0,0 1-1 0 0,1-1 1 0 0,-1 1-1 0 0,1 0 0 0 0,-1 0 1 0 0,1 0-1 0 0,0 0 0 0 0,0 1 1 0 0,0-1-1 0 0,0 1 1 0 0,0 0-1 0 0,1 0 0 0 0,-1 0 1 0 0,-2 5-1 0 0,4-7-91 0 0,1-1-1 0 0,0 1 1 0 0,0 0 0 0 0,0-1-1 0 0,0 1 1 0 0,0 0-1 0 0,0 0 1 0 0,0-1 0 0 0,0 1-1 0 0,0 0 1 0 0,0-1-1 0 0,0 1 1 0 0,0 0 0 0 0,0 0-1 0 0,1-1 1 0 0,-1 1 0 0 0,0 0-1 0 0,0-1 1 0 0,1 1-1 0 0,-1-1 1 0 0,1 1 0 0 0,-1 0-1 0 0,0-1 1 0 0,1 1-1 0 0,-1-1 1 0 0,1 1 0 0 0,0 0-1 0 0,16 11 228 0 0,-6-7-141 0 0,0-2 1 0 0,0 1-1 0 0,0-1 1 0 0,1-1-1 0 0,0 0 1 0 0,21 0-1 0 0,72-5 182 0 0,-66-1-225 0 0,0-1 0 0 0,0-2 0 0 0,-1-1 0 0 0,0-3 0 0 0,59-23 0 0 0,-71 22-45 0 0,-1-1 0 0 0,0-1 1 0 0,-1-1-1 0 0,-1-1 0 0 0,0-1 0 0 0,-1-1 0 0 0,-1-1 0 0 0,28-32 0 0 0,-13 3-15 0 0,54-92-1 0 0,-79 122-88 0 0,-10 17 39 0 0,-2 9-46 0 0,-1 0 84 0 0,0 1 0 0 0,0-1 0 0 0,0 0 0 0 0,-1 0 0 0 0,0-1 0 0 0,-8 13 0 0 0,-1 7 31 0 0,-107 269 1414 0 0,25 9-695 0 0,79-254-697 0 0,10-34 149 0 0,0 0 1 0 0,1 0 0 0 0,1 0-1 0 0,-2 28 1 0 0,8-46-134 0 0,5-4-42 0 0,0 0 0 0 0,0 0-1 0 0,0 0 1 0 0,-1-1 0 0 0,1 0-1 0 0,-1-1 1 0 0,10-12-1 0 0,11-9-42 0 0,105-86-62 0 0,-111 98 31 0 0,-1 1 0 0 0,2 1 0 0 0,0 1 0 0 0,41-16 1 0 0,-60 27 43 0 0,1 0 1 0 0,0 1-1 0 0,0 0 1 0 0,0 0-1 0 0,0 0 0 0 0,0 0 1 0 0,0 1-1 0 0,0 0 1 0 0,0 0-1 0 0,0 0 1 0 0,7 1-1 0 0,-10 0 14 0 0,1 0 0 0 0,-1 0 0 0 0,1 0 0 0 0,-1 0 0 0 0,1 1 0 0 0,-1-1 0 0 0,1 1 0 0 0,-1-1 0 0 0,0 1 0 0 0,0 0 0 0 0,0 0 0 0 0,0 0 0 0 0,0 0 0 0 0,-1 0 0 0 0,1 0 0 0 0,0 1-1 0 0,-1-1 1 0 0,0 0 0 0 0,1 1 0 0 0,-1-1 0 0 0,1 6 0 0 0,2 6 11 0 0,-1 0-1 0 0,0 1 1 0 0,-1 0-1 0 0,-1-1 0 0 0,-1 30 1 0 0,-1-31-6 0 0,1 0 0 0 0,0 1 0 0 0,1-1 0 0 0,1 1 0 0 0,0-1 0 0 0,1 0 1 0 0,6 18-1 0 0,-8-28 7 0 0,0 0 1 0 0,1 0 0 0 0,0 0-1 0 0,-1 0 1 0 0,1 0 0 0 0,0 0-1 0 0,0-1 1 0 0,0 1 0 0 0,1-1 0 0 0,-1 1-1 0 0,1-1 1 0 0,-1 0 0 0 0,1 0-1 0 0,0 0 1 0 0,0-1 0 0 0,0 1-1 0 0,0 0 1 0 0,3 0 0 0 0,-1-1 2 0 0,-1 0 0 0 0,1 0 0 0 0,-1 0 0 0 0,1-1 0 0 0,0 0 1 0 0,-1 0-1 0 0,1 0 0 0 0,0 0 0 0 0,-1-1 0 0 0,1 0 0 0 0,7-2 0 0 0,-1-1 2 0 0,0-1 1 0 0,0 0-1 0 0,-1 0 0 0 0,0-1 0 0 0,0 0 0 0 0,-1 0 1 0 0,1-1-1 0 0,-1-1 0 0 0,13-14 0 0 0,-7 3 47 0 0,0-1 0 0 0,-2 0 0 0 0,-1-1 0 0 0,0 0-1 0 0,-1-1 1 0 0,-2 0 0 0 0,0-1 0 0 0,-1 0 0 0 0,8-46-1 0 0,-15 51 75 0 0,-1 18-133 0 0,0-1 1 0 0,0 0-1 0 0,0 1 1 0 0,0-1-1 0 0,0 0 1 0 0,0 1 0 0 0,-1-1-1 0 0,1 0 1 0 0,0 1-1 0 0,0-1 1 0 0,-1 0-1 0 0,1 1 1 0 0,0-1-1 0 0,-1 1 1 0 0,1-1 0 0 0,-1 1-1 0 0,1-1 1 0 0,0 1-1 0 0,-1-1 1 0 0,1 1-1 0 0,-1-1 1 0 0,1 1-1 0 0,-1-1 1 0 0,0 1 0 0 0,1 0-1 0 0,-2-1 1 0 0,1 0-4 0 0,0 1 0 0 0,1 0 1 0 0,-1-1-1 0 0,0 1 0 0 0,0 0 1 0 0,0-1-1 0 0,0 1 0 0 0,0 0 1 0 0,0 0-1 0 0,0 0 1 0 0,0 0-1 0 0,0 0 0 0 0,0 0 1 0 0,0 0-1 0 0,0 0 0 0 0,0 1 1 0 0,0-1-1 0 0,0 0 0 0 0,0 0 1 0 0,0 1-1 0 0,0-1 0 0 0,0 1 1 0 0,0-1-1 0 0,0 1 0 0 0,-1 0 1 0 0,0 1 0 0 0,-5 1-4 0 0,1 1 0 0 0,0 0 0 0 0,0 1 0 0 0,0-1 0 0 0,1 1 0 0 0,-1 0 0 0 0,1 1 0 0 0,0-1 0 0 0,1 1 0 0 0,-1 0 0 0 0,1 0 0 0 0,0 1 0 0 0,-3 7 0 0 0,1-2 4 0 0,1 0 0 0 0,1 1 0 0 0,0 0 0 0 0,0 0-1 0 0,1 0 1 0 0,-1 17 0 0 0,3-24 6 0 0,1 0-1 0 0,0-1 0 0 0,0 1 0 0 0,1 0 1 0 0,0-1-1 0 0,0 1 0 0 0,0-1 0 0 0,1 1 1 0 0,-1-1-1 0 0,1 1 0 0 0,1-1 0 0 0,-1 0 1 0 0,1 0-1 0 0,0 0 0 0 0,0 0 0 0 0,0-1 1 0 0,0 1-1 0 0,1-1 0 0 0,0 0 0 0 0,0 0 0 0 0,0 0 1 0 0,1 0-1 0 0,-1-1 0 0 0,1 1 0 0 0,0-1 1 0 0,0-1-1 0 0,0 1 0 0 0,0-1 0 0 0,0 0 1 0 0,1 0-1 0 0,-1 0 0 0 0,11 2 0 0 0,9 0-533 0 0,0-1 0 0 0,0-1 0 0 0,1-1 0 0 0,-1-1 0 0 0,37-5 0 0 0,-23-1-2841 0 0,-1-2 0 0 0,69-23 0 0 0,-59 13-3427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2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59 936 0 0,'8'-12'2047'0'0,"-4"7"-1190"0"0,0-1-1 0 0,0 1 1 0 0,1-1-1 0 0,-1 1 1 0 0,1 1-1 0 0,7-7 1 0 0,-11 11-780 0 0,1-1 1 0 0,-1 0-1 0 0,0 1 1 0 0,0-1-1 0 0,1 1 0 0 0,-1 0 1 0 0,0-1-1 0 0,1 1 1 0 0,-1 0-1 0 0,1 0 1 0 0,-1 0-1 0 0,0 0 1 0 0,1 0-1 0 0,-1 0 0 0 0,0 0 1 0 0,1 0-1 0 0,-1 0 1 0 0,1 1-1 0 0,1 0 1 0 0,0 0-1 0 0,0 1 1 0 0,0 0 0 0 0,0-1-1 0 0,0 1 1 0 0,-1 0 0 0 0,1 0 0 0 0,4 5-1 0 0,1 2 38 0 0,-1 0-1 0 0,0 1 0 0 0,9 15 0 0 0,-7-7 109 0 0,0 1 0 0 0,-1 0 0 0 0,-1 0 0 0 0,-1 1-1 0 0,0 0 1 0 0,-2 1 0 0 0,0-1 0 0 0,-1 1 0 0 0,-1-1-1 0 0,-1 1 1 0 0,-1 0 0 0 0,-1-1 0 0 0,-1 1 0 0 0,-1 0-1 0 0,0-1 1 0 0,-2 0 0 0 0,-12 38 0 0 0,16-55-83 0 0,0-1 1 0 0,-1 1-1 0 0,1 0 0 0 0,0 0 1 0 0,-1 0-1 0 0,1 0 1 0 0,-1-1-1 0 0,0 1 0 0 0,0-1 1 0 0,0 0-1 0 0,-3 4 1 0 0,3-5 34 0 0,1-1-170 0 0,0 0 0 0 0,0 0 0 0 0,0-1 0 0 0,1 1-1 0 0,-1 0 1 0 0,0 0 0 0 0,0-1 0 0 0,0 1 0 0 0,0 0 0 0 0,0-1 0 0 0,1 1 0 0 0,-1-1 0 0 0,0 1 0 0 0,0-1-1 0 0,1 1 1 0 0,-1-1 0 0 0,0 1 0 0 0,0-1 0 0 0,1 0 0 0 0,-1 1 0 0 0,1-1 0 0 0,-1 0 0 0 0,1 0 0 0 0,-1 0-1 0 0,0 0 1 0 0,0-3 18 0 0,0 1-1 0 0,0 0 1 0 0,0 0-1 0 0,1-1 1 0 0,-1 1-1 0 0,1 0 1 0 0,-1-5-1 0 0,1-5 55 0 0,1 1 0 0 0,4-24 0 0 0,-2 23-94 0 0,0 1 1 0 0,0 0-1 0 0,2 0 1 0 0,-1 1-1 0 0,2-1 0 0 0,-1 1 1 0 0,1 0-1 0 0,1 0 1 0 0,12-14-1 0 0,-15 19 4 0 0,1 1 1 0 0,0 1-1 0 0,0-1 0 0 0,0 1 1 0 0,0 0-1 0 0,1 0 1 0 0,-1 0-1 0 0,1 1 0 0 0,0 0 1 0 0,0 0-1 0 0,1 0 0 0 0,-1 1 1 0 0,0 0-1 0 0,1 0 0 0 0,0 1 1 0 0,-1-1-1 0 0,1 1 1 0 0,0 1-1 0 0,8 0 0 0 0,-5 1 31 0 0,-1 0 0 0 0,0 1 0 0 0,0 0 0 0 0,0 0 0 0 0,0 1 0 0 0,0 0 0 0 0,0 1 0 0 0,-1 0 0 0 0,0 0 0 0 0,0 1 0 0 0,0 0 0 0 0,0 1 1 0 0,-1-1-1 0 0,0 1 0 0 0,0 1 0 0 0,0-1 0 0 0,-1 1 0 0 0,0 1 0 0 0,0-1 0 0 0,-1 1 0 0 0,0 0 0 0 0,-1 0 0 0 0,1 0 0 0 0,-1 1 0 0 0,-1-1 0 0 0,0 1 0 0 0,0 0 0 0 0,-1 0 0 0 0,0 0 0 0 0,0 0 0 0 0,-1 1 0 0 0,0-1 0 0 0,-1 0 0 0 0,0 1 0 0 0,-1-1 0 0 0,1 0 0 0 0,-2 1 0 0 0,1-1 0 0 0,-1 0 0 0 0,-5 11 0 0 0,7-18 32 0 0,-1-1-1 0 0,1 0 1 0 0,-1 1 0 0 0,1-1 0 0 0,-1 0-1 0 0,0 0 1 0 0,0 0 0 0 0,0 1-1 0 0,0-1 1 0 0,0 0 0 0 0,-2 1 0 0 0,3-2-39 0 0,0 1 1 0 0,0-1 0 0 0,-1 0 0 0 0,1 0 0 0 0,0 0-1 0 0,-1 0 1 0 0,1 0 0 0 0,0 1 0 0 0,-1-1-1 0 0,1 0 1 0 0,0 0 0 0 0,-1 0 0 0 0,1 0 0 0 0,-1 0-1 0 0,1 0 1 0 0,0 0 0 0 0,-1 0 0 0 0,1-1 0 0 0,0 1-1 0 0,-1 0 1 0 0,1 0 0 0 0,0 0 0 0 0,-1 0 0 0 0,1 0-1 0 0,0 0 1 0 0,-1-1 0 0 0,1 1 0 0 0,-1 0-1 0 0,0-2 1 0 0,0 1-1 0 0,0 0 1 0 0,0-1-1 0 0,0 1 1 0 0,1-1-1 0 0,-1 1 1 0 0,0-1-1 0 0,1 1 0 0 0,-1-1 1 0 0,1 0-1 0 0,-1 1 1 0 0,1-1-1 0 0,0 0 1 0 0,-1 1-1 0 0,1-4 0 0 0,1-12-12 0 0,0 0-1 0 0,2 0 0 0 0,0 0 0 0 0,0 0 1 0 0,2 1-1 0 0,0 0 0 0 0,1 0 0 0 0,0 0 1 0 0,1 0-1 0 0,1 1 0 0 0,16-23 0 0 0,-14 23-29 0 0,2 1-1 0 0,-1 0 0 0 0,2 0 0 0 0,0 2 1 0 0,0-1-1 0 0,1 2 0 0 0,0 0 1 0 0,1 0-1 0 0,1 2 0 0 0,28-15 0 0 0,-37 21 19 0 0,-1 1 0 0 0,1 0 0 0 0,-1 0-1 0 0,1 1 1 0 0,0-1 0 0 0,0 1 0 0 0,0 1-1 0 0,0-1 1 0 0,-1 1 0 0 0,1 1-1 0 0,0-1 1 0 0,0 1 0 0 0,10 3 0 0 0,-12-3 12 0 0,-1 0 1 0 0,0 1 0 0 0,0 0-1 0 0,-1 0 1 0 0,1 0 0 0 0,0 0-1 0 0,-1 0 1 0 0,1 1 0 0 0,-1 0-1 0 0,0 0 1 0 0,0 0 0 0 0,0 0-1 0 0,0 0 1 0 0,0 0 0 0 0,-1 1-1 0 0,1-1 1 0 0,-1 1 0 0 0,0 0-1 0 0,0 0 1 0 0,0 0 0 0 0,-1 0-1 0 0,2 6 1 0 0,-1 0 14 0 0,0 0 0 0 0,-1-1 0 0 0,0 1 0 0 0,-1 0 0 0 0,0 0 0 0 0,-1 0 0 0 0,-3 17 0 0 0,-20 70 31 0 0,11-56-73 0 0,4-12-327 0 0,-7 27-1289 0 0,15-51 1268 0 0,1-1-1 0 0,-1 1 1 0 0,1-1 0 0 0,-1 1-1 0 0,1-1 1 0 0,1 1-1 0 0,-1 0 1 0 0,1-1 0 0 0,1 8-1 0 0,-1-11 101 0 0,-1 1 0 0 0,1-1 0 0 0,0 1 0 0 0,0 0 0 0 0,0-1 0 0 0,0 0 0 0 0,0 1 0 0 0,0-1 0 0 0,0 0 0 0 0,1 1 0 0 0,-1-1 0 0 0,0 0 0 0 0,1 0 0 0 0,-1 0 0 0 0,1 0 0 0 0,-1 0 0 0 0,1 0 0 0 0,0-1 0 0 0,-1 1 0 0 0,1-1 0 0 0,0 1 0 0 0,0-1 0 0 0,-1 1 0 0 0,1-1 0 0 0,0 0 0 0 0,2 0 0 0 0,11 1-3127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4.2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206 727 2084 0 0,'8'-12'1694'0'0,"1"-1"-1"0"0,-2 1 1 0 0,0-2-1 0 0,10-23 1 0 0,-15 31-1278 0 0,0 0 0 0 0,-1 1 0 0 0,0-1 0 0 0,0 0 0 0 0,0 0 0 0 0,0 0 0 0 0,-1 0 0 0 0,0-1 0 0 0,0 1 0 0 0,-1 0 0 0 0,0 0 0 0 0,0 0-1 0 0,-3-11 1 0 0,3 16-403 0 0,1 1 0 0 0,0-1-1 0 0,-1 1 1 0 0,1-1-1 0 0,-1 0 1 0 0,1 1 0 0 0,-1-1-1 0 0,0 1 1 0 0,1 0-1 0 0,-1-1 1 0 0,1 1-1 0 0,-1-1 1 0 0,0 1 0 0 0,1 0-1 0 0,-1-1 1 0 0,0 1-1 0 0,0 0 1 0 0,1 0-1 0 0,-1 0 1 0 0,0-1 0 0 0,0 1-1 0 0,1 0 1 0 0,-1 0-1 0 0,0 0 1 0 0,0 0 0 0 0,1 0-1 0 0,-1 0 1 0 0,0 1-1 0 0,0-1 1 0 0,1 0-1 0 0,-1 0 1 0 0,0 1 0 0 0,-25 8 117 0 0,13-2-78 0 0,0 0 0 0 0,0 1 1 0 0,1 1-1 0 0,0 0 0 0 0,1 1 0 0 0,-12 12 0 0 0,0 2 39 0 0,-32 48 0 0 0,51-66-81 0 0,0 1 0 0 0,0 0 0 0 0,0 1-1 0 0,1-1 1 0 0,0 0 0 0 0,1 1 0 0 0,-1 0-1 0 0,1 0 1 0 0,-1 9 0 0 0,3-14-2 0 0,0 0 1 0 0,-1 0-1 0 0,1 0 1 0 0,0-1-1 0 0,0 1 0 0 0,1 0 1 0 0,-1 0-1 0 0,1 0 1 0 0,-1-1-1 0 0,1 1 0 0 0,0 0 1 0 0,0 0-1 0 0,0-1 1 0 0,0 1-1 0 0,1-1 0 0 0,-1 1 1 0 0,1-1-1 0 0,-1 0 1 0 0,1 1-1 0 0,0-1 0 0 0,0 0 1 0 0,0 0-1 0 0,0 0 1 0 0,0-1-1 0 0,0 1 0 0 0,1 0 1 0 0,-1-1-1 0 0,6 3 1 0 0,-4-2 1 0 0,1 0 1 0 0,-1 0-1 0 0,1-1 1 0 0,0 0-1 0 0,0 0 1 0 0,0 0-1 0 0,0 0 1 0 0,0-1-1 0 0,0 0 1 0 0,0 0 0 0 0,0 0-1 0 0,0 0 1 0 0,0-1-1 0 0,0 0 1 0 0,-1 0-1 0 0,1-1 1 0 0,0 1-1 0 0,7-4 1 0 0,-5 1-1 0 0,-1 0 0 0 0,0-1 0 0 0,0 1 0 0 0,0-1 0 0 0,0 0 0 0 0,-1-1 0 0 0,0 1 0 0 0,0-1 0 0 0,-1 0 0 0 0,1 0 0 0 0,5-13 0 0 0,2-6 315 0 0,-2-2 1 0 0,0 1 0 0 0,-2-1-1 0 0,9-53 1 0 0,-15 69 13 0 0,4-14-55 0 0,-5 23-279 0 0,-3 16 18 0 0,0-4-1 0 0,-17 119 133 0 0,18-115-136 0 0,1 1 1 0 0,0 0-1 0 0,1 0 1 0 0,1-1-1 0 0,0 1 0 0 0,8 25 1 0 0,-9-38-19 0 0,0 1 1 0 0,0-1-1 0 0,0 1 0 0 0,0-1 1 0 0,0 0-1 0 0,0 1 1 0 0,1-1-1 0 0,-1 0 0 0 0,1 0 1 0 0,0 0-1 0 0,0 0 0 0 0,-1 0 1 0 0,1-1-1 0 0,0 1 1 0 0,1 0-1 0 0,-1-1 0 0 0,0 0 1 0 0,0 1-1 0 0,1-1 0 0 0,-1 0 1 0 0,1 0-1 0 0,-1 0 1 0 0,1-1-1 0 0,-1 1 0 0 0,1 0 1 0 0,-1-1-1 0 0,1 0 0 0 0,-1 1 1 0 0,1-1-1 0 0,0 0 1 0 0,-1-1-1 0 0,1 1 0 0 0,0 0 1 0 0,-1-1-1 0 0,1 1 0 0 0,2-2 1 0 0,7-2-64 0 0,0 0 0 0 0,-1 0-1 0 0,1-2 1 0 0,-1 1 0 0 0,-1-1 0 0 0,15-10 0 0 0,-2-2-71 0 0,0-2 1 0 0,-2 0 0 0 0,0-1-1 0 0,-1-1 1 0 0,-1-1-1 0 0,-1 0 1 0 0,-1-2-1 0 0,16-30 1 0 0,0-9 33 0 0,-3-1 0 0 0,27-83 0 0 0,7-103 1448 0 0,-44 158 33 0 0,-40 162-1123 0 0,-50 299 825 0 0,61-300-962 0 0,3 1 1 0 0,4-1 0 0 0,8 99-1 0 0,-6-156-101 0 0,2 0 0 0 0,0-1-1 0 0,0 1 1 0 0,0-1-1 0 0,2 0 1 0 0,7 18-1 0 0,-10-25-18 0 0,1-1 1 0 0,0 1-1 0 0,-1 0 0 0 0,2 0 1 0 0,-1-1-1 0 0,0 1 0 0 0,0-1 0 0 0,1 0 1 0 0,-1 0-1 0 0,1 0 0 0 0,0 0 1 0 0,-1 0-1 0 0,1 0 0 0 0,0-1 1 0 0,0 1-1 0 0,0-1 0 0 0,0 0 0 0 0,1 0 1 0 0,-1 0-1 0 0,0 0 0 0 0,0-1 1 0 0,1 1-1 0 0,-1-1 0 0 0,0 0 1 0 0,6 0-1 0 0,1-1-37 0 0,-1-1 0 0 0,0 0-1 0 0,0 0 1 0 0,0-1 0 0 0,0 0 0 0 0,0-1 0 0 0,-1 1 0 0 0,1-2 0 0 0,-1 1 0 0 0,0-1 0 0 0,13-12-1 0 0,-5 5-49 0 0,-1-2-1 0 0,-1 0 1 0 0,-1 0 0 0 0,19-27-1 0 0,-16 18 32 0 0,-1-1 0 0 0,-1-1 1 0 0,-1 0-1 0 0,12-35 0 0 0,-19 42 84 0 0,0 1 0 0 0,-2-2 1 0 0,0 1-1 0 0,-1 0 0 0 0,-1-1 0 0 0,-1 1 0 0 0,-2-30 1 0 0,1 45-44 0 0,0 1 1 0 0,0 0 0 0 0,-1-1-1 0 0,1 1 1 0 0,-1 0 0 0 0,0 0-1 0 0,0 0 1 0 0,0 0 0 0 0,0-1 0 0 0,0 1-1 0 0,0 0 1 0 0,-3-3 0 0 0,3 4 7 0 0,1 1 1 0 0,-1-1-1 0 0,1 1 1 0 0,-1-1-1 0 0,1 1 1 0 0,-1 0 0 0 0,0-1-1 0 0,1 1 1 0 0,-1 0-1 0 0,0-1 1 0 0,0 1-1 0 0,1 0 1 0 0,-1 0 0 0 0,0 0-1 0 0,1 0 1 0 0,-1-1-1 0 0,0 1 1 0 0,0 0-1 0 0,1 0 1 0 0,-1 0 0 0 0,0 1-1 0 0,0-1 1 0 0,1 0-1 0 0,-1 0 1 0 0,0 0-1 0 0,0 0 1 0 0,1 1 0 0 0,-1-1-1 0 0,0 0 1 0 0,1 1-1 0 0,-1-1 1 0 0,1 0-1 0 0,-1 1 1 0 0,0-1 0 0 0,1 1-1 0 0,-1-1 1 0 0,1 1-1 0 0,-1-1 1 0 0,0 2-1 0 0,0-1 0 0 0,1 0 0 0 0,-1 0 0 0 0,0 0 0 0 0,0 1 0 0 0,1-1 0 0 0,-1 0 0 0 0,1 0 0 0 0,-1 1 0 0 0,1-1-1 0 0,0 0 1 0 0,-1 1 0 0 0,1-1 0 0 0,0 0 0 0 0,0 1 0 0 0,0-1 0 0 0,0 0 0 0 0,0 1 0 0 0,0-1 0 0 0,0 0 0 0 0,1 1 0 0 0,-1-1-1 0 0,0 0 1 0 0,1 1 0 0 0,-1-1 0 0 0,1 0 0 0 0,0 0 0 0 0,-1 0 0 0 0,1 1 0 0 0,0-1 0 0 0,-1 0 0 0 0,1 0 0 0 0,0 0-1 0 0,2 1 1 0 0,1 3-53 0 0,0 0-1 0 0,1-1 1 0 0,-1 1-1 0 0,1-1 0 0 0,9 5 1 0 0,-3-3-35 0 0,-1-1 1 0 0,2 0 0 0 0,-1-1-1 0 0,0-1 1 0 0,1 1-1 0 0,14 1 1 0 0,-1-2-235 0 0,49 2 1 0 0,-57-5 248 0 0,0-1 1 0 0,0 0 0 0 0,0-1 0 0 0,0-1 0 0 0,27-8 0 0 0,-35 7 167 0 0,0 1 1 0 0,-1-1 0 0 0,1-1-1 0 0,-1 0 1 0 0,1 0-1 0 0,-2 0 1 0 0,1-1-1 0 0,0 0 1 0 0,-1-1-1 0 0,-1 0 1 0 0,11-11 0 0 0,-17 17-57 0 0,12-17 624 0 0,-12 17-642 0 0,1 0 0 0 0,-1 0 0 0 0,0 1-1 0 0,1-1 1 0 0,-1 0 0 0 0,0 1 0 0 0,0-1 0 0 0,0 0-1 0 0,0 0 1 0 0,0 1 0 0 0,0-1 0 0 0,0 0 0 0 0,0 0-1 0 0,0 1 1 0 0,0-1 0 0 0,0 0 0 0 0,-1 0 0 0 0,1 1-1 0 0,0-1 1 0 0,0 0 0 0 0,-1 1 0 0 0,1-1-1 0 0,0 0 1 0 0,-1 0 0 0 0,-2 1-5 0 0,1 1 0 0 0,0 0 0 0 0,0-1 0 0 0,0 1 0 0 0,1 0 1 0 0,-1 0-1 0 0,0 1 0 0 0,0-1 0 0 0,0 0 0 0 0,-1 2 0 0 0,-13 13 122 0 0,0 0-1 0 0,2 1 1 0 0,0 0-1 0 0,1 1 0 0 0,1 1 1 0 0,-17 34-1 0 0,17-30-48 0 0,2 0 0 0 0,-14 44 0 0 0,21-56-67 0 0,1 0-1 0 0,0 0 1 0 0,0 0 0 0 0,1 0 0 0 0,0 0 0 0 0,1 1 0 0 0,0-1-1 0 0,4 21 1 0 0,-2-28-42 0 0,-1 1 0 0 0,1-1 0 0 0,0 0 0 0 0,0 1 0 0 0,1-1 0 0 0,-1 0 0 0 0,1-1 0 0 0,0 1 0 0 0,0 0 0 0 0,0-1-1 0 0,1 1 1 0 0,-1-1 0 0 0,1 0 0 0 0,0 0 0 0 0,-1-1 0 0 0,1 1 0 0 0,1-1 0 0 0,-1 0 0 0 0,0 0 0 0 0,8 3 0 0 0,4 0-242 0 0,-1-1-1 0 0,1 0 1 0 0,0-1 0 0 0,28 3 0 0 0,-21-5-65 0 0,-1-1 1 0 0,1 0-1 0 0,-1-2 0 0 0,1 0 1 0 0,-1-2-1 0 0,0 0 0 0 0,0-2 0 0 0,0 0 1 0 0,-1-1-1 0 0,24-12 0 0 0,-30 11 316 0 0,0-1-1 0 0,0 0 1 0 0,-1-1-1 0 0,0-1 1 0 0,0 0-1 0 0,-1-1 1 0 0,-1 0-1 0 0,0-1 0 0 0,-1 0 1 0 0,0-1-1 0 0,-1 0 1 0 0,-1-1-1 0 0,13-26 1 0 0,-11 15 1375 0 0,-2-1 1 0 0,-1-1 0 0 0,9-55 0 0 0,-9 40 535 0 0,-5 33-1577 0 0,0-6-85 0 0,-4 14-183 0 0,-3 8 4 0 0,-3 8-59 0 0,2-1-1 0 0,0 1 1 0 0,0 0-1 0 0,-4 25 1 0 0,2-7 35 0 0,-3 10-424 0 0,1 1 0 0 0,3 0-1 0 0,1 0 1 0 0,3 86 0 0 0,2-124 65 0 0,0-1 1 0 0,1 0 0 0 0,-1 0-1 0 0,1 1 1 0 0,0-1-1 0 0,0 0 1 0 0,1 0 0 0 0,0 0-1 0 0,-1 0 1 0 0,1 0-1 0 0,0 0 1 0 0,4 4 0 0 0,-5-6-133 0 0,1-1 0 0 0,0 1 0 0 0,0 0 0 0 0,0-1 0 0 0,-1 0 0 0 0,1 1 0 0 0,1-1 0 0 0,-1 0 1 0 0,0 0-1 0 0,0 0 0 0 0,0 0 0 0 0,1 0 0 0 0,-1-1 0 0 0,0 1 0 0 0,1 0 0 0 0,-1-1 0 0 0,0 0 1 0 0,1 0-1 0 0,-1 0 0 0 0,1 0 0 0 0,-1 0 0 0 0,0 0 0 0 0,4-1 0 0 0,9-2-5825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4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0 185 476 0 0,'9'-16'2843'0'0,"0"1"1"0"0,1-1-1 0 0,1 2 0 0 0,13-15 1 0 0,-23 29-2811 0 0,0-1 0 0 0,-1 1 1 0 0,1-1-1 0 0,0 1 0 0 0,0 0 0 0 0,0-1 1 0 0,0 1-1 0 0,0 0 0 0 0,0 0 0 0 0,0-1 1 0 0,-1 1-1 0 0,1 0 0 0 0,0 0 1 0 0,0 0-1 0 0,0 0 0 0 0,0 0 0 0 0,0 0 1 0 0,0 1-1 0 0,0-1 0 0 0,0 0 1 0 0,0 0-1 0 0,0 1 0 0 0,0-1 0 0 0,1 1 1 0 0,20 13 257 0 0,-17-9-131 0 0,-1 0 0 0 0,1 0 0 0 0,-1 0 0 0 0,0 1-1 0 0,0 0 1 0 0,-1 0 0 0 0,0 0 0 0 0,0 0 0 0 0,0 1 0 0 0,-1-1 0 0 0,0 1-1 0 0,0 0 1 0 0,0-1 0 0 0,0 13 0 0 0,0 1 259 0 0,0 1 0 0 0,-2 0-1 0 0,-3 32 1 0 0,-2-27-71 0 0,-1-1-1 0 0,-1 0 1 0 0,-1 0-1 0 0,-1-1 1 0 0,-1 0-1 0 0,-14 23 1 0 0,24-46-336 0 0,0-1-1 0 0,0 1 1 0 0,0-1-1 0 0,-1 1 1 0 0,1-1-1 0 0,0 1 1 0 0,0-1-1 0 0,0 0 1 0 0,-1 1-1 0 0,1-1 1 0 0,0 1-1 0 0,0-1 1 0 0,-1 0-1 0 0,1 1 1 0 0,0-1-1 0 0,-1 0 1 0 0,1 1-1 0 0,-1-1 1 0 0,1 0-1 0 0,0 0 1 0 0,-1 1-1 0 0,1-1 1 0 0,-1 0-1 0 0,1 0 1 0 0,-1 0-1 0 0,1 1 1 0 0,0-1-1 0 0,-1 0 1 0 0,1 0-1 0 0,-1 0 1 0 0,1 0-1 0 0,-1 0 1 0 0,1 0-1 0 0,-1 0 1 0 0,1 0-1 0 0,-1 0 1 0 0,1 0-1 0 0,-1 0 1 0 0,1-1-1 0 0,-1 1 1 0 0,0 0-1 0 0,1-1-9 0 0,0 0-1 0 0,0 0 1 0 0,0 0-1 0 0,0 0 1 0 0,0-1-1 0 0,0 1 1 0 0,0 0-1 0 0,0 0 1 0 0,0 0-1 0 0,0 0 1 0 0,1 0-1 0 0,0-1 1 0 0,6-18-99 0 0,1 2 1 0 0,0-1 0 0 0,1 1-1 0 0,2 1 1 0 0,0-1-1 0 0,18-22 1 0 0,-12 17 21 0 0,58-75-176 0 0,-36 50 798 0 0,62-104 0 0 0,-84 120-184 0 0,-17 30-321 0 0,-1-1-36 0 0,2 3-6 0 0,-1 0 1 0 0,0 0-1 0 0,0-1 0 0 0,0 1 0 0 0,0 0 1 0 0,0 0-1 0 0,0 0 0 0 0,0-1 0 0 0,0 1 1 0 0,0 0-1 0 0,0 0 0 0 0,0 0 0 0 0,0-1 1 0 0,0 1-1 0 0,0 0 0 0 0,0 0 0 0 0,0 0 0 0 0,-1-1 1 0 0,1 1-1 0 0,0 0 0 0 0,0 0 0 0 0,0 0 1 0 0,0 0-1 0 0,0-1 0 0 0,0 1 0 0 0,0 0 1 0 0,-1 0-1 0 0,1 0 0 0 0,0 0 0 0 0,0 0 0 0 0,0 0 1 0 0,0-1-1 0 0,0 1 0 0 0,-1 0 0 0 0,1 0 1 0 0,0 0-1 0 0,0 0 0 0 0,0 0 0 0 0,-1 0 1 0 0,1 0-1 0 0,-7 2 6 0 0,1 1-1 0 0,0-1 1 0 0,-1 2 0 0 0,1-1-1 0 0,1 0 1 0 0,-1 1 0 0 0,0 0 0 0 0,1 1-1 0 0,0-1 1 0 0,-6 8 0 0 0,-3 3 158 0 0,0 0 0 0 0,-14 24 0 0 0,22-29-56 0 0,-1 1 1 0 0,2 0 0 0 0,0 0 0 0 0,0 0 0 0 0,1 1 0 0 0,0 0-1 0 0,1 0 1 0 0,1 0 0 0 0,0 0 0 0 0,-1 15 0 0 0,3-20-77 0 0,-1 0 0 0 0,2 0 0 0 0,-1 1 0 0 0,1-1 0 0 0,0 0 0 0 0,0 0 0 0 0,1 1 0 0 0,0-1 0 0 0,1 0 0 0 0,-1-1 0 0 0,1 1 0 0 0,0 0 0 0 0,1-1 0 0 0,0 0 0 0 0,0 0 1 0 0,0 0-1 0 0,1 0 0 0 0,5 5 0 0 0,-4-6-164 0 0,0 0 1 0 0,1 0-1 0 0,0 0 1 0 0,0-1 0 0 0,0 0-1 0 0,0-1 1 0 0,1 1-1 0 0,-1-2 1 0 0,1 1-1 0 0,0-1 1 0 0,0 0 0 0 0,0 0-1 0 0,0-1 1 0 0,0 0-1 0 0,0-1 1 0 0,0 1 0 0 0,0-2-1 0 0,15-1 1 0 0,-13 0-626 0 0,-1 0 0 0 0,0 0 0 0 0,1-1 1 0 0,-1-1-1 0 0,0 1 0 0 0,14-9 0 0 0,-15 7-423 0 0,0 0-1 0 0,-1-1 0 0 0,1 0 1 0 0,-1 0-1 0 0,-1-1 0 0 0,1 1 1 0 0,5-10-1 0 0,4-8-4875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4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236 99 1476 0 0,'-193'-87'20035'0'0,"188"84"-20130"0"0,2 1-90 0 0,0 1 1 0 0,-1 0-1 0 0,1 0 0 0 0,0 0 0 0 0,-1 0 1 0 0,-4-1-1 0 0,-1 3-3841 0 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5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24 4396 0 0,'-213'27'11050'0'0,"200"-25"-10250"0"0,16 1-297 0 0,21 0-162 0 0,457-25 62 0 0,-148 2-2660 0 0,19 8-5200 0 0,-236 7 2082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6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563 805 2412 0 0,'6'-17'1720'0'0,"-1"1"0"0"0,-1-1-1 0 0,0 0 1 0 0,-1-1 0 0 0,0-24-1 0 0,-2 36-1560 0 0,-1 0 1 0 0,0 0-1 0 0,-1 0 0 0 0,1 0 0 0 0,-1 0 0 0 0,0 0 0 0 0,-1 0 1 0 0,1 1-1 0 0,-1-1 0 0 0,0 0 0 0 0,-1 1 0 0 0,1 0 0 0 0,-1-1 1 0 0,0 1-1 0 0,-1 0 0 0 0,1 0 0 0 0,-1 1 0 0 0,0-1 0 0 0,-6-5 0 0 0,6 7-146 0 0,0 1 0 0 0,0 0-1 0 0,0 1 1 0 0,0-1-1 0 0,0 1 1 0 0,0-1 0 0 0,0 1-1 0 0,0 0 1 0 0,-1 1-1 0 0,1-1 1 0 0,0 1-1 0 0,0 0 1 0 0,-1 0 0 0 0,1 0-1 0 0,0 0 1 0 0,-1 1-1 0 0,1 0 1 0 0,0 0-1 0 0,0 0 1 0 0,-6 2 0 0 0,-6 3-6 0 0,1 1 0 0 0,-1 0 0 0 0,-27 19 0 0 0,9-3 4 0 0,0 2 1 0 0,2 1-1 0 0,0 2 0 0 0,2 0 0 0 0,1 3 1 0 0,2 0-1 0 0,1 2 0 0 0,1 1 1 0 0,-31 58-1 0 0,49-78-25 0 0,0 0 0 0 0,-7 26 1 0 0,12-36 10 0 0,1 1 0 0 0,0 0 0 0 0,0 0 1 0 0,0 0-1 0 0,1-1 0 0 0,0 1 0 0 0,0 0 0 0 0,0 0 1 0 0,0 0-1 0 0,1 0 0 0 0,0 0 0 0 0,2 7 0 0 0,-2-10 4 0 0,0 0 0 0 0,0 0 0 0 0,0 0 0 0 0,1-1 0 0 0,-1 1 0 0 0,1 0 0 0 0,-1-1 0 0 0,1 1-1 0 0,-1-1 1 0 0,1 1 0 0 0,0-1 0 0 0,0 0 0 0 0,-1 0 0 0 0,1 0 0 0 0,0 0 0 0 0,0 0-1 0 0,0 0 1 0 0,0 0 0 0 0,1-1 0 0 0,-1 1 0 0 0,0-1 0 0 0,0 1 0 0 0,0-1 0 0 0,0 0-1 0 0,1 0 1 0 0,-1 0 0 0 0,0 0 0 0 0,2-1 0 0 0,8 0-23 0 0,0-1 0 0 0,-1 0 0 0 0,21-7 1 0 0,-31 9 16 0 0,24-9-101 0 0,-1 0 1 0 0,0-1-1 0 0,0-2 1 0 0,-2 0-1 0 0,1-2 1 0 0,39-31-1 0 0,-34 21-30 0 0,-2-1-1 0 0,-1-1 1 0 0,-1-2 0 0 0,30-44-1 0 0,-20 18 39 0 0,-3-2-1 0 0,-2-1 1 0 0,-2-1-1 0 0,-3-2 1 0 0,22-84-1 0 0,20-132 1076 0 0,-42 169-555 0 0,-22 103-437 0 0,-1 5 5 0 0,0 12 2 0 0,-2 24 4 0 0,-115 536 1097 0 0,87-459-849 0 0,20-76-175 0 0,-30 140 158 0 0,35-151-177 0 0,1-1 0 0 0,2 0 0 0 0,0 1 0 0 0,5 45 0 0 0,-3-67-33 0 0,-1 0-1 0 0,2 0 1 0 0,-1-1 0 0 0,0 1-1 0 0,1 0 1 0 0,0-1-1 0 0,0 1 1 0 0,0-1-1 0 0,0 0 1 0 0,1 0 0 0 0,0 0-1 0 0,0 0 1 0 0,0 0-1 0 0,0 0 1 0 0,7 5 0 0 0,-5-5-3 0 0,0-1 0 0 0,0 0 1 0 0,1 0-1 0 0,-1-1 1 0 0,1 0-1 0 0,-1 0 0 0 0,1 0 1 0 0,0 0-1 0 0,0-1 1 0 0,0 0-1 0 0,0 0 1 0 0,9 0-1 0 0,-1-1 11 0 0,0-1-1 0 0,0 0 1 0 0,-1-1-1 0 0,1 0 1 0 0,-1-1-1 0 0,0 0 1 0 0,1-1-1 0 0,22-11 1 0 0,-18 6-8 0 0,-1-1 1 0 0,0 0 0 0 0,-1-1 0 0 0,0-1-1 0 0,23-23 1 0 0,-16 10-11 0 0,-1 0-1 0 0,-1-2 1 0 0,-1-1-1 0 0,-1 0 1 0 0,-2-1 0 0 0,27-60-1 0 0,-29 54 75 0 0,-1-1-1 0 0,-2-1 0 0 0,15-73 1 0 0,-26 88-84 0 0,-2 19-1 0 0,1 0-11 0 0,-3 4 12 0 0,-1-1-1 0 0,1 1 0 0 0,0 0 1 0 0,-1-1-1 0 0,1 2 0 0 0,0-1 1 0 0,0 0-1 0 0,0 1 1 0 0,0-1-1 0 0,0 1 0 0 0,0 0 1 0 0,0 0-1 0 0,0 0 0 0 0,1 0 1 0 0,-4 4-1 0 0,-5 7 10 0 0,-19 25 0 0 0,20-24-10 0 0,-18 23 20 0 0,-39 73-1 0 0,58-93-13 0 0,0 1 0 0 0,2-1 0 0 0,0 2 0 0 0,1-1 0 0 0,1 1 0 0 0,-5 38 0 0 0,9-53 5 0 0,1 0 1 0 0,0 0-1 0 0,0 1 1 0 0,0-1-1 0 0,1 0 1 0 0,-1 0-1 0 0,1 0 1 0 0,0 0-1 0 0,0 0 0 0 0,0 0 1 0 0,0 0-1 0 0,1 0 1 0 0,0 0-1 0 0,0-1 1 0 0,0 1-1 0 0,0-1 0 0 0,0 1 1 0 0,1-1-1 0 0,0 0 1 0 0,-1 0-1 0 0,1 0 1 0 0,0 0-1 0 0,5 3 1 0 0,-3-3-2 0 0,1 0 1 0 0,1 0 0 0 0,-1 0 0 0 0,0-1-1 0 0,1 0 1 0 0,-1 0 0 0 0,1 0 0 0 0,0-1 0 0 0,0 0-1 0 0,-1 0 1 0 0,1-1 0 0 0,0 0 0 0 0,9-1-1 0 0,1-1-33 0 0,-1 0-1 0 0,0-1 0 0 0,0-1 1 0 0,0-1-1 0 0,0 0 0 0 0,0-1 0 0 0,-1-1 1 0 0,0 0-1 0 0,-1-1 0 0 0,0-1 1 0 0,21-15-1 0 0,6-11-85 0 0,-2-1 1 0 0,44-52-1 0 0,-47 47-89 0 0,76-65-1 0 0,-111 105 191 0 0,1-1 1 0 0,-1 1-1 0 0,1 0 1 0 0,0 0-1 0 0,0-1 1 0 0,0 1-1 0 0,0 0 1 0 0,0 1-1 0 0,0-1 1 0 0,0 0-1 0 0,0 1 1 0 0,0-1-1 0 0,0 1 1 0 0,0-1-1 0 0,0 1 1 0 0,0 0-1 0 0,1 0 1 0 0,-1 0-1 0 0,0 0 1 0 0,0 0-1 0 0,0 1 1 0 0,0-1-1 0 0,0 1 1 0 0,4 0-1 0 0,-4 1 11 0 0,1 0 0 0 0,-1-1-1 0 0,0 1 1 0 0,0 0 0 0 0,0 0 0 0 0,0 0 0 0 0,0 0-1 0 0,-1 0 1 0 0,1 1 0 0 0,-1-1 0 0 0,1 0 0 0 0,-1 1-1 0 0,0-1 1 0 0,0 1 0 0 0,0-1 0 0 0,0 1 0 0 0,0 0-1 0 0,0 4 1 0 0,1 8 22 0 0,0 0 0 0 0,-1 0 0 0 0,-1 0-1 0 0,-1 1 1 0 0,0-1 0 0 0,0 0-1 0 0,-2 0 1 0 0,-4 14 0 0 0,-2 3 41 0 0,-1-1-1 0 0,-24 49 1 0 0,3-24 278 0 0,29-51-239 0 0,-1-1 0 0 0,-1 0-1 0 0,1 1 1 0 0,-1-1 0 0 0,1-1 0 0 0,-1 1-1 0 0,0 0 1 0 0,0-1 0 0 0,-7 4 0 0 0,10-6-90 0 0,0-1 0 0 0,0 1 0 0 0,1-1 0 0 0,-1 1 0 0 0,0-1 0 0 0,-1 0 0 0 0,1 1 0 0 0,0-1 0 0 0,0 0 0 0 0,0 0 0 0 0,0 0 0 0 0,0 1 0 0 0,0-1 0 0 0,0 0 0 0 0,0-1 0 0 0,0 1 1 0 0,0 0-1 0 0,0 0 0 0 0,0 0 0 0 0,0-1 0 0 0,0 1 0 0 0,0 0 0 0 0,0-1 0 0 0,0 1 0 0 0,0-1 0 0 0,0 1 0 0 0,0-1 0 0 0,0 0 0 0 0,0 1 0 0 0,0-1 0 0 0,1 0 0 0 0,-1 1 0 0 0,0-1 0 0 0,0 0 0 0 0,1 0 0 0 0,-1 0 0 0 0,1 0 1 0 0,-1 0-1 0 0,1 0 0 0 0,-1 0 0 0 0,1 0 0 0 0,-1 0 0 0 0,1 0 0 0 0,0 0 0 0 0,0 0 0 0 0,-1 0 0 0 0,1-1 0 0 0,-1-5-5 0 0,0 0-1 0 0,0 0 1 0 0,1 0 0 0 0,-1 0 0 0 0,3-13-1 0 0,1 4-23 0 0,0-1-1 0 0,2 1 0 0 0,0 1 0 0 0,0-1 0 0 0,2 1 0 0 0,0 0 0 0 0,0 0 1 0 0,2 1-1 0 0,0 0 0 0 0,0 1 0 0 0,1 0 0 0 0,19-19 0 0 0,-14 17-17 0 0,1 1 0 0 0,0 0-1 0 0,1 1 1 0 0,1 1 0 0 0,0 0-1 0 0,0 1 1 0 0,1 2-1 0 0,0 0 1 0 0,28-9 0 0 0,-40 16 19 0 0,1-1 1 0 0,0 2 0 0 0,0-1-1 0 0,-1 1 1 0 0,1 1 0 0 0,0-1-1 0 0,0 1 1 0 0,0 1 0 0 0,0-1-1 0 0,0 2 1 0 0,0-1 0 0 0,0 1-1 0 0,9 3 1 0 0,-12-3 17 0 0,-1 0 0 0 0,1 1 0 0 0,-1-1 0 0 0,1 1 0 0 0,-1 0 0 0 0,0 0 0 0 0,0 0 0 0 0,-1 1 1 0 0,1-1-1 0 0,-1 1 0 0 0,1 0 0 0 0,-1 0 0 0 0,0 0 0 0 0,-1 0 0 0 0,1 1 0 0 0,-1-1 0 0 0,0 1 0 0 0,0 0 0 0 0,0-1 0 0 0,-1 1 0 0 0,2 9 0 0 0,-1 3 30 0 0,0 0 0 0 0,-2 0-1 0 0,0 0 1 0 0,-1 0 0 0 0,-1 0-1 0 0,0 0 1 0 0,-6 20 0 0 0,3-13-933 0 0,1 1 0 0 0,-1 36 0 0 0,5-59 633 0 0,0 0 0 0 0,0 0 0 0 0,0-1 1 0 0,1 1-1 0 0,-1 0 0 0 0,1 0 0 0 0,0 0 1 0 0,-1 0-1 0 0,1 0 0 0 0,0-1 0 0 0,0 1 1 0 0,0 0-1 0 0,0-1 0 0 0,0 1 0 0 0,1-1 1 0 0,-1 1-1 0 0,0-1 0 0 0,1 0 0 0 0,-1 1 1 0 0,1-1-1 0 0,-1 0 0 0 0,1 0 0 0 0,0 0 1 0 0,0 0-1 0 0,-1 0 0 0 0,1-1 0 0 0,0 1 1 0 0,0 0-1 0 0,0-1 0 0 0,0 1 0 0 0,-1-1 1 0 0,1 0-1 0 0,0 0 0 0 0,2 1 0 0 0,12-1-4346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7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49 877 808 0 0,'9'-18'3549'0'0,"-1"0"0"0"0,-1 0 0 0 0,-1-1 0 0 0,7-31 0 0 0,-8 32-933 0 0,-19 28-2344 0 0,6-1-222 0 0,2 1 0 0 0,-1 0 0 0 0,1-1 0 0 0,0 2 0 0 0,1-1 0 0 0,1 1 0 0 0,-1 0 0 0 0,-2 11 0 0 0,7-21-48 0 0,-8 21 49 0 0,2 0 0 0 0,-6 36 0 0 0,11-51-33 0 0,0 0-1 0 0,0 1 1 0 0,1-1 0 0 0,0 0 0 0 0,0 1 0 0 0,1-1-1 0 0,0 0 1 0 0,1 0 0 0 0,-1 1 0 0 0,1-1 0 0 0,0 0 0 0 0,4 6-1 0 0,-5-10-5 0 0,1 0-1 0 0,0 0 0 0 0,-1-1 1 0 0,1 1-1 0 0,0-1 0 0 0,0 1 1 0 0,1-1-1 0 0,-1 0 0 0 0,0 0 1 0 0,1 0-1 0 0,-1 0 0 0 0,1-1 1 0 0,0 1-1 0 0,-1 0 0 0 0,1-1 1 0 0,0 0-1 0 0,5 2 0 0 0,-4-2 2 0 0,1-1 0 0 0,0 1 1 0 0,-1-1-1 0 0,1 0 0 0 0,0 0 0 0 0,-1 0 0 0 0,1-1 0 0 0,-1 0 0 0 0,1 0 1 0 0,7-2-1 0 0,1-2 1 0 0,-2 0 1 0 0,1-1-1 0 0,-1 0 1 0 0,1-1-1 0 0,-2 0 0 0 0,1-1 1 0 0,13-13-1 0 0,-12 8-17 0 0,0 0 0 0 0,-1 0-1 0 0,-1-1 1 0 0,-1-1-1 0 0,0 1 1 0 0,0-2 0 0 0,-2 1-1 0 0,7-18 1 0 0,-9 20-18 0 0,-1 0-1 0 0,0-1 1 0 0,-1 0 0 0 0,0 0 0 0 0,-1 1-1 0 0,-1-2 1 0 0,0 1 0 0 0,-1 0 0 0 0,0 0 0 0 0,-4-18-1 0 0,3 25-1 0 0,-1 0 0 0 0,0 0 0 0 0,-1 0 0 0 0,1 0-1 0 0,-2 0 1 0 0,1 0 0 0 0,-1 1 0 0 0,0-1 0 0 0,0 1-1 0 0,0 0 1 0 0,-1 0 0 0 0,-8-7 0 0 0,10 10 9 0 0,0 1 1 0 0,0-1 0 0 0,0 1-1 0 0,0 0 1 0 0,0 0 0 0 0,-1 0-1 0 0,1 1 1 0 0,-1-1 0 0 0,1 1-1 0 0,-1 0 1 0 0,1 0 0 0 0,-1 0-1 0 0,0 0 1 0 0,0 1 0 0 0,1-1 0 0 0,-1 1-1 0 0,0 0 1 0 0,0 0 0 0 0,0 1-1 0 0,1-1 1 0 0,-1 1 0 0 0,0 0-1 0 0,1 0 1 0 0,-1 0 0 0 0,0 0-1 0 0,-3 2 1 0 0,-15 12-128 0 0,21-14 137 0 0,1 0 0 0 0,-1 0 0 0 0,0-1 0 0 0,1 1-1 0 0,-1 0 1 0 0,1 0 0 0 0,-1-1 0 0 0,1 1 0 0 0,-1 0 0 0 0,1 0 0 0 0,-1 0-1 0 0,1 0 1 0 0,0 0 0 0 0,0 0 0 0 0,-1 0 0 0 0,1 0 0 0 0,0 0 0 0 0,0 0 0 0 0,0 0-1 0 0,0 0 1 0 0,0 0 0 0 0,0 0 0 0 0,1 0 0 0 0,-1 0 0 0 0,0-1 0 0 0,0 1-1 0 0,1 2 1 0 0,2 0 4 0 0,-1 1-1 0 0,0-1 0 0 0,1 0 0 0 0,0-1 0 0 0,0 1 1 0 0,-1 0-1 0 0,2-1 0 0 0,-1 1 0 0 0,0-1 0 0 0,0 0 1 0 0,1 0-1 0 0,-1 0 0 0 0,1-1 0 0 0,0 1 0 0 0,-1-1 1 0 0,1 0-1 0 0,0 0 0 0 0,4 0 0 0 0,12 3-10 0 0,1-1 1 0 0,25-1-1 0 0,-35-1-3 0 0,17 0-43 0 0,0-1 0 0 0,-1-2 1 0 0,1-1-1 0 0,0 0 0 0 0,0-3 0 0 0,-1 0 0 0 0,0-1 0 0 0,-1-2 1 0 0,1-1-1 0 0,-2-1 0 0 0,1-1 0 0 0,-2-1 0 0 0,0-1 1 0 0,0-2-1 0 0,-1 0 0 0 0,-1-1 0 0 0,-1-1 0 0 0,20-22 1 0 0,-9 4 209 0 0,-2-2 0 0 0,-2-1 0 0 0,-1-1 0 0 0,-3-1 0 0 0,-1-2 0 0 0,-1 0 0 0 0,-3-1 0 0 0,20-68 0 0 0,-35 99-58 0 0,-3 10-79 0 0,1 0 1 0 0,-1 0-1 0 0,0-1 0 0 0,-1 1 1 0 0,1 0-1 0 0,-1-1 1 0 0,1 1-1 0 0,-1-1 0 0 0,-1-4 1 0 0,0 9-13 0 0,-1-1 0 0 0,0 1 0 0 0,0 0 0 0 0,1 0 0 0 0,-1 0 0 0 0,1 0 1 0 0,-1 1-1 0 0,1-1 0 0 0,-2 2 0 0 0,-6 7-2 0 0,0 0 0 0 0,1 1 0 0 0,0 0 0 0 0,1 0 0 0 0,-6 14 0 0 0,-27 66 230 0 0,21-44-111 0 0,-94 258 859 0 0,95-244-846 0 0,4 0 0 0 0,2 2 1 0 0,-4 70-1 0 0,15-120-96 0 0,1 0-1 0 0,0 0 1 0 0,1 0-1 0 0,0 0 1 0 0,1 0-1 0 0,1 0 1 0 0,4 16-1 0 0,-4-22-16 0 0,0 0 0 0 0,0 0-1 0 0,1-1 1 0 0,-1 1-1 0 0,1-1 1 0 0,1 0-1 0 0,-1 0 1 0 0,1-1 0 0 0,0 1-1 0 0,1-1 1 0 0,-1 0-1 0 0,1-1 1 0 0,0 1-1 0 0,9 5 1 0 0,-2-3-44 0 0,1 0 0 0 0,-1-1 0 0 0,1-1 0 0 0,0 0 0 0 0,0-1 0 0 0,1 0-1 0 0,-1-1 1 0 0,1-1 0 0 0,0 0 0 0 0,18 0 0 0 0,-14-3-50 0 0,-1 0 0 0 0,1-2 0 0 0,-1 0 0 0 0,1-1 0 0 0,-1 0 0 0 0,0-2 0 0 0,27-11 0 0 0,-24 7 31 0 0,0-2 0 0 0,0 0 0 0 0,-1-1 1 0 0,-1 0-1 0 0,0-2 0 0 0,-1 0 0 0 0,0-2 0 0 0,-2 1 1 0 0,0-2-1 0 0,-1 0 0 0 0,0-1 0 0 0,-2-1 0 0 0,15-27 0 0 0,-20 32 122 0 0,-1 0-1 0 0,-1 0 0 0 0,0-1 0 0 0,-1 1 0 0 0,-1-1 0 0 0,0 0 0 0 0,-1-1 0 0 0,1-18 1 0 0,-4 34-85 0 0,0 0 0 0 0,0-1 0 0 0,1 1 0 0 0,-2-1 0 0 0,1 1 0 0 0,0 0 1 0 0,0-1-1 0 0,0 1 0 0 0,-1 0 0 0 0,1-1 0 0 0,-1 1 0 0 0,1 0 1 0 0,-1 0-1 0 0,1-1 0 0 0,-1 1 0 0 0,0 0 0 0 0,1 0 0 0 0,-1 0 0 0 0,0 0 1 0 0,0 0-1 0 0,0 0 0 0 0,0 0 0 0 0,0 0 0 0 0,-2-2 0 0 0,1 3-1 0 0,0-1 0 0 0,0 1-1 0 0,-1-1 1 0 0,1 1 0 0 0,0 0-1 0 0,0 0 1 0 0,0 0-1 0 0,0 0 1 0 0,0 0 0 0 0,0 0-1 0 0,0 1 1 0 0,0-1 0 0 0,0 1-1 0 0,-3 0 1 0 0,-6 3-6 0 0,1 1 0 0 0,0 0 0 0 0,0 1 0 0 0,-17 12 0 0 0,11-6 8 0 0,1 1 1 0 0,0 0-1 0 0,1 2 1 0 0,1 0 0 0 0,0 0-1 0 0,-11 19 1 0 0,19-27-48 0 0,1 0 1 0 0,0-1 0 0 0,0 2 0 0 0,1-1 0 0 0,0 0-1 0 0,0 1 1 0 0,1-1 0 0 0,0 1 0 0 0,0 0 0 0 0,1 0-1 0 0,0 0 1 0 0,0 0 0 0 0,1 0 0 0 0,0 0-1 0 0,0 0 1 0 0,1 0 0 0 0,3 15 0 0 0,-2-19-93 0 0,0 1 0 0 0,1 0 0 0 0,-1 0 0 0 0,1-1 0 0 0,0 0 0 0 0,1 1 0 0 0,-1-1 0 0 0,1 0 0 0 0,-1-1 0 0 0,1 1 0 0 0,1-1 0 0 0,-1 1 0 0 0,0-1 1 0 0,1 0-1 0 0,5 2 0 0 0,7 4-551 0 0,2-1 1 0 0,30 10-1 0 0,-8-6-413 0 0,0-2 0 0 0,1-2 0 0 0,0-1 0 0 0,0-3 0 0 0,0-1 0 0 0,0-2 0 0 0,1-2 1 0 0,-1-1-1 0 0,0-3 0 0 0,0-1 0 0 0,70-21 0 0 0,-57 8-1509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8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169 1155 5336 0 0,'20'-16'1051'0'0,"0"-1"-1"0"0,-2-1 0 0 0,1-1 0 0 0,16-24 1 0 0,-29 36-622 0 0,0-1 0 0 0,-1 0 0 0 0,-1 0 0 0 0,1 0 0 0 0,-1 0 0 0 0,-1-1 1 0 0,1 1-1 0 0,-2-1 0 0 0,1 0 0 0 0,-1 0 0 0 0,0 0 0 0 0,-1-1 0 0 0,0 1 0 0 0,-1 0 0 0 0,0-11 1 0 0,0 18-379 0 0,0 0 0 0 0,0 0 0 0 0,-1 0 1 0 0,1 0-1 0 0,-1 0 0 0 0,1 0 0 0 0,-1 0 1 0 0,0 0-1 0 0,0 0 0 0 0,0 0 1 0 0,0 1-1 0 0,0-1 0 0 0,0 0 0 0 0,0 0 1 0 0,0 1-1 0 0,-1-1 0 0 0,1 1 0 0 0,-1-1 1 0 0,1 1-1 0 0,-4-2 0 0 0,3 2-18 0 0,0 0 0 0 0,-1 0-1 0 0,1 0 1 0 0,-1 1 0 0 0,1-1-1 0 0,-1 1 1 0 0,0 0 0 0 0,1-1 0 0 0,-1 1-1 0 0,0 0 1 0 0,1 1 0 0 0,-1-1-1 0 0,1 0 1 0 0,-4 1 0 0 0,-5 3 23 0 0,0 0-1 0 0,-1 0 1 0 0,2 1-1 0 0,-1 0 1 0 0,0 1 0 0 0,-9 6-1 0 0,0 2 29 0 0,0 1 0 0 0,1 1-1 0 0,-33 35 1 0 0,44-43-56 0 0,1 1-1 0 0,0 0 1 0 0,1 0 0 0 0,0 1 0 0 0,0-1-1 0 0,1 1 1 0 0,1 1 0 0 0,-1-1 0 0 0,2 1-1 0 0,-1-1 1 0 0,-1 13 0 0 0,4-19-14 0 0,0 1 1 0 0,1-1-1 0 0,0 1 1 0 0,0-1-1 0 0,0 1 0 0 0,1-1 1 0 0,-1 1-1 0 0,1-1 1 0 0,0 1-1 0 0,0-1 1 0 0,1 0-1 0 0,-1 1 0 0 0,1-1 1 0 0,0 0-1 0 0,0 0 1 0 0,0 0-1 0 0,1 0 1 0 0,-1-1-1 0 0,1 1 0 0 0,0-1 1 0 0,0 1-1 0 0,0-1 1 0 0,1 0-1 0 0,-1 0 1 0 0,1-1-1 0 0,0 1 1 0 0,-1-1-1 0 0,1 1 0 0 0,7 1 1 0 0,-3 0-2 0 0,1-1-1 0 0,-1 0 1 0 0,1-1 0 0 0,0 0 0 0 0,0 0 0 0 0,0-1 0 0 0,1-1 0 0 0,-1 1-1 0 0,0-1 1 0 0,0-1 0 0 0,0 0 0 0 0,0 0 0 0 0,15-4 0 0 0,-6-1-61 0 0,0-1 0 0 0,0-1-1 0 0,0-1 1 0 0,-1 0 0 0 0,0-1 0 0 0,-1-1 0 0 0,0-1 0 0 0,15-14 0 0 0,-1-2-177 0 0,-1-2 0 0 0,44-58-1 0 0,-41 43 182 0 0,-2-2-1 0 0,-3 0 0 0 0,-1-2 1 0 0,-3-1-1 0 0,-2-1 0 0 0,-2-1 0 0 0,-2 0 1 0 0,-3-1-1 0 0,-2-1 0 0 0,-2 0 1 0 0,-3-1-1 0 0,1-88 0 0 0,-8 111 246 0 0,-2 0 1 0 0,-1 0-1 0 0,-1 1 0 0 0,-16-53 0 0 0,20 82-199 0 0,-1 0-1 0 0,1 0 1 0 0,-1 0-1 0 0,0 0 1 0 0,0 0-1 0 0,0 0 1 0 0,0 1-1 0 0,0-1 1 0 0,-1 0-1 0 0,1 1 1 0 0,0-1-1 0 0,-1 1 1 0 0,1-1-1 0 0,-1 1 0 0 0,0 0 1 0 0,1 0-1 0 0,-3-2 1 0 0,2 3-1 0 0,1-1 0 0 0,-1 1-1 0 0,1 0 1 0 0,-1-1 0 0 0,0 1 0 0 0,1 0-1 0 0,-1 0 1 0 0,0 0 0 0 0,1 0 0 0 0,-1 0 0 0 0,0 0-1 0 0,1 1 1 0 0,-1-1 0 0 0,1 1 0 0 0,-1-1-1 0 0,-2 2 1 0 0,-2 1 21 0 0,1 0-1 0 0,-1 1 1 0 0,1 0-1 0 0,0 0 1 0 0,0 0-1 0 0,0 0 0 0 0,1 1 1 0 0,0 0-1 0 0,-5 6 1 0 0,-12 21 245 0 0,2 0-1 0 0,1 2 1 0 0,2-1 0 0 0,1 2 0 0 0,-14 49-1 0 0,7 2 358 0 0,-15 99-1 0 0,28-118-399 0 0,2-1-1 0 0,3 82 0 0 0,6-103-180 0 0,1-1-1 0 0,3 0 1 0 0,2 0 0 0 0,17 57 0 0 0,-22-91-298 0 0,1 0 1 0 0,0-1-1 0 0,0 1 1 0 0,1-1 0 0 0,1 1-1 0 0,11 15 1 0 0,-13-21-179 0 0,-1 0-1 0 0,1-1 1 0 0,0 1 0 0 0,0-1 0 0 0,0 0 0 0 0,0 0 0 0 0,6 2-1 0 0,-7-3-343 0 0,0-1-1 0 0,1 1 0 0 0,-1-1 0 0 0,1 0 1 0 0,-1 0-1 0 0,1-1 0 0 0,0 1 0 0 0,-1-1 0 0 0,1 0 1 0 0,7 0-1 0 0,8-3-7009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8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27 3120 0 0,'-251'-25'12432'0'0,"224"24"-11188"0"0,19 2-549 0 0,18 3-470 0 0,19 3-287 0 0,1-2 0 0 0,0-1 0 0 0,33 0 0 0 0,-17-1-426 0 0,133 6-3013 0 0,-60-9-1809 0 0,-38-3-455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8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679 29 848 0 0,'-12'-6'2764'0'0,"0"0"0"0"0,0 1 0 0 0,-20-6 0 0 0,31 11-2706 0 0,0 0 0 0 0,0 0 0 0 0,-1 0 0 0 0,1 0 0 0 0,0 1 0 0 0,-1-1 0 0 0,1 0 0 0 0,0 1 0 0 0,0-1 0 0 0,-1 1 1 0 0,1-1-1 0 0,0 1 0 0 0,0 0 0 0 0,0-1 0 0 0,0 1 0 0 0,0 0 0 0 0,0 0 0 0 0,0 0 0 0 0,0 0 0 0 0,0 0 0 0 0,0 0 0 0 0,1 0 0 0 0,-1 0 0 0 0,0 2 0 0 0,-17 28 564 0 0,17-29-574 0 0,-28 66 1358 0 0,-24 85-1 0 0,14-34-601 0 0,-322 734 1130 0 0,327-783-1221 0 0,28-63-426 0 0,2-11-105 0 0,2-13-91 0 0,6 4-88 0 0,0-1 1 0 0,1 0 0 0 0,0 1 0 0 0,1 0 0 0 0,15-24-1 0 0,-2 10-24 0 0,31-36-1 0 0,-30 41-3 0 0,0 1 0 0 0,1 0 0 0 0,1 2 0 0 0,1 1 1 0 0,37-23-1 0 0,-49 34 7 0 0,2 1 1 0 0,-1 1-1 0 0,1 0 0 0 0,-1 0 1 0 0,1 1-1 0 0,15-2 1 0 0,-20 5 4 0 0,1 0 0 0 0,-1 0 1 0 0,1 1-1 0 0,-1 0 1 0 0,1 1-1 0 0,0 0 1 0 0,-1 0-1 0 0,1 1 0 0 0,-1 0 1 0 0,12 4-1 0 0,-15-4 14 0 0,1 0 1 0 0,-1 1-1 0 0,0-1 0 0 0,0 1 1 0 0,0 0-1 0 0,-1 0 0 0 0,1 0 0 0 0,-1 1 1 0 0,1 0-1 0 0,-1 0 0 0 0,0 0 0 0 0,-1 0 1 0 0,1 0-1 0 0,-1 1 0 0 0,0 0 0 0 0,0 0 1 0 0,0 0-1 0 0,-1 0 0 0 0,0 0 1 0 0,0 0-1 0 0,0 0 0 0 0,0 1 0 0 0,-1-1 1 0 0,0 1-1 0 0,0 0 0 0 0,0-1 0 0 0,-1 1 1 0 0,0-1-1 0 0,0 1 0 0 0,-1 0 1 0 0,1-1-1 0 0,-1 1 0 0 0,0 0 0 0 0,-1-1 1 0 0,1 0-1 0 0,-1 1 0 0 0,0-1 0 0 0,0 0 1 0 0,-1 0-1 0 0,-5 8 0 0 0,-1 0 14 0 0,-1 0-1 0 0,0-1 1 0 0,-2-1-1 0 0,1 1 1 0 0,-1-2-1 0 0,0 0 1 0 0,-1 0-1 0 0,-1-1 1 0 0,1 0-1 0 0,-1-2 0 0 0,-1 1 1 0 0,-16 5-1 0 0,-10 2 5 0 0,0-2 0 0 0,-1-2 0 0 0,-54 8 0 0 0,93-19-33 0 0,-84 11-58 0 0,77-10-357 0 0,0-1 0 0 0,-1 0 0 0 0,1-1 0 0 0,0 0 0 0 0,0-1 0 0 0,-15-3 0 0 0,12-3-1455 0 0,10 3-198 0 0,2 4 1735 0 0,1 0 0 0 0,0 1 0 0 0,-1-1-1 0 0,1 0 1 0 0,0 0 0 0 0,0 0 0 0 0,0 0 0 0 0,0 0 0 0 0,0 0 0 0 0,0 0 0 0 0,0 0 0 0 0,0 0 0 0 0,0 0 0 0 0,0-1 0 0 0,5-12-5719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9.5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2 2036 0 0,'4'0'727'0'0,"0"-1"0"0"0,0 1 0 0 0,-1-1 0 0 0,1 1 0 0 0,0 0 0 0 0,-1 1 0 0 0,1-1 0 0 0,0 1 0 0 0,0-1 0 0 0,3 2 0 0 0,-5-1-569 0 0,-1 0 0 0 0,0 0-1 0 0,1 0 1 0 0,-1 1 0 0 0,0-1 0 0 0,1 0 0 0 0,-1 1-1 0 0,0-1 1 0 0,0 0 0 0 0,0 1 0 0 0,0-1 0 0 0,-1 1 0 0 0,1 0-1 0 0,0-1 1 0 0,0 1 0 0 0,-1 0 0 0 0,1-1 0 0 0,-1 1-1 0 0,0 0 1 0 0,0 0 0 0 0,1-1 0 0 0,-1 1 0 0 0,0 3 0 0 0,2 50 1382 0 0,-2-35-1094 0 0,0 0 1 0 0,2 0-1 0 0,8 37 0 0 0,-8-50-392 0 0,0-1 1 0 0,1 1-1 0 0,0-1 1 0 0,0 0-1 0 0,0 0 1 0 0,1 0-1 0 0,0 0 0 0 0,0-1 1 0 0,0 1-1 0 0,1-1 1 0 0,-1 0-1 0 0,1 0 1 0 0,1-1-1 0 0,-1 1 1 0 0,9 4-1 0 0,-8-5-19 0 0,0-1 0 0 0,0 1 0 0 0,0-1 0 0 0,1-1 0 0 0,-1 1 0 0 0,1-1 0 0 0,0 0 0 0 0,-1-1-1 0 0,1 0 1 0 0,0 0 0 0 0,0 0 0 0 0,0-1 0 0 0,0 0 0 0 0,7 0 0 0 0,-5-2-25 0 0,-1 0 0 0 0,1 0 0 0 0,-1-1 0 0 0,1 0 0 0 0,-1 0 1 0 0,0-1-1 0 0,0 0 0 0 0,-1 0 0 0 0,14-10 0 0 0,-3-1 99 0 0,-2 0-1 0 0,1-2 1 0 0,-2 0 0 0 0,0 0 0 0 0,-1-1-1 0 0,-1-1 1 0 0,16-31 0 0 0,-13 22 428 0 0,19-40 633 0 0,-29 59-1108 0 0,-2 12-27 0 0,-2 17-11 0 0,-8 19 21 0 0,-2-1-1 0 0,-21 58 1 0 0,11-39 36 0 0,-367 988 2869 0 0,233-731-2022 0 0,130-276-719 0 0,-2 0 1 0 0,-1-2-1 0 0,-3-1 1 0 0,0-1-1 0 0,-61 54 1 0 0,75-76-34 0 0,-1 0-1 0 0,0-2 1 0 0,-1 1 0 0 0,0-2 0 0 0,-1 0 0 0 0,0-1 0 0 0,-21 7 0 0 0,31-13-124 0 0,1 0 0 0 0,0-1 0 0 0,-1 0 0 0 0,1 0 0 0 0,-1 0 1 0 0,0 0-1 0 0,1-1 0 0 0,-1 0 0 0 0,0-1 0 0 0,1 1 0 0 0,-1-1 1 0 0,1-1-1 0 0,-1 1 0 0 0,1-1 0 0 0,0 0 0 0 0,-1-1 0 0 0,1 1 1 0 0,0-1-1 0 0,1-1 0 0 0,-1 1 0 0 0,0-1 0 0 0,1 0 1 0 0,-7-6-1 0 0,3 1-45 0 0,2 0 0 0 0,-1-1 1 0 0,1 0-1 0 0,1 0 0 0 0,0 0 0 0 0,0-1 1 0 0,1 0-1 0 0,0 0 0 0 0,1 0 1 0 0,0-1-1 0 0,1 1 0 0 0,1-1 1 0 0,-1 0-1 0 0,2 0 0 0 0,0 0 1 0 0,0-16-1 0 0,2-1-85 0 0,1 0 0 0 0,2 0 0 0 0,0 0 1 0 0,2 0-1 0 0,16-46 0 0 0,-2 21-352 0 0,3 0 1 0 0,2 2-1 0 0,2 1 0 0 0,3 1 1 0 0,40-52-1 0 0,-23 42-745 0 0,3 2-1 0 0,2 2 1 0 0,86-71 0 0 0,-80 82-1025 0 0,74-44 1 0 0,0 13-5437 0 0,-78 48 348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39.9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378 103 2464 0 0,'-1'-10'1252'0'0,"-1"-2"300"0"0,1 0 0 0 0,-2 0 0 0 0,0 0 0 0 0,0 1 0 0 0,-7-15 1 0 0,10 25-1506 0 0,0 1 1 0 0,0 0 0 0 0,-1-1-1 0 0,1 1 1 0 0,0-1 0 0 0,0 1-1 0 0,-1-1 1 0 0,1 1 0 0 0,0 0 0 0 0,-1-1-1 0 0,1 1 1 0 0,-1 0 0 0 0,1-1-1 0 0,0 1 1 0 0,-1 0 0 0 0,1 0-1 0 0,-1-1 1 0 0,1 1 0 0 0,-1 0-1 0 0,1 0 1 0 0,-1 0 0 0 0,1 0 0 0 0,-1 0-1 0 0,1-1 1 0 0,-1 1 0 0 0,1 0-1 0 0,-1 0 1 0 0,1 0 0 0 0,-1 0-1 0 0,1 0 1 0 0,-1 1 0 0 0,1-1 0 0 0,-1 0-1 0 0,-1 1 11 0 0,1 0 0 0 0,-1 0 0 0 0,1 0 0 0 0,-1 0 0 0 0,1 0 0 0 0,0 0 0 0 0,-1 0 0 0 0,1 0 0 0 0,0 1 0 0 0,-1 1 0 0 0,-22 38 655 0 0,-15 50 915 0 0,4 1 0 0 0,-42 177 0 0 0,-6 202 664 0 0,51-236-934 0 0,-2 289-1 0 0,34-516-1341 0 0,3 71 166 0 0,-3-70-165 0 0,2 0 1 0 0,0 0-1 0 0,0 0 0 0 0,0 0 0 0 0,1-1 0 0 0,6 14 0 0 0,-8-20-51 0 0,0 0-1 0 0,1 0 0 0 0,-1 0 0 0 0,0 0 1 0 0,1 0-1 0 0,-1-1 0 0 0,1 1 0 0 0,0 0 1 0 0,0-1-1 0 0,0 1 0 0 0,-1-1 0 0 0,1 0 1 0 0,0 0-1 0 0,1 1 0 0 0,-1-1 0 0 0,0-1 1 0 0,0 1-1 0 0,3 1 0 0 0,0-1-176 0 0,-1-1 0 0 0,0 0 0 0 0,0 1 0 0 0,0-2 0 0 0,1 1 0 0 0,-1 0-1 0 0,0-1 1 0 0,0 1 0 0 0,7-4 0 0 0,0 1-573 0 0,0-2-1 0 0,0 0 1 0 0,-1 0 0 0 0,0-1-1 0 0,0 0 1 0 0,15-12-1 0 0,-12 6-1184 0 0,-1 1-1 0 0,-1-2 1 0 0,16-19-1 0 0,3-13-5696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0.2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111 238 348 0 0,'-18'-46'3740'0'0,"8"26"-2079"0"0,2-1-1 0 0,0-1 1 0 0,2 1-1 0 0,-6-31 0 0 0,12 50-1600 0 0,-1 0 0 0 0,1 0 0 0 0,0 0 0 0 0,0 0 0 0 0,0 0 0 0 0,0 0 0 0 0,0 0 0 0 0,0 0 0 0 0,1 0 0 0 0,-1 0 0 0 0,1 0 0 0 0,0 0 0 0 0,-1 0 0 0 0,1 0 0 0 0,0 0 0 0 0,0 0 0 0 0,0 1 0 0 0,0-1 0 0 0,0 0 0 0 0,1 1 0 0 0,1-3 0 0 0,-1 3-21 0 0,0-1 0 0 0,1 1 1 0 0,-1 0-1 0 0,0-1 0 0 0,1 1 1 0 0,-1 0-1 0 0,1 1 1 0 0,0-1-1 0 0,-1 0 0 0 0,1 1 1 0 0,0-1-1 0 0,-1 1 0 0 0,1 0 1 0 0,3 0-1 0 0,4 1 14 0 0,1 0-1 0 0,-1 1 1 0 0,1 0 0 0 0,-1 0-1 0 0,0 1 1 0 0,19 8 0 0 0,-17-5 77 0 0,0 1 1 0 0,-1-1 0 0 0,0 2-1 0 0,0-1 1 0 0,0 2-1 0 0,-1-1 1 0 0,-1 2 0 0 0,1-1-1 0 0,-2 1 1 0 0,1 0 0 0 0,-1 1-1 0 0,-1 0 1 0 0,0 0 0 0 0,11 24-1 0 0,-14-25 76 0 0,0 1 0 0 0,-1 0 1 0 0,0 0-1 0 0,-1 0 0 0 0,0 1 0 0 0,-1-1 0 0 0,0 0 0 0 0,-1 1 0 0 0,0-1 1 0 0,-1 0-1 0 0,0 1 0 0 0,0-1 0 0 0,-2 0 0 0 0,1 0 0 0 0,-1 0 0 0 0,-1 0 0 0 0,-8 17 1 0 0,4-12-88 0 0,-2 0 1 0 0,0-1 0 0 0,-1-1 0 0 0,-1 1 0 0 0,0-1 0 0 0,-1-1 0 0 0,0-1 0 0 0,-1 0 0 0 0,0 0 0 0 0,-1-1-1 0 0,-1-1 1 0 0,1-1 0 0 0,-2 0 0 0 0,1-1 0 0 0,-1-1 0 0 0,0 0 0 0 0,-23 5 0 0 0,35-11-340 0 0,1 0 0 0 0,-1-1 0 0 0,0 1 0 0 0,1-1 0 0 0,-1 0 0 0 0,0 0 0 0 0,-8-2 0 0 0,11 2 32 0 0,1 0-1 0 0,0-1 1 0 0,0 1-1 0 0,0 0 0 0 0,0-1 1 0 0,-1 1-1 0 0,1-1 0 0 0,0 0 1 0 0,0 1-1 0 0,0-1 0 0 0,0 0 1 0 0,0 0-1 0 0,0 1 1 0 0,1-1-1 0 0,-1 0 0 0 0,0 0 1 0 0,0 0-1 0 0,1 0 0 0 0,-1 0 1 0 0,0 0-1 0 0,1 0 1 0 0,-1-1-1 0 0,1 1 0 0 0,-1 0 1 0 0,1 0-1 0 0,0 0 0 0 0,-1 0 1 0 0,1-1-1 0 0,0 1 0 0 0,0 0 1 0 0,0 0-1 0 0,0-1 1 0 0,0 1-1 0 0,0 0 0 0 0,1-2 1 0 0,2-15-4398 0 0,7-6-2371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0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97 2028 0 0,'27'-35'5114'0'0,"22"-24"2077"0"0,-44 57-5716 0 0,-4 10-1055 0 0,-5 13 60 0 0,-82 236 3207 0 0,-97 351-575 0 0,181-597-3096 0 0,-34 193 439 0 0,34-183-458 0 0,1 1-1 0 0,1-1 1 0 0,0 0-1 0 0,2 1 0 0 0,1-1 1 0 0,0 0-1 0 0,10 33 1 0 0,-9-45-243 0 0,-1 0 1 0 0,1-1 0 0 0,0 0 0 0 0,1 1-1 0 0,0-2 1 0 0,0 1 0 0 0,1-1 0 0 0,0 1-1 0 0,0-2 1 0 0,0 1 0 0 0,1-1 0 0 0,0 0 0 0 0,1 0-1 0 0,-1-1 1 0 0,1 1 0 0 0,0-2 0 0 0,0 1-1 0 0,17 5 1 0 0,-15-7-693 0 0,0 0-1 0 0,0-1 1 0 0,1 0 0 0 0,-1 0-1 0 0,1-1 1 0 0,0-1 0 0 0,-1 1-1 0 0,1-2 1 0 0,-1 0 0 0 0,15-2-1 0 0,15-7-5625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0.9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211 253 3212 0 0,'18'-98'13598'0'0,"-17"96"-13130"0"0,-12 26 832 0 0,-120 359 3960 0 0,77-215-4513 0 0,44-137-591 0 0,6-16 267 0 0,-1 1 1 0 0,-8 15 872 0 0,11-46-1094 0 0,3 3-200 0 0,1 0 0 0 0,0 1 0 0 0,0-1 0 0 0,6-12 0 0 0,-3 3-68 0 0,39-118-350 0 0,106-231-1 0 0,-134 334 335 0 0,1 1-1 0 0,2 1 1 0 0,31-43-1 0 0,-49 75 75 0 0,0 1-1 0 0,1-1 1 0 0,-1 0-1 0 0,1 1 1 0 0,-1-1-1 0 0,1 1 1 0 0,-1 0-1 0 0,1-1 1 0 0,0 1-1 0 0,0 0 1 0 0,0 0-1 0 0,0 0 1 0 0,0 0-1 0 0,0 1 1 0 0,0-1-1 0 0,0 0 1 0 0,0 1-1 0 0,0 0 1 0 0,4-1-1 0 0,-3 1 5 0 0,-1 1 1 0 0,1-1-1 0 0,0 1 0 0 0,0 0 0 0 0,0-1 0 0 0,-1 1 1 0 0,1 0-1 0 0,0 1 0 0 0,-1-1 0 0 0,1 0 1 0 0,-1 1-1 0 0,5 3 0 0 0,1 3 23 0 0,0 0 0 0 0,0 0-1 0 0,0 1 1 0 0,-1 0 0 0 0,-1 1-1 0 0,7 10 1 0 0,0 5 84 0 0,-1 0 1 0 0,-2 1-1 0 0,0 0 0 0 0,-2 1 0 0 0,-1 0 0 0 0,-1 0 1 0 0,4 36-1 0 0,-1 199-305 0 0,-9-201-330 0 0,1 1-2759 0 0,1-5-5282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1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123 246 940 0 0,'-33'-19'6011'0'0,"22"13"-3937"0"0,0 0 1 0 0,0-1-1 0 0,0 0 0 0 0,1-1 1 0 0,0 0-1 0 0,-14-16 0 0 0,23 24-2034 0 0,1-1 0 0 0,0 1 0 0 0,0-1 0 0 0,0 1 0 0 0,-1-1 0 0 0,1 1 0 0 0,0-1-1 0 0,0 1 1 0 0,0-1 0 0 0,0 1 0 0 0,0 0 0 0 0,0-1 0 0 0,0 1 0 0 0,0-1 0 0 0,0 1 0 0 0,0-1-1 0 0,0 1 1 0 0,1-1 0 0 0,-1 1 0 0 0,0-1 0 0 0,0 1 0 0 0,0-1 0 0 0,1 1 0 0 0,-1-1 0 0 0,0 1 0 0 0,0 0-1 0 0,1-1 1 0 0,-1 1 0 0 0,0 0 0 0 0,1-1 0 0 0,-1 1 0 0 0,0 0 0 0 0,1-1 0 0 0,-1 1 0 0 0,2-1-1 0 0,15-9 315 0 0,-16 9-282 0 0,19-7-308 0 0,1 1 0 0 0,0 1-1 0 0,0 1 1 0 0,35-5-1 0 0,-19 4-643 0 0,4-2-1618 0 0,48-16-1 0 0,-66 16-1006 0 0,36-18 1 0 0,-13 1-3357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70 908 0 0,'31'-69'17409'0'0,"-17"77"-16172"0"0,-8-5-941 0 0,-1 2 19 0 0,0 0 0 0 0,0 0-1 0 0,0 1 1 0 0,-1 0 0 0 0,0 0-1 0 0,0 0 1 0 0,0 0 0 0 0,4 13-1 0 0,-1-6 133 0 0,27 60 1651 0 0,-3 1 1 0 0,-3 2 0 0 0,27 124 0 0 0,-43-144-1937 0 0,-2 1 0 0 0,-3 1 1 0 0,-3 0-1 0 0,-4 104 1 0 0,-5-115-102 0 0,-1 0 1 0 0,-2-1 0 0 0,-3 0-1 0 0,-1 0 1 0 0,-2-2-1 0 0,-27 58 1 0 0,-50 64-3141 0 0,61-119 333 0 0,-3-1 0 0 0,-2-2 0 0 0,-2-1 0 0 0,-1-2-1 0 0,-81 66 1 0 0,50-56-8061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2.8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1 896 0 0,'0'0'8064'0'0,"-10"1"-8393"0"0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5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71 820 0 0,'15'-19'5267'0'0,"-4"-5"-2114"0"0,-11 23-2709 0 0,9-25 1404 0 0,-21 46-1639 0 0,0 1-1 0 0,1 0 0 0 0,1 1 0 0 0,-10 34 0 0 0,1-5 155 0 0,-110 253 1924 0 0,21-53-381 0 0,15-11-1583 0 0,75-190-267 0 0,3 1-1 0 0,-14 79 0 0 0,27-114-41 0 0,0-1-1 0 0,2 1 1 0 0,0 0 0 0 0,0-1-1 0 0,1 1 1 0 0,7 29-1 0 0,33 92 99 0 0,-28-101-57 0 0,-4-14-5 0 0,1 0 1 0 0,1-1-1 0 0,1 0 1 0 0,20 27-1 0 0,5 8 32 0 0,-28-44 72 0 0,-1 1 1 0 0,1-2 0 0 0,1 1 0 0 0,0-1 0 0 0,1-1-1 0 0,0 0 1 0 0,0-1 0 0 0,1 0 0 0 0,1 0 0 0 0,13 6-1 0 0,5 2 93 0 0,-25-13-63 0 0,1-1 1 0 0,-1 1-1 0 0,1-1 1 0 0,0 0 0 0 0,0-1-1 0 0,0 0 1 0 0,15 3-1 0 0,-5-2 47 0 0,1-1 0 0 0,0-1 0 0 0,0 0-1 0 0,-1-1 1 0 0,1-1 0 0 0,0-1 0 0 0,0-1-1 0 0,-1 0 1 0 0,33-11 0 0 0,-29 6-228 0 0,4-1 350 0 0,0-1-1 0 0,0-2 0 0 0,24-14 1 0 0,-48 25-563 0 0,3-3-400 0 0,-3 4 386 0 0,-1 0 0 0 0,1-1 1 0 0,0 1-1 0 0,-1 0 0 0 0,1-1 0 0 0,0 1 1 0 0,-1-1-1 0 0,1 1 0 0 0,-1-1 1 0 0,1 1-1 0 0,-1-1 0 0 0,1 1 0 0 0,-1-1 1 0 0,0 1-1 0 0,1-1 0 0 0,-1 0 0 0 0,0 1 1 0 0,1-1-1 0 0,-1 0 0 0 0,0 1 1 0 0,0-1-1 0 0,1 0 0 0 0,-1 1 0 0 0,0-1 1 0 0,0-1-1 0 0,0-1-955 0 0,-2-8-2053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6:46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645 23 1444 0 0,'0'0'5102'0'0,"-3"-9"-1928"0"0,-45-4 43 0 0,45 13-3050 0 0,0 0-10 0 0,-14 0 146 0 0,11-1-251 0 0,0 1-1 0 0,0 1 1 0 0,0-1-1 0 0,-10 3 1 0 0,13-3-41 0 0,-16 4 48 0 0,6 2-41 0 0,0 0-1 0 0,0 1 1 0 0,1 0 0 0 0,0 1 0 0 0,0 1-1 0 0,1 0 1 0 0,0 0 0 0 0,1 1 0 0 0,0 0-1 0 0,0 1 1 0 0,1 0 0 0 0,-12 19 0 0 0,-3 7 163 0 0,3 1 1 0 0,-32 76-1 0 0,3-1 1041 0 0,-33 89-150 0 0,47-88-894 0 0,5 2 1 0 0,-15 120-1 0 0,42-201-148 0 0,1-1 0 0 0,3 1 0 0 0,0 0 0 0 0,2 0 0 0 0,8 36 0 0 0,-2-26 27 0 0,3 0 0 0 0,2 0 0 0 0,23 55 0 0 0,-25-75 85 0 0,1-1 1 0 0,21 33-1 0 0,-24-45-722 0 0,0 0 0 0 0,1 0 0 0 0,0-1 0 0 0,0 0 0 0 0,23 18 0 0 0,6-8-5592 0 0,-17-11-103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1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255 243 788 0 0,'0'0'8972'0'0,"0"1"-8876"0"0,0-1 0 0 0,1 0 0 0 0,-1 1 0 0 0,0-1 1 0 0,0 1-1 0 0,0-1 0 0 0,1 0 0 0 0,-1 1 0 0 0,0-1 1 0 0,0 1-1 0 0,0-1 0 0 0,0 1 0 0 0,0-1 0 0 0,0 0 1 0 0,0 1-1 0 0,0-1 0 0 0,0 1 0 0 0,0-1 0 0 0,0 1 1 0 0,0 0-1 0 0,-3 0-32 0 0,0-1 1 0 0,0 1 0 0 0,1 0 0 0 0,-1-1-1 0 0,0 0 1 0 0,0 0 0 0 0,0 1 0 0 0,0-2-1 0 0,0 1 1 0 0,0 0 0 0 0,1-1-1 0 0,-1 1 1 0 0,0-1 0 0 0,-5-2 0 0 0,-43-17 538 0 0,44 17-560 0 0,-6-2 211 0 0,0-1 0 0 0,0-1-1 0 0,1 0 1 0 0,0-1 0 0 0,-15-12-1 0 0,27 20-251 0 0,-1-1-1 0 0,1 1 0 0 0,0-1 0 0 0,-1 1 0 0 0,1-1 0 0 0,0 1 1 0 0,-1-1-1 0 0,1 1 0 0 0,0 0 0 0 0,0-1 0 0 0,0 0 0 0 0,0 1 1 0 0,-1-1-1 0 0,1 1 0 0 0,0-1 0 0 0,0 1 0 0 0,0-1 1 0 0,0 1-1 0 0,0-1 0 0 0,0 1 0 0 0,0-1 0 0 0,0 1 0 0 0,1-1 1 0 0,-1 1-1 0 0,0-1 0 0 0,0 1 0 0 0,0-1 0 0 0,0 1 0 0 0,1-1 1 0 0,-1 1-1 0 0,0-1 0 0 0,1 1 0 0 0,-1-1 0 0 0,0 1 0 0 0,1-1 1 0 0,-1 1-1 0 0,0 0 0 0 0,1-1 0 0 0,-1 1 0 0 0,1 0 1 0 0,-1-1-1 0 0,1 1 0 0 0,-1 0 0 0 0,1 0 0 0 0,-1-1 0 0 0,1 1 1 0 0,29-13-37 0 0,-26 12 25 0 0,39-12 11 0 0,2 2-1 0 0,86-10 1 0 0,-77 13-5 0 0,265-32 153 0 0,-314 39-110 0 0,0 0 0 0 0,-1-1 0 0 0,1 1 0 0 0,0-1 0 0 0,-1 0 0 0 0,0 0 0 0 0,1-1 0 0 0,-1 1 0 0 0,0-1 0 0 0,0 0 1 0 0,0 0-1 0 0,0-1 0 0 0,-1 1 0 0 0,4-5 0 0 0,-4 5 65 0 0,-2 2-63 0 0,5-2-103 0 0,-6 6-22 0 0,-1 1 98 0 0,-3 19-37 0 0,-15 39 0 0 0,5-19 4 0 0,-59 289-6 0 0,24 4 274 0 0,45-309-220 0 0,-17 96 434 0 0,17-107 3 0 0,0-1 1 0 0,-1 0-1 0 0,0 0 0 0 0,-2-1 1 0 0,-14 26-1 0 0,17-35-319 0 0,-1 0 0 0 0,1 0 0 0 0,-1 0 0 0 0,0 0 0 0 0,0-1 0 0 0,-1 0 0 0 0,1 0 0 0 0,-1-1 0 0 0,0 1 0 0 0,0-1 0 0 0,0-1 0 0 0,-1 1 0 0 0,1-1 0 0 0,0 0 1 0 0,-1 0-1 0 0,0-1 0 0 0,1 0 0 0 0,-14 1 0 0 0,-9-2 14 0 0,1 0 0 0 0,-1-1 1 0 0,-28-6-1 0 0,52 6-123 0 0,-165-32 538 0 0,91 16-871 0 0,62 11-634 0 0,16 3-194 0 0,1 3 1021 0 0,0 0 0 0 0,0-1 0 0 0,0 1 0 0 0,0 0 0 0 0,0-1 0 0 0,0 1 0 0 0,0 0 0 0 0,0 0 0 0 0,0-1 0 0 0,0 1 0 0 0,0 0 0 0 0,0-1 0 0 0,0 1 0 0 0,0 0 0 0 0,0 0 0 0 0,0-1 0 0 0,0 1 0 0 0,0 0 0 0 0,1-1 0 0 0,0 0-309 0 0,1-1 0 0 0,-1 0 0 0 0,1 1 0 0 0,0-1 1 0 0,0 1-1 0 0,-1-1 0 0 0,1 1 0 0 0,0 0 0 0 0,3-1 1 0 0,26-14-5868 0 0,-12 9 277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2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36 242 1916 0 0,'-32'-30'12211'0'0,"32"30"-12172"0"0,0-1 0 0 0,-1 1 0 0 0,1 0 0 0 0,0 0 0 0 0,0-1 1 0 0,-1 1-1 0 0,1 0 0 0 0,0 0 0 0 0,0-1 0 0 0,0 1 0 0 0,0 0 1 0 0,-1-1-1 0 0,1 1 0 0 0,0 0 0 0 0,0-1 0 0 0,0 1 0 0 0,0 0 1 0 0,0-1-1 0 0,0 1 0 0 0,0 0 0 0 0,0-1 0 0 0,0 1 0 0 0,0 0 1 0 0,0-1-1 0 0,0 1 0 0 0,0 0 0 0 0,0-1 0 0 0,0 1 0 0 0,0 0 1 0 0,1-1-1 0 0,-1 1 0 0 0,0 0 0 0 0,0 0 0 0 0,0-1 0 0 0,0 1 0 0 0,1 0 1 0 0,-1-1-1 0 0,0 1 0 0 0,0 0 0 0 0,1 0 0 0 0,-1 0 0 0 0,0-1 1 0 0,0 1-1 0 0,1 0 0 0 0,-1 0 0 0 0,0 0 0 0 0,1-1 0 0 0,-1 1 1 0 0,0 0-1 0 0,1 0 0 0 0,-1 0 0 0 0,0 0 0 0 0,1 0 0 0 0,-1 0 1 0 0,0 0-1 0 0,1 0 0 0 0,-1 0 0 0 0,29-6-193 0 0,-21 5 328 0 0,230-37-75 0 0,120-22-2917 0 0,-319 50 2969 0 0,1-2 1 0 0,-2-1 0 0 0,1-2 0 0 0,36-20 0 0 0,-74 34-144 0 0,1 0 1 0 0,-1 0-1 0 0,0 1 0 0 0,0-1 1 0 0,1 1-1 0 0,-1-1 0 0 0,0 0 1 0 0,1 1-1 0 0,-1 0 0 0 0,0-1 1 0 0,1 1-1 0 0,-1 0 0 0 0,0 0 0 0 0,1 0 1 0 0,-1 0-1 0 0,1 0 0 0 0,-1 0 1 0 0,1 0-1 0 0,-1 1 0 0 0,0-1 1 0 0,1 0-1 0 0,-1 1 0 0 0,2 0 1 0 0,-2 0-13 0 0,0 1 0 0 0,0-1 1 0 0,0 1-1 0 0,0-1 0 0 0,0 1 1 0 0,-1-1-1 0 0,1 1 0 0 0,0-1 1 0 0,-1 1-1 0 0,1 0 0 0 0,-1 0 0 0 0,0-1 1 0 0,0 1-1 0 0,1 0 0 0 0,-1-1 1 0 0,0 1-1 0 0,-1 3 0 0 0,1 70 588 0 0,-3 0 0 0 0,-4 0 0 0 0,-24 111 1 0 0,30-179 93 0 0,-1 0 0 0 0,0 0 1 0 0,-1 0-1 0 0,0-1 0 0 0,0 1 1 0 0,-7 10-1 0 0,10-17-631 0 0,-1 1 0 0 0,1 0 0 0 0,-1-1-1 0 0,0 1 1 0 0,1-1 0 0 0,-1 1 0 0 0,0-1 0 0 0,1 1 0 0 0,-1-1 0 0 0,0 0 0 0 0,0 1-1 0 0,0-1 1 0 0,1 0 0 0 0,-1 0 0 0 0,0 0 0 0 0,0 1 0 0 0,0-1 0 0 0,0 0 0 0 0,1 0-1 0 0,-1 0 1 0 0,0 0 0 0 0,0-1 0 0 0,0 1 0 0 0,0 0 0 0 0,1 0 0 0 0,-1 0-1 0 0,0-1 1 0 0,-1 1 0 0 0,-19-11 421 0 0,18 8-488 0 0,-1 1 0 0 0,1-1 1 0 0,-1-1-1 0 0,1 1 0 0 0,0 0 1 0 0,0-1-1 0 0,0 1 0 0 0,1-1 1 0 0,-1 0-1 0 0,1 0 0 0 0,0 0 0 0 0,0 0 1 0 0,0 0-1 0 0,0 0 0 0 0,1-1 1 0 0,0 1-1 0 0,0-1 0 0 0,0 1 1 0 0,1-1-1 0 0,-1 1 0 0 0,1-1 1 0 0,0 1-1 0 0,0-1 0 0 0,1 1 0 0 0,-1-1 1 0 0,1 0-1 0 0,0 1 0 0 0,0 0 1 0 0,0-1-1 0 0,1 1 0 0 0,0 0 1 0 0,0 0-1 0 0,0 0 0 0 0,0 0 1 0 0,1 0-1 0 0,-1 0 0 0 0,1 0 0 0 0,0 1 1 0 0,0 0-1 0 0,5-5 0 0 0,9-6-459 0 0,1 0-1 0 0,0 2 1 0 0,1 0-1 0 0,0 0 0 0 0,1 2 1 0 0,1 1-1 0 0,-1 0 0 0 0,36-9 1 0 0,6 3-1681 0 0,108-14 1 0 0,-155 27 1982 0 0,-9 1 314 0 0,-1 0 1 0 0,1 0-1 0 0,-1 1 0 0 0,1-1 0 0 0,0 2 1 0 0,9 0-1 0 0,-14-1-127 0 0,-1 1 1 0 0,0-1-1 0 0,0 0 0 0 0,0 1 1 0 0,0-1-1 0 0,1 1 1 0 0,-1-1-1 0 0,0 0 0 0 0,0 1 1 0 0,0-1-1 0 0,0 1 0 0 0,0-1 1 0 0,0 0-1 0 0,0 1 0 0 0,0-1 1 0 0,0 0-1 0 0,0 1 0 0 0,0-1 1 0 0,-1 1-1 0 0,1-1 1 0 0,0 0-1 0 0,0 1 0 0 0,0-1 1 0 0,0 0-1 0 0,-1 1 0 0 0,1-1 1 0 0,0 0-1 0 0,0 1 0 0 0,-1-1 1 0 0,1 1-1 0 0,-6 9 97 0 0,-16 20 161 0 0,-32 65 0 0 0,49-85-244 0 0,1 1 1 0 0,0-1-1 0 0,0 1 1 0 0,1 0-1 0 0,0 0 1 0 0,1 0-1 0 0,1 0 1 0 0,-1 0-1 0 0,2 0 0 0 0,0 21 1 0 0,1-29-7 0 0,-1 1 0 0 0,1-1-1 0 0,0 0 1 0 0,0 1 0 0 0,0-1 0 0 0,0 0 0 0 0,1 0 0 0 0,-1 0 0 0 0,1 0 0 0 0,0 0 0 0 0,0 0-1 0 0,0 0 1 0 0,0-1 0 0 0,0 1 0 0 0,1-1 0 0 0,-1 1 0 0 0,5 2 0 0 0,-3-2 2 0 0,1 0-1 0 0,0-1 1 0 0,0 0 0 0 0,0 0 0 0 0,1 0-1 0 0,-1 0 1 0 0,0-1 0 0 0,1 1 0 0 0,-1-2-1 0 0,7 2 1 0 0,0-2 10 0 0,0 0-1 0 0,0 0 0 0 0,-1-1 1 0 0,1-1-1 0 0,0 0 1 0 0,0 0-1 0 0,-1-1 0 0 0,1-1 1 0 0,16-7-1 0 0,-19 6 5 0 0,0-1 1 0 0,-1 0-1 0 0,0 0 0 0 0,0-1 0 0 0,-1 1 0 0 0,0-2 1 0 0,0 1-1 0 0,0-1 0 0 0,-1 0 0 0 0,0 0 1 0 0,-1-1-1 0 0,0 0 0 0 0,0 0 0 0 0,-1 0 0 0 0,0 0 1 0 0,3-13-1 0 0,-4 12 20 0 0,0 0 1 0 0,-1 0-1 0 0,0 0 1 0 0,-1 0-1 0 0,0 0 1 0 0,-1 0-1 0 0,0 0 1 0 0,0 0-1 0 0,-1 0 1 0 0,-1 0-1 0 0,1 0 1 0 0,-2 0-1 0 0,1 0 1 0 0,-1 0-1 0 0,-1 1 1 0 0,-6-13-1 0 0,9 19-57 0 0,-1 0 0 0 0,0 1 1 0 0,1-1-1 0 0,-1 1 0 0 0,0-1 0 0 0,0 1 0 0 0,-1 0 0 0 0,1-1 0 0 0,0 1 0 0 0,-1 0 0 0 0,1 1 0 0 0,-1-1 0 0 0,0 0 0 0 0,0 1 0 0 0,1 0 0 0 0,-1-1 0 0 0,0 1 0 0 0,0 0 0 0 0,-4 0 0 0 0,3 0 5 0 0,0 1-1 0 0,-1 0 0 0 0,1 0 1 0 0,-1 1-1 0 0,1-1 0 0 0,0 1 0 0 0,0 0 1 0 0,-1 0-1 0 0,1 0 0 0 0,0 1 1 0 0,0-1-1 0 0,-6 4 0 0 0,2 0-64 0 0,0 0 1 0 0,0 0-1 0 0,0 1 1 0 0,1 0-1 0 0,0 0 0 0 0,0 1 1 0 0,0 0-1 0 0,1 0 0 0 0,0 0 1 0 0,0 1-1 0 0,-8 16 0 0 0,12-19-151 0 0,-1 0-1 0 0,2 0 1 0 0,-1 0-1 0 0,1 1 1 0 0,-1-1-1 0 0,1 0 1 0 0,1 0-1 0 0,-1 1 1 0 0,1-1 0 0 0,0 0-1 0 0,0 1 1 0 0,0-1-1 0 0,1 0 1 0 0,0 1-1 0 0,0-1 1 0 0,0 0-1 0 0,1 0 1 0 0,0 0-1 0 0,0 0 1 0 0,0 0-1 0 0,1 0 1 0 0,-1-1-1 0 0,1 1 1 0 0,0-1-1 0 0,0 1 1 0 0,1-1-1 0 0,-1 0 1 0 0,1 0 0 0 0,0-1-1 0 0,0 1 1 0 0,0-1-1 0 0,1 0 1 0 0,-1 0-1 0 0,1 0 1 0 0,0-1-1 0 0,-1 1 1 0 0,1-1-1 0 0,0-1 1 0 0,0 1-1 0 0,8 1 1 0 0,0 0-374 0 0,-1-1 0 0 0,1-1-1 0 0,-1 0 1 0 0,1-1 0 0 0,-1 0 0 0 0,1-1 0 0 0,-1 0 0 0 0,16-4 0 0 0,-1-2-546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4164 0 0,'20'-22'1753'0'0,"0"0"0"0"0,-1-1-1 0 0,18-28 1 0 0,-6 7 722 0 0,-30 43-2447 0 0,0 0 1 0 0,-1 0-1 0 0,1 0 1 0 0,0 0-1 0 0,0 0 1 0 0,0 0 0 0 0,-1 0-1 0 0,1 0 1 0 0,0 1-1 0 0,0-1 1 0 0,0 0-1 0 0,0 0 1 0 0,0 1-1 0 0,1-1 1 0 0,-1 1-1 0 0,0-1 1 0 0,0 1-1 0 0,0-1 1 0 0,0 1-1 0 0,1 0 1 0 0,-1 0-1 0 0,0 0 1 0 0,0-1-1 0 0,2 1 1 0 0,-2 1-17 0 0,1 0 1 0 0,-1-1 0 0 0,1 1 0 0 0,-1 0 0 0 0,0-1-1 0 0,1 1 1 0 0,-1 0 0 0 0,0 0 0 0 0,0 0-1 0 0,0 0 1 0 0,0 0 0 0 0,0 1 0 0 0,0-1-1 0 0,0 0 1 0 0,0 0 0 0 0,1 2 0 0 0,3 7 11 0 0,-1 0 0 0 0,0 0 0 0 0,6 20 0 0 0,-10-30-23 0 0,5 22 56 0 0,0 0 1 0 0,-2 0-1 0 0,-1 1 1 0 0,-1-1 0 0 0,-1 27-1 0 0,-8 20 4745 0 0,5-72-4530 0 0,2 3-268 0 0,1 1 1 0 0,0-1 0 0 0,0 0-1 0 0,-1 0 1 0 0,1-1 0 0 0,0 1-1 0 0,0 0 1 0 0,-1 0 0 0 0,1 0-1 0 0,0 0 1 0 0,0 0 0 0 0,0 0-1 0 0,-1 0 1 0 0,1 0 0 0 0,0 0-1 0 0,0 0 1 0 0,-1-1 0 0 0,1 1-1 0 0,0 0 1 0 0,0 0 0 0 0,0 0-1 0 0,0 0 1 0 0,-1-1 0 0 0,1 1-1 0 0,0 0 1 0 0,0 0 0 0 0,0 0-1 0 0,0-1 1 0 0,0 1 0 0 0,0 0-1 0 0,-1 0 1 0 0,1-1 0 0 0,0 1-1 0 0,0 0 1 0 0,0 0 0 0 0,0 0-1 0 0,0-1 1 0 0,0 1 0 0 0,0-1 0 0 0,1-9 7 0 0,-1-1 1 0 0,2 1 0 0 0,-1-1 0 0 0,2 1 0 0 0,-1 0 0 0 0,1 0-1 0 0,1 0 1 0 0,0 0 0 0 0,0 1 0 0 0,1-1 0 0 0,0 1 0 0 0,1 0-1 0 0,0 0 1 0 0,0 1 0 0 0,1 0 0 0 0,11-11 0 0 0,-12 13-26 0 0,-1 1 0 0 0,2 1 0 0 0,-1-1 0 0 0,0 1 0 0 0,1 0 0 0 0,0 0 0 0 0,0 1 0 0 0,0 0 0 0 0,0 0 0 0 0,0 1 0 0 0,1 0 0 0 0,-1 0 0 0 0,1 1 0 0 0,0 0 0 0 0,-1 0 0 0 0,1 1 0 0 0,0 0 0 0 0,-1 0 0 0 0,1 0 0 0 0,0 1 0 0 0,-1 1 0 0 0,1-1 0 0 0,11 5 0 0 0,-3 0-16 0 0,1 1 1 0 0,-1 1-1 0 0,0 0 1 0 0,0 1 0 0 0,25 20-1 0 0,-34-24-10 0 0,-1 1 0 0 0,0-1 0 0 0,0 1-1 0 0,0 0 1 0 0,-1 0 0 0 0,0 1 0 0 0,0 0-1 0 0,-1 0 1 0 0,0 0 0 0 0,0 0 0 0 0,-1 0 0 0 0,1 1-1 0 0,-2 0 1 0 0,5 15 0 0 0,-7-19 45 0 0,0 0 0 0 0,0 0 0 0 0,0-1 0 0 0,0 1 0 0 0,-1 0 0 0 0,0 0 0 0 0,0 0 0 0 0,-1 5 0 0 0,1-8 6 0 0,1 1 1 0 0,-1 0 0 0 0,0-1 0 0 0,1 1-1 0 0,-1-1 1 0 0,0 1 0 0 0,0-1-1 0 0,0 1 1 0 0,0-1 0 0 0,0 0-1 0 0,0 1 1 0 0,0-1 0 0 0,-1 0 0 0 0,1 0-1 0 0,0 0 1 0 0,-1 0 0 0 0,1 0-1 0 0,-1 0 1 0 0,-2 1 0 0 0,4-2-12 0 0,-1 0 1 0 0,0 0-1 0 0,1 0 0 0 0,-1 0 1 0 0,0 0-1 0 0,1 0 0 0 0,-1 0 1 0 0,0 0-1 0 0,1 0 1 0 0,-1 0-1 0 0,0 0 0 0 0,1-1 1 0 0,-1 1-1 0 0,0 0 1 0 0,1 0-1 0 0,-1-1 0 0 0,1 1 1 0 0,-1 0-1 0 0,0-1 0 0 0,1 1 1 0 0,-1-1-1 0 0,1 1 1 0 0,-1-1-1 0 0,1 1 0 0 0,0-1 1 0 0,-1 1-1 0 0,1-1 1 0 0,-1 1-1 0 0,1-1 0 0 0,0 1 1 0 0,-1-1-1 0 0,1 0 0 0 0,0 1 1 0 0,0-1-1 0 0,0 0 1 0 0,-1 1-1 0 0,1-1 0 0 0,0 0 1 0 0,0 1-1 0 0,0-1 0 0 0,0 0 1 0 0,0 1-1 0 0,0-1 1 0 0,0 0-1 0 0,3-31-54 0 0,-3 31 50 0 0,3-13-24 0 0,0 1 0 0 0,1 0 1 0 0,1 0-1 0 0,0 0 0 0 0,1 0 1 0 0,0 1-1 0 0,1 0 0 0 0,1 0 1 0 0,-1 1-1 0 0,12-12 0 0 0,-12 14-1 0 0,1 0-1 0 0,1 1 1 0 0,0 0-1 0 0,0 0 1 0 0,0 1 0 0 0,1 0-1 0 0,0 1 1 0 0,0 0-1 0 0,1 1 1 0 0,0 0 0 0 0,20-7-1 0 0,-27 11 19 0 0,-1 1 0 0 0,1-1 0 0 0,-1 0 0 0 0,1 1 0 0 0,-1 0 0 0 0,1 0 0 0 0,-1 0 0 0 0,1 0 0 0 0,-1 0 0 0 0,1 1 0 0 0,-1 0 0 0 0,0-1 0 0 0,1 1 0 0 0,-1 1 0 0 0,0-1-1 0 0,1 0 1 0 0,4 4 0 0 0,-5-2 5 0 0,1 0 0 0 0,0 0 0 0 0,-1 0 0 0 0,0 1-1 0 0,1-1 1 0 0,-1 1 0 0 0,-1 0 0 0 0,1 0-1 0 0,-1 0 1 0 0,1 1 0 0 0,1 5 0 0 0,2 8 6 0 0,0 0 1 0 0,-2 0 0 0 0,0 1 0 0 0,-1-1 0 0 0,0 22-1 0 0,-3-35 21 0 0,1-1 0 0 0,-1 1 0 0 0,1 0 0 0 0,0-1 0 0 0,1 1 0 0 0,-1 0 0 0 0,1-1 0 0 0,0 0 0 0 0,0 1 0 0 0,2 3-1 0 0,-2-6-70 0 0,-1 0 0 0 0,1 0 0 0 0,-1-1 0 0 0,1 1-1 0 0,0 0 1 0 0,0-1 0 0 0,0 1 0 0 0,0-1 0 0 0,0 0-1 0 0,0 0 1 0 0,1 0 0 0 0,-1 0 0 0 0,0 0 0 0 0,0 0-1 0 0,1 0 1 0 0,-1-1 0 0 0,0 1 0 0 0,1-1 0 0 0,-1 0-1 0 0,1 0 1 0 0,2 0 0 0 0,9-1-1310 0 0,0 0 0 0 0,0-1-1 0 0,0 0 1 0 0,0-2 0 0 0,0 1 0 0 0,14-7 0 0 0,11-5-4758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4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92 809 788 0 0,'-19'3'5287'0'0,"12"-3"-3157"0"0,-1 2 1 0 0,1-1-1 0 0,-13 5 0 0 0,18-6-1923 0 0,0 1-1 0 0,-1 0 0 0 0,1 1 0 0 0,1-1 0 0 0,-1 0 0 0 0,0 0 0 0 0,0 1 0 0 0,0-1 0 0 0,-2 4 1 0 0,3-3-185 0 0,0-1 1 0 0,0 0-1 0 0,0 1 1 0 0,0-1 0 0 0,0 1-1 0 0,1-1 1 0 0,-1 1-1 0 0,1 0 1 0 0,-1-1 0 0 0,1 1-1 0 0,0-1 1 0 0,-1 1 0 0 0,1 0-1 0 0,0-1 1 0 0,0 1-1 0 0,0 0 1 0 0,0-1 0 0 0,0 1-1 0 0,1 0 1 0 0,-1-1-1 0 0,1 1 1 0 0,-1 0 0 0 0,1-1-1 0 0,-1 1 1 0 0,1-1 0 0 0,0 1-1 0 0,0-1 1 0 0,-1 1-1 0 0,1-1 1 0 0,0 0 0 0 0,0 1-1 0 0,1-1 1 0 0,-1 0-1 0 0,0 0 1 0 0,0 0 0 0 0,1 0-1 0 0,-1 0 1 0 0,0 0 0 0 0,1 0-1 0 0,-1 0 1 0 0,1-1-1 0 0,-1 1 1 0 0,1 0 0 0 0,-1-1-1 0 0,1 1 1 0 0,0-1-1 0 0,-1 0 1 0 0,1 1 0 0 0,3-1-1 0 0,2 0-2 0 0,1-1 0 0 0,-1 0 0 0 0,0 0 0 0 0,0 0 0 0 0,0-1-1 0 0,1 0 1 0 0,-1 0 0 0 0,-1-1 0 0 0,1 0 0 0 0,0 0 0 0 0,-1-1 0 0 0,1 1 0 0 0,6-6-1 0 0,-4 1-7 0 0,0-1 0 0 0,0 0 0 0 0,0 0 0 0 0,-1-1 0 0 0,0 0 0 0 0,-1 0 0 0 0,7-13 0 0 0,3-10-15 0 0,-2-1 0 0 0,-2 0-1 0 0,-1-2 1 0 0,11-49 0 0 0,-7 10-49 0 0,-3 0 0 0 0,-4-1-1 0 0,0-96 1 0 0,-9 172 49 0 0,0-1-1 0 0,0 1 1 0 0,1 0 0 0 0,-1-1-1 0 0,0 1 1 0 0,0-1 0 0 0,0 1-1 0 0,0-1 1 0 0,0 1 0 0 0,0 0-1 0 0,0-1 1 0 0,-1 1 0 0 0,1-1-1 0 0,0 1 1 0 0,0-1 0 0 0,0 1-1 0 0,0 0 1 0 0,0-1 0 0 0,-1 1-1 0 0,1 0 1 0 0,0-1 0 0 0,0 1-1 0 0,-1 0 1 0 0,1-1 0 0 0,0 1-1 0 0,-1 0 1 0 0,1-1 0 0 0,0 1-1 0 0,-1-1 1 0 0,-9 8-49 0 0,-7 18 14 0 0,-9 27 20 0 0,3 1 0 0 0,2 1 0 0 0,3 1 0 0 0,1 1 0 0 0,4 0 1 0 0,-12 93-1 0 0,24-133 36 0 0,0 0 0 0 0,2-1 1 0 0,-1 1-1 0 0,2 0 1 0 0,0-1-1 0 0,1 1 0 0 0,0-1 1 0 0,8 20-1 0 0,-9-30-10 0 0,0 0 1 0 0,1 1-1 0 0,-1-1 0 0 0,1-1 0 0 0,0 1 0 0 0,1 0 1 0 0,-1-1-1 0 0,1 0 0 0 0,0 0 0 0 0,0 0 1 0 0,0 0-1 0 0,0 0 0 0 0,1-1 0 0 0,0 0 0 0 0,-1 0 1 0 0,1 0-1 0 0,0-1 0 0 0,0 1 0 0 0,1-1 0 0 0,-1 0 1 0 0,0-1-1 0 0,1 1 0 0 0,-1-1 0 0 0,1 0 1 0 0,0-1-1 0 0,6 1 0 0 0,-2-1-52 0 0,1 0-1 0 0,-1-1 1 0 0,0 0-1 0 0,1-1 1 0 0,-1 0 0 0 0,0-1-1 0 0,0 0 1 0 0,-1 0-1 0 0,1-1 1 0 0,14-7 0 0 0,-12 3-74 0 0,0 0 0 0 0,0-1 1 0 0,-1 0-1 0 0,0 0 1 0 0,0-1-1 0 0,16-21 0 0 0,-9 6-75 0 0,-1-1 0 0 0,-1 0 0 0 0,-1-1-1 0 0,-2-1 1 0 0,-1 0 0 0 0,13-44 0 0 0,-7 7 209 0 0,-2-1 1 0 0,-4-1-1 0 0,-2 0 1 0 0,-4 0-1 0 0,-3-127 0 0 0,-3 193-12 0 0,0 0-1 0 0,0-1 1 0 0,0 1-1 0 0,0 0 0 0 0,0 0 1 0 0,0 0-1 0 0,0 0 1 0 0,0-1-1 0 0,0 1 0 0 0,-1 0 1 0 0,1 0-1 0 0,-1 0 1 0 0,1 0-1 0 0,-1 0 0 0 0,1 0 1 0 0,-1 0-1 0 0,1 0 1 0 0,-1 0-1 0 0,0 0 0 0 0,-1-1 1 0 0,1 2-2 0 0,1 0 0 0 0,-1 0 0 0 0,0 0 0 0 0,1 0 0 0 0,-1 0 0 0 0,0 0-1 0 0,1 1 1 0 0,-1-1 0 0 0,0 0 0 0 0,1 0 0 0 0,-1 1 0 0 0,0-1 0 0 0,1 0 0 0 0,-1 1 0 0 0,1-1 0 0 0,-1 1 0 0 0,0-1 0 0 0,1 1 0 0 0,-1-1 0 0 0,1 1 0 0 0,0-1 0 0 0,-1 1 0 0 0,0 1 0 0 0,-4 5 4 0 0,0 1 0 0 0,0 0 0 0 0,-7 15 1 0 0,-10 35 5 0 0,3 0 0 0 0,-13 67 0 0 0,-9 126 236 0 0,32-181-64 0 0,4 1 0 0 0,4-1 0 0 0,10 110 0 0 0,-9-177-60 0 0,0 1 0 0 0,1-1 0 0 0,-1 0 0 0 0,1 0 0 0 0,0 0 0 0 0,0 0 0 0 0,2 4 0 0 0,-2-6-104 0 0,-1-1 1 0 0,0 0-1 0 0,0 1 1 0 0,1-1 0 0 0,-1 0-1 0 0,0 1 1 0 0,1-1-1 0 0,-1 0 1 0 0,0 1-1 0 0,1-1 1 0 0,-1 0 0 0 0,1 0-1 0 0,-1 1 1 0 0,0-1-1 0 0,1 0 1 0 0,-1 0-1 0 0,1 0 1 0 0,-1 0 0 0 0,1 0-1 0 0,-1 1 1 0 0,0-1-1 0 0,1 0 1 0 0,0 0-1 0 0,0-1-11 0 0,0 1 0 0 0,0 0 0 0 0,0-1 0 0 0,1 1 0 0 0,-1-1 0 0 0,0 1 0 0 0,0-1 0 0 0,0 1 0 0 0,0-1 0 0 0,0 0 0 0 0,-1 0 0 0 0,1 1 0 0 0,1-3 0 0 0,15-16 53 0 0,-1-2 0 0 0,-1 0 0 0 0,-1-1 1 0 0,21-43-1 0 0,-4 7-57 0 0,-19 37-39 0 0,1 0-1 0 0,24-29 1 0 0,-32 44 18 0 0,-1 1-1 0 0,1 1 1 0 0,-1-1 0 0 0,1 1-1 0 0,1 0 1 0 0,-1 0 0 0 0,0 0-1 0 0,1 0 1 0 0,0 1-1 0 0,0 0 1 0 0,0 1 0 0 0,0-1-1 0 0,0 1 1 0 0,10-2 0 0 0,-12 4 8 0 0,-1-1 0 0 0,0 1 1 0 0,1 0-1 0 0,-1 0 0 0 0,0 1 1 0 0,1-1-1 0 0,-1 1 0 0 0,0-1 0 0 0,1 1 1 0 0,-1 0-1 0 0,0 0 0 0 0,0 0 1 0 0,0 1-1 0 0,0-1 0 0 0,0 1 1 0 0,4 3-1 0 0,-3-2 4 0 0,-1 0 0 0 0,1 1-1 0 0,-1 0 1 0 0,1 0 0 0 0,-1 0 0 0 0,-1 0 0 0 0,1 0-1 0 0,0 1 1 0 0,2 8 0 0 0,2 5 9 0 0,-2 1 1 0 0,0 0-1 0 0,-1 0 0 0 0,1 26 1 0 0,-5-42-6 0 0,2 15 2 0 0,-1-3 10 0 0,1-1-1 0 0,3 16 1 0 0,-4-27 1 0 0,-1-1-1 0 0,1 1 1 0 0,0-1 0 0 0,0 0 0 0 0,0 1-1 0 0,0-1 1 0 0,0 0 0 0 0,0 0-1 0 0,1 0 1 0 0,-1 0 0 0 0,0 0-1 0 0,1 0 1 0 0,0 0 0 0 0,0 0 0 0 0,-1-1-1 0 0,1 1 1 0 0,0-1 0 0 0,0 1-1 0 0,3 0 1 0 0,0 0 1 0 0,0-1 0 0 0,0 0 0 0 0,1 0 0 0 0,-1-1 0 0 0,0 0 0 0 0,1 0 0 0 0,-1 0 0 0 0,1 0 0 0 0,-1-1 0 0 0,0 0-1 0 0,0 0 1 0 0,9-4 0 0 0,1 0-10 0 0,0-1 0 0 0,0-1 1 0 0,0-1-1 0 0,-1 0 0 0 0,-1-1 0 0 0,1 0 0 0 0,-1-1 0 0 0,-1 0 0 0 0,0-1 0 0 0,0-1 0 0 0,18-24 0 0 0,-9 8 214 0 0,-2-1 0 0 0,-1 0-1 0 0,-2-1 1 0 0,20-50 0 0 0,-36 80-214 0 0,0 0 1 0 0,1-1 0 0 0,-1 1-1 0 0,0 0 1 0 0,0-1 0 0 0,0 1-1 0 0,0 0 1 0 0,1-1 0 0 0,-1 1-1 0 0,0 0 1 0 0,0-1 0 0 0,0 1-1 0 0,0-1 1 0 0,0 1 0 0 0,0 0-1 0 0,0-1 1 0 0,0 1-1 0 0,0 0 1 0 0,0-1 0 0 0,0 1-1 0 0,0-1 1 0 0,0 1 0 0 0,0 0-1 0 0,0-1 1 0 0,0 1 0 0 0,-1 0-1 0 0,1-1 1 0 0,-9 5 22 0 0,-11 18-35 0 0,10-6 7 0 0,1 1-1 0 0,1 0 1 0 0,0 0 0 0 0,1 1-1 0 0,-5 24 1 0 0,10-34 17 0 0,0 0 1 0 0,1 0-1 0 0,0 0 0 0 0,0 0 1 0 0,1 0-1 0 0,0 0 0 0 0,0 0 1 0 0,1 0-1 0 0,0 0 0 0 0,1-1 1 0 0,-1 1-1 0 0,2 0 0 0 0,-1 0 1 0 0,1-1-1 0 0,4 8 0 0 0,-5-11-13 0 0,1-1 0 0 0,0 1 0 0 0,0-1 0 0 0,0 0 0 0 0,1 0-1 0 0,-1-1 1 0 0,1 1 0 0 0,-1 0 0 0 0,1-1 0 0 0,0 0-1 0 0,0 0 1 0 0,0 0 0 0 0,0-1 0 0 0,0 1 0 0 0,1-1-1 0 0,-1 0 1 0 0,0 0 0 0 0,1-1 0 0 0,-1 1 0 0 0,6-1-1 0 0,4 1-463 0 0,0-1-1 0 0,0-1 1 0 0,0 0-1 0 0,0-1 0 0 0,15-4 1 0 0,-17 2-1230 0 0,1 0 0 0 0,-1-1 0 0 0,0 0 0 0 0,21-13 0 0 0,-5-1-4792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4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33 2888 0 0,'-203'4'13890'0'0,"434"-14"-14552"0"0,-1-10-7736 0 0,-161 14 3084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6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269 636 1056 0 0,'21'-3'14224'0'0,"-19"1"-13441"0"0,2-4 18 0 0,-4 5-652 0 0,1 0 1 0 0,0 1-1 0 0,-1-1 0 0 0,1 1 1 0 0,-1-1-1 0 0,0 0 0 0 0,1 1 0 0 0,-1-1 1 0 0,0 0-1 0 0,1 0 0 0 0,-1 1 0 0 0,0-1 1 0 0,0 0-1 0 0,1 0 0 0 0,-1 0 0 0 0,0 1 1 0 0,0-1-1 0 0,0 0 0 0 0,0 0 0 0 0,0 1 1 0 0,0-1-1 0 0,-1-1 0 0 0,-5-21 1533 0 0,5 22-1671 0 0,0 0 1 0 0,0 0-1 0 0,0 0 0 0 0,0 0 0 0 0,-1 0 0 0 0,1 0 0 0 0,0 0 0 0 0,-1 0 0 0 0,1 0 0 0 0,0 1 1 0 0,-1-1-1 0 0,1 1 0 0 0,-1-1 0 0 0,1 1 0 0 0,-1-1 0 0 0,0 1 0 0 0,1 0 0 0 0,-1 0 0 0 0,1 0 1 0 0,-1 0-1 0 0,1 0 0 0 0,-1 0 0 0 0,1 0 0 0 0,-1 0 0 0 0,0 1 0 0 0,1-1 0 0 0,-1 0 0 0 0,1 1 1 0 0,-1 0-1 0 0,1-1 0 0 0,-2 2 0 0 0,-7 3-5 0 0,0-1-1 0 0,0 2 1 0 0,-12 8 0 0 0,-1 3-15 0 0,1 0-1 0 0,0 2 1 0 0,-31 34-1 0 0,45-43-6 0 0,-1 1-1 0 0,1 0 1 0 0,1 0 0 0 0,0 0-1 0 0,0 1 1 0 0,2-1 0 0 0,-1 2-1 0 0,1-1 1 0 0,1 1-1 0 0,-3 12 1 0 0,6-22 16 0 0,1 0 0 0 0,-1-1 0 0 0,1 1 0 0 0,0-1 1 0 0,0 1-1 0 0,0-1 0 0 0,0 1 0 0 0,0 0 0 0 0,0-1 0 0 0,1 1 0 0 0,-1-1 0 0 0,1 1 0 0 0,0-1 1 0 0,0 1-1 0 0,0-1 0 0 0,0 0 0 0 0,0 1 0 0 0,0-1 0 0 0,1 0 0 0 0,1 3 0 0 0,0-3-7 0 0,-1 0-1 0 0,0 0 0 0 0,1-1 1 0 0,0 1-1 0 0,-1-1 0 0 0,1 0 0 0 0,0 1 1 0 0,-1-1-1 0 0,1-1 0 0 0,0 1 1 0 0,0 0-1 0 0,0-1 0 0 0,0 1 1 0 0,0-1-1 0 0,3 0 0 0 0,4 0-51 0 0,0-1 0 0 0,0 0 0 0 0,-1 0-1 0 0,1-1 1 0 0,-1 0 0 0 0,0-1 0 0 0,1 0 0 0 0,-1-1-1 0 0,16-8 1 0 0,-10 1-40 0 0,-1 0-1 0 0,0-1 1 0 0,-1-1-1 0 0,0 0 1 0 0,-1 0-1 0 0,0-1 1 0 0,-1-1-1 0 0,-1 0 1 0 0,0-1-1 0 0,-1 0 1 0 0,-1 0-1 0 0,8-21 1 0 0,3-16-109 0 0,-2 0 1 0 0,17-90-1 0 0,-21 59 248 0 0,-3-1 0 0 0,-2-120-1 0 0,-9 202-55 0 0,1 3 16 0 0,0-1 0 0 0,0 1 0 0 0,0 0 0 0 0,0 0 0 0 0,0 0 0 0 0,-1 0 0 0 0,1-1 0 0 0,0 1 0 0 0,0 0 0 0 0,0 0 0 0 0,0 0 0 0 0,-1 0-1 0 0,1 0 1 0 0,0 0 0 0 0,0-1 0 0 0,0 1 0 0 0,-1 0 0 0 0,1 0 0 0 0,0 0 0 0 0,0 0 0 0 0,0 0 0 0 0,-1 0 0 0 0,1 0 0 0 0,0 0 0 0 0,0 0-1 0 0,0 0 1 0 0,-1 0 0 0 0,1 0 0 0 0,0 0 0 0 0,0 0 0 0 0,0 0 0 0 0,-1 0 0 0 0,1 0 0 0 0,0 1 0 0 0,0-1 0 0 0,0 0 0 0 0,-1 0 0 0 0,1 0-1 0 0,0 0 1 0 0,0 0 0 0 0,0 0 0 0 0,0 1 0 0 0,-1-1 0 0 0,1 0 0 0 0,0 0 0 0 0,0 0 0 0 0,0 0 0 0 0,0 1 0 0 0,0-1 0 0 0,0 0-1 0 0,0 0 1 0 0,-1 0 0 0 0,1 0 0 0 0,0 1 0 0 0,0-1 0 0 0,0 0 0 0 0,0 0 0 0 0,0 0 0 0 0,0 1 0 0 0,-5 11-10 0 0,-45 232-13 0 0,35-157 53 0 0,-16 137 83 0 0,28-184-61 0 0,2 0-1 0 0,1 0 0 0 0,10 65 0 0 0,-9-97-24 0 0,1 0 1 0 0,0 0-1 0 0,0 0 0 0 0,0-1 1 0 0,1 1-1 0 0,0 0 0 0 0,1-1 1 0 0,0 0-1 0 0,5 9 0 0 0,-6-14-16 0 0,-1 1 0 0 0,0-1-1 0 0,1 1 1 0 0,-1-1 0 0 0,1 0-1 0 0,-1 0 1 0 0,1 0 0 0 0,0-1-1 0 0,0 1 1 0 0,0-1-1 0 0,0 1 1 0 0,0-1 0 0 0,0 0-1 0 0,1 0 1 0 0,-1 0 0 0 0,0-1-1 0 0,0 1 1 0 0,1-1 0 0 0,-1 0-1 0 0,0 0 1 0 0,1 0 0 0 0,-1 0-1 0 0,0 0 1 0 0,1-1 0 0 0,3-1-1 0 0,3-1-3 0 0,0 0 1 0 0,-1-1-1 0 0,1 0 0 0 0,-1-1 0 0 0,0 0 0 0 0,0 0 0 0 0,-1-1 1 0 0,1 0-1 0 0,-1 0 0 0 0,0-1 0 0 0,11-14 0 0 0,2-3-15 0 0,-1-1 0 0 0,25-42 0 0 0,-20 21-9 0 0,-2 0 0 0 0,-2-2 0 0 0,22-76 0 0 0,-37 107 1 0 0,-5 15 17 0 0,3-16-169 0 0,-7 14 71 0 0,-6 8 77 0 0,4 1 11 0 0,0 0 0 0 0,0 1 0 0 0,0-1-1 0 0,1 1 1 0 0,0 0 0 0 0,0 1 0 0 0,0-1 0 0 0,-4 11 0 0 0,-1 1-4 0 0,-8 12-14 0 0,2 1 0 0 0,-19 57 0 0 0,30-76 41 0 0,0 0 0 0 0,2 0 0 0 0,-1 1 0 0 0,1-1 0 0 0,1 1-1 0 0,1-1 1 0 0,-1 1 0 0 0,2-1 0 0 0,0 1 0 0 0,5 23 0 0 0,-5-33-5 0 0,0 0 1 0 0,0 0-1 0 0,0 1 1 0 0,1-1-1 0 0,-1 0 1 0 0,1 0-1 0 0,0-1 1 0 0,0 1-1 0 0,0 0 1 0 0,0-1-1 0 0,1 1 1 0 0,-1-1-1 0 0,1 1 1 0 0,-1-1-1 0 0,7 3 1 0 0,-4-2 0 0 0,1 0 0 0 0,-1-1-1 0 0,1 0 1 0 0,0 0 0 0 0,0 0 0 0 0,0-1-1 0 0,0 0 1 0 0,9 1 0 0 0,-1-2-25 0 0,0 0 0 0 0,0-1 0 0 0,1 0 0 0 0,-1-1 0 0 0,0-1 0 0 0,0 0 0 0 0,13-5 1 0 0,-10 1-116 0 0,0 0 1 0 0,-1-1-1 0 0,0-1 1 0 0,-1-1-1 0 0,0 0 1 0 0,0 0-1 0 0,19-20 1 0 0,-15 11-45 0 0,-1-1 0 0 0,0-1 0 0 0,-2 0 0 0 0,20-35 0 0 0,-10 8 10 0 0,-2-2 0 0 0,-3-1 0 0 0,-1-1 0 0 0,16-71 0 0 0,-22 61 654 0 0,-2 0 0 0 0,-3-1 0 0 0,2-108-1 0 0,-11 170-487 0 0,0 1 0 0 0,0 0 0 0 0,0 0 0 0 0,0 0 0 0 0,0 0 0 0 0,0-1 0 0 0,0 1 0 0 0,0 0 0 0 0,0 0 0 0 0,0 0 0 0 0,0 0 0 0 0,0-1 0 0 0,0 1 0 0 0,0 0 0 0 0,0 0 0 0 0,0 0 0 0 0,0 0 0 0 0,0-1 0 0 0,0 1 0 0 0,0 0 0 0 0,0 0 0 0 0,0 0 0 0 0,0 0 0 0 0,-1-1 0 0 0,1 1 0 0 0,0 0 0 0 0,0 0 0 0 0,0 0 0 0 0,0 0 0 0 0,0 0 0 0 0,0 0 0 0 0,-1 0 0 0 0,1 0 0 0 0,0-1 0 0 0,0 1 0 0 0,0 0 0 0 0,0 0 0 0 0,-1 0 0 0 0,1 0 0 0 0,0 0 0 0 0,0 0 0 0 0,-8 5 53 0 0,-4 7-17 0 0,4 4-24 0 0,0 1-1 0 0,1 0 0 0 0,0 1 1 0 0,2-1-1 0 0,-4 20 0 0 0,3-15-5 0 0,-26 119 377 0 0,-25 243 0 0 0,23 151 713 0 0,28-401-863 0 0,-37 725 912 0 0,40-806-1027 0 0,-7 173 1114 0 0,10-225-1214 0 0,0 0 0 0 0,0 0 1 0 0,0 0-1 0 0,0 0 0 0 0,0 0 1 0 0,0-1-1 0 0,0 1 0 0 0,0 0 0 0 0,0 0 1 0 0,0 0-1 0 0,1 0 0 0 0,-1-1 1 0 0,0 1-1 0 0,0 0 0 0 0,1 0 0 0 0,-1 0 1 0 0,1-1-1 0 0,-1 1 0 0 0,1 0 1 0 0,-1 0-1 0 0,1-1 0 0 0,-1 1 0 0 0,1-1 1 0 0,0 1-1 0 0,-1 0 0 0 0,1-1 0 0 0,0 1 1 0 0,1-1-12 0 0,-1 0 1 0 0,0 0 0 0 0,0 0 0 0 0,1 0-1 0 0,-1 0 1 0 0,0 0 0 0 0,0 0-1 0 0,0-1 1 0 0,0 1 0 0 0,1 0 0 0 0,-1-1-1 0 0,0 1 1 0 0,0-1 0 0 0,0 0-1 0 0,0 1 1 0 0,2-2 0 0 0,6-5-69 0 0,1-1 1 0 0,15-17-1 0 0,-23 22 45 0 0,20-20-244 0 0,-2-2-1 0 0,0 0 1 0 0,-2-2 0 0 0,0 0-1 0 0,-2-1 1 0 0,-2 0 0 0 0,0-2-1 0 0,15-47 1 0 0,-21 49 119 0 0,-1 0 1 0 0,-2 0 0 0 0,0-1-1 0 0,-2 1 1 0 0,-1-1 0 0 0,-2 0-1 0 0,0 0 1 0 0,-2 0 0 0 0,-10-50-1 0 0,4 44 97 0 0,-3 1-1 0 0,0 0 0 0 0,-3 1 0 0 0,0 1 0 0 0,-2 0 1 0 0,-2 1-1 0 0,-33-47 0 0 0,11 28 234 0 0,-2 1-1 0 0,-2 3 1 0 0,-68-57-1 0 0,95 89-99 0 0,0-2-1 0 0,-29-33 1 0 0,45 48-113 0 0,1 0 1 0 0,0 0-1 0 0,-1 0 0 0 0,1 0 1 0 0,0 0-1 0 0,-1 0 1 0 0,1-1-1 0 0,0 1 1 0 0,0 0-1 0 0,0 0 1 0 0,0 0-1 0 0,0 0 0 0 0,0 0 1 0 0,0 0-1 0 0,1 0 1 0 0,-1 0-1 0 0,0 0 1 0 0,1 0-1 0 0,-1 0 1 0 0,0 0-1 0 0,1 0 1 0 0,-1 0-1 0 0,1 0 0 0 0,0 0 1 0 0,-1 0-1 0 0,2-1 1 0 0,19-21-589 0 0,0 7-65 0 0,1 1-1 0 0,1 1 1 0 0,1 1-1 0 0,47-19 1 0 0,1 3-933 0 0,-10 5-1272 0 0,74-41 0 0 0,-120 56 2612 0 0,1-2 0 0 0,-1 1 1 0 0,-1-2-1 0 0,1 0 0 0 0,-2-1 1 0 0,0-1-1 0 0,-1 0 0 0 0,22-30 1 0 0,-30 36 590 0 0,-1 1 0 0 0,0-1 0 0 0,-1 0 0 0 0,0 0 0 0 0,0 0 0 0 0,0 0 0 0 0,-1 0 0 0 0,1-11 0 0 0,-1-4 1959 0 0,-1-38 0 0 0,-1 39-1073 0 0,0 19-1054 0 0,-2 2 15 0 0,2 0-165 0 0,0 1 0 0 0,0 0 0 0 0,0 0-1 0 0,0 0 1 0 0,0 0 0 0 0,0 0 0 0 0,0-1 0 0 0,0 1 0 0 0,0 0-1 0 0,0 0 1 0 0,0 0 0 0 0,0 0 0 0 0,0 0 0 0 0,0 0 0 0 0,0-1-1 0 0,-1 1 1 0 0,1 0 0 0 0,0 0 0 0 0,0 0 0 0 0,0 0 0 0 0,0 0-1 0 0,0 0 1 0 0,0 0 0 0 0,-1 0 0 0 0,1 0 0 0 0,0-1 0 0 0,0 1-1 0 0,0 0 1 0 0,0 0 0 0 0,0 0 0 0 0,-1 0 0 0 0,1 0 0 0 0,0 0 0 0 0,0 0-1 0 0,0 0 1 0 0,0 0 0 0 0,0 0 0 0 0,-1 0 0 0 0,1 0 0 0 0,0 0-1 0 0,0 0 1 0 0,0 0 0 0 0,-1 1 0 0 0,-6 10 162 0 0,1 1 1 0 0,0 0-1 0 0,0 0 0 0 0,2 1 1 0 0,-1 0-1 0 0,-3 17 1 0 0,-11 85 489 0 0,16-94-552 0 0,2 0 0 0 0,0 0 0 0 0,2 0 0 0 0,4 36 0 0 0,-4-50-94 0 0,1-1 0 0 0,-1 0 0 0 0,1 0 0 0 0,1 0-1 0 0,-1 0 1 0 0,1 0 0 0 0,0 0 0 0 0,7 9 0 0 0,-8-12-46 0 0,1 0 0 0 0,-1-1 0 0 0,1 1-1 0 0,0-1 1 0 0,0 0 0 0 0,0 0 0 0 0,0 0 0 0 0,0 0 0 0 0,0 0 0 0 0,0 0 0 0 0,1-1 0 0 0,-1 0 0 0 0,1 1 0 0 0,-1-1 0 0 0,1-1-1 0 0,5 2 1 0 0,-4-2-279 0 0,-1 0-1 0 0,1 0 0 0 0,0 0 0 0 0,-1-1 1 0 0,1 0-1 0 0,-1 0 0 0 0,1 0 0 0 0,-1 0 0 0 0,0-1 1 0 0,0 1-1 0 0,1-1 0 0 0,-1 0 0 0 0,7-5 1 0 0,-4 2-889 0 0,-1 0 0 0 0,0 0 1 0 0,0 0-1 0 0,6-7 1 0 0,6-11-4597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6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102 172 792 0 0,'-5'-20'2232'0'0,"0"0"0"0"0,-1 1 0 0 0,-1 0-1 0 0,-1 0 1 0 0,0 0 0 0 0,-22-33 0 0 0,29 51-2031 0 0,-2 0-89 0 0,2 1-126 0 0,0 0-1 0 0,1-1 0 0 0,-1 1 0 0 0,0 0 1 0 0,1 0-1 0 0,-1 0 0 0 0,0 0 1 0 0,1 0-1 0 0,-1 0 0 0 0,0 0 0 0 0,0 0 1 0 0,1 0-1 0 0,-1 0 0 0 0,0 0 1 0 0,1 1-1 0 0,-1-1 0 0 0,-1 1 1 0 0,0 1-202 0 0,1 1 1 0 0,-1 0-1 0 0,1 0 1 0 0,-1-1 0 0 0,1 1-1 0 0,0 1 1 0 0,0-1 0 0 0,0 0-1 0 0,0 0 1 0 0,1 0 0 0 0,-1 0-1 0 0,1 1 1 0 0,0 4 0 0 0,5 45-6481 0 0,-5-52 6472 0 0,2 14-3901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7.0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1220 0 0,'17'16'8679'0'0,"-6"-5"-8100"0"0,-1 2 1 0 0,-1-1 0 0 0,1 1-1 0 0,-2 0 1 0 0,0 1-1 0 0,-1 0 1 0 0,7 15 0 0 0,-10-17-292 0 0,0-1 0 0 0,0 0 1 0 0,-1 1-1 0 0,-1 0 0 0 0,0 0 1 0 0,0-1-1 0 0,-2 1 0 0 0,1 0 1 0 0,-3 24-1 0 0,1-32 3 0 0,1 1 0 0 0,-1-1 0 0 0,-1 1 1 0 0,1-1-1 0 0,-1 1 0 0 0,1-1 0 0 0,-1 0 0 0 0,-1 0 1 0 0,1 0-1 0 0,-5 7 0 0 0,7-10-266 0 0,-1-1 0 0 0,1 1 0 0 0,0-1 0 0 0,-1 1 0 0 0,1-1 1 0 0,-1 1-1 0 0,1-1 0 0 0,0 0 0 0 0,-1 1 0 0 0,1-1 0 0 0,-1 1 0 0 0,1-1 0 0 0,-1 0 1 0 0,1 1-1 0 0,-1-1 0 0 0,1 0 0 0 0,-1 0 0 0 0,1 0 0 0 0,-1 1 0 0 0,0-1 0 0 0,1 0 0 0 0,-1 0 1 0 0,1 0-1 0 0,-1 0 0 0 0,0 0 0 0 0,1 0 0 0 0,-1 0 0 0 0,1 0 0 0 0,-1 0 0 0 0,0 0 1 0 0,1 0-1 0 0,-1 0 0 0 0,1-1 0 0 0,-1 1 0 0 0,1 0 0 0 0,-1 0 0 0 0,1-1 0 0 0,-1 1 1 0 0,1 0-1 0 0,-1-1 0 0 0,1 1 0 0 0,-1 0 0 0 0,1-1 0 0 0,-1 1 0 0 0,1-1 0 0 0,0 1 0 0 0,-1-1 1 0 0,1 1-1 0 0,-1-1 0 0 0,1 1 0 0 0,0-1 0 0 0,-1 0 0 0 0,0-2-16 0 0,-1 0 0 0 0,1-1-1 0 0,0 1 1 0 0,0 0 0 0 0,0 0-1 0 0,-1-7 1 0 0,2 0-43 0 0,0 1 0 0 0,1 0 1 0 0,0 0-1 0 0,1 0 0 0 0,0 0 0 0 0,1 0 0 0 0,-1 1 1 0 0,2-1-1 0 0,7-15 0 0 0,-2 7-30 0 0,1 0 0 0 0,0 1-1 0 0,21-24 1 0 0,-18 26 17 0 0,0 1-1 0 0,1 0 0 0 0,28-20 1 0 0,-34 27 18 0 0,1 1 1 0 0,0 0 0 0 0,0 0-1 0 0,0 1 1 0 0,0 0-1 0 0,1 1 1 0 0,-1 0 0 0 0,18-3-1 0 0,-24 6 20 0 0,1-1 0 0 0,0 1 0 0 0,-1 0 0 0 0,1 0 0 0 0,0 0 0 0 0,-1 0 0 0 0,1 1 0 0 0,-1 0 0 0 0,1-1 0 0 0,0 1 0 0 0,-1 1 0 0 0,0-1 0 0 0,1 0 0 0 0,-1 1 0 0 0,0 0 0 0 0,1 0 0 0 0,2 2 0 0 0,-2-1 7 0 0,-1 0 0 0 0,0 1-1 0 0,0-1 1 0 0,-1 1-1 0 0,1 0 1 0 0,-1 0-1 0 0,0-1 1 0 0,0 1 0 0 0,0 1-1 0 0,0-1 1 0 0,-1 0-1 0 0,2 6 1 0 0,0 4 16 0 0,-1 0 1 0 0,-1 0-1 0 0,0 0 1 0 0,-1 1-1 0 0,0-1 1 0 0,-1 0-1 0 0,-4 21 1 0 0,3-26-226 0 0,0 1 0 0 0,1 0 0 0 0,0 0 0 0 0,1 0 0 0 0,0 0 0 0 0,2 15-1 0 0,-2-24 130 0 0,0 0 0 0 0,1 0 0 0 0,-1-1 0 0 0,0 1 0 0 0,1 0 0 0 0,-1-1 0 0 0,1 1 0 0 0,-1 0 0 0 0,1-1 0 0 0,-1 1 0 0 0,1-1 0 0 0,-1 1 0 0 0,1-1 0 0 0,0 1 0 0 0,-1-1-1 0 0,1 1 1 0 0,0-1 0 0 0,-1 0 0 0 0,1 1 0 0 0,0-1 0 0 0,0 0 0 0 0,-1 0 0 0 0,1 1 0 0 0,0-1 0 0 0,1 0 0 0 0,18-1-1688 0 0,-12-1 1073 0 0,-1-1-1 0 0,1-1 0 0 0,-1 1 0 0 0,0-1 0 0 0,0 0 0 0 0,0-1 0 0 0,0 0 1 0 0,-1 0-1 0 0,0 0 0 0 0,11-13 0 0 0,2-5 826 0 0,26-40 0 0 0,-39 55 388 0 0,3-8 922 0 0,-1 1 1 0 0,-1-1-1 0 0,10-30 1 0 0,10-21 3281 0 0,-27 66-4535 0 0,2 25 434 0 0,-15 74 1139 0 0,8-75-1639 0 0,2 1 0 0 0,0-1 0 0 0,2 1 0 0 0,0 0-1 0 0,4 27 1 0 0,-3-48-152 0 0,0-1 1 0 0,1 0-1 0 0,-1 0 1 0 0,0 0-1 0 0,1 0 0 0 0,0-1 1 0 0,-1 1-1 0 0,1 0 0 0 0,0 0 1 0 0,0 0-1 0 0,0 0 1 0 0,0-1-1 0 0,1 1 0 0 0,-1 0 1 0 0,0-1-1 0 0,1 1 1 0 0,-1-1-1 0 0,1 0 0 0 0,-1 1 1 0 0,1-1-1 0 0,0 0 0 0 0,-1 0 1 0 0,1 0-1 0 0,0 0 1 0 0,0 0-1 0 0,0 0 0 0 0,0-1 1 0 0,0 1-1 0 0,0-1 0 0 0,4 1 1 0 0,-2-1-302 0 0,0 0 1 0 0,0 0-1 0 0,0-1 1 0 0,0 1-1 0 0,0-1 1 0 0,0 0-1 0 0,0-1 1 0 0,0 1-1 0 0,0 0 1 0 0,0-1-1 0 0,0 0 1 0 0,-1 0-1 0 0,1 0 1 0 0,-1-1-1 0 0,4-2 1 0 0,3-4-1998 0 0,0 0 0 0 0,10-14-1 0 0,1-3-4283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7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190 161 612 0 0,'-19'-25'2896'0'0,"-1"1"1"0"0,-2 1-1 0 0,0 1 0 0 0,-49-37 0 0 0,70 58-2856 0 0,0 0 0 0 0,0 0-1 0 0,0 1 1 0 0,0-1-1 0 0,0 1 1 0 0,0-1 0 0 0,0 1-1 0 0,0-1 1 0 0,-1 1-1 0 0,1-1 1 0 0,0 1 0 0 0,0 0-1 0 0,0 0 1 0 0,0 0 0 0 0,0 0-1 0 0,-1 0 1 0 0,1 0-1 0 0,0 0 1 0 0,-2 0 0 0 0,2 1-60 0 0,1-1 0 0 0,-1 0 0 0 0,0 1 1 0 0,1-1-1 0 0,-1 1 0 0 0,1-1 0 0 0,-1 1 0 0 0,0 0 1 0 0,1-1-1 0 0,-1 1 0 0 0,1 0 0 0 0,0-1 1 0 0,-1 1-1 0 0,1 0 0 0 0,-1-1 0 0 0,1 1 1 0 0,0 0-1 0 0,0 0 0 0 0,-1-1 0 0 0,1 3 1 0 0,0 0-264 0 0,-1 1 0 0 0,1 0 1 0 0,0 0-1 0 0,0-1 1 0 0,0 1-1 0 0,1 0 1 0 0,-1 0-1 0 0,1-1 1 0 0,0 1-1 0 0,2 4 0 0 0,14 19-4813 0 0,-5-12 234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7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88 71 548 0 0,'2'-5'1801'0'0,"1"0"1"0"0,-1 0-1 0 0,0 0 0 0 0,0 0 0 0 0,-1 0 1 0 0,1 0-1 0 0,-1-1 0 0 0,0-7 1 0 0,3-3 1680 0 0,0 21-1362 0 0,-2 26-578 0 0,-71 464 3311 0 0,42-333-4688 0 0,22-131-244 0 0,-7 52-2140 0 0,12-75 1391 0 0,-1 0 0 0 0,1 1 0 0 0,1-1 1 0 0,0 0-1 0 0,0 0 0 0 0,0 0 0 0 0,5 13 0 0 0,-6-20 565 0 0,1 1-1 0 0,0-1 1 0 0,-1 1 0 0 0,1-1-1 0 0,0 0 1 0 0,-1 0 0 0 0,1 1-1 0 0,0-1 1 0 0,0 0 0 0 0,0 0-1 0 0,0 0 1 0 0,0 0-1 0 0,0 0 1 0 0,1 0 0 0 0,0 1-1 0 0,32-1-13119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7.7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1 189 660 0 0,'6'-25'3417'0'0,"20"-92"11049"0"0,-16 73-10844 0 0,-10 42-3066 0 0,1 4-514 0 0,-1 1 0 0 0,1-1 0 0 0,-1 1 0 0 0,0-1 0 0 0,1 0 0 0 0,-1 1 0 0 0,0 0 0 0 0,-1 3 0 0 0,-8 63 184 0 0,-1 87 0 0 0,10-146-530 0 0,1 0 0 0 0,-1 0 0 0 0,2 0 0 0 0,-1 0-1 0 0,2 0 1 0 0,-1-1 0 0 0,5 11 0 0 0,-6-16-93 0 0,1-1 0 0 0,0 1 0 0 0,0-1 0 0 0,0 0 0 0 0,0 0 0 0 0,1 0 0 0 0,-1 0 0 0 0,1 0 0 0 0,4 3 0 0 0,-5-4-224 0 0,1 0-1 0 0,-1-1 1 0 0,1 1 0 0 0,0-1-1 0 0,0 0 1 0 0,-1 0-1 0 0,1 0 1 0 0,0 0-1 0 0,0 0 1 0 0,0-1-1 0 0,0 1 1 0 0,0-1 0 0 0,4 0-1 0 0,8-1-5422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8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123 152 3048 0 0,'11'-38'9217'0'0,"-4"11"-1618"0"0,-7 34-6956 0 0,-13 66 1022 0 0,9-57-1502 0 0,1 0 0 0 0,0 0 1 0 0,1 0-1 0 0,1 0 0 0 0,0 0 0 0 0,1 0 0 0 0,4 28 0 0 0,-3-41-147 0 0,0 0 0 0 0,-1-1 0 0 0,1 1 0 0 0,1 0 0 0 0,-1-1 0 0 0,0 1 0 0 0,1 0-1 0 0,-1-1 1 0 0,1 0 0 0 0,0 1 0 0 0,0-1 0 0 0,0 0 0 0 0,0 0 0 0 0,0 0 0 0 0,0 0-1 0 0,1 0 1 0 0,-1-1 0 0 0,0 1 0 0 0,1-1 0 0 0,0 0 0 0 0,-1 1 0 0 0,1-1-1 0 0,0 0 1 0 0,-1 0 0 0 0,1-1 0 0 0,0 1 0 0 0,0-1 0 0 0,0 1 0 0 0,0-1 0 0 0,0 0-1 0 0,0 0 1 0 0,5-1 0 0 0,0 1-19 0 0,0-1 0 0 0,0-1-1 0 0,0 1 1 0 0,-1-1 0 0 0,1-1 0 0 0,-1 1-1 0 0,1-1 1 0 0,-1 0 0 0 0,0-1 0 0 0,0 0-1 0 0,7-5 1 0 0,-5 2-22 0 0,-1 0 0 0 0,-1 0-1 0 0,1-1 1 0 0,-1 0 0 0 0,-1-1 0 0 0,0 1 0 0 0,0-1-1 0 0,0 0 1 0 0,-1-1 0 0 0,0 1 0 0 0,-1-1-1 0 0,0 0 1 0 0,4-19 0 0 0,-7 22 9 0 0,1 0 1 0 0,-2 1-1 0 0,1-1 1 0 0,-1 0 0 0 0,0 0-1 0 0,0 1 1 0 0,-1-1-1 0 0,0 0 1 0 0,0 0-1 0 0,0 1 1 0 0,-1-1-1 0 0,0 1 1 0 0,-1-1 0 0 0,1 1-1 0 0,-1 0 1 0 0,0 0-1 0 0,-1 0 1 0 0,0 0-1 0 0,1 1 1 0 0,-2-1-1 0 0,1 1 1 0 0,-10-9-1 0 0,7 9 2 0 0,0 0 0 0 0,0 0 0 0 0,-1 0-1 0 0,1 1 1 0 0,-1 0 0 0 0,0 1 0 0 0,0 0-1 0 0,0 0 1 0 0,0 0 0 0 0,-1 1 0 0 0,1 0-1 0 0,-1 1 1 0 0,0 0 0 0 0,1 1 0 0 0,-1-1-1 0 0,0 2 1 0 0,1-1 0 0 0,-1 1 0 0 0,1 0 0 0 0,-13 4-1 0 0,13-3 7 0 0,0 1 0 0 0,-1-1 0 0 0,2 2 0 0 0,-1-1 0 0 0,0 1 0 0 0,1 0 0 0 0,-1 1-1 0 0,1 0 1 0 0,1 0 0 0 0,-1 0 0 0 0,1 1 0 0 0,-1 0 0 0 0,2 0 0 0 0,-1 1 0 0 0,1-1 0 0 0,0 1-1 0 0,0 1 1 0 0,1-1 0 0 0,0 0 0 0 0,-6 16 0 0 0,9-20-94 0 0,0 0 1 0 0,-1 0-1 0 0,2 1 0 0 0,-1-1 1 0 0,0 0-1 0 0,1 1 0 0 0,-1-1 1 0 0,1 0-1 0 0,0 1 0 0 0,0-1 0 0 0,0 1 1 0 0,1-1-1 0 0,-1 1 0 0 0,1-1 1 0 0,0 0-1 0 0,0 1 0 0 0,0-1 1 0 0,0 0-1 0 0,0 0 0 0 0,1 0 1 0 0,0 0-1 0 0,-1 0 0 0 0,1 0 1 0 0,0 0-1 0 0,1-1 0 0 0,-1 1 0 0 0,0 0 1 0 0,1-1-1 0 0,-1 0 0 0 0,1 0 1 0 0,0 0-1 0 0,0 0 0 0 0,0 0 1 0 0,0 0-1 0 0,5 1 0 0 0,3 2-495 0 0,0-2 0 0 0,1 1 0 0 0,-1-2 1 0 0,1 1-1 0 0,0-2 0 0 0,-1 1 0 0 0,1-2 0 0 0,0 1 0 0 0,13-3 0 0 0,-3 0-190 0 0,-1-1-1 0 0,1-1 1 0 0,-1-2 0 0 0,-1 0 0 0 0,1 0-1 0 0,-1-2 1 0 0,36-19 0 0 0,-14 3-1281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8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0 224 5412 0 0,'161'-148'8017'0'0,"-161"148"-7986"0"0,0-1 0 0 0,1 1 0 0 0,-1-1 1 0 0,1 1-1 0 0,-1-1 0 0 0,0 1 1 0 0,1-1-1 0 0,-1 1 0 0 0,1-1 1 0 0,0 1-1 0 0,-1-1 0 0 0,1 1 0 0 0,-1 0 1 0 0,1 0-1 0 0,0-1 0 0 0,-1 1 1 0 0,1 0-1 0 0,0 0 0 0 0,-1 0 0 0 0,1-1 1 0 0,0 1-1 0 0,-1 0 0 0 0,1 0 1 0 0,0 0-1 0 0,-1 0 0 0 0,1 0 1 0 0,0 0-1 0 0,-1 1 0 0 0,1-1 0 0 0,0 0 1 0 0,0 0-1 0 0,0 1 16 0 0,0 0 1 0 0,0 0-1 0 0,0 1 0 0 0,-1-1 1 0 0,1 0-1 0 0,0 0 0 0 0,-1 0 0 0 0,1 1 1 0 0,-1-1-1 0 0,1 0 0 0 0,-1 0 1 0 0,0 1-1 0 0,1-1 0 0 0,-1 2 1 0 0,1 8 223 0 0,0-1 1 0 0,-1 0 0 0 0,-2 13-1 0 0,-20 139 1397 0 0,16-114 2509 0 0,12-70-3761 0 0,17-27-546 0 0,45-70 1 0 0,-54 98 65 0 0,1 1 1 0 0,1 0-1 0 0,1 1 1 0 0,0 1 0 0 0,31-25-1 0 0,-45 40 51 0 0,1 1 0 0 0,-1 0 0 0 0,1 0 0 0 0,-1 0 0 0 0,1 0-1 0 0,0 0 1 0 0,-1 1 0 0 0,1 0 0 0 0,0-1 0 0 0,0 2 0 0 0,0-1 0 0 0,0 0 0 0 0,0 1-1 0 0,0 0 1 0 0,7 0 0 0 0,-8 0 7 0 0,0 1 1 0 0,0 0-1 0 0,0 0 0 0 0,-1 0 0 0 0,1 0 1 0 0,0 0-1 0 0,0 0 0 0 0,0 1 0 0 0,-1 0 1 0 0,1-1-1 0 0,-1 1 0 0 0,1 0 0 0 0,-1 0 1 0 0,0 0-1 0 0,0 1 0 0 0,0-1 0 0 0,0 0 1 0 0,0 1-1 0 0,0-1 0 0 0,-1 1 0 0 0,3 4 1 0 0,1 6 66 0 0,0 1 0 0 0,-1-1 0 0 0,0 1 0 0 0,-1 0 0 0 0,0 0 0 0 0,-1 0 0 0 0,-1 0 0 0 0,-1 26 0 0 0,-2 6 246 0 0,-13 61-1 0 0,13-55-1 0 0,2-50-237 0 0,5 1 35 0 0,-5-3-100 0 0,0 1 0 0 0,0-1-1 0 0,1 0 1 0 0,-1 0 0 0 0,0 1 0 0 0,0-1 0 0 0,0 0-1 0 0,0 0 1 0 0,1 0 0 0 0,-1 1 0 0 0,0-1 0 0 0,0 0 0 0 0,1 0-1 0 0,-1 0 1 0 0,0 0 0 0 0,0 0 0 0 0,1 1 0 0 0,-1-1 0 0 0,0 0-1 0 0,0 0 1 0 0,1 0 0 0 0,-1 0 0 0 0,0 0 0 0 0,1 0 0 0 0,-1 0-1 0 0,0 0 1 0 0,0 0 0 0 0,1 0 0 0 0,-1 0 0 0 0,0 0-1 0 0,1 0 1 0 0,-1 0 0 0 0,5-2-96 0 0,0 1 0 0 0,0-1 0 0 0,0 0 0 0 0,0 0 0 0 0,0 0-1 0 0,-1-1 1 0 0,1 1 0 0 0,-1-1 0 0 0,0 0 0 0 0,0-1 0 0 0,0 1 0 0 0,0-1 0 0 0,0 1 0 0 0,-1-1-1 0 0,4-6 1 0 0,2-2-1037 0 0,0 0-1 0 0,-1-1 0 0 0,-1 0 0 0 0,8-18 0 0 0,-12 23-313 0 0,0-1-1 0 0,-1 0 1 0 0,0 1 0 0 0,1-12-1 0 0,0-7-5027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8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28 3212 0 0,'-177'-26'16964'0'0,"174"25"-16815"0"0,1 1 1 0 0,-1-1-1 0 0,0 1 0 0 0,1 0 1 0 0,-1 0-1 0 0,1 0 0 0 0,-1 0 1 0 0,0 1-1 0 0,1-1 1 0 0,-3 1-1 0 0,-3 5-2191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9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0 2648 0 0,'-108'56'15511'0'0,"106"-54"-14824"0"0,2-2-640 0 0,0 1 0 0 0,0 0-1 0 0,0-1 1 0 0,1 1-1 0 0,-1-1 1 0 0,0 1-1 0 0,0-1 1 0 0,1 1-1 0 0,-1-1 1 0 0,0 1 0 0 0,1-1-1 0 0,-1 1 1 0 0,0-1-1 0 0,1 1 1 0 0,-1-1-1 0 0,1 0 1 0 0,-1 1 0 0 0,1-1-1 0 0,-1 0 1 0 0,1 1-1 0 0,-1-1 1 0 0,1 0-1 0 0,-1 1 1 0 0,1-1 0 0 0,0 0-1 0 0,-1 0 1 0 0,2 0-1 0 0,19 4 286 0 0,-17-4-214 0 0,242 12 232 0 0,2-20-4606 0 0,-236 7 3925 0 0,164-12-7131 0 0,-78 3 965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09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3716 0 0,'20'13'10825'0'0,"10"-1"-1799"0"0,-28-12-8394 0 0,7 7-1594 0 0,-3-4 339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8:03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47 232 0 0,'0'0'4863'0'0,"1"-10"-4596"0"0,-4-9 270 0 0,2 3 2205 0 0,1 15-2708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57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0 325 968 0 0,'8'-14'2008'0'0,"0"0"0"0"0,12-15 0 0 0,-14 20-1641 0 0,1 1-1 0 0,0 0 1 0 0,0 1-1 0 0,1 0 1 0 0,0 0-1 0 0,0 0 1 0 0,13-7-1 0 0,-18 13-297 0 0,0 0 0 0 0,0 0 0 0 0,0 0 0 0 0,0 0-1 0 0,0 0 1 0 0,0 1 0 0 0,0-1 0 0 0,0 1 0 0 0,0 0 0 0 0,0 0-1 0 0,0 0 1 0 0,0 0 0 0 0,0 0 0 0 0,0 1 0 0 0,0-1 0 0 0,0 1-1 0 0,0 0 1 0 0,5 2 0 0 0,-2 0 21 0 0,0 0-1 0 0,-1 0 0 0 0,1 0 1 0 0,-1 1-1 0 0,0-1 1 0 0,0 1-1 0 0,8 8 1 0 0,-6-3 11 0 0,-1 1 0 0 0,1-1 0 0 0,-1 1 0 0 0,-1 0 0 0 0,0 0 0 0 0,0 0-1 0 0,-1 1 1 0 0,0 0 0 0 0,-1 0 0 0 0,0 0 0 0 0,1 15 0 0 0,1 13 304 0 0,-1 73-1 0 0,-4-95-336 0 0,-1-14 442 0 0,1-1 0 0 0,0 0 1 0 0,0 1-1 0 0,0-1 0 0 0,0 1 0 0 0,1-1 1 0 0,-1 0-1 0 0,1 1 0 0 0,-1-1 0 0 0,2 4 1 0 0,-1-7-420 0 0,0 1 1 0 0,-1 0 0 0 0,1-1-1 0 0,-1 1 1 0 0,1-1 0 0 0,0 1-1 0 0,-1-1 1 0 0,1 1 0 0 0,-1-1-1 0 0,1 1 1 0 0,-1-1 0 0 0,0 1-1 0 0,1-1 1 0 0,-1 0 0 0 0,0 1-1 0 0,1-1 1 0 0,-1 0 0 0 0,0 1-1 0 0,0-1 1 0 0,1 0 0 0 0,-1 1-1 0 0,0-1 1 0 0,0 0 0 0 0,0 1-1 0 0,0-2 1 0 0,22-66 313 0 0,60-122-1 0 0,-60 148-555 0 0,1 2 0 0 0,3 1 0 0 0,57-69 0 0 0,-77 101 109 0 0,1 0 0 0 0,-1 1 0 0 0,1-1 0 0 0,0 1 1 0 0,0 1-1 0 0,1-1 0 0 0,0 1 0 0 0,0 0 0 0 0,0 1 0 0 0,9-4 1 0 0,-14 8 45 0 0,0-1 0 0 0,0 1 1 0 0,-1 0-1 0 0,1-1 1 0 0,0 1-1 0 0,0 1 0 0 0,-1-1 1 0 0,1 0-1 0 0,0 1 1 0 0,0-1-1 0 0,-1 1 0 0 0,1 0 1 0 0,0 0-1 0 0,-1 0 0 0 0,1 0 1 0 0,-1 1-1 0 0,0-1 1 0 0,1 0-1 0 0,-1 1 0 0 0,0 0 1 0 0,0 0-1 0 0,0-1 1 0 0,0 1-1 0 0,0 0 0 0 0,0 1 1 0 0,0-1-1 0 0,-1 0 0 0 0,1 0 1 0 0,1 6-1 0 0,3 2 0 0 0,-1 1 0 0 0,0 0-1 0 0,0 1 1 0 0,-2-1 0 0 0,4 15 0 0 0,-1 13 17 0 0,-1 0 1 0 0,-2 0 0 0 0,-4 54 0 0 0,2 19 49 0 0,0-105-131 0 0,0-1 0 0 0,0 1-1 0 0,0-1 1 0 0,1 1-1 0 0,0-1 1 0 0,0 0-1 0 0,1 0 1 0 0,0 0 0 0 0,0 0-1 0 0,0 0 1 0 0,1-1-1 0 0,0 1 1 0 0,0-1-1 0 0,0 0 1 0 0,1 0 0 0 0,-1-1-1 0 0,1 1 1 0 0,0-1-1 0 0,1 0 1 0 0,9 5 0 0 0,-5-2-725 0 0,1-2 0 0 0,0 1 0 0 0,1-1 1 0 0,14 4-1 0 0,-12-6-1271 0 0,1 1-1 0 0,-1-2 1 0 0,17 2-1 0 0,-4-4-4210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1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162 228 2384 0 0,'-14'2'5083'0'0,"14"-2"-5065"0"0,-2 0 111 0 0,1 0-1 0 0,0 0 1 0 0,-1 0 0 0 0,1 0 0 0 0,0 1 0 0 0,-1-1 0 0 0,1 0 0 0 0,0 0-1 0 0,0 1 1 0 0,-1-1 0 0 0,1 1 0 0 0,0-1 0 0 0,0 1 0 0 0,0 0 0 0 0,0 0 0 0 0,0-1-1 0 0,0 1 1 0 0,0 0 0 0 0,0 0 0 0 0,0 0 0 0 0,0 0 0 0 0,0 0 0 0 0,0 0-1 0 0,1 0 1 0 0,-1 0 0 0 0,0 0 0 0 0,1 0 0 0 0,-1 2 0 0 0,0-1 30 0 0,13 21 524 0 0,-9-21-638 0 0,0 0 0 0 0,1 0 0 0 0,-1 0-1 0 0,0 0 1 0 0,1 0 0 0 0,0-1 0 0 0,-1 0-1 0 0,1 0 1 0 0,0 0 0 0 0,0 0 0 0 0,-1 0-1 0 0,1-1 1 0 0,0 0 0 0 0,0 0 0 0 0,0 0-1 0 0,6-1 1 0 0,-1 0-21 0 0,0 0 0 0 0,0 0-1 0 0,0-1 1 0 0,0-1 0 0 0,0 1-1 0 0,-1-1 1 0 0,1-1 0 0 0,-1 0-1 0 0,0 0 1 0 0,0 0 0 0 0,14-11-1 0 0,-17 10-10 0 0,0 1 1 0 0,0-1-1 0 0,0 0 0 0 0,-1 0 0 0 0,0 0 0 0 0,0 0 0 0 0,0-1 1 0 0,-1 0-1 0 0,0 0 0 0 0,0 0 0 0 0,0 0 0 0 0,-1 0 1 0 0,0-1-1 0 0,0 1 0 0 0,0-1 0 0 0,-1 1 0 0 0,1-13 1 0 0,-2 12 18 0 0,1-1 0 0 0,-2 1 0 0 0,1 0 1 0 0,-1 0-1 0 0,0 0 0 0 0,-1 0 1 0 0,0 0-1 0 0,0 0 0 0 0,0 0 1 0 0,-1 1-1 0 0,0-1 0 0 0,-4-6 0 0 0,5 10-28 0 0,0 0 0 0 0,0 1 0 0 0,0-1-1 0 0,-1 1 1 0 0,1 0 0 0 0,-1-1-1 0 0,1 1 1 0 0,-1 0 0 0 0,1 1-1 0 0,-1-1 1 0 0,0 0 0 0 0,0 1-1 0 0,0 0 1 0 0,0-1 0 0 0,0 1-1 0 0,0 0 1 0 0,-1 1 0 0 0,1-1-1 0 0,0 0 1 0 0,0 1 0 0 0,-1 0 0 0 0,1 0-1 0 0,0 0 1 0 0,0 0 0 0 0,-1 0-1 0 0,1 1 1 0 0,0 0 0 0 0,-5 1-1 0 0,-4 2-2 0 0,1 0-1 0 0,0 1 0 0 0,0 0 1 0 0,1 1-1 0 0,0 0 1 0 0,0 1-1 0 0,0 0 0 0 0,1 1 1 0 0,-1-1-1 0 0,2 2 1 0 0,-11 11-1 0 0,2 1 9 0 0,2-1 0 0 0,0 2 0 0 0,1 0 0 0 0,-13 28 0 0 0,20-34 9 0 0,0 0 0 0 0,1 1 0 0 0,0 0 0 0 0,2 0 0 0 0,0 0 0 0 0,1 1 0 0 0,1-1-1 0 0,-1 20 1 0 0,3-30-3 0 0,1 0 0 0 0,-1 0 0 0 0,1 0 0 0 0,1 0 0 0 0,-1 0 0 0 0,1 0 0 0 0,0-1-1 0 0,1 1 1 0 0,0-1 0 0 0,3 8 0 0 0,-3-10 0 0 0,0 0 1 0 0,0 0-1 0 0,1 0 0 0 0,-1 0 1 0 0,1-1-1 0 0,0 1 0 0 0,0-1 0 0 0,0 0 1 0 0,0 0-1 0 0,0-1 0 0 0,1 1 1 0 0,-1-1-1 0 0,1 0 0 0 0,0 0 0 0 0,7 2 1 0 0,0 0-5 0 0,1-1 0 0 0,0-1 0 0 0,0 0 0 0 0,0 0 0 0 0,0-1 0 0 0,0-1 0 0 0,0 0 0 0 0,0-1 0 0 0,0-1 0 0 0,0 0 0 0 0,0 0 0 0 0,0-1 0 0 0,-1-1 0 0 0,1 0 0 0 0,-1-1 0 0 0,0 0 0 0 0,0-1 0 0 0,-1 0 0 0 0,0-1 0 0 0,0 0 0 0 0,0-1 0 0 0,-1 0 0 0 0,0-1 0 0 0,0 0 0 0 0,-1 0 0 0 0,-1-1 0 0 0,0 0 0 0 0,10-16 0 0 0,-7 6-7 0 0,-1 0 0 0 0,-1-1-1 0 0,11-35 1 0 0,11-67-41 0 0,-15 55-108 0 0,-16 66 111 0 0,12 23-34 0 0,9 155 162 0 0,-16-149-61 0 0,2 0-1 0 0,0 0 0 0 0,2-1 0 0 0,17 35 0 0 0,-25-58-14 0 0,1 1 0 0 0,0-1 0 0 0,0 0 1 0 0,0 1-1 0 0,1-1 0 0 0,-1 0 0 0 0,1 0 0 0 0,0-1 0 0 0,0 1 0 0 0,0 0 0 0 0,0-1 1 0 0,0 0-1 0 0,0 0 0 0 0,1 0 0 0 0,-1 0 0 0 0,1 0 0 0 0,-1-1 0 0 0,1 1 0 0 0,0-1 1 0 0,4 1-1 0 0,-6-2-13 0 0,0 0 0 0 0,0 0 1 0 0,1-1-1 0 0,-1 1 0 0 0,0-1 1 0 0,0 1-1 0 0,0-1 0 0 0,0 0 0 0 0,0 0 1 0 0,0 0-1 0 0,0 0 0 0 0,0 0 1 0 0,0 0-1 0 0,0-1 0 0 0,0 1 1 0 0,0-1-1 0 0,-1 1 0 0 0,2-3 0 0 0,27-34 67 0 0,-22 27-60 0 0,6-10-15 0 0,-1-1 0 0 0,14-31 1 0 0,-20 35-14 0 0,1 2 1 0 0,1-1-1 0 0,0 1 1 0 0,2 1-1 0 0,20-26 1 0 0,-29 40 10 0 0,0 0 1 0 0,0 0-1 0 0,0-1 0 0 0,0 1 0 0 0,0 0 1 0 0,0 1-1 0 0,1-1 0 0 0,-1 0 1 0 0,0 1-1 0 0,1-1 0 0 0,-1 1 0 0 0,0 0 1 0 0,1-1-1 0 0,-1 1 0 0 0,0 0 1 0 0,1 1-1 0 0,-1-1 0 0 0,0 0 0 0 0,0 1 1 0 0,1-1-1 0 0,-1 1 0 0 0,0 0 1 0 0,0 0-1 0 0,1 0 0 0 0,-1 0 1 0 0,0 0-1 0 0,2 1 0 0 0,7 4 2 0 0,-1 1 0 0 0,0-1 0 0 0,15 14 0 0 0,-12-9 12 0 0,4 5 18 0 0,1-1 0 0 0,0-1 0 0 0,1-1 0 0 0,1-1 0 0 0,29 15 0 0 0,-47-27-5 0 0,1 0-6 0 0,17-3 6 0 0,-16-2-18 0 0,-3 1 9 0 0,1 1-13 0 0,0-1 0 0 0,-1 1 0 0 0,0-1 0 0 0,0 0 1 0 0,0 0-1 0 0,0 1 0 0 0,0-1 0 0 0,-1 0 0 0 0,0 0 0 0 0,0 0 0 0 0,0 0 0 0 0,0 0 0 0 0,0 1 0 0 0,-1-1 0 0 0,0 0 0 0 0,0 0 1 0 0,0 0-1 0 0,0 1 0 0 0,0-1 0 0 0,-1 1 0 0 0,0-1 0 0 0,0 1 0 0 0,-3-5 0 0 0,1 0-14 0 0,3 5 10 0 0,-1 0-12 0 0,1-1 0 0 0,-1 1 1 0 0,0-1-1 0 0,-1 1 0 0 0,1 0 1 0 0,-5-5-1 0 0,6 7 9 0 0,-1 0 1 0 0,1 0-1 0 0,-1 0 1 0 0,1 0-1 0 0,0 0 1 0 0,-1 1-1 0 0,1-1 1 0 0,-1 1-1 0 0,0-1 1 0 0,1 1-1 0 0,-1-1 1 0 0,1 1 0 0 0,-1 0-1 0 0,0 0 1 0 0,1 0-1 0 0,-1 0 1 0 0,0 0-1 0 0,1 0 1 0 0,-1 0-1 0 0,1 0 1 0 0,-1 1-1 0 0,-2 0 1 0 0,-6 3-1 0 0,0 0-1 0 0,0 1 1 0 0,1 0 0 0 0,0 1 0 0 0,0 0 0 0 0,0 0 0 0 0,1 1-1 0 0,0 0 1 0 0,0 1 0 0 0,0 0 0 0 0,1 0 0 0 0,-10 15 0 0 0,8-10 10 0 0,0 1 1 0 0,1-1 0 0 0,1 2-1 0 0,0-1 1 0 0,1 1 0 0 0,0 0-1 0 0,1 0 1 0 0,-3 21 0 0 0,7-32 3 0 0,0 0 1 0 0,1 0 0 0 0,-1 0-1 0 0,1 0 1 0 0,0 0 0 0 0,1 1 0 0 0,-1-1-1 0 0,1 0 1 0 0,-1 0 0 0 0,1 0-1 0 0,1 0 1 0 0,-1 0 0 0 0,0 0-1 0 0,1 0 1 0 0,0-1 0 0 0,0 1 0 0 0,0 0-1 0 0,0-1 1 0 0,5 5 0 0 0,-3-4 0 0 0,0 0 1 0 0,0-1 0 0 0,1 0 0 0 0,0 0-1 0 0,-1 0 1 0 0,1-1 0 0 0,0 1 0 0 0,0-1-1 0 0,0 0 1 0 0,1-1 0 0 0,-1 1 0 0 0,0-1 0 0 0,1 0-1 0 0,7 0 1 0 0,8 1 1 0 0,1-2-1 0 0,0 0 1 0 0,-1-2-1 0 0,1 0 1 0 0,-1-2-1 0 0,1 0 1 0 0,-1-1-1 0 0,0-1 1 0 0,-1-1-1 0 0,0-1 1 0 0,25-13 0 0 0,-30 13-10 0 0,0-1 1 0 0,0 0-1 0 0,-1-1 1 0 0,0 0 0 0 0,-1-1-1 0 0,-1-1 1 0 0,1 0 0 0 0,-2-1-1 0 0,0 0 1 0 0,0-1 0 0 0,-1 0-1 0 0,-1 0 1 0 0,-1-1-1 0 0,13-29 1 0 0,-17 35-10 0 0,-1-1 0 0 0,-1 0 0 0 0,0 0 0 0 0,0 0 0 0 0,0-1 0 0 0,-2 1 0 0 0,1 0 0 0 0,-1 0 0 0 0,-1-1 0 0 0,0 1 0 0 0,0 0 0 0 0,-1 0 0 0 0,0 0-1 0 0,-1 0 1 0 0,-6-17 0 0 0,8 25 5 0 0,0 0-1 0 0,0 1 0 0 0,0-1 0 0 0,0 0 0 0 0,0 1 0 0 0,-1-1 0 0 0,1 1 0 0 0,0-1 1 0 0,-1 1-1 0 0,1 0 0 0 0,-1 0 0 0 0,0 0 0 0 0,1-1 0 0 0,-1 2 0 0 0,0-1 1 0 0,1 0-1 0 0,-1 0 0 0 0,0 0 0 0 0,0 1 0 0 0,0-1 0 0 0,-2 0 0 0 0,1 1 1 0 0,0 0-1 0 0,0 1 1 0 0,0-1-1 0 0,0 0 0 0 0,0 1 1 0 0,0 0-1 0 0,0-1 1 0 0,1 1-1 0 0,-1 0 0 0 0,0 1 1 0 0,1-1-1 0 0,-1 0 1 0 0,-2 3-1 0 0,0-1 5 0 0,1 0 0 0 0,-1 0 0 0 0,1 1 0 0 0,0 0 0 0 0,0 0 0 0 0,1 0-1 0 0,-1 0 1 0 0,1 0 0 0 0,0 1 0 0 0,0 0 0 0 0,0-1 0 0 0,1 1 0 0 0,0 0 0 0 0,-1 0 0 0 0,0 7 0 0 0,2-8 6 0 0,1-1 0 0 0,-1 1 1 0 0,1-1-1 0 0,0 1 0 0 0,0-1 0 0 0,1 0 1 0 0,-1 1-1 0 0,1-1 0 0 0,0 1 0 0 0,-1-1 1 0 0,2 0-1 0 0,-1 1 0 0 0,0-1 0 0 0,1 0 1 0 0,-1 0-1 0 0,1 0 0 0 0,3 5 0 0 0,-1-4 4 0 0,0 0-1 0 0,0-1 0 0 0,0 1 0 0 0,0-1 1 0 0,1 1-1 0 0,-1-1 0 0 0,1-1 0 0 0,0 1 1 0 0,0-1-1 0 0,6 3 0 0 0,6 0 11 0 0,1 0 0 0 0,-1-1 1 0 0,1-1-1 0 0,-1-1 0 0 0,34 0 0 0 0,-35-2-14 0 0,0-1 0 0 0,1 0 0 0 0,-1-1 0 0 0,-1-1 0 0 0,1-1 0 0 0,0 0 0 0 0,-1-1 0 0 0,27-12 0 0 0,-35 13-12 0 0,0 1-1 0 0,-1-1 1 0 0,0 0 0 0 0,0-1 0 0 0,0 0-1 0 0,0 0 1 0 0,-1 0 0 0 0,0-1-1 0 0,0 1 1 0 0,0-1 0 0 0,-1 0 0 0 0,1-1-1 0 0,-2 1 1 0 0,1-1 0 0 0,-1 0-1 0 0,0 1 1 0 0,0-2 0 0 0,-1 1 0 0 0,0 0-1 0 0,2-12 1 0 0,-4 18-31 0 0,0 0 35 0 0,0 1-1 0 0,0-1 1 0 0,0 1-1 0 0,0 0 1 0 0,0-1-1 0 0,-1 1 1 0 0,1-1-1 0 0,0 1 1 0 0,0 0-1 0 0,0-1 1 0 0,-1 1-1 0 0,1 0 0 0 0,0-1 1 0 0,-1 1-1 0 0,1 0 1 0 0,0 0-1 0 0,-1-1 1 0 0,1 1-1 0 0,0 0 1 0 0,-1 0-1 0 0,1-1 1 0 0,0 1-1 0 0,-1 0 1 0 0,0 0-1 0 0,-7 4-4 0 0,1 1 1 0 0,-1 0-1 0 0,1 0 0 0 0,0 1 1 0 0,0 0-1 0 0,0 0 0 0 0,1 1 1 0 0,0 0-1 0 0,0 0 0 0 0,-6 10 0 0 0,0 3 32 0 0,0 0-1 0 0,-17 41 0 0 0,26-53-10 0 0,0-1 0 0 0,1 1-1 0 0,0-1 1 0 0,0 1-1 0 0,1 0 1 0 0,0 0 0 0 0,0-1-1 0 0,1 1 1 0 0,0 0-1 0 0,0 0 1 0 0,1 0 0 0 0,3 12-1 0 0,-3-16-2 0 0,0 0 1 0 0,0-1-1 0 0,1 1 0 0 0,0-1 1 0 0,0 1-1 0 0,0-1 0 0 0,0 0 1 0 0,0 0-1 0 0,0 0 0 0 0,1 0 1 0 0,0 0-1 0 0,-1 0 0 0 0,1-1 1 0 0,0 1-1 0 0,0-1 0 0 0,1 0 1 0 0,-1 0-1 0 0,0 0 0 0 0,1 0 1 0 0,-1-1-1 0 0,1 1 0 0 0,0-1 1 0 0,-1 0-1 0 0,1 0 0 0 0,0 0 1 0 0,0-1-1 0 0,4 1 0 0 0,2 0-2 0 0,1 0 0 0 0,-1-1 0 0 0,1-1 0 0 0,0 1 0 0 0,-1-2 0 0 0,1 1-1 0 0,-1-2 1 0 0,0 1 0 0 0,1-1 0 0 0,-1-1 0 0 0,-1 0 0 0 0,1 0 0 0 0,9-6 0 0 0,-8 3-10 0 0,-1-1 0 0 0,0 1 1 0 0,0-2-1 0 0,-1 1 0 0 0,0-1 0 0 0,-1-1 1 0 0,0 0-1 0 0,0 0 0 0 0,-1 0 1 0 0,9-19-1 0 0,11-31 6 0 0,-20 41-55 0 0,1 1-1 0 0,15-26 0 0 0,-22 42 16 0 0,-1 10 30 0 0,-2 0 65 0 0,1 0 0 0 0,-1 0 0 0 0,-5 11 0 0 0,0 4 38 0 0,3-4-46 0 0,0 0 0 0 0,1 0 0 0 0,0 1 0 0 0,1 24 0 0 0,2-36-33 0 0,1-1-1 0 0,-1 1 1 0 0,1 0-1 0 0,0-1 1 0 0,1 1 0 0 0,0-1-1 0 0,0 1 1 0 0,1-1-1 0 0,0 0 1 0 0,0 0 0 0 0,0 0-1 0 0,1 0 1 0 0,8 11 0 0 0,-8-14-4 0 0,1 0 0 0 0,-1 0 0 0 0,1-1 0 0 0,0 1 0 0 0,-1-1 0 0 0,1 0 1 0 0,1-1-1 0 0,-1 1 0 0 0,0-1 0 0 0,1 0 0 0 0,-1 0 0 0 0,1-1 0 0 0,0 1 1 0 0,-1-1-1 0 0,1 0 0 0 0,0-1 0 0 0,0 0 0 0 0,-1 0 0 0 0,1 0 0 0 0,0 0 1 0 0,0-1-1 0 0,0 0 0 0 0,8-2 0 0 0,0-1 6 0 0,-1 0 0 0 0,1-1 0 0 0,-1-1 0 0 0,0 0 0 0 0,-1 0 0 0 0,1-1 0 0 0,-1-1 0 0 0,16-13 0 0 0,-17 11-19 0 0,0 0 0 0 0,-1-1 0 0 0,0 0 0 0 0,-1-1 0 0 0,0 0 0 0 0,7-14 0 0 0,35-81 901 0 0,-17 31 786 0 0,-33 75-1509 0 0,-11 26-106 0 0,-121 392 131 0 0,32 10 43 0 0,70-289 689 0 0,-79 220 0 0 0,102-340-366 0 0,-12 24 1547 0 0,17-40-1977 0 0,0 1-1 0 0,-1-1 1 0 0,0 0-1 0 0,1 1 1 0 0,-1-1-1 0 0,0 0 1 0 0,0 0-1 0 0,0 0 1 0 0,0-1-1 0 0,-1 1 1 0 0,1 0-1 0 0,0-1 1 0 0,-4 2-1 0 0,5-3-99 0 0,-1 1-1 0 0,0-1 0 0 0,0 0 1 0 0,1 0-1 0 0,-1 0 0 0 0,0 0 1 0 0,0 0-1 0 0,0 0 0 0 0,1 0 1 0 0,-1 0-1 0 0,0-1 1 0 0,0 1-1 0 0,1-1 0 0 0,-1 1 1 0 0,0-1-1 0 0,1 0 0 0 0,-1 0 1 0 0,1 1-1 0 0,-1-1 1 0 0,1 0-1 0 0,-1-1 0 0 0,1 1 1 0 0,-1 0-1 0 0,1 0 0 0 0,0 0 1 0 0,-2-3-1 0 0,-2-2 17 0 0,1 1-1 0 0,-1-2 0 0 0,1 1 1 0 0,-6-12-1 0 0,4 5-122 0 0,1-1 1 0 0,1 0-1 0 0,0 0 0 0 0,1 0 0 0 0,1-1 1 0 0,0 1-1 0 0,0-1 0 0 0,2 1 0 0 0,0-1 0 0 0,0 0 1 0 0,2 1-1 0 0,0-1 0 0 0,0 1 0 0 0,8-24 0 0 0,0 7-576 0 0,2 0-1 0 0,1 1 0 0 0,1 0 0 0 0,1 1 0 0 0,29-40 0 0 0,-22 39-552 0 0,2 0 0 0 0,2 1 1 0 0,33-29-1 0 0,94-67-9100 0 0,-109 93 4288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4.1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74 800 0 0,'-21'-5'6594'0'0,"20"4"-6461"0"0,0 0-1 0 0,0-1 1 0 0,0 1 0 0 0,1 0 0 0 0,-1-1-1 0 0,0 1 1 0 0,1-1 0 0 0,-1 1-1 0 0,1 0 1 0 0,0-1 0 0 0,-1 1-1 0 0,1-1 1 0 0,0 0 0 0 0,0 1 0 0 0,0-1-1 0 0,0 1 1 0 0,0-1 0 0 0,0 1-1 0 0,1-1 1 0 0,-1 1 0 0 0,0-1-1 0 0,1 1 1 0 0,-1-1 0 0 0,1 1 0 0 0,0 0-1 0 0,-1-1 1 0 0,1 1 0 0 0,1-2-1 0 0,-1 1-88 0 0,1 0-1 0 0,-1 0 0 0 0,0 1 1 0 0,1-1-1 0 0,-1 0 1 0 0,1 1-1 0 0,-1 0 0 0 0,1-1 1 0 0,0 1-1 0 0,-1 0 0 0 0,1 0 1 0 0,0 0-1 0 0,0 0 0 0 0,0 0 1 0 0,0 0-1 0 0,0 0 1 0 0,0 1-1 0 0,0-1 0 0 0,0 1 1 0 0,1-1-1 0 0,-1 1 0 0 0,0 0 1 0 0,3 0-1 0 0,2 1-26 0 0,-1 0-1 0 0,1 1 1 0 0,-1 0-1 0 0,1 0 1 0 0,-1 0-1 0 0,0 1 1 0 0,0 0-1 0 0,0 0 1 0 0,0 1 0 0 0,-1 0-1 0 0,1 0 1 0 0,-1 0-1 0 0,0 0 1 0 0,0 1-1 0 0,-1 0 1 0 0,1 0-1 0 0,-1 0 1 0 0,0 0-1 0 0,0 1 1 0 0,-1 0 0 0 0,0 0-1 0 0,0 0 1 0 0,3 7-1 0 0,-1-1 5 0 0,-1 1 0 0 0,0-1 0 0 0,0 1 0 0 0,-2 0 0 0 0,1 0-1 0 0,-2 0 1 0 0,0 0 0 0 0,0 0 0 0 0,-1 1 0 0 0,-1-1 0 0 0,-2 17 0 0 0,-2-8 20 0 0,-1-1 0 0 0,-11 30 0 0 0,13-40-14 0 0,0-1-1 0 0,-1-1 0 0 0,-1 1 0 0 0,1-1 0 0 0,-2 0 0 0 0,-13 16 0 0 0,20-25-24 0 0,0 0 0 0 0,0 0-1 0 0,0 1 1 0 0,0-1-1 0 0,-1 0 1 0 0,1 1 0 0 0,0-1-1 0 0,0 0 1 0 0,-1 0 0 0 0,1 0-1 0 0,0 1 1 0 0,0-1 0 0 0,-1 0-1 0 0,1 0 1 0 0,0 0 0 0 0,-1 0-1 0 0,1 1 1 0 0,0-1 0 0 0,-1 0-1 0 0,1 0 1 0 0,0 0 0 0 0,0 0-1 0 0,-1 0 1 0 0,1 0 0 0 0,0 0-1 0 0,-1 0 1 0 0,1 0 0 0 0,0 0-1 0 0,-1 0 1 0 0,1 0 0 0 0,0 0-1 0 0,-1 0 1 0 0,1 0 0 0 0,0-1-1 0 0,-1 1 1 0 0,-2-12 8 0 0,5-17-22 0 0,6 2 26 0 0,2 0 0 0 0,0 0 0 0 0,2 2 1 0 0,0-1-1 0 0,2 1 0 0 0,1 1 0 0 0,1 1 0 0 0,1 0 0 0 0,1 1 0 0 0,0 1 0 0 0,2 0 0 0 0,1 2 0 0 0,0 0 0 0 0,1 2 0 0 0,44-27 1 0 0,-60 41-2 0 0,1-1 0 0 0,0 1 1 0 0,0 0-1 0 0,1 1 0 0 0,-1 0 1 0 0,1 0-1 0 0,-1 1 1 0 0,1 0-1 0 0,-1 0 0 0 0,1 1 1 0 0,14 0-1 0 0,-18 1-4 0 0,0-1 0 0 0,0 1 0 0 0,0 0 0 0 0,0 0 0 0 0,-1 1 0 0 0,1-1 0 0 0,0 1 0 0 0,-1 0 0 0 0,1-1 0 0 0,-1 2 0 0 0,0-1 0 0 0,0 0 0 0 0,0 1 0 0 0,0-1 0 0 0,0 1 0 0 0,0 0 0 0 0,0 0 0 0 0,-1 0 0 0 0,0 0 0 0 0,0 1 0 0 0,0-1 0 0 0,0 1 0 0 0,0-1 0 0 0,2 7 0 0 0,-1 3 21 0 0,-1 0-1 0 0,0 0 1 0 0,0 0 0 0 0,-1 0-1 0 0,-1 0 1 0 0,0 0 0 0 0,-1 0-1 0 0,-1 0 1 0 0,-4 22-1 0 0,3-20-95 0 0,0 1 0 0 0,1-1-1 0 0,1 1 1 0 0,1-1 0 0 0,0 1-1 0 0,3 20 1 0 0,-2-34-47 0 0,0 1 0 0 0,0 0 0 0 0,0-1 0 0 0,0 1 0 0 0,0-1 0 0 0,1 1 0 0 0,-1-1 0 0 0,1 0 0 0 0,0 1 0 0 0,-1-1-1 0 0,1 0 1 0 0,0 0 0 0 0,0 0 0 0 0,1-1 0 0 0,-1 1 0 0 0,0 0 0 0 0,0-1 0 0 0,1 1 0 0 0,-1-1 0 0 0,1 0 0 0 0,0 0 0 0 0,-1 0 0 0 0,1 0 0 0 0,0 0 0 0 0,-1-1 0 0 0,4 1 0 0 0,1 0-458 0 0,0 0 0 0 0,0 0-1 0 0,0-1 1 0 0,0 0 0 0 0,1-1 0 0 0,-1 1 0 0 0,0-1 0 0 0,0 0 0 0 0,8-4-1 0 0,6-2-1998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5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204 177 976 0 0,'5'-12'1261'0'0,"-1"0"0"0"0,0-1 1 0 0,-1 1-1 0 0,-1-1 0 0 0,0 0 0 0 0,-1 0 0 0 0,0 0 0 0 0,-2-22 0 0 0,1 34-1230 0 0,0 1 0 0 0,0-1 0 0 0,0 0-1 0 0,0 1 1 0 0,0-1 0 0 0,0 1-1 0 0,0-1 1 0 0,0 1 0 0 0,0-1-1 0 0,0 1 1 0 0,-1-1 0 0 0,1 1-1 0 0,0-1 1 0 0,0 1 0 0 0,-1-1-1 0 0,1 1 1 0 0,0-1 0 0 0,-1 1-1 0 0,1 0 1 0 0,0-1 0 0 0,-1 1-1 0 0,1-1 1 0 0,0 1 0 0 0,-1 0 0 0 0,1-1-1 0 0,-1 1 1 0 0,1 0 0 0 0,-1 0-1 0 0,1-1 1 0 0,-1 1 0 0 0,0 0-8 0 0,0 0 0 0 0,0 0 0 0 0,0 1 1 0 0,0-1-1 0 0,0 0 0 0 0,0 0 0 0 0,0 1 0 0 0,0-1 1 0 0,0 1-1 0 0,0-1 0 0 0,1 1 0 0 0,-1-1 1 0 0,0 1-1 0 0,-1 1 0 0 0,-23 26 382 0 0,12-7-120 0 0,0 0-1 0 0,1 0 1 0 0,2 1-1 0 0,-12 33 1 0 0,17-41-211 0 0,1 0 0 0 0,1 1 1 0 0,0-1-1 0 0,1 1 0 0 0,1 0 1 0 0,0 0-1 0 0,0 0 0 0 0,4 21 1 0 0,-3-34-59 0 0,0 1-1 0 0,1-1 1 0 0,-1 0 0 0 0,1 0-1 0 0,0 0 1 0 0,0 1 0 0 0,0-1-1 0 0,0 0 1 0 0,0 0 0 0 0,0 0 0 0 0,0 0-1 0 0,1-1 1 0 0,-1 1 0 0 0,1 0-1 0 0,-1 0 1 0 0,1-1 0 0 0,0 1 0 0 0,-1-1-1 0 0,1 0 1 0 0,0 1 0 0 0,0-1-1 0 0,0 0 1 0 0,0 0 0 0 0,0 0 0 0 0,0 0-1 0 0,1-1 1 0 0,-1 1 0 0 0,0 0-1 0 0,0-1 1 0 0,1 0 0 0 0,-1 1-1 0 0,0-1 1 0 0,0 0 0 0 0,1 0 0 0 0,-1-1-1 0 0,0 1 1 0 0,5-1 0 0 0,-1 0 0 0 0,1-1 0 0 0,0 1 1 0 0,-1-1-1 0 0,1 0 1 0 0,-1-1-1 0 0,0 0 0 0 0,1 0 1 0 0,-1 0-1 0 0,-1 0 0 0 0,1-1 1 0 0,9-8-1 0 0,-5 1-15 0 0,-2 0-1 0 0,1-1 0 0 0,-1 1 1 0 0,-1-1-1 0 0,0-1 0 0 0,-1 0 1 0 0,0 1-1 0 0,-1-2 1 0 0,-1 1-1 0 0,0-1 0 0 0,0 1 1 0 0,-2-1-1 0 0,1 0 0 0 0,-2 0 1 0 0,0 0-1 0 0,-1-1 0 0 0,0 1 1 0 0,-1 0-1 0 0,-4-19 1 0 0,4 28-13 0 0,0 0 0 0 0,0 1 1 0 0,-1-1-1 0 0,0 1 1 0 0,1-1-1 0 0,-2 1 1 0 0,1 0-1 0 0,-1 0 1 0 0,1 0-1 0 0,-1 0 1 0 0,0 0-1 0 0,0 1 1 0 0,-1-1-1 0 0,-4-3 1 0 0,5 5 1 0 0,0 0 0 0 0,1 0-1 0 0,-1 1 1 0 0,0 0 0 0 0,0-1 0 0 0,0 1 0 0 0,0 0 0 0 0,-1 0 0 0 0,1 1 0 0 0,0-1 0 0 0,0 1 0 0 0,-1-1 0 0 0,1 1 0 0 0,0 0 0 0 0,0 0 0 0 0,-1 1 0 0 0,1-1 0 0 0,0 1 0 0 0,0-1 0 0 0,0 1 0 0 0,-6 2 0 0 0,-6 4-2 0 0,1 0 0 0 0,0 0 1 0 0,1 1-1 0 0,-1 1 1 0 0,2 0-1 0 0,-1 1 0 0 0,1 0 1 0 0,-20 23-1 0 0,25-25 20 0 0,0 0 0 0 0,0 1 0 0 0,1 0 0 0 0,1 0 0 0 0,0 0 0 0 0,0 1-1 0 0,0 0 1 0 0,1-1 0 0 0,1 2 0 0 0,0-1 0 0 0,0 0 0 0 0,1 1 0 0 0,0-1 0 0 0,0 13 0 0 0,2-20 1 0 0,0 1 0 0 0,0-1 0 0 0,1 0 0 0 0,-1 1 1 0 0,1-1-1 0 0,0 0 0 0 0,0 0 0 0 0,0 1 1 0 0,0-1-1 0 0,0 0 0 0 0,1 0 0 0 0,-1 0 0 0 0,1 0 1 0 0,0-1-1 0 0,0 1 0 0 0,0 0 0 0 0,3 2 1 0 0,-1-2-1 0 0,0 1 0 0 0,0-2 0 0 0,1 1 0 0 0,-1 0 0 0 0,0-1 0 0 0,1 0 0 0 0,0 0 0 0 0,-1 0 0 0 0,1 0 0 0 0,7 0 0 0 0,1 1-50 0 0,1-2 0 0 0,-1 0 0 0 0,0-1-1 0 0,1 0 1 0 0,-1 0 0 0 0,0-2 0 0 0,25-5 0 0 0,-23 2-65 0 0,0 0 0 0 0,-1-1 0 0 0,0 0 0 0 0,-1-1 0 0 0,1-1 0 0 0,-1 0 0 0 0,-1-1-1 0 0,1-1 1 0 0,-2 0 0 0 0,1 0 0 0 0,18-23 0 0 0,3-8-43 0 0,-2-2-1 0 0,27-51 0 0 0,-48 77 128 0 0,-10 16 18 0 0,0 1 1 0 0,0-1-1 0 0,1 1 0 0 0,-1-1 0 0 0,0 1 1 0 0,1-1-1 0 0,-1 0 0 0 0,0 1 1 0 0,1-1-1 0 0,-1 1 0 0 0,0 0 1 0 0,1-1-1 0 0,-1 1 0 0 0,1-1 0 0 0,-1 1 1 0 0,1 0-1 0 0,-1-1 0 0 0,1 1 1 0 0,-1 0-1 0 0,1-1 0 0 0,-1 1 1 0 0,1 0-1 0 0,0 0 0 0 0,-1-1 0 0 0,1 1 1 0 0,-1 0-1 0 0,1 0 0 0 0,0 0 1 0 0,-1 0-1 0 0,1 0 0 0 0,0 0 0 0 0,-1 0 1 0 0,1 0-1 0 0,-1 0 0 0 0,1 0 1 0 0,0 1-1 0 0,-1-1 0 0 0,1 0 1 0 0,-1 0-1 0 0,1 0 0 0 0,0 1 0 0 0,-1-1 1 0 0,1 0-1 0 0,-1 1 0 0 0,1-1 1 0 0,-1 0-1 0 0,1 1 0 0 0,-1-1 1 0 0,0 1-1 0 0,1-1 0 0 0,-1 1 0 0 0,1-1 1 0 0,-1 1-1 0 0,0-1 0 0 0,1 1 1 0 0,-1-1-1 0 0,0 1 0 0 0,1 1 0 0 0,1 2 33 0 0,0 0 0 0 0,0 1-1 0 0,0 0 1 0 0,0-1 0 0 0,1 8-1 0 0,2 29 152 0 0,-2 0-1 0 0,-2 1 1 0 0,-2-1-1 0 0,-6 44 0 0 0,3-38-49 0 0,-2-3 2374 0 0,5-42-1824 0 0,5-21-362 0 0,12-28-271 0 0,-1 3-78 0 0,30-61 0 0 0,-40 93 8 0 0,2 1 1 0 0,-1 0 0 0 0,2 1 0 0 0,-1-1-1 0 0,1 2 1 0 0,1-1 0 0 0,0 1 0 0 0,0 0-1 0 0,1 1 1 0 0,12-9 0 0 0,-19 15 11 0 0,1-1 1 0 0,-1 1-1 0 0,1 0 1 0 0,0 0-1 0 0,-1 1 1 0 0,1-1-1 0 0,0 1 1 0 0,0 0-1 0 0,0 0 1 0 0,0 0-1 0 0,0 1 1 0 0,0-1-1 0 0,0 1 1 0 0,0 0-1 0 0,0 0 1 0 0,1 0-1 0 0,-1 1 1 0 0,0-1-1 0 0,0 1 1 0 0,0 0 0 0 0,0 0-1 0 0,-1 1 1 0 0,1-1-1 0 0,0 1 1 0 0,0 0-1 0 0,-1 0 1 0 0,1 0-1 0 0,-1 0 1 0 0,0 1-1 0 0,1-1 1 0 0,-1 1-1 0 0,0 0 1 0 0,-1 0-1 0 0,1 0 1 0 0,0 0-1 0 0,-1 0 1 0 0,0 1-1 0 0,0-1 1 0 0,0 1-1 0 0,0 0 1 0 0,0-1-1 0 0,-1 1 1 0 0,2 5-1 0 0,2 9 18 0 0,-2 0-1 0 0,0 1 0 0 0,-1-1 0 0 0,0 1 0 0 0,-2-1 0 0 0,0 1 1 0 0,-4 23-1 0 0,1 25-212 0 0,3-64 6 0 0,0 0 1 0 0,0-1-1 0 0,0 1 0 0 0,1-1 0 0 0,-1 1 0 0 0,1-1 0 0 0,-1 1 1 0 0,1-1-1 0 0,0 0 0 0 0,0 1 0 0 0,0-1 0 0 0,0 0 0 0 0,1 1 0 0 0,-1-1 1 0 0,1 0-1 0 0,-1 0 0 0 0,1 0 0 0 0,0 0 0 0 0,3 2 0 0 0,-3-2-494 0 0,1 0 0 0 0,0-1-1 0 0,0 1 1 0 0,0-1-1 0 0,0 1 1 0 0,0-1 0 0 0,0 0-1 0 0,1 0 1 0 0,3 0-1 0 0,8 1-4300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5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90 2300 0 0,'0'-11'7832'0'0,"1"6"-7413"0"0,-2 4-197 0 0,1 0 1 0 0,0-1-1 0 0,0 1 1 0 0,0 0-1 0 0,1-1 1 0 0,-1 1-1 0 0,0 0 0 0 0,0-1 1 0 0,1 1-1 0 0,-1 0 1 0 0,1-1-1 0 0,-1 1 0 0 0,1 0 1 0 0,0 0-1 0 0,-1 0 1 0 0,1-1-1 0 0,0 1 1 0 0,0 0-1 0 0,0 0 0 0 0,0 0 1 0 0,0 0-1 0 0,0 0 1 0 0,0 0-1 0 0,0 1 1 0 0,0-1-1 0 0,0 0 0 0 0,3 0 1 0 0,52-13-368 0 0,38 1-4361 0 0,-38 6 1157 0 0,-31 4 575 0 0,0-2-827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5.6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 61 488 0 0,'2'-2'663'0'0,"-1"1"0"0"0,0-1 0 0 0,0 0 0 0 0,0 0 0 0 0,0 0 0 0 0,0 0 0 0 0,0 0-1 0 0,-1 0 1 0 0,2-3 0 0 0,-2 3-403 0 0,0 1-1 0 0,0-1 0 0 0,0 0 1 0 0,-1 0-1 0 0,1 0 0 0 0,0 0 1 0 0,-1 1-1 0 0,1-1 0 0 0,-1 0 0 0 0,1 0 1 0 0,-1 1-1 0 0,0-1 0 0 0,0 0 1 0 0,0 1-1 0 0,-2-3 0 0 0,2 3-201 0 0,0 0 0 0 0,0 0-1 0 0,0 0 1 0 0,0 1 0 0 0,0-1-1 0 0,-1 0 1 0 0,1 1 0 0 0,0-1-1 0 0,-1 1 1 0 0,1 0 0 0 0,0-1-1 0 0,-1 1 1 0 0,1 0 0 0 0,0 0 0 0 0,-1 0-1 0 0,1 0 1 0 0,0 0 0 0 0,-3 0-1 0 0,-23 3 394 0 0,6 2-302 0 0,1 0 1 0 0,0 1 0 0 0,1 1 0 0 0,-1 1 0 0 0,1 1 0 0 0,1 1-1 0 0,-21 13 1 0 0,38-22-143 0 0,0 0 1 0 0,0-1-1 0 0,0 1 0 0 0,0 0 0 0 0,0 0 0 0 0,0 0 0 0 0,0 0 0 0 0,1 0 0 0 0,-1 0 0 0 0,0 0 1 0 0,0 0-1 0 0,1 0 0 0 0,-1 0 0 0 0,1 1 0 0 0,-1-1 0 0 0,1 0 0 0 0,-1 0 0 0 0,1 1 0 0 0,0-1 1 0 0,0 0-1 0 0,-1 0 0 0 0,1 1 0 0 0,0-1 0 0 0,0 0 0 0 0,0 1 0 0 0,0-1 0 0 0,1 0 1 0 0,-1 0-1 0 0,0 1 0 0 0,0-1 0 0 0,1 0 0 0 0,-1 0 0 0 0,1 1 0 0 0,-1-1 0 0 0,1 0 0 0 0,0 0 1 0 0,-1 0-1 0 0,1 0 0 0 0,0 0 0 0 0,1 2 0 0 0,4 4-2 0 0,1-1 0 0 0,0 1 0 0 0,0-1 0 0 0,14 8 1 0 0,-8-4-13 0 0,9 7-17 0 0,22 24 0 0 0,-37-35 19 0 0,-1 1 1 0 0,0 0-1 0 0,-1 1 0 0 0,1 0 1 0 0,-2-1-1 0 0,1 2 0 0 0,4 11 1 0 0,-8-18 101 0 0,0 0 1 0 0,0 1 0 0 0,-1-1-1 0 0,1 0 1 0 0,-1 1 0 0 0,1-1 0 0 0,-1 0-1 0 0,0 1 1 0 0,0-1 0 0 0,0 1-1 0 0,-1-1 1 0 0,1 0 0 0 0,0 1-1 0 0,-1-1 1 0 0,0 0 0 0 0,1 1 0 0 0,-1-1-1 0 0,0 0 1 0 0,0 0 0 0 0,0 0-1 0 0,0 0 1 0 0,-1 0 0 0 0,1 0 0 0 0,-1 0-1 0 0,1 0 1 0 0,-1 0 0 0 0,0-1-1 0 0,1 1 1 0 0,-1-1 0 0 0,0 1-1 0 0,0-1 1 0 0,0 0 0 0 0,0 0 0 0 0,-3 2-1 0 0,-2 0 83 0 0,0 0-1 0 0,0 0 1 0 0,0 0-1 0 0,-1-1 1 0 0,1 0-1 0 0,-1-1 1 0 0,1 1-1 0 0,-1-1 1 0 0,-8-1-1 0 0,-11 0 244 0 0,-32-4 0 0 0,52 3-362 0 0,6 1-136 0 0,0 0 0 0 0,0 0 0 0 0,0 0 0 0 0,1 0 0 0 0,-1 0 0 0 0,0 0 0 0 0,0 0 0 0 0,0 0 0 0 0,0-1 0 0 0,0 1 0 0 0,1 0 0 0 0,-1-1 0 0 0,0 1 0 0 0,0 0 0 0 0,1-1 0 0 0,-1 1 0 0 0,0-1 0 0 0,1 1 0 0 0,-1-1 0 0 0,0 0 0 0 0,1 1 0 0 0,-1-1 0 0 0,0-1 0 0 0,1 2-27 0 0,0-1 0 0 0,0 0-1 0 0,0 0 1 0 0,0 1 0 0 0,0-1 0 0 0,0 0 0 0 0,1 0 0 0 0,-1 0 0 0 0,0 1 0 0 0,0-1 0 0 0,1 0 0 0 0,-1 1 0 0 0,1-1 0 0 0,-1 0 0 0 0,0 1-1 0 0,1-1 1 0 0,0 0 0 0 0,-1 1 0 0 0,1-1 0 0 0,0 0 0 0 0,7-5-1502 0 0,-1-1 0 0 0,18-9 1 0 0,-20 13 552 0 0,10-8-2355 0 0,2 0-1336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5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2356 0 0,'41'-32'10614'0'0,"-40"34"-10391"0"0,0 1-1 0 0,0 0 1 0 0,0 0 0 0 0,0-1 0 0 0,0 1-1 0 0,0 0 1 0 0,-1 0 0 0 0,1 3 0 0 0,-15 77 1662 0 0,9-62-1721 0 0,1 0 1 0 0,1 1 0 0 0,0 0 0 0 0,2-1 0 0 0,2 41-1 0 0,0-60-230 0 0,-1 1 0 0 0,1-1 0 0 0,0 0-1 0 0,0 1 1 0 0,0-1 0 0 0,0 0 0 0 0,0 0-1 0 0,0 0 1 0 0,1 0 0 0 0,-1 0-1 0 0,1 0 1 0 0,-1 0 0 0 0,1 0 0 0 0,0 0-1 0 0,3 2 1 0 0,-4-3-122 0 0,1-1-1 0 0,0 1 0 0 0,-1-1 1 0 0,1 0-1 0 0,-1 1 0 0 0,1-1 1 0 0,0 0-1 0 0,-1 0 1 0 0,1 0-1 0 0,-1 0 0 0 0,1 0 1 0 0,0 0-1 0 0,-1 0 0 0 0,1-1 1 0 0,-1 1-1 0 0,1-1 0 0 0,-1 1 1 0 0,1-1-1 0 0,2-1 1 0 0,1 0-1006 0 0,0 0 1 0 0,0-1-1 0 0,-1 0 1 0 0,9-6 0 0 0,0-5-3452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6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79 108 0 0,'-13'-15'3299'0'0,"-1"1"0"0"0,-30-25-1 0 0,43 38-3236 0 0,0 0 0 0 0,0 0 0 0 0,0 0-1 0 0,0 1 1 0 0,0-1 0 0 0,0 0 0 0 0,0 1 0 0 0,-1-1 0 0 0,1 0-1 0 0,0 1 1 0 0,0-1 0 0 0,-1 1 0 0 0,1 0 0 0 0,0 0-1 0 0,0-1 1 0 0,-1 1 0 0 0,1 0 0 0 0,0 0 0 0 0,-1 0-1 0 0,1 0 1 0 0,0 0 0 0 0,-1 0 0 0 0,-1 1 0 0 0,2 0-75 0 0,-1 0 1 0 0,1 0 0 0 0,0 0 0 0 0,-1 0 0 0 0,1 0 0 0 0,0 1-1 0 0,0-1 1 0 0,0 0 0 0 0,0 0 0 0 0,0 1 0 0 0,0-1-1 0 0,0 1 1 0 0,1-1 0 0 0,-1 1 0 0 0,0 2 0 0 0,-2 7-1207 0 0,0-1 1 0 0,1 1-1 0 0,1 0 1 0 0,-1 13-1 0 0,2-8-1577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6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2760 0 0,'0'0'2258'0'0,"14"6"2870"0"0,-9 1-4856 0 0,0-1 0 0 0,-1 1 0 0 0,0-1-1 0 0,0 1 1 0 0,0 1 0 0 0,-1-1 0 0 0,0 0-1 0 0,0 1 1 0 0,0 0 0 0 0,-1 0 0 0 0,-1-1 0 0 0,1 1-1 0 0,-1 0 1 0 0,0 13 0 0 0,-1 4-112 0 0,-1 1 1 0 0,-1-1-1 0 0,-7 36 1 0 0,8-57-238 0 0,1 2 391 0 0,-2 1 0 0 0,1-1 0 0 0,-1 1 0 0 0,0-1 0 0 0,0 0 0 0 0,0 0 0 0 0,-6 10 0 0 0,6-14 88 0 0,2-2-386 0 0,-1 0 0 0 0,0 0 1 0 0,1 0-1 0 0,-1 0 0 0 0,0 0 0 0 0,1-1 1 0 0,-1 1-1 0 0,0 0 0 0 0,1 0 1 0 0,-1 0-1 0 0,1-1 0 0 0,-1 1 1 0 0,0 0-1 0 0,1-1 0 0 0,-1 1 0 0 0,1 0 1 0 0,-1-1-1 0 0,1 1 0 0 0,-1-1 1 0 0,1 1-1 0 0,-1-1 0 0 0,2-18 2 0 0,1 0-1 0 0,0 0 0 0 0,2 0 1 0 0,0 1-1 0 0,13-36 0 0 0,-5 26-46 0 0,1-1 1 0 0,1 2-1 0 0,17-27 0 0 0,-21 39 6 0 0,1 0-1 0 0,1 1 1 0 0,0 0 0 0 0,23-19 0 0 0,-28 27 2 0 0,0 0 0 0 0,1 1 0 0 0,0 0 0 0 0,-1 0 0 0 0,2 1 0 0 0,-1 0 0 0 0,0 0 1 0 0,1 1-1 0 0,0 0 0 0 0,17-3 0 0 0,-23 6 13 0 0,0-1 0 0 0,0 1 0 0 0,0 0 0 0 0,0 0-1 0 0,0 0 1 0 0,0 0 0 0 0,0 1 0 0 0,0-1 0 0 0,0 1 0 0 0,0 0 0 0 0,0 0 0 0 0,0 0 0 0 0,0 0 0 0 0,0 0-1 0 0,0 1 1 0 0,-1-1 0 0 0,1 1 0 0 0,4 3 0 0 0,-4-2 3 0 0,-1 0 1 0 0,1 1-1 0 0,-1-1 1 0 0,1 1-1 0 0,-1-1 0 0 0,0 1 1 0 0,-1 0-1 0 0,1 0 0 0 0,-1 0 1 0 0,1 0-1 0 0,-1 0 1 0 0,1 5-1 0 0,-1 3 12 0 0,0 1 0 0 0,0-1 0 0 0,-1 0 0 0 0,-1 1 0 0 0,0-1 0 0 0,-1 0 0 0 0,0 0 0 0 0,-5 15 0 0 0,-5 10 81 0 0,6-23-622 0 0,1 0-1 0 0,0 1 0 0 0,1 0 0 0 0,1 0 0 0 0,-2 25 0 0 0,5-38 373 0 0,0 1-1 0 0,1-1 1 0 0,-1 0-1 0 0,1 0 0 0 0,0 0 1 0 0,-1 0-1 0 0,1 1 1 0 0,0-1-1 0 0,0 0 1 0 0,1-1-1 0 0,-1 1 0 0 0,0 0 1 0 0,0 0-1 0 0,1 0 1 0 0,-1-1-1 0 0,1 1 0 0 0,0-1 1 0 0,-1 1-1 0 0,1-1 1 0 0,0 0-1 0 0,0 1 1 0 0,0-1-1 0 0,0 0 0 0 0,0 0 1 0 0,0 0-1 0 0,0-1 1 0 0,4 2-1 0 0,4 1-673 0 0,-1-1 0 0 0,1 0 0 0 0,-1-1 0 0 0,1 0 0 0 0,12 0-1 0 0,6-2-1621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28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1 341 436 0 0,'13'-19'2266'0'0,"2"0"-1"0"0,0 0 1 0 0,1 2 0 0 0,35-31 0 0 0,-46 44-2074 0 0,1 0 0 0 0,-1 1 0 0 0,1-1 0 0 0,0 1 0 0 0,-1 1 0 0 0,2-1 1 0 0,-1 1-1 0 0,0 0 0 0 0,0 0 0 0 0,1 0 0 0 0,-1 1 0 0 0,1 0 0 0 0,-1 1 0 0 0,1-1 0 0 0,-1 1 1 0 0,1 1-1 0 0,-1-1 0 0 0,1 1 0 0 0,-1 0 0 0 0,1 0 0 0 0,-1 1 0 0 0,12 5 0 0 0,-9-4-38 0 0,0 2-1 0 0,-1-1 0 0 0,0 1 0 0 0,0 0 0 0 0,0 1 0 0 0,-1 0 0 0 0,0 0 0 0 0,0 1 0 0 0,0 0 0 0 0,-1 0 1 0 0,0 0-1 0 0,0 1 0 0 0,-1 0 0 0 0,5 9 0 0 0,-4-5 199 0 0,0 1 0 0 0,-1 0 0 0 0,-1 0 1 0 0,0 1-1 0 0,-1-1 0 0 0,0 1 0 0 0,-1-1 0 0 0,-1 1 0 0 0,0 17 0 0 0,-2-15 1339 0 0,1-16-1599 0 0,0 1-1 0 0,0-1 1 0 0,0 1-1 0 0,0 0 1 0 0,0-1-1 0 0,0 1 1 0 0,0-1-1 0 0,0 1 1 0 0,0-1-1 0 0,0 1 1 0 0,-1-1-1 0 0,1 1 0 0 0,0-1 1 0 0,0 1-1 0 0,0-1 1 0 0,-1 1-1 0 0,1-1 1 0 0,0 1-1 0 0,-1-1 1 0 0,1 1-1 0 0,-1-1 1 0 0,1 0-1 0 0,0 1 1 0 0,-1-1-1 0 0,1 0 1 0 0,-1 1-1 0 0,1-1 1 0 0,-1 1-1 0 0,0-2-65 0 0,1 1 0 0 0,-1 0 0 0 0,1 0 0 0 0,0-1 0 0 0,-1 1 0 0 0,1 0 0 0 0,-1-1 0 0 0,1 1 1 0 0,0 0-1 0 0,-1-1 0 0 0,1 1 0 0 0,0-1 0 0 0,0 1 0 0 0,-1-1 0 0 0,1 1 0 0 0,0-1 0 0 0,0 1 0 0 0,0-1 0 0 0,0 1 0 0 0,-1-1 0 0 0,1 1 0 0 0,0-1 0 0 0,0 1 0 0 0,0-1 0 0 0,0 1 0 0 0,0-1 0 0 0,0 1 0 0 0,0-1 1 0 0,0 1-1 0 0,1-1 0 0 0,-1 1 0 0 0,0-1 0 0 0,0 0 0 0 0,3-19 229 0 0,3 3-259 0 0,0 1 0 0 0,1 0-1 0 0,1 0 1 0 0,0 1 0 0 0,1 0 0 0 0,15-18 0 0 0,73-78-2238 0 0,-91 104 2028 0 0,135-126-7460 0 0,-91 88-678 0 0,-31 27 1781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77 2084 0 0,'13'-4'4081'0'0,"-10"3"-3824"0"0,1 0 520 0 0,1-1 1 0 0,-1 1 0 0 0,1-1 0 0 0,-1 0-1 0 0,0 0 1 0 0,6-4 654 0 0,-2 0 67 0 0,-7 5-1347 0 0,1 1 0 0 0,-1-1 0 0 0,0 0 1 0 0,0 1-1 0 0,0-1 0 0 0,0 0 1 0 0,0 0-1 0 0,0 0 0 0 0,0 0 0 0 0,-1 0 1 0 0,1 0-1 0 0,0 0 0 0 0,0 0 0 0 0,-1 0 1 0 0,2-2-1 0 0,-2 2-123 0 0,0 0 0 0 0,0-1 0 0 0,0 1 0 0 0,0 0 0 0 0,-1 0 1 0 0,1-1-1 0 0,0 1 0 0 0,-1 0 0 0 0,1 0 0 0 0,0 0 0 0 0,-1 0 0 0 0,0-1 0 0 0,1 1 1 0 0,-1 0-1 0 0,0 0 0 0 0,1 0 0 0 0,-1 0 0 0 0,0 0 0 0 0,0 0 0 0 0,0 1 0 0 0,0-1 1 0 0,0 0-1 0 0,0 0 0 0 0,0 1 0 0 0,-1-2 0 0 0,-1 1-13 0 0,0 0 0 0 0,0 0 0 0 0,-1 0 0 0 0,1 1 0 0 0,0-1 0 0 0,0 1 0 0 0,-1-1 0 0 0,1 1 0 0 0,-6 1 0 0 0,-3 0-26 0 0,1 1 1 0 0,-1 0-1 0 0,1 1 1 0 0,-20 7-1 0 0,18-4 4 0 0,0 0-1 0 0,0 1 1 0 0,-15 10-1 0 0,24-14 6 0 0,0 0-1 0 0,0 0 0 0 0,0 0 1 0 0,0 1-1 0 0,1-1 0 0 0,-1 1 1 0 0,1 0-1 0 0,0 0 0 0 0,1 0 1 0 0,-1 0-1 0 0,1 1 0 0 0,-1-1 1 0 0,-1 6-1 0 0,4-7 4 0 0,-1 0 1 0 0,1 1-1 0 0,0-1 0 0 0,0 0 1 0 0,0 0-1 0 0,0 0 0 0 0,1 0 1 0 0,-1 0-1 0 0,1 0 0 0 0,0 0 1 0 0,0 0-1 0 0,0 0 0 0 0,0 0 1 0 0,1-1-1 0 0,-1 1 0 0 0,1 0 0 0 0,-1-1 1 0 0,1 1-1 0 0,0-1 0 0 0,0 1 1 0 0,0-1-1 0 0,5 4 0 0 0,5 5 10 0 0,0-1-1 0 0,1 0 0 0 0,15 8 1 0 0,-20-13-6 0 0,53 31 7 0 0,32 22-95 0 0,-81-50 78 0 0,-1 1 0 0 0,0 0-1 0 0,-1 1 1 0 0,0 0 0 0 0,13 17 0 0 0,-21-23 91 0 0,0-1 1 0 0,0 1-1 0 0,0 0 0 0 0,0 0 1 0 0,-1 0-1 0 0,1 0 1 0 0,-1 0-1 0 0,0 0 1 0 0,0 0-1 0 0,0 0 1 0 0,-1 1-1 0 0,0-1 1 0 0,0 0-1 0 0,0 7 1 0 0,0-9-58 0 0,-1 0 1 0 0,1 0 0 0 0,-1 0-1 0 0,0 0 1 0 0,0 0 0 0 0,1 0-1 0 0,-1 0 1 0 0,0 0 0 0 0,0-1 0 0 0,-1 1-1 0 0,1 0 1 0 0,0-1 0 0 0,-1 1-1 0 0,1-1 1 0 0,0 0 0 0 0,-1 1-1 0 0,0-1 1 0 0,1 0 0 0 0,-1 0-1 0 0,0 0 1 0 0,0 0 0 0 0,-2 1-1 0 0,-2 1 67 0 0,0-1 0 0 0,-1 0-1 0 0,1 0 1 0 0,0-1 0 0 0,-8 1-1 0 0,-3-1 29 0 0,0 0 0 0 0,0-1 0 0 0,1-1 0 0 0,-1 0 0 0 0,0-2 0 0 0,-31-7 1 0 0,-92-42-48 0 0,119 43-118 0 0,14 6 506 0 0,-11-6-3605 0 0,18 9 3085 0 0,0 0 0 0 0,-1 0 0 0 0,1 0 1 0 0,0 0-1 0 0,0 0 0 0 0,0-1 0 0 0,0 1 0 0 0,0 0 0 0 0,-1 0 0 0 0,1 0 0 0 0,0 0 0 0 0,0-1 0 0 0,0 1 0 0 0,0 0 0 0 0,0 0 1 0 0,0 0-1 0 0,0-1 0 0 0,0 1 0 0 0,0 0 0 0 0,0 0 0 0 0,0 0 0 0 0,0-1 0 0 0,0 1 0 0 0,0 0 0 0 0,0 0 0 0 0,0 0 0 0 0,0-1 0 0 0,0 1 1 0 0,0 0-1 0 0,0 0 0 0 0,0 0 0 0 0,0-1 0 0 0,0 1 0 0 0,0 0 0 0 0,0 0 0 0 0,1 0 0 0 0,-1 0 0 0 0,0-1 0 0 0,0 1 0 0 0,0 0 1 0 0,0 0-1 0 0,0 0 0 0 0,1 0 0 0 0,-1 0 0 0 0,0-1 0 0 0,0 1 0 0 0,0 0 0 0 0,0 0 0 0 0,1 0 0 0 0,-1 0 0 0 0,0 0 0 0 0,0 0 0 0 0,0 0 1 0 0,1 0-1 0 0,-1 0 0 0 0,0 0 0 0 0,0 0 0 0 0,0 0 0 0 0,1 0 0 0 0,-1 0 0 0 0,0 0 0 0 0,0 0 0 0 0,1 0 0 0 0,4-1-639 0 0,0 0-1 0 0,1 1 0 0 0,-1 0 0 0 0,0 0 1 0 0,0 0-1 0 0,1 1 0 0 0,5 1 0 0 0,8 0-2114 0 0,-1-1-1103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2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103 215 272 0 0,'9'-5'812'0'0,"0"0"0"0"0,1-1 0 0 0,-2 0 0 0 0,1-1 0 0 0,-1 0 0 0 0,0 0 0 0 0,0-1 0 0 0,-1 0 0 0 0,0 0 0 0 0,-1-1 0 0 0,0 0 0 0 0,0 0 0 0 0,-1 0 0 0 0,0-1 0 0 0,0 1 0 0 0,-1-1 0 0 0,0-1-1 0 0,3-17 1 0 0,-6 26-738 0 0,-1 0 0 0 0,1 1 0 0 0,-1-1-1 0 0,0 0 1 0 0,0 0 0 0 0,0 1 0 0 0,0-1-1 0 0,0 0 1 0 0,0 0 0 0 0,0 1 0 0 0,-1-1-1 0 0,1 0 1 0 0,-1 0 0 0 0,1 1-1 0 0,-1-1 1 0 0,0 0 0 0 0,1 1 0 0 0,-1-1-1 0 0,0 1 1 0 0,0-1 0 0 0,-2-1 0 0 0,2 2-63 0 0,0 0 1 0 0,0 1 0 0 0,0 0-1 0 0,0-1 1 0 0,0 1 0 0 0,1 0-1 0 0,-1-1 1 0 0,0 1 0 0 0,0 0-1 0 0,0 0 1 0 0,0 0 0 0 0,0 0-1 0 0,0 0 1 0 0,0 0 0 0 0,0 0-1 0 0,0 0 1 0 0,0 0-1 0 0,0 0 1 0 0,0 0 0 0 0,0 1-1 0 0,-2 0 1 0 0,-20 9 51 0 0,8-1-50 0 0,1 1 0 0 0,0 0 0 0 0,0 1 0 0 0,1 1 0 0 0,0 0 0 0 0,1 0 0 0 0,1 2 0 0 0,0-1 0 0 0,0 1 0 0 0,2 1 0 0 0,0 0 0 0 0,0 0 0 0 0,-11 32 0 0 0,19-44-11 0 0,0-1 0 0 0,0 1-1 0 0,1-1 1 0 0,-1 1 0 0 0,1-1 0 0 0,0 1 0 0 0,0-1 0 0 0,0 1-1 0 0,0 0 1 0 0,0-1 0 0 0,0 1 0 0 0,1-1 0 0 0,-1 1 0 0 0,1 0-1 0 0,0-1 1 0 0,0 0 0 0 0,0 1 0 0 0,0-1 0 0 0,0 1-1 0 0,0-1 1 0 0,1 0 0 0 0,-1 0 0 0 0,1 0 0 0 0,0 0 0 0 0,-1 0-1 0 0,1 0 1 0 0,0 0 0 0 0,0-1 0 0 0,0 1 0 0 0,0-1 0 0 0,1 1-1 0 0,-1-1 1 0 0,0 0 0 0 0,1 0 0 0 0,-1 0 0 0 0,1 0 0 0 0,-1 0-1 0 0,1 0 1 0 0,-1-1 0 0 0,1 1 0 0 0,-1-1 0 0 0,1 0-1 0 0,-1 0 1 0 0,1 0 0 0 0,3 0 0 0 0,0 0-2 0 0,1-1 0 0 0,-1 0 0 0 0,1 0 0 0 0,-1 0 0 0 0,1-1 0 0 0,-1 0 0 0 0,0 0-1 0 0,0-1 1 0 0,0 1 0 0 0,0-1 0 0 0,0-1 0 0 0,-1 1 0 0 0,1-1 0 0 0,-1 0 0 0 0,0 0 0 0 0,0-1 0 0 0,0 1 0 0 0,4-7 0 0 0,6-8-8 0 0,0-2 1 0 0,-2 0-1 0 0,16-32 1 0 0,-12 22-1 0 0,-16 29-17 0 0,0 0 0 0 0,0 0 0 0 0,0 0 1 0 0,1 0-1 0 0,-1 0 0 0 0,1 1 0 0 0,-1-1 0 0 0,1 0 1 0 0,2-1-1 0 0,-4 3 22 0 0,0 0 1 0 0,0 0 0 0 0,0 0-1 0 0,0 0 1 0 0,1 0-1 0 0,-1 0 1 0 0,0 0 0 0 0,0 0-1 0 0,0 0 1 0 0,0 0-1 0 0,1 0 1 0 0,-1 0 0 0 0,0 0-1 0 0,0 0 1 0 0,0 0-1 0 0,0 0 1 0 0,0 0 0 0 0,1 0-1 0 0,-1 0 1 0 0,0 0-1 0 0,0 0 1 0 0,0 0 0 0 0,0 0-1 0 0,0 0 1 0 0,1 0-1 0 0,-1 0 1 0 0,0 1 0 0 0,0-1-1 0 0,0 0 1 0 0,0 0-1 0 0,0 0 1 0 0,0 0 0 0 0,0 0-1 0 0,0 0 1 0 0,0 1-1 0 0,1-1 1 0 0,-1 0 0 0 0,0 0-1 0 0,0 0 1 0 0,0 0-1 0 0,0 0 1 0 0,0 1 0 0 0,1 16 23 0 0,-44 320 498 0 0,34-280-467 0 0,-39 234 242 0 0,-40 270 485 0 0,83-527-409 0 0,1-16 1273 0 0,-1 32 1780 0 0,7-52-3174 0 0,10-13 101 0 0,15-26 1 0 0,4-6-193 0 0,-13 25-512 0 0,1 0 0 0 0,1 1 0 0 0,1 1 0 0 0,0 1 0 0 0,2 0 0 0 0,0 2 0 0 0,1 1 0 0 0,1 1 1 0 0,42-19-1 0 0,52-17-3515 0 0,48-25-7386 0 0,-140 63 6596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2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89 1220 0 0,'-18'-31'4107'0'0,"-16"-25"1741"0"0,33 55-5603 0 0,-11 10 286 0 0,3 14-307 0 0,0-1-1 0 0,2 1 1 0 0,0 1 0 0 0,2 0 0 0 0,-5 41-1 0 0,8-49-161 0 0,1 0 0 0 0,0 0 0 0 0,1 0 0 0 0,1 0 0 0 0,0 0 0 0 0,1 0 0 0 0,1-1 1 0 0,6 19-1 0 0,-7-28-92 0 0,0-1 1 0 0,0 1-1 0 0,1 0 1 0 0,0-1 0 0 0,0 0-1 0 0,1 0 1 0 0,-1 0 0 0 0,1 0-1 0 0,0 0 1 0 0,1-1-1 0 0,-1 1 1 0 0,1-1 0 0 0,-1-1-1 0 0,1 1 1 0 0,1 0 0 0 0,-1-1-1 0 0,0 0 1 0 0,1-1-1 0 0,-1 1 1 0 0,1-1 0 0 0,0 0-1 0 0,0 0 1 0 0,0-1 0 0 0,7 2-1 0 0,-7-2-54 0 0,-1-1 0 0 0,0 0 1 0 0,0 1-1 0 0,0-2 0 0 0,0 1 0 0 0,1-1 0 0 0,-1 1 0 0 0,0-1 0 0 0,0-1 1 0 0,0 1-1 0 0,0-1 0 0 0,-1 0 0 0 0,1 0 0 0 0,5-3 0 0 0,-3 0 7 0 0,0 0-1 0 0,0 0 1 0 0,-1-1 0 0 0,0 1-1 0 0,0-1 1 0 0,0-1-1 0 0,9-13 1 0 0,0-6 421 0 0,-1 0-1 0 0,-1-1 1 0 0,17-51-1 0 0,-30 77-316 0 0,23-70 1959 0 0,-21 66-1682 0 0,-2 17-232 0 0,-4 19-64 0 0,-2 3 57 0 0,-3 65 0 0 0,8-88-42 0 0,2-1-1 0 0,-1 1 0 0 0,1-1 0 0 0,1 1 1 0 0,0-1-1 0 0,1 0 0 0 0,0 0 0 0 0,0 0 1 0 0,1 0-1 0 0,8 15 0 0 0,-8-19-141 0 0,0-1 0 0 0,0 0-1 0 0,1 0 1 0 0,0 0 0 0 0,0-1 0 0 0,0 1-1 0 0,0-1 1 0 0,1 0 0 0 0,-1-1 0 0 0,1 0-1 0 0,0 1 1 0 0,0-2 0 0 0,0 1 0 0 0,1-1 0 0 0,-1 0-1 0 0,1 0 1 0 0,10 1 0 0 0,-4-1-699 0 0,-1-1 0 0 0,0 0-1 0 0,0-1 1 0 0,1-1 0 0 0,-1 0 0 0 0,0 0 0 0 0,0-1 0 0 0,21-6 0 0 0,-2-4-2655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3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203 174 1036 0 0,'6'-20'3527'0'0,"7"-42"1"0"0,-12 55-3095 0 0,0 0 1 0 0,-1 0-1 0 0,0 0 1 0 0,0 0-1 0 0,-1 0 1 0 0,1 0-1 0 0,-2 0 1 0 0,1 0-1 0 0,-4-11 1 0 0,5 18-410 0 0,-1-1 0 0 0,1 0 0 0 0,-1 0 0 0 0,0 1 0 0 0,1-1 0 0 0,-1 0 0 0 0,0 1 0 0 0,1-1 0 0 0,-1 1 0 0 0,0-1 0 0 0,1 1 0 0 0,-1-1 0 0 0,0 1 0 0 0,0-1 1 0 0,0 1-1 0 0,1 0 0 0 0,-1-1 0 0 0,0 1 0 0 0,0 0 0 0 0,0 0 0 0 0,0 0 0 0 0,0 0 0 0 0,0 0 0 0 0,0 0 0 0 0,1 0 0 0 0,-1 0 0 0 0,0 0 0 0 0,0 0 0 0 0,0 0 0 0 0,-1 1 0 0 0,-26 9 208 0 0,13 1-175 0 0,2-1 0 0 0,-1 2 0 0 0,2 0 0 0 0,-1 1 0 0 0,2 0 0 0 0,0 0 0 0 0,0 1 0 0 0,1 1 0 0 0,1 0 0 0 0,1 0 0 0 0,-11 25 0 0 0,16-32-26 0 0,0 1 1 0 0,1 0 0 0 0,0-1 0 0 0,0 1-1 0 0,1 0 1 0 0,0 0 0 0 0,0 0 0 0 0,1 0-1 0 0,0 0 1 0 0,2 14 0 0 0,-1-19-22 0 0,0 0 1 0 0,0 0-1 0 0,0 0 1 0 0,1 0-1 0 0,-1 0 1 0 0,1 0-1 0 0,0-1 1 0 0,0 1-1 0 0,1 0 1 0 0,-1-1-1 0 0,1 0 1 0 0,-1 1-1 0 0,1-1 1 0 0,0 0-1 0 0,0 0 1 0 0,0-1-1 0 0,1 1 1 0 0,-1-1-1 0 0,1 1 1 0 0,-1-1-1 0 0,1 0 1 0 0,0-1-1 0 0,0 1 1 0 0,6 1-1 0 0,-3-1-87 0 0,0 0 0 0 0,1-1 1 0 0,-1 0-1 0 0,1 0 0 0 0,-1-1 0 0 0,0 0 0 0 0,1-1 1 0 0,-1 1-1 0 0,1-1 0 0 0,-1-1 0 0 0,0 1 0 0 0,0-1 1 0 0,0-1-1 0 0,0 1 0 0 0,0-1 0 0 0,0 0 1 0 0,-1-1-1 0 0,1 1 0 0 0,-1-1 0 0 0,0-1 0 0 0,10-8 1 0 0,6-8 428 0 0,-1-1-1 0 0,-1-1 1 0 0,-2-1 0 0 0,17-26 0 0 0,-22 32 544 0 0,13-21 402 0 0,-25 38-1227 0 0,3 5-66 0 0,-4-4-5 0 0,1 0 1 0 0,-1 0-1 0 0,0 1 0 0 0,1-1 1 0 0,-1 0-1 0 0,0 0 1 0 0,1 0-1 0 0,-1 0 0 0 0,0 1 1 0 0,1-1-1 0 0,-1 0 1 0 0,0 0-1 0 0,0 1 1 0 0,1-1-1 0 0,-1 0 0 0 0,0 0 1 0 0,0 1-1 0 0,0-1 1 0 0,1 0-1 0 0,-1 1 0 0 0,0-1 1 0 0,0 0-1 0 0,0 1 1 0 0,0-1-1 0 0,0 0 1 0 0,0 1-1 0 0,1-1 0 0 0,-1 0 1 0 0,0 1-1 0 0,3 86 63 0 0,1 10 180 0 0,-3-85-540 0 0,1 0 0 0 0,0-1 0 0 0,1 1 0 0 0,1-1 0 0 0,-1 0 0 0 0,7 12 0 0 0,-9-21 7 0 0,1 1 0 0 0,-1 0 0 0 0,1-1 0 0 0,0 0 0 0 0,0 1 0 0 0,0-1 0 0 0,2 2 0 0 0,10 6-5058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3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96 740 0 0,'15'-48'8085'0'0,"0"3"-2560"0"0,-14 43-5190 0 0,2 2-280 0 0,1 1-1 0 0,-1 0 0 0 0,0 0 0 0 0,1 0 0 0 0,-1 1 0 0 0,0-1 1 0 0,0 1-1 0 0,1-1 0 0 0,-1 1 0 0 0,-1 0 0 0 0,1 0 0 0 0,0 1 1 0 0,0-1-1 0 0,-1 1 0 0 0,1-1 0 0 0,-1 1 0 0 0,0 0 0 0 0,0 0 1 0 0,0-1-1 0 0,0 2 0 0 0,-1-1 0 0 0,3 4 0 0 0,4 10 109 0 0,0 0-1 0 0,8 31 0 0 0,-10-25 300 0 0,-1-1 0 0 0,-1 1 0 0 0,-1-1 0 0 0,-1 1 0 0 0,-1 0 0 0 0,-4 44 0 0 0,2-64-36 0 0,-2 3 416 0 0,3-6-830 0 0,0 0-1 0 0,0 0 0 0 0,0-1 0 0 0,0 1 0 0 0,0 0 0 0 0,0 0 0 0 0,0 0 1 0 0,0 0-1 0 0,0 0 0 0 0,1-1 0 0 0,-1 1 0 0 0,0 0 0 0 0,0 0 0 0 0,0 0 1 0 0,0 0-1 0 0,0 0 0 0 0,0-1 0 0 0,0 1 0 0 0,0 0 0 0 0,0 0 0 0 0,0 0 1 0 0,0 0-1 0 0,-1-1 0 0 0,1 1 0 0 0,0 0 0 0 0,0 0 0 0 0,0 0 0 0 0,0 0 1 0 0,0 0-1 0 0,0 0 0 0 0,0-1 0 0 0,0 1 0 0 0,0 0 0 0 0,0 0 0 0 0,-1 0 1 0 0,1 0-1 0 0,0 0 0 0 0,0 0 0 0 0,0 0 0 0 0,0 0 0 0 0,0-1 1 0 0,0 1-1 0 0,-1 0 0 0 0,1 0 0 0 0,0 0 0 0 0,0 0 0 0 0,0 0 0 0 0,0 0 1 0 0,0 0-1 0 0,-1 0 0 0 0,1 0 0 0 0,0 0 0 0 0,0 0 0 0 0,0 0 0 0 0,0 0 1 0 0,0 0-1 0 0,-1 0 0 0 0,1 0 0 0 0,0 0 0 0 0,0 0 0 0 0,0 0 0 0 0,0 0 1 0 0,0 0-1 0 0,-1 1 0 0 0,1-1 0 0 0,1-9 2 0 0,1 1 0 0 0,0 0 0 0 0,0-1-1 0 0,0 1 1 0 0,1 0 0 0 0,1 0 0 0 0,-1 1 0 0 0,1-1 0 0 0,1 1 0 0 0,-1 0 0 0 0,1 0-1 0 0,0 0 1 0 0,1 0 0 0 0,0 1 0 0 0,0 0 0 0 0,0 0 0 0 0,12-8 0 0 0,-9 8-28 0 0,1 1 0 0 0,-1-1 0 0 0,2 1 1 0 0,-1 1-1 0 0,0 0 0 0 0,1 0 0 0 0,0 1 1 0 0,-1 1-1 0 0,1 0 0 0 0,0 0 1 0 0,1 1-1 0 0,-1 0 0 0 0,14 1 0 0 0,11 4-134 0 0,47 11 0 0 0,-65-12-61 0 0,-13-2 119 0 0,0 0 0 0 0,0 0-1 0 0,1 0 1 0 0,-1-1 0 0 0,0 0 0 0 0,0 0-1 0 0,1-1 1 0 0,-1 0 0 0 0,0 1 0 0 0,0-2-1 0 0,0 1 1 0 0,0 0 0 0 0,0-1 0 0 0,0 0-1 0 0,0 0 1 0 0,0-1 0 0 0,-1 0-1 0 0,1 1 1 0 0,-1-1 0 0 0,0-1 0 0 0,5-3-1 0 0,-4 2 36 0 0,-1-1 0 0 0,0 1 0 0 0,0-1 0 0 0,0 0 0 0 0,-1 0 0 0 0,0 0 0 0 0,0 0 0 0 0,-1 0 0 0 0,1-1 0 0 0,-1 1 0 0 0,-1-1 0 0 0,1 0 0 0 0,-1 1-1 0 0,0-1 1 0 0,-1-13 0 0 0,0 20 56 0 0,-2-19-1 0 0,2 18-1 0 0,-1 0 0 0 0,1 1 1 0 0,0-1-1 0 0,0 0 1 0 0,-1 0-1 0 0,1 1 1 0 0,-1-1-1 0 0,1 0 0 0 0,0 1 1 0 0,-1-1-1 0 0,1 1 1 0 0,-1-1-1 0 0,1 0 1 0 0,-1 1-1 0 0,0-1 1 0 0,1 1-1 0 0,-1-1 0 0 0,0 1 1 0 0,1 0-1 0 0,-1-1 1 0 0,0 1-1 0 0,1 0 1 0 0,-1-1-1 0 0,0 1 0 0 0,0 0 1 0 0,1 0-1 0 0,-1 0 1 0 0,0 0-1 0 0,-1 0 1 0 0,-4 0 7 0 0,0 2 1 0 0,-1-1-1 0 0,1 1 1 0 0,0 0 0 0 0,0 0-1 0 0,0 0 1 0 0,0 1 0 0 0,0 0-1 0 0,0 0 1 0 0,1 1-1 0 0,0 0 1 0 0,-1 0 0 0 0,2 0-1 0 0,-1 0 1 0 0,0 1-1 0 0,-5 7 1 0 0,-5 5 49 0 0,1 2 0 0 0,1-1-1 0 0,-16 30 1 0 0,24-39-19 0 0,1-1 0 0 0,0 1 0 0 0,1-1 0 0 0,0 1 0 0 0,1 0 0 0 0,0 1 0 0 0,-2 16 1 0 0,3-22-20 0 0,1-1 0 0 0,0 1 0 0 0,0-1 0 0 0,0 1 0 0 0,1-1 0 0 0,-1 1 0 0 0,1-1 0 0 0,0 1 0 0 0,0-1 0 0 0,0 0 0 0 0,1 1 0 0 0,-1-1 0 0 0,1 0 0 0 0,-1 0 0 0 0,1 0 0 0 0,0 0 0 0 0,0 0 0 0 0,1 0 0 0 0,-1-1 0 0 0,0 1 0 0 0,1-1 0 0 0,0 0 0 0 0,5 4 0 0 0,3 0-3 0 0,0 0 0 0 0,1-2 0 0 0,-1 1 0 0 0,1-1 0 0 0,0-1 0 0 0,0 0 0 0 0,1-1 0 0 0,-1 0 0 0 0,1-1 0 0 0,16 0 0 0 0,3-2-1370 0 0,0-2 0 0 0,59-11 0 0 0,-71 9-1315 0 0,1-1 0 0 0,27-10 0 0 0,-20 4-2300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4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50 2412 0 0,'-12'-30'7312'0'0,"4"11"-4159"0"0,9 19-3113 0 0,1 0 0 0 0,-1 1-1 0 0,0-1 1 0 0,1 1 0 0 0,-1-1 0 0 0,0 1-1 0 0,1 0 1 0 0,-1 0 0 0 0,0-1 0 0 0,0 1-1 0 0,0 0 1 0 0,0 0 0 0 0,0 0-1 0 0,0 0 1 0 0,0 0 0 0 0,2 2 0 0 0,15 24 177 0 0,-14-20-146 0 0,7 10-6 0 0,-2 1 0 0 0,0 0 0 0 0,-1 0 0 0 0,0 1 0 0 0,-2 0 0 0 0,0 0 0 0 0,3 23 0 0 0,-7-27-36 0 0,0 1 0 0 0,0-1 0 0 0,-2 0 0 0 0,0 1 0 0 0,-1-1-1 0 0,0 0 1 0 0,-1 0 0 0 0,-1 0 0 0 0,-9 29 0 0 0,5-23 256 0 0,6-16-104 0 0,0-1 1 0 0,-1 1-1 0 0,0 0 1 0 0,0-1-1 0 0,-3 5 0 0 0,4-7 77 0 0,0-2-244 0 0,0-1-1 0 0,1 0 1 0 0,-1 0 0 0 0,0 1 0 0 0,1-1-1 0 0,-1 0 1 0 0,0 0 0 0 0,1 0 0 0 0,-1 0-1 0 0,1 0 1 0 0,0 0 0 0 0,-1 0 0 0 0,1-1 0 0 0,0-8-7 0 0,1 1 1 0 0,1-1 0 0 0,0 1 0 0 0,0-1 0 0 0,1 1 0 0 0,0 0 0 0 0,1 0 0 0 0,0 0 0 0 0,6-8 0 0 0,8-14-25 0 0,24-31 1 0 0,-35 54 8 0 0,-1-1 0 0 0,2 1 0 0 0,-1 0 0 0 0,1 1 0 0 0,0 0 0 0 0,0 0 0 0 0,1 1 0 0 0,0 0 0 0 0,0 0 0 0 0,12-5 0 0 0,-16 9 0 0 0,0 0 1 0 0,1 1-1 0 0,-1-1 1 0 0,0 1-1 0 0,1 0 1 0 0,-1 0 0 0 0,1 0-1 0 0,0 1 1 0 0,-1 0-1 0 0,1 0 1 0 0,-1 1-1 0 0,1-1 1 0 0,-1 1-1 0 0,1 0 1 0 0,-1 1-1 0 0,0-1 1 0 0,1 1-1 0 0,-1 0 1 0 0,0 1-1 0 0,0-1 1 0 0,6 5-1 0 0,-3-2 2 0 0,0 1-1 0 0,0 1 0 0 0,-1-1 0 0 0,0 1 0 0 0,0 1 1 0 0,-1-1-1 0 0,0 1 0 0 0,0 0 0 0 0,-1 1 0 0 0,7 12 0 0 0,-1 6 68 0 0,0 0 0 0 0,7 33 0 0 0,-1-5 431 0 0,-17-54-338 0 0,2 7 279 0 0,-3-19-427 0 0,1-1 1 0 0,0 1 0 0 0,1 0-1 0 0,0-1 1 0 0,1 1 0 0 0,0 0-1 0 0,1 0 1 0 0,5-14-1 0 0,-2 8-24 0 0,1 0 0 0 0,1 1-1 0 0,1 0 1 0 0,16-24 0 0 0,-17 31 8 0 0,-1 0 0 0 0,2 1 0 0 0,-1-1 0 0 0,1 1 1 0 0,1 1-1 0 0,-1 0 0 0 0,1 0 0 0 0,1 1 0 0 0,-1 0 1 0 0,1 1-1 0 0,0 0 0 0 0,0 1 0 0 0,0 0 0 0 0,1 1 1 0 0,18-4-1 0 0,-26 7 6 0 0,0-1 0 0 0,1 1 1 0 0,-1 0-1 0 0,0 0 0 0 0,0 0 0 0 0,1 1 1 0 0,-1-1-1 0 0,0 1 0 0 0,0 0 0 0 0,0 0 0 0 0,0 1 1 0 0,0-1-1 0 0,0 1 0 0 0,0 0 0 0 0,0 0 1 0 0,-1 0-1 0 0,1 0 0 0 0,-1 1 0 0 0,1-1 0 0 0,-1 1 1 0 0,0 0-1 0 0,0 0 0 0 0,0 0 0 0 0,-1 0 1 0 0,1 1-1 0 0,-1-1 0 0 0,1 1 0 0 0,-1 0 0 0 0,0 0 1 0 0,-1-1-1 0 0,3 8 0 0 0,1 9-90 0 0,0 0-1 0 0,-1 0 1 0 0,-2 0-1 0 0,0 1 1 0 0,-1 25-1 0 0,0-12-595 0 0,0-26 122 0 0,-1 1-1 0 0,1 0 1 0 0,1-1-1 0 0,2 10 0 0 0,-3-14-167 0 0,1-1 0 0 0,-1 0-1 0 0,1 0 1 0 0,0 1-1 0 0,-1-1 1 0 0,2 0 0 0 0,2 4-1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322 769 2604 0 0,'8'-13'1707'0'0,"-1"0"0"0"0,0-1 0 0 0,0-1 0 0 0,6-21 0 0 0,0-2 1037 0 0,-13 38-2705 0 0,1-1 1 0 0,-1 0-1 0 0,0 1 1 0 0,0-1-1 0 0,0 0 1 0 0,0 0-1 0 0,0 1 1 0 0,0-1-1 0 0,0 0 1 0 0,0 1 0 0 0,0-1-1 0 0,0 0 1 0 0,0 0-1 0 0,0 1 1 0 0,0-1-1 0 0,-1 0 1 0 0,1 1-1 0 0,0-1 1 0 0,0 0-1 0 0,-1 1 1 0 0,1-1-1 0 0,-1 1 1 0 0,1-1 0 0 0,0 0-1 0 0,-1 1 1 0 0,1-1-1 0 0,-1 1 1 0 0,0-1-1 0 0,1 1 1 0 0,-1-1-1 0 0,1 1 1 0 0,-1 0-1 0 0,-1-1 1 0 0,1 0 5 0 0,-1 0 0 0 0,0 0 0 0 0,0 0 0 0 0,0 1 0 0 0,1-1-1 0 0,-1 1 1 0 0,0-1 0 0 0,0 1 0 0 0,-4 0 0 0 0,-3 1 12 0 0,0 0 0 0 0,0 1 0 0 0,0 1 0 0 0,0-1 0 0 0,0 2 1 0 0,0-1-1 0 0,-11 7 0 0 0,-54 36 145 0 0,47-28-134 0 0,2 1-1 0 0,-33 32 1 0 0,49-43-52 0 0,1 1-1 0 0,0 0 1 0 0,1 1-1 0 0,0 0 1 0 0,0 0 0 0 0,1 0-1 0 0,0 1 1 0 0,1 0 0 0 0,-6 18-1 0 0,10-27-13 0 0,0 1 0 0 0,0 0 0 0 0,1-1 0 0 0,-1 1 0 0 0,1 0 0 0 0,0-1 0 0 0,-1 1 0 0 0,1 0 0 0 0,0 0 0 0 0,1-1 0 0 0,-1 1-1 0 0,0 0 1 0 0,1-1 0 0 0,0 1 0 0 0,-1 0 0 0 0,1-1 0 0 0,0 1 0 0 0,0-1 0 0 0,1 1 0 0 0,-1-1 0 0 0,0 1 0 0 0,1-1 0 0 0,-1 0 0 0 0,1 0 0 0 0,0 0 0 0 0,0 0 0 0 0,0 0 0 0 0,0 0-1 0 0,0 0 1 0 0,0-1 0 0 0,1 1 0 0 0,-1-1 0 0 0,0 0 0 0 0,1 1 0 0 0,-1-1 0 0 0,1 0 0 0 0,3 1 0 0 0,1-1 1 0 0,0 1-1 0 0,0-1 1 0 0,0 0 0 0 0,0 0 0 0 0,0-1-1 0 0,0 0 1 0 0,0 0 0 0 0,0-1 0 0 0,1 0-1 0 0,-1 0 1 0 0,0 0 0 0 0,-1-1-1 0 0,11-4 1 0 0,-6 1-10 0 0,-1-1-1 0 0,1 0 0 0 0,-1-1 1 0 0,0 0-1 0 0,-1 0 0 0 0,0-1 1 0 0,0 0-1 0 0,9-12 0 0 0,7-11 86 0 0,24-38 0 0 0,-22 28 384 0 0,-5 9-47 0 0,-20 30-411 0 0,-2 4-10 0 0,1-1 6 0 0,-1 0 0 0 0,1 1 0 0 0,-1-1-1 0 0,0 1 1 0 0,1-1 0 0 0,-1 0 0 0 0,0 1-1 0 0,0-1 1 0 0,0 1 0 0 0,0-1 0 0 0,0 1 0 0 0,0-1-1 0 0,0 0 1 0 0,-1 1 0 0 0,1-1 0 0 0,-1 1-1 0 0,1-1 1 0 0,-1 0 0 0 0,0 2 0 0 0,-2 4-2 0 0,0 7-1 0 0,-3 9 18 0 0,1 1 0 0 0,-3 27 0 0 0,7-46 0 0 0,1 1 0 0 0,0-1 0 0 0,0 1 0 0 0,0-1 1 0 0,1 1-1 0 0,0-1 0 0 0,0 1 0 0 0,0-1 1 0 0,0 0-1 0 0,1 0 0 0 0,0 1 0 0 0,0-1 0 0 0,1-1 1 0 0,-1 1-1 0 0,5 6 0 0 0,-5-8-8 0 0,0-1 0 0 0,0 0-1 0 0,1 1 1 0 0,-1-1 0 0 0,0-1 0 0 0,1 1-1 0 0,0 0 1 0 0,-1 0 0 0 0,1-1 0 0 0,0 0-1 0 0,-1 1 1 0 0,1-1 0 0 0,0 0 0 0 0,0 0-1 0 0,0-1 1 0 0,0 1 0 0 0,4 0 0 0 0,-2-1-3 0 0,0 0 0 0 0,-1-1-1 0 0,1 1 1 0 0,0-1 0 0 0,0 0 0 0 0,-1 0 0 0 0,1-1 0 0 0,-1 1 0 0 0,1-1 0 0 0,4-3 0 0 0,2-1-29 0 0,-1 0 0 0 0,-1-1 1 0 0,1 0-1 0 0,-1-1 1 0 0,0 0-1 0 0,0 0 0 0 0,-1-1 1 0 0,7-10-1 0 0,7-13-88 0 0,-2-2-1 0 0,-2 0 1 0 0,-1 0 0 0 0,24-71-1 0 0,28-155-99 0 0,-66 249 208 0 0,69-375 480 0 0,-93 483-513 0 0,-17 224 49 0 0,34-240 81 0 0,12 160 0 0 0,-6-227-66 0 0,0-1 0 0 0,1 1 0 0 0,0-1 1 0 0,1 0-1 0 0,0 0 0 0 0,1-1 0 0 0,1 1 0 0 0,12 20 0 0 0,-13-26-19 0 0,0 1 0 0 0,1-1 0 0 0,-1-1 0 0 0,2 1 0 0 0,-1-1 0 0 0,1 0 0 0 0,0-1 0 0 0,0 1 0 0 0,1-1 0 0 0,-1-1 0 0 0,1 0 0 0 0,0 0-1 0 0,0 0 1 0 0,12 3 0 0 0,-14-6-18 0 0,0 0-1 0 0,-1 0 1 0 0,1 0-1 0 0,0-1 1 0 0,0 0-1 0 0,0 0 1 0 0,0 0-1 0 0,0-1 1 0 0,0 0-1 0 0,0 0 1 0 0,0-1-1 0 0,0 1 1 0 0,-1-1 0 0 0,1-1-1 0 0,-1 1 1 0 0,1-1-1 0 0,-1 0 1 0 0,0 0-1 0 0,0 0 1 0 0,0-1-1 0 0,-1 1 1 0 0,1-1-1 0 0,5-7 1 0 0,2-2-29 0 0,-1 0-1 0 0,0-1 1 0 0,-1 0 0 0 0,-1-1 0 0 0,0 0 0 0 0,12-28 0 0 0,-14 27 32 0 0,-2 0 0 0 0,0-1 1 0 0,6-33-1 0 0,-10 43 14 0 0,0-1 0 0 0,-1 1 0 0 0,0-1 0 0 0,0 1 0 0 0,0 0 0 0 0,-1-1 0 0 0,0 1 0 0 0,0-1 0 0 0,-1 1 0 0 0,0 0 0 0 0,-4-9 0 0 0,5 15-9 0 0,1 0 0 0 0,-1 0 0 0 0,1 0 0 0 0,-1 0 0 0 0,0 0 0 0 0,1 1 0 0 0,-1-1 0 0 0,0 0 0 0 0,0 1 0 0 0,1-1 0 0 0,-1 0 0 0 0,0 1 0 0 0,0-1 0 0 0,0 1 0 0 0,0-1 0 0 0,0 1 0 0 0,0 0 0 0 0,0-1-1 0 0,0 1 1 0 0,0 0 0 0 0,0 0 0 0 0,0-1 0 0 0,0 1 0 0 0,0 0 0 0 0,0 0 0 0 0,0 0 0 0 0,0 0 0 0 0,0 0 0 0 0,0 1 0 0 0,0-1 0 0 0,0 0 0 0 0,0 0 0 0 0,0 1 0 0 0,0-1 0 0 0,0 1 0 0 0,0-1 0 0 0,0 1 0 0 0,0-1 0 0 0,0 1 0 0 0,1-1 0 0 0,-1 1 0 0 0,0 0 0 0 0,0-1 0 0 0,1 1 0 0 0,-1 0 0 0 0,0 0 0 0 0,1 0 0 0 0,-1 0 0 0 0,1-1 0 0 0,-1 1 0 0 0,1 0 0 0 0,-1 0 0 0 0,1 0 0 0 0,0 0 0 0 0,-1 0 0 0 0,1 0 0 0 0,0 0-1 0 0,0 0 1 0 0,0 0 0 0 0,0 0 0 0 0,-1 0 0 0 0,2 0 0 0 0,-1 0 0 0 0,0 1 0 0 0,0-1 0 0 0,0 1 0 0 0,1 2 10 0 0,0 0-1 0 0,-1 0 1 0 0,1 0 0 0 0,1-1-1 0 0,-1 1 1 0 0,0 0-1 0 0,1 0 1 0 0,0-1-1 0 0,0 1 1 0 0,0-1-1 0 0,0 1 1 0 0,1-1 0 0 0,-1 0-1 0 0,1 0 1 0 0,4 4-1 0 0,-1-3-4 0 0,-1 0 0 0 0,0 0 0 0 0,1-1 0 0 0,0 0 0 0 0,0 0 0 0 0,0 0 0 0 0,0-1 0 0 0,1 1 0 0 0,7 0 0 0 0,-6-1-6 0 0,1 0 1 0 0,0-1 0 0 0,0 0 0 0 0,0-1-1 0 0,0 0 1 0 0,0 0 0 0 0,0-1 0 0 0,-1 0 0 0 0,1 0-1 0 0,0-1 1 0 0,0-1 0 0 0,-1 1 0 0 0,1-1-1 0 0,-1-1 1 0 0,8-4 0 0 0,1-4 104 0 0,-1 0-1 0 0,0-2 1 0 0,-1 0 0 0 0,-1 0-1 0 0,0-1 1 0 0,-1-1 0 0 0,-1 0-1 0 0,17-31 1 0 0,-28 45 48 0 0,-5 4-144 0 0,-1-1-1 0 0,0 2 0 0 0,1-1 1 0 0,-1 0-1 0 0,1 1 0 0 0,-1 0 1 0 0,1 0-1 0 0,0 0 0 0 0,0 0 1 0 0,1 1-1 0 0,-4 3 0 0 0,-7 9 74 0 0,-16 25 0 0 0,16-20 33 0 0,-3 2 1 0 0,2 1 1 0 0,-22 45-1 0 0,32-59-70 0 0,0 1-1 0 0,1 0 1 0 0,1 0 0 0 0,0 0 0 0 0,1 0-1 0 0,0 0 1 0 0,0 1 0 0 0,1-1-1 0 0,1 21 1 0 0,0-28-32 0 0,1 0-1 0 0,0-1 1 0 0,0 1-1 0 0,0 0 1 0 0,0 0 0 0 0,1-1-1 0 0,-1 1 1 0 0,1-1-1 0 0,0 1 1 0 0,0-1 0 0 0,0 0-1 0 0,0 0 1 0 0,1 0-1 0 0,-1 0 1 0 0,4 3 0 0 0,-1-2 5 0 0,0 0 0 0 0,0 0 1 0 0,1-1-1 0 0,-1 0 1 0 0,1 0-1 0 0,0 0 0 0 0,0-1 1 0 0,10 3-1 0 0,-4-2-62 0 0,1 0-1 0 0,-1-1 1 0 0,1-1 0 0 0,0 0-1 0 0,-1-1 1 0 0,1 0-1 0 0,0-1 1 0 0,21-4-1 0 0,-19 1-45 0 0,1-1 0 0 0,-1-1 0 0 0,0 0 0 0 0,-1-1 0 0 0,0 0-1 0 0,0-1 1 0 0,0-1 0 0 0,-1 0 0 0 0,0-1 0 0 0,-1-1 0 0 0,0 1 0 0 0,-1-2-1 0 0,12-14 1 0 0,-1-3 272 0 0,-1-1 0 0 0,-1-2 0 0 0,-2 0 0 0 0,24-55 0 0 0,-18 33 464 0 0,-23 52-651 0 0,-13 18-50 0 0,3 4 47 0 0,-36 101 53 0 0,41-107-20 0 0,1 0 1 0 0,0 0 0 0 0,1 0-1 0 0,1 0 1 0 0,0 0-1 0 0,0 1 1 0 0,3 14 0 0 0,-1-24-135 0 0,0 0 1 0 0,0 0-1 0 0,1 0 1 0 0,0-1-1 0 0,0 1 1 0 0,0 0-1 0 0,0-1 1 0 0,1 1-1 0 0,0-1 1 0 0,0 0-1 0 0,0 0 1 0 0,0 0-1 0 0,1 0 1 0 0,-1-1 0 0 0,1 1-1 0 0,5 3 1 0 0,-2-2-890 0 0,0 0 1 0 0,1-1 0 0 0,-1 0 0 0 0,1 0 0 0 0,0-1-1 0 0,0 0 1 0 0,0 0 0 0 0,0-1 0 0 0,10 2 0 0 0,4-2-4603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6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63 1148 0 0,'10'-38'9891'0'0,"-5"13"-5812"0"0,-4 25-3979 0 0,1 1 0 0 0,-1-1 0 0 0,0 0 0 0 0,0 0 0 0 0,0 1 0 0 0,1-1 0 0 0,-1 1 0 0 0,0-1 0 0 0,0 1 0 0 0,0-1 0 0 0,2 2-1 0 0,22 29 1476 0 0,25 41-1 0 0,17 22-695 0 0,-48-68-730 0 0,-13-17-514 0 0,0-1-1 0 0,1 1 1 0 0,0-1 0 0 0,1-1-1 0 0,15 14 1 0 0,-21-20-200 0 0,-1 0-1 0 0,1 0 1 0 0,0-1 0 0 0,-1 1 0 0 0,1 0 0 0 0,0-1 0 0 0,-1 1 0 0 0,1-1 0 0 0,0 0 0 0 0,0 1 0 0 0,-1-1 0 0 0,1 0 0 0 0,0 0-1 0 0,0 0 1 0 0,0 0 0 0 0,-1-1 0 0 0,3 0 0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6.5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34 2484 0 0,'0'-2'2368'0'0,"-2"-7"-334"0"0,2 7-1540 0 0,0 1 1 0 0,-1-1-1 0 0,1 1 0 0 0,0-1 1 0 0,-1 1-1 0 0,1-1 0 0 0,-1 1 1 0 0,1-1-1 0 0,-1 1 1 0 0,0 0-1 0 0,1-1 0 0 0,-2-1 1 0 0,1 3-374 0 0,0 0 0 0 0,0-1 0 0 0,0 1 0 0 0,0 0 0 0 0,0 0 0 0 0,0 0 0 0 0,0 0 0 0 0,0 0 0 0 0,0 0 0 0 0,0 0 0 0 0,0 0 1 0 0,0 0-1 0 0,0 0 0 0 0,0 1 0 0 0,0-1 0 0 0,0 0 0 0 0,0 1 0 0 0,0-1 0 0 0,0 0 0 0 0,0 1 0 0 0,0-1 0 0 0,1 1 0 0 0,-1 0 0 0 0,-1 0 0 0 0,-18 13 572 0 0,1 0-1 0 0,0 2 0 0 0,1 0 0 0 0,-24 27 0 0 0,1 0-192 0 0,-19 20-646 0 0,4 3 0 0 0,-74 112 0 0 0,118-161-1135 0 0,2-1-1471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6.7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113 212 288 0 0,'-20'-92'13306'0'0,"-2"2"-7807"0"0,20 81-5530 0 0,2 8-173 0 0,0 0 0 0 0,-1 0 0 0 0,1 0 0 0 0,-1 1 1 0 0,1-1-1 0 0,-1 0 0 0 0,1 0 0 0 0,-1 0 0 0 0,1 1 0 0 0,-1-1 0 0 0,1 0 1 0 0,-1 0-1 0 0,0 1 0 0 0,0-1 0 0 0,1 1 0 0 0,-1-1 0 0 0,0 1 0 0 0,0-1 1 0 0,0 1-1 0 0,0-1 0 0 0,1 1 0 0 0,-1 0 0 0 0,-1-1 0 0 0,-23-2-3902 0 0,16 3 1801 0 0,-9-2-3049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6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1 1100 0 0,'-26'2'4265'0'0,"-24"2"5816"0"0,20-1-6449 0 0,27-2-3050 0 0,-16 0 412 0 0,3 1-2890 0 0,-16 0-8406 0 0,16-2 4250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7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53 110 468 0 0,'-53'12'17738'0'0,"639"-88"-16763"0"0,-349 52-878 0 0,-232 24-139 0 0,23-3-704 0 0,50-12 0 0 0,-75 14-132 0 0,7-1-727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8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43 932 1824 0 0,'-16'24'4019'0'0,"12"-19"-2978"0"0,0 1 0 0 0,0 0 0 0 0,0 0 0 0 0,-6 18 4455 0 0,19-26-5313 0 0,1 0-1 0 0,-1-1 0 0 0,0 1 0 0 0,0-2 0 0 0,0 1 0 0 0,0-2 0 0 0,-1 1 0 0 0,0-1 0 0 0,0 0 0 0 0,14-12 0 0 0,2-3-75 0 0,-1-1-1 0 0,23-27 1 0 0,-17 12-55 0 0,-2 0 0 0 0,-1-2 0 0 0,40-80 1 0 0,43-134 19 0 0,-78 173-61 0 0,81-191-198 0 0,-110 266 172 0 0,-1 0 0 0 0,1 1 0 0 0,1-1 1 0 0,-1 1-1 0 0,0 0 0 0 0,1 0 0 0 0,3-4 0 0 0,-6 7 13 0 0,1 0 0 0 0,-1 0 0 0 0,1-1 0 0 0,-1 1 0 0 0,1 0 0 0 0,-1 0 0 0 0,1 0 0 0 0,-1 0 0 0 0,1 0 0 0 0,-1 0 0 0 0,0 0 0 0 0,1 0 0 0 0,-1 0 0 0 0,1 0 0 0 0,-1 0 0 0 0,1 0 0 0 0,-1 0 0 0 0,1 0 0 0 0,-1 0 0 0 0,1 1 0 0 0,-1-1 0 0 0,1 0 0 0 0,-1 0 0 0 0,0 1 0 0 0,1-1 0 0 0,-1 0 0 0 0,1 0 0 0 0,-1 1 0 0 0,1 0-1 0 0,10 9-18 0 0,-7-2 36 0 0,1-1 0 0 0,-1 1 0 0 0,-1 0 0 0 0,0 1 0 0 0,0-1 0 0 0,0 0 0 0 0,2 15 0 0 0,4 64 203 0 0,-8-78-188 0 0,3 119 529 0 0,-14 135 0 0 0,0-1-164 0 0,9-234-292 0 0,0-18 6 0 0,1 1-1 0 0,0 0 0 0 0,1-1 1 0 0,2 15-1 0 0,-2-25-104 0 0,-1 1 0 0 0,0-1 0 0 0,0 1 0 0 0,1-1-1 0 0,-1 0 1 0 0,0 1 0 0 0,0-1 0 0 0,1 0 0 0 0,-1 1 0 0 0,1-1 0 0 0,-1 0 0 0 0,0 1 0 0 0,1-1 0 0 0,-1 0 0 0 0,1 0 0 0 0,-1 1-1 0 0,0-1 1 0 0,1 0 0 0 0,-1 0 0 0 0,1 0 0 0 0,-1 0 0 0 0,1 0 0 0 0,-1 0 0 0 0,1 0 0 0 0,-1 0 0 0 0,1 0 0 0 0,-1 0 0 0 0,0 0-1 0 0,1 0 1 0 0,-1 0 0 0 0,1 0 0 0 0,-1 0 0 0 0,1 0 0 0 0,-1 0 0 0 0,1-1 0 0 0,-1 1 0 0 0,0 0 0 0 0,1 0 0 0 0,0-1 0 0 0,15-8 37 0 0,-11 2-70 0 0,0 0 1 0 0,0 0 0 0 0,0 0-1 0 0,-1-1 1 0 0,0 0-1 0 0,-1 0 1 0 0,1 0-1 0 0,-1 0 1 0 0,-1-1-1 0 0,0 1 1 0 0,0-1 0 0 0,-1 1-1 0 0,0-1 1 0 0,0 0-1 0 0,-1 0 1 0 0,0 1-1 0 0,-1-1 1 0 0,0 0-1 0 0,0 0 1 0 0,-1 1 0 0 0,-3-12-1 0 0,0 4-22 0 0,0 1 0 0 0,-1 0 0 0 0,-1 0 1 0 0,0 1-1 0 0,-2 0 0 0 0,1 0 0 0 0,-1 1 0 0 0,-1 0 0 0 0,-1 0 0 0 0,-19-18 0 0 0,17 20 26 0 0,-1 1 0 0 0,0 0 0 0 0,0 1 0 0 0,-1 1 0 0 0,0 0 0 0 0,0 1 0 0 0,-1 1 0 0 0,0 0-1 0 0,0 1 1 0 0,-1 1 0 0 0,1 0 0 0 0,-1 1 0 0 0,0 1 0 0 0,1 1 0 0 0,-1 0 0 0 0,0 1 0 0 0,-32 5-1 0 0,47-5 27 0 0,0 1-1 0 0,-1-1 0 0 0,1 1 0 0 0,0 0 1 0 0,0 0-1 0 0,0 0 0 0 0,0 0 0 0 0,0 0 1 0 0,0 0-1 0 0,1 1 0 0 0,-4 1 0 0 0,5-2 2 0 0,-1-1-1 0 0,1 1 1 0 0,0-1-1 0 0,-1 1 1 0 0,1-1-1 0 0,0 1 1 0 0,0-1-1 0 0,0 1 1 0 0,-1-1-1 0 0,1 1 1 0 0,0-1-1 0 0,0 1 0 0 0,0-1 1 0 0,0 1-1 0 0,0 0 1 0 0,0-1-1 0 0,0 1 1 0 0,0-1-1 0 0,0 1 1 0 0,0-1-1 0 0,0 1 1 0 0,0 0-1 0 0,1-1 1 0 0,-1 1-1 0 0,0-1 1 0 0,0 1-1 0 0,0-1 1 0 0,1 1-1 0 0,-1-1 1 0 0,0 1-1 0 0,1-1 1 0 0,-1 0-1 0 0,0 1 1 0 0,1-1-1 0 0,-1 1 0 0 0,1-1 1 0 0,-1 0-1 0 0,1 1 1 0 0,-1-1-1 0 0,1 0 1 0 0,-1 1-1 0 0,1-1 1 0 0,-1 0-1 0 0,1 0 1 0 0,-1 0-1 0 0,1 0 1 0 0,-1 1-1 0 0,2-1 1 0 0,12 5-16 0 0,1 0 1 0 0,-1-1-1 0 0,1-1 1 0 0,0 0-1 0 0,0-1 1 0 0,20 0-1 0 0,3 1-328 0 0,117 10-3710 0 0,-52-13-2915 0 0,-62-3 1935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39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122 537 1556 0 0,'6'-13'4252'0'0,"15"-53"3651"0"0,-21 65-7439 0 0,1-2 103 0 0,-1 3-542 0 0,0-1 0 0 0,0 1 1 0 0,0 0-1 0 0,0 0 0 0 0,0 0 1 0 0,0 0-1 0 0,0 0 1 0 0,0-1-1 0 0,1 1 0 0 0,-1 0 1 0 0,0 0-1 0 0,0 0 0 0 0,0-1 1 0 0,0 1-1 0 0,0 0 0 0 0,0 0 1 0 0,0 0-1 0 0,0-1 0 0 0,0 1 1 0 0,0 0-1 0 0,0 0 1 0 0,0 0-1 0 0,0 0 0 0 0,0-1 1 0 0,0 1-1 0 0,0 0 0 0 0,-1 0 1 0 0,1 0-1 0 0,0-1 0 0 0,0 1 1 0 0,0 0-1 0 0,0 0 0 0 0,0 0 1 0 0,0 0-1 0 0,0 0 1 0 0,-1-1-1 0 0,1 1 0 0 0,0 0 1 0 0,0 0-1 0 0,0 0 0 0 0,0 0 1 0 0,-1 0-1 0 0,1 0 0 0 0,0 0 1 0 0,0 0-1 0 0,0-1 0 0 0,-10 6 20 0 0,1 1-1 0 0,0-1 1 0 0,0 1-1 0 0,1 1 1 0 0,0 0-1 0 0,0 0 1 0 0,1 0-1 0 0,-8 11 1 0 0,6-8-25 0 0,0 2 1 0 0,1-1 0 0 0,0 1-1 0 0,1 1 1 0 0,-10 24 0 0 0,16-34-13 0 0,-1 0 1 0 0,1 0 0 0 0,1 0 0 0 0,-1 0 0 0 0,0 0 0 0 0,1 0 0 0 0,-1 0 0 0 0,1 0 0 0 0,0 0 0 0 0,0 0 0 0 0,0 0 0 0 0,1 0 0 0 0,-1 0-1 0 0,1 0 1 0 0,0 0 0 0 0,-1 0 0 0 0,1 0 0 0 0,0-1 0 0 0,1 1 0 0 0,-1 0 0 0 0,0 0 0 0 0,1-1 0 0 0,0 1 0 0 0,0-1 0 0 0,2 3 0 0 0,1-1 3 0 0,0 0 0 0 0,0 0 0 0 0,1 0 0 0 0,-1-1 0 0 0,1 1 0 0 0,0-1 0 0 0,0-1 0 0 0,1 1 0 0 0,-1-1 0 0 0,10 2 0 0 0,-1-1 23 0 0,0 0 0 0 0,0-1 1 0 0,0-1-1 0 0,0 0 1 0 0,0-1-1 0 0,0-1 0 0 0,0 0 1 0 0,0-1-1 0 0,0 0 1 0 0,0-1-1 0 0,-1-1 0 0 0,1-1 1 0 0,15-6-1 0 0,-19 6-22 0 0,-1-1 1 0 0,0 1-1 0 0,0-1 0 0 0,0-1 0 0 0,-1 0 0 0 0,0 0 0 0 0,0-1 0 0 0,-1 0 0 0 0,0-1 1 0 0,-1 0-1 0 0,0 0 0 0 0,0 0 0 0 0,-1-1 0 0 0,0 0 0 0 0,0 0 0 0 0,-1-1 0 0 0,6-17 1 0 0,-7 14-37 0 0,-1-1 1 0 0,0 1-1 0 0,-1-1 0 0 0,-1 0 1 0 0,0 0-1 0 0,-1 1 1 0 0,-2-21-1 0 0,1 27 0 0 0,0 0 0 0 0,-1 0-1 0 0,1 0 1 0 0,-2 0 0 0 0,1 0 0 0 0,-1 0-1 0 0,0 1 1 0 0,-1-1 0 0 0,1 1 0 0 0,-1 0-1 0 0,-1 0 1 0 0,0 0 0 0 0,0 1-1 0 0,-10-11 1 0 0,12 15 12 0 0,0 0 1 0 0,0 0-1 0 0,-1 0 0 0 0,1 0 1 0 0,-1 0-1 0 0,1 1 0 0 0,-1-1 0 0 0,0 1 1 0 0,1 0-1 0 0,-1 0 0 0 0,0 1 0 0 0,0-1 1 0 0,0 1-1 0 0,0-1 0 0 0,0 1 0 0 0,0 1 1 0 0,1-1-1 0 0,-1 0 0 0 0,0 1 0 0 0,0 0 1 0 0,0 0-1 0 0,1 0 0 0 0,-5 2 0 0 0,3-1 1 0 0,0 0 0 0 0,0 1 0 0 0,0-1-1 0 0,0 1 1 0 0,0 0 0 0 0,1 1 0 0 0,0-1-1 0 0,-1 1 1 0 0,1 0 0 0 0,1 0-1 0 0,-1 0 1 0 0,0 0 0 0 0,1 1 0 0 0,0-1-1 0 0,-4 9 1 0 0,6-10 15 0 0,0 0 0 0 0,0 0 0 0 0,0 0 1 0 0,1 0-1 0 0,0 0 0 0 0,-1 0 0 0 0,1 0 0 0 0,0 0 0 0 0,0 0 0 0 0,1 0 0 0 0,-1 0 0 0 0,0 0 0 0 0,1 0 1 0 0,0 0-1 0 0,0 0 0 0 0,0-1 0 0 0,0 1 0 0 0,0 0 0 0 0,1 0 0 0 0,-1-1 0 0 0,1 1 0 0 0,-1-1 0 0 0,1 1 1 0 0,0-1-1 0 0,0 0 0 0 0,0 1 0 0 0,1-1 0 0 0,2 2 0 0 0,3 3 12 0 0,1-1 1 0 0,0 0-1 0 0,0 0 0 0 0,0-1 0 0 0,1 0 1 0 0,17 6-1 0 0,-8-4-14 0 0,1-2-1 0 0,0 0 1 0 0,0-1 0 0 0,1-1 0 0 0,-1-1 0 0 0,1-1-1 0 0,0-1 1 0 0,-1-1 0 0 0,1 0 0 0 0,-1-2-1 0 0,25-5 1 0 0,-27 3 0 0 0,0 0 0 0 0,-1-2 0 0 0,1 0 0 0 0,-2 0 0 0 0,1-2-1 0 0,-1 0 1 0 0,0-1 0 0 0,-1 0 0 0 0,0-1 0 0 0,-1-1 0 0 0,0-1 0 0 0,20-23 0 0 0,-13 9-82 0 0,-2 0 0 0 0,27-50 0 0 0,22-66 158 0 0,-41 85-185 0 0,-27 57 88 0 0,0 7 8 0 0,-1 0 0 0 0,-1 1 1 0 0,1-1-1 0 0,-1 0 0 0 0,-2 6 1 0 0,-4 10 29 0 0,-385 1290 4169 0 0,239-888-3669 0 0,149-411-524 0 0,1-3 55 0 0,1-1-1 0 0,0 1 1 0 0,0-1 0 0 0,1 1 0 0 0,-1 12 0 0 0,2-20-36 0 0,1 0 0 0 0,0 0-1 0 0,1 1 1 0 0,-1-1 0 0 0,0 0 0 0 0,1 0 0 0 0,-1 0-1 0 0,1 0 1 0 0,-1 0 0 0 0,1 0 0 0 0,0 0 0 0 0,0 0 0 0 0,0 0-1 0 0,0 0 1 0 0,0-1 0 0 0,1 1 0 0 0,-1 0 0 0 0,0-1 0 0 0,1 1-1 0 0,-1-1 1 0 0,1 1 0 0 0,0-1 0 0 0,-1 0 0 0 0,1 1 0 0 0,0-1-1 0 0,0 0 1 0 0,0 0 0 0 0,0 0 0 0 0,4 1 0 0 0,-2-1-1 0 0,0 0 1 0 0,1 0 0 0 0,-1 0-1 0 0,1 0 1 0 0,-1-1 0 0 0,1 1-1 0 0,0-1 1 0 0,-1-1 0 0 0,1 1-1 0 0,-1 0 1 0 0,1-1 0 0 0,-1 0-1 0 0,1 0 1 0 0,-1 0 0 0 0,0-1-1 0 0,1 0 1 0 0,-1 1 0 0 0,0-2-1 0 0,0 1 1 0 0,0 0 0 0 0,0-1-1 0 0,-1 1 1 0 0,1-1 0 0 0,-1 0-1 0 0,1-1 1 0 0,2-3 0 0 0,0 1-5 0 0,-1-1 0 0 0,0 0 0 0 0,0-1 0 0 0,0 1 0 0 0,-1-1 0 0 0,0 0 0 0 0,-1 0 1 0 0,0 0-1 0 0,0 0 0 0 0,-1-1 0 0 0,0 1 0 0 0,2-17 0 0 0,-4 7-7 0 0,-1 1 0 0 0,0-1 0 0 0,-1 0 0 0 0,-1 1 0 0 0,-1-1 0 0 0,0 1 0 0 0,-2 0 0 0 0,0 0 0 0 0,0 0 0 0 0,-15-24 0 0 0,-9-10-40 0 0,-66-86-1 0 0,10 33 93 0 0,52 65 328 0 0,1-1 0 0 0,-45-73 0 0 0,74 106-340 0 0,1 0 0 0 0,-1 0-1 0 0,1-1 1 0 0,1 1 0 0 0,-1-1-1 0 0,1 0 1 0 0,1 1 0 0 0,-1-1 0 0 0,2 0-1 0 0,-1 0 1 0 0,1 0 0 0 0,0 0-1 0 0,1-12 1 0 0,1 11-28 0 0,1 0 0 0 0,-1-1 0 0 0,1 1 0 0 0,1 0 1 0 0,0 1-1 0 0,0-1 0 0 0,1 1 0 0 0,0 0 0 0 0,0 0 0 0 0,12-13 0 0 0,6-4-125 0 0,1 2 0 0 0,1 0-1 0 0,1 2 1 0 0,1 1 0 0 0,54-30 0 0 0,157-62-1902 0 0,32 22-2395 0 0,-87 43-4002 0 0,-119 30 1772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1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30 1680 0 0,'6'-12'4859'0'0,"-1"-6"2314"0"0,-12 26-6928 0 0,-59 71 347 0 0,-29 39-1419 0 0,39-36-5394 0 0,42-59 1124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2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28 595 1884 0 0,'-22'-9'13785'0'0,"22"8"-13645"0"0,0 1 0 0 0,-1 0 0 0 0,1-1 0 0 0,-1 1 1 0 0,1 0-1 0 0,0-1 0 0 0,-1 1 0 0 0,1 0 0 0 0,0-1 0 0 0,-1 1 0 0 0,1-1 1 0 0,0 1-1 0 0,-1-1 0 0 0,1 1 0 0 0,0-1 0 0 0,0 1 0 0 0,0-1 0 0 0,0 1 1 0 0,0-1-1 0 0,-1 1 0 0 0,1-1 0 0 0,0 1 0 0 0,0-1 0 0 0,0 0 0 0 0,0 1 1 0 0,0-1-1 0 0,1 1 0 0 0,-1-2 0 0 0,10-18 972 0 0,27-22-1710 0 0,-31 35 965 0 0,191-184-303 0 0,5-8-240 0 0,-113 105-910 0 0,-89 93 1056 0 0,0 1-1 0 0,0-1 1 0 0,0 1 0 0 0,1-1 0 0 0,-1 1 0 0 0,0-1 0 0 0,0 1 0 0 0,0-1 0 0 0,0 1-1 0 0,0-1 1 0 0,0 1 0 0 0,0-1 0 0 0,0 1 0 0 0,0-1 0 0 0,0 1 0 0 0,0-1-1 0 0,0 1 1 0 0,0-1 0 0 0,0 1 0 0 0,-1-1 0 0 0,1 1 0 0 0,0 0 0 0 0,0-1-1 0 0,0 1 1 0 0,-1-1 0 0 0,1 1 0 0 0,0-1 0 0 0,-1 1 0 0 0,1 0 0 0 0,0-1-1 0 0,-1 1 1 0 0,1 0 0 0 0,0-1 0 0 0,-1 1 0 0 0,1 0 0 0 0,-1 0 0 0 0,1-1-1 0 0,-1 1 1 0 0,1 0 0 0 0,-1 0 0 0 0,1 0 0 0 0,-1 0 0 0 0,1-1 0 0 0,0 1-1 0 0,-1 0 1 0 0,1 0 0 0 0,-1 0 0 0 0,1 0 0 0 0,-1 0 0 0 0,1 0 0 0 0,-1 0-1 0 0,0 1 1 0 0,-15 2-73 0 0,0 0 0 0 0,0 2 0 0 0,0 0 0 0 0,1 1-1 0 0,0 0 1 0 0,0 2 0 0 0,0-1 0 0 0,1 2 0 0 0,0 0 0 0 0,-18 15 0 0 0,31-22 101 0 0,-1 0 1 0 0,0 0-1 0 0,1 0 1 0 0,0 0-1 0 0,-1 1 1 0 0,1-1-1 0 0,0 0 1 0 0,0 0 0 0 0,0 1-1 0 0,0-1 1 0 0,1 1-1 0 0,-1-1 1 0 0,1 1-1 0 0,-1-1 1 0 0,1 1 0 0 0,0-1-1 0 0,0 1 1 0 0,0-1-1 0 0,0 1 1 0 0,1-1-1 0 0,-1 1 1 0 0,1-1 0 0 0,-1 0-1 0 0,1 1 1 0 0,0-1-1 0 0,0 1 1 0 0,0-1-1 0 0,0 0 1 0 0,0 0-1 0 0,3 3 1 0 0,4 8-7 0 0,1-1-1 0 0,1 0 1 0 0,21 21-1 0 0,-17-19 7 0 0,3 5 167 0 0,0 0 1 0 0,28 43-1 0 0,-41-56-126 0 0,-1-1 0 0 0,0 1-1 0 0,0 1 1 0 0,0-1 0 0 0,-1 0 0 0 0,1 1 0 0 0,-2-1 0 0 0,1 1-1 0 0,-1 0 1 0 0,0-1 0 0 0,0 1 0 0 0,-1 0 0 0 0,0 0-1 0 0,0 0 1 0 0,0-1 0 0 0,-3 11 0 0 0,3-15 73 0 0,-1 1 1 0 0,0-1-1 0 0,0 1 1 0 0,0-1-1 0 0,0 1 1 0 0,-1-1-1 0 0,1 0 0 0 0,-1 0 1 0 0,1 0-1 0 0,-1 0 1 0 0,0 0-1 0 0,0 0 1 0 0,1 0-1 0 0,-1 0 0 0 0,-1-1 1 0 0,1 1-1 0 0,0-1 1 0 0,0 1-1 0 0,0-1 1 0 0,-1 0-1 0 0,1 0 0 0 0,-1 0 1 0 0,1 0-1 0 0,-1-1 1 0 0,1 1-1 0 0,-1-1 1 0 0,0 1-1 0 0,1-1 0 0 0,-1 0 1 0 0,1 0-1 0 0,-1 0 1 0 0,0 0-1 0 0,-2-1 1 0 0,-5 0 95 0 0,1-1 1 0 0,0 0 0 0 0,-1-1-1 0 0,1 0 1 0 0,1 0 0 0 0,-1-1 0 0 0,0 0-1 0 0,-8-6 1 0 0,-44-34 428 0 0,36 25-1271 0 0,24 18 222 0 0,1 1 293 0 0,0 0 59 0 0,-1 0 0 0 0,1 0 1 0 0,0 0-1 0 0,0 0 0 0 0,0 0 1 0 0,0 0-1 0 0,0 0 1 0 0,-1 0-1 0 0,1 0 0 0 0,0 0 1 0 0,38-9-10432 0 0,-23 9 6047 0 0,10 2-493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2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66 288 0 0,'10'-16'4669'0'0,"-5"8"-2092"0"0,1-1 1 0 0,0 1-1 0 0,9-10 625 0 0,-9 12-2365 0 0,-6 15-565 0 0,1 0 1 0 0,-1 0 0 0 0,0 0-1 0 0,-1 0 1 0 0,0 1 0 0 0,-1-1-1 0 0,0 0 1 0 0,-4 11 0 0 0,-2 20 197 0 0,-20 168 371 0 0,28-201-867 0 0,-1-6-3 0 0,1 1 0 0 0,0-1 0 0 0,0 0 0 0 0,-1 1 0 0 0,1-1 0 0 0,0 1 0 0 0,0-1 0 0 0,0 1 0 0 0,1-1 0 0 0,-1 0 0 0 0,0 1 0 0 0,1-1 0 0 0,-1 1 0 0 0,0-1 0 0 0,1 0 0 0 0,0 0 0 0 0,-1 1 0 0 0,2 1 0 0 0,3-2-1291 0 0,-2-1 889 0 0,1 0 1 0 0,0-1 0 0 0,0 0 0 0 0,-1 0-1 0 0,1 0 1 0 0,6-3 0 0 0,24-15-6739 0 0,-19 7 1158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2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79 1552 0 0,'-5'-21'3706'0'0,"3"11"-1630"0"0,0 0 0 0 0,-1 1 1 0 0,-7-18-1 0 0,10 26-1890 0 0,-3 4-1173 0 0,2-3 955 0 0,1 0-1 0 0,0 0 1 0 0,-1 0 0 0 0,1 0-1 0 0,0 0 1 0 0,0 0-1 0 0,-1 1 1 0 0,1-1 0 0 0,0 0-1 0 0,-1 0 1 0 0,1 0-1 0 0,0 0 1 0 0,0 1 0 0 0,0-1-1 0 0,-1 0 1 0 0,1 0-1 0 0,0 1 1 0 0,0-1 0 0 0,0 0-1 0 0,-1 0 1 0 0,1 1-1 0 0,0-1 1 0 0,0 0 0 0 0,0 0-1 0 0,0 1 1 0 0,0-1-1 0 0,0 0 1 0 0,0 1 0 0 0,0-1-1 0 0,-1 1 1 0 0,-8 45-6177 0 0,9-31 3064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3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3 2868 0 0,'0'0'2033'0'0,"6"12"2635"0"0,7 39-2966 0 0,-1-1 0 0 0,-3 1 1 0 0,-3 1-1 0 0,1 60 0 0 0,-7-111-1553 0 0,0 1-1 0 0,0 0 0 0 0,0-1 0 0 0,0 1 0 0 0,0-1 1 0 0,-1 1-1 0 0,1-1 0 0 0,-1 1 0 0 0,1-1 0 0 0,-1 1 1 0 0,1-1-1 0 0,-2 3 0 0 0,1-4-99 0 0,1 1 0 0 0,0-1-1 0 0,-1 0 1 0 0,1 1 0 0 0,-1-1-1 0 0,1 0 1 0 0,-1 1 0 0 0,1-1-1 0 0,-1 0 1 0 0,1 1 0 0 0,-1-1 0 0 0,1 0-1 0 0,-1 0 1 0 0,1 0 0 0 0,-1 0-1 0 0,1 1 1 0 0,-1-1 0 0 0,1 0 0 0 0,-1 0-1 0 0,0 0 1 0 0,1 0 0 0 0,-1 0-1 0 0,0 0 1 0 0,-1-1-4 0 0,1 1 0 0 0,-1-1 0 0 0,0 0 0 0 0,1 0-1 0 0,-1 1 1 0 0,1-1 0 0 0,-1 0 0 0 0,1 0 0 0 0,-1 0 0 0 0,1-1 0 0 0,0 1 0 0 0,0 0-1 0 0,-1 0 1 0 0,1-1 0 0 0,0 1 0 0 0,0-1 0 0 0,0 1 0 0 0,0-3 0 0 0,-2-3-21 0 0,0 0 0 0 0,1 0 0 0 0,0 0 0 0 0,1-1 1 0 0,-1 1-1 0 0,2-1 0 0 0,-1 1 0 0 0,1-1 0 0 0,0 0 0 0 0,0 1 1 0 0,1-1-1 0 0,0 1 0 0 0,1-1 0 0 0,-1 1 0 0 0,1 0 0 0 0,1-1 1 0 0,0 1-1 0 0,4-10 0 0 0,0 3-31 0 0,1 0 0 0 0,0 0-1 0 0,1 1 1 0 0,1 0 0 0 0,0 0 0 0 0,0 1 0 0 0,22-19 0 0 0,-23 24-7 0 0,0 1 0 0 0,0-1 0 0 0,1 1 0 0 0,-1 1 0 0 0,1 0 0 0 0,1 0 0 0 0,-1 1-1 0 0,1 0 1 0 0,-1 1 0 0 0,1 0 0 0 0,18-2 0 0 0,-24 5 5 0 0,-1 0 0 0 0,1 0 0 0 0,0 0 0 0 0,0 0 0 0 0,-1 0 0 0 0,1 1 0 0 0,0 0 0 0 0,-1 0-1 0 0,1 1 1 0 0,-1-1 0 0 0,1 1 0 0 0,-1 0 0 0 0,1 0 0 0 0,-1 0 0 0 0,0 1 0 0 0,0-1 0 0 0,0 1 0 0 0,-1 0-1 0 0,1 0 1 0 0,-1 0 0 0 0,1 1 0 0 0,-1-1 0 0 0,0 1 0 0 0,0 0 0 0 0,-1 0 0 0 0,1 0 0 0 0,-1 0 0 0 0,0 0-1 0 0,2 7 1 0 0,1 4 7 0 0,-2 0-1 0 0,0 0 1 0 0,0 0-1 0 0,-2 0 1 0 0,0 0-1 0 0,0 1 1 0 0,-2-1-1 0 0,0 0 1 0 0,-4 26-1 0 0,3 9-1308 0 0,2-48 750 0 0,0-2 511 0 0,-1 1 1 0 0,1-1 0 0 0,0 0-1 0 0,0 0 1 0 0,0 0-1 0 0,0 1 1 0 0,0-1 0 0 0,0 0-1 0 0,0 0 1 0 0,0 1-1 0 0,0-1 1 0 0,0 0 0 0 0,0 0-1 0 0,0 0 1 0 0,0 1-1 0 0,0-1 1 0 0,0 0-1 0 0,0 0 1 0 0,0 1 0 0 0,0-1-1 0 0,0 0 1 0 0,0 0-1 0 0,0 0 1 0 0,0 1 0 0 0,0-1-1 0 0,0 0 1 0 0,1 0-1 0 0,-1 0 1 0 0,0 1 0 0 0,0-1-1 0 0,0 0 1 0 0,0 0-1 0 0,0 0 1 0 0,1 0 0 0 0,-1 1-1 0 0,0-1 1 0 0,0 0-1 0 0,0 0 1 0 0,1 0-1 0 0,-1 0 1 0 0,10 9-1716 0 0,-7-7 853 0 0,-1-1 509 0 0,0-1-1 0 0,0 1 0 0 0,1 0 1 0 0,-1-1-1 0 0,0 0 0 0 0,0 1 1 0 0,1-1-1 0 0,-1 0 1 0 0,0 0-1 0 0,0 0 0 0 0,1 0 1 0 0,1-1-1 0 0,6 0-2197 0 0,10 1-2536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3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75 1716 0 0,'-1'-9'2110'0'0,"1"-1"0"0"0,-2 1 0 0 0,1 0-1 0 0,-4-11 1 0 0,4 16-1717 0 0,1 4-327 0 0,-1-1-1 0 0,1 0 0 0 0,0 0 0 0 0,-1 0 0 0 0,1 1 0 0 0,-1-1 0 0 0,1 0 0 0 0,-1 0 0 0 0,1 1 0 0 0,-1-1 0 0 0,0 0 0 0 0,1 1 0 0 0,-1-1 0 0 0,0 1 0 0 0,1-1 0 0 0,-1 1 0 0 0,0-1 0 0 0,0 1 0 0 0,0 0 0 0 0,1-1 0 0 0,-1 1 0 0 0,0 0 0 0 0,0 0 0 0 0,0-1 0 0 0,0 1 0 0 0,0 0 0 0 0,0 0 0 0 0,1 0 0 0 0,-1 0 0 0 0,0 0 0 0 0,0 0 0 0 0,0 0 0 0 0,0 1 0 0 0,0-1 0 0 0,0 0 0 0 0,1 0 0 0 0,-1 1 0 0 0,0-1 0 0 0,0 0 0 0 0,0 1 0 0 0,0 0 1 0 0,-34 18 614 0 0,34-19-654 0 0,-18 14 290 0 0,-1 1 0 0 0,2 1 1 0 0,0 1-1 0 0,1 1 0 0 0,1 0 0 0 0,0 1 0 0 0,2 1 0 0 0,0 0 0 0 0,1 1 0 0 0,1 0 1 0 0,1 1-1 0 0,1 0 0 0 0,-12 41 0 0 0,21-58-284 0 0,0-1-1 0 0,0 1 1 0 0,0 0 0 0 0,1 0 0 0 0,0-1 0 0 0,0 1-1 0 0,0 0 1 0 0,0 0 0 0 0,1 0 0 0 0,0-1-1 0 0,0 1 1 0 0,3 8 0 0 0,-3-10-19 0 0,0-1 1 0 0,1 1 0 0 0,-1 0-1 0 0,1-1 1 0 0,0 1-1 0 0,0-1 1 0 0,0 0-1 0 0,0 0 1 0 0,0 0-1 0 0,0 0 1 0 0,1 0-1 0 0,-1 0 1 0 0,1 0-1 0 0,-1-1 1 0 0,1 1-1 0 0,-1-1 1 0 0,1 0-1 0 0,0 0 1 0 0,0 0 0 0 0,0 0-1 0 0,4 1 1 0 0,7-1-266 0 0,0 0 0 0 0,0 0 0 0 0,0-1 1 0 0,-1-1-1 0 0,1 0 0 0 0,0-1 0 0 0,0-1 1 0 0,-1 0-1 0 0,24-9 0 0 0,-12 3-1749 0 0,28-15 1 0 0,16-17-5362 0 0,-46 26 2414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4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153 195 328 0 0,'9'-12'6159'0'0,"9"-22"861"0"0,-3 37-6825 0 0,-10-1-230 0 0,-3-1 255 0 0,0 1 1 0 0,0-1 0 0 0,0 0 0 0 0,1 0-1 0 0,-1-1 1 0 0,0 1 0 0 0,1 0 0 0 0,-1-1 0 0 0,4 1-1 0 0,-5-1-174 0 0,0-1-1 0 0,1 1 0 0 0,-1 0 1 0 0,0-1-1 0 0,0 1 0 0 0,0-1 0 0 0,0 0 1 0 0,-1 1-1 0 0,1-1 0 0 0,0 0 0 0 0,0 1 1 0 0,0-1-1 0 0,0 0 0 0 0,-1 0 1 0 0,1 0-1 0 0,0 0 0 0 0,-1 0 0 0 0,1 0 1 0 0,-1 0-1 0 0,1 0 0 0 0,-1 0 0 0 0,1 0 1 0 0,-1 0-1 0 0,1-2 0 0 0,0-2 21 0 0,1-1 0 0 0,-1 0 0 0 0,0 1 1 0 0,0-1-1 0 0,0 0 0 0 0,-1 1 0 0 0,0-1 0 0 0,0 0 0 0 0,0 1 0 0 0,-1-1 0 0 0,-2-9 0 0 0,2 11-53 0 0,0 0-1 0 0,0 0 0 0 0,-1 0 0 0 0,0 0 1 0 0,1 0-1 0 0,-1 0 0 0 0,-1 1 1 0 0,1-1-1 0 0,0 1 0 0 0,-1-1 1 0 0,0 1-1 0 0,1 0 0 0 0,-2 0 1 0 0,1 0-1 0 0,-6-4 0 0 0,6 6-22 0 0,-1 0 0 0 0,0 0 0 0 0,0 1 0 0 0,0 0 0 0 0,0-1 0 0 0,1 1 0 0 0,-1 0 0 0 0,0 1 0 0 0,0-1 0 0 0,0 1-1 0 0,1 0 1 0 0,-1 0 0 0 0,0 0 0 0 0,0 0 0 0 0,1 0 0 0 0,-1 1 0 0 0,-5 3 0 0 0,-2 3-11 0 0,-1 0 1 0 0,1 0-1 0 0,0 1 0 0 0,1 1 1 0 0,0 0-1 0 0,1 0 0 0 0,0 1 1 0 0,-12 18-1 0 0,17-23 30 0 0,0 0 0 0 0,1 0 0 0 0,-1 1 0 0 0,1-1 0 0 0,1 1 0 0 0,-1-1 0 0 0,1 1 0 0 0,1 0 1 0 0,-1 0-1 0 0,1 0 0 0 0,0 0 0 0 0,0 0 0 0 0,1 1 0 0 0,0-1 0 0 0,1 0 0 0 0,-1 0 0 0 0,1 0 0 0 0,4 12 0 0 0,-3-15 7 0 0,0 1 1 0 0,0-1-1 0 0,1 0 0 0 0,0 0 1 0 0,0 0-1 0 0,0 0 1 0 0,0 0-1 0 0,0-1 0 0 0,1 1 1 0 0,0-1-1 0 0,0 0 0 0 0,0 0 1 0 0,0 0-1 0 0,0-1 1 0 0,0 1-1 0 0,1-1 0 0 0,0 0 1 0 0,-1 0-1 0 0,8 1 0 0 0,9 3 18 0 0,0-2-1 0 0,0 0 0 0 0,24 0 0 0 0,-42-4-28 0 0,21 2-447 0 0,0-2 1 0 0,1 0-1 0 0,38-7 1 0 0,-42 3-2501 0 0,1-1 0 0 0,22-8 1 0 0,-17 3-2330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4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178 109 408 0 0,'5'-16'2095'0'0,"-2"4"-464"0"0,1 0 1 0 0,0 1-1 0 0,1-1 1 0 0,12-19-1 0 0,-12 21-640 0 0,-5 10-941 0 0,0 0 0 0 0,0 0 0 0 0,0-1 0 0 0,0 1 0 0 0,0 0 0 0 0,1 0 0 0 0,-1-1 0 0 0,0 1 0 0 0,0 0 0 0 0,0 0 0 0 0,1-1 0 0 0,-1 1 0 0 0,0 0 0 0 0,0 0 0 0 0,0 0 0 0 0,1-1 0 0 0,-1 1 0 0 0,0 0 0 0 0,0 0 0 0 0,1 0 0 0 0,-1 0 0 0 0,0 0 0 0 0,1 0 0 0 0,-1-1 0 0 0,0 1 0 0 0,0 0 0 0 0,1 0 0 0 0,-1 0 0 0 0,0 0 0 0 0,1 0 0 0 0,-1 0 0 0 0,0 0 0 0 0,0 0 0 0 0,1 0 0 0 0,-1 0 0 0 0,0 1 0 0 0,1-1 0 0 0,-1 0 0 0 0,0 0 0 0 0,0 0 0 0 0,1 0 0 0 0,-1 1 0 0 0,1-1 44 0 0,0 1-1 0 0,-1 0 1 0 0,1 0-1 0 0,-1 0 1 0 0,1-1-1 0 0,-1 1 0 0 0,0 0 1 0 0,1 0-1 0 0,-1 0 1 0 0,0 0-1 0 0,0 0 1 0 0,1 0-1 0 0,-1 0 1 0 0,0 0-1 0 0,0 0 1 0 0,0 1-1 0 0,4 39 1360 0 0,-1 1 1 0 0,-2-1-1 0 0,-2 1 0 0 0,-7 43 1 0 0,2-16-411 0 0,-91 569 3831 0 0,97-637-4868 0 0,-53 250 843 0 0,-7 34-282 0 0,58-273-554 0 0,-1 6-554 0 0,0-1 0 0 0,-9 22 1 0 0,63-84-16887 0 0,-28 19 8871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5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54 262 332 0 0,'34'-62'6386'0'0,"-17"30"-1569"0"0,32-47 750 0 0,-48 79-5508 0 0,0 1 1 0 0,-1-1 0 0 0,1 0 0 0 0,0 0 0 0 0,-1 1-1 0 0,1-1 1 0 0,-1 0 0 0 0,1 0 0 0 0,0 1-1 0 0,-1-1 1 0 0,1 1 0 0 0,-1-1 0 0 0,1 1 0 0 0,-1-1-1 0 0,1 1 1 0 0,-1-1 0 0 0,0 1 0 0 0,1-1 0 0 0,-1 1-1 0 0,0-1 1 0 0,1 1 0 0 0,-1 0 0 0 0,0-1-1 0 0,0 1 1 0 0,1 0 0 0 0,-1-1 0 0 0,0 1 0 0 0,0 0-1 0 0,0-1 1 0 0,0 1 0 0 0,0 0 0 0 0,0-1 0 0 0,0 1-1 0 0,0 1 1 0 0,-3 30 1090 0 0,2-23-742 0 0,-8 58 1691 0 0,-21 85 0 0 0,26-136-1928 0 0,-86 307 2166 0 0,69-254-1203 0 0,15-55 375 0 0,3-23-640 0 0,5-26-475 0 0,10-34-495 0 0,2 1 1 0 0,4 1-1 0 0,2 0 1 0 0,4 2-1 0 0,2 0 1 0 0,48-84-1 0 0,-57 117 22 0 0,33-42 1 0 0,-43 64 30 0 0,2 0 0 0 0,-1 1 1 0 0,1 0-1 0 0,1 0 0 0 0,-1 1 0 0 0,2 0 1 0 0,16-11-1 0 0,-24 18 41 0 0,-1 0 0 0 0,0 0 0 0 0,1 0 0 0 0,-1 0 0 0 0,1 0 0 0 0,-1 1 1 0 0,1-1-1 0 0,-1 1 0 0 0,1-1 0 0 0,-1 1 0 0 0,1 0 0 0 0,-1 0 0 0 0,1 0 0 0 0,-1 0 1 0 0,1 1-1 0 0,-1-1 0 0 0,1 1 0 0 0,3 0 0 0 0,-3 1-1 0 0,1 0 1 0 0,-1 0-1 0 0,0 0 0 0 0,0 0 0 0 0,0 0 1 0 0,0 1-1 0 0,0-1 0 0 0,0 1 0 0 0,0 0 1 0 0,-1 0-1 0 0,3 3 0 0 0,1 4 4 0 0,0 0-1 0 0,0 0 1 0 0,-1 0-1 0 0,-1 1 0 0 0,0 0 1 0 0,0 0-1 0 0,2 13 1 0 0,2 22 81 0 0,-2 1 0 0 0,-1 83 0 0 0,-16 95-205 0 0,9-201 85 0 0,-3 39-5316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5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87 2484 0 0,'-89'-37'16565'0'0,"92"37"-16336"0"0,30-4-208 0 0,35 1 0 0 0,-1 0-1390 0 0,142-25-8885 0 0,-155 17 4961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74 1416 0 0,'20'-73'15198'0'0,"-17"107"-11679"0"0,-20 135 2160 0 0,-23 201-1584 0 0,-25 70-4296 0 0,56-378-7166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6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3 112 4024 0 0,'-2'-31'9044'0'0,"2"-17"-121"0"0,0 47-8873 0 0,1 0 0 0 0,0 0-1 0 0,-1 0 1 0 0,1 1 0 0 0,0-1 0 0 0,0 0-1 0 0,0 0 1 0 0,0 1 0 0 0,0-1-1 0 0,0 0 1 0 0,0 1 0 0 0,0-1-1 0 0,0 1 1 0 0,0-1 0 0 0,0 1 0 0 0,0 0-1 0 0,0-1 1 0 0,1 1 0 0 0,-1 0-1 0 0,0 0 1 0 0,0 0 0 0 0,0 0 0 0 0,0 0-1 0 0,3 0 1 0 0,-2 0-30 0 0,284-17 896 0 0,-169 14-2779 0 0,-68 3-2107 0 0,-19 7-5315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6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65 340 0 0,'-104'52'20187'0'0,"103"-51"-19692"0"0,1-1-478 0 0,0 0 0 0 0,-1 0 0 0 0,1 0 0 0 0,0 0 0 0 0,0 0 0 0 0,0 0 0 0 0,0 0 0 0 0,0 0 0 0 0,0 0 0 0 0,0 0 0 0 0,-1 0 1 0 0,1 0-1 0 0,0 0 0 0 0,0 0 0 0 0,0 0 0 0 0,0 0 0 0 0,0 0 0 0 0,0 0 0 0 0,0 0 0 0 0,-1 0 0 0 0,1 0 0 0 0,0 0 0 0 0,0 0 0 0 0,0 1 0 0 0,0-1 0 0 0,0 0 0 0 0,0 0 0 0 0,0 0 0 0 0,0 0 0 0 0,0 0 0 0 0,0 0 0 0 0,0 0 1 0 0,0 0-1 0 0,0 1 0 0 0,0-1 0 0 0,0 0 0 0 0,0 0 0 0 0,0 0 0 0 0,0 0 0 0 0,0 0 0 0 0,0 0 0 0 0,0 0 0 0 0,0 1 0 0 0,0-1 0 0 0,0 0 0 0 0,0 0 0 0 0,0 0 0 0 0,0 0 0 0 0,0 0 0 0 0,0 0 0 0 0,0 0 0 0 0,0 1 0 0 0,0-1 1 0 0,0 0-1 0 0,0 0 0 0 0,0 0 0 0 0,0 0 0 0 0,0 0 0 0 0,0 0 0 0 0,1 1 13 0 0,0 0 0 0 0,-1-1 0 0 0,1 1 1 0 0,0-1-1 0 0,-1 1 0 0 0,1-1 0 0 0,0 0 0 0 0,0 1 1 0 0,-1-1-1 0 0,1 0 0 0 0,0 1 0 0 0,0-1 0 0 0,0 0 1 0 0,0 0-1 0 0,1 0 0 0 0,36 4 160 0 0,0-2 0 0 0,0-2-1 0 0,58-7 1 0 0,116-31-1020 0 0,-67-2-3431 0 0,-52 4-4884 0 0,-67 24 2498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6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45 2552 0 0,'0'-44'12677'0'0,"1"46"-12103"0"0,2 7-51 0 0,-1 0 0 0 0,0 1 0 0 0,0-1 0 0 0,-1 0 0 0 0,0 17 0 0 0,-5 54 798 0 0,1-29-770 0 0,-31 344-267 0 0,32-382-808 0 0,-6 35-2673 0 0,3-17-1807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7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296 290 520 0 0,'22'-46'5847'0'0,"27"-49"4736"0"0,-89 162-8495 0 0,-41 92 0 0 0,71-135-1897 0 0,1 0 0 0 0,1 0 0 0 0,1 0 1 0 0,2 1-1 0 0,0 0 0 0 0,1 0 0 0 0,2 0 0 0 0,0 33 0 0 0,3-53-84 0 0,-1 0 1 0 0,1-1-1 0 0,-1 1 0 0 0,1 0 0 0 0,0 0 0 0 0,1-1 1 0 0,-1 1-1 0 0,1-1 0 0 0,0 1 0 0 0,0-1 1 0 0,1 0-1 0 0,-1 0 0 0 0,1 0 0 0 0,0 0 1 0 0,0 0-1 0 0,0 0 0 0 0,1-1 0 0 0,-1 1 0 0 0,1-1 1 0 0,0 0-1 0 0,-1 0 0 0 0,6 2 0 0 0,-1-1 31 0 0,0-1 1 0 0,1 1-1 0 0,-1-1 0 0 0,1-1 0 0 0,-1 0 0 0 0,1 0 0 0 0,0-1 0 0 0,0 0 0 0 0,0 0 0 0 0,0-1 0 0 0,11-1 0 0 0,0-1 38 0 0,1-1-1 0 0,-1-1 1 0 0,0-1-1 0 0,0-1 1 0 0,0-1-1 0 0,-1 0 1 0 0,0-2-1 0 0,0 0 1 0 0,-1-1-1 0 0,0-1 1 0 0,-1 0-1 0 0,0-2 1 0 0,-1 0-1 0 0,0 0 1 0 0,23-27-1 0 0,-26 24-150 0 0,1 0-1 0 0,-2-1 1 0 0,-1 0-1 0 0,0-1 1 0 0,-1 0-1 0 0,0 0 1 0 0,-2-1-1 0 0,0-1 0 0 0,-2 1 1 0 0,0-1-1 0 0,-1 0 1 0 0,-1-1-1 0 0,0 1 1 0 0,-2-1-1 0 0,0-36 1 0 0,-3 47-54 0 0,0-1 1 0 0,-1 1-1 0 0,0-1 1 0 0,-1 1-1 0 0,0 0 1 0 0,-1 0-1 0 0,0 0 1 0 0,0 0-1 0 0,-1 1 1 0 0,0 0-1 0 0,-1 0 1 0 0,0 0-1 0 0,0 0 1 0 0,-1 1-1 0 0,0 0 1 0 0,0 1-1 0 0,-1-1 1 0 0,0 1-1 0 0,0 1 1 0 0,-1 0-1 0 0,0 0 1 0 0,-15-8-1 0 0,9 7-166 0 0,0 1-1 0 0,0 0 1 0 0,-1 1-1 0 0,0 1 1 0 0,0 0-1 0 0,0 1 1 0 0,0 1-1 0 0,0 0 1 0 0,-1 1-1 0 0,1 1 1 0 0,-1 1-1 0 0,1 0 0 0 0,0 1 1 0 0,-19 5-1 0 0,12-1-438 0 0,0 1 0 0 0,0 2-1 0 0,1 0 1 0 0,0 1-1 0 0,1 1 1 0 0,-38 27 0 0 0,31-16-825 0 0,2 0-1 0 0,0 2 1 0 0,2 1 0 0 0,-26 33 0 0 0,3 5-5013 0 0,28-34 504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57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1088 0 0,'14'2'10669'0'0,"3"-2"-7585"0"0,-27-7-3256 0 0,-2 5-3728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1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2120 0 0,'7'3'10720'0'0,"-1"8"-6127"0"0,2 21-3820 0 0,-6-18 375 0 0,7 31 81 0 0,-2 1 0 0 0,1 70 0 0 0,-10 94-658 0 0,0-167-491 0 0,-4 82-871 0 0,-4-45-4168 0 0,10-70 2758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2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84 2052 0 0,'-1'-20'3258'0'0,"0"0"-1"0"0,1-21 1 0 0,1 39-2641 0 0,1 1-93 0 0,0 1-415 0 0,1 1 1 0 0,-1-1-1 0 0,0 0 1 0 0,1 1-1 0 0,-1-1 0 0 0,0 1 1 0 0,0 0-1 0 0,0 0 1 0 0,0 0-1 0 0,1 0 1 0 0,-1 0-1 0 0,0 0 1 0 0,-1 0-1 0 0,1 1 0 0 0,3 2 1 0 0,30 31 814 0 0,-23-23-641 0 0,36 39 250 0 0,-2 1 0 0 0,-2 3 0 0 0,-3 2 0 0 0,-3 1-1 0 0,-1 2 1 0 0,49 115 0 0 0,-69-135-479 0 0,-3 1 1 0 0,-1 1-1 0 0,-3 0 0 0 0,-1 1 1 0 0,-2 0-1 0 0,-2 0 0 0 0,-1 1 0 0 0,-3-1 1 0 0,-1 1-1 0 0,-3-1 0 0 0,-1 1 1 0 0,-12 46-1 0 0,1-34-43 0 0,-3-1 1 0 0,-2-1-1 0 0,-2-1 0 0 0,-3-1 1 0 0,-2-1-1 0 0,-57 81 1 0 0,-71 69-2322 0 0,-9-13-4776 0 0,138-160 3474 0 0,0-2-1416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3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276 304 492 0 0,'-10'16'13784'0'0,"5"-11"-11487"0"0,1-10-2027 0 0,0 0 1 0 0,0-1-1 0 0,1 1 1 0 0,-5-11-1 0 0,-15-20-63 0 0,-2 9-171 0 0,-1 2 0 0 0,-1 1 0 0 0,-45-30 0 0 0,40 30-224 0 0,31 23 132 0 0,5 2-99 0 0,61 6-245 0 0,112-3-1 0 0,70-17-1610 0 0,-234 12 1908 0 0,1-1 0 0 0,-1 0 0 0 0,24-8 1 0 0,-32 9 99 0 0,-1-1 0 0 0,0 0 0 0 0,1 0 1 0 0,-1 0-1 0 0,0 0 0 0 0,0-1 1 0 0,0 0-1 0 0,0 1 0 0 0,0-2 0 0 0,-1 1 1 0 0,0 0-1 0 0,1-1 0 0 0,3-5 0 0 0,-6 7 25 0 0,0 0 0 0 0,-1 1 0 0 0,1-1-1 0 0,-1 0 1 0 0,0 1 0 0 0,1-1 0 0 0,-1 0-1 0 0,0 0 1 0 0,0 1 0 0 0,0-1 0 0 0,0 0-1 0 0,0 0 1 0 0,-1 1 0 0 0,1-1 0 0 0,0 0-1 0 0,-1 1 1 0 0,1-1 0 0 0,-2-3 0 0 0,1 5-22 0 0,0-1 0 0 0,0 1-1 0 0,0 0 1 0 0,1-1 0 0 0,-1 1 0 0 0,0 0 0 0 0,0 0 0 0 0,0 0 0 0 0,0 0 0 0 0,0 0 0 0 0,0 0 0 0 0,0 0 0 0 0,1 0 0 0 0,-1 0 0 0 0,0 0-1 0 0,0 0 1 0 0,0 0 0 0 0,0 1 0 0 0,0-1 0 0 0,0 0 0 0 0,1 1 0 0 0,-1-1 0 0 0,0 1 0 0 0,0-1 0 0 0,1 1 0 0 0,-1-1 0 0 0,0 1-1 0 0,0-1 1 0 0,1 1 0 0 0,-1 0 0 0 0,1-1 0 0 0,-1 1 0 0 0,1 0 0 0 0,-1 0 0 0 0,0 1 0 0 0,0 0-1 0 0,-9 11-4 0 0,1 1 0 0 0,0 0 0 0 0,1 0 0 0 0,1 1 0 0 0,0 0 0 0 0,-6 20 0 0 0,-21 100-37 0 0,27-106 39 0 0,-14 92 52 0 0,-7 145-1 0 0,14-112-13 0 0,13-139 154 0 0,-1 1 0 0 0,-1 0 1 0 0,-1-1-1 0 0,-5 18 1 0 0,8-30-100 0 0,-1 1 0 0 0,1 0 0 0 0,-1-1 0 0 0,0 0 1 0 0,0 1-1 0 0,0-1 0 0 0,0 0 0 0 0,-1 0 0 0 0,1 0 1 0 0,-1 0-1 0 0,0-1 0 0 0,1 1 0 0 0,-1-1 0 0 0,0 1 1 0 0,-1-1-1 0 0,1 0 0 0 0,0 0 0 0 0,-1 0 1 0 0,1-1-1 0 0,-1 1 0 0 0,1-1 0 0 0,-8 2 0 0 0,-1-2 60 0 0,0 0-1 0 0,0-1 0 0 0,0 0 0 0 0,0-1 0 0 0,-20-4 0 0 0,-59-17 555 0 0,-102-34-100 0 0,231 48-9584 0 0,-2 3 4429 0 0,-13 1 185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3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 93 788 0 0,'8'-48'6929'0'0,"-2"11"-1922"0"0,-3 30-2451 0 0,-6 88-2125 0 0,-15 81 1 0 0,9-95-330 0 0,-42 292 423 0 0,47-321 513 0 0,3-30 350 0 0,4-26-950 0 0,3-9-390 0 0,1 0 0 0 0,1 1 0 0 0,1-1 1 0 0,1 2-1 0 0,18-32 0 0 0,-24 47-64 0 0,1 1-1 0 0,0 0 1 0 0,0 1 0 0 0,1-1-1 0 0,0 1 1 0 0,1 1 0 0 0,0-1-1 0 0,0 1 1 0 0,0 0 0 0 0,16-11-1 0 0,-20 17 9 0 0,0 0 0 0 0,0 0-1 0 0,0 1 1 0 0,0-1 0 0 0,0 1-1 0 0,0 0 1 0 0,1-1 0 0 0,5 2-1 0 0,-5-1-3 0 0,-1 0 7 0 0,0 1-1 0 0,1-1 0 0 0,-1 1 0 0 0,0 0 0 0 0,0 0 0 0 0,0 0 0 0 0,0 0 0 0 0,-1 0 0 0 0,1 1 1 0 0,0-1-1 0 0,0 1 0 0 0,-1 0 0 0 0,1 0 0 0 0,-1 0 0 0 0,0 0 0 0 0,1 0 0 0 0,-1 0 0 0 0,0 1 0 0 0,3 4 1 0 0,0 0-11 0 0,-1 0 1 0 0,0 1 0 0 0,0-1-1 0 0,-1 1 1 0 0,5 14-1 0 0,-3 4 9 0 0,0 1 0 0 0,-2-1 0 0 0,1 38 0 0 0,0 3 20 0 0,1-39 36 0 0,-4-26-44 0 0,-1-1-1 0 0,1 0 0 0 0,-1 0 0 0 0,1 0 1 0 0,-1 0-1 0 0,1 0 0 0 0,0 0 0 0 0,0 0 1 0 0,0 0-1 0 0,-1 0 0 0 0,1 0 0 0 0,0 0 1 0 0,0-1-1 0 0,0 1 0 0 0,0 0 0 0 0,0-1 1 0 0,1 1-1 0 0,-1 0 0 0 0,0-1 1 0 0,2 1-1 0 0,3 0-1 0 0,1 0 1 0 0,0-1 0 0 0,0 0-1 0 0,0 0 1 0 0,0-1 0 0 0,0 1-1 0 0,0-2 1 0 0,-1 1 0 0 0,1-1-1 0 0,0 0 1 0 0,-1 0 0 0 0,1-1-1 0 0,6-3 1 0 0,9-5-2 0 0,-1-1 0 0 0,30-21 0 0 0,-30 17-14 0 0,0-1 0 0 0,-1-1 0 0 0,31-35 0 0 0,-41 41 82 0 0,0-1 1 0 0,-1 0-1 0 0,0-1 0 0 0,-1 0 0 0 0,-1 0 1 0 0,0 0-1 0 0,8-26 0 0 0,-13 28 74 0 0,-2 11-143 0 0,0 1 1 0 0,0-1-1 0 0,0 1 0 0 0,0-1 0 0 0,0 1 1 0 0,0-1-1 0 0,0 1 0 0 0,0-1 0 0 0,0 1 0 0 0,0-1 1 0 0,0 1-1 0 0,0-1 0 0 0,0 1 0 0 0,-1-1 1 0 0,1 1-1 0 0,0-1 0 0 0,0 1 0 0 0,0 0 0 0 0,-1-1 1 0 0,1 1-1 0 0,0-1 0 0 0,-1 1 0 0 0,1 0 1 0 0,0-1-1 0 0,-1 1 0 0 0,1-1 0 0 0,0 1 1 0 0,-1 0-1 0 0,1 0 0 0 0,-1-1 0 0 0,1 1 0 0 0,-1 0 1 0 0,1 0-1 0 0,-1-1 0 0 0,1 1 0 0 0,-1 0 1 0 0,1 0-1 0 0,-1 0 0 0 0,1 0 0 0 0,-1 0 0 0 0,1 0 1 0 0,-1 0-1 0 0,1 0 0 0 0,-1 0 0 0 0,1 0 1 0 0,-1 0-1 0 0,1 0 0 0 0,-1 0 0 0 0,-18 9 2 0 0,18-8-2 0 0,-6 4-4 0 0,0 1-1 0 0,0 0 0 0 0,1 1 1 0 0,-1-1-1 0 0,1 1 0 0 0,1 0 1 0 0,-1 1-1 0 0,1 0 0 0 0,0-1 1 0 0,1 2-1 0 0,-5 11 0 0 0,4-9 12 0 0,1 1-1 0 0,1 0 1 0 0,-1 0-1 0 0,2 0 1 0 0,0 0 0 0 0,0 0-1 0 0,1 1 1 0 0,1 12-1 0 0,0-21 9 0 0,0-1 0 0 0,1 1 0 0 0,0 0-1 0 0,-1-1 1 0 0,1 1 0 0 0,1-1 0 0 0,-1 1 0 0 0,0-1 0 0 0,1 0-1 0 0,0 0 1 0 0,0 1 0 0 0,0-1 0 0 0,0 0 0 0 0,0-1-1 0 0,4 5 1 0 0,-1-3-6 0 0,0 0-1 0 0,0 0 0 0 0,1 0 1 0 0,-1-1-1 0 0,1 0 1 0 0,-1 0-1 0 0,1 0 0 0 0,8 1 1 0 0,5 2-4 0 0,1-2 1 0 0,0 0 0 0 0,1-2-1 0 0,29 1 1 0 0,-13-2-178 0 0,-1-2 0 0 0,0-2 0 0 0,-1-1 1 0 0,58-14-1 0 0,-67 10-1840 0 0,0-1 0 0 0,0-1 1 0 0,43-23-1 0 0,-57 25-1829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4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58 1984 0 0,'-3'-15'5401'0'0,"3"14"-5191"0"0,-4-25 3749 0 0,5 26-3916 0 0,-1-1 1 0 0,0 0 0 0 0,0 1-1 0 0,0-1 1 0 0,0 0-1 0 0,0 0 1 0 0,1 1 0 0 0,-1-1-1 0 0,0 0 1 0 0,1 1 0 0 0,-1-1-1 0 0,0 1 1 0 0,1-1-1 0 0,-1 0 1 0 0,1 1 0 0 0,-1-1-1 0 0,1 1 1 0 0,-1-1 0 0 0,1 1-1 0 0,-1 0 1 0 0,1-1-1 0 0,0 1 1 0 0,-1-1 0 0 0,1 1-1 0 0,0 0 1 0 0,-1-1-1 0 0,1 1 1 0 0,0 0 0 0 0,-1 0-1 0 0,1 0 1 0 0,0 0 0 0 0,-1 0-1 0 0,1-1 1 0 0,0 1-1 0 0,0 0 1 0 0,-1 0 0 0 0,1 1-1 0 0,0-1 1 0 0,1 0 0 0 0,5 2-7 0 0,0 0 1 0 0,0 0 0 0 0,0 0 0 0 0,-1 1 0 0 0,1 0 0 0 0,-1 0 0 0 0,1 1 0 0 0,-1 0 0 0 0,0 0 0 0 0,0 0-1 0 0,-1 1 1 0 0,1 0 0 0 0,-1 0 0 0 0,0 1 0 0 0,8 11 0 0 0,0 1-23 0 0,0 1-1 0 0,-1 0 1 0 0,18 42 0 0 0,-22-43 47 0 0,-2 0 0 0 0,0 1-1 0 0,-1 0 1 0 0,3 24 0 0 0,-5 7 3293 0 0,-3-47-2824 0 0,-4 4 1256 0 0,3-11-1741 0 0,0 1 0 0 0,0 0 0 0 0,0 0 0 0 0,1 0-1 0 0,-1-1 1 0 0,1 1 0 0 0,0 0 0 0 0,0 0-1 0 0,0-1 1 0 0,0 1 0 0 0,1 0 0 0 0,-1 0-1 0 0,1-1 1 0 0,2-4 0 0 0,16-47 34 0 0,-18 53-74 0 0,5-13-21 0 0,1 0 0 0 0,1 1 0 0 0,0 0 0 0 0,1 0 0 0 0,0 1 0 0 0,1 0 0 0 0,20-19 0 0 0,-24 26-300 0 0,1 0 1 0 0,0 1-1 0 0,0-1 1 0 0,0 1 0 0 0,1 1-1 0 0,0-1 1 0 0,0 1-1 0 0,0 1 1 0 0,0 0-1 0 0,1 0 1 0 0,-1 0-1 0 0,1 1 1 0 0,0 0-1 0 0,0 1 1 0 0,13-1-1 0 0,-8 3-940 0 0,0 1-1 0 0,-1 0 0 0 0,1 1 1 0 0,24 7-1 0 0,-14-3-1881 0 0,-2-1-611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4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199 141 2096 0 0,'0'-1'21'0'0,"2"0"502"0"0,1 0 0 0 0,-1 0 0 0 0,0 0 0 0 0,0-1 0 0 0,0 1 0 0 0,0-1 0 0 0,0 1 0 0 0,0-1 0 0 0,0 0 0 0 0,0 0 0 0 0,-1 0-1 0 0,1 0 1 0 0,-1 0 0 0 0,1 0 0 0 0,-1 0 0 0 0,2-5 0 0 0,-2 3-241 0 0,0 0-1 0 0,0 0 1 0 0,0 0-1 0 0,0 0 1 0 0,-1 0-1 0 0,0 0 1 0 0,0 0 0 0 0,0 0-1 0 0,0 0 1 0 0,-1-1-1 0 0,1 1 1 0 0,-1 0 0 0 0,0 0-1 0 0,0 0 1 0 0,-1 0-1 0 0,1 1 1 0 0,-1-1-1 0 0,0 0 1 0 0,0 1 0 0 0,0-1-1 0 0,0 1 1 0 0,-1-1-1 0 0,-5-5 1 0 0,6 8-268 0 0,1 0 0 0 0,-1 0 0 0 0,0 0 0 0 0,0 1 0 0 0,0-1 0 0 0,0 0 0 0 0,0 1 0 0 0,0-1 0 0 0,0 1 0 0 0,0 0 0 0 0,-1 0 1 0 0,1 0-1 0 0,0 0 0 0 0,0 0 0 0 0,0 0 0 0 0,0 0 0 0 0,0 1 0 0 0,0-1 0 0 0,0 1 0 0 0,0-1 0 0 0,0 1 0 0 0,0 0 0 0 0,0 0 0 0 0,0 0 0 0 0,0 0 0 0 0,1 0 0 0 0,-4 3 0 0 0,-4 2-3 0 0,1 0-1 0 0,-1 1 0 0 0,-12 13 1 0 0,7-4 3 0 0,0 0 1 0 0,1 1-1 0 0,-21 35 1 0 0,30-45-11 0 0,0 1 0 0 0,0 1 0 0 0,1-1 0 0 0,0 0 0 0 0,0 1 0 0 0,1 0 0 0 0,0-1 1 0 0,0 1-1 0 0,1 0 0 0 0,1 0 0 0 0,-1 0 0 0 0,2 9 0 0 0,-1-14-16 0 0,1-1 1 0 0,0 1-1 0 0,0-1 1 0 0,0 1-1 0 0,0-1 1 0 0,0 0-1 0 0,1 1 1 0 0,-1-1-1 0 0,1 0 1 0 0,0 0-1 0 0,0 0 1 0 0,0 0-1 0 0,1-1 1 0 0,-1 1-1 0 0,1 0 1 0 0,-1-1-1 0 0,1 0 1 0 0,0 1-1 0 0,0-1 1 0 0,0 0-1 0 0,0-1 0 0 0,0 1 1 0 0,0 0-1 0 0,1-1 1 0 0,-1 0-1 0 0,0 0 1 0 0,1 0-1 0 0,5 1 1 0 0,-3-1-15 0 0,1 0 1 0 0,0-1 0 0 0,-1 1-1 0 0,1-1 1 0 0,0-1-1 0 0,-1 1 1 0 0,1-1 0 0 0,0-1-1 0 0,-1 1 1 0 0,1-1-1 0 0,-1 0 1 0 0,0 0-1 0 0,0-1 1 0 0,10-5 0 0 0,-8 2-16 0 0,0 0 1 0 0,0 0-1 0 0,-1-1 1 0 0,0 0 0 0 0,0 0-1 0 0,-1 0 1 0 0,12-17-1 0 0,-3-3 31 0 0,16-35-1 0 0,-12 23 296 0 0,2-6-31 0 0,-21 44-280 0 0,2 12-59 0 0,-4 2 58 0 0,1 0 0 0 0,0 0 0 0 0,1 0 0 0 0,1 0 0 0 0,0 0 0 0 0,0 0 0 0 0,5 16 0 0 0,-4-23-205 0 0,0-1 0 0 0,0 1 0 0 0,0-1 0 0 0,1 0 0 0 0,-1 0 0 0 0,2 0 0 0 0,-1 0 0 0 0,0 0 0 0 0,1-1 0 0 0,0 0 0 0 0,0 1 0 0 0,0-1 0 0 0,0-1 0 0 0,1 1 0 0 0,-1-1 0 0 0,1 1 0 0 0,0-1 0 0 0,0-1 0 0 0,8 4 0 0 0,-8-4-516 0 0,1 0 1 0 0,-1 0 0 0 0,1-1-1 0 0,-1 0 1 0 0,1 0 0 0 0,-1 0 0 0 0,1 0-1 0 0,0-1 1 0 0,10-1 0 0 0,-2-4-2199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6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0 860 4144 0 0,'15'-44'3279'0'0,"-1"-1"0"0"0,11-78 0 0 0,-25 122-3250 0 0,0 0 0 0 0,0 0-1 0 0,1-1 1 0 0,-1 1 0 0 0,0 0 0 0 0,1 0-1 0 0,-1-1 1 0 0,1 1 0 0 0,-1 0-1 0 0,1 0 1 0 0,0 0 0 0 0,-1 0 0 0 0,1 0-1 0 0,1-2 1 0 0,-2 3-24 0 0,1 0 1 0 0,-1 0-1 0 0,0 0 1 0 0,1 0-1 0 0,-1 0 1 0 0,0-1-1 0 0,1 1 0 0 0,-1 0 1 0 0,0 0-1 0 0,1 0 1 0 0,-1 0-1 0 0,1 0 1 0 0,-1 0-1 0 0,0 0 0 0 0,1 0 1 0 0,-1 0-1 0 0,0 0 1 0 0,1 0-1 0 0,-1 1 1 0 0,0-1-1 0 0,1 0 0 0 0,-1 0 1 0 0,0 0-1 0 0,1 0 1 0 0,-1 1-1 0 0,0-1 1 0 0,1 0-1 0 0,-1 0 0 0 0,1 1 1 0 0,1 1-2 0 0,0 1 1 0 0,0-1-1 0 0,0 1 1 0 0,0-1-1 0 0,0 1 0 0 0,-1 0 1 0 0,1 0-1 0 0,1 5 1 0 0,2 11 20 0 0,-1-1 1 0 0,-1 1-1 0 0,-1-1 1 0 0,0 1-1 0 0,-2 0 1 0 0,0 0-1 0 0,-4 25 1 0 0,1 23 1092 0 0,3-67-1084 0 0,0 1 1 0 0,0-1 0 0 0,0 0-1 0 0,1 0 1 0 0,-1 1 0 0 0,0-1 0 0 0,0 0-1 0 0,0 0 1 0 0,0 1 0 0 0,0-1-1 0 0,0 0 1 0 0,0 1 0 0 0,0-1-1 0 0,-1 0 1 0 0,1 0 0 0 0,0 1-1 0 0,0-1 1 0 0,0 0 0 0 0,0 0-1 0 0,0 0 1 0 0,0 1 0 0 0,0-1-1 0 0,-1 0 1 0 0,1 0 0 0 0,0 1-1 0 0,0-1 1 0 0,0 0 0 0 0,0 0-1 0 0,-1 0 1 0 0,1 0 0 0 0,0 1-1 0 0,0-1 1 0 0,0 0 0 0 0,-1 0-1 0 0,1 0 1 0 0,0 0 0 0 0,0 0 0 0 0,-1 0-1 0 0,1 0 1 0 0,0 0 0 0 0,0 1-1 0 0,-1-1 1 0 0,0-1-23 0 0,1 1 0 0 0,0 0 0 0 0,-1 0 0 0 0,1-1 0 0 0,0 1 0 0 0,-1 0 1 0 0,1-1-1 0 0,0 1 0 0 0,0 0 0 0 0,-1-1 0 0 0,1 1 0 0 0,0 0 0 0 0,0-1 0 0 0,0 1 0 0 0,-1-1 0 0 0,1 1 0 0 0,0-1 0 0 0,0 1 1 0 0,0 0-1 0 0,0-1 0 0 0,0 1 0 0 0,0-1 0 0 0,0 1 0 0 0,0-1 0 0 0,0 1 0 0 0,0 0 0 0 0,0-1 0 0 0,2-14-36 0 0,1-1 0 0 0,1 2 0 0 0,0-1 0 0 0,1 0 0 0 0,0 1 1 0 0,1 0-1 0 0,1 0 0 0 0,0 1 0 0 0,12-17 0 0 0,-12 19-2 0 0,0 2 1 0 0,0-1-1 0 0,1 1 1 0 0,1 0 0 0 0,0 1-1 0 0,0 0 1 0 0,0 1-1 0 0,1-1 1 0 0,0 2-1 0 0,1-1 1 0 0,-1 2 0 0 0,18-8-1 0 0,-25 12 16 0 0,1 0 0 0 0,-1 0 0 0 0,0 0 0 0 0,0 1 0 0 0,0-1 0 0 0,1 1 0 0 0,-1 0-1 0 0,0 0 1 0 0,1 0 0 0 0,-1 0 0 0 0,0 1 0 0 0,0-1 0 0 0,1 1 0 0 0,-1 0 0 0 0,0 0 0 0 0,0 0 0 0 0,0 0-1 0 0,0 1 1 0 0,0-1 0 0 0,0 1 0 0 0,0 0 0 0 0,-1-1 0 0 0,1 1 0 0 0,3 4 0 0 0,-2-2 2 0 0,0 1 0 0 0,-1 0 0 0 0,1-1 0 0 0,-1 1 0 0 0,0 0 0 0 0,-1 1 0 0 0,1-1 0 0 0,-1 0 0 0 0,0 1 0 0 0,0-1 0 0 0,-1 1 0 0 0,0 0 0 0 0,1 7 0 0 0,0 22 37 0 0,-2 47 1 0 0,-1-31 7 0 0,0-49-35 0 0,1-1 1 0 0,1 1-1 0 0,-1 0 1 0 0,0 0-1 0 0,0 0 1 0 0,1 0-1 0 0,-1 0 1 0 0,1 0 0 0 0,-1 0-1 0 0,1-1 1 0 0,0 1-1 0 0,0 0 1 0 0,0 0-1 0 0,0-1 1 0 0,0 1-1 0 0,0-1 1 0 0,0 1 0 0 0,1-1-1 0 0,-1 1 1 0 0,0-1-1 0 0,1 0 1 0 0,0 0-1 0 0,-1 0 1 0 0,1 0-1 0 0,-1 0 1 0 0,1 0 0 0 0,0 0-1 0 0,0 0 1 0 0,-1 0-1 0 0,1-1 1 0 0,0 1-1 0 0,0-1 1 0 0,0 0-1 0 0,0 1 1 0 0,0-1 0 0 0,0 0-1 0 0,4 0 1 0 0,1 0-51 0 0,0-1 0 0 0,0 0 0 0 0,1 0 0 0 0,-1 0 0 0 0,0-1 0 0 0,0 0 0 0 0,0 0 0 0 0,11-6 0 0 0,-1-2-107 0 0,0-1-1 0 0,-1 0 1 0 0,-1-1 0 0 0,1-1 0 0 0,-2 0-1 0 0,0-1 1 0 0,-1-1 0 0 0,22-30 0 0 0,-2-6-75 0 0,41-85 1 0 0,-44 73 383 0 0,-3 0-1 0 0,-2-1 1 0 0,-3-2-1 0 0,16-82 1 0 0,-30 104 941 0 0,6-90-1 0 0,-14 134-1090 0 0,0 0 0 0 0,1-1 0 0 0,-1 1 0 0 0,0 0 0 0 0,0-1 0 0 0,0 1-1 0 0,0-1 1 0 0,0 1 0 0 0,0 0 0 0 0,0-1 0 0 0,0 1 0 0 0,0 0 0 0 0,0-1-1 0 0,-1 1 1 0 0,1-1 0 0 0,0 1 0 0 0,0 0 0 0 0,0-1 0 0 0,0 1 0 0 0,0 0 0 0 0,-1-1-1 0 0,1 1 1 0 0,0 0 0 0 0,0-1 0 0 0,-1 1 0 0 0,1 0 0 0 0,0 0 0 0 0,0-1 0 0 0,-1 1-1 0 0,1 0 1 0 0,-1-1 0 0 0,-8 8 41 0 0,-7 16-26 0 0,0 13-15 0 0,2 0 0 0 0,1 1 0 0 0,-14 63 1 0 0,-7 120 776 0 0,18 237 686 0 0,16-351 259 0 0,0-103-1238 0 0,-2 4 468 0 0,-1-17-828 0 0,0 1 0 0 0,1-1-1 0 0,0 0 1 0 0,0 0-1 0 0,2 0 1 0 0,-1-18-1 0 0,9-63-65 0 0,-6 69-34 0 0,3-18-28 0 0,1 0 1 0 0,13-40-1 0 0,-15 64-23 0 0,1 0-1 0 0,1 1 1 0 0,1 0 0 0 0,0 0 0 0 0,1 1-1 0 0,0 0 1 0 0,20-25 0 0 0,-24 35 9 0 0,0 0 0 0 0,0 1 0 0 0,0-1-1 0 0,0 1 1 0 0,0 0 0 0 0,1 0 0 0 0,0 0 0 0 0,-1 0 0 0 0,1 1 0 0 0,0 0 0 0 0,0 0-1 0 0,0 0 1 0 0,0 1 0 0 0,1 0 0 0 0,-1 0 0 0 0,0 0 0 0 0,1 0 0 0 0,-1 1 0 0 0,0 0-1 0 0,1 0 1 0 0,-1 1 0 0 0,1-1 0 0 0,-1 1 0 0 0,0 0 0 0 0,0 1 0 0 0,0-1 0 0 0,1 1-1 0 0,-1 0 1 0 0,-1 0 0 0 0,1 1 0 0 0,0-1 0 0 0,0 1 0 0 0,-1 0 0 0 0,0 1 0 0 0,0-1-1 0 0,0 1 1 0 0,0-1 0 0 0,0 1 0 0 0,-1 0 0 0 0,1 1 0 0 0,-1-1 0 0 0,0 0 0 0 0,4 10-1 0 0,-5-11 12 0 0,-1 1-1 0 0,0-1 0 0 0,0 1 0 0 0,0-1 0 0 0,0 1 1 0 0,0 0-1 0 0,-1-1 0 0 0,0 1 0 0 0,1 0 0 0 0,-1 0 1 0 0,-1-1-1 0 0,1 1 0 0 0,0 0 0 0 0,-1-1 0 0 0,0 1 1 0 0,-2 6-1 0 0,1-5 2 0 0,-1-1-1 0 0,0 1 1 0 0,0-1 0 0 0,0 1-1 0 0,0-1 1 0 0,0 0 0 0 0,-1 0-1 0 0,0 0 1 0 0,0-1 0 0 0,-6 5-1 0 0,-7 3 79 0 0,0-1-1 0 0,-1-1 0 0 0,0-1 0 0 0,-36 12 1 0 0,52-20-48 0 0,2 0-32 0 0,-1 0 0 0 0,0 0 1 0 0,1 0-1 0 0,-1 0 1 0 0,1 0-1 0 0,-1 0 1 0 0,1 0-1 0 0,-1 0 1 0 0,0 0-1 0 0,1 0 1 0 0,-1 0-1 0 0,1 0 1 0 0,-1 0-1 0 0,1 0 0 0 0,-1 1 1 0 0,1-1-1 0 0,-1 0 1 0 0,1 0-1 0 0,-1 1 1 0 0,1-1-1 0 0,-1 0 1 0 0,1 1-1 0 0,-1-1 1 0 0,1 0-1 0 0,-1 1 1 0 0,1-1-1 0 0,0 1 1 0 0,-1-1-1 0 0,1 1 0 0 0,0-1 1 0 0,-1 1-1 0 0,1-1 1 0 0,0 1-1 0 0,0-1 1 0 0,0 1-1 0 0,-1-1 1 0 0,1 1-1 0 0,0-1 1 0 0,0 2-1 0 0,0-1-9 0 0,0 1 0 0 0,0 0 0 0 0,0-1 0 0 0,0 1 0 0 0,0 0 0 0 0,1-1 0 0 0,-1 1 0 0 0,1-1 0 0 0,-1 1 0 0 0,1-1 0 0 0,1 4-1 0 0,14 20-9 0 0,2-1-1 0 0,1 0 0 0 0,0-1 0 0 0,2-1 0 0 0,1-1 0 0 0,34 27 0 0 0,-52-45-37 0 0,0 0 0 0 0,0 0-1 0 0,1 0 1 0 0,-1 0 0 0 0,1 0-1 0 0,-1-1 1 0 0,1 0 0 0 0,0 0-1 0 0,0-1 1 0 0,0 1 0 0 0,0-1 0 0 0,0 0-1 0 0,1 0 1 0 0,-1 0 0 0 0,0-1-1 0 0,0 0 1 0 0,0 0 0 0 0,1-1 0 0 0,-1 1-1 0 0,0-1 1 0 0,0 0 0 0 0,0 0-1 0 0,0-1 1 0 0,0 1 0 0 0,0-1 0 0 0,0 0-1 0 0,-1-1 1 0 0,7-3 0 0 0,4-3-2096 0 0,0-1 0 0 0,24-22 0 0 0,3-7-5313 0 0,-25 23 2250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17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206 505 432 0 0,'3'-6'985'0'0,"-1"-1"0"0"0,1 1 0 0 0,-2-1-1 0 0,1 1 1 0 0,-1-1 0 0 0,0 0 0 0 0,0 1 0 0 0,-1-10-1 0 0,-5-53 4027 0 0,3 54-4295 0 0,2 15-705 0 0,0 0-1 0 0,0-1 1 0 0,0 1-1 0 0,0 0 1 0 0,0 0-1 0 0,0-1 1 0 0,0 1-1 0 0,0 0 1 0 0,0-1-1 0 0,0 1 1 0 0,0 0-1 0 0,0 0 1 0 0,0-1-1 0 0,-1 1 1 0 0,1 0-1 0 0,0 0 1 0 0,0 0-1 0 0,0-1 1 0 0,0 1-1 0 0,-1 0 1 0 0,1 0-1 0 0,0 0 1 0 0,0-1-1 0 0,-1 1 1 0 0,1 0-1 0 0,0 0 1 0 0,0 0-1 0 0,-1 0 1 0 0,1 0-1 0 0,0 0 1 0 0,0-1-1 0 0,-1 1 1 0 0,1 0-1 0 0,0 0 1 0 0,-1 0-1 0 0,-11 4 171 0 0,-7 11-66 0 0,-2 6-81 0 0,2 2-1 0 0,1 0 1 0 0,0 1-1 0 0,2 1 1 0 0,1 1-1 0 0,1 0 1 0 0,1 1-1 0 0,1 0 1 0 0,-12 41-1 0 0,23-64-25 0 0,0 0 1 0 0,0 0-1 0 0,0 0 0 0 0,1 0 0 0 0,-1 0 0 0 0,1-1 0 0 0,0 1 0 0 0,0 0 0 0 0,0 0 0 0 0,0 0 0 0 0,1 0 0 0 0,0 0 0 0 0,0 0 0 0 0,0 0 0 0 0,0 0 0 0 0,1-1 0 0 0,-1 1 0 0 0,1 0 0 0 0,0-1 0 0 0,0 0 0 0 0,0 1 0 0 0,0-1 0 0 0,1 0 0 0 0,0 0 0 0 0,-1 0 0 0 0,1 0 0 0 0,0-1 0 0 0,0 1 0 0 0,0-1 0 0 0,1 0 0 0 0,-1 1 0 0 0,1-2 0 0 0,-1 1 0 0 0,1 0 0 0 0,-1-1 0 0 0,1 1 0 0 0,0-1 0 0 0,0 0 0 0 0,0-1 0 0 0,5 2 0 0 0,3-1 4 0 0,0 1-1 0 0,1-2 1 0 0,-1 0 0 0 0,0 0-1 0 0,1-1 1 0 0,-1-1-1 0 0,0 0 1 0 0,0 0 0 0 0,0-1-1 0 0,0-1 1 0 0,0 0 0 0 0,-1-1-1 0 0,1 0 1 0 0,-1-1-1 0 0,-1 0 1 0 0,1 0 0 0 0,-1-1-1 0 0,15-14 1 0 0,-15 12-12 0 0,0 0 0 0 0,-1 0 1 0 0,0-1-1 0 0,-1-1 0 0 0,0 1 0 0 0,-1-1 0 0 0,0-1 1 0 0,-1 1-1 0 0,0-1 0 0 0,-1 0 0 0 0,0-1 1 0 0,-1 1-1 0 0,0-1 0 0 0,-1 0 0 0 0,-1 0 0 0 0,0 0 1 0 0,0-18-1 0 0,-2 14-12 0 0,0 1 0 0 0,-2 0 1 0 0,0 0-1 0 0,-1 0 0 0 0,-1 0 0 0 0,-8-23 1 0 0,10 34 0 0 0,0-1 1 0 0,-1 1 0 0 0,0 0 0 0 0,0 0 0 0 0,0 0 0 0 0,-1 0 0 0 0,0 1 0 0 0,0 0 0 0 0,-6-6 0 0 0,7 7-1 0 0,0 1 1 0 0,-1 0-1 0 0,1 0 1 0 0,-1 0 0 0 0,0 0-1 0 0,1 1 1 0 0,-1 0 0 0 0,0-1-1 0 0,0 1 1 0 0,0 0-1 0 0,0 1 1 0 0,0-1 0 0 0,0 1-1 0 0,0 0 1 0 0,-5 0-1 0 0,2 1 0 0 0,1 0 0 0 0,-1 1 0 0 0,0 0 0 0 0,0 0 0 0 0,1 0 0 0 0,-1 1 0 0 0,1 0 0 0 0,0 0-1 0 0,0 1 1 0 0,0 0 0 0 0,0 0 0 0 0,0 0 0 0 0,1 0 0 0 0,0 1 0 0 0,0 0 0 0 0,0 0-1 0 0,1 1 1 0 0,0-1 0 0 0,0 1 0 0 0,-5 8 0 0 0,6-8 12 0 0,0-1 1 0 0,0 1-1 0 0,0 0 1 0 0,1 0-1 0 0,0 0 1 0 0,0 0-1 0 0,0 0 1 0 0,1 0-1 0 0,0 1 1 0 0,0-1-1 0 0,0 1 0 0 0,1-1 1 0 0,0 0-1 0 0,1 1 1 0 0,-1-1-1 0 0,1 1 1 0 0,0-1-1 0 0,1 0 1 0 0,0 0-1 0 0,0 1 1 0 0,0-1-1 0 0,4 7 0 0 0,-2-7 12 0 0,0 0-1 0 0,1 0 1 0 0,0 0-1 0 0,0 0 1 0 0,0-1-1 0 0,1 1 1 0 0,0-2-1 0 0,0 1 1 0 0,0 0-1 0 0,0-1 1 0 0,9 4-1 0 0,-4-4 3 0 0,-1 1 0 0 0,1-1 0 0 0,1-1-1 0 0,-1 0 1 0 0,0-1 0 0 0,22 2 0 0 0,-12-3-4 0 0,1-1 1 0 0,0-1 0 0 0,-1-2-1 0 0,1 0 1 0 0,-1-1-1 0 0,0 0 1 0 0,31-13-1 0 0,-31 8-3 0 0,0 0-1 0 0,-1-2 0 0 0,0 0 1 0 0,-1-2-1 0 0,0 0 0 0 0,-1-1 0 0 0,-1 0 1 0 0,0-2-1 0 0,-1 0 0 0 0,-1-1 1 0 0,15-21-1 0 0,-7 5 33 0 0,-1-1 1 0 0,-1-2 0 0 0,-3 0 0 0 0,-1-1-1 0 0,18-54 1 0 0,8-29 1004 0 0,-138 540-521 0 0,26 8 1013 0 0,56-338-1270 0 0,-16 105 246 0 0,-5 279 1 0 0,37-411-115 0 0,3 0-1 0 0,24 109 1 0 0,-29-168-297 0 0,4 14 1349 0 0,-5-18-1416 0 0,0 0-1 0 0,0 1 1 0 0,0-1 0 0 0,0 0 0 0 0,0 0 0 0 0,0 1-1 0 0,0-1 1 0 0,0 0 0 0 0,0 0 0 0 0,0 0 0 0 0,0 1-1 0 0,1-1 1 0 0,-1 0 0 0 0,0 0 0 0 0,0 0 0 0 0,0 1 0 0 0,0-1-1 0 0,1 0 1 0 0,-1 0 0 0 0,0 0 0 0 0,0 0 0 0 0,0 0-1 0 0,1 1 1 0 0,-1-1 0 0 0,0 0 0 0 0,0 0 0 0 0,0 0 0 0 0,1 0-1 0 0,-1 0 1 0 0,0 0 0 0 0,0 0 0 0 0,1 0 0 0 0,-1 0-1 0 0,0 0 1 0 0,0 0 0 0 0,1 0 0 0 0,-1 0 0 0 0,0 0-1 0 0,0 0 1 0 0,1 0 0 0 0,-1 0 0 0 0,0 0 0 0 0,0 0 0 0 0,0 0-1 0 0,1 0 1 0 0,-1-1 0 0 0,0 1 0 0 0,0 0 0 0 0,0 0-1 0 0,1 0 1 0 0,-1 0 0 0 0,0 0 0 0 0,0-1 0 0 0,1 0-9 0 0,0 0 0 0 0,-1 0 0 0 0,1 0 0 0 0,-1 0 0 0 0,0 0 0 0 0,1 0 0 0 0,-1 0 0 0 0,0 0 0 0 0,0 0 0 0 0,1 0 0 0 0,-1 0 0 0 0,0-1 0 0 0,0 1 0 0 0,0 0 0 0 0,0 0 0 0 0,-1 0 0 0 0,1-2 0 0 0,-6-21 121 0 0,5 20-97 0 0,-10-28 2 0 0,-1 0 0 0 0,-1 1 0 0 0,-2 0-1 0 0,-27-43 1 0 0,-86-105 327 0 0,24 38-239 0 0,98 133-190 0 0,1 0-1 0 0,0 0 1 0 0,1-1 0 0 0,0 0-1 0 0,0 0 1 0 0,1 0 0 0 0,0 0-1 0 0,0-1 1 0 0,-1-17-1 0 0,3 19-12 0 0,1 0 0 0 0,0 1 0 0 0,1-1 0 0 0,0 0-1 0 0,0 0 1 0 0,1 1 0 0 0,0-1 0 0 0,0 1 0 0 0,1-1-1 0 0,0 1 1 0 0,0 0 0 0 0,8-12 0 0 0,7-6-538 0 0,0 1 1 0 0,1 1 0 0 0,1 0-1 0 0,1 2 1 0 0,1 1 0 0 0,1 0-1 0 0,33-21 1 0 0,190-104-6235 0 0,-224 134 6022 0 0,49-27-3599 0 0,3-1-2181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8:35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32 1200 0 0,'-10'-6'3803'0'0,"6"3"-2572"0"0,-1 1 1 0 0,0 0-1 0 0,0 0 0 0 0,0 0 0 0 0,-13-2 1513 0 0,7 8-1323 0 0,13-3-1352 0 0,1 1 1 0 0,-1 0-1 0 0,0-1 0 0 0,0 1 0 0 0,1-1 1 0 0,-1 0-1 0 0,1 0 0 0 0,-1 0 0 0 0,1 0 0 0 0,-1 0 1 0 0,1-1-1 0 0,0 1 0 0 0,0-1 0 0 0,3 1 1 0 0,49 0 313 0 0,-38-1-254 0 0,327-15 521 0 0,-127 3-518 0 0,1016 7 160 0 0,-598 11-2370 0 0,-627-3-591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8:37.2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12 744 0 0,'0'0'3668'0'0,"10"-3"-195"0"0,0 0-2397 0 0,6 1-2932 0 0,-4-1-2845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8:39.8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0 476 0 0,'0'0'3396'0'0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4.9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19 468 0 0,'-19'-18'11559'0'0,"22"52"-11302"0"0,-2 1-1 0 0,-2-1 0 0 0,-1 0 1 0 0,-2 0-1 0 0,-1 0 1 0 0,-1 0-1 0 0,-2 0 0 0 0,-2-1 1 0 0,-15 37-1 0 0,15-44-538 0 0,-27 70-56 0 0,18-31-7636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5.5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0 169 268 0 0,'2'-13'1694'0'0,"1"1"0"0"0,1 0 0 0 0,-1 0 0 0 0,12-23 0 0 0,-12 30-1506 0 0,0 0 0 0 0,0 0 0 0 0,1 1 0 0 0,0-1 1 0 0,0 1-1 0 0,0 0 0 0 0,0 0 0 0 0,0 0 0 0 0,1 1 0 0 0,0-1 0 0 0,0 1 0 0 0,0 0 1 0 0,7-3-1 0 0,1 1-75 0 0,-1 1-1 0 0,2 0 1 0 0,-1 0 0 0 0,0 1 0 0 0,1 1 0 0 0,-1 0-1 0 0,1 1 1 0 0,0 1 0 0 0,-1 0 0 0 0,25 3 0 0 0,-31-2-94 0 0,-1 0 1 0 0,1 0 0 0 0,0 1 0 0 0,0 0 0 0 0,-1 0-1 0 0,1 0 1 0 0,-1 1 0 0 0,0 0 0 0 0,0 0 0 0 0,0 1 0 0 0,0 0-1 0 0,-1 0 1 0 0,1 0 0 0 0,-1 1 0 0 0,0 0 0 0 0,0 0 0 0 0,-1 0-1 0 0,1 0 1 0 0,-1 1 0 0 0,0-1 0 0 0,-1 1 0 0 0,6 12 0 0 0,-7-13-12 0 0,-1 0 0 0 0,0 1 1 0 0,0-1-1 0 0,-1 0 0 0 0,1 0 1 0 0,-1 0-1 0 0,0 0 0 0 0,-1 1 1 0 0,1-1-1 0 0,-1 0 0 0 0,0 0 1 0 0,0 0-1 0 0,-1 0 0 0 0,0 0 1 0 0,1 0-1 0 0,-2-1 0 0 0,1 1 1 0 0,0-1-1 0 0,-1 1 0 0 0,-5 6 1 0 0,-7 8 21 0 0,0-2 1 0 0,-1 0 0 0 0,-22 19-1 0 0,28-27-15 0 0,-44 38 680 0 0,52-46-285 0 0,46-1-375 0 0,52 7 1 0 0,-80-4-29 0 0,1 0 0 0 0,-1 1 1 0 0,0 0-1 0 0,0 1 0 0 0,0 1 1 0 0,20 11-1 0 0,-29-13 27 0 0,1 1 0 0 0,-1-1 0 0 0,-1 1 0 0 0,1 0-1 0 0,-1 1 1 0 0,1-1 0 0 0,8 12 0 0 0,-13-14 46 0 0,0-1-1 0 0,-1 1 1 0 0,1-1-1 0 0,-1 1 0 0 0,0-1 1 0 0,0 1-1 0 0,0 0 1 0 0,0 0-1 0 0,0-1 1 0 0,-1 1-1 0 0,1 0 1 0 0,-1 0-1 0 0,0 0 0 0 0,0 0 1 0 0,0 0-1 0 0,0 0 1 0 0,0 0-1 0 0,-1 0 1 0 0,1-1-1 0 0,-1 1 1 0 0,0 0-1 0 0,1 0 0 0 0,-1 0 1 0 0,-1-1-1 0 0,1 1 1 0 0,-2 2-1 0 0,-4 6 151 0 0,0-1-1 0 0,-1 0 1 0 0,0 0 0 0 0,-1-1-1 0 0,0 0 1 0 0,0-1 0 0 0,-1 0-1 0 0,0 0 1 0 0,0-1 0 0 0,-1 0-1 0 0,-20 9 1 0 0,2-3 218 0 0,0-2 0 0 0,-1 0-1 0 0,-49 9 1 0 0,60-16-283 0 0,0-1 0 0 0,0-1 0 0 0,0-1 0 0 0,-21-1-1 0 0,33 0-179 0 0,0-1 1 0 0,0 1-1 0 0,0-1 0 0 0,0-1 0 0 0,0 1 0 0 0,0-1 0 0 0,1-1 0 0 0,-1 1 0 0 0,1-1 0 0 0,-1 0 1 0 0,1 0-1 0 0,0-1 0 0 0,0 0 0 0 0,-6-6 0 0 0,11 10-132 0 0,1-1 0 0 0,-1 0 0 0 0,0 0 0 0 0,0 0 0 0 0,1 0 0 0 0,-1 0 1 0 0,1 0-1 0 0,-1 0 0 0 0,1 0 0 0 0,-1 0 0 0 0,1 0 0 0 0,-1 0 0 0 0,1 0 0 0 0,0 0 0 0 0,0 0 0 0 0,0 0 0 0 0,-1 0 0 0 0,1 0 0 0 0,0-1 1 0 0,0 1-1 0 0,1 0 0 0 0,-1 0 0 0 0,0 0 0 0 0,0 0 0 0 0,0 0 0 0 0,1 0 0 0 0,-1 0 0 0 0,1 0 0 0 0,-1 0 0 0 0,1 0 0 0 0,-1 0 0 0 0,1 0 1 0 0,-1 0-1 0 0,1 0 0 0 0,0 0 0 0 0,0 0 0 0 0,-1 0 0 0 0,3-1 0 0 0,2-3-1613 0 0,1 1-1 0 0,-1 0 0 0 0,1 0 1 0 0,10-6-1 0 0,-16 10 1631 0 0,17-8-4975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6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1 314 2392 0 0,'13'-22'11302'0'0,"-15"87"-7665"0"0,0-44-3458 0 0,1 0 0 0 0,1 0 0 0 0,0 0 0 0 0,2 0 0 0 0,0 0 0 0 0,9 30 0 0 0,-10-46-160 0 0,0-1 1 0 0,1 0-1 0 0,0 1 0 0 0,0-1 0 0 0,1 0 0 0 0,-1 0 0 0 0,1 0 0 0 0,0-1 1 0 0,0 1-1 0 0,0-1 0 0 0,0 1 0 0 0,0-1 0 0 0,1 0 0 0 0,0 0 0 0 0,0 0 0 0 0,-1-1 1 0 0,2 0-1 0 0,-1 1 0 0 0,0-1 0 0 0,0-1 0 0 0,1 1 0 0 0,4 1 0 0 0,-3-2-8 0 0,-1 0-1 0 0,1-1 1 0 0,-1 0-1 0 0,1 0 1 0 0,-1 0-1 0 0,0-1 1 0 0,1 1-1 0 0,-1-1 1 0 0,1 0-1 0 0,-1-1 1 0 0,0 0-1 0 0,0 1 1 0 0,0-2-1 0 0,0 1 1 0 0,0 0-1 0 0,0-1 1 0 0,-1 0-1 0 0,8-6 1 0 0,-1 0-15 0 0,-2-1 0 0 0,1 0 0 0 0,-2 0 1 0 0,1-1-1 0 0,-1 0 0 0 0,-1-1 0 0 0,0 0 1 0 0,-1 0-1 0 0,7-15 0 0 0,3-18-50 0 0,15-58 0 0 0,-18 55-76 0 0,-13 46 90 0 0,-2 14-74 0 0,-3 12 158 0 0,-4 13 1 0 0,1 0 1 0 0,-3 54-1 0 0,10-81-32 0 0,1-1 0 0 0,0 1 0 0 0,1 0 0 0 0,0 0 0 0 0,0 0 0 0 0,1 0 0 0 0,1-1 0 0 0,-1 1 0 0 0,2-1 0 0 0,-1 1 0 0 0,1-1 0 0 0,1 0 0 0 0,-1-1 0 0 0,9 13 0 0 0,-8-16-24 0 0,-1 0 1 0 0,1 0-1 0 0,0-1 0 0 0,1 1 0 0 0,-1-1 0 0 0,1 0 1 0 0,0 0-1 0 0,0-1 0 0 0,0 0 0 0 0,0 0 1 0 0,0 0-1 0 0,1-1 0 0 0,-1 0 0 0 0,1 0 1 0 0,0-1-1 0 0,0 1 0 0 0,-1-2 0 0 0,1 1 1 0 0,0-1-1 0 0,0 0 0 0 0,0 0 0 0 0,0-1 1 0 0,13-2-1 0 0,-7 0-246 0 0,1-1 0 0 0,-1 0 0 0 0,0-1-1 0 0,0 0 1 0 0,-1-1 0 0 0,0 0 0 0 0,0-1 0 0 0,0-1 0 0 0,-1 0 0 0 0,21-18 0 0 0,-17 9-37 0 0,0 0 0 0 0,-1-1 0 0 0,-1 0 0 0 0,0-1-1 0 0,-1-1 1 0 0,-2 0 0 0 0,0-1 0 0 0,-1 1 0 0 0,10-36 0 0 0,0-17 436 0 0,14-114 1 0 0,-27 152 275 0 0,2-28 525 0 0,-8 61-644 0 0,-9 20 923 0 0,-7 26 815 0 0,-16 75 1 0 0,14-47-1001 0 0,6-26-346 0 0,-10 86 0 0 0,20-110-561 0 0,0-1 1 0 0,2 1-1 0 0,1 0 0 0 0,1 0 1 0 0,0 0-1 0 0,8 26 1 0 0,-9-44-121 0 0,0 1 1 0 0,0-1 0 0 0,1-1 0 0 0,-1 1 0 0 0,1 0 0 0 0,0 0 0 0 0,0-1 0 0 0,1 1 0 0 0,-1-1 0 0 0,1 1 0 0 0,0-1-1 0 0,-1 0 1 0 0,1 0 0 0 0,1 0 0 0 0,-1-1 0 0 0,0 1 0 0 0,1-1 0 0 0,4 3 0 0 0,-5-4-233 0 0,0 0 1 0 0,1 0 0 0 0,-1 0-1 0 0,0-1 1 0 0,0 1-1 0 0,1-1 1 0 0,-1 0 0 0 0,1 0-1 0 0,-1 0 1 0 0,0 0-1 0 0,1-1 1 0 0,-1 1 0 0 0,0-1-1 0 0,0 0 1 0 0,1 0-1 0 0,-1 0 1 0 0,0 0 0 0 0,0-1-1 0 0,0 1 1 0 0,0-1-1 0 0,-1 0 1 0 0,1 0-1 0 0,4-3 1 0 0,-2 1-866 0 0,-1-1 1 0 0,1 1-1 0 0,-1-1 0 0 0,0 0 0 0 0,0 0 0 0 0,0 0 1 0 0,-1-1-1 0 0,5-7 0 0 0,3-11-5337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6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29 2364 0 0,'-48'-8'8238'0'0,"45"8"-7224"0"0,-7-4 1447 0 0,42-2-2107 0 0,-1 1 0 0 0,1 2 0 0 0,39 1 0 0 0,-61 1-310 0 0,143 3-2195 0 0,-51 3-3605 0 0,-100-5 5605 0 0,48 3-4924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6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1 1840 0 0,'7'7'16031'0'0,"-5"14"-13476"0"0,0 1 0 0 0,-2 27 0 0 0,-16 90 31 0 0,1-8-2071 0 0,8-69-3774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6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17 129 164 0 0,'0'-18'2854'0'0,"0"0"485"0"0,0 0 1 0 0,-5-30 0 0 0,4 34-2319 0 0,-1 3 109 0 0,2 11-1125 0 0,0 0-1 0 0,0 0 1 0 0,-1 0-1 0 0,1-1 1 0 0,0 1 0 0 0,0 0-1 0 0,0 0 1 0 0,-1 0-1 0 0,1 0 1 0 0,0 0-1 0 0,0 0 1 0 0,0 0 0 0 0,-1 0-1 0 0,1 0 1 0 0,0 0-1 0 0,0 0 1 0 0,-1 0 0 0 0,1 0-1 0 0,0 0 1 0 0,0 0-1 0 0,0 0 1 0 0,-1 0 0 0 0,1 0-1 0 0,0 0 1 0 0,0 0-1 0 0,-1 0 1 0 0,1 1-1 0 0,0-1 1 0 0,0 0 0 0 0,0 0-1 0 0,0 0 1 0 0,-1 0-1 0 0,1 0 1 0 0,0 0 0 0 0,0 1-1 0 0,0-1 1 0 0,0 0-1 0 0,0 0 1 0 0,-1 0-1 0 0,1 1 1 0 0,0 0-79 0 0,0-1-1 0 0,0 1 1 0 0,-1 0 0 0 0,1 0 0 0 0,0 0-1 0 0,0 0 1 0 0,0-1 0 0 0,0 1-1 0 0,0 0 1 0 0,0 0 0 0 0,1 0-1 0 0,-1-1 1 0 0,0 1 0 0 0,0 0 0 0 0,0 0-1 0 0,1 0 1 0 0,-1-1 0 0 0,1 1-1 0 0,-1 0 1 0 0,0-1 0 0 0,2 2-1 0 0,8 15-1420 0 0,-6-13 752 0 0,0 0 1 0 0,0 0-1 0 0,0-1 1 0 0,1 0 0 0 0,-1 0-1 0 0,1 0 1 0 0,-1 0-1 0 0,8 2 1 0 0,3 2-2418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7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494 46 1504 0 0,'3'-1'674'0'0,"-1"0"1"0"0,1 0-1 0 0,0-1 0 0 0,-1 0 1 0 0,1 1-1 0 0,-1-1 0 0 0,0 0 0 0 0,0 0 1 0 0,0 0-1 0 0,0-1 0 0 0,0 1 1 0 0,0 0-1 0 0,0-1 0 0 0,2-4 1237 0 0,-4 6-1848 0 0,0 1 0 0 0,0 0 0 0 0,0 0 1 0 0,0 0-1 0 0,0 0 0 0 0,1-1 0 0 0,-1 1 0 0 0,0 0 0 0 0,0 0 0 0 0,0 0 0 0 0,0-1 0 0 0,0 1 1 0 0,0 0-1 0 0,0 0 0 0 0,0-1 0 0 0,0 1 0 0 0,0 0 0 0 0,0 0 0 0 0,0 0 0 0 0,0-1 0 0 0,0 1 0 0 0,0 0 1 0 0,0 0-1 0 0,0 0 0 0 0,0-1 0 0 0,0 1 0 0 0,0 0 0 0 0,0 0 0 0 0,0 0 0 0 0,0-1 0 0 0,-1 1 1 0 0,1 0-1 0 0,0 0 0 0 0,0 0 0 0 0,0-1 0 0 0,0 1 0 0 0,0 0 0 0 0,-1 0 0 0 0,1 0 0 0 0,0 0 1 0 0,0 0-1 0 0,0-1 0 0 0,0 1 0 0 0,-1 0 0 0 0,1 0 0 0 0,0 0 0 0 0,0 0 0 0 0,0 0 0 0 0,-1 0 0 0 0,1 0 1 0 0,0 0-1 0 0,0 0 0 0 0,-1 0 0 0 0,1 0 0 0 0,0 0 0 0 0,-14-3 1869 0 0,13 3-2021 0 0,-4 0 375 0 0,1 1 1 0 0,0-1-1 0 0,0 1 1 0 0,0 0-1 0 0,-1 1 1 0 0,1-1-1 0 0,0 1 1 0 0,1-1-1 0 0,-1 1 1 0 0,0 0-1 0 0,0 1 1 0 0,1-1-1 0 0,-7 6 1 0 0,-2 3 438 0 0,1 0 1 0 0,-12 16 0 0 0,18-21-444 0 0,-7 10 125 0 0,1 0 0 0 0,1 1 0 0 0,0 0 0 0 0,1 0 0 0 0,1 1 0 0 0,1 0 0 0 0,1 0 0 0 0,-7 28 0 0 0,0 20 633 0 0,-5 70-1 0 0,16-116-861 0 0,-11 411 1555 0 0,14-301-1882 0 0,-1-114 220 0 0,0-1 1 0 0,-2 1 0 0 0,0-1 0 0 0,0 0 0 0 0,-1 0-1 0 0,-1 0 1 0 0,-10 25 0 0 0,12-36-133 0 0,0 0 1 0 0,0 0 0 0 0,0 0-1 0 0,-1 0 1 0 0,0-1-1 0 0,1 1 1 0 0,-1-1-1 0 0,0 0 1 0 0,-1 1-1 0 0,1-2 1 0 0,-1 1 0 0 0,1 0-1 0 0,-1-1 1 0 0,0 1-1 0 0,0-1 1 0 0,-5 2-1 0 0,4-3-239 0 0,0 0 1 0 0,1 0-1 0 0,-1 0 0 0 0,0 0 0 0 0,0-1 0 0 0,0 0 0 0 0,1 0 0 0 0,-1-1 0 0 0,0 1 0 0 0,0-1 0 0 0,-6-2 0 0 0,2 1-1203 0 0,0-1-1 0 0,0-1 0 0 0,0 0 1 0 0,0 0-1 0 0,-15-10 0 0 0,18 10-367 0 0,0-1 0 0 0,0 1 0 0 0,1-2 0 0 0,-9-8 0 0 0,2-4-5501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07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0 396 660 0 0,'9'-31'3183'0'0,"1"1"1"0"0,18-41-1 0 0,-22 60-2907 0 0,0 1 1 0 0,0 0 0 0 0,1 1-1 0 0,0-1 1 0 0,1 1-1 0 0,0 0 1 0 0,0 1 0 0 0,1 0-1 0 0,17-12 1 0 0,-3 5-61 0 0,1 1 0 0 0,1 1 0 0 0,0 1 0 0 0,31-9 0 0 0,108-25-801 0 0,-51 16-5801 0 0,-84 22 1705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0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32 831 1648 0 0,'-31'52'11826'0'0,"36"-59"-10807"0"0,25-27-775 0 0,-1-2 0 0 0,-2-1 1 0 0,31-57-1 0 0,-42 67-185 0 0,16-25 4 0 0,270-427 129 0 0,-288 458-213 0 0,1 1 0 0 0,1 1 0 0 0,24-23 0 0 0,-38 40 17 0 0,-1 1 0 0 0,0 0 0 0 0,1 0 0 0 0,0-1 0 0 0,-1 1 0 0 0,1 0 0 0 0,0 0 0 0 0,0 1 0 0 0,-1-1 0 0 0,1 0 0 0 0,0 1 0 0 0,0-1 0 0 0,0 1 0 0 0,3-1 0 0 0,-4 1 2 0 0,1 0 1 0 0,-1 0-1 0 0,0 0 1 0 0,1 1-1 0 0,-1-1 0 0 0,0 0 1 0 0,0 1-1 0 0,0-1 1 0 0,1 1-1 0 0,-1-1 1 0 0,0 1-1 0 0,0 0 1 0 0,0-1-1 0 0,0 1 1 0 0,0 0-1 0 0,0 0 1 0 0,1 1-1 0 0,1 2 10 0 0,0 0 0 0 0,-1 0 0 0 0,1 0 0 0 0,-1 0 0 0 0,0 0-1 0 0,0 1 1 0 0,-1-1 0 0 0,1 1 0 0 0,-1-1 0 0 0,1 9 0 0 0,5 47 666 0 0,-3 0 0 0 0,-3 0 0 0 0,-8 70 0 0 0,1-8 109 0 0,0 12-292 0 0,0 45 289 0 0,5-192-1071 0 0,0 1-1 0 0,-1 0 1 0 0,0-1 0 0 0,-1 1-1 0 0,-1 0 1 0 0,0 0-1 0 0,0 0 1 0 0,-8-12-1 0 0,1 2-133 0 0,-1 1-1 0 0,-2 0 1 0 0,-17-22-1 0 0,14 24 342 0 0,0-1-1 0 0,-1 2 1 0 0,-1 0-1 0 0,-1 2 0 0 0,0 0 1 0 0,-1 1-1 0 0,-1 1 1 0 0,-1 1-1 0 0,-47-20 1 0 0,66 31 112 0 0,0 0 0 0 0,0 1 1 0 0,-1 0-1 0 0,1 0 0 0 0,-1 0 1 0 0,1 0-1 0 0,-1 1 0 0 0,1 0 1 0 0,-1 0-1 0 0,0 0 0 0 0,1 0 1 0 0,-1 1-1 0 0,-8 2 0 0 0,13-3-21 0 0,0 0 0 0 0,-1 1 0 0 0,1-1 0 0 0,0 0 0 0 0,0 0-1 0 0,-1 1 1 0 0,1-1 0 0 0,0 0 0 0 0,0 1 0 0 0,-1-1 0 0 0,1 0-1 0 0,0 1 1 0 0,0-1 0 0 0,0 1 0 0 0,0-1 0 0 0,-1 0 0 0 0,1 1-1 0 0,0-1 1 0 0,0 1 0 0 0,0-1 0 0 0,0 0 0 0 0,0 1 0 0 0,0-1-1 0 0,0 1 1 0 0,0-1 0 0 0,0 0 0 0 0,0 1 0 0 0,0-1 0 0 0,1 1-1 0 0,-1-1 1 0 0,0 0 0 0 0,0 1 0 0 0,0-1 0 0 0,0 0 0 0 0,1 1-1 0 0,-1-1 1 0 0,0 0 0 0 0,0 1 0 0 0,1-1 0 0 0,-1 0-1 0 0,0 1 1 0 0,0-1 0 0 0,1 0 0 0 0,-1 0 0 0 0,0 1 0 0 0,1-1-1 0 0,-1 0 1 0 0,1 0 0 0 0,-1 0 0 0 0,0 1 0 0 0,1-1 0 0 0,-1 0-1 0 0,0 0 1 0 0,1 0 0 0 0,-1 0 0 0 0,1 0 0 0 0,10 3 35 0 0,0 0 1 0 0,1-1 0 0 0,-1-1 0 0 0,0 0-1 0 0,20-1 1 0 0,63-7 33 0 0,-57 3-77 0 0,166-20-2520 0 0,-67 2-3788 0 0,-72 10 1147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1.3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85 1888 0 0,'6'-54'15536'0'0,"-12"81"-14633"0"0,-5 21-343 0 0,-19 53 0 0 0,17-61-704 0 0,1 1 0 0 0,-6 47 0 0 0,17-85-31 0 0,1-1-1 0 0,0 0 0 0 0,0 0 1 0 0,0 1-1 0 0,0-1 1 0 0,0 0-1 0 0,0 1 1 0 0,1-1-1 0 0,-1 0 1 0 0,1 0-1 0 0,0 0 1 0 0,-1 1-1 0 0,3 2 1 0 0,-2-4 63 0 0,-1-1 1 0 0,1 1 0 0 0,0-1 0 0 0,0 1 0 0 0,-1-1-1 0 0,1 0 1 0 0,0 1 0 0 0,0-1 0 0 0,0 0 0 0 0,-1 1-1 0 0,1-1 1 0 0,0 0 0 0 0,0 0 0 0 0,0 0 0 0 0,0 0 0 0 0,0 0-1 0 0,0 0 1 0 0,-1 0 0 0 0,1 0 0 0 0,0 0 0 0 0,0 0-1 0 0,0-1 1 0 0,0 1 0 0 0,0 0 0 0 0,-1 0 0 0 0,2-1 0 0 0,20-10-1715 0 0,8-9-340 0 0,-1-2 1 0 0,37-36-1 0 0,46-57 2235 0 0,-29 23 2401 0 0,-5-4 4273 0 0,-80 97-6447 0 0,-7 5-130 0 0,1 0-1 0 0,-1 0 0 0 0,1 1 1 0 0,0 0-1 0 0,1 0 0 0 0,0 1 1 0 0,0 0-1 0 0,0 0 0 0 0,1 1 1 0 0,0 0-1 0 0,1 0 1 0 0,0 0-1 0 0,-4 13 0 0 0,8-19-151 0 0,1 0 0 0 0,0-1 1 0 0,0 1-1 0 0,0 0 0 0 0,0 0 0 0 0,1 0 0 0 0,-1-1 0 0 0,1 1 0 0 0,0 0 0 0 0,-1-1 0 0 0,1 1 1 0 0,0 0-1 0 0,1-1 0 0 0,-1 1 0 0 0,0-1 0 0 0,1 0 0 0 0,0 1 0 0 0,-1-1 0 0 0,1 0 0 0 0,0 0 1 0 0,0 0-1 0 0,0 0 0 0 0,0 0 0 0 0,3 1 0 0 0,9 8-3 0 0,0-1-1 0 0,28 14 1 0 0,-27-15-10 0 0,25 20 1 0 0,-35-25 6 0 0,-4-3 32 0 0,0-1 0 0 0,0 1 0 0 0,-1 0 0 0 0,1 0 0 0 0,0 0 0 0 0,0 1-1 0 0,0-1 1 0 0,-1 0 0 0 0,1 0 0 0 0,0 0 0 0 0,-1 0 0 0 0,1 1 0 0 0,-1-1 0 0 0,0 0-1 0 0,1 1 1 0 0,-1-1 0 0 0,0 0 0 0 0,0 1 0 0 0,0-1 0 0 0,0 0 0 0 0,0 1 0 0 0,0-1-1 0 0,0 0 1 0 0,0 1 0 0 0,-1-1 0 0 0,1 0 0 0 0,0 0 0 0 0,-1 1 0 0 0,1-1 0 0 0,-1 0-1 0 0,1 0 1 0 0,-1 1 0 0 0,0-1 0 0 0,1 0 0 0 0,-3 1 0 0 0,1 1 49 0 0,0 1 0 0 0,-1-1 0 0 0,0-1 0 0 0,0 1 1 0 0,0 0-1 0 0,0-1 0 0 0,0 1 0 0 0,0-1 0 0 0,0 0 0 0 0,-7 2 0 0 0,4-1-113 0 0,0-1-1 0 0,-1 0 1 0 0,1-1-1 0 0,-1 0 1 0 0,1 0-1 0 0,-1 0 1 0 0,1-1-1 0 0,-1 0 1 0 0,0 0-1 0 0,1-1 1 0 0,-1 0-1 0 0,1 0 1 0 0,-1 0-1 0 0,1-1 0 0 0,0 0 1 0 0,-10-4-1 0 0,6 2-838 0 0,1-1 0 0 0,0 0 0 0 0,-15-13 0 0 0,-21-25-6250 0 0,23 17 561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1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2472 0 0,'12'-59'9831'0'0,"-8"33"-7902"0"0,-3 25-1598 0 0,4-1-816 0 0,0 1-1369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2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15 455 1916 0 0,'0'0'2589'0'0,"-14"14"2947"0"0,14-14-5428 0 0,0 1-1 0 0,0-1 1 0 0,0 1 0 0 0,0-1-1 0 0,0 1 1 0 0,0 0-1 0 0,0-1 1 0 0,0 1 0 0 0,0-1-1 0 0,0 1 1 0 0,1-1 0 0 0,-1 1-1 0 0,0-1 1 0 0,0 1 0 0 0,1-1-1 0 0,-1 1 1 0 0,0-1 0 0 0,1 1-1 0 0,-1-1 1 0 0,0 1 0 0 0,1-1-1 0 0,-1 1 1 0 0,1-1-1 0 0,-1 0 1 0 0,1 1 0 0 0,-1-1-1 0 0,0 0 1 0 0,1 0 0 0 0,0 1-1 0 0,0-1 1 0 0,0 0-16 0 0,1 1 1 0 0,-1-1-1 0 0,1 0 1 0 0,0 0-1 0 0,-1 0 0 0 0,1-1 1 0 0,-1 1-1 0 0,1 0 0 0 0,-1 0 1 0 0,1-1-1 0 0,1 0 1 0 0,40-21 186 0 0,-40 21-125 0 0,42-29 69 0 0,0-1-1 0 0,47-45 1 0 0,71-83 2 0 0,-28 8-53 0 0,-131 140-211 0 0,-12 12 25 0 0,-14 11-1 0 0,11-4-3 0 0,0 1 1 0 0,1 0-1 0 0,0 1 0 0 0,1 1 1 0 0,0-1-1 0 0,1 1 1 0 0,0 1-1 0 0,1-1 0 0 0,0 1 1 0 0,1 1-1 0 0,-6 14 0 0 0,11-23 18 0 0,0-1-1 0 0,1 0 1 0 0,-1 1-1 0 0,1-1 1 0 0,0 1-1 0 0,0-1 1 0 0,0 1-1 0 0,0-1 1 0 0,1 1-1 0 0,0-1 1 0 0,-1 0-1 0 0,1 1 1 0 0,0-1-1 0 0,0 0 0 0 0,1 0 1 0 0,-1 0-1 0 0,1 0 1 0 0,0 0-1 0 0,0 0 1 0 0,0 0-1 0 0,0 0 1 0 0,0-1-1 0 0,0 1 1 0 0,4 3-1 0 0,7 5 0 0 0,0-1-1 0 0,1 0 1 0 0,27 15-1 0 0,-17-11-6 0 0,-16-9 10 0 0,3 1 0 0 0,-1 0 0 0 0,-1 1 0 0 0,1 0 0 0 0,-1 1 1 0 0,14 14-1 0 0,-22-21 55 0 0,-1 0 0 0 0,1 0 0 0 0,0 0 0 0 0,0 0 1 0 0,-1 1-1 0 0,1-1 0 0 0,-1 0 0 0 0,1 0 0 0 0,-1 1 1 0 0,1-1-1 0 0,-1 0 0 0 0,0 1 0 0 0,1-1 0 0 0,-1 1 0 0 0,0-1 1 0 0,0 0-1 0 0,0 1 0 0 0,0-1 0 0 0,-1 0 0 0 0,1 1 0 0 0,0-1 1 0 0,0 1-1 0 0,-1 0 0 0 0,0 1 50 0 0,-1-1 1 0 0,1 0-1 0 0,-1 0 0 0 0,1 0 0 0 0,-1 0 1 0 0,0 0-1 0 0,1 0 0 0 0,-1 0 0 0 0,0-1 1 0 0,0 1-1 0 0,-4 1 0 0 0,-1 2 136 0 0,-1-1-1 0 0,0 0 1 0 0,0-1 0 0 0,0 0-1 0 0,0-1 1 0 0,-11 3 0 0 0,3-3-71 0 0,0 0 1 0 0,0-2 0 0 0,0 0 0 0 0,1 0 0 0 0,-1-1 0 0 0,0-1 0 0 0,0-1-1 0 0,1 0 1 0 0,-1-2 0 0 0,-25-9 0 0 0,40 14-212 0 0,0-1 0 0 0,1 1 0 0 0,-1 0 0 0 0,0-1 0 0 0,0 1 0 0 0,1-1 1 0 0,-1 1-1 0 0,0-1 0 0 0,1 0 0 0 0,-1 1 0 0 0,1-1 0 0 0,-1 1 0 0 0,1-1 0 0 0,-1 0 0 0 0,1 0 0 0 0,-1 1 0 0 0,1-1 0 0 0,-1 0 0 0 0,1 0 0 0 0,0 0 1 0 0,0 1-1 0 0,-1-1 0 0 0,1 0 0 0 0,0 0 0 0 0,0-1 0 0 0,0 0-146 0 0,0 0 1 0 0,1 0-1 0 0,-1 1 1 0 0,1-1-1 0 0,-1 0 0 0 0,1 0 1 0 0,0 1-1 0 0,0-1 1 0 0,0 1-1 0 0,0-1 1 0 0,2-2-1 0 0,2-2-1079 0 0,1 0-1 0 0,0 0 1 0 0,12-9-1 0 0,16-9-4713 0 0,-14 11 693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2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10 1940 0 0,'17'-9'8266'0'0,"-14"9"-7578"0"0,-4 15 472 0 0,-1 1 0 0 0,-1-1 0 0 0,-9 29 0 0 0,-1 6-149 0 0,10-37-844 0 0,-17 97 627 0 0,18-92-717 0 0,0 0 0 0 0,2 0 0 0 0,0 0 0 0 0,3 20-1 0 0,-3-35-88 0 0,0-1-1 0 0,1 1 0 0 0,-1-1 1 0 0,1 1-1 0 0,0-1 0 0 0,0 1 1 0 0,0-1-1 0 0,0 1 0 0 0,0-1 1 0 0,0 0-1 0 0,1 0 0 0 0,-1 1 1 0 0,1-1-1 0 0,0 0 1 0 0,3 3-1 0 0,-3-4-142 0 0,-1 0 0 0 0,1 0 0 0 0,0-1 0 0 0,-1 1 0 0 0,1 0 1 0 0,0-1-1 0 0,0 1 0 0 0,-1-1 0 0 0,1 0 0 0 0,0 0 0 0 0,0 0 0 0 0,0 0 0 0 0,0 0 1 0 0,0 0-1 0 0,-1 0 0 0 0,1 0 0 0 0,0-1 0 0 0,0 1 0 0 0,0-1 0 0 0,-1 1 0 0 0,1-1 1 0 0,0 0-1 0 0,-1 1 0 0 0,3-3 0 0 0,2 0-1086 0 0,-1 0-1 0 0,0-1 1 0 0,0 1 0 0 0,8-9-1 0 0,5-6-3963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2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51 1476 0 0,'-20'-45'7391'0'0,"19"43"-6844"0"0,1 1-501 0 0,0 1-1 0 0,-1 0 1 0 0,1 0 0 0 0,0-1-1 0 0,-1 1 1 0 0,1 0 0 0 0,-1-1-1 0 0,1 1 1 0 0,-1 0 0 0 0,1 0-1 0 0,0 0 1 0 0,-1 0 0 0 0,1-1-1 0 0,-1 1 1 0 0,1 0-1 0 0,-1 0 1 0 0,1 0 0 0 0,-1 0-1 0 0,1 0 1 0 0,-1 0 0 0 0,0 0-1 0 0,-1 3-23 0 0,0 0 0 0 0,-1 1 0 0 0,1-1 0 0 0,0 0 0 0 0,1 1 0 0 0,-1 0-1 0 0,1-1 1 0 0,-1 1 0 0 0,1 0 0 0 0,-1 5 0 0 0,-4 27-2840 0 0,5-25 919 0 0,-2 7-1639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3.1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27 572 0 0,'2'10'8118'0'0,"22"71"-4004"0"0,-14-48-3370 0 0,-1 0-1 0 0,-1 0 1 0 0,5 57 0 0 0,-12-80-845 0 0,0 2 740 0 0,0 0-1 0 0,-1 1 1 0 0,0-1-1 0 0,-1 0 1 0 0,-4 16-1 0 0,5-26-211 0 0,-5-12-164 0 0,4 10-257 0 0,0-1-1 0 0,1 0 1 0 0,-1 0-1 0 0,1 1 1 0 0,-1-1-1 0 0,1 0 1 0 0,-1 0-1 0 0,1 0 1 0 0,0 1 0 0 0,-1-1-1 0 0,1 0 1 0 0,0 0-1 0 0,0 0 1 0 0,0 0-1 0 0,-1-1 1 0 0,2-13 17 0 0,1 0 1 0 0,0-1-1 0 0,0 1 0 0 0,2 0 1 0 0,0 1-1 0 0,0-1 0 0 0,9-17 1 0 0,0 4-32 0 0,1 2 0 0 0,31-44 1 0 0,-35 57-4 0 0,0 0 0 0 0,1 1-1 0 0,0 0 1 0 0,1 1 0 0 0,1 0 0 0 0,18-12 0 0 0,-26 20 2 0 0,-1-1 0 0 0,2 1 1 0 0,-1 0-1 0 0,0 1 0 0 0,0-1 1 0 0,1 1-1 0 0,0 0 0 0 0,-1 1 0 0 0,1-1 1 0 0,0 1-1 0 0,0 0 0 0 0,0 1 1 0 0,-1-1-1 0 0,1 1 0 0 0,0 0 1 0 0,0 1-1 0 0,0-1 0 0 0,0 1 1 0 0,0 0-1 0 0,10 4 0 0 0,-12-3 8 0 0,-1 0-1 0 0,1 0 0 0 0,-1 0 1 0 0,1 0-1 0 0,-1 1 1 0 0,0-1-1 0 0,0 1 0 0 0,0 0 1 0 0,0 0-1 0 0,0 0 1 0 0,-1 0-1 0 0,1 0 0 0 0,-1 1 1 0 0,2 3-1 0 0,-1-1 5 0 0,-1 1 1 0 0,1-1-1 0 0,-1 0 0 0 0,-1 1 1 0 0,1 0-1 0 0,-1-1 1 0 0,0 13-1 0 0,-1 4 13 0 0,-2 0 0 0 0,0-1 0 0 0,-11 43 1 0 0,2-27 0 0 0,7-23-354 0 0,0 0 1 0 0,0 0 0 0 0,2 0 0 0 0,-2 19-1 0 0,4-33 206 0 0,0 0 0 0 0,0 0 0 0 0,0 0-1 0 0,0 0 1 0 0,1 0 0 0 0,-1 0 0 0 0,0 0-1 0 0,0 0 1 0 0,1 0 0 0 0,-1 0-1 0 0,1 0 1 0 0,-1 0 0 0 0,1 0 0 0 0,-1 0-1 0 0,1 0 1 0 0,-1 0 0 0 0,1 0 0 0 0,0 0-1 0 0,0-1 1 0 0,-1 1 0 0 0,1 0 0 0 0,0 0-1 0 0,0-1 1 0 0,0 1 0 0 0,1 0-1 0 0,0 0-128 0 0,1 0 0 0 0,-1 0 0 0 0,1-1 0 0 0,0 1-1 0 0,-1-1 1 0 0,1 0 0 0 0,-1 1 0 0 0,1-1 0 0 0,0 0-1 0 0,3-1 1 0 0,5-1-1193 0 0,0 0 0 0 0,0-1 0 0 0,20-7 0 0 0,-2-1-2650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3.6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497 185 1292 0 0,'12'-11'1220'0'0,"-2"0"-1"0"0,0-1 1 0 0,0 0-1 0 0,-1-1 1 0 0,-1 0-1 0 0,0-1 1 0 0,0 0-1 0 0,-2 0 1 0 0,9-26-1 0 0,-14 39-1150 0 0,-1 0 0 0 0,1 0-1 0 0,-1 0 1 0 0,0 0 0 0 0,1 0 0 0 0,-1 0-1 0 0,0 0 1 0 0,0 0 0 0 0,0 0 0 0 0,0 0-1 0 0,0-1 1 0 0,0 1 0 0 0,0 0-1 0 0,0 0 1 0 0,-1 0 0 0 0,1 0 0 0 0,0 0-1 0 0,-1 0 1 0 0,1 0 0 0 0,-1 0 0 0 0,1 0-1 0 0,-2-2 1 0 0,1 3-27 0 0,1-1-1 0 0,-1 1 1 0 0,0-1 0 0 0,0 1-1 0 0,0-1 1 0 0,0 1-1 0 0,0 0 1 0 0,0-1 0 0 0,0 1-1 0 0,-1 0 1 0 0,1 0 0 0 0,0 0-1 0 0,0 0 1 0 0,0 0 0 0 0,0 0-1 0 0,0 0 1 0 0,0 0 0 0 0,-2 0-1 0 0,-3 2 112 0 0,-1 0 0 0 0,0 0 0 0 0,1 0 0 0 0,0 1 0 0 0,-10 5 1 0 0,-7 6 87 0 0,1 1 0 0 0,1 2 1 0 0,0 0-1 0 0,1 1 0 0 0,-26 31 1 0 0,33-34-190 0 0,0 1 1 0 0,1 1 0 0 0,1 0 0 0 0,1 1 0 0 0,0 0 0 0 0,2 0 0 0 0,-13 37-1 0 0,19-48-26 0 0,1 0 0 0 0,-1 0-1 0 0,2 0 1 0 0,-1 0-1 0 0,1 0 1 0 0,1 13-1 0 0,-1-19-18 0 0,0 1 0 0 0,0 0 0 0 0,1 0-1 0 0,-1 0 1 0 0,0-1 0 0 0,1 1-1 0 0,0 0 1 0 0,-1-1 0 0 0,1 1 0 0 0,0 0-1 0 0,0-1 1 0 0,0 1 0 0 0,0-1-1 0 0,0 1 1 0 0,0-1 0 0 0,0 0 0 0 0,1 1-1 0 0,-1-1 1 0 0,0 0 0 0 0,1 0-1 0 0,-1 0 1 0 0,1 0 0 0 0,-1 0 0 0 0,1 0-1 0 0,-1 0 1 0 0,1-1 0 0 0,0 1-1 0 0,0-1 1 0 0,-1 1 0 0 0,1-1 0 0 0,0 1-1 0 0,0-1 1 0 0,-1 0 0 0 0,4 0-1 0 0,0 0-2 0 0,1-1 0 0 0,-1 0 0 0 0,1 0 0 0 0,-1 0 0 0 0,1 0 0 0 0,-1-1 0 0 0,1 0 0 0 0,-1 0 0 0 0,0-1 0 0 0,0 1-1 0 0,0-1 1 0 0,-1 0 0 0 0,7-6 0 0 0,6-5 4 0 0,-1-1 1 0 0,17-21-1 0 0,1-2 15 0 0,-1 4-205 0 0,-31 32 135 0 0,13 22-79 0 0,-12 7 114 0 0,-1-1 1 0 0,-1 0 0 0 0,-1 1 0 0 0,-5 40-1 0 0,1-21 63 0 0,0 22 197 0 0,-25 264 979 0 0,20-273-532 0 0,-2-1 1 0 0,-3-1 0 0 0,-33 89 0 0 0,41-132-312 0 0,0-1 0 0 0,0 1 0 0 0,-1-1-1 0 0,-1-1 1 0 0,0 1 0 0 0,-1-2 0 0 0,-11 14 0 0 0,15-21-213 0 0,0 1 0 0 0,0-1 0 0 0,-1 0 0 0 0,1 0 1 0 0,-1 0-1 0 0,0-1 0 0 0,0 0 0 0 0,0 0 1 0 0,0 0-1 0 0,-1-1 0 0 0,1 0 0 0 0,-1 0 1 0 0,1-1-1 0 0,-1 0 0 0 0,0 0 0 0 0,0 0 0 0 0,-10-1 1 0 0,7-1-137 0 0,-1 0 0 0 0,1 0 1 0 0,0-1-1 0 0,0-1 0 0 0,-1 0 0 0 0,2 0 1 0 0,-1-1-1 0 0,0 0 0 0 0,1-1 0 0 0,0 1 1 0 0,0-2-1 0 0,0 0 0 0 0,0 0 1 0 0,1 0-1 0 0,0-1 0 0 0,1 0 0 0 0,-1-1 1 0 0,1 0-1 0 0,1 0 0 0 0,-1 0 1 0 0,2-1-1 0 0,-1 0 0 0 0,1 0 0 0 0,0 0 1 0 0,1-1-1 0 0,0 0 0 0 0,1 0 1 0 0,0 0-1 0 0,0 0 0 0 0,1 0 0 0 0,1 0 1 0 0,-1-1-1 0 0,2 1 0 0 0,-1-1 1 0 0,1 1-1 0 0,3-17 0 0 0,3 3-590 0 0,1 1 0 0 0,0-1 0 0 0,2 2 0 0 0,1-1 0 0 0,1 1 0 0 0,1 0 0 0 0,1 1 0 0 0,0 1 0 0 0,31-36-1 0 0,6 3-2046 0 0,1 1 0 0 0,61-46-1 0 0,69-41-6993 0 0,-138 105 4434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4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2 528 172 0 0,'10'-12'2336'0'0,"-1"1"-1"0"0,14-23 1 0 0,0 1 1563 0 0,-17 27-2368 0 0,-4 6-456 0 0,-4 16 61 0 0,-14 35-440 0 0,13-43-315 0 0,0 3-188 0 0,-37 126 1102 0 0,36-121-1215 0 0,1 0 0 0 0,1 0 0 0 0,1 0 0 0 0,0 0 0 0 0,1 0-1 0 0,4 28 1 0 0,-4-40-58 0 0,1 0 0 0 0,0 0 0 0 0,0-1-1 0 0,1 1 1 0 0,-1 0 0 0 0,1 0 0 0 0,3 4-1 0 0,-4-6-17 0 0,0-1 0 0 0,0 0 0 0 0,0 0 0 0 0,0 1-1 0 0,0-1 1 0 0,0 0 0 0 0,1 0 0 0 0,-1 0 0 0 0,0 0-1 0 0,1 0 1 0 0,-1 0 0 0 0,1-1 0 0 0,-1 1 0 0 0,1 0-1 0 0,-1-1 1 0 0,1 1 0 0 0,-1-1 0 0 0,1 0 0 0 0,0 1-1 0 0,-1-1 1 0 0,1 0 0 0 0,0 0 0 0 0,1 0 0 0 0,7-2-66 0 0,-1 1 1 0 0,1-1 0 0 0,-1-1 0 0 0,1 0-1 0 0,-1 0 1 0 0,0-1 0 0 0,-1 0 0 0 0,1-1-1 0 0,-1 0 1 0 0,0 0 0 0 0,0-1-1 0 0,0 0 1 0 0,-1 0 0 0 0,0-1 0 0 0,12-13-1 0 0,9-14-126 0 0,-3 0 0 0 0,30-52 0 0 0,-24 36 191 0 0,5-15 3 0 0,-35 63-23 0 0,0 5 1 0 0,-1 0 11 0 0,0 0 1 0 0,0 1-1 0 0,-1-1 0 0 0,1 0 0 0 0,0 0 0 0 0,-1 0 0 0 0,-1 3 0 0 0,-5 22-3 0 0,1 1 0 0 0,-4 41 0 0 0,9-56 19 0 0,1 0 0 0 0,0 0 1 0 0,1-1-1 0 0,1 1 0 0 0,0 0 1 0 0,1-1-1 0 0,5 18 0 0 0,-7-27 1 0 0,1-1-1 0 0,-1 1 1 0 0,1-1 0 0 0,0 0-1 0 0,0 0 1 0 0,0 1-1 0 0,0-1 1 0 0,1 0 0 0 0,-1-1-1 0 0,1 1 1 0 0,0 0-1 0 0,0-1 1 0 0,0 1 0 0 0,0-1-1 0 0,0 0 1 0 0,6 3-1 0 0,-3-3-10 0 0,0 0 1 0 0,0 0-1 0 0,1 0 0 0 0,-1-1 0 0 0,0 0 0 0 0,1 0 0 0 0,-1 0 0 0 0,1-1 0 0 0,7-1 0 0 0,2 0-154 0 0,0-2 0 0 0,-1 0-1 0 0,1 0 1 0 0,-1-2 0 0 0,0 0 0 0 0,0 0-1 0 0,17-10 1 0 0,-1-4-351 0 0,-1 0 0 0 0,-1-2 0 0 0,-1-1-1 0 0,-1-1 1 0 0,-1-1 0 0 0,-1-1 0 0 0,25-35 0 0 0,-4-1-35 0 0,-3-2-1 0 0,46-88 1 0 0,-59 90 1201 0 0,-2-2-1 0 0,36-115 1 0 0,-64 177-646 0 0,0 1 0 0 0,0 0 1 0 0,0-1-1 0 0,1 1 0 0 0,-1 0 1 0 0,0-1-1 0 0,0 1 0 0 0,0 0 1 0 0,0-1-1 0 0,0 1 1 0 0,0 0-1 0 0,0-1 0 0 0,0 1 1 0 0,1 0-1 0 0,-1-1 0 0 0,0 1 1 0 0,0-1-1 0 0,-1 1 0 0 0,1 0 1 0 0,0-1-1 0 0,0 1 0 0 0,0 0 1 0 0,0-1-1 0 0,0 1 0 0 0,0 0 1 0 0,0-1-1 0 0,-1 1 0 0 0,1 0 1 0 0,0-1-1 0 0,0 1 0 0 0,0 0 1 0 0,-1 0-1 0 0,1-1 0 0 0,-11 7 289 0 0,-11 17 155 0 0,2 6 19 0 0,1 2 1 0 0,1 0-1 0 0,-20 53 1 0 0,-26 106 364 0 0,52-151-746 0 0,2 0 0 0 0,2 1 0 0 0,-6 78 0 0 0,14-112-249 0 0,0-1 0 0 0,1 1 0 0 0,-1 0 0 0 0,1-1 0 0 0,0 1 0 0 0,1-1 0 0 0,-1 1 0 0 0,1-1 0 0 0,0 0 0 0 0,1 0 0 0 0,-1 0 0 0 0,1 0 0 0 0,5 8 0 0 0,-5-10-180 0 0,0 0 1 0 0,1 1 0 0 0,-1-1-1 0 0,1-1 1 0 0,-1 1 0 0 0,1 0-1 0 0,0-1 1 0 0,0 0 0 0 0,0 0-1 0 0,0 0 1 0 0,0 0-1 0 0,1-1 1 0 0,-1 0 0 0 0,0 0-1 0 0,1 0 1 0 0,-1 0 0 0 0,8 0-1 0 0,17-1-2343 0 0,4-1-645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4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196 195 1080 0 0,'13'-14'1640'0'0,"-1"1"0"0"0,-1-2 0 0 0,15-23 0 0 0,-22 31-1010 0 0,1-1-1 0 0,-2 1 1 0 0,1-1 0 0 0,-1 0-1 0 0,0 0 1 0 0,-1 0-1 0 0,0 0 1 0 0,0 0-1 0 0,1-15 1 0 0,-3 22-594 0 0,0 0 1 0 0,0 0 0 0 0,0 1-1 0 0,0-1 1 0 0,0 0-1 0 0,0 0 1 0 0,0 0-1 0 0,0 1 1 0 0,0-1-1 0 0,-1 0 1 0 0,1 0-1 0 0,0 1 1 0 0,-1-1-1 0 0,1 0 1 0 0,0 0-1 0 0,-1 1 1 0 0,1-1-1 0 0,-1 1 1 0 0,1-1-1 0 0,-1 0 1 0 0,0 1 0 0 0,1-1-1 0 0,-1 1 1 0 0,1-1-1 0 0,-1 1 1 0 0,0-1-1 0 0,1 1 1 0 0,-1 0-1 0 0,0-1 1 0 0,0 1-1 0 0,1 0 1 0 0,-1 0-1 0 0,0-1 1 0 0,0 1-1 0 0,0 0 1 0 0,1 0-1 0 0,-1 0 1 0 0,0 0 0 0 0,0 0-1 0 0,0 0 1 0 0,1 0-1 0 0,-1 0 1 0 0,0 0-1 0 0,0 0 1 0 0,1 1-1 0 0,-1-1 1 0 0,0 0-1 0 0,0 1 1 0 0,1-1-1 0 0,-2 1 1 0 0,-6 2 132 0 0,1 0 1 0 0,-1 1 0 0 0,-11 7 0 0 0,0 2-67 0 0,0 1 0 0 0,1 1 1 0 0,1 0-1 0 0,0 2 1 0 0,2 0-1 0 0,-1 0 1 0 0,2 2-1 0 0,1 0 1 0 0,0 0-1 0 0,1 1 1 0 0,1 1-1 0 0,1-1 1 0 0,-8 27-1 0 0,16-42-81 0 0,1 0 0 0 0,0 1 0 0 0,0-1 0 0 0,0 1 0 0 0,1-1 0 0 0,0 1 0 0 0,0 5 0 0 0,0-9-14 0 0,0-1 1 0 0,0 1 0 0 0,1 0-1 0 0,-1-1 1 0 0,0 1 0 0 0,1-1-1 0 0,-1 1 1 0 0,1-1 0 0 0,0 1-1 0 0,-1-1 1 0 0,1 1 0 0 0,0-1-1 0 0,0 0 1 0 0,0 1 0 0 0,0-1-1 0 0,0 0 1 0 0,0 0 0 0 0,0 0-1 0 0,0 0 1 0 0,0 0 0 0 0,1 0-1 0 0,-1 0 1 0 0,0 0 0 0 0,1 0-1 0 0,-1-1 1 0 0,1 1 0 0 0,-1 0-1 0 0,1-1 1 0 0,-1 1 0 0 0,3-1-1 0 0,3 1 3 0 0,0-1-1 0 0,1 0 0 0 0,-1-1 0 0 0,0 1 0 0 0,0-1 0 0 0,0-1 1 0 0,0 1-1 0 0,0-1 0 0 0,0-1 0 0 0,0 1 0 0 0,0-1 0 0 0,-1-1 1 0 0,0 1-1 0 0,1-1 0 0 0,-1 0 0 0 0,8-7 0 0 0,11-10 7 0 0,0-2-1 0 0,29-35 0 0 0,-23 25 10 0 0,49-56-55 0 0,-80 89 25 0 0,1-1-1 0 0,-1 1 1 0 0,1 0 0 0 0,-1-1 0 0 0,0 1-1 0 0,1-1 1 0 0,-1 1 0 0 0,1-1-1 0 0,-1 1 1 0 0,1 0 0 0 0,-1-1-1 0 0,1 1 1 0 0,-1 0 0 0 0,1 0 0 0 0,-1-1-1 0 0,1 1 1 0 0,0 0 0 0 0,-1 0-1 0 0,1 0 1 0 0,-1 0 0 0 0,1 0 0 0 0,0 0-1 0 0,-1 0 1 0 0,1 0 0 0 0,-1 0-1 0 0,1 0 1 0 0,0 0 0 0 0,-1 0-1 0 0,1 0 1 0 0,0 1 1 0 0,0 0-1 0 0,0-1 1 0 0,-1 1-1 0 0,1 0 0 0 0,-1 0 1 0 0,1 0-1 0 0,-1 0 1 0 0,1 0-1 0 0,-1-1 1 0 0,1 1-1 0 0,-1 0 1 0 0,0 0-1 0 0,1 0 1 0 0,-1 0-1 0 0,0 2 0 0 0,2 37-25 0 0,-6-1 151 0 0,-10 44 0 0 0,-3 13-3979 0 0,19-85 1909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5.0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0 292 616 0 0,'25'-31'3019'0'0,"-17"19"-1871"0"0,2 0 0 0 0,0 0 0 0 0,0 1 1 0 0,1 0-1 0 0,15-11 0 0 0,-24 20-1042 0 0,0 1-1 0 0,1-1 1 0 0,-1 1 0 0 0,0 0-1 0 0,0 0 1 0 0,1 0-1 0 0,-1 0 1 0 0,1 0 0 0 0,-1 1-1 0 0,1-1 1 0 0,-1 1-1 0 0,1-1 1 0 0,-1 1 0 0 0,1 0-1 0 0,-1 0 1 0 0,1 0-1 0 0,-1 0 1 0 0,1 1 0 0 0,-1-1-1 0 0,4 2 1 0 0,-2-1 2 0 0,-1 1 1 0 0,0 0-1 0 0,0 0 1 0 0,0 0-1 0 0,0 0 1 0 0,0 0-1 0 0,0 1 0 0 0,-1 0 1 0 0,1-1-1 0 0,-1 1 1 0 0,0 0-1 0 0,4 5 1 0 0,0 3 168 0 0,-1 0 0 0 0,0 0 0 0 0,0 1 0 0 0,-1 0 0 0 0,0-1 0 0 0,-1 1 0 0 0,2 18-1 0 0,-3-1 133 0 0,0-1-1 0 0,-3 32 0 0 0,0-47 226 0 0,0 0 1 0 0,-1 0-1 0 0,-1 0 1 0 0,0 0 0 0 0,-1 0-1 0 0,-9 22 1 0 0,12-33-445 0 0,0-1-1 0 0,0 1 1 0 0,0 0-1 0 0,-1 0 0 0 0,1 0 1 0 0,-1-1-1 0 0,1 1 1 0 0,-1-1-1 0 0,1 1 1 0 0,-1-1-1 0 0,0 0 1 0 0,1 0-1 0 0,-5 2 1 0 0,5-2 174 0 0,-2-2-66 0 0,2 1-272 0 0,0-1 0 0 0,0 1 1 0 0,0-1-1 0 0,0 1 0 0 0,0-1 0 0 0,0 0 1 0 0,0 1-1 0 0,0-1 0 0 0,0 0 0 0 0,0 0 1 0 0,0 0-1 0 0,0 0 0 0 0,1 0 0 0 0,-1 0 1 0 0,0 0-1 0 0,1 0 0 0 0,-1 0 0 0 0,0 0 1 0 0,1 0-1 0 0,0 0 0 0 0,-1 0 0 0 0,0-3 0 0 0,1 0 6 0 0,-1 1-1 0 0,1-1 0 0 0,0 0 0 0 0,0 0 0 0 0,0 0 0 0 0,1 0 1 0 0,1-5-1 0 0,2-6 9 0 0,0 0 0 0 0,14-27 0 0 0,-4 14-94 0 0,3 0-1 0 0,0 1 0 0 0,1 1 1 0 0,2 1-1 0 0,0 0 0 0 0,40-35 1 0 0,-18 23-1259 0 0,2 2-1 0 0,95-58 1 0 0,-111 79-1894 0 0,33-13 0 0 0,-29 13-3642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5.5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209 17 1332 0 0,'26'-17'7461'0'0,"-26"19"-6797"0"0,0 2-511 0 0,-1-1 0 0 0,0 1 0 0 0,1-1 0 0 0,-1 1 0 0 0,-1-1 0 0 0,1 1 0 0 0,0-1 0 0 0,-1 0 0 0 0,0 0 0 0 0,-3 6 0 0 0,-27 32 265 0 0,16-22-218 0 0,-5 8-278 0 0,-69 97 810 0 0,80-110-1142 0 0,2 2-1 0 0,0-1 1 0 0,0 1-1 0 0,2 0 0 0 0,0 0 1 0 0,-6 28-1 0 0,11-27-2592 0 0,1-1-1128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5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79 764 0 0,'21'-19'3266'0'0,"-7"5"-301"0"0,0 2 0 0 0,25-18 0 0 0,-38 29-2850 0 0,0 1-1 0 0,-1-1 0 0 0,1 1 1 0 0,0 0-1 0 0,-1-1 1 0 0,1 1-1 0 0,0 0 1 0 0,0 0-1 0 0,-1 0 0 0 0,1-1 1 0 0,0 1-1 0 0,0 0 1 0 0,0 0-1 0 0,-1 0 0 0 0,1 0 1 0 0,0 0-1 0 0,0 0 1 0 0,0 1-1 0 0,-1-1 1 0 0,1 0-1 0 0,0 0 0 0 0,0 0 1 0 0,-1 1-1 0 0,1-1 1 0 0,0 0-1 0 0,0 1 0 0 0,-1-1 1 0 0,1 1-1 0 0,0-1 1 0 0,-1 1-1 0 0,1-1 1 0 0,-1 1-1 0 0,1-1 0 0 0,-1 1 1 0 0,1 0-1 0 0,-1-1 1 0 0,1 1-1 0 0,-1 0 0 0 0,1-1 1 0 0,-1 1-1 0 0,0 0 1 0 0,1 0-1 0 0,-1-1 1 0 0,0 1-1 0 0,0 1 0 0 0,2 4 400 0 0,0 1 0 0 0,0-1-1 0 0,-1 1 1 0 0,0 7 0 0 0,2 31 1271 0 0,-2-1 1 0 0,-7 61 0 0 0,-21 89 234 0 0,21-150-1700 0 0,-57 259 748 0 0,33-165-2923 0 0,28-119-915 0 0,58-52-19723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6.4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91 110 2140 0 0,'25'-36'4081'0'0,"-12"17"201"0"0,32-36 496 0 0,-45 58-4100 0 0,1 3-263 0 0,0 0 0 0 0,-1 0-1 0 0,0 0 1 0 0,0 1 0 0 0,0-1-1 0 0,-1 0 1 0 0,-2 10-1 0 0,-14 49 1430 0 0,11-45-1304 0 0,-25 88 1312 0 0,-81 307 1059 0 0,107-396-2318 0 0,5-27-129 0 0,7-35-240 0 0,65-217-321 0 0,-58 220 23 0 0,2 0 0 0 0,2 1-1 0 0,1 1 1 0 0,33-49 0 0 0,-47 80 49 0 0,0 0 1 0 0,0 1 0 0 0,1 0-1 0 0,0 0 1 0 0,0 0-1 0 0,1 0 1 0 0,-1 1-1 0 0,13-7 1 0 0,-17 11 18 0 0,1-1-1 0 0,-1 1 1 0 0,1 0-1 0 0,-1 0 1 0 0,1 0-1 0 0,0 1 1 0 0,0-1 0 0 0,-1 1-1 0 0,1-1 1 0 0,0 1-1 0 0,0 0 1 0 0,0 0-1 0 0,0 0 1 0 0,-1 1 0 0 0,1-1-1 0 0,0 1 1 0 0,0-1-1 0 0,-1 1 1 0 0,1 0-1 0 0,0 0 1 0 0,-1 0 0 0 0,1 0-1 0 0,-1 1 1 0 0,1-1-1 0 0,-1 1 1 0 0,0-1-1 0 0,0 1 1 0 0,1 0 0 0 0,2 3-1 0 0,1 2 16 0 0,0 1 0 0 0,-1 0-1 0 0,1 0 1 0 0,-2 0 0 0 0,1 0 0 0 0,-1 1-1 0 0,0 0 1 0 0,-1-1 0 0 0,3 14 0 0 0,16 87 152 0 0,-22-105-153 0 0,18 160 329 0 0,5 34-2537 0 0,-20-178-1616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6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50 124 2736 0 0,'-4'-2'556'0'0,"-4"-2"1526"0"0,1-1-1 0 0,-1 0 0 0 0,1 0 0 0 0,-9-8 686 0 0,17 12-2705 0 0,-1 0 1 0 0,1 0-1 0 0,-1 1 0 0 0,1-1 0 0 0,-1 0 1 0 0,1 0-1 0 0,0 1 0 0 0,-1-1 1 0 0,1 0-1 0 0,0 1 0 0 0,0-1 1 0 0,-1 0-1 0 0,1 1 0 0 0,0-1 0 0 0,0 1 1 0 0,0 0-1 0 0,0-1 0 0 0,0 1 1 0 0,2-1-1 0 0,19-6 333 0 0,78-13 239 0 0,-15 3-2205 0 0,-2-6-5510 0 0,-54 13 1478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6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36 2096 0 0,'0'-2'2202'0'0,"4"-31"11182"0"0,-5 46-11930 0 0,-8 106 6309 0 0,-3 0-4045 0 0,3-25-1965 0 0,-42 374-1356 0 0,39-391-3411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7.1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0 115 976 0 0,'39'-69'20807'0'0,"-28"63"-17699"0"0,-1 5-2189 0 0,0 0-1 0 0,1 0 1 0 0,-1 1 0 0 0,16 2-1 0 0,9 0-119 0 0,249-19 1446 0 0,-163 4-5860 0 0,-16 2-7428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7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0 1200 0 0,'-24'11'4590'0'0,"0"0"1"0"0,-38 23-1 0 0,61-33-4294 0 0,0 0 0 0 0,0-1 1 0 0,0 1-1 0 0,0 0 0 0 0,0 0 1 0 0,0 0-1 0 0,0 0 0 0 0,0 0 1 0 0,1 0-1 0 0,-1 0 0 0 0,0 0 1 0 0,1 0-1 0 0,-1 0 1 0 0,0 0-1 0 0,1 0 0 0 0,-1 1 1 0 0,1-1-1 0 0,0 0 0 0 0,-1 0 1 0 0,1 2-1 0 0,0-2-143 0 0,0 0 0 0 0,0 0 0 0 0,1 0-1 0 0,-1 0 1 0 0,1 0 0 0 0,-1 0 0 0 0,0-1 0 0 0,1 1 0 0 0,0 0 0 0 0,-1 0 0 0 0,1 0 0 0 0,-1-1-1 0 0,1 1 1 0 0,0 0 0 0 0,0-1 0 0 0,-1 1 0 0 0,1-1 0 0 0,0 1 0 0 0,0-1 0 0 0,1 1 0 0 0,4 2 201 0 0,0 0 0 0 0,0-1 0 0 0,1 0 1 0 0,-1 0-1 0 0,11 2 0 0 0,51 3 287 0 0,0-3 0 0 0,79-6 0 0 0,-92 1-529 0 0,53 0 14 0 0,129-6 274 0 0,-226 6 1855 0 0,-3 1-4343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7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91 224 0 0,'0'-6'906'0'0,"-1"1"-1"0"0,0-1 1 0 0,-1 0-1 0 0,1 1 1 0 0,-1-1-1 0 0,0 1 1 0 0,-1-1-1 0 0,1 1 1 0 0,-1 0-1 0 0,0 0 1 0 0,-1 0-1 0 0,1 0 1 0 0,-8-7-1 0 0,9 11-798 0 0,1 0 0 0 0,-1 0 0 0 0,1 0 0 0 0,-1 0 0 0 0,1 1 0 0 0,-1-1 0 0 0,1 0 0 0 0,-1 1-1 0 0,0 0 1 0 0,1-1 0 0 0,-1 1 0 0 0,0 0 0 0 0,1 0 0 0 0,-1 0 0 0 0,0 0 0 0 0,1 0 0 0 0,-1 0 0 0 0,-3 1 0 0 0,1 0 92 0 0,0 0 1 0 0,0 0-1 0 0,-1 0 1 0 0,1 1-1 0 0,1 0 1 0 0,-6 2 0 0 0,-4 5 187 0 0,1 1 0 0 0,0 0 1 0 0,0 1-1 0 0,1 1 1 0 0,1 0-1 0 0,-1 0 1 0 0,2 1-1 0 0,0 0 1 0 0,-12 23-1 0 0,-2 11 688 0 0,-26 78-1 0 0,35-84-488 0 0,-17 86 0 0 0,27-102-440 0 0,1 0 1 0 0,1 0-1 0 0,2 0 1 0 0,4 49 0 0 0,-3-68-111 0 0,0 0 0 0 0,0 0 1 0 0,1 0-1 0 0,-1 0 1 0 0,2 0-1 0 0,-1 0 0 0 0,1 0 1 0 0,-1-1-1 0 0,1 1 1 0 0,1-1-1 0 0,-1 0 1 0 0,1 0-1 0 0,0 0 0 0 0,0-1 1 0 0,6 6-1 0 0,-4-6-7 0 0,0 0-1 0 0,-1-1 0 0 0,1 1 1 0 0,0-1-1 0 0,1-1 1 0 0,-1 1-1 0 0,0-1 0 0 0,1 0 1 0 0,-1 0-1 0 0,1-1 0 0 0,0 0 1 0 0,0 0-1 0 0,13-1 1 0 0,1-1-10 0 0,1-1 1 0 0,-1-1 0 0 0,0-1 0 0 0,0-1-1 0 0,0-1 1 0 0,-1-1 0 0 0,1 0 0 0 0,-2-2 0 0 0,1 0-1 0 0,-1-1 1 0 0,21-16 0 0 0,-13 7-5 0 0,0-1-1 0 0,-2-1 1 0 0,0-1 0 0 0,-2-2 0 0 0,0 0 0 0 0,31-45-1 0 0,-34 40-51 0 0,-2-1-1 0 0,22-47 1 0 0,-34 65 20 0 0,-1 0 0 0 0,-1-1 0 0 0,0 0 0 0 0,-1 1 0 0 0,-1-1 0 0 0,0-1 0 0 0,0 1 0 0 0,-1 0 0 0 0,-2-23 0 0 0,1 30 2 0 0,-1 1 1 0 0,0-1 0 0 0,-1 1 0 0 0,1 0-1 0 0,-1 0 1 0 0,0 0 0 0 0,0 0 0 0 0,0 0-1 0 0,-1 0 1 0 0,0 0 0 0 0,0 1 0 0 0,0-1-1 0 0,-1 1 1 0 0,-4-5 0 0 0,2 4-87 0 0,0 0 1 0 0,0 0-1 0 0,-1 1 0 0 0,1 0 1 0 0,-1 0-1 0 0,0 1 1 0 0,0 0-1 0 0,0 0 0 0 0,-10-2 1 0 0,1 1-624 0 0,0 1 1 0 0,-1 0 0 0 0,1 2-1 0 0,-1 0 1 0 0,1 1 0 0 0,-1 0-1 0 0,1 2 1 0 0,-32 6 0 0 0,-71 26-8164 0 0,78-22 2612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29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22 512 0 0,'14'-22'10824'0'0,"-23"28"-10130"0"0,-200 187-445 0 0,94-84-6571 0 0,83-78 2769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0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45 700 2504 0 0,'0'0'1793'0'0,"-12"8"2895"0"0,-20 13 2636 0 0,62-45-6890 0 0,33-33-293 0 0,71-85 1 0 0,8-45-31 0 0,-117 151-93 0 0,-3-2 0 0 0,-1-1-1 0 0,22-55 1 0 0,-5-3-176 0 0,-38 96 155 0 0,0 1 0 0 0,0 0 0 0 0,1-1 0 0 0,-1 1 0 0 0,0 0 0 0 0,0-1 0 0 0,0 1 0 0 0,0 0 0 0 0,1-1 0 0 0,-1 1 0 0 0,0 0 0 0 0,0-1 0 0 0,0 1 0 0 0,0-1 0 0 0,0 1 0 0 0,0 0 0 0 0,0-1 0 0 0,0 1 0 0 0,0 0 0 0 0,0-1 0 0 0,0 1 0 0 0,-1-1 1 0 0,1 1-1 0 0,0 0 0 0 0,0-1 0 0 0,0 1 0 0 0,0 0 0 0 0,0-1 0 0 0,-1 1 0 0 0,1 0 0 0 0,0-1 0 0 0,0 1 0 0 0,-1 0 0 0 0,1 0 0 0 0,0-1 0 0 0,0 1 0 0 0,-1 0 0 0 0,1 0 0 0 0,0 0 0 0 0,-1-1 0 0 0,1 1 0 0 0,0 0 0 0 0,-1 0 0 0 0,1 0 0 0 0,0 0 0 0 0,-1 0 0 0 0,1-1 0 0 0,-1 1 0 0 0,1 0 0 0 0,0 0 0 0 0,-1 0 0 0 0,1 0 0 0 0,-1 0 0 0 0,-17 5-24 0 0,9 2 8 0 0,0 0 1 0 0,1 1-1 0 0,-1 0 0 0 0,1 1 1 0 0,1 0-1 0 0,0 0 1 0 0,0 1-1 0 0,-6 11 1 0 0,8-9 6 0 0,4 1 17 0 0,1-11-4 0 0,1 0 1 0 0,-1-1-1 0 0,1 1 0 0 0,0 0 0 0 0,0 0 0 0 0,0-1 1 0 0,0 1-1 0 0,0 0 0 0 0,0-1 0 0 0,0 1 0 0 0,0-1 1 0 0,1 1-1 0 0,-1-1 0 0 0,1 0 0 0 0,-1 0 0 0 0,1 1 1 0 0,-1-1-1 0 0,1 0 0 0 0,0-1 0 0 0,0 1 0 0 0,-1 0 1 0 0,3 0-1 0 0,7 3 10 0 0,-1 0 1 0 0,20 2-1 0 0,-15-3-7 0 0,-2 0-5 0 0,6 1 0 0 0,0 1 0 0 0,0 1 0 0 0,33 15 0 0 0,-48-19 2 0 0,1 0-1 0 0,-1 1 0 0 0,0-1 1 0 0,0 1-1 0 0,0 0 1 0 0,-1 0-1 0 0,1 1 1 0 0,-1-1-1 0 0,1 1 1 0 0,-1 0-1 0 0,0 0 1 0 0,-1 0-1 0 0,1 0 1 0 0,-1 0-1 0 0,1 0 1 0 0,-1 1-1 0 0,-1-1 0 0 0,1 1 1 0 0,-1 0-1 0 0,2 8 1 0 0,-2 6 123 0 0,-1 0-1 0 0,-1 0 1 0 0,0 0 0 0 0,-2-1 0 0 0,0 1-1 0 0,-1-1 1 0 0,-9 24 0 0 0,-5 30 15 0 0,18-71-135 0 0,0 0-1 0 0,-1 0 0 0 0,1 0 1 0 0,0 0-1 0 0,0 1 0 0 0,0-1 1 0 0,0 0-1 0 0,0 0 0 0 0,0 0 1 0 0,0 0-1 0 0,1 1 0 0 0,-1-1 1 0 0,0 0-1 0 0,1 0 0 0 0,-1 0 1 0 0,1 0-1 0 0,-1 0 0 0 0,1 0 1 0 0,-1 0-1 0 0,1 0 1 0 0,0 0-1 0 0,-1 0 0 0 0,1 0 1 0 0,0 0-1 0 0,1 1 0 0 0,1-1-45 0 0,-1 1 0 0 0,1-1 0 0 0,-1 0-1 0 0,1 0 1 0 0,-1 0 0 0 0,1 0 0 0 0,0-1 0 0 0,-1 1-1 0 0,1-1 1 0 0,4 1 0 0 0,6-1-632 0 0,0 0-1 0 0,0-1 1 0 0,20-4-1 0 0,-9 0-1718 0 0,0-1 1 0 0,25-10-1 0 0,-11 1-2838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1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93 256 0 0,'3'-6'865'0'0,"0"0"0"0"0,-1-1 1 0 0,0 1-1 0 0,0-1 0 0 0,0 1 0 0 0,-1-1 1 0 0,0 0-1 0 0,0 1 0 0 0,-1-1 0 0 0,0-10 1 0 0,0 17-786 0 0,-1-1 1 0 0,1 0-1 0 0,-1 0 1 0 0,1 1-1 0 0,-1-1 1 0 0,1 0 0 0 0,-1 1-1 0 0,1-1 1 0 0,-1 1-1 0 0,0-1 1 0 0,1 1-1 0 0,-1-1 1 0 0,0 1 0 0 0,0-1-1 0 0,1 1 1 0 0,-1 0-1 0 0,0-1 1 0 0,0 1-1 0 0,0 0 1 0 0,0-1 0 0 0,1 1-1 0 0,-1 0 1 0 0,0 0-1 0 0,0 0 1 0 0,0 0-1 0 0,0 0 1 0 0,0 0 0 0 0,0 0-1 0 0,-26 3 987 0 0,12 2-671 0 0,1 0 0 0 0,0 1 1 0 0,0 0-1 0 0,1 1 0 0 0,0 1 1 0 0,-18 13-1 0 0,-68 60 1107 0 0,83-66-1382 0 0,1 0 0 0 0,1 1 0 0 0,0 1 0 0 0,1 0 0 0 0,0 0 0 0 0,2 1-1 0 0,0 1 1 0 0,1 0 0 0 0,-13 37 0 0 0,21-53-106 0 0,1 1 0 0 0,0-1 0 0 0,1 1 0 0 0,-1 0 0 0 0,0 0 0 0 0,1-1 0 0 0,0 1 0 0 0,0 0 0 0 0,0 0 0 0 0,1-1 0 0 0,-1 1 0 0 0,1 0 0 0 0,0 0 0 0 0,0-1 0 0 0,0 1 0 0 0,0-1 0 0 0,1 1 0 0 0,-1-1 0 0 0,1 1 0 0 0,0-1 0 0 0,0 0 0 0 0,4 4 0 0 0,-3-3-6 0 0,0-1 0 0 0,1-1 1 0 0,0 1-1 0 0,0 0 0 0 0,-1-1 0 0 0,1 0 0 0 0,1 0 0 0 0,-1 0 1 0 0,0 0-1 0 0,0-1 0 0 0,1 0 0 0 0,-1 0 0 0 0,1 0 1 0 0,-1 0-1 0 0,1-1 0 0 0,0 1 0 0 0,-1-1 0 0 0,6-1 0 0 0,2 0-9 0 0,0 0-1 0 0,0-1 1 0 0,-1-1-1 0 0,1 0 1 0 0,0 0-1 0 0,-1-1 1 0 0,0-1-1 0 0,0 0 1 0 0,0-1-1 0 0,0 0 1 0 0,-1 0-1 0 0,0-1 1 0 0,-1 0-1 0 0,1-1 1 0 0,-1 0-1 0 0,-1-1 1 0 0,0 0-1 0 0,10-13 1 0 0,8-14 0 0 0,-3-2 1 0 0,-1 0-1 0 0,28-67 0 0 0,-40 82 10 0 0,0-3-122 0 0,-10 24 27 0 0,-4 15 67 0 0,-14 41 70 0 0,-13 71 0 0 0,27-108-294 0 0,2 0 1 0 0,0 1-1 0 0,1-1 0 0 0,0 1 0 0 0,2 0 0 0 0,0-1 0 0 0,1 1 0 0 0,7 25 0 0 0,-8-39-85 0 0,0-1 1 0 0,0 0-1 0 0,1 0 0 0 0,0 0 0 0 0,-1 0 0 0 0,1 0 0 0 0,0 0 1 0 0,0 0-1 0 0,4 3 0 0 0,-4-4-218 0 0,0-1 0 0 0,-1 1 1 0 0,1-1-1 0 0,0 0 0 0 0,0 0 0 0 0,-1 0 0 0 0,1 0 1 0 0,0 0-1 0 0,0 0 0 0 0,4 0 0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82 800 0 0,'11'-19'4630'0'0,"23"-34"0"0"0,-33 53-4551 0 0,-1-1 0 0 0,1 0 0 0 0,0 0 0 0 0,-1 1 0 0 0,1-1 0 0 0,0 1 0 0 0,0-1 0 0 0,-1 0 0 0 0,1 1 0 0 0,0-1 0 0 0,0 1 0 0 0,0 0 0 0 0,0-1 0 0 0,-1 1 0 0 0,1 0 1 0 0,0-1-1 0 0,0 1 0 0 0,0 0 0 0 0,0 0 0 0 0,0 0 0 0 0,0 0 0 0 0,0 0 0 0 0,0 0 0 0 0,0 0 0 0 0,0 0 0 0 0,0 0 0 0 0,0 0 0 0 0,0 1 0 0 0,-1-1 0 0 0,1 0 0 0 0,0 1 0 0 0,0-1 0 0 0,0 0 0 0 0,0 1 0 0 0,0-1 0 0 0,-1 1 0 0 0,1 0 0 0 0,0-1 0 0 0,0 1 0 0 0,0 0 0 0 0,3 3 82 0 0,0-1 0 0 0,-1 1 0 0 0,0 0 0 0 0,1 0 1 0 0,3 7-1 0 0,-2-2-32 0 0,-1-1 1 0 0,-1 1-1 0 0,0 0 1 0 0,0 0 0 0 0,0 0-1 0 0,-1 0 1 0 0,0 0-1 0 0,0 13 1 0 0,-2 77 357 0 0,-1-79-400 0 0,-1 11 290 0 0,-2 0-1 0 0,-2 0 1 0 0,-9 32-1 0 0,14-61-210 0 0,1 1 0 0 0,-1-1 0 0 0,0 1 0 0 0,0-1 0 0 0,0 1 1 0 0,-1-1-1 0 0,1 1 0 0 0,-3 2 0 0 0,3-4-133 0 0,1-1 0 0 0,-1 1 1 0 0,0-1-1 0 0,1 1 0 0 0,-1 0 0 0 0,0-1 0 0 0,0 1 1 0 0,0-1-1 0 0,1 0 0 0 0,-1 1 0 0 0,0-1 1 0 0,0 0-1 0 0,0 1 0 0 0,0-1 0 0 0,0 0 1 0 0,0 0-1 0 0,0 0 0 0 0,0 0 0 0 0,0 0 0 0 0,0 0 1 0 0,1 0-1 0 0,-1 0 0 0 0,0 0 0 0 0,0 0 1 0 0,-2-1-1 0 0,2 0-19 0 0,0 0-1 0 0,0 1 1 0 0,0-1 0 0 0,0 0 0 0 0,-1 0 0 0 0,1 0 0 0 0,0 0-1 0 0,0-1 1 0 0,1 1 0 0 0,-1 0 0 0 0,0 0 0 0 0,0 0-1 0 0,1-1 1 0 0,-1 1 0 0 0,0 0 0 0 0,1-1 0 0 0,0 1 0 0 0,-1-3-1 0 0,-5-23 86 0 0,7 13-92 0 0,-1 0 0 0 0,2 0 0 0 0,-1 0 0 0 0,2 0 0 0 0,0 1 0 0 0,1-1 0 0 0,0 1 0 0 0,1 0 1 0 0,0 0-1 0 0,1 0 0 0 0,1 1 0 0 0,0 0 0 0 0,1 0 0 0 0,0 1 0 0 0,17-19 0 0 0,-13 16-13 0 0,1 1 0 0 0,1 1 1 0 0,0 0-1 0 0,1 0 0 0 0,0 2 0 0 0,1 0 0 0 0,0 0 0 0 0,1 2 0 0 0,-1 0 0 0 0,2 1 0 0 0,23-7 0 0 0,-35 12 1 0 0,0 1-1 0 0,0 0 1 0 0,-1 1 0 0 0,1-1-1 0 0,0 1 1 0 0,0 0-1 0 0,0 0 1 0 0,0 1 0 0 0,0 0-1 0 0,0 0 1 0 0,-1 0 0 0 0,10 4-1 0 0,-12-4 5 0 0,0 1-1 0 0,1 0 1 0 0,-1-1-1 0 0,0 2 1 0 0,0-1-1 0 0,0 0 1 0 0,-1 0-1 0 0,1 1 1 0 0,0 0-1 0 0,-1-1 1 0 0,0 1-1 0 0,0 0 1 0 0,0 0-1 0 0,0 0 1 0 0,0 0-1 0 0,0 1 1 0 0,-1-1-1 0 0,1 1 1 0 0,-1-1-1 0 0,1 8 1 0 0,0-1 3 0 0,-1 1 0 0 0,0-1 0 0 0,0 1 0 0 0,-1-1 0 0 0,-1 1-1 0 0,-2 14 1 0 0,-18 64 15 0 0,-1 4 11 0 0,22-92-22 0 0,-1 1-1 0 0,1-1 1 0 0,0 0 0 0 0,0 1-1 0 0,0-1 1 0 0,0 1 0 0 0,1-1-1 0 0,-1 0 1 0 0,0 1 0 0 0,0-1-1 0 0,1 0 1 0 0,-1 1 0 0 0,1-1-1 0 0,-1 0 1 0 0,1 1 0 0 0,0-1-1 0 0,-1 0 1 0 0,1 0 0 0 0,0 0-1 0 0,2 2 1 0 0,-1-1 0 0 0,0-1 1 0 0,0 1-1 0 0,0-1 0 0 0,0 0 1 0 0,0 0-1 0 0,1 0 1 0 0,-1 0-1 0 0,0 0 0 0 0,1 0 1 0 0,4 0-1 0 0,4 1-75 0 0,1-1 1 0 0,0-1-1 0 0,22-2 1 0 0,-34 2 62 0 0,37-4-1465 0 0,1-2 0 0 0,52-16 0 0 0,17-12-5593 0 0,-54 15 804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2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378 62 1040 0 0,'-29'-61'12144'0'0,"11"88"-9739"0"0,-53 209 3602 0 0,36-108-4528 0 0,-134 412 2249 0 0,155-498-3570 0 0,3-12 499 0 0,-9 42-1 0 0,16-63 349 0 0,0-11-235 0 0,1-17-366 0 0,7-8-465 0 0,2 0-1 0 0,1 1 0 0 0,14-39 0 0 0,39-75-207 0 0,-58 136 270 0 0,19-41-25 0 0,3 1 1 0 0,1 0-1 0 0,40-51 1 0 0,-51 77 2 0 0,1 0 1 0 0,1 1-1 0 0,0 1 1 0 0,1 1 0 0 0,0 0-1 0 0,2 2 1 0 0,-1 0-1 0 0,2 1 1 0 0,32-16-1 0 0,-45 25 2 0 0,1 1 0 0 0,-1 0 0 0 0,1 0 0 0 0,0 0-1 0 0,0 1 1 0 0,-1 0 0 0 0,1 0 0 0 0,0 1 0 0 0,0 0-1 0 0,0 1 1 0 0,13 2 0 0 0,-17-3 4 0 0,-1 1 1 0 0,0 0-1 0 0,0 0 1 0 0,0 0-1 0 0,0 0 0 0 0,0 1 1 0 0,0-1-1 0 0,-1 1 1 0 0,1 0-1 0 0,0 0 1 0 0,-1 0-1 0 0,1 0 0 0 0,-1 0 1 0 0,0 0-1 0 0,0 1 1 0 0,0-1-1 0 0,0 1 1 0 0,0 0-1 0 0,0-1 1 0 0,-1 1-1 0 0,1 0 0 0 0,-1 0 1 0 0,0 0-1 0 0,0 0 1 0 0,0 0-1 0 0,0 0 1 0 0,0 0-1 0 0,-1 0 0 0 0,1 1 1 0 0,-1-1-1 0 0,0 5 1 0 0,-1-2 6 0 0,0 1 1 0 0,0-1-1 0 0,0 0 1 0 0,-1 0-1 0 0,0 0 0 0 0,0 0 1 0 0,-1 0-1 0 0,0 0 1 0 0,0 0-1 0 0,0-1 1 0 0,-1 1-1 0 0,1-1 1 0 0,-1 0-1 0 0,-1 0 1 0 0,1-1-1 0 0,-1 1 1 0 0,1-1-1 0 0,-1 0 0 0 0,-6 4 1 0 0,-6 4 28 0 0,-1-1 1 0 0,0-1-1 0 0,-1 0 0 0 0,-31 12 1 0 0,45-21-14 0 0,0 1 0 0 0,0-1 0 0 0,0 0 1 0 0,0-1-1 0 0,0 1 0 0 0,0-1 0 0 0,0 0 1 0 0,0 0-1 0 0,-1 0 0 0 0,1-1 0 0 0,0 0 1 0 0,0 0-1 0 0,-7-3 0 0 0,11 4-12 0 0,-1-1 1 0 0,1 1-1 0 0,0-1 0 0 0,0 0 1 0 0,0 1-1 0 0,0-1 0 0 0,0 0 0 0 0,0 0 1 0 0,0 1-1 0 0,0-1 0 0 0,1 0 1 0 0,-1 0-1 0 0,0 0 0 0 0,0 0 1 0 0,1 0-1 0 0,-1-1 0 0 0,1 1 0 0 0,-1 0 1 0 0,1 0-1 0 0,-1 0 0 0 0,1 0 1 0 0,0-1-1 0 0,-1 1 0 0 0,1 0 1 0 0,0 0-1 0 0,0-1 0 0 0,0 1 1 0 0,0 0-1 0 0,0 0 0 0 0,0-1 0 0 0,0 1 1 0 0,1-1-1 0 0,-1-5-86 0 0,17 10-29 0 0,-9 3 110 0 0,0 1 0 0 0,0 0 0 0 0,-1 1 0 0 0,0-1-1 0 0,-1 1 1 0 0,0 1 0 0 0,0-1 0 0 0,-1 1 0 0 0,5 10 0 0 0,6 17 85 0 0,13 42 0 0 0,6 13-50 0 0,-32-84-77 0 0,22 40-1500 0 0,-24-46 1325 0 0,0 0 0 0 0,1 0 0 0 0,-1 0 0 0 0,0-1-1 0 0,0 1 1 0 0,1 0 0 0 0,-1 0 0 0 0,1-1 0 0 0,-1 1 0 0 0,1-1-1 0 0,-1 1 1 0 0,1-1 0 0 0,-1 1 0 0 0,1-1 0 0 0,-1 0-1 0 0,1 0 1 0 0,2 0 0 0 0,25-3-3743 0 0,-21 2 2336 0 0,-1-1-1 0 0,0 0 1 0 0,0-1-1 0 0,0 0 1 0 0,8-4 0 0 0,5-3-5291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3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179 372 964 0 0,'4'-10'2889'0'0,"0"-1"0"0"0,4-19 0 0 0,-1 1 2037 0 0,-9 30-4860 0 0,0-1 0 0 0,0 1-1 0 0,0-1 1 0 0,0 1 0 0 0,0 0-1 0 0,0 0 1 0 0,0 0 0 0 0,0 0-1 0 0,0 0 1 0 0,0 1 0 0 0,0-1 0 0 0,0 1-1 0 0,1-1 1 0 0,-1 1 0 0 0,-1 2-1 0 0,-25 31 368 0 0,19-23-323 0 0,-16 20 120 0 0,-36 62-1 0 0,54-81-188 0 0,0 1-1 0 0,1 0 1 0 0,0 0 0 0 0,1 0 0 0 0,1 1-1 0 0,0 0 1 0 0,-3 29 0 0 0,7-41 20 0 0,0 0 0 0 0,0-1 1 0 0,0 1-1 0 0,0-1 1 0 0,0 1-1 0 0,0 0 1 0 0,1-1-1 0 0,0 1 1 0 0,-1-1-1 0 0,1 1 0 0 0,0-1 1 0 0,0 0-1 0 0,0 1 1 0 0,1-1-1 0 0,-1 0 1 0 0,0 0-1 0 0,1 1 1 0 0,0-1-1 0 0,1 1 0 0 0,0-1-1 0 0,-1 0-1 0 0,1 0 0 0 0,0-1 1 0 0,-1 1-1 0 0,1-1 0 0 0,0 0 0 0 0,0 0 1 0 0,0 0-1 0 0,0 0 0 0 0,0 0 1 0 0,0-1-1 0 0,0 1 0 0 0,0-1 1 0 0,1 0-1 0 0,5 0 0 0 0,5-2-9 0 0,1 0-1 0 0,0-1 1 0 0,-1 0-1 0 0,0-1 1 0 0,0-1-1 0 0,0 0 1 0 0,-1-1-1 0 0,1 0 1 0 0,-1-2-1 0 0,-1 1 1 0 0,0-1-1 0 0,0-1 1 0 0,0 0-1 0 0,-1-1 1 0 0,0 0-1 0 0,12-15 1 0 0,-13 13-39 0 0,0 0 0 0 0,-1-1 1 0 0,0 0-1 0 0,-1-1 0 0 0,0 0 0 0 0,-1 0 1 0 0,-1 0-1 0 0,0-1 0 0 0,-1 0 1 0 0,0 0-1 0 0,-2-1 0 0 0,0 1 0 0 0,0-1 1 0 0,-2 1-1 0 0,1-19 0 0 0,-2 28-14 0 0,-1 1 0 0 0,1 0 0 0 0,-1-1 0 0 0,0 1 0 0 0,0 0 0 0 0,-1 0 0 0 0,1 0 0 0 0,-1 0 0 0 0,-1 0-1 0 0,1 0 1 0 0,0 0 0 0 0,-1 1 0 0 0,-4-6 0 0 0,5 8-3 0 0,0 0 0 0 0,0 0-1 0 0,0 0 1 0 0,-1 1 0 0 0,1-1 0 0 0,-1 0-1 0 0,1 1 1 0 0,-1 0 0 0 0,0 0-1 0 0,1 0 1 0 0,-1 0 0 0 0,0 0 0 0 0,0 0-1 0 0,0 0 1 0 0,1 1 0 0 0,-1 0 0 0 0,0 0-1 0 0,0-1 1 0 0,0 2 0 0 0,0-1-1 0 0,0 0 1 0 0,0 0 0 0 0,0 1 0 0 0,0 0-1 0 0,-4 1 1 0 0,-5 3-3 0 0,0 0 1 0 0,0 0-1 0 0,0 1 0 0 0,1 1 0 0 0,0 0 0 0 0,0 0 1 0 0,1 1-1 0 0,-1 0 0 0 0,2 1 0 0 0,-10 11 0 0 0,11-12 8 0 0,1 0 0 0 0,0 1 0 0 0,1 0-1 0 0,0 0 1 0 0,0 1 0 0 0,1 0 0 0 0,0 0-1 0 0,1 0 1 0 0,0 0 0 0 0,1 1-1 0 0,0-1 1 0 0,-2 15 0 0 0,4-21 4 0 0,1-1 0 0 0,0 0 1 0 0,0 1-1 0 0,0-1 0 0 0,0 0 1 0 0,1 1-1 0 0,0-1 0 0 0,-1 0 0 0 0,1 0 1 0 0,0 1-1 0 0,0-1 0 0 0,1 0 1 0 0,-1 0-1 0 0,1 0 0 0 0,0 0 1 0 0,3 4-1 0 0,-2-4 3 0 0,0 1 0 0 0,1-1 0 0 0,-1 0 1 0 0,1-1-1 0 0,0 1 0 0 0,0-1 0 0 0,0 1 0 0 0,0-1 1 0 0,0 0-1 0 0,8 2 0 0 0,2 0 5 0 0,0-1 0 0 0,0-1-1 0 0,0 0 1 0 0,0-1 0 0 0,0-1 0 0 0,26-2 0 0 0,-8-2-1 0 0,0-2 0 0 0,0-1 0 0 0,-1-2 0 0 0,0-1 0 0 0,0-1 0 0 0,-1-2 0 0 0,-1 0-1 0 0,52-35 1 0 0,-50 28 1 0 0,-1-3-1 0 0,-1 0 0 0 0,-1-2 0 0 0,-1-1 1 0 0,-2-1-1 0 0,0-1 0 0 0,30-47 0 0 0,-30 34-20 0 0,37-82 0 0 0,-57 100-48 0 0,-5 21 28 0 0,-4 3-29 0 0,0 1 54 0 0,0 1 0 0 0,0-1 0 0 0,0 1-1 0 0,0 0 1 0 0,0 0 0 0 0,1 0-1 0 0,-1 1 1 0 0,1-1 0 0 0,0 1-1 0 0,0 0 1 0 0,0 0 0 0 0,0 0-1 0 0,-2 5 1 0 0,-7 14 4 0 0,-11 29 0 0 0,16-36 11 0 0,-45 115 846 0 0,-39 156 1 0 0,-9 145-10 0 0,16 100-285 0 0,81-506-511 0 0,1-14 6 0 0,0 0-1 0 0,1 25 1 0 0,1-36-50 0 0,0 0 1 0 0,0-1-1 0 0,0 1 1 0 0,1 0-1 0 0,-1 0 1 0 0,0 0-1 0 0,0 0 1 0 0,0 0 0 0 0,1 0-1 0 0,-1 0 1 0 0,1-1-1 0 0,-1 1 1 0 0,0 0-1 0 0,1 0 1 0 0,0-1-1 0 0,-1 1 1 0 0,1 0-1 0 0,-1 0 1 0 0,1-1-1 0 0,0 1 1 0 0,-1-1-1 0 0,1 1 1 0 0,0-1-1 0 0,1 2 1 0 0,0-2-6 0 0,-1 0 0 0 0,1 1 0 0 0,-1-1 0 0 0,1 0 0 0 0,0 0 0 0 0,-1 0 0 0 0,1 0 0 0 0,0 0 0 0 0,-1 0 0 0 0,1 0 0 0 0,0 0 0 0 0,2-2 0 0 0,2 0-8 0 0,1 0 0 0 0,-1-1 0 0 0,0 0 1 0 0,0 0-1 0 0,9-6 0 0 0,0-3-10 0 0,0 0 0 0 0,-1 0-1 0 0,-1-2 1 0 0,0 1 0 0 0,0-2-1 0 0,-2 0 1 0 0,17-26 0 0 0,-24 34 12 0 0,0 1 0 0 0,-1-1 0 0 0,0 0 0 0 0,0 0 0 0 0,-1 0 1 0 0,0-1-1 0 0,0 1 0 0 0,-1 0 0 0 0,0-1 0 0 0,0 1 1 0 0,0-1-1 0 0,-1 1 0 0 0,-1-1 0 0 0,1 0 0 0 0,-1 1 0 0 0,0-1 1 0 0,-1 1-1 0 0,0 0 0 0 0,0-1 0 0 0,0 1 0 0 0,-6-12 0 0 0,-2 4-5 0 0,0 0 0 0 0,0 0-1 0 0,-2 1 1 0 0,0 0-1 0 0,0 1 1 0 0,-1 0 0 0 0,-1 1-1 0 0,-23-16 1 0 0,-14-6 2 0 0,-67-31 0 0 0,36 21-12 0 0,75 40 14 0 0,3 2 3 0 0,1 0 0 0 0,0 1 0 0 0,0-1 0 0 0,-1-1 0 0 0,2 1 0 0 0,-1 0 0 0 0,-4-5 0 0 0,6 6-12 0 0,1 0 0 0 0,-1 0 0 0 0,1 0 0 0 0,-1 0 1 0 0,1 0-1 0 0,0 0 0 0 0,0 0 0 0 0,-1-1 0 0 0,1 1 0 0 0,0 0 0 0 0,0 0 0 0 0,0 0 0 0 0,0 0 0 0 0,0 0 0 0 0,0 0 0 0 0,1 0 0 0 0,-1 0 0 0 0,0 0 0 0 0,0 0 1 0 0,1 0-1 0 0,-1 0 0 0 0,1 0 0 0 0,-1 0 0 0 0,1 0 0 0 0,-1 0 0 0 0,1 0 0 0 0,0 0 0 0 0,-1 0 0 0 0,1 0 0 0 0,0 0 0 0 0,1 0 0 0 0,12-13-841 0 0,1 1 1 0 0,0 1-1 0 0,1 1 0 0 0,0 0 0 0 0,1 1 0 0 0,19-8 0 0 0,-2 0-1554 0 0,3-3-2301 0 0,4-2-2460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4.7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29 587 2152 0 0,'-6'12'1374'0'0,"2"-1"0"0"0,0 1 0 0 0,0 0 0 0 0,1 0 0 0 0,-2 15-1 0 0,4-22-1088 0 0,0 0 0 0 0,0 1-1 0 0,1-1 1 0 0,0 0 0 0 0,0 0-1 0 0,1 0 1 0 0,-1 1-1 0 0,1-1 1 0 0,0 0 0 0 0,1 0-1 0 0,-1 0 1 0 0,1 0-1 0 0,0 0 1 0 0,5 8 0 0 0,-6-11-143 0 0,1 0 0 0 0,-1 0 0 0 0,1 0 0 0 0,0-1 0 0 0,0 1 1 0 0,0 0-1 0 0,0-1 0 0 0,0 0 0 0 0,0 1 0 0 0,0-1 0 0 0,1 0 1 0 0,-1 0-1 0 0,0 0 0 0 0,1-1 0 0 0,-1 1 0 0 0,4 0 0 0 0,-1 0-14 0 0,1-1-1 0 0,-1 0 1 0 0,0 0-1 0 0,0 0 1 0 0,1-1-1 0 0,-1 0 1 0 0,7-2-1 0 0,6-3 33 0 0,0 0 0 0 0,-1-2 1 0 0,21-11-1 0 0,-16 5-107 0 0,-1 0 1 0 0,-1-1-1 0 0,0-1 1 0 0,-1-1-1 0 0,0-1 1 0 0,-2 0-1 0 0,0-1 0 0 0,-1-1 1 0 0,15-26-1 0 0,-3 0-20 0 0,-2-1 0 0 0,-2-1 0 0 0,23-68 0 0 0,-21 41-85 0 0,22-103 1 0 0,-48 174-60 0 0,-3 8 39 0 0,-8 16 10 0 0,-11 29 36 0 0,-1 9 26 0 0,3 2 0 0 0,3 0 0 0 0,2 1 0 0 0,-12 123 0 0 0,26-172 11 0 0,0 0-1 0 0,1 0 1 0 0,0 0 0 0 0,1 0 0 0 0,0 0 0 0 0,1 0-1 0 0,7 23 1 0 0,-8-31-9 0 0,1 0-1 0 0,0 0 1 0 0,0 0 0 0 0,0 0-1 0 0,0-1 1 0 0,1 1-1 0 0,-1-1 1 0 0,1 1-1 0 0,0-1 1 0 0,0 0 0 0 0,0 0-1 0 0,1 0 1 0 0,-1 0-1 0 0,1-1 1 0 0,-1 1 0 0 0,1-1-1 0 0,0 0 1 0 0,0 0-1 0 0,0 0 1 0 0,0-1-1 0 0,0 1 1 0 0,1-1 0 0 0,-1 0-1 0 0,8 1 1 0 0,-1-2-172 0 0,0 0 0 0 0,0 0-1 0 0,0-1 1 0 0,0 0 0 0 0,-1-1 0 0 0,1 0 0 0 0,0-1 0 0 0,-1 0 0 0 0,1-1 0 0 0,-1 0 0 0 0,0-1 0 0 0,-1 0 0 0 0,1 0-1 0 0,-1-1 1 0 0,0 0 0 0 0,11-11 0 0 0,2-2-238 0 0,-1-1 1 0 0,-1-1-1 0 0,-1 0 0 0 0,-1-2 0 0 0,16-25 0 0 0,-11 12 53 0 0,-2-2 0 0 0,-2-1 0 0 0,23-63 0 0 0,22-130 1046 0 0,-56 186-308 0 0,-7 45-345 0 0,-3 2-16 0 0,1 0 0 0 0,-1 0 1 0 0,1 1-1 0 0,0-1 0 0 0,-1 0 1 0 0,1 1-1 0 0,0 0 0 0 0,0-1 1 0 0,0 1-1 0 0,0-1 1 0 0,1 1-1 0 0,-1 0 0 0 0,-1 2 1 0 0,1-1 28 0 0,-28 68 1110 0 0,2 3 0 0 0,-23 103 1 0 0,-10 158 169 0 0,55-300-1198 0 0,1-11 1019 0 0,-2 39 0 0 0,6-61-908 0 0,1-2-226 0 0,-1-1 0 0 0,1 1 0 0 0,0 0 0 0 0,-1 0 0 0 0,1-1 0 0 0,-1 1 0 0 0,1 0 0 0 0,-1 0 0 0 0,1-1 0 0 0,-1 1 0 0 0,1-1 0 0 0,-1 1 0 0 0,1 0 0 0 0,-1-1 0 0 0,1 1 0 0 0,-1-1 0 0 0,0 1 0 0 0,1-1 0 0 0,-1 1 0 0 0,0-1 0 0 0,0 0 0 0 0,1 1 0 0 0,-1-1 0 0 0,9-18 99 0 0,-8 15-68 0 0,22-49 118 0 0,-9 17-189 0 0,2 1-1 0 0,1 0 0 0 0,2 2 1 0 0,36-50-1 0 0,-53 79 14 0 0,1 1 0 0 0,0 0-1 0 0,0 1 1 0 0,0-1 0 0 0,0 0 0 0 0,1 1-1 0 0,-1 0 1 0 0,1 0 0 0 0,-1 0-1 0 0,1 0 1 0 0,0 0 0 0 0,0 1 0 0 0,0 0-1 0 0,0 0 1 0 0,4-1 0 0 0,-5 2 6 0 0,-1-1 0 0 0,1 1 0 0 0,-1 0 0 0 0,1 1 0 0 0,-1-1 1 0 0,1 0-1 0 0,-1 1 0 0 0,1 0 0 0 0,-1-1 0 0 0,1 1 0 0 0,-1 0 0 0 0,0 0 1 0 0,1 0-1 0 0,-1 1 0 0 0,0-1 0 0 0,0 0 0 0 0,0 1 0 0 0,0 0 0 0 0,0-1 1 0 0,0 1-1 0 0,0 0 0 0 0,-1 0 0 0 0,1 0 0 0 0,2 4 0 0 0,0 2 16 0 0,0 0 0 0 0,0 1 0 0 0,-1-1 0 0 0,0 1 0 0 0,0 0 0 0 0,-1 0 0 0 0,0 0 0 0 0,-1 0 0 0 0,0 0 0 0 0,0 14 0 0 0,-2 14 85 0 0,-8 47 0 0 0,5-51-45 0 0,-5 58 209 0 0,9-90-245 0 0,0 0 0 0 0,0 0 0 0 0,0 0 0 0 0,0 1 0 0 0,0-1-1 0 0,0 0 1 0 0,0 0 0 0 0,0 0 0 0 0,0 0 0 0 0,1 0 0 0 0,-1 0-1 0 0,1 0 1 0 0,-1 0 0 0 0,0 0 0 0 0,1 0 0 0 0,0 0 0 0 0,-1 0-1 0 0,1-1 1 0 0,-1 1 0 0 0,1 0 0 0 0,0 0 0 0 0,0 0 0 0 0,-1-1-1 0 0,1 1 1 0 0,0 0 0 0 0,0-1 0 0 0,0 1 0 0 0,0-1 0 0 0,0 1-1 0 0,0-1 1 0 0,0 0 0 0 0,0 1 0 0 0,0-1 0 0 0,0 0 0 0 0,0 1-1 0 0,2-1 1 0 0,1 0 5 0 0,0 1 0 0 0,0-1 0 0 0,0 0 0 0 0,0 0 1 0 0,1 0-1 0 0,-1-1 0 0 0,0 0 0 0 0,5-1 0 0 0,14-6-280 0 0,0-1 1 0 0,-1-1 0 0 0,-1-1-1 0 0,1-1 1 0 0,-2-1-1 0 0,0 0 1 0 0,33-30-1 0 0,-36 27-1102 0 0,0-1-1 0 0,-1 0 1 0 0,-1-1-1 0 0,21-34 1 0 0,-32 45 90 0 0,0 0 1 0 0,0-1 0 0 0,-1 0-1 0 0,3-10 1 0 0,-1-6-4399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34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76 1772 0 0,'-41'-3'4055'0'0,"8"1"1462"0"0,-39 1 0 0 0,142-8-4500 0 0,214-17-2221 0 0,-99-1-7340 0 0,-137 19 2818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49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81 148 0 0,'0'0'1021'0'0,"3"-1"-329"0"0,-1 0 0 0 0,1-1-1 0 0,-1 0 1 0 0,0 1 0 0 0,0-1 0 0 0,4-4-1 0 0,-8 6-594 0 0,-1 1-1 0 0,0 0 1 0 0,1-1-1 0 0,-1 1 1 0 0,1 0-1 0 0,0 0 1 0 0,-1 1-1 0 0,1-1 1 0 0,0 0-1 0 0,0 1 1 0 0,0-1-1 0 0,-1 1 1 0 0,2 0-1 0 0,-1 0 0 0 0,0 0 1 0 0,0 0-1 0 0,1 0 1 0 0,-4 4-1 0 0,-2 5 191 0 0,-1 0 0 0 0,-9 20-1 0 0,14-25-183 0 0,1 0 1 0 0,0 0-1 0 0,0 0 0 0 0,0 1 0 0 0,0-1 1 0 0,1 0-1 0 0,0 1 0 0 0,0 6 1 0 0,1-11-59 0 0,0 0 0 0 0,0 0 1 0 0,1 0-1 0 0,-1-1 1 0 0,0 1-1 0 0,1 0 1 0 0,-1 0-1 0 0,1-1 1 0 0,-1 1-1 0 0,1 0 1 0 0,0-1-1 0 0,0 1 1 0 0,0 0-1 0 0,0-1 0 0 0,0 1 1 0 0,0-1-1 0 0,0 0 1 0 0,1 1-1 0 0,-1-1 1 0 0,0 0-1 0 0,1 0 1 0 0,-1 0-1 0 0,1 0 1 0 0,0 0-1 0 0,-1 0 0 0 0,1 0 1 0 0,0 0-1 0 0,-1-1 1 0 0,1 1-1 0 0,0 0 1 0 0,0-1-1 0 0,3 1 1 0 0,4 0 66 0 0,1 0 0 0 0,0-1 0 0 0,0 0 0 0 0,-1-1 0 0 0,1 0 0 0 0,0 0 0 0 0,-1-1 0 0 0,1 0 0 0 0,-1-1 0 0 0,1 0 0 0 0,-1 0 0 0 0,0-1 0 0 0,0 0 0 0 0,-1-1 0 0 0,1 0 0 0 0,-1 0 0 0 0,0-1 0 0 0,10-8 0 0 0,-7 4-44 0 0,0-1 0 0 0,-1 0 0 0 0,0 0-1 0 0,0 0 1 0 0,-2-2 0 0 0,1 1 0 0 0,-2-1-1 0 0,1 0 1 0 0,-2 0 0 0 0,0-1 0 0 0,7-21-1 0 0,-13 34-58 0 0,0 0-1 0 0,1 0 1 0 0,-1 0-1 0 0,1-1 1 0 0,-1 1-1 0 0,0 0 1 0 0,0 0-1 0 0,0-1 1 0 0,0 1-1 0 0,0 0 1 0 0,0-1-1 0 0,0 1 1 0 0,0 0-1 0 0,-1 0 1 0 0,1-1-1 0 0,0 1 1 0 0,-1 0-1 0 0,1 0 1 0 0,-1 0-1 0 0,0-2 1 0 0,1 3-6 0 0,-1-1 0 0 0,0 1-1 0 0,0-1 1 0 0,1 1 0 0 0,-1-1 0 0 0,0 1 0 0 0,0 0-1 0 0,0-1 1 0 0,0 1 0 0 0,1 0 0 0 0,-1 0 0 0 0,0 0-1 0 0,0 0 1 0 0,0-1 0 0 0,0 1 0 0 0,0 0 0 0 0,0 0-1 0 0,0 1 1 0 0,1-1 0 0 0,-1 0 0 0 0,-1 0 0 0 0,-5 2 8 0 0,1 0 0 0 0,0 1 0 0 0,0-1 0 0 0,0 1 0 0 0,1 0 0 0 0,-9 5 0 0 0,-7 8-15 0 0,0 1 1 0 0,0 1 0 0 0,2 1 0 0 0,0 1-1 0 0,2 0 1 0 0,0 2 0 0 0,1-1-1 0 0,1 2 1 0 0,1 0 0 0 0,1 1 0 0 0,1 0-1 0 0,-8 27 1 0 0,17-44 14 0 0,1 1 0 0 0,0-1-1 0 0,1 1 1 0 0,-1-1 0 0 0,1 1 0 0 0,1 0 0 0 0,0-1-1 0 0,0 1 1 0 0,0 0 0 0 0,1 0 0 0 0,0-1 0 0 0,1 1-1 0 0,-1-1 1 0 0,2 1 0 0 0,-1-1 0 0 0,1 0 0 0 0,0 0 0 0 0,0 0-1 0 0,1 0 1 0 0,0 0 0 0 0,0-1 0 0 0,1 0 0 0 0,0 1-1 0 0,0-2 1 0 0,9 10 0 0 0,-4-7-79 0 0,-1 0 0 0 0,1-1-1 0 0,1 0 1 0 0,-1-1 0 0 0,1 0 0 0 0,0-1 0 0 0,1 0-1 0 0,-1-1 1 0 0,1 0 0 0 0,0 0 0 0 0,0-1 0 0 0,0-1-1 0 0,0 0 1 0 0,1-1 0 0 0,17 0 0 0 0,-12-3-1037 0 0,0 0-1 0 0,0-1 1 0 0,-1 0 0 0 0,1-2-1 0 0,-1 0 1 0 0,26-11 0 0 0,-8-1-2294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50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12 217 1412 0 0,'-1'-1'255'0'0,"0"-1"-1"0"0,-1 1 1 0 0,1-1-1 0 0,0 0 1 0 0,0 1 0 0 0,1-1-1 0 0,-1 0 1 0 0,0 0-1 0 0,0 0 1 0 0,1 0 0 0 0,-1 1-1 0 0,1-1 1 0 0,0 0-1 0 0,-1 0 1 0 0,1 0 0 0 0,0 0-1 0 0,0 0 1 0 0,1 0-1 0 0,-1-4 1 0 0,1 3 3 0 0,0-1 0 0 0,1 1 0 0 0,-1-1 0 0 0,1 1 0 0 0,0-1 0 0 0,-1 1 0 0 0,1 0 0 0 0,1 0 0 0 0,4-6 0 0 0,-3 5-130 0 0,1-1 1 0 0,-1 1 0 0 0,1 0-1 0 0,0 0 1 0 0,1 0 0 0 0,-1 1-1 0 0,0-1 1 0 0,1 1 0 0 0,0 1-1 0 0,0-1 1 0 0,0 1 0 0 0,6-2-1 0 0,-9 4-108 0 0,-1 0-1 0 0,0 0 0 0 0,1 0 0 0 0,-1 0 1 0 0,0 0-1 0 0,1 0 0 0 0,-1 1 1 0 0,0-1-1 0 0,1 1 0 0 0,-1 0 0 0 0,0 0 1 0 0,4 1-1 0 0,0 1 16 0 0,-2-2-17 0 0,0 1 1 0 0,1 0-1 0 0,-2 0 0 0 0,1 1 1 0 0,0-1-1 0 0,0 1 1 0 0,-1 0-1 0 0,1 0 1 0 0,-1 0-1 0 0,0 0 0 0 0,0 1 1 0 0,0-1-1 0 0,-1 1 1 0 0,1 0-1 0 0,2 5 1 0 0,0 2 5 0 0,0-1 1 0 0,-1 0-1 0 0,0 1 1 0 0,3 18-1 0 0,-4-14 9 0 0,-1 0 1 0 0,-1 1-1 0 0,0-1 0 0 0,-1 1 0 0 0,-1-1 0 0 0,-1 1 1 0 0,-3 16-1 0 0,0-9 32 0 0,-1-1-1 0 0,0 0 1 0 0,-2-1 0 0 0,-13 25-1 0 0,21-46-63 0 0,-2 5 30 0 0,0 0 0 0 0,0-1 0 0 0,-1 1 0 0 0,0 0 0 0 0,0-1 0 0 0,0 0 0 0 0,0 0 0 0 0,-1 0 0 0 0,0 0 0 0 0,-4 3 0 0 0,6-5 11 0 0,-5-11 36 0 0,6 5-76 0 0,1 0 0 0 0,-1-1 1 0 0,1 1-1 0 0,0 0 0 0 0,0 0 0 0 0,0-1 1 0 0,1 1-1 0 0,-1 0 0 0 0,1 0 0 0 0,0 0 1 0 0,2-6-1 0 0,0-2 23 0 0,5-20-26 0 0,1 0 0 0 0,2 1-1 0 0,0 0 1 0 0,3 0-1 0 0,0 2 1 0 0,2 0 0 0 0,1 0-1 0 0,1 2 1 0 0,43-50-1 0 0,-56 71-16 0 0,1 1-1 0 0,-1 0 0 0 0,1 0 0 0 0,0 0 0 0 0,0 1 0 0 0,0 0 0 0 0,1 0 0 0 0,6-2 0 0 0,-10 5 24 0 0,-1 0 0 0 0,0 0 1 0 0,1 1-1 0 0,-1-1 0 0 0,0 1 0 0 0,1 0 1 0 0,-1-1-1 0 0,0 1 0 0 0,1 0 1 0 0,-1 0-1 0 0,1 1 0 0 0,-1-1 0 0 0,0 0 1 0 0,1 1-1 0 0,-1 0 0 0 0,0-1 0 0 0,0 1 1 0 0,1 0-1 0 0,-1 0 0 0 0,0 0 0 0 0,0 1 1 0 0,0-1-1 0 0,0 0 0 0 0,0 1 0 0 0,0-1 1 0 0,-1 1-1 0 0,1 0 0 0 0,2 3 0 0 0,1 2 15 0 0,-1 0-1 0 0,1 0 0 0 0,-2 0 0 0 0,1 1 1 0 0,-1 0-1 0 0,0 0 0 0 0,-1 0 0 0 0,0 0 0 0 0,0 0 1 0 0,-1 0-1 0 0,0 0 0 0 0,0 1 0 0 0,-1-1 1 0 0,0 0-1 0 0,-2 11 0 0 0,-1 15 372 0 0,-3 0 0 0 0,-11 40 0 0 0,15-65-167 0 0,1-6 258 0 0,7-27-260 0 0,12-19-169 0 0,2 0 0 0 0,38-58 1 0 0,-43 78-105 0 0,1 1 1 0 0,1 1 0 0 0,0 0 0 0 0,2 2 0 0 0,36-30-1 0 0,-52 46 38 0 0,1 1 0 0 0,-1-1 0 0 0,1 1 0 0 0,0 0-1 0 0,0 0 1 0 0,0 1 0 0 0,0-1 0 0 0,0 1 0 0 0,0 0 0 0 0,0 0-1 0 0,0 0 1 0 0,0 0 0 0 0,5 1 0 0 0,-7 0 18 0 0,0 0 0 0 0,-1 0 0 0 0,1 1 1 0 0,0-1-1 0 0,0 1 0 0 0,-1-1 0 0 0,1 1 1 0 0,0 0-1 0 0,-1-1 0 0 0,1 1 0 0 0,-1 0 0 0 0,1 0 1 0 0,-1 0-1 0 0,0 0 0 0 0,1 1 0 0 0,-1-1 0 0 0,0 0 1 0 0,0 0-1 0 0,1 1 0 0 0,-1-1 0 0 0,0 1 0 0 0,0-1 1 0 0,-1 1-1 0 0,1-1 0 0 0,0 1 0 0 0,0 0 1 0 0,-1-1-1 0 0,1 1 0 0 0,-1 0 0 0 0,0-1 0 0 0,1 1 1 0 0,-1 0-1 0 0,0 3 0 0 0,1 7 33 0 0,-1 0 1 0 0,0 0-1 0 0,-1-1 0 0 0,0 1 1 0 0,-4 17-1 0 0,-21 60 84 0 0,8-29-47 0 0,12-37-470 0 0,1 1 0 0 0,0 0 1 0 0,0 25-1 0 0,5-43-27 0 0,-1 0 0 0 0,1 0 1 0 0,0 0-1 0 0,1 0 0 0 0,0 0 0 0 0,0 0 0 0 0,0-1 0 0 0,0 1 0 0 0,1 0 0 0 0,0-1 1 0 0,0 1-1 0 0,1-1 0 0 0,-1 1 0 0 0,1-1 0 0 0,0 0 0 0 0,1 0 0 0 0,-1 0 0 0 0,5 4 1 0 0,9 4-2798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50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462 788 1428 0 0,'2'-4'366'0'0,"0"0"1"0"0,-1 0-1 0 0,0 0 0 0 0,0 0 1 0 0,0 0-1 0 0,-1-1 0 0 0,1 1 1 0 0,-1 0-1 0 0,0-1 0 0 0,0 1 0 0 0,-1 0 1 0 0,1-1-1 0 0,-1 1 0 0 0,0 0 1 0 0,0 0-1 0 0,0-1 0 0 0,-1 1 1 0 0,-3-7-1 0 0,3 8-257 0 0,0 0 0 0 0,0 1-1 0 0,0-1 1 0 0,-1 0 0 0 0,1 1 0 0 0,-1 0 0 0 0,1 0-1 0 0,-1 0 1 0 0,0 0 0 0 0,0 0 0 0 0,0 0 0 0 0,0 1 0 0 0,0-1-1 0 0,0 1 1 0 0,0 0 0 0 0,-1 0 0 0 0,1 0 0 0 0,0 1-1 0 0,-1-1 1 0 0,1 1 0 0 0,-1-1 0 0 0,1 1 0 0 0,-1 0 0 0 0,-5 1-1 0 0,-2 1 27 0 0,-1 0 1 0 0,1 1-1 0 0,-1 1 0 0 0,1-1 0 0 0,0 2 0 0 0,0-1 0 0 0,1 2 0 0 0,-19 11 0 0 0,3 1 26 0 0,1 1 0 0 0,-25 25 0 0 0,26-21-54 0 0,0 2 1 0 0,-20 29 0 0 0,13-9 11 0 0,14-13-57 0 0,13-26-46 0 0,1 1 0 0 0,1 0 0 0 0,-1 0 0 0 0,1 0 1 0 0,0 0-1 0 0,0 0 0 0 0,1 0 0 0 0,0 1 1 0 0,0-1-1 0 0,1 11 0 0 0,0-16-9 0 0,1 1 0 0 0,-1-1 0 0 0,1 1-1 0 0,0-1 1 0 0,0 1 0 0 0,0-1 0 0 0,0 0 0 0 0,0 1-1 0 0,0-1 1 0 0,0 0 0 0 0,1 0 0 0 0,-1 0 0 0 0,1 0-1 0 0,0 0 1 0 0,-1 0 0 0 0,1 0 0 0 0,0-1 0 0 0,0 1 0 0 0,0-1-1 0 0,0 1 1 0 0,0-1 0 0 0,1 0 0 0 0,-1 0 0 0 0,0 0-1 0 0,1 0 1 0 0,-1 0 0 0 0,1 0 0 0 0,-1-1 0 0 0,1 1-1 0 0,-1-1 1 0 0,1 1 0 0 0,4-1 0 0 0,2 0-1 0 0,-1 0 1 0 0,1 0-1 0 0,0 0 0 0 0,-1-1 0 0 0,1-1 1 0 0,-1 1-1 0 0,1-1 0 0 0,-1-1 1 0 0,0 1-1 0 0,10-6 0 0 0,-6 2-16 0 0,-1-1 0 0 0,1 0 1 0 0,-2 0-1 0 0,1-1 0 0 0,-1-1 0 0 0,10-10 0 0 0,0-3-59 0 0,-2 0 0 0 0,-1-2 0 0 0,-1 0 0 0 0,-1 0 0 0 0,18-41 1 0 0,31-88-629 0 0,-63 150 623 0 0,-10 35-8 0 0,0 4 335 0 0,-6 60-1 0 0,14-82-196 0 0,0-1-1 0 0,1 1 0 0 0,0 0 1 0 0,1 0-1 0 0,1 0 0 0 0,1 0 1 0 0,6 22-1 0 0,-8-33-40 0 0,0-1 1 0 0,0 1-1 0 0,0-1 0 0 0,0 1 0 0 0,0-1 1 0 0,1 1-1 0 0,-1-1 0 0 0,1 0 1 0 0,0 1-1 0 0,0-1 0 0 0,0 0 1 0 0,0 0-1 0 0,0-1 0 0 0,0 1 1 0 0,0 0-1 0 0,1-1 0 0 0,-1 1 1 0 0,1-1-1 0 0,-1 0 0 0 0,1 0 0 0 0,-1 0 1 0 0,1 0-1 0 0,0 0 0 0 0,-1 0 1 0 0,1-1-1 0 0,0 1 0 0 0,0-1 1 0 0,5 0-1 0 0,-1-1-4 0 0,1 0-1 0 0,-1-1 1 0 0,0 0 0 0 0,0-1-1 0 0,0 1 1 0 0,0-1 0 0 0,-1 0-1 0 0,1-1 1 0 0,-1 0-1 0 0,0 0 1 0 0,8-7 0 0 0,-4 2-8 0 0,0-1 0 0 0,-1 0 0 0 0,0 0 0 0 0,0-1 1 0 0,11-20-1 0 0,-2-3-49 0 0,-1-2 1 0 0,-2-1 0 0 0,15-52-1 0 0,-11 21 27 0 0,-3-1-1 0 0,11-119 1 0 0,-20-145-123 0 0,-7 321 148 0 0,0 5-31 0 0,0 0 0 0 0,-1 0 1 0 0,1 0-1 0 0,-5-13 0 0 0,5 18 29 0 0,-1 2-30 0 0,0 0 26 0 0,0 1 0 0 0,1-1 0 0 0,-1 0-1 0 0,0 1 1 0 0,0-1 0 0 0,1 0 0 0 0,-1 1 0 0 0,0-1 0 0 0,0 1-1 0 0,1-1 1 0 0,-1 1 0 0 0,1-1 0 0 0,-1 1 0 0 0,0 0 0 0 0,1-1 0 0 0,-1 1-1 0 0,1 0 1 0 0,0-1 0 0 0,-1 3 0 0 0,-8 15 47 0 0,1 6 25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09:51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85 660,'-24'-12'6970,"24"12"-6889,0 0 0,-1 0 0,1 0 0,0 0 0,0 0 0,-1 0 0,1-1 0,0 1 0,0 0 0,-1 0 0,1 0 0,0 0 1,0 0-1,-1 0 0,1-1 0,0 1 0,0 0 0,0 0 0,-1 0 0,1-1 0,0 1 0,0 0 0,0 0 0,0-1 0,-1 1 0,1 0 0,0 0 0,0-1 0,0 1 0,0 0 0,0-1 0,0 1 0,7-7 787,19-2-322,323-27 1178,-218 27-1727,-115 7-120,-1 0-1361,0 1-1,1 1 0,26 2 0,-37 0-766,7 4-471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09:52.4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96 1532,'0'0'6544,"0"0"-6455,0 0-1,-1 0 1,1 0 0,0-1-1,-1 1 1,1 0 0,0 0-1,0-1 1,-1 1 0,1 0-1,0 0 1,0-1-1,-1 1 1,1 0 0,0-1-1,0 1 1,0 0 0,0-1-1,0 1 1,-1 0 0,1-1-1,0 1 1,0-1 0,9-2 214,-1 1-1,0 0 1,1 1 0,0 0 0,-1 0 0,1 1 0,-1 0 0,1 0 0,0 1 0,9 2-1,-13-2-283,1 1 0,-1-1-1,0 1 1,0 0 0,-1 0-1,1 0 1,0 1 0,-1 0-1,1 0 1,-1 0 0,0 1-1,0-1 1,0 1 0,-1 0-1,1 0 1,-1 0 0,0 0-1,3 7 1,-1-1 26,0 1 1,-1 0-1,-1 1 1,0-1-1,0 1 1,-1-1-1,-1 1 0,0 0 1,0-1-1,-1 1 1,-1 0-1,-3 21 1,-2-6 53,-1 1 0,-1-1 1,-1 0-1,-16 32 0,6-32 381,18-25 192,0-2-645,1 0 1,-1 0-1,0 0 0,1 0 1,-1 0-1,0 0 0,1 0 1,-1 0-1,0-1 0,1 1 1,-1 0-1,0 0 1,1 0-1,-1-1 0,1 1 1,-1 0-1,0-1 0,1 1 1,-1 0-1,1-1 1,-1 0-1,0-10-19,0 1 0,1-1-1,0 0 1,0 1 0,2-1 0,-1 0 0,1 1 0,1-1-1,0 1 1,0 0 0,6-11 0,0 0 3,1 1 1,1 1 0,1 0-1,20-26 1,-17 28-580,0 1 1,1 1-1,1 0 1,31-21-1,-7 10-911,46-21 1,-76 42 1387,-1-2 1,-1 1-1,17-14 1,6-10 2848,-32 29-2477,4-1 56,2 0 29,-4 13-17,-7 71 1130,8 139 1,-3-217-1517,10 88 291,3-35-3924,-8-48 739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09:52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48 124 296,'-47'-122'12262,"46"120"-11779,14 22-79,38 53-3114,-19-22-2370,-21-34 1829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09:52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1848,'12'4'3289,"3"2"1317,5 15-2333,-13-14-1370,52 57 1828,68 98 1,-27-31-3626,-97-128 529,12 15-1136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1:09:53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647 74 1144,'-1'-1'307,"-1"-12"2436,-1 0 0,0 1 0,-8-18-1,10 29-2657,0 1 0,0-1-1,-1 1 1,1-1 0,0 1 0,0-1-1,-1 1 1,1 0 0,-1 0-1,1 0 1,0 0 0,-1 0-1,1 0 1,0 0 0,-1 0-1,1 0 1,0 1 0,-1-1-1,1 1 1,-2 0 0,-12 5 255,0 1-1,0 1 1,0 0 0,1 1 0,-25 21 0,-59 62 208,26-11-226,-64 94-1,64-80-2804,-3-3-4096,44-57 614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9:53.6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359 37 1880 0 0,'22'-6'2068'0'0,"17"-5"1757"0"0,50-8 1 0 0,-86 19-3619 0 0,-3 0-147 0 0,0 0 0 0 0,1 0-1 0 0,-1 0 1 0 0,1 0 0 0 0,-1 0-1 0 0,0 0 1 0 0,1 0 0 0 0,-1 0-1 0 0,1 0 1 0 0,-1 0 0 0 0,0 0-1 0 0,1 0 1 0 0,-1 0 0 0 0,1 0-1 0 0,-1 0 1 0 0,0 0 0 0 0,1 1-1 0 0,-1-1 1 0 0,0 0 0 0 0,1 0-1 0 0,-1 0 1 0 0,0 1 0 0 0,1-1-1 0 0,-1 0 1 0 0,0 0 0 0 0,1 1-1 0 0,-1-1 1 0 0,0 0 0 0 0,0 1-1 0 0,1-1 1 0 0,-1 0 0 0 0,0 1-1 0 0,0-1 1 0 0,0 0 0 0 0,0 1 0 0 0,1-1-1 0 0,-1 1 1 0 0,-8 15 1087 0 0,-21 14-107 0 0,-29 16 110 0 0,-81 48 0 0 0,43-29-658 0 0,48-34-299 0 0,18-11-121 0 0,0 1 0 0 0,-42 39 0 0 0,70-59-66 0 0,1 0 0 0 0,0 0-1 0 0,0 1 1 0 0,0-1 0 0 0,0 0 0 0 0,0 0 0 0 0,0 0 0 0 0,1 1 0 0 0,-1-1 0 0 0,0 1 0 0 0,1-1 0 0 0,-1 0-1 0 0,1 1 1 0 0,-1-1 0 0 0,1 1 0 0 0,-1-1 0 0 0,1 1 0 0 0,0-1 0 0 0,0 1 0 0 0,0 0 0 0 0,0-1 0 0 0,0 1-1 0 0,0-1 1 0 0,1 1 0 0 0,-1-1 0 0 0,0 1 0 0 0,1-1 0 0 0,-1 1 0 0 0,1-1 0 0 0,0 0 0 0 0,-1 1 0 0 0,1-1-1 0 0,0 1 1 0 0,0-1 0 0 0,0 0 0 0 0,0 0 0 0 0,0 0 0 0 0,0 0 0 0 0,0 1 0 0 0,0-1 0 0 0,0-1 0 0 0,0 1-1 0 0,3 1 1 0 0,4 4 41 0 0,2 0 0 0 0,-1 0-1 0 0,1-1 1 0 0,17 7-1 0 0,38 9 79 0 0,94 20 0 0 0,-60-18-120 0 0,91 23 215 0 0,-183-44-841 0 0,-1-1 0 0 0,1 1 0 0 0,0-1 0 0 0,-1-1 0 0 0,1 1 0 0 0,9-1 0 0 0,23-12-7526 0 0,-25 6 2616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9:37.6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454 618 1884 0 0,'11'-7'1734'0'0,"0"-1"1"0"0,0 0-1 0 0,-1-1 0 0 0,13-14 1 0 0,-16 15-1515 0 0,-1 0 1 0 0,0 0 0 0 0,0-1-1 0 0,0 0 1 0 0,-1 0-1 0 0,-1 0 1 0 0,1-1 0 0 0,-1 1-1 0 0,-1-1 1 0 0,3-11 0 0 0,-7-4-31 0 0,1 24-186 0 0,0 0 1 0 0,0 0-1 0 0,-1 1 1 0 0,1-1-1 0 0,0 0 1 0 0,-1 0-1 0 0,1 0 1 0 0,-1 0-1 0 0,1 0 1 0 0,-1 0-1 0 0,1 1 1 0 0,-1-1-1 0 0,1 0 1 0 0,-1 0-1 0 0,0 1 1 0 0,0-1-1 0 0,1 1 1 0 0,-1-1-1 0 0,0 0 0 0 0,0 1 1 0 0,0-1-1 0 0,-1 1 1 0 0,-21-5 7 0 0,14 9-5 0 0,5-2-6 0 0,-7 2-1 0 0,0 1 0 0 0,0 0 0 0 0,0 1 0 0 0,0 0 0 0 0,1 0 0 0 0,-16 15 0 0 0,-51 53 6 0 0,69-66-4 0 0,-20 21 25 0 0,-29 40 0 0 0,49-58-17 0 0,1 1-1 0 0,0 0 1 0 0,0 0-1 0 0,1 1 0 0 0,0-1 1 0 0,1 1-1 0 0,-4 17 1 0 0,8-27-3 0 0,1 0 0 0 0,-1 0 0 0 0,1 0 0 0 0,-1 0 0 0 0,1 0 0 0 0,0 0 0 0 0,0 0 0 0 0,0 0 0 0 0,0 0 0 0 0,1 0-1 0 0,-1 0 1 0 0,1 0 0 0 0,0 0 0 0 0,0 0 0 0 0,0 0 0 0 0,0 0 0 0 0,1 0 0 0 0,-1-1 0 0 0,1 1 0 0 0,-1-1 0 0 0,1 1 0 0 0,0-1 0 0 0,0 1 0 0 0,0-1 0 0 0,0 0 0 0 0,5 4 0 0 0,-3-4-2 0 0,0 0-1 0 0,1 0 1 0 0,-1 0-1 0 0,0-1 1 0 0,1 1 0 0 0,-1-1-1 0 0,1 0 1 0 0,0 0 0 0 0,-1 0-1 0 0,1-1 1 0 0,0 0-1 0 0,-1 0 1 0 0,1 0 0 0 0,0-1-1 0 0,-1 1 1 0 0,9-3 0 0 0,-2 0-3 0 0,1-1-1 0 0,-1 0 1 0 0,0-1 0 0 0,0 0 0 0 0,-1-1 0 0 0,1 0 0 0 0,-1 0 0 0 0,-1-1 0 0 0,1-1 0 0 0,-1 1 0 0 0,0-1 0 0 0,10-14 0 0 0,6-9 54 0 0,-2-1-1 0 0,27-50 1 0 0,-11 17 490 0 0,-28 52-439 0 0,-11 13-105 0 0,1 0-1 0 0,-1 0 0 0 0,0 1 1 0 0,0-1-1 0 0,0 0 1 0 0,0 0-1 0 0,1 0 1 0 0,-1 0-1 0 0,0 0 1 0 0,0 0-1 0 0,0 1 1 0 0,0-1-1 0 0,0 0 0 0 0,1 0 1 0 0,-1 0-1 0 0,0 1 1 0 0,0-1-1 0 0,0 0 1 0 0,0 0-1 0 0,0 0 1 0 0,0 0-1 0 0,0 1 1 0 0,0-1-1 0 0,0 0 0 0 0,0 0 1 0 0,0 1-1 0 0,0-1 1 0 0,0 0-1 0 0,0 0 1 0 0,0 0-1 0 0,0 1 1 0 0,0-1-1 0 0,0 0 1 0 0,0 0-1 0 0,0 0 1 0 0,0 1-1 0 0,0-1 0 0 0,-7 38 49 0 0,5-27-22 0 0,-100 424 1124 0 0,65-300-975 0 0,-5-1-1 0 0,-77 167 0 0 0,65-198 815 0 0,46-91-551 0 0,0 0 0 0 0,0-1 1 0 0,-1 0-1 0 0,0 0 0 0 0,-1-1 1 0 0,-13 10-1 0 0,21-18-359 0 0,0 0 0 0 0,0-1 1 0 0,-1 1-1 0 0,1-1 0 0 0,-1 0 0 0 0,1 1 0 0 0,-1-1 0 0 0,0 0 0 0 0,1-1 0 0 0,-1 1 0 0 0,0 0 0 0 0,0-1 1 0 0,1 1-1 0 0,-1-1 0 0 0,0 0 0 0 0,0 0 0 0 0,0 0 0 0 0,-4-1 0 0 0,3 0-25 0 0,0-1-1 0 0,0 1 1 0 0,0-1-1 0 0,1 0 0 0 0,-1 0 1 0 0,1 0-1 0 0,-1 0 1 0 0,1-1-1 0 0,0 1 1 0 0,0-1-1 0 0,-5-5 0 0 0,0-1-12 0 0,1-1 0 0 0,0 0 0 0 0,0-1-1 0 0,1 1 1 0 0,0-1 0 0 0,1-1 0 0 0,-5-17-1 0 0,4 10-33 0 0,1-1-1 0 0,2-1 1 0 0,0 1-1 0 0,1 0 1 0 0,0-1-1 0 0,2 1 0 0 0,1-1 1 0 0,0 1-1 0 0,2-1 1 0 0,0 1-1 0 0,1 0 1 0 0,1 0-1 0 0,1 0 0 0 0,13-29 1 0 0,-6 22-104 0 0,1 1 0 0 0,2 1 0 0 0,0 0 0 0 0,2 1 0 0 0,0 0 0 0 0,2 2 0 0 0,0 0 0 0 0,2 2 0 0 0,34-27 0 0 0,19-6-1450 0 0,137-69 1 0 0,2-2-1385 0 0,-182 101 2709 0 0,-1-2 0 0 0,-2-1 0 0 0,0-1 0 0 0,-2-1 0 0 0,31-41 0 0 0,-57 68 197 0 0,-11 19-5 0 0,-2 7 128 0 0,-12 34-1 0 0,8-18 15 0 0,8-22-55 0 0,1 0 0 0 0,1 1 0 0 0,-4 22 0 0 0,9-36-43 0 0,0 0 0 0 0,0 0 0 0 0,0-1 1 0 0,1 1-1 0 0,0 0 0 0 0,0 0 0 0 0,1 0 1 0 0,0 0-1 0 0,-1-1 0 0 0,2 1 0 0 0,-1 0 0 0 0,1-1 1 0 0,0 1-1 0 0,0-1 0 0 0,4 7 0 0 0,-5-10-8 0 0,0 0-1 0 0,1 0 1 0 0,-1-1-1 0 0,1 1 1 0 0,-1-1 0 0 0,1 0-1 0 0,0 1 1 0 0,-1-1-1 0 0,1 0 1 0 0,0 0-1 0 0,0 0 1 0 0,0 0-1 0 0,0 0 1 0 0,0 0-1 0 0,0-1 1 0 0,0 1-1 0 0,0 0 1 0 0,4-1-1 0 0,-2 0 2 0 0,1 0 0 0 0,-1 0 0 0 0,0 0 0 0 0,0-1 0 0 0,0 0 0 0 0,0 0 0 0 0,0 0 0 0 0,0 0 0 0 0,5-3 0 0 0,3-2 1 0 0,0-1-1 0 0,-1 0 1 0 0,0 0-1 0 0,0-1 1 0 0,10-11-1 0 0,13-16-17 0 0,-1-2-1 0 0,47-69 1 0 0,-11 12-121 0 0,-68 93 108 0 0,-11 32 226 0 0,-3-2 150 0 0,-36 93 311 0 0,44-105-617 0 0,0 0-1 0 0,1 0 1 0 0,1 1 0 0 0,0-1-1 0 0,0 22 1 0 0,3-37-39 0 0,0 0-1 0 0,0 0 1 0 0,0 0-1 0 0,0 0 1 0 0,1-1 0 0 0,-1 1-1 0 0,0 0 1 0 0,1 0-1 0 0,-1 0 1 0 0,1-1-1 0 0,0 1 1 0 0,0 0-1 0 0,-1-1 1 0 0,1 1-1 0 0,0 0 1 0 0,0-1 0 0 0,1 1-1 0 0,-1-1 1 0 0,0 0-1 0 0,0 1 1 0 0,1-1-1 0 0,2 2 1 0 0,-2-2-1 0 0,1 0 1 0 0,0 0-1 0 0,-1 0 0 0 0,1 0 1 0 0,0 0-1 0 0,0-1 0 0 0,0 1 1 0 0,0-1-1 0 0,0 0 1 0 0,0 0-1 0 0,0 0 0 0 0,-1 0 1 0 0,4-1-1 0 0,6-1 7 0 0,-1-1-1 0 0,0 0 1 0 0,-1 0 0 0 0,1-1 0 0 0,0-1-1 0 0,13-7 1 0 0,3-6-10 0 0,0-2 0 0 0,-1 0 0 0 0,-1-2 0 0 0,0-1 0 0 0,-2 0 0 0 0,31-42 0 0 0,-3-7-13 0 0,52-95 0 0 0,2-41 5 0 0,-92 175-4 0 0,-1 0 0 0 0,-1-1 1 0 0,-3 0-1 0 0,9-58 0 0 0,-16 88-3 0 0,-1 0 0 0 0,0 0 0 0 0,0 0 0 0 0,0 0 0 0 0,0 0 0 0 0,0 0-1 0 0,-1 0 1 0 0,0 0 0 0 0,0 0 0 0 0,0 0 0 0 0,0 1 0 0 0,-4-8 0 0 0,4 10 6 0 0,1 1 1 0 0,-1 0 0 0 0,0-1 0 0 0,1 1-1 0 0,-1 0 1 0 0,0-1 0 0 0,0 1 0 0 0,1 0-1 0 0,-1 0 1 0 0,0-1 0 0 0,0 1 0 0 0,0 0-1 0 0,0 0 1 0 0,1 0 0 0 0,-1 0-1 0 0,0 0 1 0 0,0 0 0 0 0,0 1 0 0 0,1-1-1 0 0,-1 0 1 0 0,0 0 0 0 0,0 0 0 0 0,0 1-1 0 0,1-1 1 0 0,-1 0 0 0 0,0 1 0 0 0,-1 0-1 0 0,-20 12-30 0 0,22-13 32 0 0,-11 8-21 0 0,1 1 1 0 0,0 0 0 0 0,1 0-1 0 0,-16 20 1 0 0,-29 49-13 0 0,38-54 17 0 0,-35 54-14 0 0,-46 94 0 0 0,81-140 34 0 0,2 1 0 0 0,1 1 0 0 0,2 0 0 0 0,1 0 0 0 0,2 1 0 0 0,-4 39 0 0 0,11-62 15 0 0,0-1-1 0 0,1 0 1 0 0,0 1-1 0 0,1-1 1 0 0,0 0 0 0 0,1 0-1 0 0,1 0 1 0 0,-1 0-1 0 0,2 0 1 0 0,7 18 0 0 0,-8-24-111 0 0,0 0 1 0 0,0 0 0 0 0,0 0-1 0 0,0-1 1 0 0,1 0-1 0 0,-1 0 1 0 0,1 0 0 0 0,0 0-1 0 0,1 0 1 0 0,-1-1-1 0 0,1 0 1 0 0,-1 1 0 0 0,1-2-1 0 0,0 1 1 0 0,0-1 0 0 0,0 0-1 0 0,1 0 1 0 0,-1 0-1 0 0,0 0 1 0 0,1-1 0 0 0,-1 0-1 0 0,1 0 1 0 0,8-1-1 0 0,2 0-335 0 0,0-1-1 0 0,-1-1 0 0 0,1 0 0 0 0,0-1 0 0 0,-1-1 0 0 0,0-1 0 0 0,0 0 1 0 0,0-1-1 0 0,26-14 0 0 0,-14 4 179 0 0,-1 0-1 0 0,-1-2 1 0 0,0 0-1 0 0,25-26 1 0 0,-34 28 411 0 0,0-1 0 0 0,24-35 0 0 0,-35 46-37 0 0,-1-1 0 0 0,0 0-1 0 0,0-1 1 0 0,0 1 0 0 0,-1-1 0 0 0,0 1 0 0 0,0-1 0 0 0,-1 0-1 0 0,0 0 1 0 0,-1 0 0 0 0,1-9 0 0 0,-2 16-101 0 0,1-1 0 0 0,-1 1 0 0 0,0 0 0 0 0,0 0 0 0 0,0-1 1 0 0,-1 1-1 0 0,1 0 0 0 0,0 0 0 0 0,0 0 0 0 0,-1-1 0 0 0,1 1 1 0 0,0 0-1 0 0,-1 0 0 0 0,1 0 0 0 0,-1 0 0 0 0,0 0 0 0 0,1 0 0 0 0,-1 0 1 0 0,0 0-1 0 0,1 0 0 0 0,-1 0 0 0 0,0 0 0 0 0,0 0 0 0 0,0 0 0 0 0,0 1 1 0 0,0-1-1 0 0,0 0 0 0 0,0 1 0 0 0,0-1 0 0 0,0 1 0 0 0,0-1 0 0 0,-1 1 1 0 0,1-1-1 0 0,0 1 0 0 0,0 0 0 0 0,0 0 0 0 0,-1 0 0 0 0,1-1 0 0 0,0 1 1 0 0,0 0-1 0 0,-1 0 0 0 0,1 1 0 0 0,0-1 0 0 0,0 0 0 0 0,0 0 1 0 0,-1 1-1 0 0,0-1 0 0 0,-7 3 146 0 0,-1 0 1 0 0,1 0-1 0 0,0 1 0 0 0,-14 8 1 0 0,1 1-14 0 0,1 0-1 0 0,0 1 1 0 0,0 2-1 0 0,2 0 1 0 0,0 1 0 0 0,1 1-1 0 0,0 0 1 0 0,2 2-1 0 0,-24 35 1 0 0,35-47-128 0 0,1 0 1 0 0,0 0-1 0 0,1 1 0 0 0,-1-1 0 0 0,2 1 1 0 0,-1 0-1 0 0,1 0 0 0 0,1 0 1 0 0,-2 13-1 0 0,3-19-18 0 0,0-1 0 0 0,0 1 1 0 0,0 0-1 0 0,1-1 0 0 0,-1 1 0 0 0,0-1 0 0 0,1 1 1 0 0,0 0-1 0 0,0-1 0 0 0,0 1 0 0 0,0-1 1 0 0,0 0-1 0 0,0 1 0 0 0,0-1 0 0 0,1 0 1 0 0,-1 0-1 0 0,1 0 0 0 0,0 1 0 0 0,0-2 1 0 0,-1 1-1 0 0,1 0 0 0 0,0 0 0 0 0,1-1 1 0 0,-1 1-1 0 0,0-1 0 0 0,0 1 0 0 0,1-1 1 0 0,-1 0-1 0 0,1 0 0 0 0,-1 0 0 0 0,1-1 0 0 0,-1 1 1 0 0,1 0-1 0 0,0-1 0 0 0,3 1 0 0 0,-1-1 4 0 0,1 0-1 0 0,-1 0 0 0 0,1 0 0 0 0,0-1 1 0 0,-1 0-1 0 0,0 0 0 0 0,1 0 0 0 0,-1-1 1 0 0,0 0-1 0 0,1 0 0 0 0,-1 0 0 0 0,0-1 0 0 0,-1 1 1 0 0,1-1-1 0 0,5-4 0 0 0,6-6-1 0 0,0-1 0 0 0,23-25 0 0 0,-28 27-4 0 0,58-73 283 0 0,-29 34 572 0 0,-38 49-749 0 0,2 5-69 0 0,-3-3-42 0 0,-1 0 0 0 0,0 0 1 0 0,0 0-1 0 0,1 0 0 0 0,-1 0 1 0 0,0 0-1 0 0,1 0 0 0 0,-1 0 0 0 0,0 0 1 0 0,0 0-1 0 0,1 0 0 0 0,-1 0 0 0 0,0 0 1 0 0,0 0-1 0 0,1 0 0 0 0,-1 0 0 0 0,0 1 1 0 0,0-1-1 0 0,0 0 0 0 0,1 0 1 0 0,-1 0-1 0 0,0 0 0 0 0,0 1 0 0 0,0-1 1 0 0,1 0-1 0 0,-1 0 0 0 0,0 1 0 0 0,0-1 1 0 0,0 0-1 0 0,0 0 0 0 0,0 1 0 0 0,0-1 1 0 0,1 1-1 0 0,-2 24 501 0 0,1-2-167 0 0,0 0-1 0 0,7 40 1 0 0,-6-55-332 0 0,1-1 0 0 0,0 1-1 0 0,1-1 1 0 0,0 1 0 0 0,0-1 0 0 0,1 0-1 0 0,-1 0 1 0 0,2 0 0 0 0,-1 0-1 0 0,1-1 1 0 0,10 12 0 0 0,-4-7-535 0 0,1-1 0 0 0,0 0 0 0 0,1-1-1 0 0,0 0 1 0 0,27 13 0 0 0,-23-15-1787 0 0,0 0 0 0 0,29 7 0 0 0,-2-4-4221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1.3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345 180 1528 0 0,'-8'-22'2861'0'0,"7"17"-2220"0"0,-1-1 0 0 0,0 0 0 0 0,-1 1 0 0 0,1-1 1 0 0,-1 1-1 0 0,0 0 0 0 0,0 0 0 0 0,-1 0 0 0 0,-7-8 0 0 0,10 12-599 0 0,0 1-1 0 0,0-1 1 0 0,0 1-1 0 0,0-1 1 0 0,0 1 0 0 0,0 0-1 0 0,0-1 1 0 0,-1 1-1 0 0,1 0 1 0 0,0 0-1 0 0,0 0 1 0 0,0 0-1 0 0,0 0 1 0 0,0 0-1 0 0,0 0 1 0 0,-1 0-1 0 0,1 1 1 0 0,0-1 0 0 0,0 0-1 0 0,-1 1 1 0 0,-22 10 385 0 0,24-11-426 0 0,-12 7 112 0 0,0 1-1 0 0,0 1 1 0 0,1 0-1 0 0,0 0 1 0 0,0 1-1 0 0,1 1 1 0 0,-14 18 0 0 0,8-6-30 0 0,1 1 0 0 0,0 0 1 0 0,-10 26-1 0 0,20-40-64 0 0,1 0 0 0 0,1 0 0 0 0,0 0 0 0 0,0 1 0 0 0,1-1 0 0 0,0 1 0 0 0,0 0 0 0 0,1 19 0 0 0,1-26-12 0 0,1-1 0 0 0,-1 1 0 0 0,0-1 0 0 0,1 1 0 0 0,0-1 0 0 0,0 0 0 0 0,0 1 0 0 0,0-1 0 0 0,1 0 0 0 0,-1 0 0 0 0,1 0 0 0 0,0 0 0 0 0,0 0 0 0 0,0 0 0 0 0,0 0 0 0 0,0-1 0 0 0,0 1 0 0 0,1-1 0 0 0,0 0 0 0 0,-1 1 0 0 0,1-1 0 0 0,0 0 0 0 0,0-1 0 0 0,0 1 0 0 0,0 0 0 0 0,0-1 0 0 0,0 0 0 0 0,1 0 0 0 0,-1 0 0 0 0,7 1 0 0 0,-1 0 7 0 0,1-1 1 0 0,0-1-1 0 0,0 0 0 0 0,0-1 0 0 0,0 1 1 0 0,-1-2-1 0 0,1 1 0 0 0,0-2 0 0 0,15-4 1 0 0,-10 1 7 0 0,1 0 1 0 0,-1-2 0 0 0,0 1 0 0 0,25-19-1 0 0,-28 17-12 0 0,-2-1 0 0 0,0 0-1 0 0,0 0 1 0 0,-1-1 0 0 0,0-1-1 0 0,-1 1 1 0 0,0-1 0 0 0,-1-1-1 0 0,0 0 1 0 0,-1 0 0 0 0,0 0-1 0 0,-1 0 1 0 0,-1-1 0 0 0,0 0-1 0 0,-1 0 1 0 0,-1 0 0 0 0,0 0 0 0 0,0 0-1 0 0,-2-1 1 0 0,0 1 0 0 0,0 0-1 0 0,-1-1 1 0 0,-1 1 0 0 0,-1 0-1 0 0,0 0 1 0 0,0 0 0 0 0,-2 0-1 0 0,-5-13 1 0 0,8 23-16 0 0,0 1 0 0 0,0-1 0 0 0,0 0 0 0 0,0 1 0 0 0,0 0 1 0 0,-1 0-1 0 0,0 0 0 0 0,0 0 0 0 0,1 0 0 0 0,-2 0 0 0 0,1 1 0 0 0,0-1 0 0 0,0 1 0 0 0,-1 0 0 0 0,1 0 0 0 0,-1 0 0 0 0,0 0 1 0 0,0 1-1 0 0,0 0 0 0 0,-4-1 0 0 0,2 1 1 0 0,0 0 0 0 0,-1 1 0 0 0,1 0 1 0 0,-1 0-1 0 0,1 1 0 0 0,0-1 0 0 0,-1 2 0 0 0,1-1 1 0 0,0 1-1 0 0,0 0 0 0 0,0 0 0 0 0,-7 3 0 0 0,-10 7-28 0 0,0 0-1 0 0,1 1 1 0 0,1 1-1 0 0,0 1 1 0 0,-28 27-1 0 0,34-27 15 0 0,0 0 0 0 0,2 1-1 0 0,0 0 1 0 0,0 1-1 0 0,2 0 1 0 0,0 1 0 0 0,-10 23-1 0 0,19-37 23 0 0,0 1 0 0 0,1-1-1 0 0,0 0 1 0 0,0 0 0 0 0,0 1 0 0 0,0-1-1 0 0,0 0 1 0 0,1 1 0 0 0,0-1-1 0 0,0 1 1 0 0,0-1 0 0 0,1 1 0 0 0,0-1-1 0 0,1 7 1 0 0,-1-9 2 0 0,0 0-1 0 0,0 0 1 0 0,0 0-1 0 0,0-1 0 0 0,0 1 1 0 0,0 0-1 0 0,1 0 1 0 0,-1-1-1 0 0,1 1 1 0 0,-1-1-1 0 0,1 1 1 0 0,0-1-1 0 0,0 0 1 0 0,-1 0-1 0 0,1 1 1 0 0,0-1-1 0 0,0 0 1 0 0,0-1-1 0 0,0 1 1 0 0,0 0-1 0 0,0-1 1 0 0,0 1-1 0 0,0-1 0 0 0,1 1 1 0 0,-1-1-1 0 0,0 0 1 0 0,0 0-1 0 0,0 0 1 0 0,0 0-1 0 0,1-1 1 0 0,2 0-1 0 0,6-1 10 0 0,1 0-1 0 0,0-1 0 0 0,-1-1 1 0 0,0 0-1 0 0,0-1 0 0 0,0 0 1 0 0,0 0-1 0 0,18-14 1 0 0,7-7 40 0 0,32-32 0 0 0,-55 47-33 0 0,23-21 36 0 0,48-41 14 0 0,-71 64-69 0 0,0 0 0 0 0,0 1 1 0 0,1 0-1 0 0,0 1 0 0 0,15-5 1 0 0,-25 10-6 0 0,0 1 0 0 0,0 1 1 0 0,0-1-1 0 0,0 0 1 0 0,0 1-1 0 0,0 0 1 0 0,1 0-1 0 0,-1 0 0 0 0,0 1 1 0 0,0-1-1 0 0,0 1 1 0 0,0 0-1 0 0,0 0 0 0 0,0 1 1 0 0,0-1-1 0 0,0 1 1 0 0,-1 0-1 0 0,1 0 1 0 0,0 0-1 0 0,-1 0 0 0 0,0 0 1 0 0,1 1-1 0 0,-1 0 1 0 0,0 0-1 0 0,0 0 0 0 0,-1 0 1 0 0,4 4-1 0 0,3 4-6 0 0,-2 0 0 0 0,1 1 0 0 0,-1 0-1 0 0,-1 0 1 0 0,0 0 0 0 0,-1 1 0 0 0,4 14 0 0 0,-1 3 39 0 0,-1-1 1 0 0,-1 1 0 0 0,3 53 0 0 0,-8-67 307 0 0,-2-1 1 0 0,1 1-1 0 0,-2-1 0 0 0,0 0 1 0 0,-1 1-1 0 0,-1-1 1 0 0,0 0-1 0 0,0-1 0 0 0,-10 20 1 0 0,-2-14 747 0 0,16-19-1065 0 0,-1-1 0 0 0,1 1-1 0 0,-1-1 1 0 0,1 1 0 0 0,-1-1 0 0 0,0 0 0 0 0,1 1-1 0 0,-1-1 1 0 0,1 0 0 0 0,-1 1 0 0 0,0-1 0 0 0,1 0 0 0 0,-1 0-1 0 0,0 0 1 0 0,1 0 0 0 0,-1 1 0 0 0,0-1 0 0 0,1 0-1 0 0,-1 0 1 0 0,0 0 0 0 0,1 0 0 0 0,-1-1 0 0 0,1 1 0 0 0,-1 0-1 0 0,0 0 1 0 0,1 0 0 0 0,-1 0 0 0 0,0-1 0 0 0,1 1-1 0 0,-1 0 1 0 0,1-1 0 0 0,-1 1 0 0 0,0 0 0 0 0,1-1-1 0 0,-1 1 1 0 0,1-1 0 0 0,-1 1 0 0 0,0-1 0 0 0,-4-6 18 0 0,1 0-1 0 0,-1-1 1 0 0,1 1 0 0 0,1-1-1 0 0,-1 0 1 0 0,1 1 0 0 0,0-2 0 0 0,1 1-1 0 0,0 0 1 0 0,0 0 0 0 0,1-1 0 0 0,0-12-1 0 0,0 1-19 0 0,1 0 0 0 0,1 1 0 0 0,1-1 0 0 0,6-28 0 0 0,-5 33-17 0 0,2 1 1 0 0,-1 0-1 0 0,12-23 0 0 0,-12 30-3 0 0,-1 1 0 0 0,1-1-1 0 0,0 1 1 0 0,0 0 0 0 0,1 1-1 0 0,0-1 1 0 0,0 1 0 0 0,1-1-1 0 0,7-5 1 0 0,-10 10-83 0 0,0-1 0 0 0,-1 1-1 0 0,1 0 1 0 0,0 0 0 0 0,0 0 0 0 0,0 0 0 0 0,0 0 0 0 0,0 1-1 0 0,0-1 1 0 0,1 1 0 0 0,-1 0 0 0 0,0 0 0 0 0,0 0 0 0 0,0 0 0 0 0,0 0-1 0 0,0 1 1 0 0,0 0 0 0 0,0-1 0 0 0,0 1 0 0 0,0 0 0 0 0,0 1 0 0 0,0-1-1 0 0,5 4 1 0 0,6 3-1263 0 0,0 2-1 0 0,-1 0 1 0 0,18 17 0 0 0,-1-2-1984 0 0,-13-12 319 0 0,0-4-978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2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347 442 432 0 0,'0'-8'1483'0'0,"0"0"0"0"0,-1-1-1 0 0,0 1 1 0 0,-1 1 0 0 0,-4-15 0 0 0,5 19-1293 0 0,0 1 0 0 0,0-1 0 0 0,0 0 0 0 0,-1 0 0 0 0,1 0 0 0 0,-1 1 0 0 0,0-1-1 0 0,0 0 1 0 0,0 1 0 0 0,0 0 0 0 0,0-1 0 0 0,0 1 0 0 0,-1 0 0 0 0,1 0 0 0 0,-1 0 0 0 0,1 1 0 0 0,-4-2 0 0 0,2 2-110 0 0,-1 0 1 0 0,1 0-1 0 0,0 1 0 0 0,0-1 1 0 0,-1 1-1 0 0,1 1 1 0 0,0-1-1 0 0,0 0 0 0 0,-1 1 1 0 0,1 0-1 0 0,0 0 0 0 0,0 0 1 0 0,0 1-1 0 0,0-1 1 0 0,0 1-1 0 0,0 0 0 0 0,1 0 1 0 0,-7 4-1 0 0,-4 3 80 0 0,1 1 0 0 0,0 1 0 0 0,-16 15 0 0 0,7-3 2 0 0,0 1-1 0 0,-24 35 1 0 0,38-47-139 0 0,1 0 0 0 0,0 0 0 0 0,0 1 0 0 0,2-1 0 0 0,-1 2 0 0 0,2-1 0 0 0,-7 25-1 0 0,11-35-15 0 0,-1-1 0 0 0,1 1-1 0 0,-1 0 1 0 0,1 0-1 0 0,0-1 1 0 0,0 1 0 0 0,0 0-1 0 0,1-1 1 0 0,-1 1-1 0 0,0 0 1 0 0,1 0-1 0 0,0-1 1 0 0,0 1 0 0 0,0-1-1 0 0,0 1 1 0 0,0-1-1 0 0,0 1 1 0 0,0-1 0 0 0,1 0-1 0 0,0 1 1 0 0,-1-1-1 0 0,1 0 1 0 0,0 0-1 0 0,0 0 1 0 0,0 0 0 0 0,0-1-1 0 0,0 1 1 0 0,5 2-1 0 0,-2-2 1 0 0,0 0 1 0 0,0 0-1 0 0,0-1 0 0 0,0 0 0 0 0,0 0 0 0 0,1 0 0 0 0,-1 0 0 0 0,0-1 0 0 0,1 0 0 0 0,-1 0 0 0 0,0-1 1 0 0,1 1-1 0 0,-1-1 0 0 0,6-2 0 0 0,0 0-4 0 0,0-1 1 0 0,0 0-1 0 0,0 0 1 0 0,0-2-1 0 0,-1 1 1 0 0,0-1-1 0 0,0 0 1 0 0,0-1-1 0 0,15-14 1 0 0,-12 8 4 0 0,-1-1 1 0 0,0-1 0 0 0,0 0 0 0 0,-2 0 0 0 0,14-26 0 0 0,-3-3 32 0 0,-3-1 1 0 0,-1-1 0 0 0,19-86 0 0 0,-8-17-50 0 0,-10 46-56 0 0,-15 84 21 0 0,-7 22 8 0 0,-8 32 196 0 0,-13 74 744 0 0,5 0-1 0 0,-9 149 0 0 0,28-241-875 0 0,1 0 0 0 0,0 0 0 0 0,2-1 0 0 0,0 1 0 0 0,0-1 0 0 0,2 1 0 0 0,0-1 0 0 0,9 23 0 0 0,-11-33-18 0 0,1 0-1 0 0,0 0 1 0 0,1 0-1 0 0,-1 0 1 0 0,1-1-1 0 0,0 0 1 0 0,0 0-1 0 0,1 0 0 0 0,-1 0 1 0 0,1-1-1 0 0,0 1 1 0 0,1-1-1 0 0,-1-1 1 0 0,1 1-1 0 0,0-1 1 0 0,-1 0-1 0 0,1 0 0 0 0,1 0 1 0 0,-1-1-1 0 0,0 0 1 0 0,1 0-1 0 0,-1-1 1 0 0,1 0-1 0 0,6 1 0 0 0,-5-2-4 0 0,-1 0-1 0 0,1 0 0 0 0,0 0 0 0 0,-1-1 0 0 0,1 0 1 0 0,0 0-1 0 0,-1-1 0 0 0,1 0 0 0 0,-1-1 0 0 0,0 1 0 0 0,0-2 1 0 0,13-6-1 0 0,-11 4-2 0 0,0-1 0 0 0,0 0 0 0 0,-1 0 0 0 0,0-1 0 0 0,0 0 0 0 0,-1-1 0 0 0,0 1-1 0 0,6-12 1 0 0,1-3 1 0 0,-2-2-1 0 0,-1 1 0 0 0,0-1 0 0 0,-2-1 0 0 0,-1 0 0 0 0,7-41 0 0 0,-12 52-10 0 0,13-82 45 0 0,-14 82-52 0 0,-1 0 0 0 0,-1-1 0 0 0,0 1-1 0 0,-3-19 1 0 0,3 34 13 0 0,0-1-1 0 0,0 0 0 0 0,0 1 0 0 0,0-1 1 0 0,0 1-1 0 0,0-1 0 0 0,-1 0 0 0 0,1 1 1 0 0,0-1-1 0 0,0 1 0 0 0,0-1 0 0 0,-1 0 1 0 0,1 1-1 0 0,0-1 0 0 0,-1 1 0 0 0,1-1 1 0 0,0 1-1 0 0,-1-1 0 0 0,1 1 0 0 0,0 0 1 0 0,-1-1-1 0 0,1 1 0 0 0,-1-1 0 0 0,1 1 1 0 0,-1 0-1 0 0,1-1 0 0 0,-1 1 0 0 0,0 0 1 0 0,1 0-1 0 0,-1-1 0 0 0,1 1 0 0 0,-1 0 1 0 0,1 0-1 0 0,-1 0 0 0 0,0 0 0 0 0,1 0 1 0 0,-1-1-1 0 0,1 1 0 0 0,-1 1 0 0 0,0-1 1 0 0,1 0-1 0 0,-1 0 0 0 0,0 0 0 0 0,1 0 1 0 0,-1 0-1 0 0,1 0 0 0 0,-1 1 0 0 0,1-1 1 0 0,-1 0-1 0 0,1 0 0 0 0,-1 1 0 0 0,0 0 1 0 0,-2 1-3 0 0,-1 0 1 0 0,1 0 0 0 0,0 0-1 0 0,0 1 1 0 0,1 0 0 0 0,-5 5-1 0 0,-9 13-1 0 0,2 2-1 0 0,0 0 0 0 0,2 0 0 0 0,0 1 0 0 0,2 1 0 0 0,0 0 0 0 0,2 0 0 0 0,1 1 0 0 0,1 0 0 0 0,1 0 1 0 0,1 0-1 0 0,0 54 0 0 0,4-74 12 0 0,1-1 0 0 0,-1 1 1 0 0,1-1-1 0 0,0 1 0 0 0,0-1 0 0 0,1 1 1 0 0,0-1-1 0 0,0 0 0 0 0,0 0 1 0 0,0 0-1 0 0,1 0 0 0 0,0 0 0 0 0,0-1 1 0 0,0 1-1 0 0,1-1 0 0 0,-1 1 1 0 0,1-1-1 0 0,0-1 0 0 0,0 1 0 0 0,1 0 1 0 0,4 3-1 0 0,-1-3 2 0 0,1 0-1 0 0,-1 0 1 0 0,1-1-1 0 0,-1 0 1 0 0,1-1-1 0 0,0 1 1 0 0,0-2 0 0 0,0 1-1 0 0,0-1 1 0 0,0-1-1 0 0,0 0 1 0 0,11-1-1 0 0,-5 0-5 0 0,-1-1 0 0 0,0-1-1 0 0,-1-1 1 0 0,1 0-1 0 0,0 0 1 0 0,-1-1-1 0 0,0-1 1 0 0,0-1-1 0 0,-1 0 1 0 0,0 0-1 0 0,0-1 1 0 0,0 0-1 0 0,-1-1 1 0 0,-1-1-1 0 0,1 0 1 0 0,-2 0 0 0 0,1-1-1 0 0,10-15 1 0 0,-11 12-1 0 0,0 0 1 0 0,0-1 0 0 0,-2 0-1 0 0,1 0 1 0 0,-2 0-1 0 0,0-1 1 0 0,-1 0 0 0 0,-1 0-1 0 0,0-1 1 0 0,-2 1 0 0 0,1-1-1 0 0,-2 1 1 0 0,0-1 0 0 0,-1 0-1 0 0,-3-23 1 0 0,1 29-8 0 0,-6-28-85 0 0,7 37 86 0 0,0 0 0 0 0,0 0 0 0 0,0 0 0 0 0,0 0 0 0 0,0 0 0 0 0,-1 0 0 0 0,1 0 0 0 0,-1 0 0 0 0,1 1 0 0 0,-1-1-1 0 0,0 1 1 0 0,1-1 0 0 0,-1 1 0 0 0,-3-2 0 0 0,4 2 3 0 0,0 1 0 0 0,0 0 0 0 0,0 0 0 0 0,0-1-1 0 0,0 1 1 0 0,0 0 0 0 0,0 0 0 0 0,1 0 0 0 0,-1 0 0 0 0,0 0 0 0 0,0 0-1 0 0,0 1 1 0 0,0-1 0 0 0,0 0 0 0 0,0 0 0 0 0,0 1 0 0 0,0-1 0 0 0,0 0-1 0 0,0 1 1 0 0,1-1 0 0 0,-1 1 0 0 0,0-1 0 0 0,0 1 0 0 0,1-1 0 0 0,-1 1 0 0 0,0 0-1 0 0,0 0 1 0 0,-17 22-28 0 0,17-21 29 0 0,0 0 0 0 0,-1 0 0 0 0,2 1 0 0 0,-1-1 0 0 0,0 0 1 0 0,0 1-1 0 0,1-1 0 0 0,-1 1 0 0 0,1-1 0 0 0,0 0 0 0 0,-1 1 0 0 0,1-1 0 0 0,1 1 0 0 0,-1-1 0 0 0,0 1 0 0 0,0-1 0 0 0,1 1 0 0 0,0-1 1 0 0,0 3-1 0 0,1-1 1 0 0,0 0 1 0 0,0-1 0 0 0,1 1 0 0 0,-1-1-1 0 0,1 1 1 0 0,0-1 0 0 0,-1 0 0 0 0,2 0-1 0 0,-1 0 1 0 0,5 3 0 0 0,2 1 1 0 0,1 0 0 0 0,0-1 0 0 0,0-1 0 0 0,1 0 0 0 0,0 0 0 0 0,19 4 0 0 0,-2-3-77 0 0,0-1 0 0 0,58 2 1 0 0,-75-6 37 0 0,-1-1 0 0 0,1-1 0 0 0,0 0 0 0 0,-1-1 1 0 0,1 0-1 0 0,-1-1 0 0 0,0 0 0 0 0,0-1 0 0 0,0 0 1 0 0,15-9-1 0 0,-18 10 22 0 0,-6 1 12 0 0,1 1 0 0 0,-1-1 0 0 0,0 1-1 0 0,0-1 1 0 0,1 0 0 0 0,-1 0 0 0 0,0 0 0 0 0,0 0-1 0 0,-1 0 1 0 0,1 0 0 0 0,0 0 0 0 0,-1-1 0 0 0,2-2-1 0 0,7-15-41 0 0,-10 20 43 0 0,0-1 0 0 0,0 1 0 0 0,0 0 0 0 0,0-1 0 0 0,0 1 0 0 0,0 0 0 0 0,0-1 0 0 0,0 1 0 0 0,0 0 0 0 0,0-1 0 0 0,0 1 0 0 0,0 0 0 0 0,0-1 0 0 0,0 1 0 0 0,0 0 0 0 0,0-1 0 0 0,0 1 0 0 0,0 0 0 0 0,-1 0 0 0 0,1-1 0 0 0,0 1 0 0 0,0 0 0 0 0,0-1 0 0 0,-1 1 0 0 0,1 0 0 0 0,0 0 0 0 0,0-1 0 0 0,0 1 0 0 0,-1 0 0 0 0,1 0 0 0 0,0 0 0 0 0,-1 0 0 0 0,1-1 0 0 0,0 1 0 0 0,-1 0 0 0 0,1 0 0 0 0,0 0 0 0 0,0 0 0 0 0,-1 0 0 0 0,1 0-1 0 0,0 0 1 0 0,-1 0 0 0 0,1 0 0 0 0,0 0 0 0 0,-1 0 0 0 0,1 0 0 0 0,0 0 0 0 0,-1 0 0 0 0,1 0 0 0 0,0 0 0 0 0,-1 0 0 0 0,0 0 0 0 0,0 1 1 0 0,-1 0 0 0 0,0 0-1 0 0,0 0 1 0 0,1 0-1 0 0,-1 0 1 0 0,0 0 0 0 0,1 0-1 0 0,-1 0 1 0 0,1 1-1 0 0,0-1 1 0 0,-1 0 0 0 0,-1 3-1 0 0,-2 2-5 0 0,-7 6 22 0 0,0 1 1 0 0,0 0-1 0 0,2 1 0 0 0,0 1 1 0 0,0-1-1 0 0,1 2 0 0 0,1-1 1 0 0,1 1-1 0 0,0 0 0 0 0,1 1 1 0 0,-7 32-1 0 0,11-43-23 0 0,2-1 0 0 0,-1 1 0 0 0,1 0 1 0 0,-1 0-1 0 0,2 0 0 0 0,-1 0 0 0 0,1 0 0 0 0,0-1 0 0 0,0 1 0 0 0,0 0 1 0 0,1-1-1 0 0,0 1 0 0 0,0-1 0 0 0,0 1 0 0 0,1-1 0 0 0,0 0 0 0 0,0 0 1 0 0,0 0-1 0 0,1 0 0 0 0,-1-1 0 0 0,1 1 0 0 0,0-1 0 0 0,1 0 0 0 0,-1 0 0 0 0,1 0 1 0 0,-1-1-1 0 0,1 0 0 0 0,6 4 0 0 0,11 4-980 0 0,0 0-1 0 0,1-1 1 0 0,37 11-1 0 0,-35-14-2485 0 0,40 4 0 0 0,-28-7-1609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3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0 186 908 0 0,'14'-42'4654'0'0,"-8"23"-3140"0"0,1-1 1 0 0,1 1-1 0 0,0 1 0 0 0,14-23 1 0 0,-21 39-1459 0 0,0 1-1 0 0,1-1 1 0 0,-1 0 0 0 0,1 0-1 0 0,-1 1 1 0 0,1-1 0 0 0,0 1-1 0 0,0-1 1 0 0,0 1 0 0 0,-1 0-1 0 0,1 0 1 0 0,0 0 0 0 0,1 0-1 0 0,-1 0 1 0 0,0 0 0 0 0,0 0-1 0 0,0 1 1 0 0,1-1 0 0 0,-1 1 0 0 0,0 0-1 0 0,0-1 1 0 0,1 1 0 0 0,-1 0-1 0 0,0 0 1 0 0,1 1 0 0 0,-1-1-1 0 0,0 0 1 0 0,0 1 0 0 0,0 0-1 0 0,1-1 1 0 0,-1 1 0 0 0,0 0-1 0 0,0 0 1 0 0,3 2 0 0 0,1 0 73 0 0,0 1 0 0 0,-1-1 0 0 0,0 1 0 0 0,1 0 0 0 0,-2 1 0 0 0,1-1 0 0 0,0 1 1 0 0,-1 0-1 0 0,0 0 0 0 0,7 11 0 0 0,-8-7 38 0 0,1-1 0 0 0,-2 1 0 0 0,1-1 0 0 0,-1 1 0 0 0,0 0 0 0 0,-1-1 0 0 0,0 1 0 0 0,-1 0 0 0 0,1 0 0 0 0,-2 0 0 0 0,1 0 0 0 0,-1 0 0 0 0,-1 0 0 0 0,0 0 0 0 0,0-1 0 0 0,0 1-1 0 0,-1-1 1 0 0,-1 1 0 0 0,1-1 0 0 0,-1 0 0 0 0,-1 0 0 0 0,1-1 0 0 0,-1 1 0 0 0,-1-1 0 0 0,1 0 0 0 0,-8 7 0 0 0,11-13-100 0 0,1 0-1 0 0,0 1 1 0 0,0-1-1 0 0,-1 0 0 0 0,1 0 1 0 0,0 0-1 0 0,-1 0 1 0 0,1-1-1 0 0,-1 1 0 0 0,0 0 1 0 0,1-1-1 0 0,-3 1 1 0 0,3 0-48 0 0,1-1 0 0 0,-1 0 0 0 0,0 0 0 0 0,0 0 0 0 0,1 0 1 0 0,-1-1-1 0 0,0 1 0 0 0,1 0 0 0 0,-1 0 0 0 0,0 0 0 0 0,1 0 0 0 0,-1-1 1 0 0,0 1-1 0 0,1 0 0 0 0,-1-1 0 0 0,0 1 0 0 0,1 0 0 0 0,-1-1 0 0 0,1 1 1 0 0,-1-1-1 0 0,0 0 0 0 0,0-1-6 0 0,0 0 0 0 0,0 1 0 0 0,0-1 0 0 0,0 0-1 0 0,0 0 1 0 0,0-1 0 0 0,1 1 0 0 0,-1 0 0 0 0,1 0 0 0 0,-1 0 0 0 0,1 0 0 0 0,0 0 0 0 0,0-1-1 0 0,0 1 1 0 0,0 0 0 0 0,0 0 0 0 0,1-4 0 0 0,3-9-16 0 0,0-1 0 0 0,1 1 1 0 0,0 0-1 0 0,2 0 0 0 0,-1 1 0 0 0,2 0 0 0 0,0 0 0 0 0,0 0 0 0 0,2 1 1 0 0,-1 1-1 0 0,2-1 0 0 0,-1 2 0 0 0,2-1 0 0 0,0 2 0 0 0,0-1 1 0 0,1 2-1 0 0,0 0 0 0 0,23-13 0 0 0,-30 20-1 0 0,-1-1 0 0 0,0 1 0 0 0,1 1-1 0 0,-1-1 1 0 0,1 1 0 0 0,-1 0 0 0 0,1 0 0 0 0,0 1 0 0 0,0-1-1 0 0,-1 1 1 0 0,1 1 0 0 0,0-1 0 0 0,-1 1 0 0 0,1 0 0 0 0,0 0-1 0 0,-1 0 1 0 0,1 1 0 0 0,-1 0 0 0 0,0 0 0 0 0,1 1-1 0 0,-1-1 1 0 0,0 1 0 0 0,6 4 0 0 0,-6-2 2 0 0,0-1-1 0 0,0 1 1 0 0,-1 0 0 0 0,1 0-1 0 0,-1 1 1 0 0,0-1-1 0 0,0 1 1 0 0,-1 0 0 0 0,0 0-1 0 0,0 0 1 0 0,0 0 0 0 0,-1 1-1 0 0,1-1 1 0 0,-2 1 0 0 0,1 0-1 0 0,-1-1 1 0 0,0 1-1 0 0,0 0 1 0 0,-1 7 0 0 0,-2 18-8 0 0,-1-2 1 0 0,-11 50-1 0 0,10-62 12 0 0,-5 24 4 0 0,9-40-9 0 0,0-2-75 0 0,-1 1 0 0 0,1-1 0 0 0,0 1 0 0 0,0 0 0 0 0,0-1 0 0 0,0 1 0 0 0,-1 0 0 0 0,1-1 0 0 0,0 1-1 0 0,0-1 1 0 0,0 1 0 0 0,1 0 0 0 0,-1-1 0 0 0,0 1 0 0 0,0 0 0 0 0,0-1 0 0 0,0 1 0 0 0,0-1 0 0 0,1 1 0 0 0,-1 0-1 0 0,0-1 1 0 0,1 1 0 0 0,-1-1 0 0 0,0 1 0 0 0,1-1 0 0 0,-1 1 0 0 0,1-1 0 0 0,-1 1 0 0 0,1-1 0 0 0,-1 1 0 0 0,1 0-1 0 0,13-1-2013 0 0,0 0 0 0 0,-1-1-1 0 0,1 0 1 0 0,20-6-1 0 0,-22 5 204 0 0,17-3-3160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8:36.5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1288 0 0,'0'0'3980'0'0,"10"3"-6364"0"0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8:36.9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0 276 0 0,'0'0'2904'0'0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9:40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0 956 0 0,'0'0'5333'0'0,"6"7"-8148"0"0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3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31 106 1920 0 0,'3'-5'1252'0'0,"1"-1"0"0"0,0 1 0 0 0,-1 0 0 0 0,0-1 0 0 0,0 0-1 0 0,-1 0 1 0 0,0 0 0 0 0,0 0 0 0 0,0 0 0 0 0,-1 0 0 0 0,2-10 0 0 0,-2 8 611 0 0,4-11 1008 0 0,-31 152-1296 0 0,12-79-1398 0 0,3 1-1 0 0,-5 61 1 0 0,16-111-196 0 0,-1 7-533 0 0,0 0 1 0 0,2 20 0 0 0,-1-32 420 0 0,1 1-1 0 0,-1 0 0 0 0,0-1 0 0 0,0 1 1 0 0,0-1-1 0 0,0 1 0 0 0,1-1 1 0 0,-1 1-1 0 0,0 0 0 0 0,0-1 0 0 0,1 1 1 0 0,-1-1-1 0 0,0 1 0 0 0,1-1 1 0 0,-1 0-1 0 0,1 1 0 0 0,-1-1 0 0 0,1 1 1 0 0,-1-1-1 0 0,1 0 0 0 0,-1 1 1 0 0,1-1-1 0 0,-1 0 0 0 0,1 1 0 0 0,-1-1 1 0 0,1 0-1 0 0,-1 0 0 0 0,1 0 1 0 0,0 1-1 0 0,-1-1 0 0 0,1 0 0 0 0,-1 0 1 0 0,1 0-1 0 0,0 0 0 0 0,-1 0 1 0 0,1 0-1 0 0,-1 0 0 0 0,1 0 0 0 0,1-1 1 0 0,19-6-3148 0 0,-21 7 3240 0 0,27-19-6045 0 0,-12 6 1049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3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95 720 0 0,'56'-93'14973'0'0,"-70"92"-13256"0"0,10 2-1622 0 0,0 1 0 0 0,1 0 0 0 0,-1 0 0 0 0,1 0 0 0 0,-1 1 0 0 0,1-1-1 0 0,0 1 1 0 0,0-1 0 0 0,0 1 0 0 0,0 0 0 0 0,1 0 0 0 0,-1 1 0 0 0,1-1 0 0 0,0 1-1 0 0,0-1 1 0 0,0 1 0 0 0,0-1 0 0 0,0 1 0 0 0,1 0 0 0 0,0 0 0 0 0,0 0 0 0 0,-1 7 0 0 0,1-6-84 0 0,1 0 0 0 0,0 0 1 0 0,1 1-1 0 0,-1-1 0 0 0,1 0 1 0 0,0 0-1 0 0,0 1 0 0 0,0-1 1 0 0,1 0-1 0 0,0 0 0 0 0,0-1 1 0 0,0 1-1 0 0,1 0 0 0 0,0-1 0 0 0,-1 1 1 0 0,2-1-1 0 0,4 6 0 0 0,8 6 5 0 0,27 22 1 0 0,-28-26 136 0 0,-1 0 1 0 0,24 27 0 0 0,-37-38-18 0 0,-1 0 0 0 0,1 0 0 0 0,-1-1 0 0 0,1 1-1 0 0,0 0 1 0 0,-1 0 0 0 0,1 0 0 0 0,-1 0 0 0 0,0 0 0 0 0,1 0 0 0 0,-1 0 0 0 0,0 0 0 0 0,0 0 0 0 0,1 0 0 0 0,-1 0 0 0 0,0 0 0 0 0,0 0 0 0 0,0 0 0 0 0,0 0-1 0 0,0 0 1 0 0,0 0 0 0 0,-1 0 0 0 0,1 0 0 0 0,0 1 0 0 0,-1-1 12 0 0,0 1-1 0 0,0-1 1 0 0,0 0-1 0 0,0 1 1 0 0,0-1-1 0 0,0 0 1 0 0,-1 0-1 0 0,1 0 1 0 0,0 0-1 0 0,-1 0 1 0 0,1 0-1 0 0,0 0 1 0 0,-2 0-1 0 0,-5 2 208 0 0,1 0 0 0 0,0 0-1 0 0,-1-1 1 0 0,-9 2 0 0 0,11-3-269 0 0,-1 0 0 0 0,0-1 0 0 0,0 0 0 0 0,0 0 0 0 0,0 0 0 0 0,1-1 0 0 0,-1 0 1 0 0,0 0-1 0 0,1 0 0 0 0,-1-1 0 0 0,-10-4 0 0 0,11 3-477 0 0,0 0-1 0 0,0-1 1 0 0,0 1-1 0 0,0-1 0 0 0,1-1 1 0 0,-8-5-1 0 0,8 4-790 0 0,0 0-1 0 0,0 0 0 0 0,0 0 0 0 0,-5-9 1 0 0,6 8-884 0 0,1-1 0 0 0,0 1 1 0 0,0-1-1 0 0,-3-8 1 0 0,1-4-5109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3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93 1612 0 0,'-20'-91'10138'0'0,"20"89"-9690"0"0,1 3-887 0 0,1 1 100 0 0,0-1 1 0 0,-1 1-1 0 0,1-1 1 0 0,-1 1-1 0 0,0-1 1 0 0,1 1-1 0 0,-1 0 1 0 0,0 0-1 0 0,1 2 1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07:44.4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0 141 952 0 0,'3'0'2747'0'0,"27"0"4216"0"0,-27 1-5892 0 0,2-1-768 0 0,0 1-1 0 0,-1 0 1 0 0,1 0 0 0 0,0 1 0 0 0,0-1-1 0 0,-1 1 1 0 0,1 0 0 0 0,-1 1-1 0 0,1-1 1 0 0,-1 1 0 0 0,0-1-1 0 0,7 7 1 0 0,-5-2-65 0 0,0-1-1 0 0,0 1 1 0 0,-1-1 0 0 0,1 1-1 0 0,-2 1 1 0 0,8 14 0 0 0,-5-7 25 0 0,-1 0 1 0 0,-1 0 0 0 0,-1 1 0 0 0,0-1 0 0 0,-1 1 0 0 0,0 0 0 0 0,0 27-1 0 0,-3-43-197 0 0,0 1 0 0 0,0 0-1 0 0,0-1 1 0 0,0 1 0 0 0,0 0-1 0 0,0-1 1 0 0,0 1 0 0 0,0 0-1 0 0,0-1 1 0 0,0 1-1 0 0,0 0 1 0 0,-1-1 0 0 0,1 1-1 0 0,0-1 1 0 0,0 1 0 0 0,-1 0-1 0 0,1-1 1 0 0,0 1-1 0 0,-1-1 1 0 0,1 1 0 0 0,0-1-1 0 0,-1 1 1 0 0,1-1 0 0 0,-1 1-1 0 0,1-1 1 0 0,-1 1-1 0 0,1-1 1 0 0,-1 0 0 0 0,0 1-1 0 0,1-1 1 0 0,-2 1 0 0 0,2-1-47 0 0,-1-1-1 0 0,1 1 1 0 0,-1 0 0 0 0,1 0 0 0 0,-1 0 0 0 0,1-1 0 0 0,-1 1 0 0 0,1 0 0 0 0,-1-1 0 0 0,1 1 0 0 0,0 0 0 0 0,-1-1 0 0 0,1 1-1 0 0,0-1 1 0 0,-1 1 0 0 0,1 0 0 0 0,0-1 0 0 0,-1 1 0 0 0,1-1 0 0 0,0 1 0 0 0,0-1 0 0 0,-1 1 0 0 0,1-1 0 0 0,0 1 0 0 0,0-1-1 0 0,0 0 1 0 0,0 1 0 0 0,0-1 0 0 0,0 1 0 0 0,0-1 0 0 0,0 1 0 0 0,0-1 0 0 0,0 1 0 0 0,0-2 0 0 0,1-12 18 0 0,1 0 0 0 0,0 0 0 0 0,1 0 0 0 0,1 0 0 0 0,0 1 0 0 0,0 0 0 0 0,2-1 0 0 0,0 1 1 0 0,11-18-1 0 0,-1 5-36 0 0,0 1 0 0 0,2 1 0 0 0,32-34 0 0 0,-37 45-12 0 0,0 0-1 0 0,1 2 1 0 0,1-1 0 0 0,27-16-1 0 0,-36 25 5 0 0,-1 0-1 0 0,1 0 0 0 0,0 1 0 0 0,0-1 0 0 0,0 1 0 0 0,0 0 1 0 0,1 1-1 0 0,-1-1 0 0 0,0 1 0 0 0,1 1 0 0 0,-1-1 0 0 0,1 1 0 0 0,-1 0 1 0 0,0 1-1 0 0,1-1 0 0 0,10 4 0 0 0,-12-3 9 0 0,0 2 0 0 0,0-1 0 0 0,0 0 0 0 0,-1 1 0 0 0,1 0 0 0 0,-1 0 0 0 0,0 0 0 0 0,1 1 0 0 0,-2-1 0 0 0,1 1 0 0 0,0 0 0 0 0,-1 0 0 0 0,0 1 0 0 0,0-1 0 0 0,0 0 0 0 0,0 1 0 0 0,-1 0 0 0 0,1 0 0 0 0,-1 0 0 0 0,-1 0 0 0 0,1 0 0 0 0,-1 0 0 0 0,0 0-1 0 0,0 0 1 0 0,0 7 0 0 0,1 12 0 0 0,-1 0-1 0 0,-2 0 1 0 0,-1 0-1 0 0,-5 29 1 0 0,6-47-4 0 0,0 1 24 0 0,0 0 0 0 0,1 0 0 0 0,0 0 0 0 0,0 0 0 0 0,0 0 0 0 0,2 12 0 0 0,-1-17-111 0 0,0 0 0 0 0,-1 0 0 0 0,1 0 0 0 0,0 1 0 0 0,0-1 0 0 0,0 0 0 0 0,0 0 0 0 0,1 0-1 0 0,-1-1 1 0 0,0 1 0 0 0,1 0 0 0 0,0 0 0 0 0,-1-1 0 0 0,1 1 0 0 0,0-1 0 0 0,0 1 0 0 0,-1-1 0 0 0,1 0-1 0 0,0 0 1 0 0,0 0 0 0 0,1 0 0 0 0,-1 0 0 0 0,0 0 0 0 0,3 0 0 0 0,35 7-4620 0 0,-12-8-1265 0 0,-5-1-1246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9:43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1 300 0 0,'-2'0'3749'0'0,"-11"3"-1403"0"0,-28 2 7952 0 0,406-5-9773 0 0,-185-1-1852 0 0,-3 1-3784 0 0,-159 1-286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9:43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62 120 0 0,'-178'-2'15851'0'0,"174"2"-15473"0"0,2 1-37 0 0,-16-1 616 0 0,13-2-176 0 0,15-1-659 0 0,33-5-9 0 0,79-3 1 0 0,-53 6-81 0 0,157-7 51 0 0,32-3 4 0 0,-148 11 19 0 0,-94 4-154 0 0,-14 0 22 0 0,1 0 14 0 0,8 0 4 0 0,-8 0 68 0 0,8 1 115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06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29 2124 0 0,'31'-29'17285'0'0,"-30"31"-16601"0"0,1 4-372 0 0,0-1 0 0 0,0 0 1 0 0,-1 1-1 0 0,0 0 0 0 0,0-1 0 0 0,-1 1 0 0 0,1-1 0 0 0,-1 1 0 0 0,-1 6 0 0 0,-7 58 986 0 0,4-39-935 0 0,-38 179 1001 0 0,21-117-2359 0 0,3 1-3702 0 0,18-70 448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06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67 704 0 0,'28'-41'9344'0'0,"-7"16"844"0"0,-20 25-10107 0 0,-1 0-1 0 0,0 0 1 0 0,1 0 0 0 0,-1-1-1 0 0,0 1 1 0 0,1 0 0 0 0,-1 0-1 0 0,0 0 1 0 0,1 0 0 0 0,-1 0 0 0 0,1 0-1 0 0,-1 0 1 0 0,0 0 0 0 0,1 0-1 0 0,-1 0 1 0 0,0 0 0 0 0,1 0-1 0 0,-1 1 1 0 0,0-1 0 0 0,1 0-1 0 0,-1 0 1 0 0,0 0 0 0 0,1 0 0 0 0,-1 0-1 0 0,0 1 1 0 0,1-1 0 0 0,-1 0-1 0 0,0 0 1 0 0,0 1 0 0 0,1-1-1 0 0,-1 0 1 0 0,0 0 0 0 0,0 1 0 0 0,0-1-1 0 0,1 0 1 0 0,-1 1 0 0 0,0-1-1 0 0,0 0 1 0 0,0 1 0 0 0,0-1-1 0 0,0 0 1 0 0,0 1 0 0 0,1-1 0 0 0,-1 0-1 0 0,0 1 1 0 0,0-1 0 0 0,0 1-1 0 0,0-1 1 0 0,4 19 1977 0 0,-9 114 3027 0 0,1-16-4260 0 0,9-1-3772 0 0,6-67-4482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06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45 940 0 0,'-8'-44'16680'0'0,"21"56"-15584"0"0,0 1 0 0 0,0 1 0 0 0,-1 0 0 0 0,16 26 0 0 0,-13-19-431 0 0,10 14-278 0 0,-2 2-1 0 0,-1 1 1 0 0,-2 0 0 0 0,-1 2 0 0 0,-3 0 0 0 0,-1 1-1 0 0,-2 0 1 0 0,-2 1 0 0 0,-1 1 0 0 0,-3 0 0 0 0,-1 0-1 0 0,-3 0 1 0 0,-1 1 0 0 0,-5 57 0 0 0,-4-29-488 0 0,-4-1 0 0 0,-2 0 0 0 0,-4-1 0 0 0,-33 90-1 0 0,7-52-3257 0 0,-108 195 0 0 0,41-134-6394 0 0,51-88-433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13.9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260 271 488 0 0,'5'-5'1209'0'0,"1"0"0"0"0,0 1 1 0 0,0 0-1 0 0,0 0 0 0 0,13-6 0 0 0,-18 9-716 0 0,0 1-391 0 0,0-1 0 0 0,0 1 0 0 0,-1-1 0 0 0,1 1 1 0 0,0-1-1 0 0,0 1 0 0 0,0-1 0 0 0,0 1 0 0 0,0 0 0 0 0,0 0 0 0 0,0-1 0 0 0,0 1 0 0 0,0 0 0 0 0,0 0 0 0 0,0 0 0 0 0,0 0 0 0 0,0 0 1 0 0,0 0-1 0 0,0 0 0 0 0,0 0 0 0 0,0 1 0 0 0,0-1 0 0 0,1 1 0 0 0,9 3 1886 0 0,-11-4-1945 0 0,0 1 0 0 0,0-1 1 0 0,0 0-1 0 0,0 0 0 0 0,0 1 1 0 0,0-1-1 0 0,0 0 0 0 0,0 0 1 0 0,0 0-1 0 0,0 1 1 0 0,0-1-1 0 0,0 0 0 0 0,0 0 1 0 0,-1 1-1 0 0,1-1 0 0 0,0 0 1 0 0,0 0-1 0 0,0 1 0 0 0,0-1 1 0 0,0 0-1 0 0,0 0 0 0 0,-1 0 1 0 0,1 0-1 0 0,0 1 1 0 0,0-1-1 0 0,0 0 0 0 0,-1 0 1 0 0,1 0-1 0 0,0 0 0 0 0,0 0 1 0 0,0 1-1 0 0,-1-1 0 0 0,1 0 1 0 0,0 0-1 0 0,0 0 0 0 0,-1 0 1 0 0,1 0-1 0 0,0 0 1 0 0,0 0-1 0 0,-1 0 0 0 0,1 0 1 0 0,0 0-1 0 0,-7 2-4 0 0,0 0 0 0 0,0-1 0 0 0,0 0-1 0 0,0 0 1 0 0,0 0 0 0 0,0-1 0 0 0,-1 0 0 0 0,1-1 0 0 0,0 1-1 0 0,0-1 1 0 0,0-1 0 0 0,-10-2 0 0 0,-10-5-43 0 0,-45-19 0 0 0,71 28-2 0 0,1 0-1 0 0,-1 0 1 0 0,1-1 0 0 0,-1 1 0 0 0,1 0 0 0 0,-1 0 0 0 0,1-1 0 0 0,-1 1 0 0 0,1 0-1 0 0,-1 0 1 0 0,1-1 0 0 0,-1 1 0 0 0,1-1 0 0 0,-1 1 0 0 0,1-1 0 0 0,-1 1 0 0 0,1 0-1 0 0,0-1 1 0 0,-1 0 0 0 0,1 1 0 0 0,0-1 0 0 0,0 1 0 0 0,-1-1 0 0 0,1 1 0 0 0,0-1-1 0 0,0 1 1 0 0,0-1 0 0 0,0 0 0 0 0,0 0 0 0 0,0 0 2 0 0,0 0-1 0 0,1 0 1 0 0,-1 0 0 0 0,1 0-1 0 0,0 0 1 0 0,-1 0 0 0 0,1 0 0 0 0,0 0-1 0 0,-1 1 1 0 0,1-1 0 0 0,0 0-1 0 0,0 0 1 0 0,0 1 0 0 0,1-2 0 0 0,35-16-67 0 0,56-11-253 0 0,118-22 0 0 0,-31 9-707 0 0,-176 41 1021 0 0,0-1 0 0 0,0 1 0 0 0,0-1 0 0 0,0 1 1 0 0,0-1-1 0 0,-1 0 0 0 0,1-1 0 0 0,-1 1 1 0 0,1-1-1 0 0,-1 1 0 0 0,0-1 0 0 0,0 0 1 0 0,4-5-1 0 0,-6 7-20 0 0,-1 1 25 0 0,0 0 1 0 0,0 0 0 0 0,0 0 0 0 0,0-1 0 0 0,0 1 0 0 0,0 0 0 0 0,0 0 0 0 0,0 0 0 0 0,0 0 0 0 0,0 0 0 0 0,0-1 0 0 0,0 1 0 0 0,0 0 0 0 0,0 0 0 0 0,0 0 0 0 0,0 0-1 0 0,0-1 1 0 0,0 1 0 0 0,0 0 0 0 0,0 0 0 0 0,0 0 0 0 0,0 0 0 0 0,0-1 0 0 0,0 1 0 0 0,0 0 0 0 0,0 0 0 0 0,-1 0 0 0 0,1 0 0 0 0,0 0 0 0 0,0-1 0 0 0,0 1 0 0 0,0 0 0 0 0,0 0 0 0 0,0 0 0 0 0,-1 0 0 0 0,1 0 0 0 0,0 0 0 0 0,0 0 0 0 0,0 0 0 0 0,0 0-1 0 0,0 0 1 0 0,-1-1 0 0 0,1 1 0 0 0,0 0 0 0 0,0 0 0 0 0,0 0 0 0 0,0 0 0 0 0,-1 0 0 0 0,1 0 0 0 0,0 0 0 0 0,0 0 0 0 0,0 0 0 0 0,0 0 0 0 0,-1 0 0 0 0,1 1 0 0 0,0-1 0 0 0,-11 10-71 0 0,-7 18 45 0 0,-76 250 679 0 0,23 9 257 0 0,35-134-682 0 0,2-35 16 0 0,29-105-137 0 0,0 0 1 0 0,-1 0-1 0 0,-1-1 1 0 0,1 0-1 0 0,-2 0 0 0 0,-15 19 1 0 0,19-28-40 0 0,1 0 1 0 0,-1 1-1 0 0,0-1 1 0 0,0-1-1 0 0,0 1 0 0 0,0-1 1 0 0,-1 1-1 0 0,1-1 1 0 0,-1-1-1 0 0,1 1 1 0 0,-1 0-1 0 0,0-1 1 0 0,1 0-1 0 0,-1 0 1 0 0,0-1-1 0 0,0 1 1 0 0,0-1-1 0 0,0 0 0 0 0,0 0 1 0 0,1-1-1 0 0,-1 1 1 0 0,0-1-1 0 0,0 0 1 0 0,1-1-1 0 0,-8-2 1 0 0,-10-4-44 0 0,1-2 0 0 0,0 0 0 0 0,0-1 0 0 0,-19-15 0 0 0,23 15 24 0 0,1 0-39 0 0,-5-2-155 0 0,-28-14 1 0 0,48 26 11 0 0,-1 1 1 0 0,1 0 0 0 0,0 0 0 0 0,-1-1 0 0 0,1 1-1 0 0,-1 0 1 0 0,1 0 0 0 0,0 0 0 0 0,-1 0-1 0 0,1 1 1 0 0,0-1 0 0 0,-1 0 0 0 0,1 1 0 0 0,0-1-1 0 0,-1 1 1 0 0,1-1 0 0 0,0 1 0 0 0,0-1 0 0 0,0 1-1 0 0,-1 0 1 0 0,1 0 0 0 0,0 0 0 0 0,-1 1 0 0 0,6 11-4430 0 0,3-11 1718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14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71 2464 0 0,'6'-15'3567'0'0,"0"-1"-1"0"0,14-22 0 0 0,-19 36-3036 0 0,-4 43 242 0 0,-2-1 0 0 0,-2 0 0 0 0,-1 0 0 0 0,-15 42 0 0 0,4-13-364 0 0,-124 405 881 0 0,142-471-1227 0 0,1-6-58 0 0,1-7-17 0 0,0 0 0 0 0,1 1 0 0 0,0-1 0 0 0,1 1 0 0 0,0-1 1 0 0,0 1-1 0 0,1 0 0 0 0,8-14 0 0 0,0 1-50 0 0,2 0-1 0 0,20-24 1 0 0,-28 38 39 0 0,0 0 0 0 0,1 0-1 0 0,0 1 1 0 0,1 0 0 0 0,0 0 0 0 0,0 0 0 0 0,0 1 0 0 0,1 1 0 0 0,0 0 0 0 0,0 0 0 0 0,0 0 0 0 0,1 1-1 0 0,11-3 1 0 0,-17 6 45 0 0,-1 1 0 0 0,1-1 0 0 0,-1 1 0 0 0,1 0 0 0 0,-1 0 0 0 0,1 0 0 0 0,-1 1 0 0 0,1-1 0 0 0,-1 1 0 0 0,0 0 0 0 0,1 0 0 0 0,-1 0-1 0 0,0 1 1 0 0,1-1 0 0 0,-1 1 0 0 0,0-1 0 0 0,0 1 0 0 0,0 0 0 0 0,-1 0 0 0 0,1 1 0 0 0,0-1 0 0 0,-1 0 0 0 0,1 1 0 0 0,-1 0 0 0 0,0-1 0 0 0,0 1-1 0 0,2 4 1 0 0,1 1 57 0 0,0 1-1 0 0,-1-1 0 0 0,0 1 0 0 0,-1 0 1 0 0,0 0-1 0 0,0 0 0 0 0,-1 0 1 0 0,2 16-1 0 0,-3 7 62 0 0,-1 0 0 0 0,-5 37 0 0 0,0 20-906 0 0,5-88 617 0 0,0 0 0 0 0,0 0-1 0 0,0 1 1 0 0,0-1 0 0 0,0 0-1 0 0,0 0 1 0 0,0 1-1 0 0,0-1 1 0 0,1 0 0 0 0,-1 0-1 0 0,0 0 1 0 0,1 1 0 0 0,-1-1-1 0 0,1 0 1 0 0,-1 0-1 0 0,1 0 1 0 0,0 0 0 0 0,-1 0-1 0 0,1 0 1 0 0,0 0 0 0 0,0 0-1 0 0,0 0 1 0 0,-1 0-1 0 0,1-1 1 0 0,0 1 0 0 0,0 0-1 0 0,0 0 1 0 0,2 0 0 0 0,0-1-430 0 0,-1 1 1 0 0,1-1-1 0 0,0 0 1 0 0,0 0-1 0 0,-1 0 1 0 0,1 0-1 0 0,0-1 1 0 0,-1 1-1 0 0,1-1 1 0 0,0 1-1 0 0,-1-1 1 0 0,5-2-1 0 0,10-5-4726 0 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14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141 193 1332 0 0,'8'-7'2079'0'0,"30"-20"7112"0"0,-36 27-8582 0 0,-1-1-532 0 0,-1 1-1 0 0,1 0 1 0 0,0-1-1 0 0,0 1 0 0 0,0 0 1 0 0,0 0-1 0 0,0 0 1 0 0,0 0-1 0 0,0 0 1 0 0,0 0-1 0 0,0 0 0 0 0,0 0 1 0 0,0 0-1 0 0,0 0 1 0 0,-1 0-1 0 0,1 0 1 0 0,0 1-1 0 0,0-1 0 0 0,0 0 1 0 0,0 1-1 0 0,0-1 1 0 0,0 1-1 0 0,-1-1 1 0 0,2 1-1 0 0,6 8 227 0 0,-6-6-242 0 0,0-1 0 0 0,0 1 1 0 0,0-1-1 0 0,0 0 0 0 0,1 1 1 0 0,-1-1-1 0 0,1 0 1 0 0,-1-1-1 0 0,1 1 0 0 0,0 0 1 0 0,0-1-1 0 0,0 1 0 0 0,0-1 1 0 0,0 0-1 0 0,0 0 1 0 0,0 0-1 0 0,0-1 0 0 0,0 1 1 0 0,0-1-1 0 0,0 1 0 0 0,1-1 1 0 0,-1 0-1 0 0,6-1 1 0 0,-4 0-31 0 0,0 0 1 0 0,-1-1-1 0 0,1 0 0 0 0,0 0 1 0 0,-1 0-1 0 0,1 0 1 0 0,-1-1-1 0 0,0 1 1 0 0,1-1-1 0 0,-1 0 1 0 0,-1-1-1 0 0,1 1 1 0 0,0-1-1 0 0,-1 1 1 0 0,0-1-1 0 0,0 0 1 0 0,0-1-1 0 0,4-7 1 0 0,-3 5-21 0 0,-1 0 0 0 0,0 0 0 0 0,-1 0 0 0 0,0 0 0 0 0,0-1 0 0 0,0 1 0 0 0,-1 0 0 0 0,0-1 0 0 0,-1 0 0 0 0,0 1 0 0 0,0-1 1 0 0,-2-11-1 0 0,2 18-12 0 0,0-1 1 0 0,-1 1 0 0 0,1-1 0 0 0,-1 0 0 0 0,1 1-1 0 0,-1-1 1 0 0,0 1 0 0 0,1-1 0 0 0,-1 1 0 0 0,0 0-1 0 0,0-1 1 0 0,0 1 0 0 0,0 0 0 0 0,0 0 0 0 0,-1-1-1 0 0,1 1 1 0 0,0 0 0 0 0,0 0 0 0 0,-1 0 0 0 0,1 1 0 0 0,-1-1-1 0 0,1 0 1 0 0,-1 0 0 0 0,1 1 0 0 0,-1-1 0 0 0,1 1-1 0 0,-1-1 1 0 0,0 1 0 0 0,1 0 0 0 0,-1 0 0 0 0,0 0-1 0 0,1 0 1 0 0,-1 0 0 0 0,0 0 0 0 0,1 0 0 0 0,-1 0-1 0 0,0 0 1 0 0,1 1 0 0 0,-1-1 0 0 0,-1 2 0 0 0,-9 2 80 0 0,1 1 0 0 0,0 1 0 0 0,0 0 1 0 0,0 1-1 0 0,1 0 0 0 0,0 1 0 0 0,0 0 0 0 0,-12 13 1 0 0,14-14 21 0 0,-23 22 275 0 0,1 2-1 0 0,-35 46 1 0 0,50-57-279 0 0,1 1 1 0 0,1 0-1 0 0,1 1 1 0 0,1 0-1 0 0,-12 36 1 0 0,21-53-80 0 0,1 1 0 0 0,-1-1 0 0 0,1 1 0 0 0,1 0 0 0 0,-1-1 1 0 0,1 1-1 0 0,-1 0 0 0 0,2 0 0 0 0,-1-1 0 0 0,1 1 1 0 0,0 0-1 0 0,0-1 0 0 0,2 8 0 0 0,-1-9-23 0 0,-1-1 1 0 0,1 0-1 0 0,0 0 0 0 0,0 0 0 0 0,0 0 1 0 0,0-1-1 0 0,0 1 0 0 0,0 0 0 0 0,1-1 1 0 0,-1 1-1 0 0,1-1 0 0 0,0 0 0 0 0,0 0 1 0 0,0 0-1 0 0,0-1 0 0 0,0 1 0 0 0,0 0 1 0 0,0-1-1 0 0,0 0 0 0 0,1 0 0 0 0,-1 0 1 0 0,0 0-1 0 0,5 0 0 0 0,6 0-489 0 0,1 0-1 0 0,0 0 1 0 0,-1-2-1 0 0,1 1 0 0 0,-1-2 1 0 0,26-6-1 0 0,-5-1-3551 0 0,52-23-1 0 0,-35 10-2359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16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0 731 1456 0 0,'1'-15'4369'0'0,"-1"10"-3839"0"0,1 0 0 0 0,0 0 1 0 0,0 1-1 0 0,0-1 0 0 0,1 1 1 0 0,-1-1-1 0 0,1 1 0 0 0,0-1 1 0 0,0 1-1 0 0,5-6 0 0 0,-6 9-486 0 0,-1 1-1 0 0,1-1 1 0 0,0 1-1 0 0,-1 0 1 0 0,1-1-1 0 0,0 1 1 0 0,-1-1-1 0 0,1 1 1 0 0,0 0-1 0 0,0 0 1 0 0,-1-1-1 0 0,1 1 1 0 0,0 0-1 0 0,0 0 1 0 0,-1 0-1 0 0,1 0 1 0 0,0 0-1 0 0,0 0 1 0 0,0 0-1 0 0,-1 0 1 0 0,1 0-1 0 0,0 1 1 0 0,1-1-1 0 0,16 8 370 0 0,-9-1-291 0 0,-1 0 1 0 0,0 1 0 0 0,0 0 0 0 0,0 0 0 0 0,-1 1 0 0 0,0 0-1 0 0,-1 0 1 0 0,0 1 0 0 0,0 0 0 0 0,-1 0 0 0 0,6 14 0 0 0,-7-9 117 0 0,1-1 0 0 0,-2 1 1 0 0,0-1-1 0 0,0 1 0 0 0,-2 0 1 0 0,0 0-1 0 0,-1 30 1 0 0,-3-20 489 0 0,3-17 1037 0 0,3-26-1214 0 0,2-5-527 0 0,0-1 0 0 0,2 1-1 0 0,1 0 1 0 0,1 1 0 0 0,14-26 0 0 0,-15 34-82 0 0,0-1 1 0 0,1 1-1 0 0,1 1 0 0 0,0 0 0 0 0,1 0 0 0 0,1 1 1 0 0,0 0-1 0 0,19-13 0 0 0,-27 22-109 0 0,1 0-1 0 0,0 0 1 0 0,0 1 0 0 0,1 0 0 0 0,-1 0-1 0 0,0 0 1 0 0,1 1 0 0 0,0 0-1 0 0,-1 0 1 0 0,1 0 0 0 0,-1 1 0 0 0,1-1-1 0 0,0 2 1 0 0,-1-1 0 0 0,1 0-1 0 0,0 1 1 0 0,8 2 0 0 0,9 4-998 0 0,-1 0-1 0 0,0 2 1 0 0,21 10 0 0 0,-2 0-261 0 0,-16-9 723 0 0,2 2-370 0 0,40 11-1 0 0,-59-20 1166 0 0,-1-2 0 0 0,1 1-1 0 0,0-1 1 0 0,0 0 0 0 0,0-1 0 0 0,0 0 0 0 0,-1 0-1 0 0,1 0 1 0 0,0-1 0 0 0,10-3 0 0 0,-14 3 98 0 0,1-1 0 0 0,-1 0 1 0 0,0-1-1 0 0,0 1 1 0 0,0-1-1 0 0,0 0 0 0 0,0 0 1 0 0,-1 0-1 0 0,1 0 0 0 0,-1-1 1 0 0,0 1-1 0 0,0-1 0 0 0,0 0 1 0 0,0 0-1 0 0,-1 0 0 0 0,0 0 1 0 0,1 0-1 0 0,-1-1 0 0 0,-1 1 1 0 0,2-6-1 0 0,0 2 180 0 0,-1 1-1 0 0,0-1 1 0 0,-1 0-1 0 0,0 0 1 0 0,0 0-1 0 0,-1 0 1 0 0,0 0 0 0 0,0 0-1 0 0,0 0 1 0 0,-1 1-1 0 0,-3-12 1 0 0,4 18-354 0 0,-1 0-1 0 0,1-1 1 0 0,0 1 0 0 0,-1 0 0 0 0,1 0-1 0 0,0 0 1 0 0,-1 0 0 0 0,0 0 0 0 0,1-1-1 0 0,-1 1 1 0 0,0 0 0 0 0,1 0 0 0 0,-1 0-1 0 0,0 1 1 0 0,0-1 0 0 0,0 0 0 0 0,0 0-1 0 0,0 0 1 0 0,0 1 0 0 0,0-1 0 0 0,0 0-1 0 0,0 1 1 0 0,0-1 0 0 0,0 1 0 0 0,0-1-1 0 0,-1 1 1 0 0,1 0 0 0 0,0-1 0 0 0,0 1-1 0 0,0 0 1 0 0,-1 0 0 0 0,1 0-1 0 0,0 0 1 0 0,0 0 0 0 0,-1 0 0 0 0,1 0-1 0 0,0 0 1 0 0,0 1 0 0 0,-1-1 0 0 0,1 0-1 0 0,0 1 1 0 0,0-1 0 0 0,0 1 0 0 0,-2 0-1 0 0,-3 3-19 0 0,-1 0-1 0 0,1 0 0 0 0,0 0 0 0 0,0 1 0 0 0,-11 10 0 0 0,-3 6 15 0 0,0 1 1 0 0,1 0-1 0 0,2 2 0 0 0,0 0 0 0 0,2 1 0 0 0,0 0 1 0 0,2 1-1 0 0,1 1 0 0 0,1 0 0 0 0,-14 52 0 0 0,24-73-3 0 0,0 1-1 0 0,0-1 1 0 0,1 1-1 0 0,0 9 1 0 0,0-15-5 0 0,0 1 1 0 0,0-1 0 0 0,0 1-1 0 0,1-1 1 0 0,-1 0-1 0 0,0 1 1 0 0,1-1 0 0 0,-1 0-1 0 0,0 1 1 0 0,1-1-1 0 0,0 0 1 0 0,-1 0 0 0 0,1 1-1 0 0,0-1 1 0 0,0 0 0 0 0,-1 0-1 0 0,1 0 1 0 0,0 0-1 0 0,0 0 1 0 0,0 0 0 0 0,0 0-1 0 0,0 0 1 0 0,1 0-1 0 0,-1-1 1 0 0,0 1 0 0 0,0 0-1 0 0,0-1 1 0 0,1 1-1 0 0,-1-1 1 0 0,2 1 0 0 0,3 0-22 0 0,1-1 1 0 0,-1 1 0 0 0,0-1-1 0 0,0-1 1 0 0,1 1 0 0 0,-1-1-1 0 0,0 0 1 0 0,0 0 0 0 0,0-1-1 0 0,0 0 1 0 0,0 0 0 0 0,8-5 0 0 0,-4 2-35 0 0,-1-1 1 0 0,0 0 0 0 0,0-1 0 0 0,-1 1 0 0 0,0-2 0 0 0,12-12 0 0 0,1-7-42 0 0,-2 0-1 0 0,-1 0 1 0 0,26-55 0 0 0,-15 28-148 0 0,-28 52 182 0 0,3 1-18 0 0,1 1 22 0 0,-4 11 60 0 0,-3 42 11 0 0,0 34 309 0 0,2-78-444 0 0,1 0 0 0 0,0 0 1 0 0,0 0-1 0 0,1 0 0 0 0,1-1 1 0 0,-1 1-1 0 0,6 11 0 0 0,-6-18-119 0 0,-1 1 0 0 0,1 0-1 0 0,-1 0 1 0 0,1-1 0 0 0,0 1-1 0 0,0-1 1 0 0,1 1 0 0 0,-1-1-1 0 0,0 0 1 0 0,1 0 0 0 0,-1 0-1 0 0,1 0 1 0 0,0-1-1 0 0,-1 1 1 0 0,1-1 0 0 0,0 1-1 0 0,0-1 1 0 0,0 0 0 0 0,0 0-1 0 0,5 1 1 0 0,-5-2 76 0 0,0 0-1 0 0,0 0 1 0 0,-1 0-1 0 0,1-1 1 0 0,0 1-1 0 0,0-1 1 0 0,-1 1-1 0 0,1-1 1 0 0,-1 0-1 0 0,1 0 1 0 0,0 0 0 0 0,-1 0-1 0 0,0-1 1 0 0,1 1-1 0 0,-1-1 1 0 0,0 1-1 0 0,1-1 1 0 0,-1 0-1 0 0,0 0 1 0 0,-1 0-1 0 0,1 0 1 0 0,0 0 0 0 0,0 0-1 0 0,2-5 1 0 0,7-13 452 0 0,-1-1 0 0 0,11-31 0 0 0,-16 38 70 0 0,0 0 1 0 0,1 0-1 0 0,0 0 1 0 0,1 1-1 0 0,0 0 1 0 0,1 0-1 0 0,1 1 1 0 0,17-19-1 0 0,-25 29-282 0 0,1 0 0 0 0,0 1 0 0 0,1-1 0 0 0,-1 1-1 0 0,0-1 1 0 0,0 1 0 0 0,1 0 0 0 0,-1 0 0 0 0,0 0 0 0 0,1 0 0 0 0,-1 0 0 0 0,1 0-1 0 0,0 1 1 0 0,-1 0 0 0 0,1-1 0 0 0,-1 1 0 0 0,1 0 0 0 0,3 0 0 0 0,-2 1 8 0 0,0 0 1 0 0,-1 0-1 0 0,1 0 0 0 0,0 0 1 0 0,-1 1-1 0 0,0-1 1 0 0,1 1-1 0 0,-1 0 1 0 0,0 0-1 0 0,0 1 0 0 0,5 3 1 0 0,-2 0 46 0 0,1 1 1 0 0,-1-1-1 0 0,0 2 1 0 0,-1-1-1 0 0,1 1 1 0 0,-2 0-1 0 0,1 0 0 0 0,-1 0 1 0 0,5 13-1 0 0,-7-12 59 0 0,0 1 0 0 0,-1-1-1 0 0,0 0 1 0 0,-1 0 0 0 0,0 1-1 0 0,0-1 1 0 0,-1 1 0 0 0,0-1 0 0 0,0 0-1 0 0,-1 0 1 0 0,-1 0 0 0 0,1 0-1 0 0,-1 0 1 0 0,-1 0 0 0 0,0-1-1 0 0,0 0 1 0 0,-10 15 0 0 0,13-21 117 0 0,-14-8-130 0 0,14 5-174 0 0,0 0 0 0 0,0 0 0 0 0,0 0 0 0 0,1 0 0 0 0,-1 0-1 0 0,0 0 1 0 0,1-1 0 0 0,-1 1 0 0 0,0 0 0 0 0,1 0 0 0 0,0-1 0 0 0,-1 1-1 0 0,1 0 1 0 0,0 0 0 0 0,-1-1 0 0 0,1 1 0 0 0,0 0 0 0 0,0-3-1 0 0,2-29 35 0 0,-1 23-19 0 0,0-4-41 0 0,1-1 1 0 0,0 1 0 0 0,2-1 0 0 0,-1 1-1 0 0,2 0 1 0 0,0 0 0 0 0,1 0-1 0 0,0 1 1 0 0,1 0 0 0 0,0 0-1 0 0,12-15 1 0 0,-12 19-7 0 0,0 0 0 0 0,0 1-1 0 0,1 0 1 0 0,0 0 0 0 0,0 1 0 0 0,1 0 0 0 0,0 0-1 0 0,0 1 1 0 0,1 0 0 0 0,0 1 0 0 0,0 0-1 0 0,0 0 1 0 0,0 1 0 0 0,1 0 0 0 0,15-3-1 0 0,-22 7 20 0 0,0-1 0 0 0,-1 1-1 0 0,1-1 1 0 0,0 1-1 0 0,0 0 1 0 0,-1 0-1 0 0,1 1 1 0 0,0-1 0 0 0,0 1-1 0 0,-1 0 1 0 0,1 0-1 0 0,-1 0 1 0 0,1 0 0 0 0,-1 1-1 0 0,1-1 1 0 0,-1 1-1 0 0,6 4 1 0 0,-5-3 11 0 0,-1 0 0 0 0,0 1 0 0 0,0 0-1 0 0,0-1 1 0 0,0 1 0 0 0,-1 0 0 0 0,1 0 0 0 0,-1 1 0 0 0,0-1 0 0 0,0 0 0 0 0,-1 1 0 0 0,2 5-1 0 0,1 9 41 0 0,-2 0 0 0 0,0 0 0 0 0,-1 0 0 0 0,0 0 0 0 0,-5 33-1 0 0,3-39-24 0 0,-2 33-217 0 0,3-43 63 0 0,0 0 0 0 0,0 0 0 0 0,0 0 0 0 0,1 0 0 0 0,-1 0 0 0 0,1 0 0 0 0,0 0 0 0 0,0 0 0 0 0,0 0 0 0 0,0-1 0 0 0,3 6 1 0 0,-3-7 21 0 0,0 0 0 0 0,0-1 0 0 0,0 1 1 0 0,1 0-1 0 0,-1 0 0 0 0,0-1 1 0 0,0 1-1 0 0,1-1 0 0 0,-1 1 0 0 0,0-1 1 0 0,0 1-1 0 0,1-1 0 0 0,-1 0 1 0 0,1 0-1 0 0,-1 0 0 0 0,0 0 0 0 0,1 0 1 0 0,-1 0-1 0 0,0 0 0 0 0,1 0 1 0 0,1-1-1 0 0,28-7-1492 0 0,-15-1 1007 0 0,1-1 0 0 0,-2 0 0 0 0,1-1 0 0 0,-1 0 0 0 0,-1-1 0 0 0,0-1 0 0 0,-1 0 0 0 0,-1-1 0 0 0,0-1 0 0 0,16-23 0 0 0,-3-3 205 0 0,-1-1 1 0 0,34-86 0 0 0,-22 29 2357 0 0,24-104 0 0 0,-15-4 5056 0 0,-37 165-5948 0 0,-8 40-997 0 0,0 4 17 0 0,-49 394 3063 0 0,-3 28-2492 0 0,46-381-527 0 0,4-20 673 0 0,-2 1 0 0 0,-9 35-1 0 0,12-57-602 0 0,2-27-129 0 0,2 0 0 0 0,0 0 1 0 0,1 1-1 0 0,2-1 1 0 0,14-38-1 0 0,-2 14-393 0 0,44-78 0 0 0,-48 103 240 0 0,1 0 0 0 0,0 1-1 0 0,2 1 1 0 0,24-25 0 0 0,-31 37 36 0 0,1 0 0 0 0,0 1 1 0 0,0 0-1 0 0,0 1 0 0 0,1 0 1 0 0,1 1-1 0 0,-1 0 1 0 0,1 1-1 0 0,0 0 0 0 0,15-4 1 0 0,-25 9 23 0 0,1 0 0 0 0,-1 1 0 0 0,0 0 0 0 0,0-1 0 0 0,1 1 0 0 0,-1 0 0 0 0,0 0 0 0 0,1 1 0 0 0,-1-1 1 0 0,0 1-1 0 0,0-1 0 0 0,5 3 0 0 0,-7-3 13 0 0,0 1 1 0 0,-1-1 0 0 0,1 0-1 0 0,-1 1 1 0 0,1-1 0 0 0,-1 1-1 0 0,1-1 1 0 0,0 1 0 0 0,-1 0 0 0 0,0-1-1 0 0,1 1 1 0 0,-1-1 0 0 0,1 1-1 0 0,-1 0 1 0 0,0-1 0 0 0,1 1-1 0 0,-1 0 1 0 0,0-1 0 0 0,0 1-1 0 0,1 0 1 0 0,-1 0 0 0 0,0-1-1 0 0,0 1 1 0 0,0 0 0 0 0,0 0-1 0 0,0-1 1 0 0,0 1 0 0 0,0 0-1 0 0,-1 0 1 0 0,-4 22-73 0 0,1-15-2 0 0,-1 0 1 0 0,1-1-1 0 0,-2 0 1 0 0,1 1 0 0 0,-1-2-1 0 0,0 1 1 0 0,0-1-1 0 0,-1 0 1 0 0,-13 10-1 0 0,8-8 5 0 0,1 0 1 0 0,-2-1-1 0 0,1-1 0 0 0,-1 0 0 0 0,-21 7 0 0 0,15-9-11 0 0,-36 4-1 0 0,50-7 64 0 0,3-1-35 0 0,-18-1-269 0 0,20 1 318 0 0,0 0 0 0 0,-1 0 0 0 0,1 0 0 0 0,0 0 0 0 0,-1 0 0 0 0,1 0 1 0 0,0 0-1 0 0,-1 1 0 0 0,1-1 0 0 0,0 0 0 0 0,-1 0 0 0 0,1 0 0 0 0,0 0 0 0 0,-1 1 0 0 0,1-1 0 0 0,0 0 1 0 0,0 0-1 0 0,-1 1 0 0 0,1-1 0 0 0,0 0 0 0 0,0 0 0 0 0,-1 1 0 0 0,1-1 0 0 0,0 0 0 0 0,0 1 0 0 0,0-1 1 0 0,0 0-1 0 0,-1 1 0 0 0,1-1 0 0 0,0 0 0 0 0,0 1 0 0 0,0-1 0 0 0,0 0 0 0 0,0 1 0 0 0,0-1 0 0 0,0 0 1 0 0,0 1-1 0 0,0-1 0 0 0,0 1 0 0 0,10 15-98 0 0,72 98 54 0 0,-57-75 65 0 0,44 50 0 0 0,-58-77-598 0 0,0-1 1 0 0,1 0 0 0 0,1 0 0 0 0,-1-2 0 0 0,2 1 0 0 0,-1-1-1 0 0,30 13 1 0 0,-14-10-3414 0 0,52 14 1 0 0,-39-17-1439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18.1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222 528 1836 0 0,'-15'-127'17568'0'0,"15"126"-17524"0"0,0 0 1 0 0,0 1-1 0 0,0-1 0 0 0,0 0 0 0 0,0 0 0 0 0,-1 1 0 0 0,1-1 0 0 0,0 0 0 0 0,-1 0 0 0 0,1 1 0 0 0,0-1 0 0 0,-1 0 0 0 0,1 0 0 0 0,-1 1 0 0 0,1-1 0 0 0,-1 1 0 0 0,1-1 0 0 0,-1 0 0 0 0,0 1 1 0 0,1-1-1 0 0,-1 1 0 0 0,0 0 0 0 0,1-1 0 0 0,-1 1 0 0 0,0-1 0 0 0,1 1 0 0 0,-1 0 0 0 0,0 0 0 0 0,0-1 0 0 0,0 1 0 0 0,1 0 0 0 0,-1 0 0 0 0,0 0 0 0 0,0 0 0 0 0,0 0 0 0 0,1 0 0 0 0,-1 0 1 0 0,0 0-1 0 0,0 0 0 0 0,0 0 0 0 0,-1 1 0 0 0,-1 0-27 0 0,-1 0 0 0 0,0 1 0 0 0,0 0 1 0 0,1-1-1 0 0,-1 1 0 0 0,-5 5 0 0 0,-6 4-23 0 0,1 1 0 0 0,1 1 0 0 0,0 1 0 0 0,1-1 0 0 0,0 2 0 0 0,2 0 0 0 0,-1 0 0 0 0,2 1 0 0 0,0 0 0 0 0,1 1 0 0 0,-9 25 0 0 0,15-37 12 0 0,0 0 0 0 0,1 1-1 0 0,0-1 1 0 0,0 0-1 0 0,1 1 1 0 0,-1-1 0 0 0,1 1-1 0 0,0-1 1 0 0,1 1-1 0 0,-1-1 1 0 0,3 10 0 0 0,-2-12 4 0 0,0-1 0 0 0,0 0 1 0 0,0 1-1 0 0,1-1 0 0 0,-1 0 1 0 0,0 0-1 0 0,1 0 0 0 0,0 0 1 0 0,-1 0-1 0 0,1 0 0 0 0,0 0 0 0 0,0 0 1 0 0,0-1-1 0 0,0 1 0 0 0,0-1 1 0 0,1 0-1 0 0,-1 1 0 0 0,0-1 1 0 0,1 0-1 0 0,-1 0 0 0 0,1 0 1 0 0,-1-1-1 0 0,1 1 0 0 0,-1-1 1 0 0,1 1-1 0 0,3-1 0 0 0,3 1 12 0 0,1-1-1 0 0,-1-1 0 0 0,1 1 0 0 0,-1-1 0 0 0,0-1 1 0 0,1 0-1 0 0,-1 0 0 0 0,0-1 0 0 0,0 0 0 0 0,0-1 1 0 0,-1 0-1 0 0,1 0 0 0 0,-1-1 0 0 0,0 0 0 0 0,0 0 1 0 0,-1-1-1 0 0,12-11 0 0 0,-8 7 0 0 0,-2 0 0 0 0,1-1 0 0 0,-2 0 0 0 0,1-1 0 0 0,-2 0 0 0 0,1 0 0 0 0,-2-1 0 0 0,0 0 0 0 0,0 0 0 0 0,-1 0 0 0 0,3-15 0 0 0,-7 26-20 0 0,5-23 9 0 0,5-47 0 0 0,-10 65-28 0 0,-1 0 0 0 0,0 0 0 0 0,0 0 0 0 0,0 0 0 0 0,-1 0 0 0 0,-1 0 0 0 0,1 0 0 0 0,-1 0 0 0 0,0 0-1 0 0,0 1 1 0 0,-6-12 0 0 0,7 17 9 0 0,0-1 0 0 0,0 1-1 0 0,1 0 1 0 0,-1 0 0 0 0,0 0-1 0 0,0 0 1 0 0,0 0-1 0 0,0 0 1 0 0,0 0 0 0 0,0 0-1 0 0,-1 0 1 0 0,1 1 0 0 0,0-1-1 0 0,0 0 1 0 0,-1 1-1 0 0,1-1 1 0 0,0 1 0 0 0,-1-1-1 0 0,1 1 1 0 0,0-1 0 0 0,-1 1-1 0 0,1 0 1 0 0,-3 0 0 0 0,0 0-2 0 0,1 1 0 0 0,0-1 0 0 0,-1 1 1 0 0,1 0-1 0 0,0 0 0 0 0,0 0 1 0 0,0 1-1 0 0,0-1 0 0 0,0 1 0 0 0,-3 1 1 0 0,-2 3-8 0 0,0 0 1 0 0,0 1-1 0 0,0 0 1 0 0,1 0-1 0 0,0 0 1 0 0,-7 10-1 0 0,11-11 9 0 0,-1-1 0 0 0,1 1 0 0 0,-1 0 0 0 0,2 0 0 0 0,-1 0 0 0 0,1 1 0 0 0,0-1 0 0 0,0 1-1 0 0,1-1 1 0 0,-1 1 0 0 0,2-1 0 0 0,-1 1 0 0 0,1 11 0 0 0,0-14 8 0 0,1 0 0 0 0,0-1-1 0 0,0 1 1 0 0,0 0 0 0 0,0 0 0 0 0,1-1-1 0 0,-1 1 1 0 0,1-1 0 0 0,0 1-1 0 0,0-1 1 0 0,0 0 0 0 0,1 1 0 0 0,-1-1-1 0 0,1 0 1 0 0,0-1 0 0 0,-1 1 0 0 0,1 0-1 0 0,1-1 1 0 0,-1 0 0 0 0,0 1-1 0 0,0-1 1 0 0,1-1 0 0 0,-1 1 0 0 0,7 2-1 0 0,6 1 7 0 0,1 0-1 0 0,0-1 0 0 0,0-1 0 0 0,0 0 0 0 0,1-2 1 0 0,-1 1-1 0 0,1-2 0 0 0,-1-1 0 0 0,0 0 1 0 0,1-1-1 0 0,25-7 0 0 0,-16 3-9 0 0,-1-2-1 0 0,0-1 0 0 0,0-1 1 0 0,-1-1-1 0 0,0-1 1 0 0,36-25-1 0 0,-38 20 1 0 0,-1-1-1 0 0,-1-1 0 0 0,-1 0 1 0 0,0-2-1 0 0,-2 0 0 0 0,18-27 1 0 0,-6 2 6 0 0,-3 0 1 0 0,28-63-1 0 0,-46 89-134 0 0,23-38-1 0 0,-31 56 92 0 0,0 4 34 0 0,-1 0 0 0 0,1 0 0 0 0,-1 0 1 0 0,0 1-1 0 0,0-1 0 0 0,0 0 1 0 0,0 0-1 0 0,0 0 0 0 0,-1 0 0 0 0,0 3 1 0 0,1-3 4 0 0,-14 72 707 0 0,-44 137-1 0 0,25-104-316 0 0,-245 881 1118 0 0,252-891-1435 0 0,-14 103 0 0 0,40-195-56 0 0,-1 1-1 0 0,1-1 1 0 0,0 1-1 0 0,1-1 1 0 0,-1 1 0 0 0,1-1-1 0 0,0 1 1 0 0,0-1-1 0 0,3 7 1 0 0,-3-10 1 0 0,0 0 1 0 0,0 0-1 0 0,0 0 0 0 0,0 0 1 0 0,0 0-1 0 0,0 0 1 0 0,0-1-1 0 0,1 1 1 0 0,-1 0-1 0 0,1-1 1 0 0,-1 1-1 0 0,1-1 0 0 0,0 0 1 0 0,-1 1-1 0 0,1-1 1 0 0,0 0-1 0 0,0 0 1 0 0,0 0-1 0 0,0 0 1 0 0,0-1-1 0 0,0 1 0 0 0,0 0 1 0 0,0-1-1 0 0,0 1 1 0 0,1-1-1 0 0,-1 0 1 0 0,0 0-1 0 0,4 0 1 0 0,2-1 0 0 0,-1 0 1 0 0,1-1-1 0 0,0 0 1 0 0,-1 0-1 0 0,0-1 1 0 0,1 0-1 0 0,-1 0 1 0 0,0-1-1 0 0,-1 0 1 0 0,1 0-1 0 0,-1 0 1 0 0,0-1-1 0 0,0 0 1 0 0,0 0-1 0 0,0-1 1 0 0,-1 0-1 0 0,0 0 1 0 0,0 0-1 0 0,-1 0 1 0 0,0-1-1 0 0,0 1 1 0 0,6-15 0 0 0,-6 12-12 0 0,0-1 0 0 0,0 1 0 0 0,-1-1 0 0 0,-1 0 0 0 0,0 0 0 0 0,0 0 0 0 0,-1 0 0 0 0,0 0 0 0 0,0-1 0 0 0,-1 1 0 0 0,-1 0 0 0 0,0 0 0 0 0,0 0 0 0 0,-1-1 0 0 0,0 1 0 0 0,-1 1 0 0 0,-6-17 0 0 0,-1 9-16 0 0,0 0 0 0 0,-1 1 0 0 0,-1 0 0 0 0,0 1 0 0 0,-1 0-1 0 0,-1 1 1 0 0,0 0 0 0 0,-30-22 0 0 0,-11-2-82 0 0,-73-38 0 0 0,33 25 0 0 0,-111-68 84 0 0,202 117-11 0 0,-1-1 0 0 0,1-1 0 0 0,0 1 0 0 0,0 0 0 0 0,1-1 0 0 0,-1 0 0 0 0,1 0 0 0 0,0 0 0 0 0,0 0 0 0 0,0-1 0 0 0,1 1 0 0 0,-4-7 0 0 0,5 8-51 0 0,0-1 0 0 0,1 0-1 0 0,-1 1 1 0 0,1-1-1 0 0,0 1 1 0 0,0-1-1 0 0,0 1 1 0 0,0-1-1 0 0,0 0 1 0 0,1 1-1 0 0,0-1 1 0 0,0 1 0 0 0,0-1-1 0 0,0 1 1 0 0,0 0-1 0 0,1-1 1 0 0,-1 1-1 0 0,4-5 1 0 0,5-7-367 0 0,0 2 0 0 0,1-1-1 0 0,0 1 1 0 0,1 1 0 0 0,0 0 0 0 0,23-17 0 0 0,91-54-3290 0 0,-88 60 2335 0 0,115-64-6713 0 0,-102 58 3273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19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264 167 1288 0 0,'7'-14'2171'0'0,"-1"0"0"0"0,-1 0 0 0 0,5-18 0 0 0,-8 28-1784 0 0,-1-1-1 0 0,0 0 1 0 0,-1 0 0 0 0,1 1 0 0 0,-1-1 0 0 0,0 0 0 0 0,0 0-1 0 0,0 0 1 0 0,-1 0 0 0 0,0 1 0 0 0,0-1 0 0 0,0 0-1 0 0,-1 1 1 0 0,-1-6 0 0 0,2 9-355 0 0,1 0 0 0 0,-1 0 0 0 0,1 0 0 0 0,-1 0 0 0 0,0 0 0 0 0,0 0 0 0 0,1 0 0 0 0,-1 0 0 0 0,0 1 0 0 0,0-1 0 0 0,0 0 0 0 0,0 0 0 0 0,0 1 0 0 0,0-1 0 0 0,0 0 0 0 0,0 1 0 0 0,0-1 0 0 0,0 1 0 0 0,0 0 0 0 0,-1-1 0 0 0,1 1 0 0 0,-2 0 0 0 0,1 0-9 0 0,-1 0-1 0 0,0 0 1 0 0,1 0 0 0 0,-1 0-1 0 0,1 1 1 0 0,-1 0 0 0 0,1-1-1 0 0,-1 1 1 0 0,-4 2 0 0 0,-3 3-13 0 0,0 0 1 0 0,1 0 0 0 0,-14 13 0 0 0,22-19-7 0 0,-18 17 8 0 0,1 1 1 0 0,1 0 0 0 0,0 2-1 0 0,1 0 1 0 0,2 1 0 0 0,0 0 0 0 0,1 1-1 0 0,1 1 1 0 0,-16 43 0 0 0,25-58 1 0 0,0 1 0 0 0,1-1-1 0 0,0 1 1 0 0,1 0 0 0 0,0-1 0 0 0,0 1 0 0 0,1 0-1 0 0,1 14 1 0 0,-1-20 0 0 0,1 1-1 0 0,0-1 1 0 0,-1 1 0 0 0,1-1-1 0 0,1 0 1 0 0,-1 1 0 0 0,0-1-1 0 0,1 0 1 0 0,0 0-1 0 0,0 0 1 0 0,0 0 0 0 0,0 0-1 0 0,0 0 1 0 0,0 0-1 0 0,1-1 1 0 0,-1 1 0 0 0,1-1-1 0 0,0 0 1 0 0,0 0-1 0 0,0 0 1 0 0,0 0 0 0 0,5 2-1 0 0,-5-3-8 0 0,0 0 0 0 0,0-1 0 0 0,1 1 0 0 0,-1-1 0 0 0,0 0-1 0 0,0 0 1 0 0,0 0 0 0 0,0 0 0 0 0,0 0 0 0 0,0-1 0 0 0,0 0 0 0 0,0 1-1 0 0,0-1 1 0 0,0 0 0 0 0,5-3 0 0 0,1 0 10 0 0,0-1 0 0 0,0 0 0 0 0,10-8 0 0 0,-10 6-16 0 0,0 0 0 0 0,-1-1 0 0 0,0-1 0 0 0,-1 1 0 0 0,0-1 0 0 0,9-14 0 0 0,30-64 5 0 0,-34 62 6 0 0,30-65 411 0 0,-41 88-453 0 0,0 12-24 0 0,-2 11 64 0 0,0-16-27 0 0,-18 103 234 0 0,17-95-288 0 0,1 0 0 0 0,1 0-1 0 0,0 0 1 0 0,1 0 0 0 0,0 0 0 0 0,4 17 0 0 0,-4-27-143 0 0,0 1 1 0 0,0-1 0 0 0,1 0-1 0 0,-1 0 1 0 0,1 1 0 0 0,0-1-1 0 0,-1 0 1 0 0,2-1 0 0 0,1 4-1 0 0,-3-5 50 0 0,1 1 0 0 0,-1-1 0 0 0,0 0 0 0 0,1 0 0 0 0,-1 0 0 0 0,0 0-1 0 0,1 0 1 0 0,-1-1 0 0 0,1 1 0 0 0,0 0 0 0 0,-1-1 0 0 0,1 1 0 0 0,0-1-1 0 0,-1 1 1 0 0,1-1 0 0 0,0 0 0 0 0,-1 0 0 0 0,1 1 0 0 0,0-1 0 0 0,0 0-1 0 0,-1-1 1 0 0,3 1 0 0 0,3-2-112 0 0,0 0 0 0 0,1-1 0 0 0,-1 0 0 0 0,-1 0 0 0 0,1-1 0 0 0,0 1 0 0 0,-1-1 0 0 0,0-1 0 0 0,0 1 0 0 0,0-1 0 0 0,0 0 0 0 0,-1-1 0 0 0,0 1 0 0 0,0-1 0 0 0,8-12 0 0 0,4-11 633 0 0,-1 1-1 0 0,18-48 1 0 0,1 0 1977 0 0,-28 60-1813 0 0,5-11-46 0 0,-11 25-422 0 0,-1 1 0 0 0,1 0 0 0 0,0 0 0 0 0,-1 0 0 0 0,1 0 0 0 0,0 0 0 0 0,0 0 0 0 0,0 0 0 0 0,0 0 0 0 0,0 0 0 0 0,0 0 0 0 0,0 0 0 0 0,0 0 0 0 0,0 1 0 0 0,3-2 0 0 0,-3 2-10 0 0,0 0-1 0 0,-1 0 0 0 0,1 0 1 0 0,0 0-1 0 0,0 0 0 0 0,0 1 1 0 0,0-1-1 0 0,-1 0 1 0 0,1 0-1 0 0,0 1 0 0 0,0-1 1 0 0,-1 0-1 0 0,1 1 0 0 0,0-1 1 0 0,-1 1-1 0 0,1-1 1 0 0,0 1-1 0 0,-1-1 0 0 0,1 1 1 0 0,0-1-1 0 0,-1 1 1 0 0,1 0-1 0 0,-1-1 0 0 0,0 1 1 0 0,1 0-1 0 0,-1-1 0 0 0,1 1 1 0 0,-1 0-1 0 0,1 1 1 0 0,8 23 816 0 0,-7-16-666 0 0,0 1 1 0 0,-1-1 0 0 0,0 1-1 0 0,-1-1 1 0 0,0 1-1 0 0,0 0 1 0 0,-3 16-1 0 0,-3 2 424 0 0,-11 35 1 0 0,10-42-248 0 0,-4 2 1223 0 0,11-23-1583 0 0,0 0-1 0 0,0 0 1 0 0,0 0-1 0 0,0 1 1 0 0,0-1-1 0 0,0 0 1 0 0,-1 0-1 0 0,1 0 1 0 0,0 0-1 0 0,0 0 1 0 0,0 0-1 0 0,0 0 0 0 0,0 0 1 0 0,0 0-1 0 0,0 0 1 0 0,0 0-1 0 0,0 0 1 0 0,0 0-1 0 0,0 0 1 0 0,-1 0-1 0 0,1 0 1 0 0,0 0-1 0 0,0 0 0 0 0,0 0 1 0 0,0 0-1 0 0,0 0 1 0 0,0 0-1 0 0,0 0 1 0 0,0 0-1 0 0,0 0 1 0 0,0 0-1 0 0,-1-1 1 0 0,1 1-1 0 0,0 0 0 0 0,0 0 1 0 0,0 0-1 0 0,0 0 1 0 0,0 0-1 0 0,0 0 1 0 0,0 0-1 0 0,0 0 1 0 0,0 0-1 0 0,0 0 1 0 0,0 0-1 0 0,0 0 0 0 0,0 0 1 0 0,0-1-1 0 0,0 1 1 0 0,0 0-1 0 0,0 0 1 0 0,0 0-1 0 0,0 0 1 0 0,0 0-1 0 0,0 0 1 0 0,0 0-1 0 0,0 0 1 0 0,0 0-1 0 0,0 0 0 0 0,0-1 1 0 0,0 1-1 0 0,0 0 1 0 0,1-16 37 0 0,2 0-42 0 0,0 0 1 0 0,2 0-1 0 0,0 1 0 0 0,0 0 1 0 0,2 0-1 0 0,0 0 0 0 0,0 1 1 0 0,1 0-1 0 0,1 0 0 0 0,17-20 1 0 0,-19 26-32 0 0,0 1 0 0 0,1 0 1 0 0,0 0-1 0 0,0 0 0 0 0,1 1 0 0 0,0 0 1 0 0,15-7-1 0 0,-18 10 5 0 0,1 0 1 0 0,0 1-1 0 0,0 0 0 0 0,0 0 1 0 0,0 1-1 0 0,0-1 0 0 0,1 2 1 0 0,-1-1-1 0 0,0 1 0 0 0,0 0 1 0 0,14 2-1 0 0,-16-1 20 0 0,-1 0-1 0 0,1 0 1 0 0,-1 0-1 0 0,0 1 1 0 0,1 0-1 0 0,-1 0 1 0 0,0 0-1 0 0,0 0 1 0 0,0 0-1 0 0,0 1 1 0 0,-1 0-1 0 0,1 0 1 0 0,-1 0-1 0 0,0 0 1 0 0,1 1-1 0 0,-1-1 1 0 0,-1 1-1 0 0,1-1 1 0 0,0 1-1 0 0,-1 0 1 0 0,0 0-1 0 0,3 8 1 0 0,1 6 37 0 0,-1 1 0 0 0,-1-1 0 0 0,0 1 0 0 0,1 26 1 0 0,-3-23 24 0 0,8 32 0 0 0,-10-52-78 0 0,0-1 0 0 0,1 1-1 0 0,-1-1 1 0 0,1 1 0 0 0,-1-1 0 0 0,1 0 0 0 0,0 1 0 0 0,0-1 0 0 0,-1 0 0 0 0,1 1 0 0 0,0-1 0 0 0,0 0-1 0 0,0 0 1 0 0,1 0 0 0 0,-1 0 0 0 0,0 0 0 0 0,0 0 0 0 0,0 0 0 0 0,1 0 0 0 0,-1-1 0 0 0,3 2-1 0 0,-2-1-104 0 0,1-1-1 0 0,-1 1 0 0 0,1-1 0 0 0,0 0 0 0 0,-1 0 0 0 0,1 0 0 0 0,-1 0 1 0 0,1-1-1 0 0,-1 1 0 0 0,1-1 0 0 0,-1 1 0 0 0,3-2 0 0 0,7-3-1579 0 0,0 0-1 0 0,0-1 1 0 0,-1 0 0 0 0,12-9-1 0 0,2-1-4675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0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86 1916 0 0,'-1'-3'359'0'0,"0"-1"-1"0"0,1 1 1 0 0,0 0-1 0 0,0 0 1 0 0,0-1-1 0 0,0 1 1 0 0,0 0-1 0 0,1-1 1 0 0,0 1-1 0 0,-1 0 1 0 0,1 0-1 0 0,0 0 1 0 0,1 0-1 0 0,-1 0 1 0 0,0 0-1 0 0,1 0 1 0 0,0 0-1 0 0,-1 0 1 0 0,1 1-1 0 0,0-1 0 0 0,1 1 1 0 0,2-4-1 0 0,-3 5-315 0 0,0-1 0 0 0,0 1 0 0 0,0 0 0 0 0,1-1 0 0 0,-1 1 0 0 0,0 0 0 0 0,0 0 0 0 0,1 1 0 0 0,-1-1 0 0 0,1 0 0 0 0,-1 1 0 0 0,0 0 0 0 0,1-1 0 0 0,-1 1 0 0 0,1 0 0 0 0,-1 0 0 0 0,1 0 0 0 0,-1 1 0 0 0,1-1 0 0 0,-1 1 0 0 0,1-1 0 0 0,-1 1 0 0 0,0 0 0 0 0,1 0 0 0 0,-1 0 0 0 0,0 0 0 0 0,0 0 0 0 0,1 0 0 0 0,2 4 0 0 0,0-2 3 0 0,0 1 0 0 0,0 0 1 0 0,0 1-1 0 0,0-1 0 0 0,-1 1 0 0 0,0 0 0 0 0,0 0 0 0 0,-1 0 0 0 0,1 1 1 0 0,-1 0-1 0 0,0-1 0 0 0,0 1 0 0 0,-1 0 0 0 0,0 0 0 0 0,0 0 0 0 0,0 0 1 0 0,-1 1-1 0 0,0-1 0 0 0,0 8 0 0 0,-1-3 33 0 0,0 0 0 0 0,-1-1-1 0 0,0 1 1 0 0,-1 0 0 0 0,0-1 0 0 0,-1 1-1 0 0,0-1 1 0 0,-1 0 0 0 0,0 0 0 0 0,-10 17 0 0 0,6-12 49 0 0,-2 0 0 0 0,0 0 0 0 0,-1-1 1 0 0,-16 16-1 0 0,27-29-126 0 0,0-1-1 0 0,-1 0 1 0 0,1 1 0 0 0,0-1-1 0 0,-1 1 1 0 0,1-1 0 0 0,0 0 0 0 0,-1 1-1 0 0,1-1 1 0 0,0 0 0 0 0,-1 1-1 0 0,1-1 1 0 0,-1 0 0 0 0,1 0-1 0 0,0 1 1 0 0,-1-1 0 0 0,1 0 0 0 0,-1 0-1 0 0,1 0 1 0 0,-1 1 0 0 0,1-1-1 0 0,-1 0 1 0 0,1 0 0 0 0,-1 0-1 0 0,1 0 1 0 0,-1 0 0 0 0,1 0 0 0 0,-1 0-1 0 0,1 0 1 0 0,-1 0 0 0 0,1-1-1 0 0,-1 1 1 0 0,1 0 0 0 0,-1 0-1 0 0,1 0 1 0 0,-1 0 0 0 0,1-1 0 0 0,0 1-1 0 0,-1 0 1 0 0,1-1 0 0 0,-1 1-1 0 0,1 0 1 0 0,0-1 0 0 0,-1 1-1 0 0,1 0 1 0 0,0-1 0 0 0,-1 1 0 0 0,1 0-1 0 0,0-1 1 0 0,0 1 0 0 0,-1-1-1 0 0,1 1 1 0 0,0-1 0 0 0,0 1-1 0 0,0-1 1 0 0,0 1 0 0 0,-1-1 0 0 0,1 1-1 0 0,0-1 1 0 0,0 1 0 0 0,0-1-1 0 0,0 1 1 0 0,0-1 0 0 0,0 0-1 0 0,-1-32-79 0 0,3 19 38 0 0,0 0 0 0 0,1 0 0 0 0,1 1 0 0 0,0-1 0 0 0,1 1 1 0 0,1 0-1 0 0,0 0 0 0 0,0 1 0 0 0,1 0 0 0 0,1 0 0 0 0,12-15 0 0 0,-16 22 27 0 0,0 1-1 0 0,0-1 1 0 0,1 1-1 0 0,-1 0 1 0 0,1 0-1 0 0,0 0 1 0 0,0 1-1 0 0,1 0 1 0 0,-1 0 0 0 0,1 0-1 0 0,-1 1 1 0 0,1-1-1 0 0,0 1 1 0 0,0 1-1 0 0,0-1 1 0 0,0 1-1 0 0,0 0 1 0 0,0 1-1 0 0,1-1 1 0 0,-1 1-1 0 0,0 0 1 0 0,0 1-1 0 0,0 0 1 0 0,0 0-1 0 0,0 0 1 0 0,1 0-1 0 0,-2 1 1 0 0,8 3 0 0 0,-7-3 20 0 0,0 1 1 0 0,0 0 0 0 0,0 0 0 0 0,0 1 0 0 0,-1 0 0 0 0,0 0 0 0 0,0 0 0 0 0,0 0 0 0 0,0 1-1 0 0,-1 0 1 0 0,1 0 0 0 0,-1 0 0 0 0,0 0 0 0 0,3 8 0 0 0,-4-8 19 0 0,-1 0 0 0 0,0 0 0 0 0,0 0 0 0 0,-1 0 0 0 0,0 1 0 0 0,0-1 0 0 0,0 0 0 0 0,0 1 0 0 0,-1-1 0 0 0,0 1 0 0 0,0-1 0 0 0,0 1 0 0 0,-1-1 0 0 0,0 0 0 0 0,0 1 0 0 0,0-1 0 0 0,-4 10 0 0 0,-19 33 626 0 0,23-47-544 0 0,-3-2-90 0 0,4 1-18 0 0,-1 0 0 0 0,1 0-1 0 0,0 0 1 0 0,-1 0-1 0 0,1 0 1 0 0,0 0-1 0 0,0 0 1 0 0,-1 0 0 0 0,1 0-1 0 0,0 0 1 0 0,-1 0-1 0 0,1 0 1 0 0,0-1 0 0 0,-1 1-1 0 0,1 0 1 0 0,0 0-1 0 0,0 0 1 0 0,-1 0 0 0 0,1 0-1 0 0,0-1 1 0 0,0 1-1 0 0,-1 0 1 0 0,1 0 0 0 0,0 0-1 0 0,0-1 1 0 0,0 1-1 0 0,-1 0 1 0 0,1 0 0 0 0,0-1-1 0 0,0 1 1 0 0,0 0-1 0 0,0-1 1 0 0,-2-8-6 0 0,2 0-1 0 0,-1 1 1 0 0,1-1-1 0 0,1 0 1 0 0,-1 0 0 0 0,2 0-1 0 0,-1 0 1 0 0,1 1-1 0 0,0-1 1 0 0,1 1 0 0 0,4-9-1 0 0,-2 4 27 0 0,0 1 0 0 0,2 0-1 0 0,-1 1 1 0 0,1-1 0 0 0,1 1-1 0 0,17-19 1 0 0,-18 23 47 0 0,0 1 0 0 0,0-1 0 0 0,0 1 0 0 0,1 1 0 0 0,0 0 0 0 0,0 0-1 0 0,0 0 1 0 0,0 1 0 0 0,1 0 0 0 0,0 1 0 0 0,0 0 0 0 0,0 0 0 0 0,0 1 0 0 0,17-3 0 0 0,-23 5 1 0 0,0 0 0 0 0,0 0 0 0 0,0 1 0 0 0,0-1 0 0 0,0 1 0 0 0,0-1 0 0 0,0 1 0 0 0,0 0 1 0 0,0 0-1 0 0,0 0 0 0 0,0 0 0 0 0,0 1 0 0 0,0-1 0 0 0,-1 1 0 0 0,1 0 0 0 0,-1 0 0 0 0,1 0 0 0 0,-1 0 0 0 0,0 0 0 0 0,1 0 1 0 0,-1 1-1 0 0,0-1 0 0 0,-1 1 0 0 0,1-1 0 0 0,0 1 0 0 0,-1 0 0 0 0,1 0 0 0 0,-1 0 0 0 0,0-1 0 0 0,1 7 0 0 0,2 3 76 0 0,-2-1 0 0 0,0 1 0 0 0,0 0 0 0 0,-1 0 0 0 0,0 0 0 0 0,-2 16-1 0 0,-6 27 101 0 0,1-7-1536 0 0,6-40 61 0 0,-1 1-1 0 0,1-1 1 0 0,2 13-1 0 0,3-9-1655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0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1728 0 0,'4'-7'1819'0'0,"1"0"0"0"0,0 1 0 0 0,0-1 0 0 0,11-9 0 0 0,-14 15-1100 0 0,-1 0-646 0 0,0 1 1 0 0,-1-1-1 0 0,1 1 0 0 0,0-1 0 0 0,0 1 0 0 0,-1 0 0 0 0,1-1 0 0 0,0 1 0 0 0,0 0 0 0 0,0 0 0 0 0,0-1 1 0 0,0 1-1 0 0,0 0 0 0 0,-1 0 0 0 0,1 0 0 0 0,0 0 0 0 0,0 0 0 0 0,0 0 0 0 0,0 0 0 0 0,0 1 0 0 0,0-1 1 0 0,0 0-1 0 0,-1 0 0 0 0,1 1 0 0 0,0-1 0 0 0,0 0 0 0 0,0 1 0 0 0,-1-1 0 0 0,1 1 0 0 0,1 0 0 0 0,26 16 1421 0 0,-2 7-400 0 0,25 28 1 0 0,-28-27-604 0 0,30 24-1 0 0,-44-41-1250 0 0,0-2-1 0 0,0 1 0 0 0,1-1 1 0 0,0-1-1 0 0,0 0 0 0 0,1 0 1 0 0,15 4-1 0 0,-11-8-3635 0 0,-12-1 3240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0.6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349 47 2892 0 0,'0'-3'2405'0'0,"0"0"-1646"0"0,0-2 542 0 0,-1 0 1 0 0,0 0-1 0 0,0 0 1 0 0,0 0-1 0 0,0 0 1 0 0,-3-6-1 0 0,2 12-1194 0 0,0-1 0 0 0,0 0 0 0 0,1 1-1 0 0,-1-1 1 0 0,0 1 0 0 0,0 0 0 0 0,0 0 0 0 0,1 0 0 0 0,-1 0 0 0 0,0 0-1 0 0,1 0 1 0 0,-3 1 0 0 0,4-2-93 0 0,-19 15 355 0 0,0 0 0 0 0,1 2-1 0 0,-18 21 1 0 0,-44 59 13 0 0,-20 46-280 0 0,66-78-3485 0 0,25-33-4908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2044 0 0,'3'-4'864'0'0,"-1"0"0"0"0,1 0 0 0 0,-1 0 1 0 0,1 0-1 0 0,1 0 0 0 0,-1 1 0 0 0,0 0 0 0 0,6-5 0 0 0,-7 7-754 0 0,0 0 0 0 0,0 0 0 0 0,-1 1 0 0 0,1-1 0 0 0,0 0-1 0 0,0 1 1 0 0,0 0 0 0 0,0-1 0 0 0,0 1 0 0 0,-1 0 0 0 0,1 0 0 0 0,0 0 0 0 0,0 0 0 0 0,0 0-1 0 0,0 0 1 0 0,0 1 0 0 0,0-1 0 0 0,0 1 0 0 0,-1-1 0 0 0,1 1 0 0 0,0 0 0 0 0,0 0 0 0 0,1 1-1 0 0,1 0 6 0 0,0 1 0 0 0,-1-1 0 0 0,1 1 0 0 0,-1 0 0 0 0,0 1 0 0 0,0-1 0 0 0,0 0 0 0 0,0 1-1 0 0,0 0 1 0 0,-1 0 0 0 0,0 0 0 0 0,0 0 0 0 0,0 0 0 0 0,0 0 0 0 0,-1 0 0 0 0,1 0 0 0 0,-1 1-1 0 0,1 7 1 0 0,0 0 119 0 0,-1 0-1 0 0,0 0 1 0 0,0 0 0 0 0,-1 0-1 0 0,-3 21 1 0 0,-3-6 261 0 0,-1 0-1 0 0,-1 0 1 0 0,-1 0 0 0 0,-2-1-1 0 0,-25 47 1 0 0,35-71 226 0 0,-1-9-473 0 0,1 7-245 0 0,1-1 1 0 0,0 1-1 0 0,0 0 1 0 0,0-1-1 0 0,-1 1 1 0 0,1 0-1 0 0,0-1 1 0 0,0 1-1 0 0,0-1 1 0 0,0 1-1 0 0,0 0 1 0 0,0-1-1 0 0,-1 1 1 0 0,1-1-1 0 0,0 1 1 0 0,0 0-1 0 0,0-1 1 0 0,1 1-1 0 0,-1-1 1 0 0,0 1-1 0 0,0-1 1 0 0,0 1-1 0 0,0 0 1 0 0,0-1-1 0 0,0 1 1 0 0,1 0-1 0 0,-1-1 1 0 0,13-29-2 0 0,1 0 0 0 0,1 1 0 0 0,1 1 1 0 0,2 1-1 0 0,1 0 0 0 0,1 2 0 0 0,1 0 0 0 0,1 1 1 0 0,28-23-1 0 0,-44 41-33 0 0,1 0 0 0 0,1 1-1 0 0,-1 0 1 0 0,1 1 0 0 0,0-1 0 0 0,0 1 0 0 0,0 1 0 0 0,0 0 0 0 0,1 0-1 0 0,0 0 1 0 0,-1 1 0 0 0,1 0 0 0 0,15 0 0 0 0,-22 2 29 0 0,1 0 1 0 0,-1 0-1 0 0,1 1 1 0 0,0-1-1 0 0,-1 1 1 0 0,0 0-1 0 0,1 0 1 0 0,-1 0-1 0 0,1 0 1 0 0,-1 0-1 0 0,0 0 0 0 0,0 1 1 0 0,0-1-1 0 0,0 1 1 0 0,0-1-1 0 0,0 1 1 0 0,0 0-1 0 0,0 0 1 0 0,0 0-1 0 0,-1 0 1 0 0,1 0-1 0 0,-1 0 1 0 0,0 0-1 0 0,0 1 1 0 0,0-1-1 0 0,0 0 1 0 0,0 1-1 0 0,0-1 1 0 0,0 1-1 0 0,0 2 0 0 0,2 8 18 0 0,-1 0-1 0 0,-1 0 1 0 0,0 0-1 0 0,0 16 1 0 0,-1-25-16 0 0,0 12-12 0 0,0 34 154 0 0,1-46-156 0 0,-1-1 0 0 0,1 1 0 0 0,-1 0 1 0 0,1 0-1 0 0,0-1 0 0 0,1 1 0 0 0,-1 0 0 0 0,1-1 0 0 0,3 7 0 0 0,-3-8-152 0 0,0 0-1 0 0,0-1 0 0 0,0 1 1 0 0,0-1-1 0 0,0 1 1 0 0,0-1-1 0 0,1 0 0 0 0,-1 0 1 0 0,1 0-1 0 0,-1 0 1 0 0,1 0-1 0 0,-1 0 0 0 0,1-1 1 0 0,-1 1-1 0 0,1-1 1 0 0,-1 0-1 0 0,1 1 0 0 0,4-2 1 0 0,2 1-991 0 0,1-1 1 0 0,0 0-1 0 0,15-4 1 0 0,1-1-2714 0 0,2-2-1750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2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50 24 0 0,'0'-2'341'0'0,"0"0"0"0"0,0-1 0 0 0,0 1 0 0 0,0 0 0 0 0,0 0 0 0 0,1 0 0 0 0,-1-1 0 0 0,1 1 0 0 0,0 0-1 0 0,-1 0 1 0 0,1 0 0 0 0,0 0 0 0 0,0 0 0 0 0,0 0 0 0 0,1 0 0 0 0,-1 0 0 0 0,0 1 0 0 0,1-1 0 0 0,-1 0 0 0 0,1 1 0 0 0,-1-1 0 0 0,1 1 0 0 0,2-2 0 0 0,-2 3-252 0 0,-1-1-1 0 0,0 1 1 0 0,1 0 0 0 0,-1 0 0 0 0,0-1 0 0 0,0 1 0 0 0,1 0-1 0 0,-1 0 1 0 0,0 1 0 0 0,1-1 0 0 0,-1 0 0 0 0,0 0 0 0 0,0 1 0 0 0,1-1-1 0 0,-1 0 1 0 0,0 1 0 0 0,0-1 0 0 0,0 1 0 0 0,1 0 0 0 0,-1-1-1 0 0,1 2 1 0 0,22 18 794 0 0,-19-15-731 0 0,-1 1 0 0 0,0 0 0 0 0,0 0 0 0 0,0 0 0 0 0,-1 1-1 0 0,1-1 1 0 0,-2 1 0 0 0,1 0 0 0 0,-1 0 0 0 0,0 0 0 0 0,0 0-1 0 0,-1 0 1 0 0,0 0 0 0 0,0 1 0 0 0,-1-1 0 0 0,0 0 0 0 0,-1 10 0 0 0,-1 2 46 0 0,0-1 1 0 0,-2 1 0 0 0,0-1 0 0 0,-1 1 0 0 0,-11 25 0 0 0,10-28 101 0 0,-2 0 1 0 0,0-1-1 0 0,0 0 1 0 0,-2 0-1 0 0,0-1 1 0 0,-14 16-1 0 0,22-29-150 0 0,-1-2 5 0 0,2 2-152 0 0,1-1 1 0 0,-1 0-1 0 0,1 0 1 0 0,0 0-1 0 0,-1 0 1 0 0,1 0-1 0 0,0 0 1 0 0,-1 0-1 0 0,1 0 1 0 0,-1 0-1 0 0,1 0 1 0 0,0 0-1 0 0,-1 0 1 0 0,1 0 0 0 0,0-1-1 0 0,-1 1 1 0 0,1 0-1 0 0,0 0 1 0 0,-1 0-1 0 0,1 0 1 0 0,0-1-1 0 0,-1 1 1 0 0,1 0-1 0 0,0 0 1 0 0,-1-1-1 0 0,1 1 1 0 0,0 0-1 0 0,0 0 1 0 0,-1-1-1 0 0,0-7 0 0 0,-1 0-1 0 0,2 0 1 0 0,-1 0-1 0 0,1 0 1 0 0,0 0-1 0 0,1 0 0 0 0,0 0 1 0 0,0 0-1 0 0,1 1 1 0 0,-1-1-1 0 0,2 0 1 0 0,-1 1-1 0 0,8-14 1 0 0,-6 11-32 0 0,2 0 1 0 0,-1 0 0 0 0,1 0 0 0 0,1 1 0 0 0,0 0 0 0 0,0 0 0 0 0,0 1 0 0 0,1 0 0 0 0,14-10 0 0 0,-17 15 14 0 0,0 0 1 0 0,0 0 0 0 0,0 1 0 0 0,1 0 0 0 0,-1 0 0 0 0,1 0 0 0 0,0 0-1 0 0,-1 1 1 0 0,1 0 0 0 0,0 0 0 0 0,0 1 0 0 0,0 0 0 0 0,0 0-1 0 0,-1 0 1 0 0,1 1 0 0 0,0 0 0 0 0,0 0 0 0 0,0 0 0 0 0,-1 0 0 0 0,1 1-1 0 0,-1 0 1 0 0,1 1 0 0 0,-1-1 0 0 0,9 6 0 0 0,-9-5 22 0 0,-1 0 0 0 0,1 0 0 0 0,-1 1 0 0 0,1-1 0 0 0,-1 1 0 0 0,0 0 0 0 0,0 0 0 0 0,-1 0 0 0 0,1 1 0 0 0,-1-1 0 0 0,0 1 0 0 0,0 0 1 0 0,-1 0-1 0 0,1 0 0 0 0,-1 0 0 0 0,0 1 0 0 0,-1-1 0 0 0,1 0 0 0 0,-1 1 0 0 0,0-1 0 0 0,0 1 0 0 0,-1 0 0 0 0,0-1 0 0 0,0 1 0 0 0,-1 9 0 0 0,-1-3 59 0 0,0-1 0 0 0,-1 0 0 0 0,0 1 0 0 0,-1-1 0 0 0,-1-1 0 0 0,-5 12 0 0 0,9-21-30 0 0,1-1-39 0 0,-1 0 0 0 0,1 0-1 0 0,-1 0 1 0 0,1-1 0 0 0,0 1 0 0 0,-1 0-1 0 0,1-1 1 0 0,0 1 0 0 0,-1 0 0 0 0,1-1-1 0 0,0 1 1 0 0,-1 0 0 0 0,1-1 0 0 0,0 1-1 0 0,0 0 1 0 0,-1-1 0 0 0,1 1-1 0 0,0-1 1 0 0,0 1 0 0 0,0-1 0 0 0,0 1-1 0 0,0-1 1 0 0,0 1 0 0 0,0 0 0 0 0,0-1-1 0 0,0 1 1 0 0,0-1 0 0 0,0 1 0 0 0,0-1-1 0 0,0 1 1 0 0,0-1 0 0 0,1-14-10 0 0,-1 14 9 0 0,5-16-17 0 0,0-1-1 0 0,1 1 1 0 0,1 0 0 0 0,0 0-1 0 0,1 1 1 0 0,16-23 0 0 0,-16 26-13 0 0,1 0 0 0 0,1 0 0 0 0,0 1 0 0 0,1 0 0 0 0,0 0 0 0 0,1 2 1 0 0,0-1-1 0 0,14-8 0 0 0,-21 15 12 0 0,1 1-1 0 0,-1-1 1 0 0,1 1 0 0 0,0 0-1 0 0,0 1 1 0 0,0-1 0 0 0,0 1-1 0 0,0 1 1 0 0,1-1 0 0 0,-1 1-1 0 0,0 0 1 0 0,1 0 0 0 0,-1 1-1 0 0,1 0 1 0 0,-1 0 0 0 0,1 0-1 0 0,-1 1 1 0 0,1 0 0 0 0,-1 1-1 0 0,0-1 1 0 0,1 1 0 0 0,8 4 0 0 0,-12-4 28 0 0,1 0 1 0 0,-1 0 0 0 0,0 0 0 0 0,0 1 0 0 0,0 0 0 0 0,-1-1-1 0 0,1 1 1 0 0,-1 0 0 0 0,1 0 0 0 0,-1 0 0 0 0,0 1 0 0 0,0-1-1 0 0,0 0 1 0 0,-1 1 0 0 0,1-1 0 0 0,-1 1 0 0 0,0 0 0 0 0,0 0-1 0 0,0-1 1 0 0,0 1 0 0 0,-1 0 0 0 0,0 0 0 0 0,1 0 0 0 0,-1-1-1 0 0,-1 1 1 0 0,0 5 0 0 0,-1 11 66 0 0,-2 0-1 0 0,0 0 0 0 0,-12 33 1 0 0,12-38-67 0 0,-1-2-144 0 0,1-2-887 0 0,1 1-1 0 0,-1 0 0 0 0,2 0 0 0 0,-3 20 1 0 0,6-31 753 0 0,-1 0 0 0 0,0 0-1 0 0,0 0 1 0 0,0 0 0 0 0,0 0 0 0 0,1 0 0 0 0,-1 0 0 0 0,0 0 0 0 0,1 0 0 0 0,-1 0-1 0 0,1 0 1 0 0,0 0 0 0 0,-1 0 0 0 0,1 0 0 0 0,-1 0 0 0 0,1-1 0 0 0,0 1 0 0 0,0 0 0 0 0,0 0-1 0 0,-1-1 1 0 0,3 2 0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3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255 770 2328 0 0,'9'-9'1436'0'0,"-1"-1"0"0"0,0 1 0 0 0,0-2 0 0 0,7-13 0 0 0,-12 18-912 0 0,0 0 0 0 0,0 0 1 0 0,0 0-1 0 0,-1-1 0 0 0,0 1 0 0 0,0-1 0 0 0,-1 1 1 0 0,0-1-1 0 0,1-9 0 0 0,-2 15-488 0 0,0 0 0 0 0,0 0-1 0 0,0 0 1 0 0,0 0 0 0 0,0 0 0 0 0,0 0 0 0 0,-1 0-1 0 0,1 0 1 0 0,0 0 0 0 0,0 0 0 0 0,-1 0 0 0 0,1 0-1 0 0,-1 0 1 0 0,1 0 0 0 0,-1 0 0 0 0,1 1 0 0 0,-1-1-1 0 0,1 0 1 0 0,-1 0 0 0 0,0 0 0 0 0,0 1 0 0 0,1-1-1 0 0,-1 0 1 0 0,0 1 0 0 0,0-1 0 0 0,-1 0 0 0 0,0 0-12 0 0,0 1 0 0 0,0-1 1 0 0,-1 1-1 0 0,1 0 0 0 0,0 0 1 0 0,0-1-1 0 0,0 2 0 0 0,0-1 1 0 0,0 0-1 0 0,0 0 0 0 0,-1 1 1 0 0,-1 0-1 0 0,-6 2-7 0 0,1 0 1 0 0,-1 1-1 0 0,1 1 1 0 0,-12 6-1 0 0,-3 5 23 0 0,0 1-1 0 0,2 1 0 0 0,-39 39 1 0 0,50-46-25 0 0,0 2 1 0 0,2-1-1 0 0,-1 1 0 0 0,1 0 1 0 0,1 1-1 0 0,1 0 0 0 0,0 0 1 0 0,-8 25-1 0 0,13-34 2 0 0,1 0 0 0 0,1 0-1 0 0,-1 0 1 0 0,0 0 0 0 0,1 0-1 0 0,0 0 1 0 0,1 1 0 0 0,-1-1-1 0 0,3 10 1 0 0,-3-13-11 0 0,1-1-1 0 0,-1 1 1 0 0,1 0-1 0 0,0 0 1 0 0,0-1 0 0 0,0 1-1 0 0,0 0 1 0 0,0-1 0 0 0,0 1-1 0 0,0-1 1 0 0,0 1 0 0 0,0-1-1 0 0,1 1 1 0 0,-1-1-1 0 0,1 0 1 0 0,-1 0 0 0 0,1 0-1 0 0,0 0 1 0 0,-1 0 0 0 0,1 0-1 0 0,0 0 1 0 0,-1-1 0 0 0,1 1-1 0 0,0 0 1 0 0,0-1-1 0 0,0 0 1 0 0,0 1 0 0 0,0-1-1 0 0,0 0 1 0 0,0 0 0 0 0,-1 0-1 0 0,4 0 1 0 0,3-1-5 0 0,1-1 1 0 0,0 0-1 0 0,-1 0 1 0 0,1 0-1 0 0,-1-1 0 0 0,0-1 1 0 0,0 1-1 0 0,0-1 1 0 0,-1 0-1 0 0,1-1 0 0 0,-1 0 1 0 0,0 0-1 0 0,0-1 1 0 0,-1 0-1 0 0,9-9 1 0 0,9-13-59 0 0,-2 0 1 0 0,29-49-1 0 0,-13 18 19 0 0,-8 12-323 0 0,-28 45 284 0 0,-2 4-81 0 0,1 0 151 0 0,-1 0-1 0 0,1 0 1 0 0,-1 0 0 0 0,0 0-1 0 0,0 0 1 0 0,0 0 0 0 0,0 1-1 0 0,-1 2 1 0 0,-12 60 59 0 0,6-35 12 0 0,-4 35-1 0 0,10-56-33 0 0,0-1 0 0 0,1 1 0 0 0,0 0 0 0 0,1 0-1 0 0,0-1 1 0 0,1 1 0 0 0,-1 0 0 0 0,6 13-1 0 0,-7-20-18 0 0,1 0 0 0 0,0 0-1 0 0,0 0 1 0 0,0 0 0 0 0,1 0-1 0 0,-1 0 1 0 0,0 0 0 0 0,1-1-1 0 0,-1 1 1 0 0,1 0 0 0 0,0-1-1 0 0,-1 0 1 0 0,1 1 0 0 0,0-1-1 0 0,0 0 1 0 0,0 0 0 0 0,4 2-1 0 0,-3-2-4 0 0,1 0-1 0 0,0 0 1 0 0,-1 0 0 0 0,1-1-1 0 0,0 1 1 0 0,-1-1-1 0 0,1 0 1 0 0,0 0-1 0 0,7-2 1 0 0,-1 0-70 0 0,0-1-1 0 0,0 0 1 0 0,-1 0 0 0 0,1-1-1 0 0,-1 0 1 0 0,0-1 0 0 0,9-5-1 0 0,4-7-124 0 0,-2 1 1 0 0,1-2-1 0 0,-2-1 0 0 0,-1-1 0 0 0,0 0 1 0 0,-1-1-1 0 0,20-35 0 0 0,83-172-476 0 0,-99 185 599 0 0,116-290-18 0 0,-78 178 1257 0 0,-58 153-1186 0 0,-2 4 8 0 0,-42 114 971 0 0,-38 163 1 0 0,51-164-344 0 0,16-66-435 0 0,-3 7-10 0 0,3 2 0 0 0,2-1 0 0 0,-5 69 0 0 0,16-121-155 0 0,1-1-1 0 0,0 1 1 0 0,0-1 0 0 0,1 1 0 0 0,-1-1 0 0 0,1 1 0 0 0,0-1 0 0 0,0 1 0 0 0,1-1 0 0 0,-1 1-1 0 0,3 3 1 0 0,-3-6-13 0 0,1 0 0 0 0,-1 0-1 0 0,1-1 1 0 0,-1 1 0 0 0,1-1 0 0 0,-1 1-1 0 0,1-1 1 0 0,0 1 0 0 0,0-1 0 0 0,0 0-1 0 0,0 0 1 0 0,0 0 0 0 0,0 0 0 0 0,0 0-1 0 0,0-1 1 0 0,0 1 0 0 0,1-1 0 0 0,-1 1-1 0 0,0-1 1 0 0,0 0 0 0 0,0 0 0 0 0,1 0-1 0 0,-1 0 1 0 0,3 0 0 0 0,8-2-3 0 0,-1 0 1 0 0,0-1-1 0 0,0 0 1 0 0,0-1 0 0 0,0 0-1 0 0,0-1 1 0 0,-1 0-1 0 0,0-1 1 0 0,0 0-1 0 0,-1-1 1 0 0,1 0 0 0 0,16-16-1 0 0,4-6 19 0 0,-2-1-1 0 0,38-49 0 0 0,-52 59-32 0 0,-1 0 0 0 0,0-1 0 0 0,-2 0-1 0 0,0-1 1 0 0,-1-1 0 0 0,-2 0 0 0 0,0 0-1 0 0,-2-1 1 0 0,7-33 0 0 0,-14 56 2 0 0,1 1 1 0 0,-1-1-1 0 0,0 0 1 0 0,0 1-1 0 0,1-1 1 0 0,-1 0-1 0 0,0 1 1 0 0,0-1-1 0 0,0 0 1 0 0,0 1-1 0 0,0-1 1 0 0,0 0-1 0 0,0 1 0 0 0,0-1 1 0 0,0 0-1 0 0,-1 1 1 0 0,1-1-1 0 0,0 0 1 0 0,0 1-1 0 0,0-1 1 0 0,-1 0-1 0 0,1 1 1 0 0,0-1-1 0 0,-1 1 1 0 0,1-1-1 0 0,-1 0 1 0 0,1 1-1 0 0,-1-1 1 0 0,1 1-1 0 0,-1 0 1 0 0,1-1-1 0 0,-1 1 1 0 0,1-1-1 0 0,-1 1 1 0 0,1 0-1 0 0,-1-1 1 0 0,0 1-1 0 0,1 0 0 0 0,-1 0 1 0 0,0-1-1 0 0,1 1 1 0 0,-1 0-1 0 0,0 0 1 0 0,1 0-1 0 0,-1 0 1 0 0,0 0-1 0 0,1 0 1 0 0,-1 0-1 0 0,0 0 1 0 0,0 0-1 0 0,1 0 1 0 0,-1 0-1 0 0,0 0 1 0 0,1 1-1 0 0,-1-1 1 0 0,1 0-1 0 0,-1 1 1 0 0,0-1-1 0 0,1 0 1 0 0,-2 1-1 0 0,-2 1-20 0 0,-1 0 1 0 0,1 0-1 0 0,0 0 1 0 0,0 1-1 0 0,0 0 0 0 0,0 0 1 0 0,-5 4-1 0 0,5-3 20 0 0,0 1 1 0 0,0 1-1 0 0,1-1 0 0 0,-1 0 0 0 0,1 1 1 0 0,0 0-1 0 0,1-1 0 0 0,-1 1 1 0 0,1 0-1 0 0,0 0 0 0 0,1 1 1 0 0,-1-1-1 0 0,1 0 0 0 0,0 11 0 0 0,1-14-42 0 0,0 0 0 0 0,0 1 0 0 0,1-1 0 0 0,0 0-1 0 0,-1 0 1 0 0,1 1 0 0 0,0-1 0 0 0,0 0 0 0 0,1 0 0 0 0,-1 0-1 0 0,1 0 1 0 0,0-1 0 0 0,-1 1 0 0 0,1 0 0 0 0,0-1-1 0 0,1 1 1 0 0,-1-1 0 0 0,0 1 0 0 0,1-1 0 0 0,-1 0 0 0 0,1 0-1 0 0,0 0 1 0 0,-1-1 0 0 0,1 1 0 0 0,0-1 0 0 0,0 1-1 0 0,0-1 1 0 0,0 0 0 0 0,6 1 0 0 0,4 1-158 0 0,0 0 1 0 0,0-2-1 0 0,0 1 1 0 0,0-2-1 0 0,0 0 1 0 0,0 0-1 0 0,1-1 1 0 0,-1-1-1 0 0,0 0 1 0 0,13-4-1 0 0,-10 1 161 0 0,0 0 0 0 0,-1-1 0 0 0,1-1 0 0 0,-1 0 0 0 0,-1-1 0 0 0,1-1 0 0 0,19-16 0 0 0,14-28 2587 0 0,-47 52-2349 0 0,-13 19 204 0 0,-12 14 10 0 0,-71 104 519 0 0,86-121-875 0 0,1 1 0 0 0,0 0 0 0 0,1 0-1 0 0,1 1 1 0 0,0 0 0 0 0,2 0-1 0 0,-4 22 1 0 0,7-36-109 0 0,1-1-1 0 0,-1 1 0 0 0,1 0 1 0 0,0 0-1 0 0,0-1 1 0 0,1 1-1 0 0,-1 0 1 0 0,0 0-1 0 0,1-1 0 0 0,0 1 1 0 0,-1 0-1 0 0,1-1 1 0 0,0 1-1 0 0,0 0 0 0 0,1-1 1 0 0,-1 0-1 0 0,0 1 1 0 0,1-1-1 0 0,0 0 1 0 0,-1 1-1 0 0,4 1 0 0 0,-2-1-211 0 0,1-1 0 0 0,-1 0-1 0 0,1 0 1 0 0,0 0-1 0 0,0 0 1 0 0,0-1 0 0 0,0 1-1 0 0,0-1 1 0 0,0 0-1 0 0,1 0 1 0 0,-1-1-1 0 0,0 1 1 0 0,6-1 0 0 0,6 0-787 0 0,0-1 0 0 0,0-1 0 0 0,0 0 0 0 0,0-1 0 0 0,0-1 0 0 0,-1-1 1 0 0,0 0-1 0 0,28-13 0 0 0,-17 4-1330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3.8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0 208 2932 0 0,'14'-15'1536'0'0,"-1"0"1"0"0,0-1-1 0 0,-1 0 0 0 0,-1-1 0 0 0,-1 0 0 0 0,13-29 0 0 0,11-16 4353 0 0,-33 61-5674 0 0,2-1 131 0 0,-1 2 183 0 0,-5 11-170 0 0,-40 146 2148 0 0,16-65-2882 0 0,5-1-4376 0 0,22-90 4491 0 0,-1 0 1 0 0,1 0 0 0 0,0 0 0 0 0,0-1 0 0 0,0 1-1 0 0,0 0 1 0 0,0 0 0 0 0,0 0 0 0 0,0 0 0 0 0,0 0-1 0 0,0 0 1 0 0,0 0 0 0 0,0-1 0 0 0,1 1-1 0 0,-1 0 1 0 0,0 0 0 0 0,1 0 0 0 0,-1 0 0 0 0,0-1-1 0 0,1 1 1 0 0,-1 0 0 0 0,1 0 0 0 0,-1-1 0 0 0,1 1-1 0 0,0 0 1 0 0,-1-1 0 0 0,1 1 0 0 0,0 0-1 0 0,-1-1 1 0 0,1 1 0 0 0,0-1 0 0 0,0 1 0 0 0,0-1-1 0 0,-1 0 1 0 0,1 1 0 0 0,0-1 0 0 0,0 0 0 0 0,0 0-1 0 0,0 1 1 0 0,0-1 0 0 0,0 0 0 0 0,-1 0-1 0 0,1 0 1 0 0,0 0 0 0 0,0 0 0 0 0,2-1 0 0 0,15-4-3558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4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 1716 0 0,'47'-78'13984'0'0,"-29"83"-12660"0"0,-4 12-822 0 0,0 2-1 0 0,-1-1 1 0 0,-1 1-1 0 0,0 1 0 0 0,10 26 1 0 0,29 47-817 0 0,-50-91 240 0 0,2 3-630 0 0,1 1 0 0 0,0-1 0 0 0,0 0-1 0 0,6 5 1 0 0,13 4-5144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4.3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418 40 496 0 0,'-8'-16'6991'0'0,"7"13"-6341"0"0,0 1-1 0 0,0 0 1 0 0,0 0-1 0 0,0 0 0 0 0,0 0 1 0 0,-1 0-1 0 0,1 0 0 0 0,-4-4 831 0 0,1 6-719 0 0,-2 2-477 0 0,0 0 0 0 0,0 0 0 0 0,0 0 0 0 0,0 0 0 0 0,1 1 0 0 0,-1 0 1 0 0,1 0-1 0 0,0 1 0 0 0,-7 5 0 0 0,-47 45 1490 0 0,42-38-1432 0 0,-42 45-209 0 0,2 2-1 0 0,-67 97 0 0 0,119-154-1164 0 0,-2 3-798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4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22 133 2940 0 0,'-11'-75'12683'0'0,"2"27"-10136"0"0,9 47-2950 0 0,-2-8-1254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4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 2296 0 0,'-175'26'14442'0'0,"172"-25"-13718"0"0,17 8-240 0 0,0-6-402 0 0,0 0 1 0 0,0-1-1 0 0,1-1 0 0 0,-1 0 0 0 0,22-2 0 0 0,2 1-5 0 0,-26 1-102 0 0,312 4-2292 0 0,-108-14-5580 0 0,-144 2 2024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6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464 53 672 0 0,'20'-11'7222'0'0,"-19"10"-7076"0"0,-1 1 0 0 0,1-1 1 0 0,0 1-1 0 0,-1-1 0 0 0,1 0 0 0 0,-1 1 0 0 0,1-1 0 0 0,-1 0 1 0 0,1 0-1 0 0,-1 1 0 0 0,1-1 0 0 0,-1 0 0 0 0,0 0 1 0 0,1 1-1 0 0,-1-1 0 0 0,0 0 0 0 0,0 0 0 0 0,0 0 0 0 0,1 0 1 0 0,-1 0-1 0 0,0 0 0 0 0,0 1 0 0 0,0-1 0 0 0,-1 0 0 0 0,1-1 1 0 0,-1 1-40 0 0,1 0 0 0 0,-1 0 1 0 0,0 0-1 0 0,1 0 0 0 0,-1 0 1 0 0,0 0-1 0 0,0 0 1 0 0,0 0-1 0 0,0 1 0 0 0,0-1 1 0 0,0 0-1 0 0,0 1 0 0 0,0-1 1 0 0,0 1-1 0 0,0-1 0 0 0,-2 0 1 0 0,-2 0 7 0 0,0-1 1 0 0,0 1-1 0 0,0 0 1 0 0,0 1-1 0 0,0-1 0 0 0,0 1 1 0 0,-10 0-1 0 0,3 3-48 0 0,0 0 0 0 0,1 1-1 0 0,-1 0 1 0 0,1 1 0 0 0,0 0-1 0 0,0 0 1 0 0,0 2-1 0 0,1-1 1 0 0,-16 14 0 0 0,-7 8 4 0 0,-38 43 1 0 0,66-66-60 0 0,-25 27 35 0 0,2 1 0 0 0,-32 49 1 0 0,50-67-30 0 0,1 1 0 0 0,0 0 1 0 0,1 1-1 0 0,1-1 1 0 0,1 2-1 0 0,0-1 1 0 0,1 1-1 0 0,-3 22 1 0 0,7-35-112 0 0,0 0 1 0 0,1 1 0 0 0,0 0-1 0 0,0-1 1 0 0,0 1-1 0 0,0-1 1 0 0,1 1 0 0 0,0-1-1 0 0,0 0 1 0 0,1 1-1 0 0,0-1 1 0 0,-1 0 0 0 0,2 0-1 0 0,-1 0 1 0 0,0 0 0 0 0,1 0-1 0 0,0 0 1 0 0,0-1-1 0 0,1 1 1 0 0,-1-1 0 0 0,1 0-1 0 0,0 0 1 0 0,0 0-1 0 0,0-1 1 0 0,1 0 0 0 0,-1 1-1 0 0,1-1 1 0 0,0-1-1 0 0,0 1 1 0 0,0-1 0 0 0,0 0-1 0 0,0 0 1 0 0,0 0 0 0 0,11 1-1 0 0,-1 0-855 0 0,0-1 1 0 0,1-1-1 0 0,-1 0 0 0 0,1-1 0 0 0,-1-1 1 0 0,0 0-1 0 0,24-5 0 0 0,-9-1-1405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7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293 102 1596 0 0,'3'-4'552'0'0,"-1"-1"0"0"0,0 0 0 0 0,0-1 1 0 0,0 1-1 0 0,-1 0 0 0 0,1 0 0 0 0,-1-1 0 0 0,-1 1 0 0 0,1-1 0 0 0,-1 1 0 0 0,0-1 0 0 0,0 1 0 0 0,0-1 0 0 0,-1 1 1 0 0,-1-6-1 0 0,2 10-495 0 0,-1 1-1 0 0,1-1 1 0 0,0 0 0 0 0,-1 1 0 0 0,1-1 0 0 0,-1 0 0 0 0,1 1 0 0 0,-1-1 0 0 0,1 1 0 0 0,-1-1-1 0 0,1 1 1 0 0,-1-1 0 0 0,0 1 0 0 0,1-1 0 0 0,-1 1 0 0 0,0 0 0 0 0,1-1 0 0 0,-1 1 0 0 0,0 0-1 0 0,1-1 1 0 0,-1 1 0 0 0,0 0 0 0 0,0 0 0 0 0,1 0 0 0 0,-1 0 0 0 0,0 0 0 0 0,0 0 0 0 0,1 0 0 0 0,-1 0-1 0 0,0 0 1 0 0,0 0 0 0 0,0 0 0 0 0,-23 7 602 0 0,9 0-452 0 0,1 2 1 0 0,0-1-1 0 0,0 2 0 0 0,1-1 1 0 0,0 2-1 0 0,-12 12 0 0 0,-1 4 22 0 0,-35 48 0 0 0,50-59-156 0 0,0 0 0 0 0,-14 29 0 0 0,22-39-55 0 0,0 1 1 0 0,0 1-1 0 0,1-1 0 0 0,0 0 0 0 0,0 0 1 0 0,0 1-1 0 0,1-1 0 0 0,1 1 0 0 0,-1 13 1 0 0,1-19-32 0 0,0 0 0 0 0,0-1 0 0 0,0 1 0 0 0,1 0 1 0 0,-1 0-1 0 0,0-1 0 0 0,1 1 0 0 0,-1 0 0 0 0,1-1 1 0 0,0 1-1 0 0,0 0 0 0 0,-1-1 0 0 0,1 1 0 0 0,0-1 0 0 0,0 1 1 0 0,1-1-1 0 0,-1 1 0 0 0,0-1 0 0 0,0 0 0 0 0,1 0 1 0 0,-1 0-1 0 0,0 1 0 0 0,1-1 0 0 0,-1-1 0 0 0,1 1 0 0 0,0 0 1 0 0,-1 0-1 0 0,1 0 0 0 0,0-1 0 0 0,-1 1 0 0 0,1-1 0 0 0,0 0 1 0 0,0 1-1 0 0,-1-1 0 0 0,1 0 0 0 0,0 0 0 0 0,0 0 1 0 0,0 0-1 0 0,-1 0 0 0 0,1 0 0 0 0,0-1 0 0 0,0 1 0 0 0,2-2 1 0 0,4 0-109 0 0,0 0 0 0 0,-1-1 0 0 0,1 0 0 0 0,-1 0 0 0 0,1-1 0 0 0,-1 0 0 0 0,0-1 0 0 0,9-7 0 0 0,-1-2 14 0 0,-1 0 0 0 0,0-2 0 0 0,-1 0 0 0 0,0 0 0 0 0,14-28-1 0 0,44-96 1076 0 0,-67 132-789 0 0,17-41 737 0 0,-20 47-877 0 0,5-2 780 0 0,-6 22-626 0 0,-1 1-1 0 0,0 0 1 0 0,-2 0-1 0 0,-6 27 1 0 0,0 2-57 0 0,1-6-169 0 0,-4 34-2355 0 0,10-62 38 0 0,1 1 1 0 0,2 28-1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7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1 147 316 0 0,'2'-3'619'0'0,"6"-11"1254"0"0,1 0 0 0 0,0 0 0 0 0,14-13 0 0 0,-23 26-1796 0 0,1 0 0 0 0,0 1 0 0 0,-1-1 0 0 0,1 1 0 0 0,0-1 0 0 0,0 1 0 0 0,0 0 0 0 0,-1-1 0 0 0,1 1 0 0 0,0 0 0 0 0,0-1 0 0 0,0 1 0 0 0,0 0 0 0 0,0 0 0 0 0,-1 0 0 0 0,1 0 0 0 0,0 0-1 0 0,0 0 1 0 0,0 0 0 0 0,0 0 0 0 0,0 0 0 0 0,0 0 0 0 0,0 1 0 0 0,-1-1 0 0 0,1 0 0 0 0,0 0 0 0 0,0 1 0 0 0,0-1 0 0 0,0 1 0 0 0,-1-1 0 0 0,1 1 0 0 0,0-1 0 0 0,-1 1 0 0 0,1-1 0 0 0,0 1 0 0 0,-1 0 0 0 0,1-1 0 0 0,0 1 0 0 0,-1 0 0 0 0,1 1 0 0 0,19 30 1505 0 0,-15-19-1388 0 0,-1 0 0 0 0,-1 0 1 0 0,0 0-1 0 0,-1 1 1 0 0,-1-1-1 0 0,0 1 1 0 0,0 0-1 0 0,-2-1 1 0 0,1 1-1 0 0,-2-1 0 0 0,0 1 1 0 0,0-1-1 0 0,-8 21 1 0 0,10-32-98 0 0,-1 0 0 0 0,0 0 0 0 0,0 0 0 0 0,1 0 0 0 0,-1-1 0 0 0,0 1 0 0 0,-1 0 0 0 0,1-1 0 0 0,-3 4 0 0 0,4-5-79 0 0,-1 1 0 0 0,1-1-1 0 0,-1 0 1 0 0,0 1 0 0 0,1-1-1 0 0,-1 1 1 0 0,0-1 0 0 0,1 0 0 0 0,-1 0-1 0 0,0 1 1 0 0,1-1 0 0 0,-1 0-1 0 0,0 0 1 0 0,0 0 0 0 0,1 0 0 0 0,-1 0-1 0 0,0 0 1 0 0,0 0 0 0 0,1 0-1 0 0,-1 0 1 0 0,-1 0 0 0 0,2-1-16 0 0,-1 1 1 0 0,1 0 0 0 0,-1-1-1 0 0,1 1 1 0 0,-1-1-1 0 0,1 1 1 0 0,-1-1-1 0 0,1 1 1 0 0,0-1 0 0 0,-1 1-1 0 0,1-1 1 0 0,0 1-1 0 0,-1-1 1 0 0,1 1-1 0 0,0-1 1 0 0,0 0 0 0 0,-1 1-1 0 0,1-1 1 0 0,0 0-1 0 0,0 1 1 0 0,0-1 0 0 0,0 1-1 0 0,0-2 1 0 0,0-17 3 0 0,0 16-3 0 0,1-11-16 0 0,0 1 1 0 0,1 0 0 0 0,0 0 0 0 0,2 1 0 0 0,-1-1 0 0 0,1 1 0 0 0,1-1-1 0 0,0 1 1 0 0,12-20 0 0 0,-7 16-6 0 0,1 0 0 0 0,0 1 0 0 0,0 1 1 0 0,2 0-1 0 0,0 0 0 0 0,18-14 0 0 0,-23 22-6 0 0,0 1-1 0 0,1 0 1 0 0,-1 0 0 0 0,1 1-1 0 0,0 0 1 0 0,0 1 0 0 0,0 0-1 0 0,1 0 1 0 0,-1 1 0 0 0,1 1 0 0 0,0-1-1 0 0,-1 1 1 0 0,12 1 0 0 0,-16 0 30 0 0,-1 0 0 0 0,1 1-1 0 0,0 0 1 0 0,-1 0 0 0 0,1 0 0 0 0,-1 0 0 0 0,1 1 0 0 0,-1-1 0 0 0,0 1 0 0 0,1 0 0 0 0,-1 1 0 0 0,6 4 0 0 0,-7-5 49 0 0,0 1 0 0 0,-1 0-1 0 0,1 0 1 0 0,-1 0 0 0 0,0 0-1 0 0,0 0 1 0 0,0 0 0 0 0,0 1-1 0 0,0-1 1 0 0,-1 1 0 0 0,0-1-1 0 0,0 1 1 0 0,0 0 0 0 0,0-1-1 0 0,0 1 1 0 0,0 0 0 0 0,-1 5-1 0 0,0 9 40 0 0,-1 0-1 0 0,-1-1 1 0 0,-1 1 0 0 0,0-1-1 0 0,-1 0 1 0 0,-9 21-1 0 0,-4 26-1055 0 0,16-62 773 0 0,0 0 1 0 0,1 0-1 0 0,-1 0 1 0 0,1 0-1 0 0,0 0 1 0 0,0 1-1 0 0,0-1 1 0 0,0 0-1 0 0,0 0 1 0 0,0 0-1 0 0,0 0 1 0 0,1 0-1 0 0,-1 1 1 0 0,1-1-1 0 0,0 0 1 0 0,0 0-1 0 0,-1 0 1 0 0,1 0-1 0 0,0 0 1 0 0,1-1-1 0 0,-1 1 1 0 0,0 0-1 0 0,0 0 1 0 0,1-1-1 0 0,-1 1 1 0 0,1-1-1 0 0,3 3 1 0 0,0-1-448 0 0,0-1 0 0 0,0 1 0 0 0,0-1 0 0 0,1 0 0 0 0,-1-1 0 0 0,1 1 0 0 0,-1-1 0 0 0,1-1 0 0 0,9 2 0 0 0,8-1-2807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8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363 463 1368 0 0,'4'-5'813'0'0,"0"0"-1"0"0,0 0 1 0 0,0-1 0 0 0,-1 1 0 0 0,0-1-1 0 0,0 0 1 0 0,0 0 0 0 0,-1 0-1 0 0,0 0 1 0 0,0-1 0 0 0,0 1-1 0 0,-1 0 1 0 0,1-11 0 0 0,-1 11-485 0 0,-1 1 0 0 0,0 0 1 0 0,0 0-1 0 0,0 0 0 0 0,-1 0 1 0 0,0 0-1 0 0,0-1 1 0 0,0 1-1 0 0,-1 1 0 0 0,1-1 1 0 0,-1 0-1 0 0,0 0 0 0 0,-1 1 1 0 0,1-1-1 0 0,-1 1 1 0 0,0-1-1 0 0,-5-5 0 0 0,7 8-289 0 0,-1 1 0 0 0,0 0 0 0 0,1-1-1 0 0,-1 1 1 0 0,0 0 0 0 0,0 0-1 0 0,0 0 1 0 0,0 0 0 0 0,0 1 0 0 0,0-1-1 0 0,0 0 1 0 0,0 1 0 0 0,0-1 0 0 0,0 1-1 0 0,0 0 1 0 0,0 0 0 0 0,-3 0 0 0 0,1 0-10 0 0,-1 0 1 0 0,1 1 0 0 0,-1 0-1 0 0,0 0 1 0 0,1 1 0 0 0,0-1-1 0 0,-7 4 1 0 0,-2 2-3 0 0,0 0 0 0 0,1 1 0 0 0,-22 19-1 0 0,2 1 7 0 0,2 1 0 0 0,-38 47 0 0 0,56-60-24 0 0,0 1-1 0 0,0 0 0 0 0,2 1 0 0 0,0 0 1 0 0,1 1-1 0 0,-12 39 0 0 0,20-54-2 0 0,0 0 0 0 0,0 0 1 0 0,0 0-1 0 0,0 0 0 0 0,1 0 0 0 0,0 0 0 0 0,0 0 0 0 0,0 0 1 0 0,0 0-1 0 0,1 0 0 0 0,0 0 0 0 0,1 4 0 0 0,-2-7-6 0 0,1 1 0 0 0,0-1-1 0 0,0 1 1 0 0,0 0-1 0 0,0-1 1 0 0,0 0 0 0 0,0 1-1 0 0,1-1 1 0 0,-1 0-1 0 0,0 1 1 0 0,1-1 0 0 0,-1 0-1 0 0,1 0 1 0 0,-1 0 0 0 0,1 0-1 0 0,-1-1 1 0 0,1 1-1 0 0,0 0 1 0 0,-1-1 0 0 0,1 1-1 0 0,0-1 1 0 0,0 1-1 0 0,-1-1 1 0 0,1 0 0 0 0,0 0-1 0 0,0 0 1 0 0,3 0-1 0 0,2-1-37 0 0,0 1-1 0 0,0-2 1 0 0,0 1-1 0 0,-1-1 0 0 0,1 0 1 0 0,0 0-1 0 0,-1-1 1 0 0,1 0-1 0 0,-1 0 0 0 0,0 0 1 0 0,0-1-1 0 0,10-8 0 0 0,-1 0-67 0 0,-1-1-1 0 0,-1-1 0 0 0,18-21 0 0 0,9-19-204 0 0,60-105-1 0 0,-96 155-21 0 0,-2 13 253 0 0,-5 13 69 0 0,-10 30-42 0 0,3-18 117 0 0,-5 40-1 0 0,14-64-106 0 0,0 0 0 0 0,0 0-1 0 0,1 0 1 0 0,0-1 0 0 0,1 1 0 0 0,0 0-1 0 0,1 0 1 0 0,5 17 0 0 0,-6-24-102 0 0,0 0 0 0 0,1 1-1 0 0,-1-1 1 0 0,1 0 0 0 0,0-1 0 0 0,0 1 0 0 0,0 0 0 0 0,0 0 0 0 0,1-1-1 0 0,-1 1 1 0 0,1-1 0 0 0,-1 0 0 0 0,1 0 0 0 0,0 0 0 0 0,0 0-1 0 0,0 0 1 0 0,0-1 0 0 0,0 1 0 0 0,0-1 0 0 0,1 0 0 0 0,-1 0 0 0 0,0 0-1 0 0,1 0 1 0 0,-1-1 0 0 0,0 1 0 0 0,1-1 0 0 0,-1 0 0 0 0,1 0-1 0 0,-1 0 1 0 0,6-1 0 0 0,0 0-247 0 0,1-1-1 0 0,-1 0 1 0 0,1-1-1 0 0,-1 0 1 0 0,0 0 0 0 0,0-1-1 0 0,0 0 1 0 0,-1 0-1 0 0,16-11 1 0 0,-6 1 25 0 0,-1-1 0 0 0,-1 0 0 0 0,-1-2 0 0 0,0 1 0 0 0,-1-2 0 0 0,15-25 0 0 0,61-120 486 0 0,-82 146-41 0 0,88-218 3402 0 0,-50 114 462 0 0,-42 116-2050 0 0,-4 22-833 0 0,-7 32 85 0 0,7-45-939 0 0,-30 253 2847 0 0,4-33-2397 0 0,21-191-891 0 0,2 1 0 0 0,1 60 0 0 0,2-92 129 0 0,0 0 1 0 0,0-1-1 0 0,0 1 0 0 0,1 0 1 0 0,-1-1-1 0 0,0 1 0 0 0,1-1 1 0 0,-1 1-1 0 0,1-1 0 0 0,0 1 1 0 0,-1-1-1 0 0,1 1 0 0 0,0-1 1 0 0,0 1-1 0 0,0-1 0 0 0,0 0 1 0 0,0 0-1 0 0,0 1 0 0 0,0-1 1 0 0,1 0-1 0 0,1 1 0 0 0,-1-1-92 0 0,1 0 0 0 0,-1 0 0 0 0,0-1 0 0 0,0 1-1 0 0,0-1 1 0 0,0 0 0 0 0,0 0 0 0 0,0 1 0 0 0,1-1 0 0 0,-1-1-1 0 0,0 1 1 0 0,0 0 0 0 0,0 0 0 0 0,3-2 0 0 0,4-1-796 0 0,-1 0 1 0 0,1 0-1 0 0,-1-1 1 0 0,0 0-1 0 0,0-1 1 0 0,14-10-1 0 0,-4-2-2014 0 0,2-1-840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8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47 2788 0 0,'-66'-5'10147'0'0,"64"5"-9594"0"0,-1-1-124 0 0,-7 0-79 0 0,8 1 176 0 0,4-1-339 0 0,188-21-2539 0 0,-66 11-4334 0 0,-89 6 3148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1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55 2228 0 0,'0'-36'10373'0'0,"-8"17"-6258"0"0,2 29-3931 0 0,0 0 0 0 0,1 1 1 0 0,0 0-1 0 0,0 0 1 0 0,-2 12-1 0 0,-7 16 134 0 0,-5 4-39 0 0,-79 194 267 0 0,37-69 301 0 0,53-150 571 0 0,12-31-147 0 0,1 2-1256 0 0,0 0-1 0 0,1 1 0 0 0,1-1 0 0 0,-1 1 1 0 0,15-16-1 0 0,-17 22-57 0 0,0 0 0 0 0,0 0 0 0 0,0 1 0 0 0,0 0 0 0 0,1 0 0 0 0,-1 0 0 0 0,1 0 0 0 0,0 1 0 0 0,0 0 0 0 0,0 0 0 0 0,0 0 0 0 0,0 0 0 0 0,0 1 0 0 0,10-1 0 0 0,-12 2 17 0 0,0 0 0 0 0,-1 0-1 0 0,1 0 1 0 0,0 1 0 0 0,-1-1 0 0 0,1 1 0 0 0,0 0 0 0 0,-1-1-1 0 0,1 1 1 0 0,-1 1 0 0 0,0-1 0 0 0,1 0 0 0 0,-1 1 0 0 0,0-1-1 0 0,0 1 1 0 0,1-1 0 0 0,-1 1 0 0 0,0 0 0 0 0,-1 0-1 0 0,3 3 1 0 0,2 2-19 0 0,-2-1-1 0 0,1 2 1 0 0,-1-1 0 0 0,6 14-1 0 0,-7-14 45 0 0,0-1 0 0 0,-1 1 0 0 0,0 0 0 0 0,0 1 0 0 0,-1-1 0 0 0,0 0-1 0 0,0 0 1 0 0,-1 0 0 0 0,0 1 0 0 0,0-1 0 0 0,-3 15 0 0 0,3-18 19 0 0,-2 0-1 0 0,1 0 1 0 0,0-1 0 0 0,-1 1 0 0 0,0 0-1 0 0,1 0 1 0 0,-1-1 0 0 0,-1 0 0 0 0,1 1-1 0 0,-1-1 1 0 0,1 0 0 0 0,-1 0 0 0 0,0 0-1 0 0,0 0 1 0 0,0-1 0 0 0,0 1-1 0 0,-1-1 1 0 0,1 0 0 0 0,-1 0 0 0 0,1 0-1 0 0,-1 0 1 0 0,-6 2 0 0 0,-4 0 85 0 0,0 0 0 0 0,0-1 0 0 0,0-1 0 0 0,-20 2 0 0 0,29-4-346 0 0,-1 0 0 0 0,0 0 1 0 0,0 0-1 0 0,0-1 0 0 0,1 1 0 0 0,-1-2 1 0 0,0 1-1 0 0,1 0 0 0 0,-1-1 0 0 0,1 0 1 0 0,0-1-1 0 0,-1 1 0 0 0,-7-6 0 0 0,12 7-127 0 0,0 0-1 0 0,0-1 1 0 0,0 1-1 0 0,0 0 1 0 0,0-1 0 0 0,0 1-1 0 0,0 0 1 0 0,1-1-1 0 0,-1 1 1 0 0,0-1-1 0 0,1 1 1 0 0,-1-1-1 0 0,1 1 1 0 0,0-1-1 0 0,0 1 1 0 0,-1-1-1 0 0,1 1 1 0 0,0-1-1 0 0,0 0 1 0 0,0 1-1 0 0,1-1 1 0 0,-1 1-1 0 0,0-1 1 0 0,1 1-1 0 0,-1-1 1 0 0,0 1-1 0 0,1-1 1 0 0,0 1 0 0 0,1-3-1 0 0,5-8-4787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1.8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93 1416 0 0,'3'1'2429'0'0,"0"-1"-2016"0"0,1 0 0 0 0,-1 0 0 0 0,0 1 0 0 0,1-1 0 0 0,-1 1 0 0 0,0 0 0 0 0,0 0 0 0 0,1 0 0 0 0,-1 1 0 0 0,0-1 0 0 0,0 1 0 0 0,0-1 1 0 0,0 1-1 0 0,-1 0 0 0 0,1 0 0 0 0,-1 1 0 0 0,1-1 0 0 0,-1 0 0 0 0,1 1 0 0 0,-1 0 0 0 0,0-1 0 0 0,0 1 0 0 0,1 4 0 0 0,1-2 135 0 0,0 0 1 0 0,0 0-1 0 0,0 0 0 0 0,1-1 0 0 0,-1 1 1 0 0,7 3-1 0 0,-9-6-377 0 0,1 0 1 0 0,-1 0-1 0 0,1-1 0 0 0,0 1 1 0 0,0-1-1 0 0,0 0 0 0 0,0 0 1 0 0,0 0-1 0 0,0 0 0 0 0,0-1 1 0 0,0 1-1 0 0,0-1 0 0 0,1 0 1 0 0,-1 0-1 0 0,0 0 0 0 0,5 0 1 0 0,0-2-105 0 0,-1 0 0 0 0,1 0 1 0 0,-1-1-1 0 0,1 0 0 0 0,-1 0 1 0 0,0 0-1 0 0,0-1 0 0 0,-1 0 1 0 0,1-1-1 0 0,-1 1 0 0 0,0-1 1 0 0,0-1-1 0 0,0 1 0 0 0,-1-1 1 0 0,1 0-1 0 0,-2 0 0 0 0,1 0 1 0 0,-1-1-1 0 0,0 0 0 0 0,0 0 1 0 0,0 0-1 0 0,-1 0 0 0 0,0 0 1 0 0,2-10-1 0 0,-5 14-77 0 0,1 1 1 0 0,-1-1-1 0 0,1 0 0 0 0,-1 0 1 0 0,0 0-1 0 0,0 0 0 0 0,0 0 1 0 0,-1-4-1 0 0,1 6-1 0 0,0 0 1 0 0,0 0-1 0 0,0 0 0 0 0,-1 0 0 0 0,1 0 0 0 0,-1 0 0 0 0,1 0 1 0 0,-1 0-1 0 0,1 0 0 0 0,-1 0 0 0 0,1 0 0 0 0,-1 0 1 0 0,0 0-1 0 0,0 1 0 0 0,1-1 0 0 0,-1 0 0 0 0,0 0 1 0 0,0 1-1 0 0,0-1 0 0 0,0 1 0 0 0,0-1 0 0 0,0 1 1 0 0,0-1-1 0 0,0 1 0 0 0,0-1 0 0 0,-1 1 0 0 0,-8-2-24 0 0,0 2 1 0 0,0-1-1 0 0,0 1 0 0 0,0 1 0 0 0,1 0 0 0 0,-1 0 0 0 0,0 1 0 0 0,0 0 1 0 0,1 1-1 0 0,-1 0 0 0 0,1 0 0 0 0,-10 6 0 0 0,-18 9 68 0 0,-54 36-1 0 0,76-44-52 0 0,-2 1 18 0 0,0 0 0 0 0,2 1 0 0 0,-1 1 0 0 0,2 0 1 0 0,0 1-1 0 0,0 0 0 0 0,1 1 0 0 0,1 1 0 0 0,-18 29 1 0 0,29-42 17 0 0,-1 0 1 0 0,1 0-1 0 0,0 0 1 0 0,0 0-1 0 0,0 1 1 0 0,0-1-1 0 0,0 0 1 0 0,1 0-1 0 0,0 1 1 0 0,-1-1-1 0 0,1 0 1 0 0,0 1-1 0 0,0-1 1 0 0,1 0-1 0 0,-1 1 1 0 0,1-1-1 0 0,0 0 1 0 0,2 6-1 0 0,-1-5 11 0 0,0 1 0 0 0,1-1 0 0 0,0 0 0 0 0,0 0-1 0 0,0 0 1 0 0,1-1 0 0 0,-1 1 0 0 0,1-1-1 0 0,0 0 1 0 0,-1 0 0 0 0,7 4 0 0 0,6 2 13 0 0,1-1 0 0 0,0 0 1 0 0,0-1-1 0 0,1-1 0 0 0,27 5 0 0 0,-7-3-1379 0 0,1-2 0 0 0,59 2 0 0 0,19-11-7892 0 0,-80-2 2620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9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11 102 1836 0 0,'-1'-3'443'0'0,"-1"1"0"0"0,1-1-1 0 0,0 1 1 0 0,0-1 0 0 0,-1 0 0 0 0,2 0-1 0 0,-1 0 1 0 0,0 0 0 0 0,1 0-1 0 0,-1 0 1 0 0,1 0 0 0 0,0-5 0 0 0,0 6-336 0 0,1-1 0 0 0,-1 1 1 0 0,0 0-1 0 0,1-1 1 0 0,0 1-1 0 0,-1 0 0 0 0,1 0 1 0 0,0-1-1 0 0,0 1 1 0 0,0 0-1 0 0,1 0 0 0 0,-1 0 1 0 0,0 0-1 0 0,1 1 1 0 0,-1-1-1 0 0,1 0 0 0 0,0 1 1 0 0,0-1-1 0 0,-1 1 1 0 0,1-1-1 0 0,0 1 0 0 0,0 0 1 0 0,0 0-1 0 0,1 0 1 0 0,-1 0-1 0 0,0 0 1 0 0,0 0-1 0 0,4 0 0 0 0,-3 0-9 0 0,1 0 0 0 0,0 0 0 0 0,0 1 0 0 0,0 0 0 0 0,0 0 0 0 0,0 0 0 0 0,0 0 0 0 0,0 0 0 0 0,0 1 0 0 0,-1 0 0 0 0,1 0 0 0 0,0 0 0 0 0,0 0 0 0 0,-1 0 0 0 0,1 1 0 0 0,0 0 0 0 0,-1 0 0 0 0,0 0 0 0 0,1 0 0 0 0,-1 0 0 0 0,0 1 0 0 0,0-1 0 0 0,0 1 0 0 0,-1 0 0 0 0,1 0 0 0 0,0 0-1 0 0,-1 0 1 0 0,0 0 0 0 0,0 1 0 0 0,0-1 0 0 0,0 1 0 0 0,1 4 0 0 0,0-1 18 0 0,-1 0 0 0 0,0 1 0 0 0,0-1 0 0 0,-1 1-1 0 0,0 0 1 0 0,0-1 0 0 0,0 1 0 0 0,-1 0 0 0 0,-1 0-1 0 0,1-1 1 0 0,-1 1 0 0 0,0 0 0 0 0,-1-1 0 0 0,0 1-1 0 0,0-1 1 0 0,-1 0 0 0 0,0 1 0 0 0,0-1 0 0 0,-1 0-1 0 0,1-1 1 0 0,-1 1 0 0 0,-6 6 0 0 0,10-13-102 0 0,0 1 1 0 0,0-1-1 0 0,-1 1 0 0 0,1 0 1 0 0,0-1-1 0 0,-1 1 1 0 0,1-1-1 0 0,-1 0 0 0 0,1 1 1 0 0,0-1-1 0 0,-1 1 0 0 0,1-1 1 0 0,-1 1-1 0 0,1-1 1 0 0,-1 0-1 0 0,1 1 0 0 0,-1-1 1 0 0,0 0-1 0 0,1 0 1 0 0,-1 0-1 0 0,1 1 0 0 0,-1-1 1 0 0,0 0-1 0 0,1 0 0 0 0,-1 0 1 0 0,1 0-1 0 0,-1 0 1 0 0,0 0-1 0 0,1 0 0 0 0,-1 0 1 0 0,0 0-1 0 0,1 0 0 0 0,-1 0 1 0 0,1-1-1 0 0,-1 1 1 0 0,1 0-1 0 0,-1 0 0 0 0,0 0 1 0 0,0-1-1 0 0,0 0-15 0 0,0 0 0 0 0,1 0-1 0 0,-1 0 1 0 0,1-1 0 0 0,-1 1 0 0 0,1 0-1 0 0,-1 0 1 0 0,1 0 0 0 0,0 0 0 0 0,-1-1-1 0 0,1 1 1 0 0,0 0 0 0 0,0 0 0 0 0,0 0-1 0 0,0-1 1 0 0,0 1 0 0 0,0-2 0 0 0,3-10-31 0 0,1 0 0 0 0,-1 0 1 0 0,2 1-1 0 0,0-1 0 0 0,0 1 0 0 0,1 1 1 0 0,1-1-1 0 0,0 1 0 0 0,0 0 1 0 0,1 0-1 0 0,16-15 0 0 0,-17 19 1 0 0,0 1 0 0 0,0-1 0 0 0,1 2 0 0 0,0-1-1 0 0,0 1 1 0 0,0 0 0 0 0,13-5 0 0 0,-15 8 11 0 0,0 0 0 0 0,0 0-1 0 0,0 1 1 0 0,0-1 0 0 0,1 2 0 0 0,-1-1 0 0 0,0 1 0 0 0,0-1 0 0 0,1 2 0 0 0,-1-1-1 0 0,0 1 1 0 0,7 1 0 0 0,-7 0 17 0 0,0 0 0 0 0,0 0 0 0 0,0 1-1 0 0,0 0 1 0 0,-1 0 0 0 0,1 1 0 0 0,-1-1 0 0 0,0 1 0 0 0,0 0-1 0 0,0 1 1 0 0,0-1 0 0 0,-1 1 0 0 0,0 0 0 0 0,0 0 0 0 0,0 0-1 0 0,0 0 1 0 0,-1 1 0 0 0,0 0 0 0 0,0 0 0 0 0,-1-1 0 0 0,1 1-1 0 0,-1 1 1 0 0,0-1 0 0 0,-1 0 0 0 0,0 1 0 0 0,0-1 0 0 0,0 0-1 0 0,-1 1 1 0 0,0-1 0 0 0,0 1 0 0 0,-1-1 0 0 0,-1 9-1 0 0,2-11 32 0 0,-1 0-1 0 0,0 0 0 0 0,0 0 1 0 0,0-1-1 0 0,-1 1 0 0 0,1 0 1 0 0,-1-1-1 0 0,0 1 1 0 0,0-1-1 0 0,0 1 0 0 0,-1-1 1 0 0,-2 3-1 0 0,4-5-10 0 0,-9-9-31 0 0,11-2-12 0 0,0 0 0 0 0,0 0 0 0 0,1 1 0 0 0,1-1 0 0 0,0 1 0 0 0,0 0 0 0 0,1 0 0 0 0,0 0 0 0 0,0 0 0 0 0,1 0 0 0 0,0 1 1 0 0,1 0-1 0 0,0 0 0 0 0,10-11 0 0 0,-9 12-4 0 0,1-1 1 0 0,-1 1-1 0 0,1 1 1 0 0,0-1-1 0 0,1 1 0 0 0,-1 1 1 0 0,1 0-1 0 0,0 0 1 0 0,0 1-1 0 0,1 0 1 0 0,0 0-1 0 0,-1 1 0 0 0,20-4 1 0 0,-25 7 37 0 0,0-1 0 0 0,0 1-1 0 0,-1 0 1 0 0,1 0 0 0 0,0 0 0 0 0,0 0 0 0 0,0 1 0 0 0,0 0 0 0 0,-1-1-1 0 0,1 1 1 0 0,0 1 0 0 0,-1-1 0 0 0,1 0 0 0 0,-1 1 0 0 0,1 0 0 0 0,-1 0-1 0 0,0 0 1 0 0,1 0 0 0 0,-1 1 0 0 0,0-1 0 0 0,-1 1 0 0 0,5 4 0 0 0,-4-3 51 0 0,0 1 0 0 0,-1-1 1 0 0,0 1-1 0 0,0 0 1 0 0,0 0-1 0 0,0 0 1 0 0,-1 0-1 0 0,0 0 0 0 0,0 0 1 0 0,0 0-1 0 0,0 0 1 0 0,-1 0-1 0 0,0 1 0 0 0,0-1 1 0 0,-2 9-1 0 0,-13 56-2531 0 0,2-27-5598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29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46 160 1528 0 0,'10'-40'13415'0'0,"-26"61"-13026"0"0,8-3-324 0 0,1 0 0 0 0,0 1 0 0 0,2 0 0 0 0,-5 24 0 0 0,9-39-42 0 0,0 1 1 0 0,1-1 0 0 0,-1 0-1 0 0,1 1 1 0 0,0-1 0 0 0,0 1-1 0 0,1-1 1 0 0,-1 1-1 0 0,1-1 1 0 0,0 0 0 0 0,0 0-1 0 0,0 1 1 0 0,1-1 0 0 0,0 0-1 0 0,0 0 1 0 0,0 0-1 0 0,0 0 1 0 0,0-1 0 0 0,1 1-1 0 0,-1 0 1 0 0,1-1 0 0 0,0 0-1 0 0,0 0 1 0 0,7 5-1 0 0,-6-5 5 0 0,0-1-1 0 0,0 0 0 0 0,0-1 0 0 0,1 1 0 0 0,-1-1 0 0 0,1 1 0 0 0,-1-2 0 0 0,1 1 0 0 0,-1 0 0 0 0,1-1 0 0 0,0 0 0 0 0,-1 0 0 0 0,1 0 0 0 0,0 0 0 0 0,-1-1 0 0 0,1 0 1 0 0,-1 0-1 0 0,6-2 0 0 0,-2 1 64 0 0,1-1 0 0 0,-1-1 1 0 0,0 0-1 0 0,0 0 1 0 0,-1 0-1 0 0,1-1 0 0 0,-1 0 1 0 0,10-10-1 0 0,-7 5-1 0 0,0-1 0 0 0,-1-1 0 0 0,-1 1-1 0 0,0-1 1 0 0,-1-1 0 0 0,0 0 0 0 0,-1 0-1 0 0,0 0 1 0 0,-1 0 0 0 0,-1-1 0 0 0,0 0-1 0 0,-1 0 1 0 0,0 0 0 0 0,-1-1 0 0 0,0 1-1 0 0,-2 0 1 0 0,0-20 0 0 0,-1 30-96 0 0,1 1 1 0 0,-1-1-1 0 0,1 0 1 0 0,-1 0-1 0 0,-1 1 1 0 0,1-1-1 0 0,0 0 1 0 0,-1 1-1 0 0,0-1 1 0 0,1 1-1 0 0,-2 0 1 0 0,1-1-1 0 0,0 1 1 0 0,-5-5-1 0 0,4 6-55 0 0,1 1 0 0 0,0-1-1 0 0,-1 1 1 0 0,1 0 0 0 0,-1 0 0 0 0,1 0-1 0 0,-1 0 1 0 0,0 0 0 0 0,1 0-1 0 0,-1 1 1 0 0,0-1 0 0 0,0 1-1 0 0,1 0 1 0 0,-1 0 0 0 0,0 0-1 0 0,0 0 1 0 0,1 1 0 0 0,-1-1-1 0 0,0 0 1 0 0,-4 2 0 0 0,1 0-394 0 0,-1 0-1 0 0,0 1 1 0 0,1 0 0 0 0,0 0 0 0 0,0 0 0 0 0,0 0 0 0 0,0 1 0 0 0,0 0 0 0 0,1 0-1 0 0,-10 10 1 0 0,11-10-328 0 0,1 0 0 0 0,0 0 0 0 0,-1 1 0 0 0,2-1 0 0 0,-1 1 0 0 0,0 0 0 0 0,1-1 0 0 0,-3 9 1 0 0,3-4-2591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0.2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99 392 0 0,'14'-12'2970'0'0,"-1"0"1"0"0,20-23-1 0 0,-5 4 1577 0 0,-26 29-4128 0 0,4-5 500 0 0,-8 9-927 0 0,1 1 1 0 0,-1-1-1 0 0,1 1 1 0 0,0-1-1 0 0,0 1 1 0 0,0-1-1 0 0,0 1 0 0 0,0 0 1 0 0,1-1-1 0 0,-1 1 1 0 0,1 0-1 0 0,0 0 1 0 0,-1-1-1 0 0,1 1 0 0 0,1 3 1 0 0,0 0 4 0 0,0 0 0 0 0,0 0 0 0 0,1 0 1 0 0,0 0-1 0 0,0 0 0 0 0,4 8 0 0 0,4 3 1 0 0,0 0 0 0 0,2-1 0 0 0,16 20 0 0 0,30 44 48 0 0,-57-78 56 0 0,0-1-1 0 0,-1 0 0 0 0,1 0 0 0 0,0 1 1 0 0,-1-1-1 0 0,1 0 0 0 0,-1 0 0 0 0,0 1 1 0 0,1-1-1 0 0,-1 1 0 0 0,0-1 0 0 0,0 0 1 0 0,0 1-1 0 0,0-1 0 0 0,0 1 0 0 0,0-1 1 0 0,0 0-1 0 0,0 1 0 0 0,-1-1 0 0 0,1 0 1 0 0,0 1-1 0 0,-1-1 0 0 0,0 0 0 0 0,1 1 1 0 0,-1-1-1 0 0,1 0 0 0 0,-1 0 0 0 0,0 0 1 0 0,0 0-1 0 0,0 1 0 0 0,0-1 0 0 0,0 0 1 0 0,0 0-1 0 0,-2 1 0 0 0,-1 1 44 0 0,0 1-1 0 0,-1-1 1 0 0,1 0-1 0 0,-1-1 1 0 0,0 1-1 0 0,0-1 1 0 0,-6 3-1 0 0,-5-1-23 0 0,1 0-1 0 0,0-1 0 0 0,-1 0 1 0 0,-15-1-1 0 0,21-1-769 0 0,0-1 0 0 0,-1-1 0 0 0,1 0 0 0 0,-12-3 0 0 0,21 4 291 0 0,-1-1 1 0 0,0 1-1 0 0,1-1 1 0 0,-1 1-1 0 0,1-1 1 0 0,-1 0-1 0 0,0 1 1 0 0,1-1-1 0 0,-1 0 1 0 0,1 0-1 0 0,0 0 1 0 0,-1 0 0 0 0,1-1-1 0 0,0 1 1 0 0,0 0-1 0 0,0 0 1 0 0,0-1-1 0 0,0 1 1 0 0,0 0-1 0 0,0-1 1 0 0,0 1-1 0 0,0-1 1 0 0,1 0 0 0 0,-1 1-1 0 0,0-1 1 0 0,1 0-1 0 0,-1-2 1 0 0,2-8-4372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0.5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67 992 0 0,'19'-16'3760'0'0,"1"1"-1"0"0,34-19 1 0 0,-52 32-3325 0 0,13 17 1361 0 0,-12-8-1491 0 0,-1 1-1 0 0,0 0 1 0 0,-1-1-1 0 0,0 1 1 0 0,0 0 0 0 0,-1 0-1 0 0,0 0 1 0 0,-1 11 0 0 0,-13 65 940 0 0,11-67-1052 0 0,-64 257 1783 0 0,46-196-1928 0 0,20-71-41 0 0,-10 44 125 0 0,10-47-124 0 0,1-1-1 0 0,0 1 1 0 0,0 0-1 0 0,0 0 1 0 0,0 0 0 0 0,1-1-1 0 0,-1 1 1 0 0,1 0-1 0 0,0 0 1 0 0,3 6 0 0 0,-3-8-127 0 0,0-1 0 0 0,0 0 0 0 0,0 0 0 0 0,0 0 0 0 0,0 0 1 0 0,0 0-1 0 0,0 0 0 0 0,0-1 0 0 0,1 1 0 0 0,-1 0 1 0 0,0-1-1 0 0,1 1 0 0 0,-1 0 0 0 0,0-1 0 0 0,1 0 0 0 0,-1 1 1 0 0,0-1-1 0 0,1 0 0 0 0,-1 0 0 0 0,3 1 0 0 0,26-3-3020 0 0,6-10-3378 0 0,-19 4 144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0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87 888 0 0,'-12'-4'1915'0'0,"-5"-2"1561"0"0,0-1 0 0 0,-23-12 0 0 0,38 18-2994 0 0,1-1-140 0 0,1 2-336 0 0,0 0 0 0 0,0 0 0 0 0,0-1 1 0 0,-1 1-1 0 0,1 0 0 0 0,0 0 0 0 0,0-1 0 0 0,0 1 0 0 0,0 0 0 0 0,0 0 0 0 0,0-1 0 0 0,0 1 0 0 0,0 0 0 0 0,0-1 0 0 0,0 1 0 0 0,0 0 0 0 0,0 0 0 0 0,0-1 0 0 0,0 1 0 0 0,1 0 0 0 0,-1 0 1 0 0,0-1-1 0 0,0 1 0 0 0,0 0 0 0 0,0 0 0 0 0,0-1 0 0 0,0 1 0 0 0,1 0 0 0 0,-1 0 0 0 0,0 0 0 0 0,0-1 0 0 0,0 1 0 0 0,1 0 0 0 0,-1 0 0 0 0,0 0 0 0 0,0 0 0 0 0,1-1 0 0 0,-1 1 1 0 0,0 0-1 0 0,0 0 0 0 0,1 0 0 0 0,-1 0 0 0 0,0 0 0 0 0,1 0 0 0 0,8-2-171 0 0,134-26-7151 0 0,-99 20 2873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0 110 860 0 0,'0'0'12831'0'0,"3"-1"-12771"0"0,44-3 30 0 0,263-32 132 0 0,-270 28-174 0 0,91-13-33 0 0,-67 9-17 0 0,-62 12 39 0 0,17-4 42 0 0,-19 4-79 0 0,17-6-1362 0 0,-16 5 1190 0 0,4-9-4485 0 0,-6 9 4484 0 0,1 1 1 0 0,0-1-1 0 0,0 1 1 0 0,0-1-1 0 0,0 1 1 0 0,0 0-1 0 0,-1-1 1 0 0,1 1-1 0 0,-2-3-689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4.9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7 772 0 0,'0'0'6555'0'0,"3"-7"-5981"0"0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6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225 183 452 0 0,'6'-6'11222'0'0,"8"23"-11041"0"0,-12-15-155 0 0,0 1 0 0 0,0 0 1 0 0,0-1-1 0 0,0 1 0 0 0,0-1 0 0 0,1 1 1 0 0,3 2-1 0 0,-2-3-1 0 0,1 1-1 0 0,-1-1 1 0 0,0 0-1 0 0,1 0 1 0 0,-1 0 0 0 0,1-1-1 0 0,-1 1 1 0 0,1-1-1 0 0,0 0 1 0 0,0 0 0 0 0,0-1-1 0 0,-1 0 1 0 0,1 0-1 0 0,0 0 1 0 0,0 0 0 0 0,0-1-1 0 0,0 1 1 0 0,-1-1-1 0 0,1 0 1 0 0,0-1-1 0 0,-1 1 1 0 0,1-1 0 0 0,-1 0-1 0 0,1 0 1 0 0,-1-1-1 0 0,0 1 1 0 0,0-1 0 0 0,0 0-1 0 0,0 0 1 0 0,-1 0-1 0 0,1 0 1 0 0,-1-1 0 0 0,0 0-1 0 0,0 1 1 0 0,0-1-1 0 0,0 0 1 0 0,-1-1 0 0 0,1 1-1 0 0,-1 0 1 0 0,0-1-1 0 0,2-8 1 0 0,-2 6-12 0 0,0 0 0 0 0,0-1 0 0 0,-1 1 0 0 0,0-1 0 0 0,0 1 0 0 0,-1-1-1 0 0,0 1 1 0 0,-1-1 0 0 0,0-7 0 0 0,0 11-1 0 0,0-1 0 0 0,0 1 0 0 0,-1 0-1 0 0,1 0 1 0 0,-1 0 0 0 0,0 0 0 0 0,0 1-1 0 0,0-1 1 0 0,0 0 0 0 0,-1 1 0 0 0,1-1-1 0 0,-1 1 1 0 0,0 0 0 0 0,0 0 0 0 0,0 0-1 0 0,-6-4 1 0 0,6 6-9 0 0,1 0 0 0 0,-1 0 0 0 0,1 1 0 0 0,-1-1 0 0 0,1 0 0 0 0,-1 1 0 0 0,1 0 0 0 0,-1-1 0 0 0,0 1 0 0 0,1 0 0 0 0,-1 1 0 0 0,0-1 0 0 0,1 0 0 0 0,-1 1 0 0 0,1-1 0 0 0,-1 1 0 0 0,1 0 0 0 0,-1 0 0 0 0,-3 2 0 0 0,-4 1-1 0 0,-1 2 0 0 0,-17 11 0 0 0,4 0 25 0 0,1 2 1 0 0,0 1-1 0 0,-37 43 1 0 0,27-23 22 0 0,-39 63 0 0 0,63-89-37 0 0,0 1 0 0 0,1 0 0 0 0,1 0 0 0 0,0 1-1 0 0,1 0 1 0 0,1 0 0 0 0,-4 22 0 0 0,8-32 34 0 0,0-1 0 0 0,1 1 0 0 0,-1 0-1 0 0,1-1 1 0 0,0 1 0 0 0,1-1 0 0 0,0 1-1 0 0,-1-1 1 0 0,2 1 0 0 0,-1-1 0 0 0,1 1-1 0 0,0-1 1 0 0,0 0 0 0 0,0 0 0 0 0,1 0 0 0 0,-1 0-1 0 0,1 0 1 0 0,0-1 0 0 0,1 1 0 0 0,-1-1-1 0 0,1 0 1 0 0,0 0 0 0 0,0 0 0 0 0,0 0-1 0 0,8 4 1 0 0,-2-2 33 0 0,-1-1-1 0 0,1 0 1 0 0,0-1 0 0 0,0 0-1 0 0,0-1 1 0 0,0 0 0 0 0,0-1-1 0 0,22 3 1 0 0,4-3 84 0 0,45-2 0 0 0,-34-1 52 0 0,-42 1-228 0 0,-1 0 0 0 0,1-1 0 0 0,0 1 0 0 0,-1-1 0 0 0,1 0 0 0 0,-1 0-1 0 0,0 0 1 0 0,1-1 0 0 0,-1 1 0 0 0,0-1 0 0 0,0 0 0 0 0,0 0 0 0 0,0-1 0 0 0,6-4 0 0 0,7-9-2815 0 0,-3-3-3660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6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350 111 1280 0 0,'2'-5'808'0'0,"-1"0"0"0"0,0-1 0 0 0,-1 1 0 0 0,1 0 0 0 0,-1 0 0 0 0,0-1 0 0 0,0 1 1 0 0,-1 0-1 0 0,1 0 0 0 0,-1-1 0 0 0,-2-5 0 0 0,2 8-500 0 0,-1-1 0 0 0,1 1 0 0 0,-1 0 1 0 0,0 0-1 0 0,0 0 0 0 0,0 0 0 0 0,0 0 1 0 0,0 0-1 0 0,-1 1 0 0 0,-3-4 0 0 0,5 5-271 0 0,0 0 0 0 0,0 1-1 0 0,-1-1 1 0 0,1 1 0 0 0,0-1-1 0 0,0 1 1 0 0,-1-1 0 0 0,1 1-1 0 0,0 0 1 0 0,0 0 0 0 0,-1-1 0 0 0,1 1-1 0 0,0 0 1 0 0,-1 0 0 0 0,1 1-1 0 0,0-1 1 0 0,-1 0 0 0 0,1 0-1 0 0,-2 1 1 0 0,-23 10 154 0 0,9 0-124 0 0,0 1-1 0 0,1 1 1 0 0,1 0 0 0 0,-27 29-1 0 0,13-7-17 0 0,-28 42 0 0 0,41-53-37 0 0,-21 41 1 0 0,33-56-3 0 0,0 1 0 0 0,0-1 1 0 0,1 1-1 0 0,0 0 1 0 0,1 0-1 0 0,0 0 0 0 0,-1 21 1 0 0,3-29-3 0 0,0 1 1 0 0,0-1 0 0 0,0 0-1 0 0,0 1 1 0 0,1-1-1 0 0,-1 1 1 0 0,1-1 0 0 0,0 0-1 0 0,-1 1 1 0 0,1-1-1 0 0,0 0 1 0 0,0 0 0 0 0,1 0-1 0 0,-1 0 1 0 0,0 0-1 0 0,1 0 1 0 0,-1 0 0 0 0,1 0-1 0 0,0 0 1 0 0,3 2-1 0 0,-2-2 2 0 0,0 0 0 0 0,1 0 0 0 0,0-1 0 0 0,-1 1 1 0 0,1-1-1 0 0,0 0 0 0 0,0 0 0 0 0,-1 0 0 0 0,1-1 0 0 0,0 1 0 0 0,7-1 0 0 0,0 0 7 0 0,1-1 1 0 0,-1 0 0 0 0,1-1-1 0 0,-1-1 1 0 0,0 1-1 0 0,0-2 1 0 0,20-8-1 0 0,-17 5-21 0 0,-1-2 1 0 0,0 1-1 0 0,0-2 0 0 0,-1 1 0 0 0,0-2 0 0 0,-1 0 0 0 0,0 0 1 0 0,14-20-1 0 0,-3 0 699 0 0,-1-2 0 0 0,21-45 1 0 0,-25 41 270 0 0,-16 35-965 0 0,0 11-32 0 0,-1-1 35 0 0,-2 1 0 0 0,1-1 0 0 0,-1 0 0 0 0,-4 11 0 0 0,-1 7 126 0 0,-154 546 1957 0 0,115-423-1817 0 0,-41 107 31 0 0,48-146-466 0 0,36-101-130 0 0,-13 44-3543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7.3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52 134 2084 0 0,'32'-95'12523'0'0,"-37"110"-11935"0"0,-12 26-159 0 0,2 1 1 0 0,1 0 0 0 0,3 1-1 0 0,-8 54 1 0 0,18-83-384 0 0,0 0 1 0 0,0 0 0 0 0,3 23-1 0 0,-2-34-45 0 0,0 0-1 0 0,1 0 1 0 0,-1 0-1 0 0,1-1 1 0 0,0 1-1 0 0,0 0 1 0 0,0-1-1 0 0,0 1 1 0 0,0-1-1 0 0,1 1 1 0 0,-1-1-1 0 0,1 1 1 0 0,-1-1-1 0 0,1 0 1 0 0,0 0-1 0 0,0 0 1 0 0,0 0-1 0 0,0 0 1 0 0,0 0-1 0 0,1 0 1 0 0,-1-1-1 0 0,0 1 1 0 0,1-1-1 0 0,3 2 1 0 0,-1-2-65 0 0,-1-1 1 0 0,0 1-1 0 0,0-1 1 0 0,1 1-1 0 0,-1-1 1 0 0,0 0-1 0 0,1-1 1 0 0,-1 1 0 0 0,0-1-1 0 0,0 0 1 0 0,0 0-1 0 0,1 0 1 0 0,-1-1-1 0 0,6-3 1 0 0,3-1-134 0 0,-1-1 1 0 0,0 0 0 0 0,12-10-1 0 0,-7 3 78 0 0,-2 0 0 0 0,0-1 0 0 0,0-1 0 0 0,-2 0 0 0 0,0-1 0 0 0,14-22 0 0 0,56-119 315 0 0,-58 107 358 0 0,7-16 735 0 0,-31 64-1265 0 0,1 16 310 0 0,-2-11-313 0 0,0 0-1 0 0,1 0 1 0 0,-1-1 0 0 0,0 1-1 0 0,0 0 1 0 0,0 0-1 0 0,0 0 1 0 0,0 0 0 0 0,-1 3-1 0 0,-22 78 230 0 0,10-42-671 0 0,3 0-1 0 0,1 1 0 0 0,-4 46 0 0 0,13-83 76 0 0,0 0-1 0 0,0 0 0 0 0,0 0 0 0 0,1 0 0 0 0,-1 0 0 0 0,1 0 0 0 0,0 0 0 0 0,1 0 0 0 0,3 7 0 0 0,-4-9-16 0 0,0-1-1 0 0,0 0 1 0 0,1 0-1 0 0,0 1 1 0 0,-1-1-1 0 0,1 0 1 0 0,0-1-1 0 0,0 1 1 0 0,0 0-1 0 0,0-1 1 0 0,0 1-1 0 0,0-1 1 0 0,0 1-1 0 0,1-1 1 0 0,-1 0-1 0 0,1 0 1 0 0,-1 0-1 0 0,1 0 1 0 0,4 0-1 0 0,5 1-2630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8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235 528 852 0 0,'5'-13'2354'0'0,"-2"0"0"0"0,0-1 0 0 0,2-14 0 0 0,-5 23-1782 0 0,1-1 0 0 0,-1 1 1 0 0,0 0-1 0 0,-1-1 0 0 0,1 1 0 0 0,-1 0 1 0 0,0-1-1 0 0,0 1 0 0 0,-1 0 1 0 0,-3-8-1 0 0,5 12-556 0 0,-1 1 0 0 0,1-1 0 0 0,-1 1 0 0 0,1 0 0 0 0,-1-1 0 0 0,1 1 0 0 0,-1 0 0 0 0,0 0 0 0 0,1-1 0 0 0,-1 1 0 0 0,1 0 0 0 0,-1 0 0 0 0,0 0 0 0 0,1 0 0 0 0,-1-1 0 0 0,0 1 0 0 0,1 0 0 0 0,-1 0 0 0 0,0 0 0 0 0,1 1 0 0 0,-1-1 0 0 0,0 0 1 0 0,1 0-1 0 0,-1 0 0 0 0,1 0 0 0 0,-1 1 0 0 0,0-1 0 0 0,1 0 0 0 0,-1 0 0 0 0,1 1 0 0 0,-1-1 0 0 0,1 1 0 0 0,-1-1 0 0 0,0 1 0 0 0,-20 14 87 0 0,-3 10-77 0 0,1 1 0 0 0,2 1-1 0 0,0 1 1 0 0,2 0 0 0 0,1 2 0 0 0,-17 38 0 0 0,25-48-10 0 0,-9 29-1 0 0,17-42-4 0 0,0 0 0 0 0,1-1 0 0 0,-1 1-1 0 0,1 0 1 0 0,1 0 0 0 0,0-1-1 0 0,-1 1 1 0 0,3 12 0 0 0,-2-18-8 0 0,0 1 0 0 0,1-1 1 0 0,-1 1-1 0 0,1-1 1 0 0,-1 1-1 0 0,1-1 1 0 0,0 0-1 0 0,-1 1 1 0 0,1-1-1 0 0,0 0 0 0 0,0 1 1 0 0,0-1-1 0 0,0 0 1 0 0,0 0-1 0 0,0 0 1 0 0,0 0-1 0 0,1 0 0 0 0,-1 0 1 0 0,0 0-1 0 0,0-1 1 0 0,1 1-1 0 0,-1 0 1 0 0,1-1-1 0 0,-1 1 0 0 0,1-1 1 0 0,-1 1-1 0 0,0-1 1 0 0,1 1-1 0 0,0-1 1 0 0,-1 0-1 0 0,1 0 1 0 0,-1 0-1 0 0,1 0 0 0 0,-1 0 1 0 0,1 0-1 0 0,-1-1 1 0 0,1 1-1 0 0,-1 0 1 0 0,1-1-1 0 0,1 0 0 0 0,5-1 3 0 0,-1-1-1 0 0,1 1 0 0 0,0-2 0 0 0,-1 1 1 0 0,0-1-1 0 0,8-5 0 0 0,-3 0-6 0 0,-1 0 1 0 0,0-1-1 0 0,-1 0 0 0 0,0 0 1 0 0,-1-1-1 0 0,0-1 1 0 0,-1 0-1 0 0,13-22 0 0 0,0-9 74 0 0,20-58 1 0 0,-21 49 187 0 0,-14 38-93 0 0,5-14-296 0 0,-11 28 127 0 0,0 0 0 0 0,0 0 0 0 0,0 0 0 0 0,0 0 0 0 0,0 0 0 0 0,0 0 0 0 0,0 0 0 0 0,0 0 0 0 0,0 0 0 0 0,0 0 0 0 0,0 0 0 0 0,0 0 0 0 0,0 0 0 0 0,1 0 0 0 0,-1 0 0 0 0,0 0 0 0 0,0 0 0 0 0,0 0 0 0 0,0 0 0 0 0,0 0 0 0 0,0 0 0 0 0,0 0 0 0 0,0 0 0 0 0,0 0 0 0 0,0 0 0 0 0,0 0 0 0 0,0 0 0 0 0,0 0 0 0 0,0 0 0 0 0,0 0 0 0 0,0 0 0 0 0,0 0 0 0 0,0 0 0 0 0,1 0 0 0 0,-1-1 0 0 0,0 1 0 0 0,0 0 0 0 0,0 0 0 0 0,0 0 0 0 0,-3 18 142 0 0,-2 6 39 0 0,-22 123 393 0 0,25-128-523 0 0,0 0 0 0 0,2 0 0 0 0,0 0-1 0 0,2 0 1 0 0,5 33 0 0 0,-6-49-40 0 0,0 0 1 0 0,-1 0-1 0 0,1 0 1 0 0,0 0-1 0 0,1 0 0 0 0,-1 0 1 0 0,0 0-1 0 0,1-1 1 0 0,0 1-1 0 0,-1 0 1 0 0,1-1-1 0 0,0 1 0 0 0,0-1 1 0 0,1 0-1 0 0,-1 0 1 0 0,0 0-1 0 0,1 0 1 0 0,-1 0-1 0 0,1 0 1 0 0,3 1-1 0 0,-1-1-1 0 0,-1-1-1 0 0,1 0 1 0 0,-1 0 0 0 0,1 0-1 0 0,0-1 1 0 0,-1 0-1 0 0,1 1 1 0 0,0-2 0 0 0,-1 1-1 0 0,1 0 1 0 0,0-1-1 0 0,5-1 1 0 0,6-3-9 0 0,0-1 1 0 0,-1 0-1 0 0,0 0 0 0 0,0-2 0 0 0,0 0 0 0 0,21-15 0 0 0,-9 0-101 0 0,0 0-1 0 0,-2-2 0 0 0,0 0 0 0 0,-2-2 1 0 0,-1-1-1 0 0,-1 0 0 0 0,26-48 0 0 0,-21 27-42 0 0,-2-1 1 0 0,-2-1-1 0 0,-3-2 0 0 0,14-56 1 0 0,-24 79 246 0 0,-2-1 0 0 0,-2-1 1 0 0,3-51-1 0 0,-7 82-104 0 0,-1 1-1 0 0,0-1 1 0 0,0 1 0 0 0,0-1 0 0 0,0 1-1 0 0,0-1 1 0 0,0 1 0 0 0,0-1-1 0 0,0 1 1 0 0,0 0 0 0 0,0-1 0 0 0,0 1-1 0 0,-1-1 1 0 0,1 1 0 0 0,0-1-1 0 0,0 1 1 0 0,0-1 0 0 0,0 1-1 0 0,-1 0 1 0 0,1-1 0 0 0,0 1 0 0 0,-1 0-1 0 0,1-1 1 0 0,0 1 0 0 0,-1 0-1 0 0,1-1 1 0 0,0 1 0 0 0,-1 0 0 0 0,1-1-1 0 0,0 1 1 0 0,-1 0 0 0 0,1 0-1 0 0,-1 0 1 0 0,1-1 0 0 0,0 1-1 0 0,-1 0 1 0 0,1 0 0 0 0,-1 0 0 0 0,1 0-1 0 0,-1 0 1 0 0,1 0 0 0 0,-1 0-1 0 0,1 0 1 0 0,-1 0 0 0 0,1 0 0 0 0,-1 0-1 0 0,1 0 1 0 0,0 0 0 0 0,-1 0-1 0 0,1 0 1 0 0,-1 1 0 0 0,1-1 0 0 0,-1 0-1 0 0,1 0 1 0 0,0 0 0 0 0,-1 1-1 0 0,1-1 1 0 0,-1 0 0 0 0,1 1-1 0 0,-1-1 1 0 0,-24 21 26 0 0,9-1 72 0 0,0 1 0 0 0,2 0-1 0 0,0 1 1 0 0,-15 33 0 0 0,-34 98 604 0 0,-2 38-142 0 0,57-158-472 0 0,1 0-1 0 0,1 0 1 0 0,-2 67 0 0 0,8-90-177 0 0,0-1 0 0 0,1 0 0 0 0,0 0-1 0 0,1 0 1 0 0,0 0 0 0 0,0 0 0 0 0,1 0 0 0 0,0 0 0 0 0,0-1 0 0 0,8 13 0 0 0,-7-14-163 0 0,1-1 0 0 0,-1 0 1 0 0,1 0-1 0 0,1-1 1 0 0,-1 1-1 0 0,1-1 0 0 0,0 0 1 0 0,0-1-1 0 0,0 0 1 0 0,1 0-1 0 0,-1 0 0 0 0,1 0 1 0 0,9 2-1 0 0,2 1-1289 0 0,1-1 1 0 0,1-1-1 0 0,-1 0 0 0 0,26 1 0 0 0,4-1-4375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8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41 801 272 0 0,'-4'3'786'0'0,"0"0"-1"0"0,0 1 1 0 0,1 0-1 0 0,0 0 1 0 0,0 0-1 0 0,0 0 1 0 0,0 0-1 0 0,0 1 1 0 0,1 0-1 0 0,-3 7 1 0 0,4-10-628 0 0,0 0 1 0 0,1 1-1 0 0,-1-1 0 0 0,1 1 0 0 0,-1-1 1 0 0,1 1-1 0 0,0 0 0 0 0,0-1 0 0 0,0 1 1 0 0,1-1-1 0 0,-1 1 0 0 0,0-1 0 0 0,1 1 1 0 0,0-1-1 0 0,0 1 0 0 0,-1-1 1 0 0,2 0-1 0 0,-1 1 0 0 0,0-1 0 0 0,0 0 1 0 0,1 0-1 0 0,1 3 0 0 0,-2-4-87 0 0,1 0 0 0 0,-1 0-1 0 0,1 0 1 0 0,-1 0 0 0 0,1 0-1 0 0,-1 0 1 0 0,1-1 0 0 0,-1 1 0 0 0,1 0-1 0 0,0-1 1 0 0,-1 1 0 0 0,1-1-1 0 0,0 0 1 0 0,0 0 0 0 0,-1 1 0 0 0,1-1-1 0 0,0 0 1 0 0,1-1 0 0 0,33-4 471 0 0,-20-1-476 0 0,0-1 0 0 0,0 0 1 0 0,-1 0-1 0 0,0-2 0 0 0,0 0 0 0 0,-1-1 1 0 0,0 0-1 0 0,-1-1 0 0 0,0-1 1 0 0,0 0-1 0 0,-1 0 0 0 0,10-16 1 0 0,6-8-46 0 0,-3-2 1 0 0,0-1-1 0 0,24-56 1 0 0,54-159-114 0 0,-22-8 1701 0 0,-68 213-1243 0 0,-13 46-385 0 0,-1 6-43 0 0,-16 36 255 0 0,-19 66 0 0 0,19-53-38 0 0,-63 226 1141 0 0,64-206-972 0 0,-12 143 0 0 0,27-197-284 0 0,1 0 0 0 0,0 1 0 0 0,1-1 0 0 0,1 0 0 0 0,6 27-1 0 0,-7-41-158 0 0,0 0 0 0 0,0 0 0 0 0,0-1 0 0 0,1 1 0 0 0,-1 0 0 0 0,1-1 0 0 0,0 1 0 0 0,0-1 0 0 0,0 1 0 0 0,1-1 0 0 0,-1 0-1 0 0,1 0 1 0 0,0 0 0 0 0,0-1 0 0 0,0 1 0 0 0,0 0 0 0 0,0-1 0 0 0,0 0 0 0 0,1 0 0 0 0,-1 0 0 0 0,1 0 0 0 0,-1-1 0 0 0,1 1-1 0 0,0-1 1 0 0,0 0 0 0 0,0 0 0 0 0,-1 0 0 0 0,1-1 0 0 0,0 1 0 0 0,0-1 0 0 0,7 0 0 0 0,4-2-511 0 0,-1 0 1 0 0,1-1 0 0 0,0 0-1 0 0,-1-1 1 0 0,0-1 0 0 0,0-1-1 0 0,0 0 1 0 0,0 0 0 0 0,-1-1-1 0 0,0-1 1 0 0,12-10 0 0 0,5-5 7 0 0,-2-1 1 0 0,0-1 0 0 0,31-38-1 0 0,38-62 4947 0 0,-58 76 1175 0 0,-39 48-5448 0 0,-6 17 860 0 0,-11 21 271 0 0,5-13-576 0 0,1 0 0 0 0,-13 41 0 0 0,21-52-531 0 0,-1 0 1 0 0,2 0-1 0 0,0 1 1 0 0,0-1-1 0 0,1 0 0 0 0,1 1 1 0 0,1 14-1 0 0,0-25-39 0 0,-1 1 0 0 0,1 0 1 0 0,-1-1-1 0 0,1 0 0 0 0,0 1 0 0 0,1-1 0 0 0,-1 0 0 0 0,1 1 0 0 0,-1-1 0 0 0,1 0 0 0 0,0 0 0 0 0,0 0 0 0 0,0 0 1 0 0,1-1-1 0 0,-1 1 0 0 0,1-1 0 0 0,-1 1 0 0 0,1-1 0 0 0,0 0 0 0 0,0 0 0 0 0,0 0 0 0 0,0 0 0 0 0,6 2 1 0 0,-5-3 23 0 0,0 1 1 0 0,1-1 0 0 0,-1-1 0 0 0,1 1 0 0 0,-1-1 0 0 0,1 1 0 0 0,0-1-1 0 0,-1-1 1 0 0,1 1 0 0 0,-1-1 0 0 0,1 1 0 0 0,-1-1 0 0 0,1-1-1 0 0,-1 1 1 0 0,0-1 0 0 0,0 1 0 0 0,1-1 0 0 0,4-4 0 0 0,-1 2 6 0 0,0-2 0 0 0,-1 1 0 0 0,0-1 0 0 0,0 0 0 0 0,0 0 0 0 0,-1-1 0 0 0,0 0 0 0 0,0 0 0 0 0,-1 0 0 0 0,0-1 0 0 0,0 0 0 0 0,-1 0 0 0 0,0 0-1 0 0,0 0 1 0 0,3-14 0 0 0,-5 15-51 0 0,0 0-1 0 0,-1-1 1 0 0,0 1-1 0 0,0-1 1 0 0,-1 0-1 0 0,0 1 1 0 0,0-1-1 0 0,-1 0 1 0 0,0 1-1 0 0,0-1 1 0 0,-1 1-1 0 0,0 0 1 0 0,0-1-1 0 0,-1 1 1 0 0,0 0-1 0 0,0 0 1 0 0,-1 1-1 0 0,-8-13 1 0 0,5 10-38 0 0,0 1 0 0 0,0-1 0 0 0,-1 2 0 0 0,0-1 0 0 0,-1 1 1 0 0,-9-6-1 0 0,-20-10-1199 0 0,-2 2-3523 0 0,4 2-4234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39.1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46 2792 0 0,'-49'4'12931'0'0,"54"-5"-12673"0"0,199-24-689 0 0,-64 5-7622 0 0,-111 16 2960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0.1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290 121 2012 0 0,'7'-7'1204'0'0,"1"0"0"0"0,-1 0 0 0 0,0-1-1 0 0,0 0 1 0 0,-1 0 0 0 0,0 0 0 0 0,-1-1 0 0 0,0 0-1 0 0,0 0 1 0 0,4-12 0 0 0,-9 20-1175 0 0,0 1-1 0 0,0-1 1 0 0,0 1-1 0 0,1-1 1 0 0,-1 0 0 0 0,0 1-1 0 0,0-1 1 0 0,0 1-1 0 0,0-1 1 0 0,0 1 0 0 0,-1-1-1 0 0,1 1 1 0 0,0-1-1 0 0,0 1 1 0 0,0-1 0 0 0,0 1-1 0 0,0-1 1 0 0,-1 1-1 0 0,1-1 1 0 0,0 1 0 0 0,-1-1-1 0 0,1 1 1 0 0,0-1-1 0 0,-1 1 1 0 0,1 0 0 0 0,0-1-1 0 0,-1 1 1 0 0,1-1-1 0 0,-1 1 1 0 0,1 0 0 0 0,0 0-1 0 0,-1-1 1 0 0,1 1-1 0 0,-1 0 1 0 0,1 0 0 0 0,-1-1-1 0 0,0 1 1 0 0,-15-2 118 0 0,15 2-125 0 0,-5 0 2 0 0,-1 1 1 0 0,1 0-1 0 0,-1 0 0 0 0,1 1 0 0 0,-1-1 1 0 0,1 2-1 0 0,-12 4 0 0 0,-38 26 45 0 0,45-27-56 0 0,3-1-5 0 0,-9 6-3 0 0,0 0 0 0 0,1 1-1 0 0,-17 16 1 0 0,30-26 1 0 0,0 1 0 0 0,0 0 1 0 0,0 0-1 0 0,0 0 0 0 0,1 1 0 0 0,-1-1 0 0 0,1 1 1 0 0,0-1-1 0 0,0 1 0 0 0,0 0 0 0 0,1 0 0 0 0,-1 0 1 0 0,1-1-1 0 0,0 2 0 0 0,0-1 0 0 0,0 0 1 0 0,1 0-1 0 0,-1 0 0 0 0,1 0 0 0 0,0 0 0 0 0,1 8 1 0 0,1-7 0 0 0,0 1 0 0 0,0-1 0 0 0,0 0 0 0 0,1 0 1 0 0,-1-1-1 0 0,1 1 0 0 0,1-1 0 0 0,-1 1 0 0 0,1-1 1 0 0,-1 0-1 0 0,8 6 0 0 0,6 5 10 0 0,29 17 0 0 0,-22-15 0 0 0,-17-12 51 0 0,50 39-274 0 0,-51-39 366 0 0,0 0-1 0 0,0 1 0 0 0,-1 0 0 0 0,0 0 0 0 0,0 0 0 0 0,6 11 1 0 0,-10-15-65 0 0,-1-1 1 0 0,1 1 0 0 0,-1-1-1 0 0,1 1 1 0 0,-1 0-1 0 0,0 0 1 0 0,0-1 0 0 0,0 1-1 0 0,0 0 1 0 0,0-1 0 0 0,0 1-1 0 0,0 0 1 0 0,0 0 0 0 0,-1-1-1 0 0,1 1 1 0 0,-1 0-1 0 0,1-1 1 0 0,-1 1 0 0 0,0-1-1 0 0,1 1 1 0 0,-1-1 0 0 0,0 1-1 0 0,0-1 1 0 0,0 1 0 0 0,0-1-1 0 0,-1 0 1 0 0,1 0-1 0 0,0 0 1 0 0,0 1 0 0 0,-1-1-1 0 0,1 0 1 0 0,-3 1 0 0 0,-2 2 91 0 0,-1 0 1 0 0,1-1-1 0 0,-1 1 1 0 0,0-1-1 0 0,1-1 1 0 0,-9 3-1 0 0,3-3-34 0 0,0 0 0 0 0,0 0 0 0 0,-1-1 0 0 0,1-1 0 0 0,0 0-1 0 0,0-1 1 0 0,-16-2 0 0 0,6-1-245 0 0,1-2 0 0 0,0 0-1 0 0,-22-9 1 0 0,42 15-67 0 0,0 0 0 0 0,0-1-1 0 0,0 1 1 0 0,0 0 0 0 0,0-1-1 0 0,0 1 1 0 0,-1-1 0 0 0,1 0 0 0 0,0 1-1 0 0,0-1 1 0 0,0 0 0 0 0,1 1-1 0 0,-1-1 1 0 0,0 0 0 0 0,0 0-1 0 0,0 0 1 0 0,0 0 0 0 0,1 0 0 0 0,-1 0-1 0 0,0 0 1 0 0,1 0 0 0 0,-1 0-1 0 0,1 0 1 0 0,-1 0 0 0 0,1 0 0 0 0,0 0-1 0 0,0 0 1 0 0,-1-1 0 0 0,1 1-1 0 0,0 0 1 0 0,0 0 0 0 0,0 0-1 0 0,0-1 1 0 0,0 1 0 0 0,0 0 0 0 0,0 0-1 0 0,1 0 1 0 0,-1 0 0 0 0,0-1-1 0 0,1 1 1 0 0,0-1 0 0 0,2-3-1138 0 0,0-1 1 0 0,0 1-1 0 0,1 0 0 0 0,0 1 1 0 0,0-1-1 0 0,5-4 0 0 0,-7 7 817 0 0,11-11-4255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0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28 1008 0 0,'29'-28'12958'0'0,"-23"33"-12187"0"0,-5-4-717 0 0,0-1 0 0 0,-1 0 0 0 0,1 1 1 0 0,-1-1-1 0 0,1 1 0 0 0,-1-1 0 0 0,0 0 0 0 0,1 1 0 0 0,-1-1 1 0 0,1 1-1 0 0,-1 0 0 0 0,0-1 0 0 0,1 1 0 0 0,-1-1 0 0 0,0 1 1 0 0,0-1-1 0 0,0 1 0 0 0,1 0 0 0 0,-1-1 0 0 0,0 1 0 0 0,0 0 1 0 0,0-1-1 0 0,0 1 0 0 0,0 0 0 0 0,0-1 0 0 0,0 1 0 0 0,1 26 540 0 0,-1-1-1 0 0,-2 0 1 0 0,0 0-1 0 0,-1 0 1 0 0,-11 37-1 0 0,-4-1-116 0 0,-27 64 1 0 0,35-109-195 0 0,10-17-284 0 0,0 0-1 0 0,0 0 0 0 0,0 0 1 0 0,-1 0-1 0 0,1 0 0 0 0,0 0 1 0 0,0 0-1 0 0,0 0 0 0 0,-1 0 1 0 0,1 0-1 0 0,0 0 0 0 0,0 0 1 0 0,0 0-1 0 0,0 0 0 0 0,-1 0 1 0 0,1 0-1 0 0,0 0 0 0 0,0-1 1 0 0,0 1-1 0 0,0 0 0 0 0,0 0 1 0 0,-1 0-1 0 0,1 0 0 0 0,0 0 1 0 0,0 0-1 0 0,0-1 1 0 0,0 1-1 0 0,0 0 0 0 0,0 0 1 0 0,-1 0-1 0 0,1 0 0 0 0,0 0 1 0 0,0-1-1 0 0,0 1 0 0 0,0 0 1 0 0,0 0-1 0 0,0 0 0 0 0,0 0 1 0 0,0-1-1 0 0,0 1 0 0 0,0 0 1 0 0,0 0-1 0 0,0 0 0 0 0,0-1 1 0 0,0-2-38 0 0,-1 0 1 0 0,1 0 0 0 0,0-1-1 0 0,0 1 1 0 0,0 0-1 0 0,1 0 1 0 0,-1 0 0 0 0,1 0-1 0 0,1-4 1 0 0,8-22-123 0 0,2 0 0 0 0,1 0 0 0 0,1 1 0 0 0,20-28 0 0 0,-29 47 130 0 0,1 1 0 0 0,0-1 0 0 0,1 2 0 0 0,0-1 0 0 0,0 1 0 0 0,1 0 0 0 0,0 0 0 0 0,0 1 0 0 0,1 0 0 0 0,-1 1 0 0 0,1 0 0 0 0,1 0 0 0 0,-1 1 0 0 0,0 0 0 0 0,1 0 0 0 0,15-2 0 0 0,-20 5 19 0 0,0 1 1 0 0,0-1-1 0 0,0 1 1 0 0,0 1-1 0 0,0-1 0 0 0,0 1 1 0 0,0 0-1 0 0,0 0 1 0 0,0 0-1 0 0,0 1 1 0 0,0 0-1 0 0,0 0 1 0 0,-1 0-1 0 0,1 0 0 0 0,-1 1 1 0 0,0 0-1 0 0,1-1 1 0 0,-1 2-1 0 0,-1-1 1 0 0,1 0-1 0 0,4 6 1 0 0,-2-3 20 0 0,0 2 0 0 0,-1-1 1 0 0,0 1-1 0 0,0-1 1 0 0,-1 1-1 0 0,0 0 1 0 0,0 1-1 0 0,-1-1 1 0 0,0 1-1 0 0,-1 0 1 0 0,2 9-1 0 0,-1-9 22 0 0,-2-6-13 0 0,-1-1 0 0 0,1 1 0 0 0,-1 0-1 0 0,1 0 1 0 0,-1 0 0 0 0,0-1-1 0 0,0 1 1 0 0,0 0 0 0 0,-1 0 0 0 0,1 0-1 0 0,-2 4 1 0 0,-2 5 148 0 0,-1-10-100 0 0,4-3-64 0 0,0 0 0 0 0,0 0 0 0 0,1 0 1 0 0,-1 0-1 0 0,0 0 0 0 0,1 0 0 0 0,-1-1 0 0 0,1 1 0 0 0,0 0 1 0 0,-1 0-1 0 0,1 0 0 0 0,0 0 0 0 0,0-1 0 0 0,0 1 0 0 0,0 0 1 0 0,0-3-1 0 0,0-6-18 0 0,1 0 1 0 0,1-1-1 0 0,0 1 1 0 0,0-1-1 0 0,1 1 1 0 0,0 0-1 0 0,1 0 1 0 0,0 1-1 0 0,0-1 1 0 0,1 1-1 0 0,0 0 1 0 0,1 0-1 0 0,0 0 1 0 0,12-12-1 0 0,-10 12-19 0 0,2 0 0 0 0,-1 0-1 0 0,1 1 1 0 0,1 0 0 0 0,-1 0-1 0 0,1 1 1 0 0,0 1-1 0 0,1 0 1 0 0,0 0 0 0 0,0 1-1 0 0,18-4 1 0 0,-26 8 26 0 0,0 0 0 0 0,0 0 0 0 0,0 1 1 0 0,-1-1-1 0 0,1 1 0 0 0,0 0 0 0 0,0 1 0 0 0,0-1 0 0 0,0 1 0 0 0,0-1 1 0 0,0 1-1 0 0,0 0 0 0 0,-1 1 0 0 0,1-1 0 0 0,0 1 0 0 0,-1-1 0 0 0,1 1 0 0 0,-1 0 1 0 0,0 0-1 0 0,1 1 0 0 0,-1-1 0 0 0,0 1 0 0 0,-1-1 0 0 0,1 1 0 0 0,0 0 0 0 0,4 6 1 0 0,-3-2 21 0 0,0 0 1 0 0,0 0 0 0 0,0 0 0 0 0,-1 1 0 0 0,0-1 0 0 0,-1 1-1 0 0,1 0 1 0 0,-1 0 0 0 0,-1 0 0 0 0,0 0 0 0 0,1 14 0 0 0,-4-4 12 0 0,0 0 0 0 0,-1 0 0 0 0,-1-1 0 0 0,-1 1 0 0 0,-1-1 1 0 0,0 0-1 0 0,-1-1 0 0 0,-10 18 0 0 0,-12 33-6206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1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276 668 956 0 0,'12'-19'5087'0'0,"13"-25"-1"0"0,-22 38-4334 0 0,0 0-1 0 0,0-1 1 0 0,-1 1-1 0 0,0-1 1 0 0,-1 0-1 0 0,0 0 0 0 0,0 0 1 0 0,1-7-1 0 0,-3 13-736 0 0,1 0 0 0 0,0 1 0 0 0,-1-1 0 0 0,1 1 0 0 0,0-1-1 0 0,-1 1 1 0 0,1-1 0 0 0,-1 1 0 0 0,1-1 0 0 0,0 1 0 0 0,-1-1-1 0 0,1 1 1 0 0,-1 0 0 0 0,0-1 0 0 0,1 1 0 0 0,-1 0 0 0 0,1 0-1 0 0,-1-1 1 0 0,1 1 0 0 0,-1 0 0 0 0,0 0 0 0 0,1 0 0 0 0,-1-1 0 0 0,0 1-1 0 0,1 0 1 0 0,-1 0 0 0 0,1 0 0 0 0,-1 0 0 0 0,0 0 0 0 0,1 0-1 0 0,-1 1 1 0 0,0-1 0 0 0,1 0 0 0 0,-1 0 0 0 0,1 0 0 0 0,-2 1-1 0 0,1-1-7 0 0,-8 2 61 0 0,0 0-1 0 0,0 0 1 0 0,0 1-1 0 0,0 0 0 0 0,0 1 1 0 0,-10 6-1 0 0,-49 32 308 0 0,57-35-338 0 0,-6 5 19 0 0,1 0 0 0 0,0 2 0 0 0,-26 26 1 0 0,34-30-42 0 0,1-1 0 0 0,-1 1 0 0 0,2 0 0 0 0,-1 0 0 0 0,1 0 0 0 0,1 1 0 0 0,-8 22 0 0 0,12-31-16 0 0,0 1 0 0 0,0-1-1 0 0,1 1 1 0 0,-1-1 0 0 0,0 1-1 0 0,1-1 1 0 0,0 1 0 0 0,0 0-1 0 0,0-1 1 0 0,0 1 0 0 0,0-1-1 0 0,0 1 1 0 0,1 0 0 0 0,-1-1 0 0 0,1 1-1 0 0,0-1 1 0 0,0 1 0 0 0,0-1-1 0 0,0 0 1 0 0,0 1 0 0 0,0-1-1 0 0,1 0 1 0 0,-1 0 0 0 0,1 0 0 0 0,-1 0-1 0 0,1 0 1 0 0,0 0 0 0 0,0 0-1 0 0,0 0 1 0 0,0-1 0 0 0,0 1-1 0 0,0-1 1 0 0,1 0 0 0 0,-1 1-1 0 0,5 1 1 0 0,0-1-96 0 0,0 0-1 0 0,0 0 1 0 0,0-1-1 0 0,1 0 1 0 0,-1 0-1 0 0,0-1 1 0 0,1 0-1 0 0,-1 0 1 0 0,0-1-1 0 0,0 1 1 0 0,12-4-1 0 0,-6 0-46 0 0,0 0 0 0 0,0-1 0 0 0,0-1 0 0 0,-1 0 0 0 0,0 0-1 0 0,0-1 1 0 0,-1-1 0 0 0,12-9 0 0 0,-4 0 34 0 0,0-1 0 0 0,-1-1 0 0 0,20-27 1 0 0,-25 27 313 0 0,-1 0 1 0 0,15-35 0 0 0,-1 4 825 0 0,-42 84-635 0 0,1 1-1 0 0,2 0 0 0 0,2 1 1 0 0,1 0-1 0 0,-8 64 1 0 0,17-94-381 0 0,1 0 1 0 0,0-1-1 0 0,0 1 1 0 0,0 0 0 0 0,1 0-1 0 0,0-1 1 0 0,0 1-1 0 0,0-1 1 0 0,1 1 0 0 0,0-1-1 0 0,0 1 1 0 0,0-1 0 0 0,0 0-1 0 0,1 0 1 0 0,0 0-1 0 0,0 0 1 0 0,1-1 0 0 0,-1 1-1 0 0,1-1 1 0 0,7 7-1 0 0,-5-7-82 0 0,0 0 0 0 0,0 0 0 0 0,0 0 0 0 0,0-1 0 0 0,1 0 0 0 0,0 0 0 0 0,-1-1 0 0 0,1 0 0 0 0,0 0 0 0 0,0-1-1 0 0,0 0 1 0 0,0 0 0 0 0,0 0 0 0 0,0-1 0 0 0,0 0 0 0 0,10-1 0 0 0,1-2-271 0 0,0-1 1 0 0,-1-1-1 0 0,1 0 0 0 0,-1-1 1 0 0,-1-1-1 0 0,1 0 0 0 0,-1-1 1 0 0,0-1-1 0 0,-1-1 0 0 0,0 0 1 0 0,-1-1-1 0 0,24-23 0 0 0,-6 2-160 0 0,-2-1-1 0 0,-2-1 1 0 0,-1-2-1 0 0,24-41 1 0 0,-21 26 367 0 0,-3-2 0 0 0,-1-1 0 0 0,-4-1 0 0 0,18-60 0 0 0,-22 46 1714 0 0,14-96-1 0 0,-29 150-1197 0 0,0-9 294 0 0,2-29 1 0 0,-5 53-678 0 0,0 0 0 0 0,0-1 0 0 0,0 1 0 0 0,0 0 0 0 0,0-1 0 0 0,0 1 0 0 0,0 0 0 0 0,0 0 0 0 0,0-1 0 0 0,-1 1 0 0 0,1 0 1 0 0,0 0-1 0 0,0-1 0 0 0,0 1 0 0 0,0 0 0 0 0,0 0 0 0 0,0 0 0 0 0,-1-1 0 0 0,1 1 0 0 0,0 0 0 0 0,0 0 0 0 0,0-1 0 0 0,0 1 0 0 0,-1 0 1 0 0,1 0-1 0 0,0 0 0 0 0,0 0 0 0 0,-1 0 0 0 0,1-1 0 0 0,0 1 0 0 0,0 0 0 0 0,-1 0 0 0 0,1 0 0 0 0,0 0 0 0 0,0 0 0 0 0,-1 0 0 0 0,1 0 1 0 0,0 0-1 0 0,0 0 0 0 0,-1 0 0 0 0,1 0 0 0 0,0 0 0 0 0,0 0 0 0 0,-1 0 0 0 0,1 0 0 0 0,0 0 0 0 0,0 0 0 0 0,-1 0 0 0 0,1 0 0 0 0,0 1 1 0 0,0-1-1 0 0,-1 0 0 0 0,1 0 0 0 0,-12 7-15 0 0,2 4 80 0 0,0 1 0 0 0,0 0 0 0 0,1 1 0 0 0,1 0 0 0 0,0 1 1 0 0,-12 27-1 0 0,6-12 173 0 0,-33 64 276 0 0,5 2 0 0 0,4 2 0 0 0,4 2 0 0 0,-29 145 0 0 0,60-232-484 0 0,1 1 1 0 0,0 0 0 0 0,1 0-1 0 0,0 0 1 0 0,1-1 0 0 0,3 21-1 0 0,-2-30-48 0 0,-1 0-1 0 0,1 1 1 0 0,0-1-1 0 0,1 0 1 0 0,-1 0 0 0 0,0 1-1 0 0,1-1 1 0 0,0 0-1 0 0,0-1 1 0 0,0 1-1 0 0,0 0 1 0 0,0 0-1 0 0,0-1 1 0 0,1 1-1 0 0,-1-1 1 0 0,1 0-1 0 0,0 0 1 0 0,0 0 0 0 0,0 0-1 0 0,0 0 1 0 0,0-1-1 0 0,0 1 1 0 0,0-1-1 0 0,0 0 1 0 0,0 0-1 0 0,1 0 1 0 0,-1 0-1 0 0,5 0 1 0 0,5 0-281 0 0,-1 0-1 0 0,1-1 1 0 0,0 0 0 0 0,0-1 0 0 0,-1 0 0 0 0,1-1 0 0 0,0-1-1 0 0,22-7 1 0 0,-7 0-564 0 0,-1-1 1 0 0,44-26-1 0 0,-35 15 358 0 0,-2-2 1 0 0,0-1 0 0 0,-1-2-1 0 0,-2-1 1 0 0,-1-2 0 0 0,48-59-1 0 0,-46 46 592 0 0,-3-1-1 0 0,-1-2 1 0 0,-2 0-1 0 0,38-98 0 0 0,-50 105 1091 0 0,-2 0 0 0 0,-1 0 0 0 0,5-45 0 0 0,-16 84-1165 0 0,1-1 0 0 0,-1 1 0 0 0,0-1 0 0 0,0 0 0 0 0,0 1 0 0 0,0-1 0 0 0,0 1 0 0 0,0-1 0 0 0,0 0 0 0 0,0 1 0 0 0,0-1 0 0 0,0 0 0 0 0,0 1 0 0 0,0-1 0 0 0,-1 1 0 0 0,1-1 0 0 0,0 1 0 0 0,0-1 0 0 0,0 0-1 0 0,-1 1 1 0 0,1-1 0 0 0,0 1 0 0 0,-1-1 0 0 0,1 1 0 0 0,-1-1 0 0 0,1 1 0 0 0,-1-1 0 0 0,0 1-4 0 0,0 0 0 0 0,0 0 0 0 0,0-1 0 0 0,0 1 0 0 0,1 1 0 0 0,-1-1 0 0 0,0 0 0 0 0,0 0 0 0 0,0 0 0 0 0,0 0 0 0 0,1 1 0 0 0,-1-1 0 0 0,0 0 0 0 0,0 1 0 0 0,0-1 0 0 0,-1 1 0 0 0,-27 23 301 0 0,1 9 460 0 0,3 1-1 0 0,0 1 0 0 0,-32 66 1 0 0,6-8 1005 0 0,4 3 0 0 0,-68 201 0 0 0,112-289-1731 0 0,-3 12-56 0 0,-5 37 1 0 0,10-53-90 0 0,0 0 0 0 0,1 0 0 0 0,0 0 1 0 0,0 0-1 0 0,0 0 0 0 0,0 0 0 0 0,0 0 0 0 0,1 0 1 0 0,0 0-1 0 0,0 0 0 0 0,0 0 0 0 0,0 0 0 0 0,1 0 1 0 0,0-1-1 0 0,-1 1 0 0 0,4 3 0 0 0,-2-4-130 0 0,0 0 0 0 0,1 0 0 0 0,-1-1-1 0 0,1 1 1 0 0,-1-1 0 0 0,1 0 0 0 0,0 0-1 0 0,0-1 1 0 0,0 1 0 0 0,0-1 0 0 0,0 0 0 0 0,0 0-1 0 0,0 0 1 0 0,1 0 0 0 0,5-1 0 0 0,7 1-1092 0 0,-1-1 0 0 0,28-3 0 0 0,35-13-5771 0 0,-37 4 104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2.7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274 167 1896 0 0,'0'-31'12544'0'0,"-1"30"-12337"0"0,-1 2-85 0 0,1 0 0 0 0,-1 0 0 0 0,0 0 1 0 0,1 0-1 0 0,-1 0 0 0 0,1 1 0 0 0,-1-1 1 0 0,1 0-1 0 0,0 1 0 0 0,0-1 0 0 0,-1 1 1 0 0,0 1-1 0 0,1-2-161 0 0,1 0 167 0 0,1 24 1165 0 0,0-22-1230 0 0,1-1 0 0 0,0 0 1 0 0,0 0-1 0 0,0-1 0 0 0,1 1 0 0 0,-1 0 1 0 0,0-1-1 0 0,0 1 0 0 0,1-1 1 0 0,-1 0-1 0 0,1 1 0 0 0,0-1 1 0 0,-1-1-1 0 0,1 1 0 0 0,0 0 0 0 0,-1-1 1 0 0,1 1-1 0 0,0-1 0 0 0,0 0 1 0 0,0 0-1 0 0,-1 0 0 0 0,1 0 0 0 0,0 0 1 0 0,0-1-1 0 0,0 1 0 0 0,-1-1 1 0 0,1 0-1 0 0,0 1 0 0 0,-1-1 1 0 0,1-1-1 0 0,2-1 0 0 0,0 1-46 0 0,0-1 0 0 0,0 0 0 0 0,-1 0 0 0 0,1-1 1 0 0,-1 1-1 0 0,0-1 0 0 0,0 0 0 0 0,-1 0 0 0 0,1 0 0 0 0,-1-1 0 0 0,0 1 0 0 0,0-1 0 0 0,0 0 0 0 0,-1 0 0 0 0,4-9 0 0 0,-5 11-16 0 0,1-1-15 0 0,-1 0 0 0 0,1 0 1 0 0,-1 1-1 0 0,0-1 0 0 0,-1 0 0 0 0,1 0 1 0 0,0-1-1 0 0,-1 1 0 0 0,0 0 0 0 0,0 0 1 0 0,0 0-1 0 0,-1 0 0 0 0,1 0 0 0 0,-1 0 1 0 0,0 0-1 0 0,-2-4 0 0 0,3 7 7 0 0,-1 0 0 0 0,0 1 0 0 0,0-1 0 0 0,1 1 0 0 0,-1-1 0 0 0,0 1 0 0 0,0-1 0 0 0,0 1 0 0 0,0 0 0 0 0,0-1 0 0 0,0 1 0 0 0,1 0 0 0 0,-1 0 0 0 0,0 0-1 0 0,0 0 1 0 0,0-1 0 0 0,0 1 0 0 0,0 1 0 0 0,0-1 0 0 0,0 0 0 0 0,-1 0 0 0 0,-18 2-40 0 0,20-1 46 0 0,-11 1 18 0 0,0 1-1 0 0,0 1 0 0 0,1 0 1 0 0,-1 0-1 0 0,1 1 0 0 0,0 0 0 0 0,-17 13 1 0 0,-2 4 200 0 0,-27 25 1 0 0,29-22-110 0 0,2 0 1 0 0,-37 47-1 0 0,55-62-88 0 0,-1 1 0 0 0,1-1 0 0 0,1 1 0 0 0,0 1-1 0 0,1-1 1 0 0,0 1 0 0 0,1 0 0 0 0,0 0 0 0 0,0 1 0 0 0,-2 24 0 0 0,6-34-6 0 0,-1 0 0 0 0,1 0 0 0 0,0 0-1 0 0,1 0 1 0 0,-1 0 0 0 0,0-1 0 0 0,1 1 0 0 0,0 0 0 0 0,-1 0 0 0 0,1 0 0 0 0,1 0-1 0 0,-1-1 1 0 0,0 1 0 0 0,0-1 0 0 0,1 1 0 0 0,0-1 0 0 0,-1 1 0 0 0,4 2 0 0 0,-2-3 0 0 0,0 1 0 0 0,0-1 0 0 0,0 0 0 0 0,0 0 0 0 0,1 0 0 0 0,-1-1 0 0 0,1 1 0 0 0,-1-1 0 0 0,1 0 0 0 0,-1 0 0 0 0,1 0 0 0 0,6 0 0 0 0,3 0 7 0 0,-1-1-1 0 0,1 0 0 0 0,0-1 0 0 0,-1 0 0 0 0,1-1 1 0 0,-1-1-1 0 0,19-5 0 0 0,15-10-57 0 0,0-2 1 0 0,-2-1-1 0 0,0-2 1 0 0,-2-3-1 0 0,-1-1 1 0 0,0-2-1 0 0,-3-1 1 0 0,40-41-1 0 0,-62 55 20 0 0,0-2 0 0 0,-1 1 0 0 0,16-26-1 0 0,-24 32-4 0 0,-1-1-1 0 0,0 0 1 0 0,0 0-1 0 0,-1 0 0 0 0,0 0 1 0 0,-1-1-1 0 0,2-13 0 0 0,-6 26 15 0 0,0-1 0 0 0,1 0-1 0 0,-1 0 1 0 0,0 0 0 0 0,0 0-1 0 0,0 0 1 0 0,0 0-1 0 0,0 1 1 0 0,0-1 0 0 0,-1 0-1 0 0,1 0 1 0 0,0 0 0 0 0,0 0-1 0 0,-1 0 1 0 0,1 1 0 0 0,0-1-1 0 0,-1 0 1 0 0,1 0 0 0 0,-1 1-1 0 0,1-1 1 0 0,-1 0 0 0 0,1 1-1 0 0,-1-1 1 0 0,1 0 0 0 0,-1 1-1 0 0,0-1 1 0 0,0 1 0 0 0,1-1-1 0 0,-1 1 1 0 0,0-1 0 0 0,0 1-1 0 0,1-1 1 0 0,-1 1 0 0 0,0 0-1 0 0,0 0 1 0 0,0-1 0 0 0,1 1-1 0 0,-1 0 1 0 0,0 0-1 0 0,0 0 1 0 0,0 0 0 0 0,0 0-1 0 0,0 0 1 0 0,-1 0 0 0 0,-3 0-13 0 0,-1 1 1 0 0,1 0 0 0 0,0 0 0 0 0,0 0-1 0 0,0 0 1 0 0,-7 3 0 0 0,5-1 2 0 0,0 0-1 0 0,0 1 1 0 0,0-1 0 0 0,0 2-1 0 0,1-1 1 0 0,0 1 0 0 0,-1 0-1 0 0,2 0 1 0 0,-1 0 0 0 0,-6 10-1 0 0,10-13 25 0 0,0 1 0 0 0,0-1-1 0 0,1 1 1 0 0,-1 0-1 0 0,1 0 1 0 0,0 0 0 0 0,0 0-1 0 0,0 0 1 0 0,0 0-1 0 0,0 0 1 0 0,1 0-1 0 0,-1 0 1 0 0,1 0 0 0 0,0 0-1 0 0,0 0 1 0 0,0 0-1 0 0,1 0 1 0 0,-1 1 0 0 0,1-1-1 0 0,-1 0 1 0 0,1 0-1 0 0,0 0 1 0 0,0 0 0 0 0,0 0-1 0 0,1-1 1 0 0,-1 1-1 0 0,1 0 1 0 0,2 3 0 0 0,0 0 8 0 0,0-1 0 0 0,0-1 0 0 0,0 1 1 0 0,1 0-1 0 0,0-1 0 0 0,-1 0 1 0 0,2 0-1 0 0,-1-1 0 0 0,11 7 1 0 0,0-3 5 0 0,1-1 1 0 0,23 6 0 0 0,23 7 5 0 0,-13 0-142 0 0,-50-19 121 0 0,1 0 0 0 0,-1 1 0 0 0,0-1 0 0 0,1 0 1 0 0,-1 1-1 0 0,0-1 0 0 0,0 0 0 0 0,1 1 0 0 0,-1-1 0 0 0,0 0 1 0 0,0 1-1 0 0,1-1 0 0 0,-1 1 0 0 0,0-1 0 0 0,0 0 0 0 0,0 1 1 0 0,0-1-1 0 0,0 1 0 0 0,0-1 0 0 0,0 1 0 0 0,0-1 0 0 0,0 0 1 0 0,0 1-1 0 0,0-1 0 0 0,0 1 0 0 0,0-1 0 0 0,0 1 0 0 0,0-1 0 0 0,0 1 1 0 0,0-1-1 0 0,0 0 0 0 0,-1 1 0 0 0,-7 13 342 0 0,7-13-313 0 0,-10 12 278 0 0,0 0 1 0 0,-1-1 0 0 0,0-1 0 0 0,-21 15-1 0 0,-1 2-150 0 0,32-26-157 0 0,-2 1 4 0 0,1 0 0 0 0,0 0 0 0 0,0 0 0 0 0,0 0 0 0 0,-4 6 0 0 0,6-8 45 0 0,3 5 15 0 0,-2-6-68 0 0,0 1 1 0 0,0-1-1 0 0,0 0 1 0 0,0 1 0 0 0,0-1-1 0 0,0 0 1 0 0,0 1-1 0 0,0-1 1 0 0,0 0-1 0 0,0 0 1 0 0,0 1-1 0 0,0-1 1 0 0,0 0-1 0 0,0 1 1 0 0,0-1 0 0 0,0 0-1 0 0,0 1 1 0 0,1-1-1 0 0,-1 0 1 0 0,0 0-1 0 0,0 1 1 0 0,0-1-1 0 0,0 0 1 0 0,1 0-1 0 0,-1 1 1 0 0,0-1-1 0 0,0 0 1 0 0,0 0 0 0 0,1 0-1 0 0,-1 1 1 0 0,0-1-1 0 0,1 0 1 0 0,6 4-358 0 0,1-1 0 0 0,0 0 1 0 0,0-1-1 0 0,0 0 0 0 0,0 0 0 0 0,0 0 1 0 0,0-1-1 0 0,1 0 0 0 0,14-1 1 0 0,12-2-3629 0 0,34-6 0 0 0,-51 5 1617 0 0,22-2-4024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4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254 341 2080 0 0,'0'-12'2832'0'0,"0"3"-1207"0"0,1 1 0 0 0,-2-1 0 0 0,1 0 0 0 0,-1 0 1 0 0,-1 1-1 0 0,-3-13 0 0 0,4 19-1406 0 0,-13 5 40 0 0,8-1-217 0 0,0 1 0 0 0,1 1 1 0 0,-1-1-1 0 0,1 1 0 0 0,0 0 0 0 0,0 0 0 0 0,0 0 0 0 0,0 1 0 0 0,1 0 0 0 0,-5 6 0 0 0,1-2 26 0 0,-14 16 58 0 0,0 2 0 0 0,2 0-1 0 0,-20 36 1 0 0,31-47-105 0 0,0 1 0 0 0,2 0 0 0 0,0 1 1 0 0,0 0-1 0 0,2 0 0 0 0,0 0 0 0 0,-3 25 0 0 0,8-39-8 0 0,-1 0 1 0 0,1 0-1 0 0,0-1 1 0 0,0 1-1 0 0,1 0 1 0 0,-1 0-1 0 0,1-1 0 0 0,0 1 1 0 0,0 0-1 0 0,0-1 1 0 0,0 1-1 0 0,0-1 1 0 0,1 1-1 0 0,0-1 1 0 0,3 6-1 0 0,-3-7 0 0 0,0 0 1 0 0,0 0-1 0 0,1 0 1 0 0,-1 0-1 0 0,0 0 0 0 0,1-1 1 0 0,0 1-1 0 0,-1-1 0 0 0,1 0 1 0 0,0 0-1 0 0,0 0 1 0 0,-1 0-1 0 0,1 0 0 0 0,0 0 1 0 0,0-1-1 0 0,0 1 1 0 0,0-1-1 0 0,0 0 0 0 0,0 0 1 0 0,5 0-1 0 0,2-1 15 0 0,1 0-1 0 0,0-1 1 0 0,-1 0-1 0 0,1-1 1 0 0,-1 0-1 0 0,1-1 1 0 0,-1 0-1 0 0,0 0 1 0 0,-1-1-1 0 0,16-10 1 0 0,-13 7-5 0 0,-1-2 0 0 0,0 1 0 0 0,0-1 1 0 0,-1-1-1 0 0,0 0 0 0 0,-1-1 0 0 0,10-15 0 0 0,-7 8-22 0 0,-2-1 0 0 0,-1 0 0 0 0,0 0-1 0 0,-1-1 1 0 0,-1 0 0 0 0,-1 0-1 0 0,-1-1 1 0 0,-1 1 0 0 0,-1-1-1 0 0,0-34 1 0 0,-2 55-11 0 0,-1 0 0 0 0,0-1 0 0 0,0 1 0 0 0,0-1 0 0 0,0 1 0 0 0,0-1 0 0 0,-1 1 0 0 0,1-1 0 0 0,0 1 0 0 0,-1-1 0 0 0,1 1 0 0 0,0-1 0 0 0,-1 1 0 0 0,0 0 0 0 0,1-1 0 0 0,-1 1 0 0 0,0 0 0 0 0,0 0 0 0 0,0-1 0 0 0,0 1 0 0 0,0 0 0 0 0,0 0 0 0 0,0 0 0 0 0,0 0 0 0 0,0 0 0 0 0,-3-1-1 0 0,2 2 2 0 0,0 0-1 0 0,0-1 0 0 0,-1 1 0 0 0,1 0 0 0 0,0 0 0 0 0,0 1 0 0 0,-1-1 1 0 0,1 0-1 0 0,0 1 0 0 0,0-1 0 0 0,0 1 0 0 0,0 0 0 0 0,0 0 0 0 0,0 0 0 0 0,0 0 1 0 0,0 0-1 0 0,0 0 0 0 0,-2 2 0 0 0,-6 4-1 0 0,1 0 0 0 0,0 1 1 0 0,0 0-1 0 0,0 1 0 0 0,1 0 0 0 0,1 0 1 0 0,-1 0-1 0 0,2 1 0 0 0,-1 1 0 0 0,1-1 0 0 0,1 1 1 0 0,0 0-1 0 0,0 0 0 0 0,1 0 0 0 0,1 1 1 0 0,0-1-1 0 0,-2 19 0 0 0,4-27 16 0 0,1 0 0 0 0,0 0-1 0 0,0 0 1 0 0,0 0 0 0 0,1 0 0 0 0,-1 0 0 0 0,1 0 0 0 0,0 0-1 0 0,-1 0 1 0 0,1 0 0 0 0,0 0 0 0 0,1-1 0 0 0,-1 1 0 0 0,1 0-1 0 0,-1-1 1 0 0,1 1 0 0 0,0-1 0 0 0,4 5 0 0 0,-3-4 1 0 0,1 0 1 0 0,-1-1-1 0 0,1 0 1 0 0,0 0-1 0 0,0 0 0 0 0,0 0 1 0 0,0 0-1 0 0,0-1 1 0 0,1 1-1 0 0,-1-1 1 0 0,8 0-1 0 0,6 1 15 0 0,1-2 0 0 0,-1 0 0 0 0,1-1 1 0 0,35-7-1 0 0,-21 2-3 0 0,-1-2 1 0 0,-1-1 0 0 0,0-2-1 0 0,0-1 1 0 0,-1-2 0 0 0,-1 0-1 0 0,50-34 1 0 0,-45 24-11 0 0,-2-2-1 0 0,-1-1 1 0 0,-2-1 0 0 0,0-1 0 0 0,45-63 0 0 0,48-93 8 0 0,-122 184-30 0 0,0 1 0 0 0,1-1 0 0 0,-1 0 0 0 0,1 0 0 0 0,-1 0 0 0 0,1 0 1 0 0,-1 1-1 0 0,1-1 0 0 0,-1 0 0 0 0,1 0 0 0 0,0 1 0 0 0,-1-1 0 0 0,1 0 0 0 0,0 1 1 0 0,0-1-1 0 0,0 1 0 0 0,-1-1 0 0 0,2 0 0 0 0,0 14-152 0 0,-11 29 57 0 0,-85 263 1593 0 0,7-23-80 0 0,61-191-1000 0 0,-200 751 1654 0 0,222-825-2041 0 0,-26 125 168 0 0,29-140-173 0 0,1 0 0 0 0,0 0 0 0 0,0 0 0 0 0,0 0 0 0 0,0 0 0 0 0,0 0 0 0 0,0 0 0 0 0,0 0 0 0 0,1 0 0 0 0,-1 0 0 0 0,2 3 0 0 0,-2-5-3 0 0,0 1-1 0 0,1 0 0 0 0,-1 0 1 0 0,1-1-1 0 0,-1 1 0 0 0,1 0 1 0 0,0-1-1 0 0,-1 1 0 0 0,1 0 1 0 0,0-1-1 0 0,-1 1 0 0 0,1-1 1 0 0,0 1-1 0 0,0-1 0 0 0,-1 1 1 0 0,1-1-1 0 0,0 0 1 0 0,1 1-1 0 0,1-1 4 0 0,1 1 1 0 0,-1-1-1 0 0,1 0 0 0 0,-1 0 1 0 0,0-1-1 0 0,1 1 1 0 0,-1-1-1 0 0,0 1 0 0 0,1-1 1 0 0,-1 0-1 0 0,0-1 1 0 0,3 0-1 0 0,10-6-20 0 0,-1 0 1 0 0,0-1-1 0 0,-1-1 1 0 0,1 0-1 0 0,-2 0 0 0 0,0-2 1 0 0,0 0-1 0 0,-1 0 1 0 0,0-1-1 0 0,-1-1 1 0 0,-1 1-1 0 0,0-2 0 0 0,-1 0 1 0 0,-1 0-1 0 0,0 0 1 0 0,-1-1-1 0 0,0 0 1 0 0,-2-1-1 0 0,0 1 0 0 0,-1-1 1 0 0,4-23-1 0 0,-7 25-12 0 0,-1 0 1 0 0,0 0-1 0 0,0 1 0 0 0,-2-1 0 0 0,1 0 1 0 0,-2 1-1 0 0,-7-26 0 0 0,2 19-7 0 0,-1 0-1 0 0,0 0 0 0 0,-2 1 0 0 0,-17-27 1 0 0,-11-5 7 0 0,-2 2 1 0 0,-70-67 0 0 0,92 99 117 0 0,9 9-185 0 0,0 0 0 0 0,1-1 0 0 0,0 0 0 0 0,-9-14 1 0 0,16 21-25 0 0,1 1 1 0 0,-1-1-1 0 0,1 1 1 0 0,0-1-1 0 0,0 0 1 0 0,0 0-1 0 0,0 0 1 0 0,0 0-1 0 0,1 0 1 0 0,-1 0-1 0 0,1 0 1 0 0,0 0 0 0 0,0 0-1 0 0,0 0 1 0 0,0 0-1 0 0,0 0 1 0 0,1 0-1 0 0,-1 1 1 0 0,1-1-1 0 0,0 0 1 0 0,0 0-1 0 0,0 0 1 0 0,0 0-1 0 0,2-3 1 0 0,5-5-578 0 0,0 0 0 0 0,1 0 0 0 0,0 1 0 0 0,0 0 0 0 0,1 0 1 0 0,1 1-1 0 0,21-14 0 0 0,5-1-3398 0 0,45-20 1 0 0,-50 28-491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4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11 688 2940 0 0,'0'0'2430'0'0,"-6"12"2137"0"0,5-6-4258 0 0,0-1 1 0 0,0 0-1 0 0,0 0 1 0 0,1 0-1 0 0,0 1 0 0 0,0-1 1 0 0,0 0-1 0 0,0 0 1 0 0,1 1-1 0 0,0-1 0 0 0,0 0 1 0 0,0 0-1 0 0,1 0 1 0 0,2 6-1 0 0,0-1 102 0 0,0 0-1 0 0,1-1 1 0 0,0 1-1 0 0,0-1 1 0 0,1 0-1 0 0,10 11 1 0 0,-13-17-255 0 0,0 0-1 0 0,0 0 1 0 0,0-1 0 0 0,0 1 0 0 0,1-1 0 0 0,-1 1 0 0 0,1-1 0 0 0,0 0 0 0 0,-1-1 0 0 0,1 1 0 0 0,0-1 0 0 0,0 1 0 0 0,0-1 0 0 0,1 0 0 0 0,7 0 0 0 0,-5-1-36 0 0,0 0 1 0 0,0 0 0 0 0,0-1 0 0 0,0 0-1 0 0,-1-1 1 0 0,1 1 0 0 0,0-1 0 0 0,12-5 0 0 0,-2-2-35 0 0,1-1 0 0 0,-2 0 1 0 0,1-1-1 0 0,-1-1 1 0 0,26-25-1 0 0,5-11-26 0 0,-3-2-1 0 0,-2-2 1 0 0,-2-1-1 0 0,34-63 1 0 0,-28 35-29 0 0,-5-1 0 0 0,43-122 0 0 0,-47 100-482 0 0,-65 134 215 0 0,-11 28 400 0 0,2 1 1 0 0,3 2-1 0 0,-51 129 1 0 0,64-132 13 0 0,-17 65 1 0 0,32-101-137 0 0,2 1 0 0 0,0 0 1 0 0,2 0-1 0 0,1 1 0 0 0,0-1 0 0 0,4 26 1 0 0,-3-44-19 0 0,1 0 0 0 0,0-1-1 0 0,0 1 1 0 0,0 0 0 0 0,0-1 0 0 0,1 1 0 0 0,0-1 0 0 0,0 1 0 0 0,0-1 0 0 0,1 0 0 0 0,-1 0 0 0 0,1 0 0 0 0,0 0 0 0 0,0 0-1 0 0,0-1 1 0 0,5 4 0 0 0,-3-3-27 0 0,0-1-1 0 0,0 0 1 0 0,1 0-1 0 0,-1 0 0 0 0,1-1 1 0 0,-1 0-1 0 0,1 0 1 0 0,0 0-1 0 0,0-1 1 0 0,0 1-1 0 0,8-1 1 0 0,5 0-395 0 0,0-1 0 0 0,-1-1 0 0 0,1-1 0 0 0,0-1 0 0 0,0 0 1 0 0,-1-1-1 0 0,22-8 0 0 0,-17 3-840 0 0,0 0 0 0 0,0-1-1 0 0,34-22 1 0 0,-36 18-2062 0 0,32-28 0 0 0,-17 10-2491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5.6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212 253 2252 0 0,'-190'19'10907'0'0,"189"-19"-10840"0"0,-1 0 1 0 0,0 0-1 0 0,1 1 1 0 0,-1-1 0 0 0,1 0-1 0 0,-1 1 1 0 0,1-1-1 0 0,-1 1 1 0 0,1 0 0 0 0,-1-1-1 0 0,-2 3 1 0 0,4 2 265 0 0,9 1-221 0 0,-1-4-73 0 0,1 0 0 0 0,-1-1 0 0 0,1 1 0 0 0,-1-2 0 0 0,1 1 0 0 0,-1-1 0 0 0,11-1 0 0 0,6 0 7 0 0,55-1 70 0 0,115-16 0 0 0,-142 9-335 0 0,-1-2-1 0 0,-1-2 1 0 0,60-24-1 0 0,-93 30 90 0 0,-1-1-1 0 0,0-1 1 0 0,-1-1-1 0 0,0 0 1 0 0,23-19 0 0 0,-30 21 119 0 0,0-1 0 0 0,0 0 0 0 0,-1 0 0 0 0,0-1 0 0 0,-1 0 0 0 0,0 0 0 0 0,0-1 0 0 0,-1 0 0 0 0,6-15 0 0 0,-11 25 6 0 0,-1 0 1 0 0,0 0 0 0 0,1 0 0 0 0,-1 0 0 0 0,0 0 0 0 0,1 1 0 0 0,-1-1 0 0 0,0 0 0 0 0,0 0 0 0 0,0 0 0 0 0,0 0 0 0 0,0 0 0 0 0,0 0-1 0 0,0 0 1 0 0,-1-2 0 0 0,1 3 2 0 0,0 0 1 0 0,0 0-1 0 0,-1-1 0 0 0,1 1 0 0 0,0 0 0 0 0,0 0 0 0 0,-1 0 1 0 0,1-1-1 0 0,0 1 0 0 0,0 0 0 0 0,-1 0 0 0 0,1 0 0 0 0,0 0 1 0 0,-1 0-1 0 0,1 0 0 0 0,0 0 0 0 0,-1 0 0 0 0,1 0 0 0 0,0 0 1 0 0,-1 0-1 0 0,1 0 0 0 0,0 0 0 0 0,-1 0 0 0 0,1 0 0 0 0,0 0 0 0 0,0 0 1 0 0,-1 0-1 0 0,1 0 0 0 0,-1 1 0 0 0,-2 0-2 0 0,0 1 1 0 0,0-1-1 0 0,0 1 1 0 0,0 0-1 0 0,0 0 0 0 0,1 0 1 0 0,-4 4-1 0 0,-20 24 318 0 0,1 1 0 0 0,2 1-1 0 0,-39 70 1 0 0,31-39 649 0 0,-32 92-1 0 0,43-91-617 0 0,4 1-1 0 0,2 1 0 0 0,3 0 1 0 0,-3 85-1 0 0,13-138-306 0 0,1 12 2948 0 0,0-25-2967 0 0,0 0 0 0 0,0 0 0 0 0,0 0 0 0 0,0 0 1 0 0,0 0-1 0 0,0 0 0 0 0,0 0 0 0 0,0 0 1 0 0,0 0-1 0 0,0 0 0 0 0,0 0 0 0 0,4-13 121 0 0,4-8-236 0 0,1 1 0 0 0,0 0 0 0 0,1 0 0 0 0,2 1 0 0 0,0 0 0 0 0,0 1 0 0 0,2 1 0 0 0,0 0 0 0 0,1 1 0 0 0,1 0 0 0 0,1 1 0 0 0,22-16 0 0 0,-29 24 46 0 0,1 1 0 0 0,0-1 1 0 0,0 2-1 0 0,0 0 1 0 0,1 0-1 0 0,0 1 0 0 0,0 0 1 0 0,14-2-1 0 0,-23 5 39 0 0,1 0 1 0 0,0 1-1 0 0,0 0 0 0 0,0 0 0 0 0,0 0 0 0 0,0 0 1 0 0,0 0-1 0 0,0 1 0 0 0,-1-1 0 0 0,1 1 0 0 0,0 0 0 0 0,0 0 1 0 0,-1 1-1 0 0,1-1 0 0 0,-1 1 0 0 0,1 0 0 0 0,-1 0 1 0 0,1 0-1 0 0,-1 0 0 0 0,0 1 0 0 0,0-1 0 0 0,0 1 0 0 0,-1 0 1 0 0,1-1-1 0 0,0 1 0 0 0,-1 1 0 0 0,0-1 0 0 0,0 0 1 0 0,3 7-1 0 0,1 6-3 0 0,-1-1 0 0 0,-1 1 0 0 0,0 0 0 0 0,-1 0 0 0 0,-1 1-1 0 0,0 17 1 0 0,0-10 45 0 0,8 42-1 0 0,-9-63-19 0 0,0 0 0 0 0,0 0-1 0 0,0-1 1 0 0,0 1-1 0 0,0-1 1 0 0,0 1-1 0 0,1-1 1 0 0,0 1 0 0 0,-1-1-1 0 0,1 0 1 0 0,0 0-1 0 0,0 0 1 0 0,0 0-1 0 0,0 0 1 0 0,1 0 0 0 0,-1 0-1 0 0,3 1 1 0 0,0-1 2 0 0,0 1 0 0 0,0-1 1 0 0,0-1-1 0 0,0 1 0 0 0,1-1 0 0 0,-1 0 1 0 0,0 0-1 0 0,9 0 0 0 0,2-1 10 0 0,0-1 0 0 0,0 0 0 0 0,-1-1 0 0 0,1-1 0 0 0,20-6 0 0 0,-11 0 1 0 0,0 0 0 0 0,-1-2-1 0 0,0-1 1 0 0,-1 0-1 0 0,0-2 1 0 0,-1-1 0 0 0,34-30-1 0 0,-40 31 24 0 0,0-1 0 0 0,-1-1 0 0 0,-1-1 0 0 0,-1 0 0 0 0,0-1 0 0 0,-1 0 0 0 0,-1 0 0 0 0,-1-2 0 0 0,15-37 0 0 0,-25 56-51 0 0,1 0 0 0 0,-1 0 0 0 0,1 0 0 0 0,-1 0 1 0 0,0 0-1 0 0,1 0 0 0 0,-1 0 0 0 0,0 0 1 0 0,0 0-1 0 0,0 0 0 0 0,0 0 0 0 0,0 0 1 0 0,0 0-1 0 0,0 0 0 0 0,0 0 0 0 0,0 0 0 0 0,0 0 1 0 0,0 0-1 0 0,-1 0 0 0 0,1 0 0 0 0,-1 0 1 0 0,1 0-1 0 0,0 0 0 0 0,-2-2 0 0 0,1 3 0 0 0,0-1-1 0 0,0 1 1 0 0,0-1 0 0 0,0 1-1 0 0,0 0 1 0 0,0 0-1 0 0,0-1 1 0 0,-1 1-1 0 0,1 0 1 0 0,0 0-1 0 0,0 0 1 0 0,0 0-1 0 0,0 0 1 0 0,0 0 0 0 0,0 1-1 0 0,0-1 1 0 0,-1 0-1 0 0,0 1 1 0 0,-7 2-13 0 0,1 0 0 0 0,0 1 1 0 0,-13 7-1 0 0,2 2 83 0 0,-1 0 0 0 0,2 2 0 0 0,0 0 0 0 0,1 1-1 0 0,-19 22 1 0 0,26-26-39 0 0,1 0 0 0 0,0 1 0 0 0,1 0 0 0 0,0 1 0 0 0,1-1-1 0 0,1 1 1 0 0,0 1 0 0 0,-7 26 0 0 0,11-36-12 0 0,1-1-1 0 0,1 1 1 0 0,-1 0-1 0 0,1 0 1 0 0,-1 0 0 0 0,2 0-1 0 0,-1-1 1 0 0,0 1-1 0 0,1 0 1 0 0,0 0 0 0 0,0-1-1 0 0,0 1 1 0 0,1 0-1 0 0,-1-1 1 0 0,1 1 0 0 0,0-1-1 0 0,1 0 1 0 0,-1 0-1 0 0,1 1 1 0 0,0-2 0 0 0,-1 1-1 0 0,2 0 1 0 0,-1 0-1 0 0,0-1 1 0 0,1 0 0 0 0,0 0-1 0 0,0 0 1 0 0,0 0 0 0 0,0-1-1 0 0,5 3 1 0 0,4 1-8 0 0,0 0-1 0 0,0-1 1 0 0,0-1 0 0 0,1 0 0 0 0,0-1 0 0 0,0 0 0 0 0,0-1 0 0 0,0-1-1 0 0,16 0 1 0 0,3-1-819 0 0,1-2-1 0 0,44-8 0 0 0,-60 6-987 0 0,34-12 1 0 0,-40 12-155 0 0,0-2 0 0 0,-1 1 0 0 0,17-12 0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8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3 211 684 0 0,'-1'-7'1176'0'0,"0"-1"0"0"0,1 1 0 0 0,0 0 0 0 0,0 0 0 0 0,2-9 0 0 0,-2 14-1036 0 0,1-1-1 0 0,0 0 0 0 0,0 1 0 0 0,0-1 0 0 0,0 1 1 0 0,0-1-1 0 0,1 1 0 0 0,-1-1 0 0 0,1 1 0 0 0,-1 0 1 0 0,1 0-1 0 0,0 0 0 0 0,0 0 0 0 0,0 0 0 0 0,0 0 1 0 0,4-2-1 0 0,-3 2-73 0 0,-1 0 1 0 0,1 1-1 0 0,0 0 1 0 0,0-1-1 0 0,-1 1 1 0 0,1 0-1 0 0,0 1 1 0 0,0-1-1 0 0,0 0 1 0 0,0 1-1 0 0,0 0 1 0 0,0 0-1 0 0,0-1 1 0 0,0 2-1 0 0,0-1 1 0 0,0 0-1 0 0,0 1 1 0 0,0-1-1 0 0,0 1 1 0 0,0 0-1 0 0,0 0 1 0 0,0 0-1 0 0,-1 0 1 0 0,1 1-1 0 0,0-1 1 0 0,-1 1-1 0 0,1-1 1 0 0,-1 1-1 0 0,0 0 0 0 0,1 0 1 0 0,3 5-1 0 0,-2-3 116 0 0,0 1 0 0 0,1 0 0 0 0,-2 1 0 0 0,1-1 0 0 0,0 1 0 0 0,-1-1 0 0 0,0 1 0 0 0,-1 0 0 0 0,1 0 0 0 0,-1 1 0 0 0,0-1 0 0 0,-1 0-1 0 0,2 11 1 0 0,-4-3-64 0 0,0 0 0 0 0,0 0-1 0 0,-1-1 1 0 0,-1 1-1 0 0,-1 0 1 0 0,0-1 0 0 0,0 0-1 0 0,-1 0 1 0 0,-1 0-1 0 0,0-1 1 0 0,-1 0 0 0 0,-1 0-1 0 0,1 0 1 0 0,-12 12 0 0 0,17-23-84 0 0,-2 1 23 0 0,-4 0-21 0 0,8-2-37 0 0,-1-1 0 0 0,1 1 0 0 0,0 0 1 0 0,0-1-1 0 0,0 1 0 0 0,-1-1 0 0 0,1 1 0 0 0,0 0 0 0 0,0-1 0 0 0,0 1 1 0 0,0-1-1 0 0,0 1 0 0 0,0 0 0 0 0,0-1 0 0 0,0 1 0 0 0,0-1 0 0 0,0 1 0 0 0,0 0 1 0 0,0-1-1 0 0,0 1 0 0 0,0-1 0 0 0,0 1 0 0 0,1 0 0 0 0,-1-1 0 0 0,0 1 1 0 0,0-1-1 0 0,1 1 0 0 0,7-22-32 0 0,0 1-1 0 0,2 0 1 0 0,0 0 0 0 0,2 1-1 0 0,0 1 1 0 0,29-36 0 0 0,-13 24-21 0 0,0 1 1 0 0,2 1-1 0 0,36-26 0 0 0,-50 43-1 0 0,1 1 0 0 0,0 1 0 0 0,0 0 0 0 0,31-11 0 0 0,-47 20 67 0 0,1 0 0 0 0,-1 1-1 0 0,0-1 1 0 0,1 1 0 0 0,-1-1 0 0 0,0 1-1 0 0,1 0 1 0 0,-1-1 0 0 0,1 1 0 0 0,-1 0-1 0 0,1 0 1 0 0,-1 0 0 0 0,1 0 0 0 0,-1 0-1 0 0,0 1 1 0 0,1-1 0 0 0,-1 0 0 0 0,1 1-1 0 0,-1-1 1 0 0,0 1 0 0 0,1-1 0 0 0,-1 1-1 0 0,0 0 1 0 0,1-1 0 0 0,-1 1 0 0 0,0 0-1 0 0,0 0 1 0 0,0 0 0 0 0,0 0 0 0 0,0 0-1 0 0,0 0 1 0 0,0 0 0 0 0,0 0 0 0 0,0 1 0 0 0,0-1-1 0 0,-1 0 1 0 0,1 1 0 0 0,-1-1 0 0 0,1 0-1 0 0,-1 1 1 0 0,1-1 0 0 0,-1 0 0 0 0,0 1-1 0 0,1 2 1 0 0,0 3 98 0 0,0 1 1 0 0,-1-1-1 0 0,0 0 0 0 0,0 1 1 0 0,0-1-1 0 0,-1 0 0 0 0,-2 11 1 0 0,-30 78 735 0 0,23-72-749 0 0,1 1 1 0 0,2 0-1 0 0,-6 31 1 0 0,12-54-117 0 0,1 0 0 0 0,-1 1 1 0 0,1-1-1 0 0,0 0 1 0 0,0 0-1 0 0,0 1 0 0 0,0-1 1 0 0,1 0-1 0 0,-1 0 1 0 0,1 0-1 0 0,-1 1 0 0 0,1-1 1 0 0,0 0-1 0 0,0 0 1 0 0,-1 0-1 0 0,2 0 0 0 0,-1 0 1 0 0,0 0-1 0 0,0 0 1 0 0,1-1-1 0 0,-1 1 0 0 0,0 0 1 0 0,1-1-1 0 0,0 1 1 0 0,-1-1-1 0 0,1 1 0 0 0,0-1 1 0 0,0 0-1 0 0,0 0 1 0 0,0 0-1 0 0,0 0 0 0 0,0 0 1 0 0,0 0-1 0 0,0 0 1 0 0,0-1-1 0 0,1 1 0 0 0,-1-1 1 0 0,0 0-1 0 0,4 1 0 0 0,5-1-238 0 0,-1 1 0 0 0,1-2 0 0 0,-1 1 0 0 0,1-1 0 0 0,-1-1-1 0 0,1 0 1 0 0,12-4 0 0 0,-10 1 102 0 0,1 0-1 0 0,-1-1 1 0 0,1-1 0 0 0,-2 0 0 0 0,1 0-1 0 0,-1-2 1 0 0,0 1 0 0 0,-1-2-1 0 0,0 1 1 0 0,0-1 0 0 0,-1-1-1 0 0,12-16 1 0 0,-6 5 211 0 0,-2-1-1 0 0,0 0 1 0 0,-2-1-1 0 0,-1-1 1 0 0,16-47 0 0 0,-14 36 553 0 0,6-25 323 0 0,-18 60-719 0 0,-4 4-91 0 0,1 0-1 0 0,0 0 0 0 0,0 1 0 0 0,0-1 0 0 0,0 1 0 0 0,-1 4 0 0 0,3-7-52 0 0,-31 64 1188 0 0,-14 37-529 0 0,42-92-687 0 0,-1 1 0 0 0,1-1 0 0 0,1 0 0 0 0,0 1 0 0 0,1 0 0 0 0,0-1 0 0 0,0 17 0 0 0,1-24-54 0 0,1 0 0 0 0,-1 0 0 0 0,1 0-1 0 0,-1 0 1 0 0,1 0 0 0 0,0-1 0 0 0,0 1 0 0 0,0 0 0 0 0,1 0 0 0 0,-1-1 0 0 0,1 1 0 0 0,0 0 0 0 0,-1-1 0 0 0,1 0 0 0 0,0 1 0 0 0,0-1 0 0 0,1 0 0 0 0,-1 0 0 0 0,0 0 0 0 0,1 0 0 0 0,-1-1 0 0 0,1 1 0 0 0,-1 0 0 0 0,1-1 0 0 0,0 0 0 0 0,0 0 0 0 0,0 0 0 0 0,0 0 0 0 0,0 0 0 0 0,5 0 0 0 0,1 1-117 0 0,0-1 0 0 0,1-1 0 0 0,-1 1-1 0 0,1-1 1 0 0,-1-1 0 0 0,1 0 0 0 0,-1 0 0 0 0,0-1-1 0 0,0 0 1 0 0,0-1 0 0 0,0 0 0 0 0,0 0 0 0 0,0-1 0 0 0,-1 0-1 0 0,1 0 1 0 0,-1-1 0 0 0,0 0 0 0 0,-1-1 0 0 0,1 0-1 0 0,-1 0 1 0 0,0 0 0 0 0,10-13 0 0 0,-4 3 286 0 0,-1-1 0 0 0,0-1-1 0 0,-1 0 1 0 0,-1-1 0 0 0,0 0 0 0 0,-2 0 0 0 0,0-1-1 0 0,-1 0 1 0 0,4-23 0 0 0,-7 30 67 0 0,1-7 857 0 0,-8 17-611 0 0,-6 10-307 0 0,0 3 44 0 0,1 1 1 0 0,1-1-1 0 0,0 2 1 0 0,0-1-1 0 0,-8 24 0 0 0,1-7-58 0 0,3-4-115 0 0,0 0 0 0 0,-11 40 0 0 0,19-51-746 0 0,0 1-1 0 0,1-1 1 0 0,-1 26 0 0 0,7-12-2591 0 0,-4-25 3060 0 0,1-1 0 0 0,-1 0 1 0 0,0 0-1 0 0,1 0 0 0 0,-1 0 1 0 0,1 0-1 0 0,-1 1 1 0 0,1-1-1 0 0,0 0 0 0 0,-1 0 1 0 0,1 0-1 0 0,0-1 0 0 0,0 1 1 0 0,0 0-1 0 0,0 0 1 0 0,-1 0-1 0 0,1-1 0 0 0,0 1 1 0 0,0 0-1 0 0,1-1 0 0 0,0 2 1 0 0,11 0-2673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8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31 112 1028 0 0,'8'-27'4214'0'0,"8"-15"2225"0"0,-15 40-6002 0 0,-1 2-383 0 0,0-1 0 0 0,0 1 0 0 0,0 0-1 0 0,0 0 1 0 0,1-1 0 0 0,-1 1-1 0 0,0 0 1 0 0,0 0 0 0 0,0-1 0 0 0,0 1-1 0 0,0 0 1 0 0,1 0 0 0 0,-1 0-1 0 0,0-1 1 0 0,0 1 0 0 0,0 0 0 0 0,1 0-1 0 0,-1 0 1 0 0,0 0 0 0 0,0 0-1 0 0,1-1 1 0 0,-1 1 0 0 0,0 0 0 0 0,0 0-1 0 0,1 0 1 0 0,-1 0 0 0 0,0 0-1 0 0,0 0 1 0 0,1 0 0 0 0,1 7 338 0 0,1-1 0 0 0,-2 1 1 0 0,1 0-1 0 0,-1 1 0 0 0,0-1 0 0 0,0 0 1 0 0,-1 0-1 0 0,0 0 0 0 0,-2 13 1 0 0,-1 5 256 0 0,-9 36 1 0 0,7-43-153 0 0,0-1-1 0 0,-2 1 0 0 0,-11 21 0 0 0,18-39-484 0 0,0 1 0 0 0,0-1-1 0 0,0 0 1 0 0,0 1 0 0 0,0-1-1 0 0,0 0 1 0 0,-1 1 0 0 0,1-1 0 0 0,0 0-1 0 0,0 1 1 0 0,0-1 0 0 0,-1 0-1 0 0,1 1 1 0 0,0-1 0 0 0,0 0-1 0 0,-1 1 1 0 0,1-1 0 0 0,0 0 0 0 0,0 0-1 0 0,-1 0 1 0 0,1 1 0 0 0,0-1-1 0 0,-1 0 1 0 0,1 0 0 0 0,-1 0-1 0 0,1 0 1 0 0,0 0 0 0 0,-1 1 0 0 0,1-1-1 0 0,0 0 1 0 0,-1 0 0 0 0,1 0-1 0 0,-1 0 1 0 0,1 0 0 0 0,0 0-1 0 0,-1 0 1 0 0,1 0 0 0 0,0-1 0 0 0,-1 1-1 0 0,1 0 1 0 0,0 0 0 0 0,-1 0-1 0 0,1 0 1 0 0,-1 0 0 0 0,1-1-1 0 0,-1 1-5 0 0,0-1-1 0 0,1 0 0 0 0,-1 1 0 0 0,1-1 0 0 0,-1 0 1 0 0,1 0-1 0 0,-1 1 0 0 0,1-1 0 0 0,-1 0 0 0 0,1 0 1 0 0,0 1-1 0 0,-1-1 0 0 0,1 0 0 0 0,0 0 1 0 0,0 0-1 0 0,0-1 0 0 0,0-4-25 0 0,1-1 0 0 0,0 0 1 0 0,0 1-1 0 0,1 0 0 0 0,0-1 0 0 0,0 1 0 0 0,1 0 1 0 0,-1 0-1 0 0,2 0 0 0 0,-1 0 0 0 0,0 0 0 0 0,7-7 1 0 0,2-2-77 0 0,2 0 1 0 0,25-24 0 0 0,-31 33 61 0 0,-1 0 0 0 0,1 0 0 0 0,1 0 0 0 0,-1 1 1 0 0,1 1-1 0 0,0-1 0 0 0,0 1 0 0 0,0 1 0 0 0,1 0 1 0 0,-1 0-1 0 0,13-2 0 0 0,-17 5 18 0 0,-1-1 1 0 0,1 1-1 0 0,-1 0 0 0 0,1 0 1 0 0,0 0-1 0 0,-1 1 0 0 0,1-1 1 0 0,-1 1-1 0 0,1 0 0 0 0,-1 1 1 0 0,0-1-1 0 0,1 1 0 0 0,-1 0 1 0 0,0 0-1 0 0,0 0 0 0 0,0 0 1 0 0,0 1-1 0 0,-1 0 0 0 0,1 0 1 0 0,-1 0-1 0 0,1 0 0 0 0,-1 0 1 0 0,0 1-1 0 0,0-1 0 0 0,-1 1 1 0 0,4 5-1 0 0,0 1 30 0 0,0-1-1 0 0,-1 1 1 0 0,-1-1 0 0 0,0 2-1 0 0,0-1 1 0 0,-1 0 0 0 0,0 1 0 0 0,-1-1-1 0 0,0 1 1 0 0,0 0 0 0 0,-2 0 0 0 0,1-1-1 0 0,-1 1 1 0 0,-1 0 0 0 0,0 0-1 0 0,-4 19 1 0 0,5-29-1 0 0,0 0 1 0 0,-1 1-1 0 0,1-1 0 0 0,0 0 0 0 0,-1 0 1 0 0,0 1-1 0 0,1-1 0 0 0,-1 0 0 0 0,0 0 1 0 0,1 0-1 0 0,-1 0 0 0 0,0 0 0 0 0,0 0 0 0 0,0 0 1 0 0,0 0-1 0 0,0 0 0 0 0,0 0 0 0 0,0 0 1 0 0,-2 0-1 0 0,1 0 4 0 0,0-26-27 0 0,6 7-9 0 0,1 1 0 0 0,1 0-1 0 0,0 0 1 0 0,1 1-1 0 0,1 0 1 0 0,1 0 0 0 0,14-21-1 0 0,-9 18-9 0 0,0 1-1 0 0,1 1 0 0 0,1 0 0 0 0,1 1 1 0 0,23-18-1 0 0,-32 28-3 0 0,0 0 1 0 0,1 0-1 0 0,0 1 0 0 0,0 1 1 0 0,0-1-1 0 0,1 1 0 0 0,0 1 1 0 0,13-4-1 0 0,-20 7 53 0 0,0-1 0 0 0,0 1 0 0 0,0 0 0 0 0,0 0 1 0 0,0 0-1 0 0,0 0 0 0 0,0 0 0 0 0,0 0 0 0 0,0 1 0 0 0,0 0 0 0 0,0-1 0 0 0,0 1 1 0 0,0 0-1 0 0,0 1 0 0 0,0-1 0 0 0,-1 0 0 0 0,1 1 0 0 0,0-1 0 0 0,-1 1 0 0 0,1 0 1 0 0,-1 0-1 0 0,0 0 0 0 0,0 0 0 0 0,0 1 0 0 0,0-1 0 0 0,0 0 0 0 0,0 1 0 0 0,-1-1 1 0 0,1 1-1 0 0,-1 0 0 0 0,3 5 0 0 0,-2-2 26 0 0,0 1 1 0 0,0 0-1 0 0,0 0 1 0 0,-1 0-1 0 0,0 0 1 0 0,0 0-1 0 0,-1 0 1 0 0,0 0-1 0 0,0 1 1 0 0,-3 12-1 0 0,0-1 16 0 0,-2-1-1 0 0,-12 33 1 0 0,13-38-396 0 0,0 1-1 0 0,0 0 1 0 0,-1 15 0 0 0,5-28 233 0 0,0 1 1 0 0,0-1 0 0 0,0 0 0 0 0,0 0 0 0 0,0 1 0 0 0,1-1 0 0 0,-1 0 0 0 0,0 0 0 0 0,1 1 0 0 0,-1-1 0 0 0,1 0 0 0 0,-1 0 0 0 0,1 0 0 0 0,-1 0 0 0 0,1 0 0 0 0,0 0 0 0 0,0 0 0 0 0,-1 0 0 0 0,1 0 0 0 0,0 0 0 0 0,0 0 0 0 0,0 0 0 0 0,0 0 0 0 0,0-1 0 0 0,0 1 0 0 0,1 0 0 0 0,-1-1 0 0 0,0 1 0 0 0,0-1-1 0 0,0 1 1 0 0,0-1 0 0 0,1 0 0 0 0,-1 0 0 0 0,0 1 0 0 0,0-1 0 0 0,1 0 0 0 0,-1 0 0 0 0,2 0 0 0 0,5 0-468 0 0,-1 0 1 0 0,0 0-1 0 0,1-1 0 0 0,-1 1 1 0 0,9-4-1 0 0,-4 1-703 0 0,0 0 0 0 0,0-1-1 0 0,0-1 1 0 0,16-9 0 0 0,2-3-2734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9.5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155 350 60 0 0,'25'-69'5154'0'0,"-3"-1"0"0"0,14-77 0 0 0,-25 85-2668 0 0,-10 61-1955 0 0,-3 4-298 0 0,-9 27 154 0 0,1 0 1 0 0,2 1-1 0 0,-7 43 0 0 0,-1 5 5 0 0,-134 455 1364 0 0,146-524-1723 0 0,2-4 215 0 0,0 1 1 0 0,0-1 0 0 0,-1 0 0 0 0,-5 9 0 0 0,7-14-94 0 0,-1-2-62 0 0,2 1-87 0 0,-1 0 0 0 0,0-1 0 0 0,0 1 0 0 0,0-1 0 0 0,0 1 0 0 0,1-1 0 0 0,-1 0 0 0 0,0 1 0 0 0,0-1 0 0 0,1 0 0 0 0,-1 0 0 0 0,1 1 0 0 0,-1-1 0 0 0,0 0 0 0 0,1 0 0 0 0,0 0 0 0 0,-1 0 1 0 0,1 1-1 0 0,-1-1 0 0 0,1 0 0 0 0,0 0 0 0 0,0 0 0 0 0,0 0 0 0 0,-1 0 0 0 0,1-1 0 0 0,3-22-130 0 0,-2 20 107 0 0,2-8-8 0 0,1 0 0 0 0,-1 1 0 0 0,2 0 0 0 0,0 0-1 0 0,0 0 1 0 0,1 0 0 0 0,0 1 0 0 0,1 0 0 0 0,0 1 0 0 0,1-1 0 0 0,0 1-1 0 0,0 1 1 0 0,1-1 0 0 0,15-10 0 0 0,-17 13-10 0 0,1 0 0 0 0,0 1 0 0 0,1 0 1 0 0,-1 0-1 0 0,1 1 0 0 0,0 0 0 0 0,0 0 0 0 0,0 1 0 0 0,0 1 0 0 0,1-1 1 0 0,-1 2-1 0 0,1-1 0 0 0,-1 1 0 0 0,1 0 0 0 0,0 1 0 0 0,0 1 0 0 0,-1-1 1 0 0,16 4-1 0 0,-19-2 13 0 0,1 0 0 0 0,-1 1 0 0 0,0-1 0 0 0,1 1 0 0 0,-1 1 0 0 0,-1-1 0 0 0,1 1 0 0 0,0 0 0 0 0,-1 1 0 0 0,0-1 0 0 0,0 1 0 0 0,0 0 0 0 0,-1 0 0 0 0,1 0 0 0 0,-1 1 0 0 0,-1 0 0 0 0,1 0 0 0 0,3 7 0 0 0,-5-8 54 0 0,0 1 0 0 0,0-1 0 0 0,0 1 0 0 0,-1 0 1 0 0,1-1-1 0 0,-2 1 0 0 0,1 0 0 0 0,0 0 0 0 0,-1-1 1 0 0,0 1-1 0 0,-1 0 0 0 0,1 0 0 0 0,-1 0 0 0 0,0-1 0 0 0,0 1 1 0 0,-1 0-1 0 0,0-1 0 0 0,0 1 0 0 0,0-1 0 0 0,-1 0 1 0 0,-4 8-1 0 0,0-4 119 0 0,0 0 0 0 0,0-1 0 0 0,-1 0 1 0 0,0-1-1 0 0,0 1 0 0 0,-1-1 0 0 0,1-1 0 0 0,-2 0 1 0 0,1 0-1 0 0,-1-1 0 0 0,0 0 0 0 0,-14 5 0 0 0,16-7-92 0 0,-1 0-1 0 0,0-1 0 0 0,0 0 1 0 0,-1 0-1 0 0,1-1 0 0 0,0 0 1 0 0,-1-1-1 0 0,1 0 0 0 0,0 0 0 0 0,0-1 1 0 0,-1 0-1 0 0,1-1 0 0 0,0 0 1 0 0,-18-6-1 0 0,25 6-269 0 0,-1 1-1 0 0,0 0 0 0 0,0-1 1 0 0,0 1-1 0 0,1-1 1 0 0,-1 0-1 0 0,1 1 1 0 0,-1-1-1 0 0,1-1 1 0 0,0 1-1 0 0,0 0 1 0 0,0 0-1 0 0,0-1 0 0 0,0 0 1 0 0,0 1-1 0 0,1-1 1 0 0,-1 0-1 0 0,1 1 1 0 0,0-1-1 0 0,-1-3 1 0 0,1 3-188 0 0,1 0 0 0 0,0 0 0 0 0,0 0 0 0 0,0 0 0 0 0,0 1 1 0 0,1-1-1 0 0,-1 0 0 0 0,1 0 0 0 0,0 1 0 0 0,0-1 0 0 0,0 0 0 0 0,0 1 1 0 0,0-1-1 0 0,0 1 0 0 0,1-1 0 0 0,-1 1 0 0 0,1-1 0 0 0,-1 1 1 0 0,1 0-1 0 0,0 0 0 0 0,0 0 0 0 0,3-2 0 0 0,10-10-3678 0 0,3-1-1927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49.9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49 360 0 0,'0'0'9226'0'0,"-5"11"-8084"0"0,5-7-976 0 0,-1 5 465 0 0,2 0 0 0 0,-1 0 0 0 0,4 16 1 0 0,-3-23-502 0 0,-1 1 1 0 0,1-1-1 0 0,0 0 0 0 0,0 0 1 0 0,0 0-1 0 0,0 0 1 0 0,0 0-1 0 0,0 0 0 0 0,1 0 1 0 0,-1 0-1 0 0,1 0 1 0 0,-1-1-1 0 0,1 1 0 0 0,0-1 1 0 0,-1 1-1 0 0,1-1 1 0 0,0 1-1 0 0,0-1 0 0 0,4 2 1 0 0,-4-2-69 0 0,1-1 0 0 0,-1 1 0 0 0,0-1 0 0 0,1 1 0 0 0,-1-1 0 0 0,1 0 0 0 0,-1 0 0 0 0,1 0 0 0 0,-1 0 0 0 0,0 0 0 0 0,1-1 1 0 0,-1 1-1 0 0,1-1 0 0 0,-1 0 0 0 0,0 1 0 0 0,1-1 0 0 0,-1 0 0 0 0,0 0 0 0 0,0-1 0 0 0,4-2 0 0 0,-1 1 64 0 0,0-1 0 0 0,0 0 0 0 0,-1 0 0 0 0,1-1 0 0 0,-1 1 0 0 0,7-10 0 0 0,-7 5 70 0 0,0 1 0 0 0,0 0 0 0 0,-1-1-1 0 0,0 0 1 0 0,-1 0 0 0 0,1 0 0 0 0,-2 0 0 0 0,1 0 0 0 0,-1-10 0 0 0,-1 17-190 0 0,-2 1-10 0 0,1 0 3 0 0,1 1 0 0 0,-1-1 0 0 0,1 1 0 0 0,-1 0 0 0 0,0-1 0 0 0,1 1 0 0 0,-1-1 0 0 0,0 1 0 0 0,0 0 0 0 0,1 0 0 0 0,-1-1 0 0 0,0 1 0 0 0,0 0 0 0 0,1 0 0 0 0,-1 0 0 0 0,0 0 0 0 0,0 0 0 0 0,1 0 1 0 0,-1 0-1 0 0,0 0 0 0 0,0 0 0 0 0,1 0 0 0 0,-1 1 0 0 0,0-1 0 0 0,0 0 0 0 0,1 0 0 0 0,-1 1 0 0 0,0-1 0 0 0,1 0 0 0 0,-1 1 0 0 0,0-1 0 0 0,1 1 0 0 0,-2 0 0 0 0,1 0-5 0 0,-9 4-13 0 0,1 0 0 0 0,-1 1 0 0 0,1 0 1 0 0,0 1-1 0 0,1 0 0 0 0,0 0 0 0 0,0 1 0 0 0,-9 11 0 0 0,-6 10-23 0 0,-20 34-1 0 0,38-55 42 0 0,0 0 23 0 0,-1 2 0 0 0,1-1-1 0 0,1 0 1 0 0,0 1-1 0 0,0 0 1 0 0,1 0-1 0 0,0 0 1 0 0,1 0-1 0 0,-2 21 1 0 0,3-27-106 0 0,1-1 0 0 0,0 1-1 0 0,1 0 1 0 0,-1 0 0 0 0,1-1 0 0 0,-1 1 0 0 0,1 0 0 0 0,0-1 0 0 0,0 1 0 0 0,1-1-1 0 0,-1 1 1 0 0,1-1 0 0 0,0 0 0 0 0,0 1 0 0 0,0-1 0 0 0,0 0 0 0 0,0 0-1 0 0,1 0 1 0 0,-1-1 0 0 0,1 1 0 0 0,0-1 0 0 0,0 1 0 0 0,0-1 0 0 0,0 0-1 0 0,0 0 1 0 0,0 0 0 0 0,0 0 0 0 0,1-1 0 0 0,-1 0 0 0 0,6 2 0 0 0,2 0-924 0 0,-1-1 0 0 0,1 0 1 0 0,0-1-1 0 0,0 0 1 0 0,0-1-1 0 0,0 0 1 0 0,0 0-1 0 0,0-2 1 0 0,21-4-1 0 0,-2-2-3998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0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64 1660 0 0,'4'-8'2144'0'0,"0"0"0"0"0,-1 0 0 0 0,-1-1 0 0 0,1 1-1 0 0,2-14 1 0 0,3 42-1038 0 0,-8 7-58 0 0,1 4-179 0 0,-2 0 1 0 0,-1 0-1 0 0,-8 42 1 0 0,3-43 466 0 0,-2 0 1 0 0,-1-1-1 0 0,-1 0 1 0 0,-26 47-1 0 0,36-75-1088 0 0,-10 18 1767 0 0,6-15-1099 0 0,4-12 612 0 0,4 1-1782 0 0,0 0 1 0 0,0 0-1 0 0,1 0 1 0 0,-1 0-1 0 0,2 1 1 0 0,-1-1-1 0 0,1 1 1 0 0,0 0-1 0 0,7-6 1 0 0,9-10-1253 0 0,2 0-1 0 0,0 2 1 0 0,36-24 0 0 0,84-42-8502 0 0,-118 71 6989 0 0,9-5-4534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1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53 2472 0 0,'1'-2'1608'0'0,"1"-2"-1177"0"0,0 0 0 0 0,0 0 0 0 0,1 0 0 0 0,-1 0-1 0 0,1 1 1 0 0,0-1 0 0 0,0 1 0 0 0,0 0 0 0 0,0 0-1 0 0,1 0 1 0 0,0 0 0 0 0,4-2 0 0 0,-6 4-379 0 0,-1 0 1 0 0,0 1-1 0 0,1 0 1 0 0,-1-1-1 0 0,1 1 1 0 0,-1 0-1 0 0,1 0 1 0 0,-1-1-1 0 0,1 1 0 0 0,-1 0 1 0 0,1 1-1 0 0,0-1 1 0 0,-1 0-1 0 0,1 0 1 0 0,-1 1-1 0 0,0-1 1 0 0,1 0-1 0 0,1 2 1 0 0,21 11 868 0 0,-20-9-759 0 0,-1 0 0 0 0,1 0 0 0 0,-1 1 0 0 0,0-1 0 0 0,0 1 0 0 0,-1-1 0 0 0,1 1 0 0 0,-1 0 0 0 0,0 0 0 0 0,0 0 0 0 0,-1 0 0 0 0,1 0 0 0 0,-1 1 0 0 0,0-1 0 0 0,-1 0 0 0 0,1 1 0 0 0,-1-1 0 0 0,0 0 0 0 0,-2 10 0 0 0,0 0 0 0 0,0 0-1 0 0,-1 0 0 0 0,0 0 0 0 0,-2-1 1 0 0,-9 24-1 0 0,9-26 94 0 0,-1 0 1 0 0,0 0 0 0 0,-1-1 0 0 0,-1 1-1 0 0,1-1 1 0 0,-2-1 0 0 0,-14 15-1 0 0,22-24-227 0 0,0 0 0 0 0,1-1 0 0 0,-1 1-1 0 0,0-1 1 0 0,0 1 0 0 0,0-1 0 0 0,0 0 0 0 0,0 1-1 0 0,0-1 1 0 0,0 0 0 0 0,0 1 0 0 0,0-1 0 0 0,0 0-1 0 0,0 0 1 0 0,0 0 0 0 0,0 0 0 0 0,0 0 0 0 0,-1 0-1 0 0,1-1 1 0 0,0 1 0 0 0,0 0 0 0 0,0 0 0 0 0,0-1-1 0 0,-1 0 1 0 0,0 1-63 0 0,2-1 37 0 0,-1 0 1 0 0,0 0-1 0 0,1 0 1 0 0,-1 0-1 0 0,0 0 1 0 0,1 0-1 0 0,-1 0 1 0 0,1 0-1 0 0,0 0 1 0 0,-1 0-1 0 0,1 0 1 0 0,0 0-1 0 0,-1-1 1 0 0,1 1-1 0 0,0 0 1 0 0,0 0-1 0 0,0 0 1 0 0,0 0-1 0 0,0-1 1 0 0,0 1-1 0 0,1-2 1 0 0,-1 2-3 0 0,2-12-18 0 0,0 0 1 0 0,1 0-1 0 0,0 0 1 0 0,1 1-1 0 0,0-1 0 0 0,1 1 1 0 0,1 0-1 0 0,10-17 1 0 0,-6 12-19 0 0,1 1 1 0 0,1 0 0 0 0,1 1 0 0 0,28-28 0 0 0,-33 37 13 0 0,-1 0 0 0 0,1 0-1 0 0,1 1 1 0 0,-1 0 0 0 0,1 1 0 0 0,0 0-1 0 0,0 0 1 0 0,11-3 0 0 0,-17 6 15 0 0,-1 0 0 0 0,1 1-1 0 0,0-1 1 0 0,-1 0 0 0 0,1 1 0 0 0,0 0 0 0 0,0 0 0 0 0,0 0-1 0 0,-1 0 1 0 0,1 0 0 0 0,0 0 0 0 0,0 1 0 0 0,-1-1 0 0 0,1 1-1 0 0,0 0 1 0 0,-1 0 0 0 0,1 0 0 0 0,-1 0 0 0 0,1 0-1 0 0,-1 1 1 0 0,0-1 0 0 0,1 1 0 0 0,-1-1 0 0 0,0 1 0 0 0,0 0-1 0 0,0 0 1 0 0,0 0 0 0 0,0 0 0 0 0,-1 0 0 0 0,1 1 0 0 0,0-1-1 0 0,-1 0 1 0 0,2 4 0 0 0,-1 1 12 0 0,0 1 0 0 0,0-1 0 0 0,-1 1 0 0 0,0-1 0 0 0,0 1 0 0 0,-1-1 0 0 0,0 1 0 0 0,0-1 0 0 0,-1 1 0 0 0,0-1 0 0 0,0 1 0 0 0,-4 12 0 0 0,-4 8 39 0 0,-21 50 0 0 0,-41 69 532 0 0,68-141-324 0 0,5-15-219 0 0,8-17-90 0 0,16-21-61 0 0,2 2-1 0 0,50-62 1 0 0,-68 96 93 0 0,-1 0 0 0 0,2 0 0 0 0,0 1 1 0 0,0 0-1 0 0,1 1 0 0 0,0 0 0 0 0,0 1 0 0 0,1 0 1 0 0,0 1-1 0 0,1 1 0 0 0,-1 0 0 0 0,1 1 0 0 0,28-7 1 0 0,-37 11 21 0 0,-1 0 0 0 0,1 1 0 0 0,0-1 0 0 0,-1 1 1 0 0,1 1-1 0 0,0-1 0 0 0,-1 0 0 0 0,1 1 0 0 0,0 0 0 0 0,-1 0 1 0 0,1 1-1 0 0,-1-1 0 0 0,0 1 0 0 0,1 0 0 0 0,-1 0 1 0 0,0 0-1 0 0,0 1 0 0 0,0-1 0 0 0,0 1 0 0 0,-1 0 0 0 0,1 0 1 0 0,4 5-1 0 0,-4-2 66 0 0,0-1 1 0 0,0 1 0 0 0,-1 1-1 0 0,1-1 1 0 0,-1 0-1 0 0,-1 1 1 0 0,1-1 0 0 0,-1 1-1 0 0,0 0 1 0 0,-1 0 0 0 0,1 0-1 0 0,-1 0 1 0 0,-1 0-1 0 0,1 9 1 0 0,-12 170 693 0 0,11-184-823 0 0,0-1 0 0 0,0 1-1 0 0,0-1 1 0 0,0 0 0 0 0,0 1-1 0 0,0-1 1 0 0,0 1 0 0 0,1-1-1 0 0,-1 1 1 0 0,0-1 0 0 0,1 0-1 0 0,-1 1 1 0 0,1-1 0 0 0,0 0-1 0 0,-1 1 1 0 0,1-1 0 0 0,0 0-1 0 0,0 0 1 0 0,-1 0 0 0 0,1 0-1 0 0,0 0 1 0 0,0 0 0 0 0,1 0-1 0 0,-1 0 1 0 0,0 0 0 0 0,0 0-1 0 0,0 0 1 0 0,1-1 0 0 0,-1 1-1 0 0,0 0 1 0 0,0-1 0 0 0,1 1-1 0 0,-1-1 1 0 0,1 0 0 0 0,1 1-1 0 0,3-1-829 0 0,1 0 0 0 0,-1 0 0 0 0,1-1 0 0 0,-1 1 0 0 0,1-2 0 0 0,7-1-1 0 0,-4 0-1271 0 0,14-2-4289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2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475 101 2716 0 0,'0'-5'1080'0'0,"1"0"0"0"0,-1 0 0 0 0,0 1-1 0 0,-1-1 1 0 0,1 0 0 0 0,-1 0 0 0 0,0 1 0 0 0,0-1-1 0 0,-2-4 1 0 0,2 6-743 0 0,0 0-1 0 0,0 0 0 0 0,-1 0 1 0 0,1 1-1 0 0,-1-1 0 0 0,1 0 1 0 0,-1 1-1 0 0,0-1 0 0 0,0 1 1 0 0,0 0-1 0 0,-1 0 0 0 0,1 0 1 0 0,-5-4-1 0 0,4 6-280 0 0,0-1-1 0 0,1 1 1 0 0,-1 0-1 0 0,0 0 1 0 0,1 0-1 0 0,-1 0 1 0 0,1 0 0 0 0,-1 0-1 0 0,0 1 1 0 0,1-1-1 0 0,-1 1 1 0 0,1 0-1 0 0,-1 0 1 0 0,1 0 0 0 0,-1 0-1 0 0,-3 3 1 0 0,-3 0 102 0 0,-35 16 133 0 0,0 3 1 0 0,2 1 0 0 0,-50 37-1 0 0,60-39-222 0 0,10-6-35 0 0,-28 24 1 0 0,43-35-29 0 0,1 1-1 0 0,0 1 1 0 0,1-1 0 0 0,-1 1 0 0 0,1 0 0 0 0,0 1-1 0 0,1-1 1 0 0,-5 12 0 0 0,8-18-7 0 0,1 0 1 0 0,-1 0 0 0 0,1 0-1 0 0,0 0 1 0 0,-1 0-1 0 0,1 1 1 0 0,0-1-1 0 0,0 0 1 0 0,0 0-1 0 0,0 1 1 0 0,0-1-1 0 0,0 0 1 0 0,0 0-1 0 0,0 0 1 0 0,0 1 0 0 0,1-1-1 0 0,-1 0 1 0 0,0 0-1 0 0,1 0 1 0 0,-1 0-1 0 0,1 0 1 0 0,0 1-1 0 0,-1-1 1 0 0,1 0-1 0 0,1 1 1 0 0,0 0-15 0 0,0 0 1 0 0,0-1 0 0 0,1 1-1 0 0,-1-1 1 0 0,0 0-1 0 0,1 0 1 0 0,-1 1-1 0 0,1-2 1 0 0,-1 1 0 0 0,1 0-1 0 0,3 0 1 0 0,5 1-106 0 0,1-1-1 0 0,-1 0 1 0 0,0-1 0 0 0,18-1 0 0 0,-11-2 4 0 0,0 0 1 0 0,0-1-1 0 0,-1-1 0 0 0,1-1 1 0 0,-1 0-1 0 0,0-1 0 0 0,-1-1 1 0 0,0-1-1 0 0,0 0 0 0 0,0-1 1 0 0,-2 0-1 0 0,22-20 0 0 0,-6 1 350 0 0,-2-2-1 0 0,0-1 0 0 0,-2-1 0 0 0,29-49 0 0 0,-30 49-173 0 0,-28 60-24 0 0,-3-6-132 0 0,-33 126 939 0 0,36-131-1547 0 0,0 0 1 0 0,2 0-1 0 0,0 0 1 0 0,1 0-1 0 0,0 0 1 0 0,1 0-1 0 0,5 22 1 0 0,-5-35-117 0 0,0 0-1 0 0,0 0 1 0 0,0 0 0 0 0,0 1 0 0 0,1-1 0 0 0,-1-1 0 0 0,1 1-1 0 0,3 5 1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2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69 432 0 0,'27'-46'10670'0'0,"-15"31"-8883"0"0,-11 14-1351 0 0,1 1-328 0 0,0 0 1 0 0,0 1 0 0 0,0-1-1 0 0,0 1 1 0 0,0 0 0 0 0,0 0-1 0 0,0-1 1 0 0,0 1 0 0 0,-1 1-1 0 0,1-1 1 0 0,0 0 0 0 0,-1 0-1 0 0,1 1 1 0 0,-1-1 0 0 0,1 0-1 0 0,-1 1 1 0 0,0 0 0 0 0,0-1 0 0 0,1 1-1 0 0,-1 0 1 0 0,1 2 0 0 0,19 42 1954 0 0,-19-40-1883 0 0,1 4 50 0 0,0 1-1 0 0,-1-1 1 0 0,0 1-1 0 0,0-1 1 0 0,-1 1 0 0 0,0 0-1 0 0,-1-1 1 0 0,0 1 0 0 0,-1 0-1 0 0,0 0 1 0 0,-1-1-1 0 0,0 1 1 0 0,-1-1 0 0 0,0 0-1 0 0,-1 0 1 0 0,0 0-1 0 0,-8 15 1 0 0,12-24-173 0 0,-1 0 0 0 0,1 0 0 0 0,-1 0 0 0 0,1 0 0 0 0,-1 0 0 0 0,1-1 0 0 0,-1 1 0 0 0,0 0 0 0 0,0 0 0 0 0,1-1 0 0 0,-1 1 0 0 0,0 0 0 0 0,0-1 0 0 0,0 1 0 0 0,0-1 0 0 0,1 1 0 0 0,-3 0 0 0 0,2-1-32 0 0,1 0 0 0 0,-1 0 0 0 0,1 0 0 0 0,-1 0 0 0 0,1 0-1 0 0,-1-1 1 0 0,1 1 0 0 0,-1 0 0 0 0,1 0 0 0 0,-1 0 0 0 0,1 0 0 0 0,-1-1 0 0 0,1 1 0 0 0,-1 0 0 0 0,1-1 0 0 0,-1 1 0 0 0,1 0 0 0 0,-1-1 0 0 0,1 1 0 0 0,0 0 0 0 0,-1-1 0 0 0,0 0 0 0 0,0-1 5 0 0,0 0 0 0 0,-1 0 1 0 0,1-1-1 0 0,0 1 1 0 0,0 0-1 0 0,0-1 0 0 0,1 1 1 0 0,-1-1-1 0 0,0 1 0 0 0,1-1 1 0 0,-1-2-1 0 0,2-3-19 0 0,-1 0 0 0 0,1 0 0 0 0,1 0-1 0 0,-1 0 1 0 0,1 0 0 0 0,0 0 0 0 0,1 1-1 0 0,0-1 1 0 0,0 1 0 0 0,6-8 0 0 0,-3 4 0 0 0,2 0 0 0 0,-1 1 0 0 0,2 1 1 0 0,-1-1-1 0 0,20-15 0 0 0,-12 12-29 0 0,1 1 1 0 0,0 1-1 0 0,1 1 0 0 0,0 0 1 0 0,1 2-1 0 0,-1 0 1 0 0,37-10-1 0 0,-48 16-2 0 0,1 0 0 0 0,-1 1 0 0 0,1 0 1 0 0,-1 1-1 0 0,1-1 0 0 0,-1 1 0 0 0,1 1 1 0 0,-1-1-1 0 0,1 2 0 0 0,-1-1 0 0 0,0 1 0 0 0,14 4 1 0 0,-17-4 10 0 0,0 0 1 0 0,0 0 0 0 0,-1 1 0 0 0,1-1 0 0 0,-1 1-1 0 0,1 0 1 0 0,-1 0 0 0 0,0 0 0 0 0,0 0 0 0 0,0 0-1 0 0,0 1 1 0 0,-1-1 0 0 0,1 1 0 0 0,-1 0-1 0 0,0 0 1 0 0,0 0 0 0 0,-1 0 0 0 0,1 0 0 0 0,-1 0-1 0 0,1 0 1 0 0,-2 1 0 0 0,2 8 0 0 0,-1-2-65 0 0,-2 1-1 0 0,1-1 1 0 0,-2 1 0 0 0,1-1 0 0 0,-1 0-1 0 0,-1 0 1 0 0,0 0 0 0 0,-1 0 0 0 0,0 0-1 0 0,-6 10 1 0 0,3-5-1430 0 0,1 0 1 0 0,1 1-1 0 0,-5 20 1 0 0,10-35 1161 0 0,0-1 0 0 0,0 1 0 0 0,0 0 0 0 0,0 0 0 0 0,0 0 0 0 0,1 0 0 0 0,-1-1 0 0 0,1 1 0 0 0,-1 0 0 0 0,1 0 0 0 0,0-1 0 0 0,-1 1 0 0 0,1 0 0 0 0,0-1 0 0 0,0 1 0 0 0,0-1 0 0 0,0 1 0 0 0,1-1 0 0 0,-1 0 0 0 0,0 1 0 0 0,0-1 0 0 0,1 0 0 0 0,-1 0 0 0 0,1 0 0 0 0,-1 0 0 0 0,1 0 0 0 0,3 2 0 0 0,8 2-4546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3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265 578 1880 0 0,'12'-10'1292'0'0,"0"-1"1"0"0,0-1-1 0 0,-1 0 0 0 0,-1 0 0 0 0,0-1 0 0 0,-1-1 0 0 0,0 0 0 0 0,-1 0 1 0 0,-1 0-1 0 0,0-1 0 0 0,-1 0 0 0 0,0-1 0 0 0,5-25 0 0 0,-10 40-1252 0 0,-1-1-1 0 0,0 1 0 0 0,0 0 0 0 0,1 0 1 0 0,-1 0-1 0 0,0-1 0 0 0,0 1 0 0 0,0 0 1 0 0,0 0-1 0 0,-1-1 0 0 0,1 1 0 0 0,0 0 1 0 0,0 0-1 0 0,-1-1 0 0 0,1 1 0 0 0,-1 0 1 0 0,1 0-1 0 0,-1 0 0 0 0,1 0 0 0 0,-1 0 1 0 0,0 0-1 0 0,0 0 0 0 0,1 0 0 0 0,-1 0 1 0 0,0 0-1 0 0,0 0 0 0 0,0 0 0 0 0,0 1 0 0 0,0-1 1 0 0,0 0-1 0 0,0 1 0 0 0,0-1 0 0 0,0 0 1 0 0,0 1-1 0 0,-1-1 0 0 0,1 1 0 0 0,0 0 1 0 0,0-1-1 0 0,0 1 0 0 0,-1 0 0 0 0,1 0 1 0 0,0 0-1 0 0,0 0 0 0 0,-1 0 0 0 0,1 0 1 0 0,-2 1-1 0 0,-5-1 15 0 0,0 1 0 0 0,0 1-1 0 0,1 0 1 0 0,-1 0 0 0 0,1 0 0 0 0,-9 4 0 0 0,-11 7-38 0 0,2 0-1 0 0,0 1 1 0 0,0 2 0 0 0,1 1-1 0 0,-37 34 1 0 0,49-41-14 0 0,2 1 0 0 0,-1 1 0 0 0,2-1 0 0 0,-1 2-1 0 0,2-1 1 0 0,0 1 0 0 0,0 1 0 0 0,1-1 0 0 0,1 1 0 0 0,0 0 0 0 0,1 1 0 0 0,-6 24 0 0 0,11-36 11 0 0,-1 0 0 0 0,1 0 1 0 0,0 0-1 0 0,-1 0 1 0 0,1 0-1 0 0,1 0 0 0 0,-1 0 1 0 0,0 0-1 0 0,1 0 0 0 0,-1 0 1 0 0,1 0-1 0 0,0 0 1 0 0,0 0-1 0 0,0 0 0 0 0,0-1 1 0 0,1 1-1 0 0,-1 0 0 0 0,4 4 1 0 0,-2-5 2 0 0,0 1 1 0 0,0-1-1 0 0,0 1 0 0 0,0-1 1 0 0,0 0-1 0 0,0 0 0 0 0,1-1 1 0 0,-1 1-1 0 0,1-1 1 0 0,-1 1-1 0 0,1-1 0 0 0,0 0 1 0 0,3 0-1 0 0,6 1 54 0 0,0-1 0 0 0,0 0 0 0 0,1-2 0 0 0,-1 1 0 0 0,0-1 0 0 0,0-1 0 0 0,20-5 0 0 0,2-5 20 0 0,0-1 1 0 0,-1-1-1 0 0,-1-2 0 0 0,0-1 1 0 0,-1-2-1 0 0,-1-1 0 0 0,-1-1 0 0 0,0-2 1 0 0,49-50-1 0 0,-34 25 236 0 0,-2-2 0 0 0,-2-2 0 0 0,-3-2 0 0 0,53-98 0 0 0,-75 121 299 0 0,-2-1 0 0 0,17-55 1 0 0,-30 85-654 0 0,-3 3 23 0 0,1-1 0 0 0,-1 0 0 0 0,1 1 0 0 0,-1-1 0 0 0,0 1 0 0 0,1 0 1 0 0,-1-1-1 0 0,1 1 0 0 0,0 0 0 0 0,-1 0 0 0 0,1 0 0 0 0,-1 0 0 0 0,1 0 1 0 0,-2 2-1 0 0,-17 21-33 0 0,15-17 24 0 0,-23 27-154 0 0,2 2 1 0 0,1 1-1 0 0,2 1 1 0 0,2 1-1 0 0,1 1 0 0 0,2 0 1 0 0,2 2-1 0 0,-12 49 1 0 0,26-82-226 0 0,0 0-1 0 0,1 0 1 0 0,1 0 0 0 0,-1 0 0 0 0,1 1 0 0 0,1-1 0 0 0,0 0 0 0 0,0 0-1 0 0,1 0 1 0 0,0 0 0 0 0,0 0 0 0 0,5 10 0 0 0,-2-7-821 0 0,0-1 1 0 0,1 0 0 0 0,1 0-1 0 0,0-1 1 0 0,1 0-1 0 0,-1 0 1 0 0,2 0 0 0 0,12 11-1 0 0,9 3-6452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3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45 107 2272 0 0,'14'-18'7725'0'0,"1"0"-2573"0"0,-9 29-4405 0 0,-12 19 68 0 0,-1 0 0 0 0,-1-1 1 0 0,-2 0-1 0 0,-1 0 0 0 0,-27 49 3611 0 0,53-102-4259 0 0,1 1 1 0 0,1 1-1 0 0,0 1 0 0 0,2 0 1 0 0,39-33-1 0 0,-19 23-128 0 0,1 2-1 0 0,64-35 0 0 0,-100 61-55 0 0,0 1-1 0 0,1 0 1 0 0,0 0 0 0 0,-1 0 0 0 0,1 0-1 0 0,0 1 1 0 0,0 0 0 0 0,0 0 0 0 0,0 0-1 0 0,0 1 1 0 0,0 0 0 0 0,0 0 0 0 0,0 0-1 0 0,0 0 1 0 0,6 2 0 0 0,-7-1-3 0 0,0 0 0 0 0,-1 1 0 0 0,1-1 0 0 0,-1 1 0 0 0,0 0 0 0 0,1 0 0 0 0,-1 0 0 0 0,0 0 0 0 0,0 1 0 0 0,0-1 0 0 0,-1 1 0 0 0,1 0 0 0 0,0 0 0 0 0,-1 0-1 0 0,0 0 1 0 0,0 0 0 0 0,0 0 0 0 0,0 0 0 0 0,0 1 0 0 0,1 4 0 0 0,0 0 16 0 0,0 0-1 0 0,-1 0 0 0 0,-1 0 0 0 0,1 0 1 0 0,-1 0-1 0 0,0 0 0 0 0,-1 0 1 0 0,0 10-1 0 0,-3 4 88 0 0,-7 35 0 0 0,6-38-504 0 0,0 1 1 0 0,-1 35-1 0 0,5-53 205 0 0,0 0 0 0 0,0 1 0 0 0,1-1 0 0 0,-1 1-1 0 0,0-1 1 0 0,1 0 0 0 0,0 1 0 0 0,-1-1 0 0 0,1 0 0 0 0,0 0-1 0 0,0 1 1 0 0,1-1 0 0 0,-1 0 0 0 0,0 0 0 0 0,1 0 0 0 0,-1 0-1 0 0,1-1 1 0 0,-1 1 0 0 0,1 0 0 0 0,0 0 0 0 0,3 1 0 0 0,-1 0-675 0 0,0-1 1 0 0,0 0-1 0 0,1-1 1 0 0,-1 1 0 0 0,0-1-1 0 0,1 1 1 0 0,-1-1-1 0 0,1 0 1 0 0,0-1 0 0 0,6 1-1 0 0,13-1-5837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5.6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6 1784 0 0,'12'-6'9102'0'0,"-11"7"-9029"0"0,0 0-1 0 0,0 0 1 0 0,0 1 0 0 0,0-1-1 0 0,0 0 1 0 0,0 0-1 0 0,-1 1 1 0 0,1-1-1 0 0,0 1 1 0 0,-1-1-1 0 0,1 0 1 0 0,-1 1 0 0 0,1-1-1 0 0,-1 1 1 0 0,0-1-1 0 0,0 1 1 0 0,1 0-1 0 0,-1-1 1 0 0,0 1 0 0 0,0-1-1 0 0,-1 2 1 0 0,-3 45 755 0 0,2-31-470 0 0,-12 106 1388 0 0,-34 142 1 0 0,-50 117-627 0 0,64-265-787 0 0,10-41 2955 0 0,21-72-2026 0 0,2-13-934 0 0,4-18-204 0 0,9-9-108 0 0,2 2-1 0 0,1-1 1 0 0,2 2 0 0 0,1 0-1 0 0,37-51 1 0 0,-49 76-39 0 0,0 0-1 0 0,0 0 1 0 0,1 1 0 0 0,0 0 0 0 0,0 1 0 0 0,0-1 0 0 0,1 2-1 0 0,0-1 1 0 0,0 1 0 0 0,13-6 0 0 0,-16 9 10 0 0,-1 0 0 0 0,1 1 0 0 0,0-1-1 0 0,0 1 1 0 0,-1 1 0 0 0,1-1 0 0 0,0 1 0 0 0,0-1 0 0 0,0 1 0 0 0,0 1 0 0 0,0-1 0 0 0,0 1 0 0 0,0 0 0 0 0,-1 0-1 0 0,1 0 1 0 0,0 1 0 0 0,-1-1 0 0 0,1 1 0 0 0,-1 0 0 0 0,1 1 0 0 0,-1-1 0 0 0,5 4 0 0 0,1 1 20 0 0,-1 1 0 0 0,0 0 0 0 0,-1 0 0 0 0,0 0 0 0 0,0 1 0 0 0,-1 0 0 0 0,0 1 0 0 0,0-1 0 0 0,-1 2 0 0 0,-1-1 0 0 0,0 0 0 0 0,0 1 0 0 0,-1 0 0 0 0,0 0 0 0 0,-1 1 0 0 0,0-1 0 0 0,-1 0 0 0 0,1 16 0 0 0,-2-13 39 0 0,0 0 1 0 0,-2 0-1 0 0,0 0 1 0 0,0 0 0 0 0,-1-1-1 0 0,-1 1 1 0 0,-1 0 0 0 0,0-1-1 0 0,0 0 1 0 0,-1 0-1 0 0,-1 0 1 0 0,0 0 0 0 0,-1-1-1 0 0,-16 22 1 0 0,12-20 141 0 0,0-1 0 0 0,-2 0 0 0 0,1-1 1 0 0,-1 0-1 0 0,-1-1 0 0 0,0-1 0 0 0,0 0 0 0 0,-1-1 1 0 0,-31 14-1 0 0,36-19-145 0 0,-1 0 1 0 0,1-1-1 0 0,-1-1 0 0 0,1 1 1 0 0,-1-2-1 0 0,0 1 0 0 0,1-1 1 0 0,-1-1-1 0 0,0 0 1 0 0,0-1-1 0 0,0 0 0 0 0,0 0 1 0 0,1-1-1 0 0,-1-1 1 0 0,1 0-1 0 0,-1 0 0 0 0,-9-5 1 0 0,15 6-241 0 0,-1-1 0 0 0,1 0 1 0 0,0 0-1 0 0,0 0 0 0 0,0-1 1 0 0,0 0-1 0 0,1 0 0 0 0,-5-4 0 0 0,8 6-39 0 0,-1 0 1 0 0,1 1-1 0 0,0-1 0 0 0,0 0 0 0 0,0 0 0 0 0,0 0 0 0 0,1 1 0 0 0,-1-1 0 0 0,0 0 0 0 0,1 0 0 0 0,-1 0 0 0 0,1 0 0 0 0,0-1 0 0 0,-1 1 0 0 0,1 0 0 0 0,0 0 0 0 0,0 0 1 0 0,1 0-1 0 0,-1 0 0 0 0,0 0 0 0 0,1 0 0 0 0,-1 0 0 0 0,1 0 0 0 0,0 0 0 0 0,-1 0 0 0 0,3-2 0 0 0,0-2-999 0 0,1 0 1 0 0,0 0-1 0 0,1 1 1 0 0,-1-1-1 0 0,1 1 0 0 0,0 0 1 0 0,8-6-1 0 0,3-3-4993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6.3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3 661 1100 0 0,'15'-45'16546'0'0,"-17"66"-15790"0"0,0-4-571 0 0,-11 136 499 0 0,13-134-654 0 0,0 0 1 0 0,2-1-1 0 0,0 1 0 0 0,1 0 1 0 0,1-1-1 0 0,6 19 1 0 0,-9-33-59 0 0,0-1 1 0 0,1 1 0 0 0,-1 0-1 0 0,1-1 1 0 0,0 1-1 0 0,0-1 1 0 0,1 0 0 0 0,-1 0-1 0 0,1 0 1 0 0,-1 0 0 0 0,1 0-1 0 0,0 0 1 0 0,0-1-1 0 0,0 1 1 0 0,1-1 0 0 0,-1 0-1 0 0,0 0 1 0 0,1 0 0 0 0,-1 0-1 0 0,1-1 1 0 0,0 1-1 0 0,0-1 1 0 0,-1 0 0 0 0,7 1-1 0 0,-4-2-105 0 0,0 0-1 0 0,0 0 1 0 0,0 0 0 0 0,0-1-1 0 0,0 0 1 0 0,0 0-1 0 0,-1 0 1 0 0,1-1-1 0 0,0 0 1 0 0,-1 0-1 0 0,1 0 1 0 0,-1-1 0 0 0,1 0-1 0 0,-1 0 1 0 0,8-6-1 0 0,0-2-13 0 0,0-1 0 0 0,-1 0 0 0 0,0-1 0 0 0,-1 0 0 0 0,0-1-1 0 0,-1 0 1 0 0,-1 0 0 0 0,14-29 0 0 0,-1-8 705 0 0,21-73 0 0 0,-26 71 842 0 0,-17 51-1292 0 0,-4 13-49 0 0,-9 38 76 0 0,-23 114 61 0 0,34-146-176 0 0,0 0-1 0 0,1 0 1 0 0,1 0-1 0 0,1 1 1 0 0,0-1-1 0 0,1 0 1 0 0,7 27-1 0 0,-9-41-60 0 0,1-1 1 0 0,0 1-1 0 0,0-1 0 0 0,0 1 0 0 0,0-1 0 0 0,0 0 0 0 0,0 0 0 0 0,0 1 1 0 0,1-1-1 0 0,-1 0 0 0 0,1 0 0 0 0,0 0 0 0 0,-1 0 0 0 0,1 0 0 0 0,0-1 1 0 0,0 1-1 0 0,0-1 0 0 0,0 1 0 0 0,1-1 0 0 0,-1 0 0 0 0,0 1 0 0 0,0-1 0 0 0,1 0 1 0 0,-1-1-1 0 0,1 1 0 0 0,-1 0 0 0 0,1-1 0 0 0,-1 1 0 0 0,1-1 0 0 0,3 0 1 0 0,1 0-212 0 0,0-1 0 0 0,0 0 1 0 0,0 0-1 0 0,0-1 1 0 0,0 1-1 0 0,0-2 1 0 0,-1 1-1 0 0,1-1 1 0 0,9-5-1 0 0,-3 0-166 0 0,-1 0 0 0 0,0 0 0 0 0,-1-1 0 0 0,13-13 0 0 0,3-8-418 0 0,-1 0 1 0 0,34-52 0 0 0,-25 25 673 0 0,-1-2 1 0 0,-4-1 0 0 0,-1-1-1 0 0,27-90 1 0 0,-33 73 2168 0 0,20-123 1 0 0,-35 153 761 0 0,2-67 0 0 0,-10 113-2654 0 0,-2 4-5 0 0,-5 9 26 0 0,0 0-1 0 0,1 1 1 0 0,1 0-1 0 0,0 0 1 0 0,0 1-1 0 0,-5 24 1 0 0,0-4 181 0 0,-83 297 2319 0 0,77-254-2138 0 0,3 0 1 0 0,-5 112-1 0 0,17-171-422 0 0,1 0 0 0 0,1 0-1 0 0,1 0 1 0 0,0-1 0 0 0,6 24-1 0 0,-7-36-80 0 0,0 0 0 0 0,0-1 0 0 0,0 1-1 0 0,1-1 1 0 0,-1 0 0 0 0,1 0 0 0 0,0 1-1 0 0,0-1 1 0 0,0 0 0 0 0,0 0-1 0 0,1-1 1 0 0,-1 1 0 0 0,1 0 0 0 0,-1-1-1 0 0,1 1 1 0 0,0-1 0 0 0,0 0 0 0 0,0 0-1 0 0,1 0 1 0 0,-1-1 0 0 0,0 1-1 0 0,1-1 1 0 0,-1 0 0 0 0,1 1 0 0 0,-1-2-1 0 0,1 1 1 0 0,-1 0 0 0 0,1-1-1 0 0,0 1 1 0 0,7-2 0 0 0,3 0-470 0 0,0-1 1 0 0,0 0-1 0 0,-1-2 0 0 0,1 1 1 0 0,-1-2-1 0 0,1 0 0 0 0,-1 0 0 0 0,18-11 1 0 0,-11 4-1044 0 0,0-1 0 0 0,-1-1 1 0 0,0-1-1 0 0,21-21 1 0 0,-14 7-2731 0 0,-4-1-2031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6.5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 70 672 0 0,'-49'-11'7703'0'0,"-77"-7"-1"0"0,88 13-6073 0 0,36 5-1076 0 0,5 0-429 0 0,272-13-1670 0 0,-92 2-2402 0 0,-57 4-1848 0 0,-64 3 1107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7.0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102 440 1536 0 0,'-28'13'5193'0'0,"22"-11"-4414"0"0,0 1-1 0 0,0-1 1 0 0,1 1-1 0 0,-1 1 1 0 0,0-1 0 0 0,1 1-1 0 0,0 0 1 0 0,0 0-1 0 0,0 1 1 0 0,0-1 0 0 0,-5 8-1 0 0,10-11-691 0 0,-1 1-1 0 0,1-1 1 0 0,-1 1 0 0 0,1-1-1 0 0,-1 1 1 0 0,1-1 0 0 0,0 1-1 0 0,0 0 1 0 0,0-1-1 0 0,0 1 1 0 0,0 0 0 0 0,0-1-1 0 0,0 1 1 0 0,0-1 0 0 0,1 1-1 0 0,-1 0 1 0 0,1-1-1 0 0,-1 1 1 0 0,1-1 0 0 0,0 1-1 0 0,-1-1 1 0 0,1 1 0 0 0,0-1-1 0 0,0 0 1 0 0,0 1-1 0 0,0-1 1 0 0,2 2 0 0 0,1 1 75 0 0,-1-1 0 0 0,1 0 0 0 0,-1 0 1 0 0,1 0-1 0 0,0 0 0 0 0,0 0 1 0 0,8 3-1 0 0,-4-3-99 0 0,-1-1 0 0 0,1-1 1 0 0,0 1-1 0 0,-1-1 0 0 0,1 0 1 0 0,0-1-1 0 0,0 0 0 0 0,0 0 1 0 0,0-1-1 0 0,-1 0 0 0 0,1 0 0 0 0,0-1 1 0 0,-1 0-1 0 0,1 0 0 0 0,-1-1 1 0 0,0 0-1 0 0,0 0 0 0 0,0-1 1 0 0,8-4-1 0 0,0-2-40 0 0,-1 0 1 0 0,0-1-1 0 0,0 0 1 0 0,-1-1-1 0 0,-1 0 0 0 0,0-1 1 0 0,15-21-1 0 0,-13 12-31 0 0,-1 0-1 0 0,0-1 1 0 0,-2 0 0 0 0,-1-1-1 0 0,11-35 1 0 0,-7 6 3 0 0,10-80 0 0 0,-17 53-109 0 0,-7 77 79 0 0,-2 4-18 0 0,0 0 52 0 0,0 0 1 0 0,0 0-1 0 0,0 1 1 0 0,0-1-1 0 0,0 0 1 0 0,1 1-1 0 0,-1-1 1 0 0,0 1-1 0 0,1 0 1 0 0,-1 0-1 0 0,1-1 1 0 0,0 1-1 0 0,0 0 1 0 0,0 0-1 0 0,-1 3 1 0 0,-18 39 98 0 0,15-31-57 0 0,-15 38 200 0 0,-20 72 0 0 0,35-103-210 0 0,1 0 1 0 0,0 1-1 0 0,2-1 1 0 0,0 1-1 0 0,2 0 1 0 0,3 39-1 0 0,-2-53-91 0 0,0-1 1 0 0,0 1-1 0 0,1 0 0 0 0,0 0 0 0 0,1-1 1 0 0,-1 1-1 0 0,1-1 0 0 0,1 0 0 0 0,-1 0 1 0 0,1 0-1 0 0,0 0 0 0 0,0-1 1 0 0,1 1-1 0 0,8 7 0 0 0,-8-9-338 0 0,-1-1 0 0 0,0 0 0 0 0,1 0 0 0 0,0-1 0 0 0,-1 0 0 0 0,1 1-1 0 0,0-2 1 0 0,7 3 0 0 0,-5-3-626 0 0,-1 1 1 0 0,1-2-1 0 0,-1 1 0 0 0,1-1 0 0 0,0 0 0 0 0,-1 0 1 0 0,10-2-1 0 0,11-4-5723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7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177 115 804 0 0,'-28'-25'3321'0'0,"-2"2"0"0"0,0 2 0 0 0,-36-20 0 0 0,65 41-3273 0 0,0-1 0 0 0,0 1 0 0 0,0-1 0 0 0,0 1 0 0 0,0-1 0 0 0,0 1-1 0 0,0 0 1 0 0,0-1 0 0 0,0 1 0 0 0,0 0 0 0 0,-1 0 0 0 0,1 0 0 0 0,0 0 0 0 0,0 0 0 0 0,-1 0 0 0 0,1 0-68 0 0,1 0 0 0 0,0 1 0 0 0,-1-1 0 0 0,1 0 0 0 0,0 0-1 0 0,0 1 1 0 0,-1-1 0 0 0,1 0 0 0 0,0 0 0 0 0,0 1 0 0 0,-1-1 0 0 0,1 0 0 0 0,0 1 0 0 0,0-1 0 0 0,0 0 0 0 0,0 1 0 0 0,0-1 0 0 0,-1 0 0 0 0,1 1 0 0 0,0-1-1 0 0,0 0 1 0 0,0 1 0 0 0,0-1 0 0 0,0 0 0 0 0,0 1 0 0 0,0-1 0 0 0,0 0 0 0 0,0 1 0 0 0,1 0 0 0 0,-1 1-184 0 0,1 0-1 0 0,-1 1 1 0 0,1-1-1 0 0,0 0 1 0 0,0 0 0 0 0,0 1-1 0 0,0-1 1 0 0,0 0 0 0 0,1 0-1 0 0,-1 0 1 0 0,2 1-1 0 0,18 15-4633 0 0,-9-12 280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7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54 244 0 0,'5'-7'2976'0'0,"-1"0"1"0"0,0-1-1 0 0,0 1 0 0 0,4-12 1330 0 0,-2 14-3006 0 0,-4 8-1164 0 0,-1 0 1 0 0,0 1 0 0 0,0-1-1 0 0,0 1 1 0 0,-1 0-1 0 0,1-1 1 0 0,-1 1-1 0 0,0-1 1 0 0,1 1-1 0 0,-2 4 1 0 0,-3 44 1027 0 0,3-45-978 0 0,-79 501 6206 0 0,62-418-5850 0 0,-10 135 0 0 0,27-219-534 0 0,1 0 0 0 0,0 0 0 0 0,1 0 0 0 0,-1 0 0 0 0,1 0 0 0 0,0 0 0 0 0,1 0 0 0 0,-1 0 0 0 0,1 0 0 0 0,0 0 0 0 0,1-1 0 0 0,-1 1 0 0 0,6 6 0 0 0,-6-9-142 0 0,0-1 1 0 0,0 1 0 0 0,1-1-1 0 0,0 0 1 0 0,-1 0-1 0 0,1 0 1 0 0,0 0-1 0 0,0 0 1 0 0,0-1-1 0 0,0 1 1 0 0,0-1-1 0 0,0 0 1 0 0,1 0-1 0 0,-1 0 1 0 0,0 0 0 0 0,1-1-1 0 0,-1 1 1 0 0,0-1-1 0 0,1 0 1 0 0,-1 0-1 0 0,1 0 1 0 0,-1-1-1 0 0,0 1 1 0 0,1-1-1 0 0,4-1 1 0 0,4-1-842 0 0,0 0-1 0 0,0-1 1 0 0,0-1-1 0 0,0 0 1 0 0,16-10 0 0 0,-15 8-1868 0 0,-1-2 1 0 0,16-13 0 0 0,-4-1-5100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7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88 2728 0 0,'-173'-33'12659'0'0,"170"32"-11721"0"0,6 1-731 0 0,478-25-3073 0 0,-273 9-482 0 0,-116 10 46 0 0,0-1-1310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91 166 2124 0 0,'-8'-3'1001'0'0,"0"-1"-1"0"0,1 1 0 0 0,-1-1 1 0 0,1-1-1 0 0,0 1 0 0 0,0-1 1 0 0,0-1-1 0 0,-7-7 1 0 0,12 11-863 0 0,0 0 1 0 0,1 0 0 0 0,-1 0-1 0 0,1 0 1 0 0,-1 0 0 0 0,1 0-1 0 0,0 0 1 0 0,0 0 0 0 0,0-1-1 0 0,0 1 1 0 0,0-1 0 0 0,1 1-1 0 0,-1 0 1 0 0,1-1 0 0 0,0 1-1 0 0,-1-1 1 0 0,1 1 0 0 0,0-1 0 0 0,0 1-1 0 0,1-1 1 0 0,-1 1 0 0 0,0-1-1 0 0,1 1 1 0 0,0-1 0 0 0,-1 1-1 0 0,1-1 1 0 0,0 1 0 0 0,0 0-1 0 0,0 0 1 0 0,1-1 0 0 0,-1 1-1 0 0,3-2 1 0 0,-1 0-73 0 0,0 1 0 0 0,0 0 0 0 0,0-1 0 0 0,1 1 0 0 0,0 1 0 0 0,-1-1 0 0 0,1 0 0 0 0,0 1 0 0 0,0 0 0 0 0,1 0 0 0 0,-1 0 0 0 0,0 1 0 0 0,1-1 0 0 0,-1 1 0 0 0,1 0 0 0 0,-1 0 0 0 0,1 1 0 0 0,0-1 0 0 0,-1 1 0 0 0,1 0 0 0 0,0 0 0 0 0,4 1 0 0 0,-3 0-31 0 0,-1 0 0 0 0,1-1-1 0 0,-1 2 1 0 0,1-1 0 0 0,-1 1-1 0 0,0 0 1 0 0,1 0 0 0 0,-1 0-1 0 0,0 1 1 0 0,0 0 0 0 0,-1 0-1 0 0,1 0 1 0 0,-1 0 0 0 0,1 1-1 0 0,-1 0 1 0 0,0 0 0 0 0,6 8-1 0 0,-7-6 58 0 0,1 2 0 0 0,-1-1 0 0 0,0 0 0 0 0,0 1 0 0 0,-1-1 0 0 0,0 1 0 0 0,-1 0 0 0 0,1-1 0 0 0,-2 1 0 0 0,1 0 0 0 0,-1 0 0 0 0,0 0 0 0 0,-1 0 0 0 0,1 0 0 0 0,-2-1 0 0 0,1 1 0 0 0,-1 0 0 0 0,-5 14 0 0 0,2-10 51 0 0,0 0-1 0 0,0-1 0 0 0,-1 0 0 0 0,0 0 1 0 0,-1-1-1 0 0,0 0 0 0 0,-1 0 1 0 0,0 0-1 0 0,-1-1 0 0 0,0 0 1 0 0,-13 10-1 0 0,20-18-86 0 0,0 1 0 0 0,1-1 0 0 0,-1 0 0 0 0,0 0 0 0 0,0 0-1 0 0,0 0 1 0 0,0 0 0 0 0,0-1 0 0 0,0 1 0 0 0,0 0 0 0 0,0-1 0 0 0,0 0 0 0 0,0 1 0 0 0,0-1 0 0 0,-4 0 0 0 0,5 0-50 0 0,0-1 1 0 0,1 1 0 0 0,-1-1-1 0 0,0 1 1 0 0,0-1-1 0 0,0 1 1 0 0,0-1 0 0 0,0 0-1 0 0,1 1 1 0 0,-1-1-1 0 0,0 0 1 0 0,1 0 0 0 0,-1 0-1 0 0,0 1 1 0 0,1-1-1 0 0,-1 0 1 0 0,1 0 0 0 0,-1 0-1 0 0,1 0 1 0 0,0 0-1 0 0,-1 0 1 0 0,1 0 0 0 0,0 0-1 0 0,0 0 1 0 0,0 0-1 0 0,0 0 1 0 0,-1 0 0 0 0,1 0-1 0 0,1 0 1 0 0,-1 0 0 0 0,0 0-1 0 0,0 0 1 0 0,1-1-1 0 0,0-5-11 0 0,0-1 0 0 0,0 1 0 0 0,1 1-1 0 0,0-1 1 0 0,1 0 0 0 0,0 0 0 0 0,0 1 0 0 0,0 0-1 0 0,0-1 1 0 0,1 1 0 0 0,8-9 0 0 0,-2 3-15 0 0,1 0 0 0 0,1 0 0 0 0,23-19 0 0 0,-24 23 1 0 0,0 1 0 0 0,0 0-1 0 0,0 0 1 0 0,1 1 0 0 0,0 1-1 0 0,0 0 1 0 0,1 0 0 0 0,-1 1-1 0 0,24-4 1 0 0,-29 7 14 0 0,0 1-1 0 0,0-1 1 0 0,0 1 0 0 0,0 1 0 0 0,-1-1-1 0 0,1 1 1 0 0,0 1 0 0 0,0-1 0 0 0,-1 1 0 0 0,1 0-1 0 0,-1 0 1 0 0,1 1 0 0 0,-1 0 0 0 0,0 0-1 0 0,0 1 1 0 0,0-1 0 0 0,-1 1 0 0 0,1 1-1 0 0,-1-1 1 0 0,7 8 0 0 0,-6-6 14 0 0,-1-1 1 0 0,0 1-1 0 0,0 0 1 0 0,-1 1-1 0 0,0-1 1 0 0,0 1-1 0 0,0 0 1 0 0,-1 0-1 0 0,0 0 0 0 0,0 0 1 0 0,-1 0-1 0 0,0 1 1 0 0,0-1-1 0 0,-1 1 1 0 0,0 0-1 0 0,0-1 1 0 0,-1 1-1 0 0,0 0 0 0 0,0-1 1 0 0,-1 1-1 0 0,0 0 1 0 0,0-1-1 0 0,-4 13 1 0 0,4-19-5 0 0,1 1 0 0 0,-1-1-1 0 0,0 0 1 0 0,1 1 0 0 0,-1-1 0 0 0,0 0 0 0 0,0 1 0 0 0,0-1 0 0 0,0 0 0 0 0,0 0 0 0 0,0 0 0 0 0,-1 0 0 0 0,1 0 0 0 0,0 0-1 0 0,-1 0 1 0 0,1-1 0 0 0,0 1 0 0 0,-1 0 0 0 0,1-1 0 0 0,-1 1 0 0 0,1-1 0 0 0,-1 1 0 0 0,1-1 0 0 0,-1 0 0 0 0,1 0 0 0 0,-1 1-1 0 0,1-1 1 0 0,-1 0 0 0 0,1 0 0 0 0,-1-1 0 0 0,-2 1 0 0 0,2-2-14 0 0,1 0 1 0 0,0 1-1 0 0,0-1 1 0 0,0 0-1 0 0,0 0 0 0 0,0 0 1 0 0,1 1-1 0 0,-1-1 1 0 0,0 0-1 0 0,1 0 1 0 0,0 0-1 0 0,-1 0 0 0 0,1 0 1 0 0,0 0-1 0 0,0 0 1 0 0,0 0-1 0 0,0-3 0 0 0,3-10-34 0 0,0 0-1 0 0,1 0 1 0 0,0 0-1 0 0,1 1 1 0 0,1 0-1 0 0,0 0 1 0 0,1 0-1 0 0,0 1 1 0 0,17-24-1 0 0,-16 28 21 0 0,0-1-1 0 0,1 2 1 0 0,0-1-1 0 0,0 1 1 0 0,0 0 0 0 0,1 1-1 0 0,1 0 1 0 0,-1 0 0 0 0,1 2-1 0 0,0-1 1 0 0,0 1-1 0 0,19-5 1 0 0,-27 9 20 0 0,-1 0-1 0 0,1 0 1 0 0,0 1 0 0 0,0-1-1 0 0,0 1 1 0 0,0 0 0 0 0,0 0 0 0 0,0 0-1 0 0,0 0 1 0 0,0 0 0 0 0,0 1-1 0 0,0-1 1 0 0,-1 1 0 0 0,1 0-1 0 0,0 0 1 0 0,0 0 0 0 0,0 0 0 0 0,-1 1-1 0 0,1-1 1 0 0,-1 1 0 0 0,1-1-1 0 0,-1 1 1 0 0,0 0 0 0 0,1 0-1 0 0,-1 0 1 0 0,0 0 0 0 0,0 0 0 0 0,-1 1-1 0 0,3 3 1 0 0,0-1 13 0 0,-1 1 0 0 0,-1 0 0 0 0,1 0 0 0 0,-1 0 0 0 0,0 0 0 0 0,0 1 0 0 0,-1-1 0 0 0,1 0 0 0 0,-2 1 0 0 0,1-1 0 0 0,-1 14 0 0 0,-2-1 47 0 0,-1 1-1 0 0,-8 24 1 0 0,7-30-903 0 0,1 0 0 0 0,0 0 0 0 0,1 0 0 0 0,0 1 0 0 0,1 22 1 0 0,1-35 476 0 0,1 0 1 0 0,-1 0 0 0 0,1 0 0 0 0,-1-1 0 0 0,1 1 0 0 0,0 0 0 0 0,0 0-1 0 0,-1-1 1 0 0,1 1 0 0 0,0-1 0 0 0,1 1 0 0 0,-1-1 0 0 0,0 1 0 0 0,0-1-1 0 0,1 0 1 0 0,-1 1 0 0 0,1-1 0 0 0,-1 0 0 0 0,1 0 0 0 0,-1 0 0 0 0,1 0-1 0 0,0 0 1 0 0,-1-1 0 0 0,4 2 0 0 0,7 2-4606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0:59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287 192 2940 0 0,'8'-13'1952'0'0,"0"-1"-1"0"0,-1 0 1 0 0,-1 0 0 0 0,6-18-1 0 0,-9 24-1307 0 0,-1 0 0 0 0,-1 0 0 0 0,1 0 0 0 0,-1-1 0 0 0,-1 1 0 0 0,1 0 0 0 0,-1-1 0 0 0,-1 1 0 0 0,-1-11 0 0 0,2 18-620 0 0,-1 1 0 0 0,1-1 0 0 0,0 0-1 0 0,-1 1 1 0 0,1-1 0 0 0,0 1-1 0 0,-1-1 1 0 0,1 0 0 0 0,-1 1 0 0 0,1-1-1 0 0,-1 1 1 0 0,1-1 0 0 0,-1 1-1 0 0,0 0 1 0 0,1-1 0 0 0,-1 1-1 0 0,1-1 1 0 0,-1 1 0 0 0,0 0 0 0 0,1 0-1 0 0,-1-1 1 0 0,0 1 0 0 0,1 0-1 0 0,-1 0 1 0 0,0 0 0 0 0,0 0 0 0 0,1 0-1 0 0,-1 0 1 0 0,-1 0 0 0 0,-19 3 170 0 0,2 5-124 0 0,1 1 0 0 0,0 0 0 0 0,0 1 0 0 0,1 1 0 0 0,-16 15 0 0 0,8-6-4 0 0,1 2 0 0 0,-30 36-1 0 0,48-51-61 0 0,-5 7 7 0 0,-1 0 0 0 0,-13 24 0 0 0,23-34-9 0 0,0-1-1 0 0,0 1 1 0 0,0-1-1 0 0,1 1 1 0 0,-1 0 0 0 0,1-1-1 0 0,0 1 1 0 0,0 0-1 0 0,1 0 1 0 0,-1 0 0 0 0,1 0-1 0 0,0-1 1 0 0,0 1-1 0 0,0 0 1 0 0,0 0 0 0 0,1 0-1 0 0,-1 0 1 0 0,2 4 0 0 0,0-5-8 0 0,0 0 0 0 0,0 0 0 0 0,0 0 0 0 0,0-1 0 0 0,0 1 0 0 0,0 0 1 0 0,1-1-1 0 0,0 0 0 0 0,-1 1 0 0 0,1-1 0 0 0,0 0 0 0 0,0-1 0 0 0,0 1 1 0 0,0 0-1 0 0,0-1 0 0 0,1 0 0 0 0,-1 1 0 0 0,0-1 0 0 0,1 0 1 0 0,-1-1-1 0 0,1 1 0 0 0,-1-1 0 0 0,1 0 0 0 0,-1 1 0 0 0,5-2 0 0 0,2 1-39 0 0,-1 0 0 0 0,1-1 0 0 0,0 0 0 0 0,-1-1 0 0 0,1 0-1 0 0,-1 0 1 0 0,0-1 0 0 0,10-4 0 0 0,-9 2 25 0 0,-1 0-1 0 0,0-1 1 0 0,0 0 0 0 0,0 0 0 0 0,-1-1 0 0 0,0 0-1 0 0,0-1 1 0 0,-1 0 0 0 0,9-11 0 0 0,0-6 90 0 0,27-52 0 0 0,-16 26 625 0 0,-18 37-568 0 0,-9 18 122 0 0,-12 29 345 0 0,5-17-365 0 0,1 1-134 0 0,1 1-1 0 0,1-1 1 0 0,0 1 0 0 0,1 0-1 0 0,1 0 1 0 0,-1 22 0 0 0,4-35-90 0 0,-1 1 0 0 0,0-1 1 0 0,1 0-1 0 0,0 0 0 0 0,1 0 1 0 0,-1 0-1 0 0,1 0 1 0 0,0 0-1 0 0,0 0 0 0 0,0-1 1 0 0,5 8-1 0 0,-5-9-17 0 0,1-1 0 0 0,-1 1 0 0 0,1 0 1 0 0,0-1-1 0 0,0 0 0 0 0,0 1 0 0 0,0-1 0 0 0,1 0 1 0 0,-1-1-1 0 0,1 1 0 0 0,-1 0 0 0 0,1-1 0 0 0,-1 0 0 0 0,1 0 1 0 0,0 0-1 0 0,-1 0 0 0 0,8 0 0 0 0,-3-1-103 0 0,-1 1 0 0 0,1-1 0 0 0,0-1 0 0 0,0 1 0 0 0,0-1 0 0 0,-1-1 0 0 0,1 1 0 0 0,0-1 0 0 0,-1-1 0 0 0,0 1 0 0 0,1-1 0 0 0,-1 0 0 0 0,8-6 0 0 0,-6 3-21 0 0,1-1-1 0 0,-1-1 1 0 0,0 0-1 0 0,0 0 1 0 0,-1 0-1 0 0,0-1 1 0 0,12-19 0 0 0,-2-3 330 0 0,-2 0 0 0 0,-1-1 1 0 0,-1 0-1 0 0,17-65 1 0 0,-23 67 153 0 0,-8 28-276 0 0,-5 11-4 0 0,-3 3-34 0 0,2 0 1 0 0,0 1 0 0 0,0 0-1 0 0,1 1 1 0 0,0-1 0 0 0,2 1-1 0 0,-1 0 1 0 0,2 0 0 0 0,0 0-1 0 0,0 0 1 0 0,1 1 0 0 0,2 15-1 0 0,-1-26-30 0 0,1-1 0 0 0,-1 1-1 0 0,1 0 1 0 0,0 0-1 0 0,0-1 1 0 0,1 1-1 0 0,-1-1 1 0 0,1 1 0 0 0,-1-1-1 0 0,1 1 1 0 0,0-1-1 0 0,0 0 1 0 0,1 0 0 0 0,-1 0-1 0 0,1 0 1 0 0,0 0-1 0 0,-1-1 1 0 0,1 1 0 0 0,0-1-1 0 0,0 0 1 0 0,1 0-1 0 0,-1 0 1 0 0,0 0 0 0 0,1 0-1 0 0,-1-1 1 0 0,1 0-1 0 0,0 0 1 0 0,-1 0 0 0 0,1 0-1 0 0,0 0 1 0 0,0 0-1 0 0,-1-1 1 0 0,8 0 0 0 0,0 0-72 0 0,0-1 0 0 0,0 0 0 0 0,0 0 0 0 0,0-1 0 0 0,0-1 0 0 0,-1 0 0 0 0,1 0 0 0 0,-1-1 0 0 0,1 0 1 0 0,13-8-1 0 0,-12 4-2 0 0,0 0 1 0 0,-1-1 0 0 0,0 0 0 0 0,-1-1 0 0 0,0 0 0 0 0,17-22-1 0 0,-3-2 21 0 0,19-37 0 0 0,2-4 814 0 0,-44 73-742 0 0,-2 13 96 0 0,0-1 0 0 0,-1 1 0 0 0,-1-1 0 0 0,0 1 0 0 0,0-1 0 0 0,-8 15 0 0 0,1 0 121 0 0,-113 352 2615 0 0,60-175-1866 0 0,28-95-530 0 0,-79 234 664 0 0,75-240-717 0 0,-66 123 0 0 0,88-194-300 0 0,-1-1 0 0 0,-1 0 0 0 0,-42 48 1 0 0,53-68-79 0 0,1-1 1 0 0,-1-1 0 0 0,-1 1-1 0 0,1-1 1 0 0,-1-1 0 0 0,0 0-1 0 0,-1 0 1 0 0,0-1 0 0 0,0 0-1 0 0,0 0 1 0 0,0-1-1 0 0,-1-1 1 0 0,1 0 0 0 0,-1 0-1 0 0,-21 2 1 0 0,26-5-19 0 0,-1 0 0 0 0,0 0 0 0 0,1-1 0 0 0,-1 0 1 0 0,0 0-1 0 0,1 0 0 0 0,-1-1 0 0 0,1 0 0 0 0,0-1 0 0 0,0 1 0 0 0,0-1 0 0 0,0 0 0 0 0,0-1 1 0 0,-5-3-1 0 0,4 2-27 0 0,1-1 0 0 0,0 0 1 0 0,0 0-1 0 0,1-1 0 0 0,0 0 0 0 0,0 0 1 0 0,0 0-1 0 0,1 0 0 0 0,-7-16 0 0 0,6 8-118 0 0,0-1-1 0 0,0 0 0 0 0,2 0 1 0 0,0 0-1 0 0,1 0 0 0 0,0 0 0 0 0,2 0 1 0 0,-1-1-1 0 0,2 1 0 0 0,1 0 1 0 0,3-18-1 0 0,2 4-258 0 0,1 1-1 0 0,2 0 1 0 0,1 0 0 0 0,1 1 0 0 0,20-35 0 0 0,-9 27-84 0 0,1 0-1 0 0,1 1 1 0 0,39-39 0 0 0,-13 23-788 0 0,2 3-1 0 0,2 2 0 0 0,2 2 1 0 0,84-47-1 0 0,2 14-2776 0 0,-46 30-1814 0 0,-50 26 916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00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438 82 3252 0 0,'-47'-77'8648'0'0,"47"77"-8615"0"0,0 0 0 0 0,-1-1 0 0 0,1 1 0 0 0,0 0 0 0 0,0-1 0 0 0,0 1 0 0 0,-1 0 0 0 0,1 0 1 0 0,0-1-1 0 0,-1 1 0 0 0,1 0 0 0 0,0 0 0 0 0,0-1 0 0 0,-1 1 0 0 0,1 0 0 0 0,0 0 0 0 0,-1 0 0 0 0,1 0 0 0 0,-1 0 0 0 0,1 0 1 0 0,0-1-1 0 0,-1 1 0 0 0,1 0 0 0 0,0 0 0 0 0,-1 0 0 0 0,1 0 0 0 0,-1 0 0 0 0,1 0 0 0 0,0 0 0 0 0,-1 1 0 0 0,1-1 1 0 0,0 0-1 0 0,-1 0 0 0 0,1 0 0 0 0,0 0 0 0 0,-1 0 0 0 0,1 0 0 0 0,0 1 0 0 0,-1-1 0 0 0,1 0 0 0 0,0 0 0 0 0,-1 1 0 0 0,1-1 1 0 0,0 0-1 0 0,0 0 0 0 0,-1 1 0 0 0,1-1 0 0 0,0 0 0 0 0,0 1 0 0 0,0-1 0 0 0,-1 0 0 0 0,1 1 0 0 0,0-1 0 0 0,0 0 1 0 0,0 1-1 0 0,0-1 0 0 0,0 1 0 0 0,-10 22 871 0 0,-34 171 2107 0 0,8-27-1641 0 0,-162 463 695 0 0,169-553-1469 0 0,26-98-500 0 0,10-6-99 0 0,1 1-1 0 0,2 0 0 0 0,0 0 1 0 0,2 1-1 0 0,1 1 0 0 0,0 0 1 0 0,2 1-1 0 0,1 0 0 0 0,1 1 1 0 0,1 1-1 0 0,24-23 0 0 0,-32 34-15 0 0,1 1-1 0 0,0 0 0 0 0,0 1 0 0 0,1 1 1 0 0,0-1-1 0 0,0 2 0 0 0,1 0 1 0 0,21-7-1 0 0,-29 11 23 0 0,0 1 0 0 0,0-1 0 0 0,0 1 0 0 0,1 0 0 0 0,-1 1 0 0 0,0-1 0 0 0,1 1 0 0 0,-1 0 0 0 0,1 1 0 0 0,-1-1 0 0 0,0 1 0 0 0,1 0 1 0 0,-1 0-1 0 0,0 1 0 0 0,0 0 0 0 0,0-1 0 0 0,0 2 0 0 0,0-1 0 0 0,0 1 0 0 0,-1-1 0 0 0,1 1 0 0 0,-1 1 0 0 0,0-1 0 0 0,0 0 0 0 0,5 6 0 0 0,-2-1-10 0 0,0 1 1 0 0,-1-1-1 0 0,0 1 0 0 0,-1 1 0 0 0,0-1 0 0 0,0 1 0 0 0,-1 0 0 0 0,0 0 0 0 0,-1 0 0 0 0,0 1 0 0 0,3 18 0 0 0,-5-14 28 0 0,0 0-1 0 0,-1 0 0 0 0,0 0 0 0 0,-1 0 1 0 0,-1 0-1 0 0,0-1 0 0 0,-1 1 0 0 0,-6 15 1 0 0,4-13 112 0 0,-1-1 0 0 0,-1 0 1 0 0,-1 0-1 0 0,0-1 1 0 0,-1 0-1 0 0,0 0 1 0 0,-1-1-1 0 0,-1 0 0 0 0,-1-1 1 0 0,0 0-1 0 0,0-1 1 0 0,-1 0-1 0 0,-1-1 1 0 0,1-1-1 0 0,-22 13 1 0 0,20-16 2 0 0,-1 0 1 0 0,0-2-1 0 0,0 1 1 0 0,0-2-1 0 0,0 0 1 0 0,-1-1-1 0 0,1-1 1 0 0,-19 1-1 0 0,21-3-94 0 0,1 0 1 0 0,-1-1-1 0 0,0 0 0 0 0,1-1 0 0 0,-1-1 1 0 0,1 0-1 0 0,0-1 0 0 0,0 0 0 0 0,0-1 1 0 0,-17-10-1 0 0,28 15-136 0 0,0-1-1 0 0,0 0 1 0 0,0 0-1 0 0,1 0 1 0 0,-1 0-1 0 0,0-1 1 0 0,1 1-1 0 0,-1 0 1 0 0,1-1-1 0 0,-1 1 1 0 0,1-1-1 0 0,0 0 1 0 0,0 1 0 0 0,0-1-1 0 0,0 0 1 0 0,0 0-1 0 0,0 1 1 0 0,0-1-1 0 0,0 0 1 0 0,1 0-1 0 0,-1 0 1 0 0,1 0-1 0 0,-1 0 1 0 0,1 0-1 0 0,0 0 1 0 0,0 0-1 0 0,0 0 1 0 0,0 0 0 0 0,1-4-1 0 0,0 1-389 0 0,1 0-1 0 0,1-1 0 0 0,-1 1 1 0 0,1 0-1 0 0,0 1 1 0 0,0-1-1 0 0,0 0 1 0 0,0 1-1 0 0,1 0 0 0 0,4-4 1 0 0,11-10-3954 0 0,30-22 0 0 0,-18 18-1765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00.6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133 114 940 0 0,'21'14'9215'0'0,"-19"-11"-8601"0"0,9 22 2826 0 0,-11-23-3348 0 0,1 1 0 0 0,-1-1-1 0 0,1 1 1 0 0,0-1 0 0 0,0 1 0 0 0,0-1 0 0 0,0 1-1 0 0,1-1 1 0 0,-1 0 0 0 0,1 0 0 0 0,-1 0-1 0 0,1 0 1 0 0,0 0 0 0 0,0 0 0 0 0,-1 0-1 0 0,1 0 1 0 0,1-1 0 0 0,1 2 0 0 0,1-1-49 0 0,0 0-1 0 0,0 0 1 0 0,0-1 0 0 0,1 0-1 0 0,-1 0 1 0 0,0 0 0 0 0,0-1 0 0 0,1 0-1 0 0,-1 0 1 0 0,0 0 0 0 0,0 0-1 0 0,1-1 1 0 0,-1 0 0 0 0,0 0 0 0 0,0-1-1 0 0,0 1 1 0 0,0-1 0 0 0,0 0-1 0 0,0 0 1 0 0,-1-1 0 0 0,1 1-1 0 0,-1-1 1 0 0,1 0 0 0 0,-1-1 0 0 0,0 1-1 0 0,0-1 1 0 0,3-4 0 0 0,-3 5-36 0 0,-1-1-1 0 0,0 1 1 0 0,0-1 0 0 0,0 0 0 0 0,-1 0 0 0 0,1 0 0 0 0,-1 0-1 0 0,0-1 1 0 0,0 1 0 0 0,0 0 0 0 0,-1-1 0 0 0,0 0-1 0 0,0 1 1 0 0,0-1 0 0 0,0 0 0 0 0,-1 1 0 0 0,0-1-1 0 0,0 0 1 0 0,0 0 0 0 0,0 1 0 0 0,-1-1 0 0 0,1 0 0 0 0,-1 1-1 0 0,-1-1 1 0 0,1 1 0 0 0,-1-1 0 0 0,1 1 0 0 0,-1-1-1 0 0,-1 1 1 0 0,1 0 0 0 0,-3-4 0 0 0,3 6-5 0 0,1 0 1 0 0,0 1 0 0 0,-1-1-1 0 0,1 0 1 0 0,-1 1-1 0 0,0 0 1 0 0,1-1-1 0 0,-1 1 1 0 0,0 0 0 0 0,0 0-1 0 0,0 0 1 0 0,0 0-1 0 0,0 0 1 0 0,0 0-1 0 0,0 1 1 0 0,0-1 0 0 0,0 1-1 0 0,0-1 1 0 0,-2 1-1 0 0,0 0 31 0 0,-1 0-1 0 0,1 1 0 0 0,0-1 1 0 0,0 1-1 0 0,1 0 0 0 0,-1 0 1 0 0,0 0-1 0 0,0 0 0 0 0,-5 4 1 0 0,-4 2 165 0 0,1 0 0 0 0,1 1 1 0 0,-1 1-1 0 0,-17 17 0 0 0,8-5 128 0 0,1 2-1 0 0,0 0 1 0 0,2 1 0 0 0,-25 45-1 0 0,32-50-181 0 0,1 2-1 0 0,1-1 1 0 0,1 2-1 0 0,1-1 1 0 0,1 1-1 0 0,-7 43 1 0 0,12-57-113 0 0,0 1 0 0 0,1-1 1 0 0,0 1-1 0 0,1 0 0 0 0,0-1 0 0 0,0 1 1 0 0,0-1-1 0 0,1 1 0 0 0,1-1 0 0 0,0 0 1 0 0,4 11-1 0 0,-4-14-23 0 0,1 1 1 0 0,-1-1-1 0 0,1 1 0 0 0,0-1 1 0 0,0 0-1 0 0,1-1 0 0 0,0 1 0 0 0,-1-1 1 0 0,1 0-1 0 0,1 0 0 0 0,-1 0 1 0 0,1-1-1 0 0,-1 0 0 0 0,1 0 1 0 0,10 4-1 0 0,2-2-421 0 0,0 0 0 0 0,0-1 0 0 0,0-1-1 0 0,1-1 1 0 0,-1 0 0 0 0,1-1 0 0 0,37-4 0 0 0,-20-2-2003 0 0,0-1 0 0 0,-1-1 0 0 0,40-15 0 0 0,-18 2-4085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02.0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162 982 2376 0 0,'-30'10'3618'0'0,"-11"3"1592"0"0,-47 22 1 0 0,86-33-4428 0 0,2-2-761 0 0,0 0-1 0 0,0 0 1 0 0,0 1-1 0 0,0-1 1 0 0,0 0-1 0 0,0 1 1 0 0,0-1-1 0 0,0 0 1 0 0,1 0-1 0 0,-1 1 1 0 0,0-1 0 0 0,0 0-1 0 0,0 0 1 0 0,0 1-1 0 0,1-1 1 0 0,-1 0-1 0 0,0 0 1 0 0,0 0-1 0 0,1 0 1 0 0,-1 1-1 0 0,0-1 1 0 0,0 0-1 0 0,1 0 1 0 0,-1 0-1 0 0,0 0 1 0 0,1 0-1 0 0,-1 0 1 0 0,0 0-1 0 0,0 1 1 0 0,1-1 0 0 0,-1 0-1 0 0,0 0 1 0 0,1 0-1 0 0,-1 0 1 0 0,1-1-1 0 0,10 0 190 0 0,-11 1-201 0 0,10-2 116 0 0,-1-1-1 0 0,0 0 0 0 0,0-1 1 0 0,0 0-1 0 0,0 0 0 0 0,0-1 1 0 0,8-6-1 0 0,52-44 156 0 0,-21 10-233 0 0,-2-3 1 0 0,-2-1-1 0 0,-3-2 1 0 0,-2-2-1 0 0,34-60 1 0 0,-17 13-153 0 0,-4-2 1 0 0,39-114-1 0 0,-34 48-100 0 0,-57 167 201 0 0,1 1 1 0 0,-1 0-1 0 0,0 0 0 0 0,0 0 1 0 0,0-1-1 0 0,0 1 1 0 0,0 0-1 0 0,0 0 0 0 0,1 0 1 0 0,-1-1-1 0 0,0 1 0 0 0,0 0 1 0 0,0 0-1 0 0,0-1 1 0 0,0 1-1 0 0,0 0 0 0 0,0 0 1 0 0,0-1-1 0 0,0 1 1 0 0,0 0-1 0 0,0 0 0 0 0,0-1 1 0 0,0 1-1 0 0,0 0 1 0 0,0 0-1 0 0,0-1 0 0 0,-1 1 1 0 0,1 0-1 0 0,0 0 1 0 0,0-1-1 0 0,0 1 0 0 0,0 0 1 0 0,0 0-1 0 0,0 0 1 0 0,-1-1-1 0 0,1 1 0 0 0,0 0 1 0 0,0 0-1 0 0,0 0 0 0 0,-1 0 1 0 0,1 0-1 0 0,0-1 1 0 0,-1 1-1 0 0,-10 8-35 0 0,-12 17 25 0 0,-47 79 289 0 0,4 2 0 0 0,-70 153 0 0 0,70-105-71 0 0,56-125-154 0 0,1 0 0 0 0,1 1-1 0 0,-5 43 1 0 0,12-66-39 0 0,0 1-1 0 0,1-1 1 0 0,0 1 0 0 0,0-1-1 0 0,1 1 1 0 0,0-1 0 0 0,0 1 0 0 0,1-1-1 0 0,0 0 1 0 0,0 1 0 0 0,1-1-1 0 0,4 8 1 0 0,-5-11-21 0 0,1 0 0 0 0,0 0 0 0 0,0 0 1 0 0,0 0-1 0 0,1-1 0 0 0,-1 1 0 0 0,1-1 0 0 0,0 0 0 0 0,0 0 0 0 0,0 0 0 0 0,0-1 1 0 0,0 1-1 0 0,1-1 0 0 0,-1 0 0 0 0,1 0 0 0 0,0-1 0 0 0,-1 1 0 0 0,1-1 0 0 0,6 1 1 0 0,4-1-100 0 0,0 0 1 0 0,0 0 0 0 0,0-2 0 0 0,0 0 0 0 0,-1 0 0 0 0,1-2 0 0 0,0 1 0 0 0,25-10 0 0 0,-5-1-192 0 0,-2-1-1 0 0,46-26 1 0 0,-39 17 99 0 0,-2-2 0 0 0,-1-1 0 0 0,-1-3 0 0 0,-1 0 0 0 0,-2-3 0 0 0,-1 0 0 0 0,47-63 1 0 0,-71 83 262 0 0,0 0 1 0 0,-1-1-1 0 0,0 0 1 0 0,-1 0 0 0 0,-1 0-1 0 0,6-20 1 0 0,-11 31-59 0 0,1 1 1 0 0,-1 0-1 0 0,0 0 1 0 0,0 0-1 0 0,1 0 1 0 0,-1-1-1 0 0,0 1 0 0 0,0 0 1 0 0,0 0-1 0 0,0 0 1 0 0,0-1-1 0 0,-1 1 1 0 0,1 0-1 0 0,0 0 1 0 0,0 0-1 0 0,-1-1 1 0 0,1 1-1 0 0,-1 0 0 0 0,1 0 1 0 0,-1 0-1 0 0,0 0 1 0 0,1 0-1 0 0,-1 0 1 0 0,0 0-1 0 0,1 0 1 0 0,-1 0-1 0 0,0 1 0 0 0,0-1 1 0 0,0 0-1 0 0,0 0 1 0 0,-2 0-1 0 0,2 0 2 0 0,-1 0-1 0 0,0 1 1 0 0,0-1-1 0 0,0 1 1 0 0,0 0 0 0 0,0-1-1 0 0,1 1 1 0 0,-1 0-1 0 0,0 0 1 0 0,0 0-1 0 0,0 0 1 0 0,0 1-1 0 0,0-1 1 0 0,0 1 0 0 0,0-1-1 0 0,1 1 1 0 0,-1-1-1 0 0,0 1 1 0 0,-3 2-1 0 0,-11 7 118 0 0,0 1 1 0 0,0 1-1 0 0,1 0 0 0 0,1 1 0 0 0,0 0 0 0 0,1 2 0 0 0,-19 24 1 0 0,14-12 37 0 0,0 1 1 0 0,1 1 0 0 0,-21 51 0 0 0,33-68-127 0 0,1 1 0 0 0,0-1 1 0 0,0 1-1 0 0,1 0 0 0 0,1 1 0 0 0,0-1 0 0 0,1 0 1 0 0,1 19-1 0 0,0-28-30 0 0,0 1 1 0 0,1-1 0 0 0,0 0-1 0 0,0 0 1 0 0,0 1-1 0 0,0-1 1 0 0,1 0-1 0 0,-1 0 1 0 0,1 0 0 0 0,0-1-1 0 0,0 1 1 0 0,1 0-1 0 0,-1-1 1 0 0,1 1 0 0 0,0-1-1 0 0,0 0 1 0 0,0 0-1 0 0,0 0 1 0 0,0 0 0 0 0,1-1-1 0 0,-1 1 1 0 0,1-1-1 0 0,0 0 1 0 0,0 0 0 0 0,0 0-1 0 0,0 0 1 0 0,0-1-1 0 0,0 0 1 0 0,5 2-1 0 0,4-1-198 0 0,-1-1-1 0 0,1 0 1 0 0,0-1-1 0 0,-1 0 1 0 0,1 0-1 0 0,-1-2 0 0 0,1 0 1 0 0,-1 0-1 0 0,1-1 1 0 0,-1 0-1 0 0,0-1 0 0 0,0-1 1 0 0,11-6-1 0 0,15-8-598 0 0,-1-2 0 0 0,51-38 0 0 0,153-132-438 0 0,-96 45 3147 0 0,-136 135-1403 0 0,0 0 0 0 0,-1 0-1 0 0,12-24 1 0 0,-20 34-504 0 0,1 1-1 0 0,-1-1 1 0 0,0 0 0 0 0,1 1 0 0 0,-1-1-1 0 0,0 1 1 0 0,0-1 0 0 0,0 0-1 0 0,1 1 1 0 0,-1-1 0 0 0,0 0 0 0 0,0 1-1 0 0,0-1 1 0 0,0 0 0 0 0,0 1-1 0 0,0-1 1 0 0,0 0 0 0 0,0 1 0 0 0,0-1-1 0 0,-1 0 1 0 0,1 1 0 0 0,0-1 0 0 0,0 0-1 0 0,0 1 1 0 0,-1-1 0 0 0,1 1-1 0 0,0-1 1 0 0,-1 0 0 0 0,1 1 0 0 0,-1-1-1 0 0,1 1 1 0 0,-1-1 0 0 0,1 1-1 0 0,-1 0 1 0 0,1-1 0 0 0,-1 1 0 0 0,1-1-1 0 0,-1 1 1 0 0,1 0 0 0 0,-1-1 0 0 0,0 1-1 0 0,1 0 1 0 0,-1 0 0 0 0,1 0-1 0 0,-1-1 1 0 0,0 1 0 0 0,1 0 0 0 0,-1 0-1 0 0,0 0 1 0 0,1 0 0 0 0,-1 0-1 0 0,0 0 1 0 0,0 0 0 0 0,-5 0 35 0 0,1 0 0 0 0,0 0 0 0 0,-1 1 0 0 0,1-1 0 0 0,-7 3 0 0 0,6-2-11 0 0,1 1 1 0 0,-1 0 0 0 0,1 0 0 0 0,-1 0-1 0 0,1 1 1 0 0,0 0 0 0 0,0 0 0 0 0,0 0-1 0 0,0 1 1 0 0,1 0 0 0 0,-1 0 0 0 0,1 0-1 0 0,-5 6 1 0 0,6-7-24 0 0,1 1 0 0 0,0 0 0 0 0,0 0 0 0 0,0-1 0 0 0,1 1-1 0 0,-1 0 1 0 0,1 1 0 0 0,0-1 0 0 0,0 0 0 0 0,0 0 0 0 0,1 0 0 0 0,-1 1 0 0 0,1-1-1 0 0,0 0 1 0 0,1 0 0 0 0,-1 1 0 0 0,1-1 0 0 0,-1 0 0 0 0,3 5 0 0 0,6 21 49 0 0,2-2 0 0 0,27 52-1 0 0,9 23 193 0 0,-42-90-8 0 0,-1 0 0 0 0,0 0 0 0 0,-1 1 0 0 0,-1 0 0 0 0,0-1-1 0 0,-1 17 1 0 0,0-27-161 0 0,-1 0 1 0 0,-1 0-1 0 0,1 0 0 0 0,0 0 0 0 0,-1 0 0 0 0,0 0 1 0 0,1-1-1 0 0,-1 1 0 0 0,0 0 0 0 0,-1 0 1 0 0,1-1-1 0 0,0 1 0 0 0,-1-1 0 0 0,1 1 0 0 0,-1-1 1 0 0,0 0-1 0 0,0 1 0 0 0,-2 1 0 0 0,0-1-4 0 0,1-1-1 0 0,-1 1 1 0 0,0-1-1 0 0,0 0 1 0 0,1 0-1 0 0,-1-1 1 0 0,-1 1-1 0 0,1-1 1 0 0,0 0-1 0 0,0 0 1 0 0,-6 0-1 0 0,0 0 5 0 0,-1 0 0 0 0,1-1 0 0 0,0-1 0 0 0,0 0 0 0 0,0 0 0 0 0,-1-1 0 0 0,1 0-1 0 0,1-1 1 0 0,-19-7 0 0 0,21 7-63 0 0,-1-1-1 0 0,1 0 1 0 0,0 0 0 0 0,1 0-1 0 0,-1-1 1 0 0,1 0 0 0 0,0-1-1 0 0,-7-7 1 0 0,11 12-52 0 0,1-1 1 0 0,0 0 0 0 0,0 0 0 0 0,0 0-1 0 0,0 0 1 0 0,0 0 0 0 0,0 0-1 0 0,0-1 1 0 0,1 1 0 0 0,-1 0 0 0 0,1 0-1 0 0,-1-1 1 0 0,1 1 0 0 0,0 0 0 0 0,0 0-1 0 0,0-1 1 0 0,0 1 0 0 0,1 0-1 0 0,-1 0 1 0 0,0-1 0 0 0,1 1 0 0 0,0 0-1 0 0,-1 0 1 0 0,1 0 0 0 0,0 0-1 0 0,0 0 1 0 0,0 0 0 0 0,1 0 0 0 0,-1 0-1 0 0,0 0 1 0 0,1 0 0 0 0,-1 1-1 0 0,4-3 1 0 0,14-16-351 0 0,2 0 0 0 0,0 2 0 0 0,1 1 1 0 0,0 1-1 0 0,2 0 0 0 0,27-13 0 0 0,160-64-349 0 0,-128 59 535 0 0,-25 11 96 0 0,-28 12 304 0 0,-2 0 0 0 0,0-2 1 0 0,0-1-1 0 0,43-30 0 0 0,-71 44-187 0 0,1-1 1 0 0,0 1-1 0 0,-1-1 0 0 0,1 1 1 0 0,0-1-1 0 0,-1 1 1 0 0,1-1-1 0 0,-1 1 0 0 0,1-1 1 0 0,0 0-1 0 0,-1 1 1 0 0,0-1-1 0 0,1 0 0 0 0,-1 1 1 0 0,1-1-1 0 0,-1 0 1 0 0,0 0-1 0 0,1 1 0 0 0,-1-3 1 0 0,0 3-14 0 0,-1 0 0 0 0,1 0 0 0 0,0-1 0 0 0,-1 1-1 0 0,1 0 1 0 0,0 0 0 0 0,-1-1 0 0 0,1 1 0 0 0,-1 0 0 0 0,1 0 0 0 0,-1 0 0 0 0,1-1 0 0 0,0 1 0 0 0,-1 0 0 0 0,1 0 0 0 0,-1 0 0 0 0,1 0 0 0 0,-1 0 0 0 0,1 0 0 0 0,-1 0 0 0 0,1 0 0 0 0,0 0 0 0 0,-1 0 0 0 0,0 1-1 0 0,-4-1 8 0 0,1 1 0 0 0,-1 0 0 0 0,0 0 0 0 0,1 0 0 0 0,-9 4 0 0 0,7-1-7 0 0,-1 0 0 0 0,1 0 0 0 0,0 1 0 0 0,0 0 0 0 0,0 0 0 0 0,1 0 1 0 0,-1 1-1 0 0,1 0 0 0 0,1 0 0 0 0,-1 0 0 0 0,1 1 0 0 0,0-1 0 0 0,0 1 0 0 0,1 0 1 0 0,0 0-1 0 0,0 0 0 0 0,1 1 0 0 0,0-1 0 0 0,0 1 0 0 0,1-1 0 0 0,0 1 0 0 0,0 0 1 0 0,1-1-1 0 0,0 1 0 0 0,1 14 0 0 0,2-5 5 0 0,2 27-9 0 0,1-1-1 0 0,15 48 0 0 0,-18-84 82 0 0,-2-1 0 0 0,1 0 0 0 0,-1 1 0 0 0,0-1 0 0 0,0 1 0 0 0,0-1 0 0 0,-1 1 0 0 0,0-1 0 0 0,-1 1 0 0 0,-1 9 0 0 0,1-12 7 0 0,-1 0-1 0 0,1 0 0 0 0,-1-1 1 0 0,1 1-1 0 0,-1-1 0 0 0,-1 1 1 0 0,1-1-1 0 0,0 1 0 0 0,-1-1 1 0 0,1 0-1 0 0,-1 0 1 0 0,0-1-1 0 0,0 1 0 0 0,0 0 1 0 0,-1-1-1 0 0,1 0 0 0 0,-8 4 1 0 0,-5 2-49 0 0,0-1 1 0 0,-1 0-1 0 0,0-1 1 0 0,0-1 0 0 0,-30 4-1 0 0,33-7-1095 0 0,0-1 0 0 0,1 0-1 0 0,-1-1 1 0 0,-22-3-1 0 0,0-8-7359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02.2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126 115 3084 0 0,'-4'-1'6070'0'0,"-4"-2"-4920"0"0,0 0 1 0 0,0 0-1 0 0,1-1 1 0 0,-1 0-1 0 0,1-1 1 0 0,0 0 0 0 0,0 0-1 0 0,-7-7 1 0 0,5 4-1059 0 0,0-1 0 0 0,-13-16 1 0 0,17 16-3999 0 0,5 7 3125 0 0,-1 0 0 0 0,0 0 0 0 0,1 0 0 0 0,0 0 0 0 0,-1 0 0 0 0,1 0 0 0 0,0-3 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04.2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1 388 0 0,'0'0'7424'0'0,"-17"7"-10964"0"0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8.2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1096 0 0,'0'0'880'0'0,"12"-5"-2008"0"0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22.3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1 556 0 0,'0'0'3004'0'0,"10"5"-2196"0"0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24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1 234 1068 0 0,'5'-17'2780'0'0,"-2"1"-1079"0"0,1 2-853 0 0,-3-1-632 0 0,1 1-488 0 0,-2 2-204 0 0,0-1 124 0 0,0-1 99 0 0,-2 1 189 0 0,2-3 20 0 0,0 1 20 0 0,-1 0 20 0 0,-3 1-52 0 0,4 1-92 0 0,-2 3-380 0 0,1-1-860 0 0,-3-1 788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27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1 228 0 0,'3'13'1716'0'0,"0"-3"-892"0"0,2 2-652 0 0,4-2-1104 0 0,1 1 304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39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0 744 0 0,'0'0'2484'0'0,"-3"9"-3663"0"0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39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0 600 0 0,'-14'4'216'0'0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9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413 394 216 0 0,'29'-64'7926'0'0,"-3"-3"-4606"0"0,-21 50-2695 0 0,-1 1 0 0 0,0-1-1 0 0,-1 1 1 0 0,-1-1-1 0 0,0 0 1 0 0,-1-23 0 0 0,-1 37-581 0 0,0 0 1 0 0,-1 0-1 0 0,1 0 1 0 0,-1 0-1 0 0,1 0 0 0 0,-1 1 1 0 0,0-1-1 0 0,0 0 1 0 0,0 0-1 0 0,0 0 1 0 0,0 1-1 0 0,-1-1 0 0 0,0 1 1 0 0,1-1-1 0 0,-1 1 1 0 0,0-1-1 0 0,0 1 1 0 0,0 0-1 0 0,0 0 0 0 0,0 0 1 0 0,-1 0-1 0 0,1 0 1 0 0,-1 1-1 0 0,1-1 1 0 0,-1 1-1 0 0,0 0 0 0 0,1-1 1 0 0,-1 1-1 0 0,0 0 1 0 0,0 1-1 0 0,0-1 1 0 0,0 0-1 0 0,0 1 0 0 0,0 0 1 0 0,0 0-1 0 0,-5 0 1 0 0,-4 0-24 0 0,0 1 0 0 0,1 1 1 0 0,-1 0-1 0 0,0 1 0 0 0,1 0 0 0 0,0 0 1 0 0,-21 10-1 0 0,8 0-4 0 0,0 0 0 0 0,1 1 0 0 0,1 2 0 0 0,0 0 0 0 0,1 1 0 0 0,1 1 0 0 0,1 1 1 0 0,0 1-1 0 0,1 0 0 0 0,2 2 0 0 0,0 0 0 0 0,-13 24 0 0 0,25-37-9 0 0,0-1 0 0 0,0 1-1 0 0,1 0 1 0 0,0 0 0 0 0,0 0 0 0 0,1 1 0 0 0,0-1-1 0 0,1 1 1 0 0,-1 9 0 0 0,2-16-2 0 0,0 0 0 0 0,1 1 0 0 0,-1-1 1 0 0,0 0-1 0 0,1 1 0 0 0,0-1 0 0 0,0 0 0 0 0,0 0 0 0 0,0 0 0 0 0,0 1 0 0 0,1-1 0 0 0,-1 0 1 0 0,1-1-1 0 0,0 1 0 0 0,0 0 0 0 0,0 0 0 0 0,0-1 0 0 0,0 0 0 0 0,1 1 0 0 0,-1-1 0 0 0,1 0 1 0 0,0 0-1 0 0,-1 0 0 0 0,1 0 0 0 0,0-1 0 0 0,0 1 0 0 0,0-1 0 0 0,6 2 0 0 0,0 0 2 0 0,0 0 0 0 0,0-1 0 0 0,0 0 0 0 0,0-1 0 0 0,1 0 0 0 0,-1 0 0 0 0,1-1 0 0 0,-1-1 0 0 0,0 1 0 0 0,1-1 0 0 0,-1-1 0 0 0,13-3 0 0 0,-10 1-6 0 0,-1-1 1 0 0,0 0 0 0 0,0-1-1 0 0,0 0 1 0 0,-1 0-1 0 0,0-1 1 0 0,0 0 0 0 0,14-15-1 0 0,-4 1-1 0 0,-1-1 0 0 0,-2-1-1 0 0,0 0 1 0 0,-1-2 0 0 0,-1 0 0 0 0,-2 0-1 0 0,14-37 1 0 0,30-102 1505 0 0,-56 162-1423 0 0,-11 33 19 0 0,6-20-58 0 0,-5 17-38 0 0,2 2 0 0 0,1-1-1 0 0,1 1 1 0 0,1 0-1 0 0,1 49 1 0 0,3-64 7 0 0,1 0 1 0 0,1 0-1 0 0,0 0 1 0 0,1-1-1 0 0,0 1 1 0 0,1-1-1 0 0,1 1 1 0 0,0-1-1 0 0,1-1 1 0 0,13 22-1 0 0,-16-29-195 0 0,1 0 0 0 0,0 0 0 0 0,1-1 0 0 0,-1 1-1 0 0,1-1 1 0 0,0-1 0 0 0,0 1 0 0 0,1-1 0 0 0,0 1 0 0 0,-1-2 0 0 0,1 1 0 0 0,0-1-1 0 0,1 0 1 0 0,-1 0 0 0 0,1 0 0 0 0,-1-1 0 0 0,1 0 0 0 0,0 0 0 0 0,0-1-1 0 0,0 0 1 0 0,0 0 0 0 0,0-1 0 0 0,0 0 0 0 0,13-1 0 0 0,-13 0-94 0 0,0 0 1 0 0,-1-1-1 0 0,0 0 1 0 0,1 0 0 0 0,-1 0-1 0 0,0-1 1 0 0,0 0-1 0 0,0 0 1 0 0,0 0-1 0 0,-1-1 1 0 0,7-5 0 0 0,-3 2 5 0 0,-1-2 1 0 0,0 1 0 0 0,0-1-1 0 0,0 0 1 0 0,10-18 0 0 0,-2-3 189 0 0,-1-1 0 0 0,-2 0 1 0 0,14-45-1 0 0,49-187 4490 0 0,-73 250-4183 0 0,-2 9-137 0 0,1-1 0 0 0,-1 1 0 0 0,1 0 0 0 0,0-1 0 0 0,0 1 0 0 0,3-5-1 0 0,-4 7-11 0 0,1 4-15 0 0,1 0-36 0 0,-1 0 0 0 0,1 0 0 0 0,-1 0 0 0 0,0 0 0 0 0,0 1 0 0 0,0-1 0 0 0,0 1 0 0 0,-1 0 0 0 0,1-1 0 0 0,-1 1-1 0 0,0 0 1 0 0,1 0 0 0 0,-1 0 0 0 0,0 0 0 0 0,-1 0 0 0 0,1 0 0 0 0,0 0 0 0 0,-1 4 0 0 0,2 13 383 0 0,-1 34 0 0 0,-1-36-269 0 0,-1 8 11 0 0,-1 1-1 0 0,-2-1 1 0 0,0 0 0 0 0,-9 27 0 0 0,-39 98 2319 0 0,52-151-2448 0 0,0 1 0 0 0,0-1-1 0 0,0 1 1 0 0,-1-1 0 0 0,1 1-1 0 0,0-1 1 0 0,0 1 0 0 0,-1-1-1 0 0,1 1 1 0 0,0-1 0 0 0,0 1-1 0 0,-1-1 1 0 0,1 0 0 0 0,-1 1-1 0 0,1-1 1 0 0,0 1 0 0 0,-1-1 0 0 0,1 0-1 0 0,-1 1 1 0 0,1-1 0 0 0,-1 0-1 0 0,1 0 1 0 0,-1 1 0 0 0,1-1-1 0 0,-1 0 1 0 0,1 0 0 0 0,-1 0-1 0 0,1 0 1 0 0,-1 0 0 0 0,1 0-1 0 0,-1 0 1 0 0,1 0 0 0 0,-1 0-1 0 0,0 0 1 0 0,1 0 0 0 0,-1 0 0 0 0,1 0-1 0 0,-1 0 1 0 0,1 0 0 0 0,-1 0-1 0 0,0-1 1 0 0,0 0-7 0 0,0 1 0 0 0,0-1-1 0 0,0 0 1 0 0,0 1 0 0 0,1-1 0 0 0,-1 0 0 0 0,0 0-1 0 0,0 0 1 0 0,1 0 0 0 0,-1 0 0 0 0,0 0-1 0 0,1 0 1 0 0,-1 0 0 0 0,1 0 0 0 0,-1 0 0 0 0,1 0-1 0 0,0 0 1 0 0,-1-2 0 0 0,0-9 14 0 0,1 0 0 0 0,0 0 0 0 0,1 0 1 0 0,0 0-1 0 0,1 0 0 0 0,6-22 0 0 0,-1 9-14 0 0,2 0-1 0 0,13-27 1 0 0,-13 35-24 0 0,0 1 1 0 0,1 0-1 0 0,1 0 1 0 0,0 1-1 0 0,1 1 1 0 0,1 0-1 0 0,0 0 1 0 0,23-17-1 0 0,-29 25 9 0 0,1 0-1 0 0,0 1 1 0 0,1 0 0 0 0,0 0-1 0 0,-1 1 1 0 0,1 0-1 0 0,1 1 1 0 0,-1-1-1 0 0,0 2 1 0 0,1-1 0 0 0,-1 2-1 0 0,1-1 1 0 0,0 1-1 0 0,0 0 1 0 0,0 1 0 0 0,-1 1-1 0 0,1-1 1 0 0,10 3-1 0 0,-14-2 2 0 0,0 1-1 0 0,0-1 0 0 0,-1 1 1 0 0,1 1-1 0 0,-1-1 0 0 0,1 1 0 0 0,-1 0 1 0 0,0 0-1 0 0,0 0 0 0 0,0 1 1 0 0,-1 0-1 0 0,1 0 0 0 0,7 9 1 0 0,-7-7 1 0 0,-1 1 1 0 0,0 0-1 0 0,0 0 1 0 0,-1 0-1 0 0,0 0 1 0 0,0 0-1 0 0,0 1 1 0 0,-1-1-1 0 0,2 13 1 0 0,-2 0 2 0 0,0 0 0 0 0,-2 0 0 0 0,0 0 0 0 0,-2-1 1 0 0,0 1-1 0 0,-1 0 0 0 0,-8 28 0 0 0,0-13-496 0 0,7-26 154 0 0,1 1 0 0 0,0-1 0 0 0,1 1 0 0 0,-1 0 1 0 0,2 0-1 0 0,0 0 0 0 0,0 0 0 0 0,1 11 0 0 0,0-19 80 0 0,0 0 0 0 0,1 0 1 0 0,0 0-1 0 0,-1 0 0 0 0,1 0 0 0 0,0 0 0 0 0,0 0 0 0 0,0-1 1 0 0,0 1-1 0 0,0 0 0 0 0,1-1 0 0 0,-1 1 0 0 0,1-1 1 0 0,-1 1-1 0 0,1-1 0 0 0,-1 0 0 0 0,3 2 0 0 0,0 0-624 0 0,0-1 0 0 0,0 0 0 0 0,1 0 0 0 0,-1 0 0 0 0,1-1 0 0 0,5 2-1 0 0,12 1-4486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9.6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333 923 388 0 0,'13'-24'3507'0'0,"0"-1"1"0"0,16-49-1 0 0,-25 62-2570 0 0,-1 0-1 0 0,-1 0 0 0 0,0 0 1 0 0,1-20-1 0 0,-3 24-490 0 0,-1 0 0 0 0,0 0 0 0 0,0 0 0 0 0,-3-12 0 0 0,3 18-415 0 0,1 1 1 0 0,0 0-1 0 0,-1 0 1 0 0,0 0 0 0 0,1 0-1 0 0,-1 0 1 0 0,0 0-1 0 0,1 0 1 0 0,-1 0-1 0 0,0 0 1 0 0,0 0 0 0 0,0 0-1 0 0,0 0 1 0 0,0 0-1 0 0,0 1 1 0 0,0-1-1 0 0,0 0 1 0 0,0 1 0 0 0,0-1-1 0 0,0 1 1 0 0,0-1-1 0 0,-1 1 1 0 0,1-1 0 0 0,0 1-1 0 0,0 0 1 0 0,0 0-1 0 0,-1-1 1 0 0,1 1-1 0 0,0 0 1 0 0,-1 0 0 0 0,1 0-1 0 0,0 1 1 0 0,0-1-1 0 0,-1 0 1 0 0,1 0 0 0 0,0 1-1 0 0,0-1 1 0 0,0 1-1 0 0,-2 0 1 0 0,-29 13 65 0 0,16-4 35 0 0,-14 13 106 0 0,0 2 0 0 0,2 0 1 0 0,1 2-1 0 0,1 1 0 0 0,-27 37 0 0 0,35-41-98 0 0,0 2 0 0 0,-15 30 1 0 0,26-42-100 0 0,0 1 1 0 0,1-1 0 0 0,1 1 0 0 0,0 0-1 0 0,-5 31 1 0 0,10-42-31 0 0,-1 0-1 0 0,1 0 1 0 0,-1-1 0 0 0,1 1 0 0 0,1 0-1 0 0,-1 0 1 0 0,0 0 0 0 0,1 0-1 0 0,0 0 1 0 0,0-1 0 0 0,0 1 0 0 0,0 0-1 0 0,1-1 1 0 0,-1 1 0 0 0,1-1 0 0 0,0 1-1 0 0,0-1 1 0 0,0 0 0 0 0,1 0-1 0 0,-1 0 1 0 0,1 0 0 0 0,-1 0 0 0 0,1 0-1 0 0,0-1 1 0 0,0 0 0 0 0,0 1 0 0 0,1-1-1 0 0,-1 0 1 0 0,0 0 0 0 0,1-1-1 0 0,7 3 1 0 0,-4-2 4 0 0,1 0-1 0 0,-1 0 1 0 0,1-1-1 0 0,-1 0 1 0 0,1-1-1 0 0,0 0 0 0 0,-1 0 1 0 0,1 0-1 0 0,-1-1 1 0 0,1 0-1 0 0,-1-1 1 0 0,1 0-1 0 0,-1 0 1 0 0,0 0-1 0 0,10-5 1 0 0,1-4 5 0 0,-1 0 1 0 0,0 0 0 0 0,0-2-1 0 0,-1 0 1 0 0,-1-1 0 0 0,0-1-1 0 0,-1 0 1 0 0,-1-1 0 0 0,0 0-1 0 0,-1-1 1 0 0,14-26 0 0 0,6-20-38 0 0,46-128 0 0 0,-78 190 17 0 0,34-95 90 0 0,-5-2-1 0 0,-4-1 1 0 0,-4-1 0 0 0,11-154 0 0 0,-31 246-69 0 0,0-1-5 0 0,0 1 0 0 0,-1-1 0 0 0,0 0 0 0 0,-1 1 0 0 0,1-1 0 0 0,-4-13 0 0 0,4 22-16 0 0,-1-1 0 0 0,1 1 1 0 0,0 0-1 0 0,-1-1 1 0 0,1 1-1 0 0,0-1 0 0 0,-1 1 1 0 0,1 0-1 0 0,-1-1 0 0 0,1 1 1 0 0,-1 0-1 0 0,1-1 0 0 0,0 1 1 0 0,-1 0-1 0 0,1 0 0 0 0,-1-1 1 0 0,1 1-1 0 0,-1 0 0 0 0,0 0 1 0 0,1 0-1 0 0,-1 0 1 0 0,1 0-1 0 0,-1 0 0 0 0,1 0 1 0 0,-1 0-1 0 0,1 0 0 0 0,-1 0 1 0 0,1 0-1 0 0,-1 0 0 0 0,0 0 1 0 0,1 0-1 0 0,-1 0 0 0 0,1 1 1 0 0,-1-1-1 0 0,1 0 1 0 0,-1 0-1 0 0,1 1 0 0 0,0-1 1 0 0,-2 1-1 0 0,-16 12-22 0 0,6 1 4 0 0,1 1 0 0 0,1-1 0 0 0,0 2 0 0 0,1-1 0 0 0,1 1 1 0 0,0 1-1 0 0,1 0 0 0 0,-5 18 0 0 0,-1 13 39 0 0,-12 83-1 0 0,16-70 80 0 0,4 0 0 0 0,3 89 0 0 0,4-114-116 0 0,1-1 0 0 0,2 1 0 0 0,2-1 1 0 0,1 0-1 0 0,20 55 0 0 0,-20-74-401 0 0,-1 0-1 0 0,2 0 1 0 0,0 0-1 0 0,1-1 1 0 0,0-1-1 0 0,1 1 1 0 0,18 16-1 0 0,-14-17-1783 0 0,0-1 0 0 0,0-1 0 0 0,30 18 0 0 0,-1-5-6113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6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14 568 0 0,'0'0'1764'0'0,"5"-9"-124"0"0,0 4-1352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7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4 876 0 0,'0'0'4432'0'0,"12"-4"-3143"0"0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0.5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1 304 0 0,'0'0'5421'0'0,"14"1"-8050"0"0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0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1432 0 0,'0'0'3921'0'0,"3"-1"-3650"0"0,0 1-291 0 0,2-1 175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1 568 0 0,'0'0'3512'0'0,"2"1"-3480"0"0,2 2-8 0 0,-3-2 19 0 0,8 2-2670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11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0 328 0 0,'0'0'4648'0'0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2.3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27 1736 0 0,'0'-14'10598'0'0,"-1"1"-6379"0"0,-2 19-1901 0 0,-1 23-540 0 0,-20 319 3377 0 0,7-159-4619 0 0,15-168-513 0 0,1-11-1116 0 0,0-1-1 0 0,1 1 1 0 0,1 10-1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2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2888 0 0,'2'-35'8035'0'0,"0"24"-4492"0"0,-2 1 1 0 0,-1-28 3720 0 0,0 46-5236 0 0,14 161 2077 0 0,-10-87-3883 0 0,-9 95-1 0 0,5-165-1414 0 0,-1 8-1757 0 0,2-4-2332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2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70 2732 0 0,'17'-70'21684'0'0,"-15"80"-20646"0"0,-1 0 0 0 0,-1 0 0 0 0,0 0 0 0 0,0 0 0 0 0,-3 17 0 0 0,0 8 227 0 0,-30 369-412 0 0,30-376-848 0 0,-18 139-36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3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96 2992 0 0,'0'-80'14354'0'0,"0"79"-14286"0"0,0 0 1 0 0,0 1 0 0 0,0-1-1 0 0,0 1 1 0 0,0-1 0 0 0,0 0-1 0 0,1 1 1 0 0,-1-1-1 0 0,0 1 1 0 0,0-1 0 0 0,0 1-1 0 0,1-1 1 0 0,-1 1 0 0 0,0-1-1 0 0,0 1 1 0 0,1-1 0 0 0,-1 1-1 0 0,1-1 1 0 0,-1 1 0 0 0,0-1-1 0 0,1 1 1 0 0,-1 0 0 0 0,1-1-1 0 0,-1 1 1 0 0,1 0 0 0 0,-1-1-1 0 0,2 1 1 0 0,17-1 844 0 0,18 12-198 0 0,-12 0-461 0 0,-1 1 0 0 0,-1 2-1 0 0,0 0 1 0 0,-1 1 0 0 0,0 2 0 0 0,36 35 0 0 0,-34-27-112 0 0,-1 1 1 0 0,-2 1-1 0 0,-1 2 1 0 0,33 60-1 0 0,-34-51-72 0 0,-2 2 1 0 0,-1 0-1 0 0,-3 1 0 0 0,-1 0 1 0 0,-2 1-1 0 0,-2 0 0 0 0,-2 0 1 0 0,-1 1-1 0 0,-2 55 0 0 0,-6-57-32 0 0,-1 0-1 0 0,-1 1 1 0 0,-3-2-1 0 0,-22 72 1 0 0,11-60 148 0 0,-2-1 0 0 0,-3-1-1 0 0,-32 53 1 0 0,13-37-1079 0 0,-83 99 0 0 0,-68 38-6508 0 0,152-165 2073 0 0,3-4-2772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4.5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304 224 1308 0 0,'14'-3'11226'0'0,"-5"7"-7175"0"0,-10-4-3870 0 0,0 1 0 0 0,0-1-1 0 0,0 0 1 0 0,0 1 0 0 0,0-1 0 0 0,0 0 0 0 0,0 0 0 0 0,0 1-1 0 0,0-1 1 0 0,0 0 0 0 0,0 0 0 0 0,0 0 0 0 0,0 0 0 0 0,0-1-1 0 0,0 1 1 0 0,0 0 0 0 0,0 0 0 0 0,0-1 0 0 0,0 1-1 0 0,0 0 1 0 0,0-1 0 0 0,1 1 0 0 0,-1-1 0 0 0,0 1 0 0 0,-2-2 0 0 0,-27-19-444 0 0,23 16 571 0 0,-72-61-135 0 0,77 65-193 0 0,2 1 18 0 0,0 0 1 0 0,-1-1 0 0 0,1 1 0 0 0,0 0-1 0 0,-1-1 1 0 0,1 1 0 0 0,0 0-1 0 0,0-1 1 0 0,-1 1 0 0 0,1 0 0 0 0,0-1-1 0 0,0 1 1 0 0,0 0 0 0 0,0-1-1 0 0,0 1 1 0 0,-1-1 0 0 0,1 1 0 0 0,0 0-1 0 0,0-1 1 0 0,0 1 0 0 0,0-1-1 0 0,0 1 1 0 0,0 0 0 0 0,0-1 0 0 0,0 1-1 0 0,0-1 1 0 0,1 1 0 0 0,-1 0-1 0 0,0-1 1 0 0,0 1 0 0 0,0-1 0 0 0,0 1-1 0 0,0 0 1 0 0,1-1 0 0 0,-1 1 0 0 0,0 0-1 0 0,0-1 1 0 0,1 1 0 0 0,-1 0-1 0 0,0 0 1 0 0,1-1 0 0 0,-1 1 0 0 0,0 0-1 0 0,1 0 1 0 0,-1-1 0 0 0,0 1-1 0 0,1 0 1 0 0,-1 0 0 0 0,0 0 0 0 0,1-1-1 0 0,25-7-3 0 0,1 0 0 0 0,0 2-1 0 0,51-6 1 0 0,-71 11 1 0 0,332-35-520 0 0,-332 35 533 0 0,7-3-7 0 0,-12 3 0 0 0,18-12 1 0 0,-13 3-18 0 0,-6 5 19 0 0,-1 5-6 0 0,-1 0 1 0 0,1 0-1 0 0,0 0 0 0 0,0 0 0 0 0,0 0 1 0 0,-1 0-1 0 0,1 1 0 0 0,0-1 0 0 0,0 0 1 0 0,0 0-1 0 0,-1 0 0 0 0,1 0 0 0 0,0 0 1 0 0,0 0-1 0 0,0 0 0 0 0,-1 0 0 0 0,1 0 1 0 0,0 0-1 0 0,0 0 0 0 0,-1 0 0 0 0,1 0 1 0 0,0 0-1 0 0,0 0 0 0 0,0-1 0 0 0,-1 1 1 0 0,1 0-1 0 0,0 0 0 0 0,0 0 0 0 0,0 0 1 0 0,0 0-1 0 0,-1 0 0 0 0,1 0 0 0 0,0-1 0 0 0,0 1 1 0 0,0 0-1 0 0,0 0 0 0 0,-1 0 0 0 0,1 0 1 0 0,0-1-1 0 0,0 1 0 0 0,0 0 0 0 0,0 0 1 0 0,0 0-1 0 0,0-1 0 0 0,0 1 0 0 0,0 0 1 0 0,0 0-1 0 0,0 0 0 0 0,0-1 0 0 0,0 1 1 0 0,0 0-1 0 0,0 0 0 0 0,0 0 0 0 0,0-1 1 0 0,0 1-1 0 0,0 0 0 0 0,0 0 0 0 0,0 0 1 0 0,0-1-1 0 0,0 1 0 0 0,-13 13-11 0 0,1 9 15 0 0,1 1 1 0 0,2 0-1 0 0,-14 46 0 0 0,-9 77 95 0 0,18-76-47 0 0,-7 45-16 0 0,14-66 56 0 0,-2 0 0 0 0,-3 0 0 0 0,-30 81 0 0 0,36-115 273 0 0,-2 0-1 0 0,0 0 1 0 0,0-1-1 0 0,-1 0 1 0 0,-13 14 0 0 0,17-23-211 0 0,0 1 0 0 0,-1-1 0 0 0,0 0 0 0 0,0 0 0 0 0,0-1 0 0 0,0 0 0 0 0,-1 0 1 0 0,1 0-1 0 0,-1-1 0 0 0,0 0 0 0 0,0-1 0 0 0,0 1 0 0 0,-12 1 0 0 0,4-2-48 0 0,-1 0 0 0 0,0-1 0 0 0,1-1 0 0 0,-1-1 0 0 0,-22-3 0 0 0,-78-21 48 0 0,100 21-137 0 0,-6-1-377 0 0,1-1-1 0 0,-1-2 0 0 0,-23-10 1 0 0,43 16-305 0 0,-3-5-2084 0 0,13 1 953 0 0,0 1 0 0 0,1 0 0 0 0,16-7 0 0 0,3-1-3730 0 0,-6 0-881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5.4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100 102 852 0 0,'41'-102'17301'0'0,"-33"131"-14912"0"0,-10 47-470 0 0,-17 109 0 0 0,-30 71-1215 0 0,43-226-567 0 0,-63 245 1348 0 0,66-270-323 0 0,3-13-864 0 0,3-15-218 0 0,9-15-95 0 0,3 1 1 0 0,1 0-1 0 0,1 2 1 0 0,2 0-1 0 0,2 1 1 0 0,1 1-1 0 0,1 0 1 0 0,37-37-1 0 0,-57 66 2 0 0,2 0 1 0 0,-1 1-1 0 0,0-1 0 0 0,1 1 0 0 0,-1-1 0 0 0,1 1 0 0 0,0 1 1 0 0,0-1-1 0 0,0 1 0 0 0,1 0 0 0 0,-1 0 0 0 0,0 0 0 0 0,1 1 1 0 0,-1 0-1 0 0,10-1 0 0 0,-12 2 12 0 0,-1 0 0 0 0,1 0 0 0 0,-1 1 0 0 0,1-1 0 0 0,-1 1-1 0 0,1 0 1 0 0,-1-1 0 0 0,0 1 0 0 0,0 0 0 0 0,1 0 0 0 0,-1 0 0 0 0,0 1 0 0 0,0-1 0 0 0,0 1 0 0 0,0-1 0 0 0,0 1 0 0 0,0-1 0 0 0,-1 1 0 0 0,4 3-1 0 0,0 3 0 0 0,0-1-1 0 0,0 1 0 0 0,7 12 0 0 0,-8-9 9 0 0,1 0-1 0 0,-2 1 1 0 0,1-1 0 0 0,-1 1 0 0 0,-1 0 0 0 0,0-1 0 0 0,-1 1 0 0 0,0 13 0 0 0,-9 100 174 0 0,2-66-206 0 0,3 24 65 0 0,3-82-38 0 0,0 0 0 0 0,0-1 0 0 0,0 1 0 0 0,1 0-1 0 0,-1 0 1 0 0,0 0 0 0 0,0-1 0 0 0,1 1 0 0 0,-1 0 0 0 0,0-1-1 0 0,1 1 1 0 0,-1 0 0 0 0,1-1 0 0 0,-1 1 0 0 0,1 0 0 0 0,-1-1 0 0 0,1 1-1 0 0,-1-1 1 0 0,1 1 0 0 0,0-1 0 0 0,-1 1 0 0 0,1-1 0 0 0,0 1-1 0 0,-1-1 1 0 0,1 0 0 0 0,0 1 0 0 0,0-1 0 0 0,-1 0 0 0 0,1 0-1 0 0,0 1 1 0 0,0-1 0 0 0,0 0 0 0 0,-1 0 0 0 0,1 0 0 0 0,0 0-1 0 0,0 0 1 0 0,0 0 0 0 0,0-1 0 0 0,29-3-65 0 0,-29 3 58 0 0,14-3-113 0 0,-1-2-1 0 0,1 0 1 0 0,-1 0 0 0 0,0-2-1 0 0,18-12 1 0 0,59-50-359 0 0,-67 49 403 0 0,-1-1 1 0 0,-1 0 0 0 0,22-30-1 0 0,-36 42 82 0 0,0-1-1 0 0,-1 0 0 0 0,-1 0 1 0 0,0-1-1 0 0,0 1 0 0 0,-1-1 0 0 0,0-1 1 0 0,-1 1-1 0 0,-1-1 0 0 0,3-19 1 0 0,-5 32-8 0 0,-1-1 0 0 0,0 0 0 0 0,0 0 0 0 0,0 0 0 0 0,0 0-1 0 0,0 0 1 0 0,0 0 0 0 0,0 0 0 0 0,0 1 0 0 0,0-1 0 0 0,0 0 0 0 0,0 0 0 0 0,-1 0 0 0 0,1 0 0 0 0,0 0 0 0 0,0 1 0 0 0,-1-1 0 0 0,1 0 0 0 0,-1 0 0 0 0,1 1 0 0 0,-1-1 0 0 0,1 0 0 0 0,-1 1 0 0 0,1-1 0 0 0,-1 0-1 0 0,-1 0 1 0 0,1 1 2 0 0,0-1 0 0 0,0 1 0 0 0,-1 0 0 0 0,1 0 0 0 0,0 0 0 0 0,0 0 0 0 0,0 0 0 0 0,-1 0 0 0 0,1 0 0 0 0,0 0 0 0 0,0 1 0 0 0,0-1-1 0 0,0 0 1 0 0,0 1 0 0 0,-1-1 0 0 0,0 2 0 0 0,-6 2 2 0 0,1 0-1 0 0,0 1 0 0 0,1-1 1 0 0,-10 9-1 0 0,3 0 11 0 0,1 0 1 0 0,0 1-1 0 0,1 0 1 0 0,1 1-1 0 0,-17 31 0 0 0,23-38 5 0 0,0 0-1 0 0,0 1 1 0 0,1-1-1 0 0,0 1 0 0 0,1 0 1 0 0,0 0-1 0 0,0 0 1 0 0,1 0-1 0 0,0 0 0 0 0,1 1 1 0 0,0-1-1 0 0,0 0 1 0 0,3 13-1 0 0,-1-16-5 0 0,-1-1 0 0 0,1 1 0 0 0,0-1-1 0 0,1 0 1 0 0,-1 1 0 0 0,1-1 0 0 0,0 0-1 0 0,0-1 1 0 0,1 1 0 0 0,-1-1 0 0 0,1 1 0 0 0,6 4-1 0 0,-2-2 7 0 0,1-1-1 0 0,-1 0 0 0 0,1-1 1 0 0,0 0-1 0 0,0 0 1 0 0,14 4-1 0 0,5 0-24 0 0,0-1 0 0 0,1-2 0 0 0,55 6 0 0 0,-41-9-988 0 0,0-1 0 0 0,60-5 0 0 0,-78 0-1314 0 0,42-11-1 0 0,-49 9-764 0 0,0-1 0 0 0,33-16 0 0 0,-28 9-4930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6.0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89 1700 0 0,'0'-6'1015'0'0,"-1"0"-1"0"0,1-1 0 0 0,0 1 1 0 0,0-1-1 0 0,0 1 1 0 0,1 0-1 0 0,0-1 1 0 0,3-8-1 0 0,-4 14-850 0 0,1-1 1 0 0,0 1-1 0 0,-1 0 0 0 0,1-1 0 0 0,0 1 1 0 0,0 0-1 0 0,0-1 0 0 0,0 1 1 0 0,0 0-1 0 0,0 0 0 0 0,0 0 0 0 0,0 0 1 0 0,0 0-1 0 0,1 0 0 0 0,-1 0 0 0 0,3-1 1 0 0,-2 2-91 0 0,0-1 1 0 0,0 1-1 0 0,0-1 1 0 0,0 1-1 0 0,0 0 1 0 0,0 0-1 0 0,0 0 1 0 0,0 0 0 0 0,0 0-1 0 0,0 1 1 0 0,1-1-1 0 0,-1 1 1 0 0,0-1-1 0 0,0 1 1 0 0,3 1-1 0 0,2 2 49 0 0,0 0-1 0 0,0 0 1 0 0,0 0-1 0 0,-1 1 1 0 0,1 0-1 0 0,-1 0 1 0 0,0 1-1 0 0,-1-1 1 0 0,6 8-1 0 0,1 2 44 0 0,-2 0-1 0 0,17 30 0 0 0,-18-28 30 0 0,-1-1 0 0 0,-1 1 0 0 0,-1 0-1 0 0,0 0 1 0 0,-1 1 0 0 0,-1-1 0 0 0,0 1-1 0 0,-2 0 1 0 0,0 1 0 0 0,-1-1 0 0 0,-1 0 0 0 0,0 0-1 0 0,-6 35 1 0 0,5-50 8 0 0,0 0 0 0 0,0-1 0 0 0,0 1 0 0 0,0 0 0 0 0,-1-1 0 0 0,1 1 0 0 0,-4 4 0 0 0,-4-3 657 0 0,9-4-850 0 0,-1 0 0 0 0,0 0-1 0 0,1-1 1 0 0,-1 1 0 0 0,1-1-1 0 0,0 1 1 0 0,-1 0 0 0 0,1-1 0 0 0,-1 1-1 0 0,1-1 1 0 0,0 1 0 0 0,-1-1 0 0 0,1 1-1 0 0,0-1 1 0 0,-1 1 0 0 0,1-1 0 0 0,0 0-1 0 0,0 1 1 0 0,0-1 0 0 0,-1 1 0 0 0,1-2-1 0 0,-2-7 31 0 0,0-1 0 0 0,1 0 0 0 0,0 1 0 0 0,1-1-1 0 0,0 0 1 0 0,0 0 0 0 0,1 0 0 0 0,0 1 0 0 0,4-13 0 0 0,1-5-19 0 0,2 2 1 0 0,12-29 0 0 0,-11 33-25 0 0,20-34 1 0 0,-26 49-4 0 0,1 0 0 0 0,0 1 1 0 0,0-1-1 0 0,0 1 0 0 0,1 0 0 0 0,0 0 0 0 0,0 1 0 0 0,0 0 0 0 0,0-1 0 0 0,8-3 0 0 0,-10 8-93 0 0,0-1-1 0 0,0 1 1 0 0,0-1-1 0 0,0 1 1 0 0,0 0-1 0 0,0 0 1 0 0,0 0-1 0 0,0 1 1 0 0,0-1-1 0 0,0 1 1 0 0,0 0-1 0 0,0 0 1 0 0,0 0-1 0 0,0 0 1 0 0,0 0-1 0 0,-1 0 1 0 0,1 1-1 0 0,0 0 1 0 0,3 3-1 0 0,49 44-4476 0 0,-40-34 1800 0 0,0-1 0 0 0,26 18 0 0 0,-19-19-2281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7.6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274 585 1636 0 0,'4'-12'1654'0'0,"-1"0"0"0"0,0 0 0 0 0,-1 0-1 0 0,0-1 1 0 0,0-13 0 0 0,-2 22-1408 0 0,0 0 0 0 0,0 0 0 0 0,0 0 0 0 0,0 0 0 0 0,-1 0 0 0 0,0 0 0 0 0,0 0 0 0 0,0 0 0 0 0,0 0 0 0 0,-1 1 0 0 0,1-1 0 0 0,-1 0 0 0 0,0 1 0 0 0,0-1 0 0 0,-1 1 0 0 0,1 0 0 0 0,0 0 0 0 0,-1-1 0 0 0,-5-3 1 0 0,7 7-215 0 0,0-1 1 0 0,-1 1-1 0 0,1-1 1 0 0,0 1 0 0 0,-1 0-1 0 0,1-1 1 0 0,0 1 0 0 0,-1 0-1 0 0,1 0 1 0 0,-1 0 0 0 0,1 0-1 0 0,0 0 1 0 0,-1 0 0 0 0,1 1-1 0 0,0-1 1 0 0,-3 1 0 0 0,-20 8 388 0 0,11-1-301 0 0,0 0-1 0 0,0 1 1 0 0,1 0 0 0 0,0 1 0 0 0,1 1 0 0 0,0-1 0 0 0,0 2 0 0 0,1 0 0 0 0,-10 16 0 0 0,7-8-80 0 0,1 0-1 0 0,1 1 1 0 0,0 0-1 0 0,2 0 1 0 0,-10 34-1 0 0,17-48-23 0 0,0 1-1 0 0,1-1 1 0 0,0 1 0 0 0,0 0-1 0 0,0 0 1 0 0,1 0-1 0 0,0-1 1 0 0,1 1-1 0 0,0 0 1 0 0,0 0-1 0 0,3 9 1 0 0,-3-14-8 0 0,1 1-1 0 0,-1-1 1 0 0,1 1 0 0 0,0-1 0 0 0,0 1 0 0 0,0-1-1 0 0,0 0 1 0 0,0 0 0 0 0,1 0 0 0 0,0 0 0 0 0,-1-1-1 0 0,1 1 1 0 0,0-1 0 0 0,0 1 0 0 0,0-1 0 0 0,1 0-1 0 0,-1 0 1 0 0,1 0 0 0 0,-1-1 0 0 0,1 1 0 0 0,-1-1-1 0 0,1 0 1 0 0,0 0 0 0 0,5 1 0 0 0,-3-2-18 0 0,-1 1-1 0 0,1 0 1 0 0,0-1 0 0 0,0 0 0 0 0,0-1-1 0 0,-1 1 1 0 0,1-1 0 0 0,0 0 0 0 0,0-1-1 0 0,-1 1 1 0 0,1-1 0 0 0,-1 0 0 0 0,0-1-1 0 0,7-2 1 0 0,-4-1-12 0 0,-1 1 0 0 0,1-1 0 0 0,-1 0 0 0 0,0 0 1 0 0,0-1-1 0 0,-1 0 0 0 0,0 0 0 0 0,5-9 0 0 0,6-11 5 0 0,-2-1 0 0 0,-1-1 0 0 0,-1 0 0 0 0,9-32 0 0 0,3-22 452 0 0,-25 81-410 0 0,4 6-15 0 0,-4-4-10 0 0,1 0 1 0 0,-1 0-1 0 0,0 0 1 0 0,1 0-1 0 0,-1 0 1 0 0,0 0-1 0 0,1 0 1 0 0,-1 1-1 0 0,0-1 0 0 0,0 0 1 0 0,1 0-1 0 0,-1 0 1 0 0,0 1-1 0 0,0-1 1 0 0,1 0-1 0 0,-1 0 0 0 0,0 0 1 0 0,0 1-1 0 0,0-1 1 0 0,1 0-1 0 0,-1 1 1 0 0,0-1-1 0 0,0 0 1 0 0,0 0-1 0 0,0 1 0 0 0,0-1 1 0 0,0 0-1 0 0,1 1 1 0 0,-1-1-1 0 0,0 0 1 0 0,0 1-1 0 0,0-1 0 0 0,4 52-336 0 0,12 88 1023 0 0,-11-111-2454 0 0,1 0-1 0 0,16 47 1 0 0,-21-74 1017 0 0,3-3-712 0 0,-3 2 1432 0 0,-1-1 1 0 0,1 0-1 0 0,-1 0 1 0 0,1 0-1 0 0,-1 0 0 0 0,1 0 1 0 0,0 0-1 0 0,-1 0 1 0 0,1 0-1 0 0,-1-1 1 0 0,1 1-1 0 0,-1 0 0 0 0,1 0 1 0 0,-1 0-1 0 0,1 0 1 0 0,-1-1-1 0 0,1 1 1 0 0,-1 0-1 0 0,1-1 1 0 0,-1 1-1 0 0,1-1 0 0 0,6-13-188 0 0,0-1 0 0 0,-1 0 0 0 0,-1 0 0 0 0,5-23 0 0 0,5-15 396 0 0,-11 41-44 0 0,6-17 379 0 0,18-37 0 0 0,-25 59-417 0 0,1 1 1 0 0,-1 0-1 0 0,1 0 1 0 0,0 1 0 0 0,0-1-1 0 0,1 1 1 0 0,0 0-1 0 0,0 0 1 0 0,0 0-1 0 0,0 1 1 0 0,1-1 0 0 0,6-3-1 0 0,-9 7-53 0 0,0 0 1 0 0,0-1-1 0 0,0 1 0 0 0,0 1 0 0 0,1-1 1 0 0,-1 0-1 0 0,0 1 0 0 0,1-1 0 0 0,-1 1 1 0 0,1 0-1 0 0,-1 0 0 0 0,0 0 0 0 0,1 1 1 0 0,4 1-1 0 0,-2-1 26 0 0,0 2 0 0 0,0-1 0 0 0,-1 0 1 0 0,1 1-1 0 0,-1 0 0 0 0,0 0 0 0 0,8 7 0 0 0,-1 0 46 0 0,-1 1-1 0 0,0 0 1 0 0,-1 0-1 0 0,-1 1 1 0 0,14 21-1 0 0,-15-19-17 0 0,-1-1 0 0 0,0 1 0 0 0,-1 0 0 0 0,-1 1 0 0 0,7 24 0 0 0,-11-31 84 0 0,1-1 0 0 0,-1 1 0 0 0,0-1 0 0 0,-1 1 0 0 0,0-1 0 0 0,0 1 0 0 0,-1 0 0 0 0,0-1 0 0 0,0 1 0 0 0,0-1 0 0 0,-1 0 0 0 0,-1 1 0 0 0,-3 8 0 0 0,6-15-138 0 0,-1 0 1 0 0,1 0 0 0 0,-1 0-1 0 0,1 0 1 0 0,-1 0 0 0 0,1 0 0 0 0,-1 0-1 0 0,1-1 1 0 0,-1 1 0 0 0,0 0-1 0 0,0 0 1 0 0,0 0 0 0 0,1-1 0 0 0,-1 1-1 0 0,0-1 1 0 0,0 1 0 0 0,0 0-1 0 0,-2 0 1 0 0,3-1-31 0 0,-1 0 0 0 0,1 0-1 0 0,-1 0 1 0 0,1-1 0 0 0,-1 1 0 0 0,1 0 0 0 0,-1 0-1 0 0,0 0 1 0 0,1 0 0 0 0,-1-1 0 0 0,1 1 0 0 0,-1 0-1 0 0,1-1 1 0 0,-1 1 0 0 0,1 0 0 0 0,0-1 0 0 0,-1 1-1 0 0,1-1 1 0 0,-1 1 0 0 0,1 0 0 0 0,0-1 0 0 0,-1 1-1 0 0,1-1 1 0 0,0 0 0 0 0,-3-3 4 0 0,2 0 0 0 0,-1 1 0 0 0,0-2 0 0 0,1 1-1 0 0,0 0 1 0 0,0 0 0 0 0,-1-6 0 0 0,1-4-14 0 0,1 0 0 0 0,1 0 1 0 0,0 0-1 0 0,0 0 0 0 0,2 0 0 0 0,0 0 0 0 0,0 0 0 0 0,11-24 1 0 0,-7 20-13 0 0,1 1 0 0 0,1 0 1 0 0,1 0-1 0 0,0 1 0 0 0,2 0 1 0 0,12-14-1 0 0,-15 21-4 0 0,0 0 0 0 0,1 1-1 0 0,0 0 1 0 0,1 0 0 0 0,-1 1-1 0 0,1 0 1 0 0,1 1 0 0 0,-1 0 0 0 0,22-6-1 0 0,-30 11 11 0 0,0 0 0 0 0,0 1 0 0 0,0-1 0 0 0,0 1 0 0 0,0 0 0 0 0,0 0 0 0 0,0 0-1 0 0,0 0 1 0 0,0 0 0 0 0,1 1 0 0 0,-1 0 0 0 0,0-1 0 0 0,-1 1 0 0 0,1 0 0 0 0,0 0 0 0 0,0 1-1 0 0,0-1 1 0 0,-1 1 0 0 0,1-1 0 0 0,0 1 0 0 0,3 3 0 0 0,-1-1 6 0 0,-1 0 0 0 0,1 1 0 0 0,-1 0 0 0 0,0 0 0 0 0,0 0 0 0 0,-1 0 0 0 0,0 0 0 0 0,0 1 0 0 0,3 5 0 0 0,-1 5 1 0 0,-1-1 1 0 0,0 1-1 0 0,-1 0 0 0 0,-1 0 0 0 0,0 1 0 0 0,-2 28 0 0 0,0-26 4 0 0,1 0 0 0 0,0 0 0 0 0,2 0 0 0 0,6 29 0 0 0,-8-46-108 0 0,0 0 1 0 0,0 1-1 0 0,0-1 1 0 0,0 0-1 0 0,0 0 0 0 0,0 0 1 0 0,1 0-1 0 0,-1 0 0 0 0,1 0 1 0 0,-1 0-1 0 0,1 0 1 0 0,0 0-1 0 0,-1-1 0 0 0,1 1 1 0 0,0-1-1 0 0,0 1 0 0 0,1-1 1 0 0,-1 0-1 0 0,0 0 1 0 0,0 0-1 0 0,0 0 0 0 0,1 0 1 0 0,-1 0-1 0 0,0-1 0 0 0,1 1 1 0 0,-1-1-1 0 0,1 0 0 0 0,-1 0 1 0 0,1 0-1 0 0,-1 0 1 0 0,1 0-1 0 0,-1 0 0 0 0,0 0 1 0 0,1-1-1 0 0,-1 0 0 0 0,3 0 1 0 0,3-1-257 0 0,1-1 0 0 0,-1 0 0 0 0,-1 0 0 0 0,1-1 1 0 0,0 0-1 0 0,-1 0 0 0 0,0-1 0 0 0,0 1 0 0 0,10-10 0 0 0,0-4 20 0 0,-1-1-1 0 0,0-1 0 0 0,-2 0 1 0 0,0-1-1 0 0,-1-1 0 0 0,-2 0 0 0 0,11-25 1 0 0,51-169 982 0 0,-47 107 3614 0 0,19-174 0 0 0,-45 281-4037 0 0,-1 27-17 0 0,-6 154 38 0 0,-39 235 1 0 0,4-176-106 0 0,26-156 111 0 0,16-79-226 0 0,-1-1-1 0 0,1 0 0 0 0,-1 1 0 0 0,0-1 0 0 0,0 0 0 0 0,0 0 0 0 0,0 0 0 0 0,0 0 0 0 0,-3 3 0 0 0,4-5-21 0 0,0 0 1 0 0,0 0-1 0 0,0 1 1 0 0,0-1-1 0 0,0 0 1 0 0,-1 0-1 0 0,1 0 1 0 0,0 0-1 0 0,0 0 0 0 0,0 1 1 0 0,0-1-1 0 0,-1 0 1 0 0,1 0-1 0 0,0 0 1 0 0,0 0-1 0 0,0 0 1 0 0,-1 0-1 0 0,1 0 1 0 0,0 0-1 0 0,0 0 0 0 0,0 0 1 0 0,-1 0-1 0 0,1 0 1 0 0,0 0-1 0 0,0 0 1 0 0,0 0-1 0 0,-1 0 1 0 0,1 0-1 0 0,0 0 1 0 0,0 0-1 0 0,0 0 0 0 0,-1 0 1 0 0,1 0-1 0 0,0 0 1 0 0,0 0-1 0 0,-1-1 1 0 0,-4-13-6 0 0,5-8-9 0 0,0-1 1 0 0,1 1 0 0 0,1 0 0 0 0,1 0-1 0 0,12-42 1 0 0,-7 31 1 0 0,2 0 0 0 0,1 1 1 0 0,1 0-1 0 0,29-52 0 0 0,-33 71 3 0 0,-1 0-1 0 0,2 1 1 0 0,0 0 0 0 0,0 1-1 0 0,1 0 1 0 0,0 0 0 0 0,1 1-1 0 0,1 0 1 0 0,-1 1 0 0 0,1 0-1 0 0,1 1 1 0 0,0 1-1 0 0,19-9 1 0 0,-26 14-2 0 0,0 0 0 0 0,0 0 0 0 0,0 1 0 0 0,0 0 0 0 0,0 0-1 0 0,0 1 1 0 0,1 0 0 0 0,-1 0 0 0 0,0 0 0 0 0,0 1 0 0 0,0-1 0 0 0,0 2 0 0 0,1-1-1 0 0,5 3 1 0 0,-9-3 10 0 0,0 0-1 0 0,-1 0 0 0 0,1 1 1 0 0,-1-1-1 0 0,0 1 0 0 0,1-1 1 0 0,-1 1-1 0 0,0 0 0 0 0,0 0 0 0 0,0 0 1 0 0,0 0-1 0 0,0 0 0 0 0,-1 0 1 0 0,1 0-1 0 0,-1 1 0 0 0,1-1 1 0 0,-1 1-1 0 0,0-1 0 0 0,0 1 1 0 0,0-1-1 0 0,0 1 0 0 0,0 0 1 0 0,-1 0-1 0 0,1-1 0 0 0,-1 1 1 0 0,0 0-1 0 0,0 0 0 0 0,0-1 1 0 0,0 1-1 0 0,0 0 0 0 0,0 0 0 0 0,-1 0 1 0 0,0 3-1 0 0,-1 1 6 0 0,-1 0 0 0 0,1 0 0 0 0,-1-1-1 0 0,0 1 1 0 0,0-1 0 0 0,-1 1 0 0 0,0-1 0 0 0,0 0 0 0 0,-1-1-1 0 0,1 1 1 0 0,-1-1 0 0 0,0 0 0 0 0,-10 8 0 0 0,7-7 4 0 0,0 0-1 0 0,-1-1 1 0 0,0 1 0 0 0,0-2 0 0 0,-1 1-1 0 0,1-1 1 0 0,-1-1 0 0 0,0 0 0 0 0,-10 2-1 0 0,1-1 21 0 0,8-3-22 0 0,0-2 6 0 0,8 1-10 0 0,1 0-1 0 0,-1 0 1 0 0,0-1-1 0 0,0 1 1 0 0,0-1-1 0 0,1 1 1 0 0,-1-1-1 0 0,0 0 0 0 0,1 0 1 0 0,-1 0-1 0 0,-4-3 1 0 0,-7 0-80 0 0,16 1 48 0 0,-2 3 27 0 0,0 0 0 0 0,-1-1 0 0 0,1 1 0 0 0,0 0 0 0 0,0 0 0 0 0,0 0 0 0 0,0-1 0 0 0,0 1 0 0 0,0 0 0 0 0,1 0 0 0 0,-1 0 0 0 0,0-1 0 0 0,0 1 0 0 0,0 0 0 0 0,0 0 0 0 0,0 0 0 0 0,0-1 1 0 0,0 1-1 0 0,0 0 0 0 0,0 0 0 0 0,0 0 0 0 0,1 0 0 0 0,-1-1 0 0 0,0 1 0 0 0,0 0 0 0 0,0 0 0 0 0,0 0 0 0 0,1 0 0 0 0,-1 0 0 0 0,0 0 0 0 0,0-1 0 0 0,0 1 0 0 0,0 0 0 0 0,1 0 0 0 0,-1 0 0 0 0,0 0 0 0 0,0 0 0 0 0,0 0 0 0 0,1 0 0 0 0,-1 0 0 0 0,0 0 0 0 0,1 0 0 0 0,7 3-3 0 0,-1 0-1 0 0,1 1 1 0 0,0 0-1 0 0,-1 0 0 0 0,0 1 1 0 0,0 0-1 0 0,0 0 1 0 0,9 10-1 0 0,50 59 3 0 0,-14-14 0 0 0,-48-56-9 0 0,24 24 79 0 0,0-1-1 0 0,56 39 1 0 0,-76-60-99 0 0,0-1 1 0 0,1 0-1 0 0,0 0 0 0 0,-1-1 1 0 0,2 0-1 0 0,-1 0 1 0 0,0-1-1 0 0,1-1 1 0 0,-1 1-1 0 0,1-2 1 0 0,0 1-1 0 0,0-1 0 0 0,-1-1 1 0 0,1 1-1 0 0,0-2 1 0 0,15-2-1 0 0,-17 1-416 0 0,0 0 1 0 0,-1-1-1 0 0,1-1 0 0 0,0 1 0 0 0,-1-1 1 0 0,0-1-1 0 0,0 1 0 0 0,0-1 0 0 0,8-8 1 0 0,-7 6-1499 0 0,-1-1 0 0 0,0 0 1 0 0,11-16-1 0 0,-9 10-2834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8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326 313 1432 0 0,'1'-15'2395'0'0,"-2"1"0"0"0,0 0 1 0 0,0-1-1 0 0,-1 1 0 0 0,-1 0 0 0 0,-6-19 0 0 0,9 33-2358 0 0,-1-1-1 0 0,1 0 0 0 0,0 1 1 0 0,-1-1-1 0 0,1 1 0 0 0,-1-1 1 0 0,1 1-1 0 0,-1-1 0 0 0,0 1 1 0 0,1-1-1 0 0,-1 1 0 0 0,1-1 0 0 0,-1 1 1 0 0,0 0-1 0 0,1-1 0 0 0,-1 1 1 0 0,0 0-1 0 0,1 0 0 0 0,-1-1 1 0 0,0 1-1 0 0,0 0 0 0 0,1 0 1 0 0,-1 0-1 0 0,0 0 0 0 0,0 0 1 0 0,1 0-1 0 0,-1 0 0 0 0,0 0 1 0 0,0 0-1 0 0,1 0 0 0 0,-1 1 0 0 0,0-1 1 0 0,1 0-1 0 0,-1 0 0 0 0,0 1 1 0 0,1-1-1 0 0,-2 1 0 0 0,-25 15 144 0 0,25-15-122 0 0,-25 20 16 0 0,1 1 0 0 0,0 2-1 0 0,1 0 1 0 0,2 1 0 0 0,1 2-1 0 0,1 0 1 0 0,1 2 0 0 0,-21 39-1 0 0,37-61-63 0 0,0 1 0 0 0,1 0 0 0 0,0 0-1 0 0,0 0 1 0 0,1 1 0 0 0,0-1 0 0 0,1 1-1 0 0,0-1 1 0 0,0 1 0 0 0,1 11 0 0 0,0-16-5 0 0,0-1 0 0 0,1 1 0 0 0,0 0 0 0 0,0 0 1 0 0,0 0-1 0 0,0-1 0 0 0,0 1 0 0 0,1 0 0 0 0,0-1 1 0 0,0 1-1 0 0,0-1 0 0 0,0 0 0 0 0,0 0 0 0 0,1 0 1 0 0,-1 0-1 0 0,1 0 0 0 0,0 0 0 0 0,0-1 0 0 0,0 1 1 0 0,0-1-1 0 0,0 0 0 0 0,1 0 0 0 0,-1 0 0 0 0,7 3 1 0 0,1-2 5 0 0,0 1 1 0 0,0-1 0 0 0,0-1 0 0 0,0 0 0 0 0,0 0 0 0 0,1-1 0 0 0,-1-1 0 0 0,1 0 0 0 0,-1 0 0 0 0,0-1 0 0 0,1-1-1 0 0,-1 0 1 0 0,0 0 0 0 0,0-1 0 0 0,0-1 0 0 0,0 0 0 0 0,-1 0 0 0 0,1-1 0 0 0,-1 0 0 0 0,16-11 0 0 0,-13 7-6 0 0,-1 0 1 0 0,0-1 0 0 0,-1 0-1 0 0,0-1 1 0 0,-1 0 0 0 0,0 0-1 0 0,0-1 1 0 0,-1-1 0 0 0,-1 1-1 0 0,0-2 1 0 0,-1 1 0 0 0,0-1-1 0 0,-1 0 1 0 0,8-29 0 0 0,-7 13 7 0 0,-2-1 1 0 0,3-37 0 0 0,-7 57-19 0 0,-1 0 0 0 0,-1 0 0 0 0,1-1 1 0 0,-2 1-1 0 0,0 0 0 0 0,0 0 0 0 0,-1 1 1 0 0,0-1-1 0 0,-7-16 0 0 0,9 25 0 0 0,-1-1 0 0 0,1 1-1 0 0,0 0 1 0 0,-1-1 0 0 0,0 1 0 0 0,1 0-1 0 0,-1 0 1 0 0,0 0 0 0 0,0 0 0 0 0,0 0-1 0 0,-1 1 1 0 0,1-1 0 0 0,0 1 0 0 0,0-1-1 0 0,-1 1 1 0 0,1 0 0 0 0,-1 0 0 0 0,0 0-1 0 0,1 0 1 0 0,-1 0 0 0 0,0 0 0 0 0,1 1-1 0 0,-1-1 1 0 0,0 1 0 0 0,0 0-1 0 0,1 0 1 0 0,-1 0 0 0 0,0 0 0 0 0,0 1-1 0 0,1-1 1 0 0,-1 1 0 0 0,0-1 0 0 0,-3 3-1 0 0,-4 0-5 0 0,1 1-1 0 0,0 0 1 0 0,0 1-1 0 0,0 0 1 0 0,1 1-1 0 0,0-1 0 0 0,0 2 1 0 0,-10 9-1 0 0,2-1 6 0 0,2 1 0 0 0,0 0 0 0 0,1 1 0 0 0,1 1 0 0 0,0 0 0 0 0,1 1 0 0 0,2 0 0 0 0,-12 28 0 0 0,18-37 3 0 0,0 0-1 0 0,1-1 0 0 0,0 1 0 0 0,0 0 1 0 0,1 0-1 0 0,1 0 0 0 0,-1 0 0 0 0,3 19 0 0 0,0-22 3 0 0,-1 0-1 0 0,1 0 0 0 0,0 0 0 0 0,1-1 1 0 0,-1 1-1 0 0,1-1 0 0 0,1 0 0 0 0,-1 0 0 0 0,1 0 1 0 0,0 0-1 0 0,0 0 0 0 0,1-1 0 0 0,9 9 1 0 0,-6-8 4 0 0,0 0 0 0 0,0-1 0 0 0,1 0 1 0 0,0 0-1 0 0,-1-1 0 0 0,2 0 0 0 0,-1 0 1 0 0,0-1-1 0 0,1-1 0 0 0,-1 0 1 0 0,1 0-1 0 0,0 0 0 0 0,-1-2 0 0 0,18 1 1 0 0,-7-2 4 0 0,0 0 1 0 0,-1-1 0 0 0,1-1-1 0 0,-1-1 1 0 0,0-1 0 0 0,26-10 0 0 0,-25 6-8 0 0,1-2 1 0 0,-1 0-1 0 0,-1-1 1 0 0,0-1-1 0 0,0 0 1 0 0,-2-2-1 0 0,0 0 1 0 0,0-1-1 0 0,-1 0 1 0 0,-2-2-1 0 0,1 0 1 0 0,22-37 0 0 0,-6-2 35 0 0,-3 0 0 0 0,-1-2 1 0 0,24-82-1 0 0,-48 132-32 0 0,-1 2-23 0 0,0 0 0 0 0,-1 0 0 0 0,1 0-1 0 0,0-13 1 0 0,-19 43 9 0 0,2 20-4 0 0,2 0 1 0 0,-12 70-1 0 0,19-81 5 0 0,-88 478 140 0 0,40 6 8 0 0,49-389-122 0 0,-20 316 299 0 0,24-436-306 0 0,0 7 135 0 0,0 0 0 0 0,-1 0 1 0 0,-1 0-1 0 0,0-1 0 0 0,-7 17 1 0 0,9-27-106 0 0,0-1 1 0 0,0 1 0 0 0,0-1-1 0 0,-1 1 1 0 0,1-1-1 0 0,-1 1 1 0 0,0-1 0 0 0,0 0-1 0 0,0 0 1 0 0,0 0 0 0 0,0 0-1 0 0,0 0 1 0 0,0-1 0 0 0,-1 1-1 0 0,1 0 1 0 0,-1-1 0 0 0,1 0-1 0 0,-1 0 1 0 0,1 0-1 0 0,-1 0 1 0 0,0 0 0 0 0,0 0-1 0 0,1-1 1 0 0,-1 1 0 0 0,0-1-1 0 0,0 0 1 0 0,0 0 0 0 0,0 0-1 0 0,1 0 1 0 0,-1 0 0 0 0,0 0-1 0 0,-3-2 1 0 0,-3 0 30 0 0,0-1 1 0 0,0 0-1 0 0,0-1 1 0 0,0 0-1 0 0,1 0 1 0 0,0-1-1 0 0,0 0 1 0 0,0 0-1 0 0,0-1 1 0 0,1 0-1 0 0,0-1 1 0 0,0 1-1 0 0,1-1 0 0 0,-7-9 1 0 0,3 3 16 0 0,0-1 1 0 0,1 0-1 0 0,1-1 0 0 0,0 0 1 0 0,1 0-1 0 0,0 0 0 0 0,-4-21 1 0 0,7 20-73 0 0,1 0 1 0 0,0 1 0 0 0,2-1 0 0 0,0 0-1 0 0,0 0 1 0 0,2 0 0 0 0,0 0-1 0 0,0 0 1 0 0,6-21 0 0 0,-1 15 0 0 0,1 1-1 0 0,1 0 1 0 0,0 0 0 0 0,2 1 0 0 0,0 0-1 0 0,14-20 1 0 0,3 4-80 0 0,1 1 0 0 0,2 1 0 0 0,1 2 0 0 0,1 0 0 0 0,2 3-1 0 0,42-30 1 0 0,179-94-3286 0 0,-99 64-3445 0 0,-113 60 244 0 0,-26 16 69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1:59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481 148 828 0 0,'-60'-128'14267'0'0,"59"127"-14200"0"0,1 0 0 0 0,-1 0 0 0 0,0 0-1 0 0,1-1 1 0 0,-1 1 0 0 0,0 0-1 0 0,1 0 1 0 0,-1 0 0 0 0,0 1 0 0 0,0-1-1 0 0,0 0 1 0 0,0 0 0 0 0,0 0-1 0 0,0 1 1 0 0,0-1 0 0 0,0 0 0 0 0,0 1-1 0 0,0-1 1 0 0,0 1 0 0 0,-1-1-1 0 0,-1 0 1 0 0,0 1-11 0 0,0 0-1 0 0,0 0 1 0 0,1 0-1 0 0,-1 0 1 0 0,0 0-1 0 0,0 0 1 0 0,0 1-1 0 0,0-1 1 0 0,-3 2-1 0 0,-3 2 23 0 0,1-1 0 0 0,-1 1 0 0 0,1 0-1 0 0,-14 10 1 0 0,-7 8 71 0 0,0 2 0 0 0,1 1-1 0 0,2 1 1 0 0,0 2 0 0 0,2 0 0 0 0,2 1-1 0 0,0 2 1 0 0,2 0 0 0 0,1 1 0 0 0,2 1 0 0 0,-15 38-1 0 0,29-61-119 0 0,0-1 0 0 0,0 1 0 0 0,1-1-1 0 0,0 1 1 0 0,0 0 0 0 0,1 0 0 0 0,1 0-1 0 0,1 16 1 0 0,-1-23-16 0 0,1 1-1 0 0,-1-1 1 0 0,1 1 0 0 0,0-1 0 0 0,0 1-1 0 0,1-1 1 0 0,-1 0 0 0 0,1 0 0 0 0,-1 1-1 0 0,1-1 1 0 0,0-1 0 0 0,0 1 0 0 0,1 0-1 0 0,-1 0 1 0 0,0-1 0 0 0,1 1 0 0 0,0-1-1 0 0,-1 0 1 0 0,1 0 0 0 0,0 0 0 0 0,0 0-1 0 0,1 0 1 0 0,-1 0 0 0 0,0-1 0 0 0,0 0-1 0 0,1 0 1 0 0,3 1 0 0 0,3 0-3 0 0,-1 0 1 0 0,0-1 0 0 0,0-1-1 0 0,0 1 1 0 0,1-2 0 0 0,-1 1-1 0 0,0-1 1 0 0,0-1 0 0 0,0 1-1 0 0,0-2 1 0 0,0 1 0 0 0,0-1-1 0 0,-1 0 1 0 0,1-1-1 0 0,-1 0 1 0 0,0-1 0 0 0,0 1-1 0 0,0-1 1 0 0,-1-1 0 0 0,10-8-1 0 0,0-1-4 0 0,-1-1 0 0 0,-1-1 0 0 0,0 0 0 0 0,-2-1 0 0 0,1-1 0 0 0,-2 0 0 0 0,12-24 0 0 0,-3-5 6 0 0,19-62 0 0 0,-5 10-104 0 0,-35 100 90 0 0,0 0 0 0 0,0 0 1 0 0,0 0-1 0 0,0-1 0 0 0,0 1 0 0 0,0 0 1 0 0,0 0-1 0 0,0 0 0 0 0,0 0 1 0 0,0 0-1 0 0,0-1 0 0 0,0 1 1 0 0,0 0-1 0 0,0 0 0 0 0,0 0 1 0 0,0 0-1 0 0,0 0 0 0 0,1 0 1 0 0,-1-1-1 0 0,0 1 0 0 0,0 0 1 0 0,0 0-1 0 0,0 0 0 0 0,0 0 1 0 0,0 0-1 0 0,0 0 0 0 0,0 0 1 0 0,0 0-1 0 0,0-1 0 0 0,1 1 1 0 0,-1 0-1 0 0,0 0 0 0 0,0 0 1 0 0,0 0-1 0 0,0 0 0 0 0,0 0 1 0 0,0 0-1 0 0,1 0 0 0 0,-1 0 1 0 0,0 0-1 0 0,0 0 0 0 0,0 0 1 0 0,0 0-1 0 0,0 0 0 0 0,0 0 1 0 0,1 0-1 0 0,-1 0 0 0 0,0 0 1 0 0,0 0-1 0 0,0 0 0 0 0,0 0 1 0 0,0 0-1 0 0,0 0 0 0 0,1 0 1 0 0,-1 0-1 0 0,0 0 0 0 0,0 0 1 0 0,0 0-1 0 0,0 1 0 0 0,0-1 1 0 0,0 0-1 0 0,0 0 0 0 0,1 0 1 0 0,-1 0-1 0 0,0 0 0 0 0,0 0 1 0 0,4 14-28 0 0,1 19 17 0 0,-5-32 10 0 0,4 87 2 0 0,-4-62 16 0 0,1 0 0 0 0,1 0 1 0 0,2 0-1 0 0,0-1 0 0 0,2 1 0 0 0,12 36 0 0 0,-17-59-46 0 0,1 0 1 0 0,-1 1-1 0 0,1-1 0 0 0,0 0 1 0 0,-1 0-1 0 0,2 0 0 0 0,-1 0 0 0 0,0-1 1 0 0,0 1-1 0 0,1 0 0 0 0,-1-1 1 0 0,1 0-1 0 0,0 0 0 0 0,0 0 1 0 0,0 0-1 0 0,0 0 0 0 0,0 0 0 0 0,0-1 1 0 0,1 1-1 0 0,-1-1 0 0 0,0 0 1 0 0,1 0-1 0 0,-1 0 0 0 0,1-1 0 0 0,-1 1 1 0 0,1-1-1 0 0,-1 0 0 0 0,1 0 1 0 0,6-1-1 0 0,-2 0-539 0 0,-1 0-1 0 0,0-1 1 0 0,0 0 0 0 0,0 0-1 0 0,12-6 1 0 0,-9 3-1131 0 0,0 0-1 0 0,-1-1 1 0 0,11-8 0 0 0,5-6-4857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0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19 533 2268 0 0,'-3'-3'332'0'0,"1"1"0"0"0,1-1 0 0 0,-1 0 0 0 0,0 1 0 0 0,1-1-1 0 0,0 0 1 0 0,-1 0 0 0 0,1 0 0 0 0,0 0 0 0 0,0 0 0 0 0,1-1 0 0 0,-1 1-1 0 0,1 0 1 0 0,-1 0 0 0 0,1 0 0 0 0,0-1 0 0 0,0 1 0 0 0,1 0 0 0 0,-1 0-1 0 0,1 0 1 0 0,-1 0 0 0 0,1 0 0 0 0,0-1 0 0 0,0 1 0 0 0,1 0 0 0 0,-1 1-1 0 0,0-1 1 0 0,1 0 0 0 0,0 0 0 0 0,0 1 0 0 0,3-5 0 0 0,-1 2-87 0 0,1 0 0 0 0,0 0 1 0 0,0 0-1 0 0,0 1 1 0 0,0 0-1 0 0,0 0 0 0 0,1 0 1 0 0,0 1-1 0 0,0 0 0 0 0,0 0 1 0 0,0 0-1 0 0,0 1 0 0 0,12-3 1 0 0,-15 5-211 0 0,0 0 1 0 0,-1 0-1 0 0,1 0 1 0 0,-1 0 0 0 0,1 0-1 0 0,-1 1 1 0 0,1 0-1 0 0,-1-1 1 0 0,1 1-1 0 0,-1 0 1 0 0,1 0-1 0 0,-1 0 1 0 0,0 0 0 0 0,0 1-1 0 0,1-1 1 0 0,-1 1-1 0 0,0-1 1 0 0,0 1-1 0 0,-1 0 1 0 0,1-1-1 0 0,0 1 1 0 0,0 0 0 0 0,2 4-1 0 0,2 3 53 0 0,-1 0 1 0 0,0 0-1 0 0,0 1 0 0 0,3 9 1 0 0,-4-8-44 0 0,-1-1 1 0 0,-1 1 0 0 0,0-1 0 0 0,0 1 0 0 0,-1 0-1 0 0,0 20 1 0 0,-2-3 237 0 0,-8 40-1 0 0,-2-28 2040 0 0,8-43-2147 0 0,3 3-172 0 0,-1 0 0 0 0,1 0 0 0 0,0 0 0 0 0,0 0 0 0 0,-1 0 0 0 0,1-1 0 0 0,0 1 0 0 0,0 0 0 0 0,-1 0 0 0 0,1 0 0 0 0,0 0 0 0 0,0 0 0 0 0,0 0 0 0 0,-1-1 0 0 0,1 1 0 0 0,0 0 0 0 0,0 0 0 0 0,0 0 0 0 0,0 0 0 0 0,-1-1 0 0 0,1 1 0 0 0,0 0 0 0 0,0 0 0 0 0,0-1 0 0 0,0 1 0 0 0,0 0 0 0 0,0 0 0 0 0,0-1 0 0 0,0 1 0 0 0,-1 0 0 0 0,1 0 0 0 0,0 0 0 0 0,0-1 0 0 0,0 1 0 0 0,0 0 0 0 0,0 0 0 0 0,1-1 0 0 0,0-13 2 0 0,0 1-1 0 0,2-1 1 0 0,0 1-1 0 0,0 0 1 0 0,1 0 0 0 0,1 0-1 0 0,0 1 1 0 0,1-1-1 0 0,0 1 1 0 0,0 0 0 0 0,2 1-1 0 0,0 0 1 0 0,0 0-1 0 0,0 0 1 0 0,2 1 0 0 0,-1 1-1 0 0,1-1 1 0 0,1 1-1 0 0,-1 1 1 0 0,19-11 0 0 0,-27 18-10 0 0,1-1 0 0 0,-1 1 0 0 0,1 0 0 0 0,-1-1 0 0 0,1 1 0 0 0,-1 1 0 0 0,1-1 0 0 0,0 0 1 0 0,-1 0-1 0 0,1 1 0 0 0,0 0 0 0 0,0 0 0 0 0,-1-1 0 0 0,1 1 0 0 0,0 1 0 0 0,0-1 0 0 0,0 0 1 0 0,-1 1-1 0 0,1-1 0 0 0,0 1 0 0 0,-1 0 0 0 0,1 0 0 0 0,-1 0 0 0 0,1 0 0 0 0,-1 1 0 0 0,1-1 0 0 0,-1 1 1 0 0,0-1-1 0 0,0 1 0 0 0,1 0 0 0 0,-1 0 0 0 0,-1 0 0 0 0,1 0 0 0 0,0 0 0 0 0,2 4 0 0 0,1 2 4 0 0,0 1 0 0 0,-1-1 0 0 0,0 1 0 0 0,-1 0 0 0 0,0 1 1 0 0,-1-1-1 0 0,1 0 0 0 0,-2 1 0 0 0,2 10 0 0 0,1 39-6 0 0,9 60 56 0 0,-13-116-55 0 0,1 1-1 0 0,0-1 0 0 0,-1 0 1 0 0,1 0-1 0 0,1 0 1 0 0,-1 0-1 0 0,0 0 0 0 0,1 0 1 0 0,0 0-1 0 0,-1 0 0 0 0,1 0 1 0 0,0-1-1 0 0,0 1 1 0 0,1-1-1 0 0,-1 1 0 0 0,1-1 1 0 0,3 3-1 0 0,-2-3-96 0 0,-1-1-1 0 0,1 1 1 0 0,0-1-1 0 0,-1 0 1 0 0,1 0-1 0 0,0 0 1 0 0,0 0 0 0 0,-1-1-1 0 0,1 1 1 0 0,0-1-1 0 0,0 0 1 0 0,0-1-1 0 0,0 1 1 0 0,5-2-1 0 0,1 0-142 0 0,0-1-1 0 0,-1 0 1 0 0,1 0-1 0 0,-1-1 0 0 0,0-1 1 0 0,0 1-1 0 0,-1-1 0 0 0,1-1 1 0 0,-1 0-1 0 0,0 0 1 0 0,12-12-1 0 0,-4 1-2 0 0,0-1 1 0 0,-1-1-1 0 0,21-34 1 0 0,-18 21 960 0 0,-3 0 0 0 0,16-42 1 0 0,-17 38 459 0 0,-9 20-677 0 0,-10 26-232 0 0,-10 29-157 0 0,7-10-81 0 0,2 0-1 0 0,-4 43 1 0 0,9-63-12 0 0,0 0 0 0 0,1 0 0 0 0,1 1-1 0 0,0-1 1 0 0,0 0 0 0 0,1 0 0 0 0,0 0 0 0 0,0 0 0 0 0,1 0 0 0 0,0-1-1 0 0,1 1 1 0 0,5 8 0 0 0,-8-14-17 0 0,1 0-1 0 0,0-1 1 0 0,0 1 0 0 0,0-1-1 0 0,1 1 1 0 0,-1-1-1 0 0,1 0 1 0 0,-1 0 0 0 0,1 0-1 0 0,0 0 1 0 0,-1-1 0 0 0,1 1-1 0 0,0-1 1 0 0,0 1-1 0 0,6 0 1 0 0,-4 0-186 0 0,1-1 1 0 0,-1-1-1 0 0,1 1 0 0 0,-1-1 1 0 0,1 0-1 0 0,-1 0 0 0 0,0-1 0 0 0,10-1 1 0 0,-2-2-380 0 0,-1 1 0 0 0,0-1 0 0 0,-1-1 0 0 0,1 0 0 0 0,-1-1 0 0 0,0 0 0 0 0,13-10 1 0 0,-7 2-44 0 0,-2 0 0 0 0,0-1 0 0 0,0 0 1 0 0,-1-1-1 0 0,-1-1 0 0 0,20-34 1 0 0,-16 20 1544 0 0,-1-1 1 0 0,-1-1-1 0 0,12-42 1 0 0,-4 9 1919 0 0,-22 63-2468 0 0,-9 29-258 0 0,4-11-91 0 0,-31 138 194 0 0,33-136-195 0 0,0 0 1 0 0,1 1-1 0 0,1-1 1 0 0,1 0-1 0 0,0 0 1 0 0,1 0-1 0 0,4 18 1 0 0,-4-29-62 0 0,0 0 1 0 0,0-1-1 0 0,0 0 1 0 0,0 1-1 0 0,1-1 1 0 0,0 0-1 0 0,0 0 1 0 0,0 0-1 0 0,1-1 1 0 0,-1 1-1 0 0,1-1 1 0 0,0 0-1 0 0,1 0 1 0 0,-1 0-1 0 0,1-1 1 0 0,-1 1-1 0 0,1-1 1 0 0,0 0-1 0 0,1 0 1 0 0,-1-1 0 0 0,0 0-1 0 0,1 0 1 0 0,-1 0-1 0 0,1 0 1 0 0,-1-1-1 0 0,1 0 1 0 0,0 0-1 0 0,0-1 1 0 0,0 1-1 0 0,-1-1 1 0 0,1-1-1 0 0,0 1 1 0 0,0-1-1 0 0,-1 0 1 0 0,1 0-1 0 0,0-1 1 0 0,-1 1-1 0 0,1-1 1 0 0,-1 0-1 0 0,0-1 1 0 0,1 0-1 0 0,-1 1 1 0 0,0-2 0 0 0,-1 1-1 0 0,1 0 1 0 0,7-8-1 0 0,-2-1-98 0 0,-1 1-1 0 0,0-2 1 0 0,-1 1 0 0 0,-1-1-1 0 0,0 0 1 0 0,0-1-1 0 0,-2 0 1 0 0,8-23 0 0 0,0-16 9 0 0,8-56 0 0 0,-13 62 76 0 0,7-51 2816 0 0,4-191 0 0 0,-21 279-2511 0 0,-4 17-156 0 0,-3 17-34 0 0,-4 26-48 0 0,2 1 0 0 0,2 1 1 0 0,2-1-1 0 0,3 1 0 0 0,1 0 1 0 0,8 85-1 0 0,-3-119-9 0 0,0-1 0 0 0,2 1 0 0 0,0 0 0 0 0,0-1 0 0 0,9 21 0 0 0,-10-32-7 0 0,0 0 0 0 0,0 0 0 0 0,1 0-1 0 0,-1-1 1 0 0,1 1 0 0 0,0-1 0 0 0,1 0 0 0 0,-1 0 0 0 0,1 0 0 0 0,0-1 0 0 0,1 1 0 0 0,-1-1-1 0 0,0 0 1 0 0,1-1 0 0 0,0 0 0 0 0,0 0 0 0 0,7 3 0 0 0,1-1-1 0 0,1-1-1 0 0,0-1 1 0 0,0 0-1 0 0,0-1 1 0 0,0-1 0 0 0,0 0-1 0 0,1-1 1 0 0,-1-1-1 0 0,0 0 1 0 0,0-1 0 0 0,0 0-1 0 0,0-1 1 0 0,0-1-1 0 0,0-1 1 0 0,-1 0 0 0 0,0-1-1 0 0,0 0 1 0 0,20-13-1 0 0,-10 4-7 0 0,0-2 0 0 0,-2 0 0 0 0,0-2 0 0 0,0 0 0 0 0,-2-1 1 0 0,-1-2-1 0 0,0 0 0 0 0,30-48 0 0 0,-30 37 13 0 0,0 0 1 0 0,-2-1 0 0 0,16-49 0 0 0,-27 66-2 0 0,-2 1 0 0 0,0-1 1 0 0,0 0-1 0 0,-2 0 0 0 0,0 0 1 0 0,-1 0-1 0 0,0 0 1 0 0,-2 0-1 0 0,-4-32 0 0 0,5 46-13 0 0,-1 0 0 0 0,1 0-1 0 0,-1 0 1 0 0,0 1 0 0 0,0-1-1 0 0,0 0 1 0 0,-1 1 0 0 0,1-1-1 0 0,0 1 1 0 0,-1 0-1 0 0,0-1 1 0 0,1 1 0 0 0,-1 0-1 0 0,0 0 1 0 0,0 0 0 0 0,-1 0-1 0 0,1 0 1 0 0,0 1 0 0 0,0-1-1 0 0,-4-1 1 0 0,3 2 1 0 0,0 0 1 0 0,0 0-1 0 0,0 1 0 0 0,0-1 1 0 0,0 1-1 0 0,0 0 0 0 0,0 0 0 0 0,0 0 1 0 0,0 0-1 0 0,0 0 0 0 0,0 1 1 0 0,0 0-1 0 0,0-1 0 0 0,1 1 0 0 0,-1 0 1 0 0,0 0-1 0 0,0 1 0 0 0,0-1 1 0 0,-4 4-1 0 0,-8 5 3 0 0,0 1-1 0 0,1 1 1 0 0,0 0 0 0 0,1 1-1 0 0,0 0 1 0 0,1 1 0 0 0,0 1-1 0 0,-9 16 1 0 0,1 0-9 0 0,2 2 1 0 0,-28 69-1 0 0,35-72 29 0 0,1 0 0 0 0,2 0 0 0 0,1 1 0 0 0,-4 42 0 0 0,9-58-10 0 0,2-1-1 0 0,-1 1 0 0 0,2 0 0 0 0,0 0 0 0 0,1 0 1 0 0,0-1-1 0 0,1 1 0 0 0,1-1 0 0 0,0 0 1 0 0,1 0-1 0 0,10 20 0 0 0,-10-26-99 0 0,1 0 0 0 0,0 0 0 0 0,0 0 0 0 0,1 0 1 0 0,0-1-1 0 0,0 0 0 0 0,1-1 0 0 0,0 1 0 0 0,0-2 0 0 0,0 1 0 0 0,17 7 0 0 0,-11-6-961 0 0,1-1 0 0 0,21 6 0 0 0,-18-7-2548 0 0,31 3 0 0 0,-12-5-4423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1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80 656 0 0,'1'-2'2376'0'0,"11"-24"3628"0"0,-8 17-4361 0 0,0-1 1 0 0,0 1-1 0 0,9-13 0 0 0,-12 21-1413 0 0,1 1-203 0 0,0 0 1 0 0,-1 1 0 0 0,1 0 0 0 0,0-1-1 0 0,-1 1 1 0 0,1 0 0 0 0,-1-1-1 0 0,1 1 1 0 0,-1 0 0 0 0,1 0-1 0 0,-1 0 1 0 0,0 1 0 0 0,0-1 0 0 0,1 0-1 0 0,-1 0 1 0 0,0 1 0 0 0,0-1-1 0 0,0 0 1 0 0,0 1 0 0 0,0-1-1 0 0,1 4 1 0 0,13 34 121 0 0,-15-39-147 0 0,6 20 43 0 0,-1 0-1 0 0,-1 0 1 0 0,-1 1 0 0 0,-1-1-1 0 0,0 28 1 0 0,-2-34 12 0 0,-1 0-1 0 0,-1 0 1 0 0,0-1-1 0 0,0 1 1 0 0,-1 0 0 0 0,-1-1-1 0 0,-1 0 1 0 0,-10 24-1 0 0,-2-18 100 0 0,17-18-154 0 0,-1-1 1 0 0,1 1-1 0 0,0-1 1 0 0,-1 0-1 0 0,1 1 1 0 0,0-1 0 0 0,-1 1-1 0 0,1-1 1 0 0,-1 0-1 0 0,1 0 1 0 0,-1 1-1 0 0,1-1 1 0 0,-1 0-1 0 0,1 0 1 0 0,-1 1 0 0 0,1-1-1 0 0,-1 0 1 0 0,1 0-1 0 0,-1 0 1 0 0,1 0-1 0 0,-1 0 1 0 0,0 0 0 0 0,1 0-1 0 0,-1 0 1 0 0,1 0-1 0 0,-1 0 1 0 0,1 0-1 0 0,-1 0 1 0 0,1 0-1 0 0,-1 0 1 0 0,0-1 0 0 0,1 1-1 0 0,-1 0 1 0 0,1 0-1 0 0,-1-1 1 0 0,1 1-1 0 0,0 0 1 0 0,-1-1 0 0 0,1 1-1 0 0,-1 0 1 0 0,1-1-1 0 0,-1 1 1 0 0,0-1-1 0 0,-2-7-1 0 0,1 1 0 0 0,-1 0-1 0 0,1-1 1 0 0,0 1 0 0 0,1-1-1 0 0,0 0 1 0 0,0 0 0 0 0,0 1-1 0 0,1-1 1 0 0,0 0 0 0 0,1 0-1 0 0,0 0 1 0 0,0 1 0 0 0,1-1-1 0 0,0 0 1 0 0,0 1 0 0 0,4-10-1 0 0,-2 6-8 0 0,1 1 0 0 0,0-1 1 0 0,0 1-1 0 0,1 0 0 0 0,1 0 0 0 0,-1 0 0 0 0,2 1 0 0 0,-1 0 0 0 0,1 1 0 0 0,1-1 0 0 0,10-7 0 0 0,-12 11-1 0 0,0 0 1 0 0,0 1-1 0 0,0 1 1 0 0,0-1 0 0 0,1 1-1 0 0,-1 0 1 0 0,1 1-1 0 0,0 0 1 0 0,-1 0-1 0 0,1 0 1 0 0,0 1-1 0 0,0 0 1 0 0,0 1-1 0 0,0 0 1 0 0,1 0-1 0 0,12 3 1 0 0,-12-1 0 0 0,0 0 0 0 0,-1 1 0 0 0,1 0 1 0 0,-1 1-1 0 0,0 0 0 0 0,0 0 0 0 0,0 1 1 0 0,0 0-1 0 0,-1 0 0 0 0,0 0 0 0 0,0 1 1 0 0,0 1-1 0 0,-1-1 0 0 0,10 12 0 0 0,-7-6 27 0 0,-1 0 0 0 0,0 1-1 0 0,0 0 1 0 0,-1 0 0 0 0,-1 0 0 0 0,0 1-1 0 0,-1 0 1 0 0,-1 0 0 0 0,0 1-1 0 0,-1-1 1 0 0,0 1 0 0 0,0 19 0 0 0,-6-17 85 0 0,3-16-101 0 0,0-1 0 0 0,0 1 1 0 0,0-1-1 0 0,0 1 0 0 0,0-1 0 0 0,0 1 1 0 0,0-1-1 0 0,0 1 0 0 0,0-1 0 0 0,0 1 0 0 0,0-1 1 0 0,-1 1-1 0 0,1-1 0 0 0,0 1 0 0 0,0-1 1 0 0,0 0-1 0 0,-1 1 0 0 0,1-1 0 0 0,0 1 0 0 0,-1-1 1 0 0,1 0-1 0 0,0 1 0 0 0,-1-1 0 0 0,1 0 1 0 0,-1 0-1 0 0,1 1 0 0 0,0-1 0 0 0,-1 0 0 0 0,1 0 1 0 0,-1 1-1 0 0,1-1 0 0 0,-1 0 0 0 0,0 0-2 0 0,0 0 0 0 0,0-1 0 0 0,1 1 0 0 0,-1 0 0 0 0,0-1-1 0 0,0 1 1 0 0,1 0 0 0 0,-1-1 0 0 0,0 1 0 0 0,1-1 0 0 0,-1 1 0 0 0,1-1-1 0 0,-1 1 1 0 0,1-1 0 0 0,-1 1 0 0 0,1-1 0 0 0,-1 0 0 0 0,1 1-1 0 0,-1-1 1 0 0,1 0 0 0 0,0 0 0 0 0,-1 1 0 0 0,1-1 0 0 0,0 0 0 0 0,0 0-1 0 0,-1 1 1 0 0,1-1 0 0 0,0-2 0 0 0,0 1 0 0 0,-2-4-6 0 0,1-1 0 0 0,-1 1 0 0 0,1-1 1 0 0,1 0-1 0 0,-1 0 0 0 0,1 1 0 0 0,0-1 0 0 0,1 0 0 0 0,0 0 0 0 0,0 1 0 0 0,0-1 0 0 0,1 0 0 0 0,0 1 0 0 0,0 0 0 0 0,0-1 0 0 0,1 1 0 0 0,0 0 0 0 0,0 0 1 0 0,6-7-1 0 0,-2 2-7 0 0,2 0 1 0 0,-1 1-1 0 0,1 0 1 0 0,1 0 0 0 0,0 1-1 0 0,0 0 1 0 0,1 1-1 0 0,17-11 1 0 0,-18 13 2 0 0,0 1 0 0 0,1 0 0 0 0,0 1-1 0 0,-1 0 1 0 0,1 0 0 0 0,1 1 0 0 0,-1 1 0 0 0,0 0 0 0 0,1 1 0 0 0,-1 0-1 0 0,16 0 1 0 0,-21 2 5 0 0,0-1 0 0 0,1 1 0 0 0,-1 1 0 0 0,0-1 0 0 0,-1 1 0 0 0,1 0 0 0 0,0 0 0 0 0,0 1 0 0 0,-1-1 0 0 0,0 1 0 0 0,1 1 0 0 0,-1-1 0 0 0,0 1 0 0 0,-1 0 0 0 0,1 0 0 0 0,-1 0 1 0 0,1 0-1 0 0,-1 1 0 0 0,0 0 0 0 0,-1 0 0 0 0,1 0 0 0 0,4 10 0 0 0,-2-1 24 0 0,-1 0 1 0 0,-1 0-1 0 0,0 1 1 0 0,-1-1-1 0 0,0 1 1 0 0,-1 0-1 0 0,-1-1 1 0 0,-1 16-1 0 0,5 31-1529 0 0,1-38-1302 0 0,2-10-1925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3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302 930 3028 0 0,'2'-10'1455'0'0,"-1"-1"0"0"0,0 0 0 0 0,-1 0 0 0 0,0 1 0 0 0,-1-1 0 0 0,-3-15 0 0 0,2 19-1025 0 0,1 1 0 0 0,-1-1 0 0 0,0 1 0 0 0,-1-1 0 0 0,0 1 0 0 0,0 0 0 0 0,0 0 0 0 0,-1 1 0 0 0,1-1-1 0 0,-1 1 1 0 0,-6-6 0 0 0,9 10-404 0 0,0 1 0 0 0,0-1 0 0 0,0 1 0 0 0,0 0-1 0 0,0-1 1 0 0,0 1 0 0 0,0 0 0 0 0,0 0 0 0 0,0-1-1 0 0,0 1 1 0 0,0 0 0 0 0,0 0 0 0 0,-1 0 0 0 0,1 0 0 0 0,0 1-1 0 0,-1-1 1 0 0,0 0 32 0 0,-2 1-22 0 0,0-1 1 0 0,1 1-1 0 0,-1-1 1 0 0,0 1-1 0 0,1 0 1 0 0,-1 1-1 0 0,1-1 0 0 0,0 0 1 0 0,-1 1-1 0 0,1 0 1 0 0,-4 2-1 0 0,-32 28 137 0 0,28-22-124 0 0,-3 2-29 0 0,0 1 0 0 0,1 1-1 0 0,1 0 1 0 0,0 1 0 0 0,1 0 0 0 0,0 0 0 0 0,2 2 0 0 0,0-1 0 0 0,0 1 0 0 0,2 0 0 0 0,0 1 0 0 0,-6 24-1 0 0,12-38-14 0 0,0 0 0 0 0,1 0-1 0 0,-1 0 1 0 0,1 0-1 0 0,0 0 1 0 0,1 0-1 0 0,-1 0 1 0 0,1-1-1 0 0,-1 1 1 0 0,1 0-1 0 0,0 0 1 0 0,0 0-1 0 0,1 0 1 0 0,-1-1-1 0 0,1 1 1 0 0,0 0 0 0 0,0-1-1 0 0,0 0 1 0 0,1 1-1 0 0,-1-1 1 0 0,1 0-1 0 0,-1 0 1 0 0,1-1-1 0 0,0 1 1 0 0,0 0-1 0 0,0-1 1 0 0,1 0-1 0 0,-1 0 1 0 0,1 0-1 0 0,5 3 1 0 0,-3-3-137 0 0,0 1 0 0 0,1-1 1 0 0,-1-1-1 0 0,1 1 0 0 0,-1-1 0 0 0,1 0 0 0 0,0 0 0 0 0,-1-1 1 0 0,1 0-1 0 0,0 0 0 0 0,-1-1 0 0 0,1 0 0 0 0,0 0 1 0 0,-1 0-1 0 0,1-1 0 0 0,-1 0 0 0 0,11-5 0 0 0,-2-1-132 0 0,0-2-1 0 0,0 0 1 0 0,-1-1-1 0 0,0 0 1 0 0,-1-1-1 0 0,0 0 1 0 0,-1-1 0 0 0,-1-1-1 0 0,12-17 1 0 0,8-16 2018 0 0,38-79 0 0 0,-65 116-1416 0 0,4-8 132 0 0,-7 18-460 0 0,-1 0 0 0 0,0-1-1 0 0,0 1 1 0 0,0 0 0 0 0,0 0-1 0 0,0-1 1 0 0,0 1 0 0 0,1 0-1 0 0,-1 0 1 0 0,0-1 0 0 0,0 1 0 0 0,0 0-1 0 0,1 0 1 0 0,-1 0 0 0 0,0-1-1 0 0,0 1 1 0 0,1 0 0 0 0,-1 0 0 0 0,0 0-1 0 0,1 0 1 0 0,-1-1 0 0 0,0 1-1 0 0,0 0 1 0 0,1 0 0 0 0,-1 0 0 0 0,0 0-1 0 0,1 0 1 0 0,-1 0 0 0 0,0 0-1 0 0,1 0 1 0 0,-1 0 0 0 0,0 0-1 0 0,1 0 1 0 0,-1 0 0 0 0,0 0 0 0 0,0 0-1 0 0,1 0 1 0 0,-1 1 0 0 0,1-1-1 0 0,-1 1-3 0 0,1 1-1 0 0,-1-1 0 0 0,1 1 1 0 0,-1-1-1 0 0,0 1 0 0 0,0-1 1 0 0,0 1-1 0 0,0-1 0 0 0,0 1 0 0 0,0 0 1 0 0,0-1-1 0 0,-1 3 0 0 0,1 3 2 0 0,-2 44 17 0 0,0-29 1 0 0,2 0-1 0 0,0 1 1 0 0,1-1 0 0 0,6 26 0 0 0,-6-43-14 0 0,0 1 1 0 0,1-1 0 0 0,-1 1 0 0 0,2-1-1 0 0,-1 1 1 0 0,0-1 0 0 0,1 0 0 0 0,0 0 0 0 0,0 0-1 0 0,1-1 1 0 0,-1 1 0 0 0,1-1 0 0 0,0 0-1 0 0,0 0 1 0 0,1 0 0 0 0,-1 0 0 0 0,1-1-1 0 0,0 0 1 0 0,0 0 0 0 0,0 0 0 0 0,5 2 0 0 0,-2-2-84 0 0,0 0 0 0 0,0-1 1 0 0,0 1-1 0 0,0-2 1 0 0,0 1-1 0 0,0-1 1 0 0,0 0-1 0 0,1-1 1 0 0,-1 0-1 0 0,0-1 1 0 0,0 1-1 0 0,1-1 1 0 0,-1-1-1 0 0,0 0 1 0 0,0 0-1 0 0,0 0 1 0 0,-1-1-1 0 0,1 0 1 0 0,0-1-1 0 0,-1 0 1 0 0,0 0-1 0 0,0 0 1 0 0,0-1-1 0 0,-1 0 1 0 0,1 0-1 0 0,5-7 1 0 0,3-4-237 0 0,0-1 0 0 0,-1 0 0 0 0,-1-1 0 0 0,-1 0 0 0 0,0-1 1 0 0,14-32-1 0 0,41-127-621 0 0,-36 70 1137 0 0,34-217 0 0 0,-37 30 3595 0 0,-29 277-3586 0 0,0 17-214 0 0,1 1 1 0 0,0 0 0 0 0,0 0-1 0 0,0 0 1 0 0,0 0 0 0 0,0 0-1 0 0,0 0 1 0 0,-1 0 0 0 0,1 0-1 0 0,0 0 1 0 0,0 0 0 0 0,0 0-1 0 0,0-1 1 0 0,-1 1-1 0 0,1 0 1 0 0,0 0 0 0 0,0 0-1 0 0,0 0 1 0 0,0 0 0 0 0,0 0-1 0 0,-1 0 1 0 0,1 0 0 0 0,0 1-1 0 0,0-1 1 0 0,0 0 0 0 0,0 0-1 0 0,-1 0 1 0 0,1 0 0 0 0,0 0-1 0 0,0 0 1 0 0,0 0-1 0 0,0 0 1 0 0,0 0 0 0 0,0 0-1 0 0,-1 0 1 0 0,1 1 0 0 0,0-1-1 0 0,0 0 1 0 0,0 0 0 0 0,0 0-1 0 0,0 0 1 0 0,0 0 0 0 0,0 0-1 0 0,0 1 1 0 0,0-1-1 0 0,-1 0 1 0 0,1 0 0 0 0,-14 31 111 0 0,-11 52-47 0 0,4 1 1 0 0,4 1-1 0 0,3 0 1 0 0,4 1-1 0 0,2 114 1 0 0,10-141-10 0 0,9 65 1 0 0,-8-104-27 0 0,1 0 0 0 0,1-1-1 0 0,0 1 1 0 0,2-1 0 0 0,0 0-1 0 0,1-1 1 0 0,12 20 0 0 0,-15-30-14 0 0,0 0 1 0 0,1-1-1 0 0,0 1 0 0 0,1-1 1 0 0,-1 0-1 0 0,2-1 0 0 0,-1 0 1 0 0,0 0-1 0 0,1 0 0 0 0,0-1 1 0 0,1 0-1 0 0,-1-1 1 0 0,15 6-1 0 0,-17-8-9 0 0,0 0 0 0 0,1-1 0 0 0,-1 0 1 0 0,1 0-1 0 0,-1 0 0 0 0,1-1 0 0 0,-1 0 0 0 0,1 0 0 0 0,-1 0 1 0 0,0-1-1 0 0,1 0 0 0 0,-1 0 0 0 0,1-1 0 0 0,-1 0 1 0 0,0 0-1 0 0,0 0 0 0 0,0-1 0 0 0,0 0 0 0 0,-1 0 0 0 0,10-7 1 0 0,-4 1-4 0 0,-1 0 1 0 0,0 0-1 0 0,0-1 1 0 0,-1 0-1 0 0,-1-1 1 0 0,1 0 0 0 0,-2-1-1 0 0,0 1 1 0 0,0-1-1 0 0,-1-1 1 0 0,0 1-1 0 0,-1-1 1 0 0,-1 0-1 0 0,5-23 1 0 0,-6 21 59 0 0,-1-1 1 0 0,0 0-1 0 0,-1-1 1 0 0,-1 1-1 0 0,0 0 0 0 0,-2 0 1 0 0,0 0-1 0 0,0 0 0 0 0,-1 0 1 0 0,-1 0-1 0 0,-1 1 1 0 0,-8-18-1 0 0,10 24-37 0 0,2 6-23 0 0,0 0 0 0 0,0 0 0 0 0,-1 0 0 0 0,1 0 1 0 0,0 1-1 0 0,-1-1 0 0 0,0 1 0 0 0,0-1 0 0 0,1 1 0 0 0,-1 0 0 0 0,-1-1 0 0 0,1 1 0 0 0,-3-2 0 0 0,-7-2-5 0 0,-3 6-2 0 0,13 0-2 0 0,1 0 0 0 0,-1 0 0 0 0,1 1 0 0 0,-1-1 0 0 0,1 1 0 0 0,0-1 0 0 0,-1 1 0 0 0,1 0 0 0 0,0-1 0 0 0,-1 1 0 0 0,1 0 0 0 0,0 0 0 0 0,0 0 0 0 0,0 0 0 0 0,0 0 0 0 0,0 0 1 0 0,0 0-1 0 0,0 0 0 0 0,0 0 0 0 0,-1 3 0 0 0,1-1 1 0 0,0-1 1 0 0,1 0-1 0 0,-1 1 1 0 0,1-1-1 0 0,-1 1 1 0 0,1-1-1 0 0,0 1 1 0 0,0-1-1 0 0,0 1 1 0 0,0-1-1 0 0,1 5 1 0 0,0-1-21 0 0,1 0-1 0 0,0 0 1 0 0,0 0-1 0 0,0 0 1 0 0,1 0-1 0 0,0 0 1 0 0,0 0-1 0 0,0-1 1 0 0,5 6-1 0 0,-1-3-151 0 0,1 0 0 0 0,0-1-1 0 0,0 0 1 0 0,0-1-1 0 0,1 1 1 0 0,-1-2-1 0 0,2 1 1 0 0,-1-1 0 0 0,1-1-1 0 0,-1 0 1 0 0,1 0-1 0 0,19 4 1 0 0,-23-6 128 0 0,0-1 1 0 0,1-1-1 0 0,-1 1 1 0 0,0-1-1 0 0,0 0 1 0 0,0 0-1 0 0,0-1 0 0 0,0 0 1 0 0,0 0-1 0 0,0 0 1 0 0,0-1-1 0 0,0 0 0 0 0,0 0 1 0 0,-1 0-1 0 0,1-1 1 0 0,-1 0-1 0 0,1 0 1 0 0,-1 0-1 0 0,0-1 0 0 0,0 1 1 0 0,-1-1-1 0 0,1-1 1 0 0,5-6-1 0 0,-3 2 363 0 0,-1 0 1 0 0,0-1-1 0 0,9-19 1 0 0,3-6 909 0 0,-17 34-962 0 0,-3 2-257 0 0,0 0 1 0 0,1 0-1 0 0,-1 1 0 0 0,1-1 0 0 0,-1 0 0 0 0,1 1 0 0 0,-1-1 0 0 0,1 1 0 0 0,0 0 1 0 0,0-1-1 0 0,0 1 0 0 0,0 0 0 0 0,-1 2 0 0 0,2-4-6 0 0,-16 29 74 0 0,2 0 0 0 0,1 1 0 0 0,1 0 1 0 0,2 0-1 0 0,1 2 0 0 0,1-1 0 0 0,-5 58 0 0 0,12-82-77 0 0,1 0-1 0 0,0 1 0 0 0,0-1 0 0 0,1 0 0 0 0,0 0 1 0 0,0 0-1 0 0,1 0 0 0 0,0-1 0 0 0,0 1 1 0 0,0 0-1 0 0,1-1 0 0 0,0 1 0 0 0,0-1 0 0 0,1 0 1 0 0,0 0-1 0 0,0 0 0 0 0,6 6 0 0 0,-7-9-209 0 0,1 1 0 0 0,0-1-1 0 0,0 0 1 0 0,0 0-1 0 0,0-1 1 0 0,1 1 0 0 0,-1-1-1 0 0,1 0 1 0 0,-1 0 0 0 0,1 0-1 0 0,0-1 1 0 0,0 1 0 0 0,0-1-1 0 0,0-1 1 0 0,0 1-1 0 0,0-1 1 0 0,0 1 0 0 0,0-1-1 0 0,0-1 1 0 0,0 1 0 0 0,0-1-1 0 0,0 0 1 0 0,0 0 0 0 0,9-3-1 0 0,-4-1-135 0 0,-1 1 0 0 0,1-1 0 0 0,-1-1 0 0 0,0 0 0 0 0,0 0 1 0 0,0-1-1 0 0,-1 0 0 0 0,0 0 0 0 0,-1-1 0 0 0,1 0 0 0 0,-1 0 0 0 0,-1-1 0 0 0,0 1 0 0 0,0-2 0 0 0,7-14 0 0 0,3-11 1153 0 0,-1-1 0 0 0,20-71 1 0 0,-8-30 5990 0 0,-24 113-5793 0 0,-3 21-631 0 0,0 12 77 0 0,0-8-421 0 0,-6 207 1596 0 0,8-82-1374 0 0,6-42-4424 0 0,-8-83 3823 0 0,5 19-1847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1116 0 0,'7'-22'4883'0'0,"14"-36"6257"0"0,-20 56-10629 0 0,2 3 45 0 0,-2-1-524 0 0,-1 0-1 0 0,1 0 1 0 0,-1 0-1 0 0,1 0 1 0 0,-1 0-1 0 0,1 0 1 0 0,-1 0-1 0 0,1 0 1 0 0,-1 0-1 0 0,1 0 1 0 0,-1 0-1 0 0,1 1 1 0 0,-1-1-1 0 0,1 0 1 0 0,-1 0-1 0 0,1 1 1 0 0,-1-1-1 0 0,1 0 1 0 0,-1 1-1 0 0,1 0 1 0 0,37 52 1936 0 0,35 68 0 0 0,-41-66-2354 0 0,56 77 1 0 0,-86-131 115 0 0,-1 1 0 0 0,0-1 0 0 0,0 0 1 0 0,1 0-1 0 0,-1 1 0 0 0,1-1 0 0 0,-1 0 1 0 0,1 0-1 0 0,-1-1 0 0 0,1 1 0 0 0,0 0 1 0 0,1 0-1 0 0,-1 0-163 0 0,0-1-1 0 0,-1 0 1 0 0,1 0 0 0 0,-1 0-1 0 0,1 1 1 0 0,0-2 0 0 0,-1 1-1 0 0,1 0 1 0 0,-1 0 0 0 0,1 0-1 0 0,0-1 1 0 0,-1 1 0 0 0,1-1-1 0 0,-1 1 1 0 0,1-1 0 0 0,-1 0-1 0 0,0 0 1 0 0,1 1 0 0 0,-1-1-1 0 0,0 0 1 0 0,1 0 0 0 0,-1 0-1 0 0,1-2 1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3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398 52 1896 0 0,'-3'-5'1347'0'0,"1"0"-1"0"0,-1 0 0 0 0,1 0 1 0 0,-1 0-1 0 0,-1 1 0 0 0,1-1 1 0 0,-1 1-1 0 0,-6-7 0 0 0,9 11-1261 0 0,0-1-1 0 0,0 1 1 0 0,0 0-1 0 0,0-1 1 0 0,0 1 0 0 0,1 0-1 0 0,-1 0 1 0 0,0 0-1 0 0,0 0 1 0 0,0 0-1 0 0,0 0 1 0 0,0 0-1 0 0,0 0 1 0 0,0 0-1 0 0,0 0 1 0 0,0 0 0 0 0,0 1-1 0 0,1-1 1 0 0,-1 0-1 0 0,0 1 1 0 0,0-1-1 0 0,0 1 1 0 0,0 0-1 0 0,-20 12 822 0 0,20-12-748 0 0,-18 14 342 0 0,1 0 0 0 0,1 2 1 0 0,0 0-1 0 0,1 1 1 0 0,-15 22-1 0 0,-60 105 228 0 0,47-59-242 0 0,5-13-1858 0 0,12-26-4527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3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92 195 2728 0 0,'-27'-93'12993'0'0,"13"48"-9630"0"0,3 3-5436 0 0,-2 33-3420 0 0,0 6 1776 0 0,-1 0-1680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152 1 2212 0 0,'-142'37'12344'0'0,"133"-31"-11264"0"0,14 0-422 0 0,15 3-164 0 0,49 7-357 0 0,1-3-1 0 0,85 5 0 0 0,-104-13-900 0 0,155 5-7344 0 0,-136-10 2187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4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78 444 0 0,'1'-16'4453'0'0,"8"-26"69"0"0,-9 40-4097 0 0,6-13 1596 0 0,-1 13-540 0 0,-2 10-897 0 0,6 202 1157 0 0,-10-203-1751 0 0,1 278-245 0 0,4-264-1140 0 0,-3-19 810 0 0,0 0 0 0 0,0 0 0 0 0,0 0-1 0 0,0 0 1 0 0,0 0 0 0 0,0-1-1 0 0,1 1 1 0 0,-1-1 0 0 0,0 1 0 0 0,1-1-1 0 0,1 2 1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4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20 111 580 0 0,'9'-8'1312'0'0,"-2"1"0"0"0,1-2 1 0 0,-1 1-1 0 0,-1-1 0 0 0,1 0 0 0 0,-1 0 0 0 0,-1-1 1 0 0,0 0-1 0 0,6-16 0 0 0,-10 24-860 0 0,-2 2-420 0 0,1-1 0 0 0,-1 1 0 0 0,1 0 1 0 0,0-1-1 0 0,-1 1 0 0 0,1 0 0 0 0,-1 0 0 0 0,1-1 1 0 0,-1 1-1 0 0,1 0 0 0 0,-1 0 0 0 0,1 0 0 0 0,-1 0 0 0 0,0 0 1 0 0,1 0-1 0 0,-1 0 0 0 0,1 0 0 0 0,-1 0 0 0 0,1 0 0 0 0,-1 0 1 0 0,1 0-1 0 0,-1 0 0 0 0,1 0 0 0 0,-1 0 0 0 0,1 0 1 0 0,-1 1-1 0 0,1-1 0 0 0,-1 0 0 0 0,0 1 0 0 0,-16 7 236 0 0,12-5-234 0 0,1 1 0 0 0,-1-1 0 0 0,1 1 0 0 0,0 0 0 0 0,0 0 0 0 0,0 1 0 0 0,1-1 0 0 0,-1 1 0 0 0,1 0 0 0 0,0 0 0 0 0,0 0 0 0 0,-3 8 0 0 0,5-9-25 0 0,0 0 1 0 0,0-1-1 0 0,0 1 1 0 0,0 0 0 0 0,1 0-1 0 0,-1 0 1 0 0,1 0-1 0 0,0-1 1 0 0,0 1-1 0 0,0 0 1 0 0,1 0-1 0 0,-1 0 1 0 0,1 0-1 0 0,0 0 1 0 0,0-1-1 0 0,0 1 1 0 0,1 0-1 0 0,-1-1 1 0 0,4 5-1 0 0,10 13 213 0 0,1-1 0 0 0,1-1 0 0 0,0 0-1 0 0,33 26 1 0 0,-27-25-55 0 0,0 1 1 0 0,31 39-1 0 0,-53-57-77 0 0,1-1-1 0 0,0 0 1 0 0,-1 1-1 0 0,1-1 0 0 0,-1 1 1 0 0,0-1-1 0 0,0 1 1 0 0,0-1-1 0 0,0 1 0 0 0,0 0 1 0 0,0 0-1 0 0,-1-1 1 0 0,0 1-1 0 0,1 0 1 0 0,-1 0-1 0 0,0 0 0 0 0,0 0 1 0 0,-1-1-1 0 0,1 1 1 0 0,0 0-1 0 0,-2 4 0 0 0,0-4-35 0 0,1 0-1 0 0,-1 0 0 0 0,1-1 0 0 0,-1 1 0 0 0,0 0 0 0 0,0-1 0 0 0,-1 1 0 0 0,1-1 0 0 0,0 0 1 0 0,-1 1-1 0 0,0-1 0 0 0,1-1 0 0 0,-1 1 0 0 0,0 0 0 0 0,0-1 0 0 0,0 1 0 0 0,0-1 0 0 0,-4 2 1 0 0,1-1-157 0 0,0-1 1 0 0,1 1-1 0 0,-1-1 1 0 0,0 0-1 0 0,0 0 1 0 0,-1-1 0 0 0,1 0-1 0 0,0 0 1 0 0,0 0-1 0 0,0-1 1 0 0,0 1-1 0 0,-10-4 1 0 0,9 1-912 0 0,-1 0 1 0 0,1 0-1 0 0,0 0 1 0 0,0-1 0 0 0,0-1-1 0 0,0 1 1 0 0,1-1-1 0 0,0 0 1 0 0,-8-8-1 0 0,-6-9-5722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4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0 167 1392 0 0,'16'-56'7501'0'0,"-1"3"-2296"0"0,-2 3-3522 0 0,-9 42-2426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06.9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128 123 1484 0 0,'-80'-14'13255'0'0,"78"13"-12657"0"0,-1 1-329 0 0,0 0 0 0 0,0 0 1 0 0,0-1-1 0 0,0 1 0 0 0,0-1 0 0 0,-5-1 0 0 0,6 2-348 0 0,0-1 853 0 0,-13 4 1148 0 0,23-1-1580 0 0,0 1 1 0 0,0-1-1 0 0,0-1 1 0 0,0 1-1 0 0,0-1 1 0 0,12 0-1 0 0,57-4 96 0 0,-35 1-223 0 0,380-28 2085 0 0,-420 30-2217 0 0,1 0 10 0 0,8 0-68 0 0,-8 0 26 0 0,-14 15-12 0 0,-38 22-15 0 0,27-22-64 0 0,1 1 1 0 0,0 0 0 0 0,1 2-1 0 0,0 1 1 0 0,-17 23 0 0 0,34-38 38 0 0,0 1 0 0 0,1-1 1 0 0,0 1-1 0 0,0-1 0 0 0,0 1 0 0 0,0 0 0 0 0,1 0 1 0 0,0 0-1 0 0,0 0 0 0 0,0 0 0 0 0,1 0 1 0 0,-1 0-1 0 0,1 0 0 0 0,1 0 0 0 0,-1 0 0 0 0,1 0 1 0 0,-1 0-1 0 0,3 5 0 0 0,3 11 9 0 0,1 0-1 0 0,1-1 1 0 0,11 21 0 0 0,2 4 10 0 0,-11-17-39 0 0,0 1-1 0 0,-1 0 1 0 0,-2 0 0 0 0,-1 1-1 0 0,-2 0 1 0 0,2 39 0 0 0,-6-47 49 0 0,-1 0 0 0 0,0 0 0 0 0,-2 0 1 0 0,0 0-1 0 0,-2-1 0 0 0,0 0 0 0 0,-1 0 1 0 0,-2 0-1 0 0,-13 29 0 0 0,16-41-10 0 0,1-1 1 0 0,-2 0-1 0 0,1 0 0 0 0,-1-1 0 0 0,0 1 0 0 0,0-2 0 0 0,-1 1 0 0 0,0 0 1 0 0,0-1-1 0 0,-1-1 0 0 0,-15 10 0 0 0,16-11-6 0 0,1-1 0 0 0,-1-1 0 0 0,0 1 0 0 0,0-1 0 0 0,0-1 0 0 0,0 1 0 0 0,0-1 0 0 0,0 0 0 0 0,0-1 0 0 0,0 0 0 0 0,-1 0 0 0 0,1 0 0 0 0,0-1 0 0 0,0 0 0 0 0,0 0 0 0 0,-9-4 0 0 0,2 1-13 0 0,-1-2 0 0 0,1 0 0 0 0,1 0-1 0 0,-1-1 1 0 0,-19-14 0 0 0,29 18-10 0 0,-1-1 0 0 0,0 0 0 0 0,1-1 0 0 0,0 1 1 0 0,0-1-1 0 0,0 1 0 0 0,-4-9 0 0 0,6 10 10 0 0,1 0-1 0 0,-1 0 1 0 0,1 1-1 0 0,0-1 1 0 0,0 0 0 0 0,1-1-1 0 0,-1 1 1 0 0,1 0-1 0 0,-1 0 1 0 0,1 0 0 0 0,0 0-1 0 0,0 0 1 0 0,0 0-1 0 0,1-1 1 0 0,0-3 0 0 0,1 2-3 0 0,0 0-1 0 0,0 0 1 0 0,0 0 0 0 0,1 0 0 0 0,0 0 0 0 0,0 1 0 0 0,0-1 0 0 0,1 1 0 0 0,0 0 0 0 0,-1 0 0 0 0,1 0-1 0 0,5-3 1 0 0,9-7-14 0 0,28-17 0 0 0,45-20-23 0 0,158-63 0 0 0,28-13-1037 0 0,-239 106 918 0 0,-1-2 0 0 0,-1-1 0 0 0,-1-2 0 0 0,-1-2 0 0 0,31-32-1 0 0,-52 45 146 0 0,0 0 0 0 0,-1 0-1 0 0,12-21 1 0 0,-20 28-5 0 0,1 1 0 0 0,-2-1 0 0 0,1 1 0 0 0,-1-1 0 0 0,0 0 1 0 0,-1-1-1 0 0,0 1 0 0 0,0 0 0 0 0,1-17 0 0 0,-3 24 15 0 0,0 0 1 0 0,0 0 0 0 0,0-1-1 0 0,0 1 1 0 0,0 0-1 0 0,0 0 1 0 0,0 0-1 0 0,0-1 1 0 0,0 1 0 0 0,-1 0-1 0 0,1 0 1 0 0,0 0-1 0 0,-1 0 1 0 0,1 0-1 0 0,-1 0 1 0 0,0 0 0 0 0,1 0-1 0 0,-1 0 1 0 0,0 0-1 0 0,1 0 1 0 0,-1 0-1 0 0,0 0 1 0 0,0 0 0 0 0,0 0-1 0 0,0 1 1 0 0,0-1-1 0 0,0 0 1 0 0,0 1-1 0 0,0-1 1 0 0,0 1 0 0 0,0-1-1 0 0,0 1 1 0 0,0-1-1 0 0,-1 1 1 0 0,1 0-1 0 0,0 0 1 0 0,0 0 0 0 0,0-1-1 0 0,0 1 1 0 0,-1 0-1 0 0,1 0 1 0 0,0 0-1 0 0,0 1 1 0 0,0-1 0 0 0,-1 0-1 0 0,1 0 1 0 0,0 1-1 0 0,0-1 1 0 0,-2 2-1 0 0,-6 1-8 0 0,0 0 1 0 0,1 1-1 0 0,-1 0 0 0 0,-14 10 0 0 0,0 2-6 0 0,1 1 1 0 0,1 1-1 0 0,0 1 1 0 0,1 0-1 0 0,2 2 1 0 0,0 0-1 0 0,1 1 1 0 0,1 1-1 0 0,1 1 1 0 0,-14 28-1 0 0,26-45 22 0 0,0 1 0 0 0,0-1 0 0 0,0 1 0 0 0,1 0 0 0 0,0 0 0 0 0,0 0 0 0 0,1 0 0 0 0,1 1-1 0 0,-1 9 1 0 0,1-15 0 0 0,1 1 1 0 0,-1-1-1 0 0,1 0 0 0 0,0 0 0 0 0,0 1 0 0 0,0-1 0 0 0,0 0 0 0 0,0 0 0 0 0,1 0 1 0 0,-1 0-1 0 0,1 0 0 0 0,0-1 0 0 0,0 1 0 0 0,0 0 0 0 0,0-1 0 0 0,0 1 0 0 0,1-1 0 0 0,-1 0 1 0 0,1 0-1 0 0,-1 0 0 0 0,1 0 0 0 0,0 0 0 0 0,0-1 0 0 0,0 1 0 0 0,4 0 0 0 0,5 3 3 0 0,0-2-1 0 0,1 0 0 0 0,-1 0 0 0 0,1-2 0 0 0,-1 1 0 0 0,1-1 1 0 0,0-1-1 0 0,0 0 0 0 0,-1-1 0 0 0,23-5 0 0 0,-6 0 4 0 0,-2-1-1 0 0,1-1 1 0 0,44-21-1 0 0,-47 16 1 0 0,0-1-1 0 0,0-2 0 0 0,-2 0 1 0 0,0-1-1 0 0,-1-2 1 0 0,-1 0-1 0 0,0-1 0 0 0,-2-1 1 0 0,0-1-1 0 0,-1-1 1 0 0,-2-1-1 0 0,0 0 0 0 0,-2-1 1 0 0,21-47-1 0 0,-29 56-3 0 0,-1-1 0 0 0,5-22 0 0 0,-9 34-8 0 0,0 1-1 0 0,0-1 1 0 0,0 0 0 0 0,-1 0 0 0 0,0 0-1 0 0,0 0 1 0 0,0 0 0 0 0,-1 0-1 0 0,0 0 1 0 0,0 0 0 0 0,0 1-1 0 0,-3-9 1 0 0,3 11-3 0 0,0 0 0 0 0,0 1-1 0 0,0-1 1 0 0,0 0 0 0 0,0 1 0 0 0,0-1 0 0 0,0 1-1 0 0,-1 0 1 0 0,1-1 0 0 0,-1 1 0 0 0,1 0 0 0 0,-1 0-1 0 0,1 0 1 0 0,-1 0 0 0 0,1 0 0 0 0,-1 0-1 0 0,0 0 1 0 0,0 1 0 0 0,1-1 0 0 0,-1 1 0 0 0,0-1-1 0 0,0 1 1 0 0,0 0 0 0 0,0-1 0 0 0,0 1 0 0 0,0 0-1 0 0,1 0 1 0 0,-1 0 0 0 0,0 1 0 0 0,0-1-1 0 0,0 0 1 0 0,0 1 0 0 0,0-1 0 0 0,1 1 0 0 0,-1 0-1 0 0,0-1 1 0 0,-2 3 0 0 0,2-2 1 0 0,-1 1-1 0 0,1-1 1 0 0,0 1-1 0 0,0 0 1 0 0,0 0 0 0 0,0 0-1 0 0,0 0 1 0 0,0 0 0 0 0,0 0-1 0 0,0 1 1 0 0,1-1-1 0 0,0 0 1 0 0,-1 1 0 0 0,1 0-1 0 0,0-1 1 0 0,0 1 0 0 0,0 0-1 0 0,1-1 1 0 0,-1 1-1 0 0,0 0 1 0 0,1 0 0 0 0,0 0-1 0 0,0-1 1 0 0,0 1-1 0 0,0 4 1 0 0,1-3-3 0 0,1 1 0 0 0,-1 0 0 0 0,1-1 0 0 0,0 1 0 0 0,0-1 0 0 0,0 0 0 0 0,1 0 0 0 0,-1 0 0 0 0,1 0 0 0 0,0 0 0 0 0,0 0 0 0 0,0-1 0 0 0,1 1 0 0 0,0-1 0 0 0,-1 0 0 0 0,1 0 0 0 0,0 0 0 0 0,5 2 0 0 0,9 5-156 0 0,1 0 1 0 0,35 11-1 0 0,-44-17 59 0 0,11 4-172 0 0,1-2 0 0 0,-1 0-1 0 0,40 5 1 0 0,-50-10 211 0 0,-1 0 1 0 0,0-1-1 0 0,0 0 0 0 0,0-1 1 0 0,0 0-1 0 0,0 0 0 0 0,0-1 1 0 0,0 0-1 0 0,-1-1 0 0 0,18-7 1 0 0,-21 6 54 0 0,0 0 1 0 0,0 0 0 0 0,-1-1-1 0 0,1 0 1 0 0,-1 0 0 0 0,0-1 0 0 0,-1 1-1 0 0,1-1 1 0 0,-1 0 0 0 0,0 0 0 0 0,0 0-1 0 0,-1-1 1 0 0,0 0 0 0 0,0 1 0 0 0,-1-1-1 0 0,0 0 1 0 0,0 0 0 0 0,0 0-1 0 0,0-12 1 0 0,-1 18 8 0 0,-1 1 0 0 0,0-1 0 0 0,0 1 0 0 0,0-1 0 0 0,1 0-1 0 0,-1 1 1 0 0,0-1 0 0 0,0 1 0 0 0,0-1 0 0 0,0 1 0 0 0,0-1 0 0 0,0 1 0 0 0,0-1-1 0 0,0 1 1 0 0,0-1 0 0 0,0 0 0 0 0,-1 1 0 0 0,1-1 0 0 0,0 1 0 0 0,0-1-1 0 0,0 1 1 0 0,-1-1 0 0 0,1 1 0 0 0,0-1 0 0 0,-1 1 0 0 0,1 0 0 0 0,0-1 0 0 0,-1 1-1 0 0,1-1 1 0 0,0 1 0 0 0,-1 0 0 0 0,1-1 0 0 0,-1 1 0 0 0,1 0 0 0 0,-1-1 0 0 0,1 1-1 0 0,-1 0 1 0 0,1 0 0 0 0,-1-1 0 0 0,1 1 0 0 0,-1 0 0 0 0,1 0 0 0 0,-1 0 0 0 0,1 0-1 0 0,-1 0 1 0 0,0 0 0 0 0,1 0 0 0 0,-1 0 0 0 0,1 0 0 0 0,-1 0 0 0 0,1 0 0 0 0,-1 0-1 0 0,1 0 1 0 0,-1 0 0 0 0,0 1 0 0 0,-2 0-1 0 0,0 0 1 0 0,0 1-1 0 0,0-1 1 0 0,0 1-1 0 0,0-1 0 0 0,1 1 1 0 0,-1 0-1 0 0,-2 2 0 0 0,-10 14 10 0 0,0 0-1 0 0,0 1 0 0 0,2 1 0 0 0,1 0 0 0 0,0 0 0 0 0,2 1 0 0 0,0 1 0 0 0,1 0 0 0 0,2 0 0 0 0,-8 30 0 0 0,14-46 2 0 0,0-1-1 0 0,0 1 0 0 0,1-1 1 0 0,0 0-1 0 0,0 1 0 0 0,0-1 1 0 0,0 1-1 0 0,1-1 1 0 0,0 1-1 0 0,0-1 0 0 0,0 0 1 0 0,1 1-1 0 0,0-1 1 0 0,0 0-1 0 0,0 0 0 0 0,1 0 1 0 0,-1-1-1 0 0,1 1 0 0 0,4 5 1 0 0,-1-4 0 0 0,0 0 0 0 0,0-1 0 0 0,0 0 1 0 0,0 0-1 0 0,1 0 0 0 0,0-1 0 0 0,0 1 0 0 0,0-2 0 0 0,0 1 1 0 0,1-1-1 0 0,-1 0 0 0 0,11 2 0 0 0,6 1-344 0 0,0-1-1 0 0,0-1 1 0 0,0-1 0 0 0,0-1-1 0 0,0-2 1 0 0,1 0 0 0 0,41-6-1 0 0,-53 4 155 0 0,1-1-1 0 0,-1-1 1 0 0,0 0 0 0 0,0 0-1 0 0,-1-1 1 0 0,1-1-1 0 0,-1 0 1 0 0,0-1 0 0 0,-1 0-1 0 0,1-1 1 0 0,-1 0 0 0 0,-1-1-1 0 0,0 0 1 0 0,0-1-1 0 0,11-14 1 0 0,-7 4 614 0 0,-1-2 0 0 0,-1 1 0 0 0,-1-2 0 0 0,0 0 0 0 0,11-39 0 0 0,-10 27 666 0 0,-11 34-1079 0 0,-1 1 1 0 0,1-1-1 0 0,-1 0 0 0 0,0 1 1 0 0,0-1-1 0 0,1 0 1 0 0,-1 0-1 0 0,0 1 1 0 0,0-1-1 0 0,0 0 1 0 0,1 1-1 0 0,-1-1 1 0 0,0 0-1 0 0,0 0 0 0 0,0 1 1 0 0,-1-1-1 0 0,1 0 1 0 0,0 0-1 0 0,0 1 1 0 0,0-1-1 0 0,-1-1 1 0 0,1 2-9 0 0,-1 0 0 0 0,0 0 0 0 0,1 0 1 0 0,-1 0-1 0 0,1 0 0 0 0,-1 0 0 0 0,0 1 0 0 0,1-1 1 0 0,-1 0-1 0 0,1 0 0 0 0,-1 1 0 0 0,1-1 1 0 0,-1 0-1 0 0,0 1 0 0 0,1-1 0 0 0,0 0 1 0 0,-1 1-1 0 0,1-1 0 0 0,-1 1 0 0 0,-4 4 11 0 0,0-1 0 0 0,0 1 0 0 0,1 0 0 0 0,-5 7 0 0 0,2 1 1 0 0,1-1-1 0 0,0 1 1 0 0,1 0-1 0 0,1 0 1 0 0,0 0-1 0 0,0 1 0 0 0,1 0 1 0 0,1-1-1 0 0,0 1 1 0 0,1 16-1 0 0,1-24-1 0 0,1 1 0 0 0,-1-1 0 0 0,1 1 0 0 0,0-1 0 0 0,1 0 0 0 0,0 0 0 0 0,0 1 0 0 0,0-1 0 0 0,1-1 0 0 0,-1 1 0 0 0,1 0 0 0 0,1-1 0 0 0,-1 1 0 0 0,1-1 0 0 0,0 0 0 0 0,0 0 0 0 0,1 0 0 0 0,-1-1 0 0 0,1 0 0 0 0,0 0 0 0 0,0 0 0 0 0,1 0 0 0 0,-1-1 0 0 0,7 3 0 0 0,-2-2 19 0 0,0 0-1 0 0,1 0 0 0 0,0-2 1 0 0,0 1-1 0 0,0-1 0 0 0,0-1 1 0 0,0 0-1 0 0,0 0 0 0 0,0-2 1 0 0,0 1-1 0 0,0-1 1 0 0,1-1-1 0 0,-1 1 0 0 0,-1-2 1 0 0,1 0-1 0 0,0 0 0 0 0,14-7 1 0 0,-8 2 32 0 0,1 0 1 0 0,-2-1 0 0 0,1-1-1 0 0,-1-1 1 0 0,-1 0 0 0 0,0-1-1 0 0,-1 0 1 0 0,0-1 0 0 0,18-22-1 0 0,-23 23-29 0 0,-1 0 0 0 0,0-1 0 0 0,-1 0 0 0 0,0 0 0 0 0,-1 0 0 0 0,-1-1 0 0 0,0 0 0 0 0,-1 0 0 0 0,0 0 0 0 0,-1-1 0 0 0,-1 0 0 0 0,1-26 0 0 0,-3 32-40 0 0,0-1 0 0 0,0 0-1 0 0,-2 0 1 0 0,1 1-1 0 0,-1-1 1 0 0,0 1 0 0 0,-1 0-1 0 0,0-1 1 0 0,-1 1-1 0 0,0 0 1 0 0,0 1-1 0 0,-1-1 1 0 0,0 1 0 0 0,0 0-1 0 0,-1 0 1 0 0,0 0-1 0 0,-1 1 1 0 0,1 0 0 0 0,-1 0-1 0 0,-10-7 1 0 0,11 10-145 0 0,-1 0-1 0 0,1 1 1 0 0,-1-1 0 0 0,1 1 0 0 0,-1 1 0 0 0,0-1 0 0 0,0 1-1 0 0,-1 0 1 0 0,1 1 0 0 0,0-1 0 0 0,0 2 0 0 0,-1-1 0 0 0,1 1-1 0 0,-1 0 1 0 0,1 0 0 0 0,0 1 0 0 0,-1 0 0 0 0,-12 4 0 0 0,8-2-629 0 0,0 1 1 0 0,0 1 0 0 0,0 0 0 0 0,-11 7 0 0 0,8-3-1635 0 0,1 0 0 0 0,-20 17 1 0 0,18-11-3185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10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50 880 0 0,'22'-49'13941'0'0,"-21"51"-13768"0"0,0 9-91 0 0,0-1 0 0 0,-1 1-1 0 0,0 0 1 0 0,-1 0 0 0 0,-3 15 0 0 0,1 5 40 0 0,-24 222 1659 0 0,-10 157-189 0 0,36-384-1538 0 0,1 63 104 0 0,1-82-143 0 0,0 1 0 0 0,0-1 1 0 0,0 1-1 0 0,1-1 0 0 0,0 0 1 0 0,0 1-1 0 0,1-1 0 0 0,0 0 1 0 0,4 6-1 0 0,-5-10-154 0 0,1 0 0 0 0,-1-1 0 0 0,0 1 0 0 0,1-1 0 0 0,0 0 1 0 0,0 1-1 0 0,0-1 0 0 0,0 0 0 0 0,0-1 0 0 0,0 1 0 0 0,0-1 0 0 0,0 1 0 0 0,1-1 0 0 0,-1 0 0 0 0,0 0 0 0 0,1 0 0 0 0,-1-1 0 0 0,1 1 0 0 0,-1-1 1 0 0,1 0-1 0 0,-1 0 0 0 0,1 0 0 0 0,0 0 0 0 0,-1-1 0 0 0,1 1 0 0 0,3-2 0 0 0,4-1-900 0 0,0 0 1 0 0,0 0-1 0 0,-1-1 0 0 0,1 0 0 0 0,-1-1 1 0 0,0-1-1 0 0,10-6 0 0 0,9-9-3841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11.6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340 194 756 0 0,'-127'43'6612'0'0,"-56"38"-1351"0"0,181-80-5227 0 0,1-1 0 0 0,-1 1 0 0 0,0 0 1 0 0,1 0-1 0 0,-1-1 0 0 0,1 1 0 0 0,-1 0 0 0 0,1 1 0 0 0,-1-1 0 0 0,1 0 0 0 0,0 0 0 0 0,-1 0 0 0 0,1 1 1 0 0,0-1-1 0 0,0 1 0 0 0,0-1 0 0 0,0 1 0 0 0,1-1 0 0 0,-1 1 0 0 0,0 0 0 0 0,0-1 0 0 0,1 1 0 0 0,-1 0 1 0 0,1 0-1 0 0,0-1 0 0 0,-1 1 0 0 0,1 2 0 0 0,1-3-23 0 0,-1 0-1 0 0,1-1 1 0 0,0 1 0 0 0,-1 0 0 0 0,1-1 0 0 0,0 1-1 0 0,0-1 1 0 0,0 1 0 0 0,-1-1 0 0 0,1 1 0 0 0,0-1-1 0 0,0 1 1 0 0,0-1 0 0 0,0 0 0 0 0,0 0 0 0 0,0 1-1 0 0,0-1 1 0 0,1 0 0 0 0,-1 0 12 0 0,8 1 4 0 0,1 0 1 0 0,-1 0-1 0 0,0-1 1 0 0,1-1-1 0 0,-1 1 1 0 0,1-2-1 0 0,-1 1 1 0 0,12-5-1 0 0,0 2 9 0 0,76-16 90 0 0,155-55 0 0 0,-190 51-245 0 0,-1-3 0 0 0,0-2 0 0 0,78-51 0 0 0,-121 66 111 0 0,-1 0-1 0 0,30-31 0 0 0,-30 28 88 0 0,-5 8-26 0 0,-12 9-52 0 0,0 0 0 0 0,0 0-1 0 0,0 0 1 0 0,0 0 0 0 0,0 0-1 0 0,0 0 1 0 0,0 0 0 0 0,0-1-1 0 0,1 1 1 0 0,-1 0 0 0 0,0 0-1 0 0,0 0 1 0 0,0 0 0 0 0,0 0-1 0 0,0 1 1 0 0,0-1-1 0 0,0 0 1 0 0,0 0 0 0 0,1 0-1 0 0,-1 0 1 0 0,0 0 0 0 0,0 0-1 0 0,0 0 1 0 0,0 0 0 0 0,0 0-1 0 0,0 0 1 0 0,0 0 0 0 0,0 0-1 0 0,0 0 1 0 0,0 0 0 0 0,0 0-1 0 0,1 0 1 0 0,-1 0 0 0 0,0 1-1 0 0,0-1 1 0 0,0 0-1 0 0,0 0 1 0 0,0 0 0 0 0,0 0-1 0 0,0 0 1 0 0,0 0 0 0 0,0 0-1 0 0,0 0 1 0 0,0 0 0 0 0,0 1-1 0 0,0-1 1 0 0,0 0 0 0 0,0 0-1 0 0,0 0 1 0 0,0 0 0 0 0,0 0-1 0 0,0 0 1 0 0,0 0 0 0 0,0 0-1 0 0,0 1 1 0 0,-8 24 28 0 0,2-8-33 0 0,-22 92 58 0 0,4 1 1 0 0,5 1 0 0 0,4 1-1 0 0,1 180 1 0 0,16-214 930 0 0,-2-75-556 0 0,1-4-417 0 0,0 0 1 0 0,0 0-1 0 0,0 0 0 0 0,0 0 1 0 0,0 0-1 0 0,-1 0 0 0 0,1 0 0 0 0,0 0 1 0 0,-1 0-1 0 0,1 0 0 0 0,-1 0 1 0 0,1-1-1 0 0,-1 1 0 0 0,1 0 0 0 0,-1-3 1 0 0,9-27-13 0 0,1 1 0 0 0,26-53 1 0 0,-31 70-6 0 0,3-3-16 0 0,1 0 1 0 0,1 0-1 0 0,18-24 0 0 0,-23 34 7 0 0,0 0 0 0 0,0 1 0 0 0,0-1-1 0 0,1 1 1 0 0,-1 0 0 0 0,1 1 0 0 0,1-1-1 0 0,-1 1 1 0 0,1 0 0 0 0,-1 1 0 0 0,10-4-1 0 0,-13 6 12 0 0,0 0 0 0 0,0 0 0 0 0,0 1 0 0 0,0-1 0 0 0,0 1 0 0 0,0 0 0 0 0,0 0 0 0 0,0 0 0 0 0,0 0 0 0 0,0 0 0 0 0,-1 1 0 0 0,1 0-1 0 0,0-1 1 0 0,0 1 0 0 0,0 0 0 0 0,0 0 0 0 0,0 1 0 0 0,4 1 0 0 0,-4 0 5 0 0,0 0-1 0 0,1 0 1 0 0,-1 0 0 0 0,0 0-1 0 0,0 1 1 0 0,-1-1 0 0 0,1 1-1 0 0,-1 0 1 0 0,0 0 0 0 0,0 0-1 0 0,2 5 1 0 0,2 7 19 0 0,-2 0 1 0 0,0 0 0 0 0,-1 0-1 0 0,0 1 1 0 0,0 23 0 0 0,-3 24 35 0 0,-1-42-37 0 0,0-1 0 0 0,2 0 0 0 0,4 25-1 0 0,-4-44-12 0 0,-1-1 0 0 0,0 1 0 0 0,1-1-1 0 0,-1 0 1 0 0,1 1 0 0 0,0-1 0 0 0,0 0-1 0 0,-1 0 1 0 0,1 0 0 0 0,0 1 0 0 0,0-1-1 0 0,0 0 1 0 0,0 0 0 0 0,0 0 0 0 0,0 0-1 0 0,0-1 1 0 0,1 1 0 0 0,-1 0 0 0 0,0 0-1 0 0,0-1 1 0 0,1 1 0 0 0,-1-1 0 0 0,0 1-1 0 0,1-1 1 0 0,-1 1 0 0 0,1-1 0 0 0,-1 0-1 0 0,0 0 1 0 0,1 1 0 0 0,-1-1 0 0 0,1 0-1 0 0,-1-1 1 0 0,1 1 0 0 0,-1 0 0 0 0,0 0-1 0 0,3-1 1 0 0,7-1 11 0 0,1-1-1 0 0,-1 0 1 0 0,18-8-1 0 0,-16 5-8 0 0,32-11-3 0 0,-2-2-1 0 0,0-2 1 0 0,69-46-1 0 0,-85 49 6 0 0,-2-2-1 0 0,0-1 1 0 0,-1 0-1 0 0,-1-2 1 0 0,-1-1-1 0 0,27-38 0 0 0,-41 48 161 0 0,0 0-1 0 0,-1-1 0 0 0,-1 1 0 0 0,0-2 0 0 0,-1 1 0 0 0,0-1 0 0 0,3-20 0 0 0,-8 36-164 0 0,0-1-1 0 0,0 1 0 0 0,1-1 1 0 0,-1 0-1 0 0,0 1 0 0 0,0-1 1 0 0,0 0-1 0 0,0 1 0 0 0,0-1 1 0 0,0 0-1 0 0,0 1 0 0 0,0-1 1 0 0,0 0-1 0 0,0 1 0 0 0,0-1 1 0 0,0 0-1 0 0,0 1 0 0 0,-1-1 1 0 0,1 1-1 0 0,0-1 0 0 0,0 0 1 0 0,-1 1-1 0 0,1-1 1 0 0,0 1-1 0 0,-1-1 0 0 0,1 1 1 0 0,-1-1-1 0 0,1 1 0 0 0,-1-1 1 0 0,1 1-1 0 0,-1-1 0 0 0,1 1 1 0 0,-1-1-1 0 0,1 1 0 0 0,-1 0 1 0 0,1 0-1 0 0,-1-1 0 0 0,0 1 1 0 0,1 0-1 0 0,-1 0 0 0 0,0-1 1 0 0,1 1-1 0 0,-1 0 0 0 0,0 0 1 0 0,1 0-1 0 0,-1 0 0 0 0,0 0 1 0 0,1 0-1 0 0,-1 0 0 0 0,0 0 1 0 0,1 0-1 0 0,-1 1 0 0 0,0-1 1 0 0,1 0-1 0 0,-1 0 1 0 0,1 1-1 0 0,-1-1 0 0 0,0 0 1 0 0,1 0-1 0 0,-1 1 0 0 0,1-1 1 0 0,-1 1-1 0 0,0 0 0 0 0,-12 8 13 0 0,1 1-1 0 0,0 0 0 0 0,0 1 1 0 0,1 0-1 0 0,0 1 1 0 0,-14 20-1 0 0,5-2 31 0 0,-29 55 0 0 0,40-65-15 0 0,0 0-1 0 0,1 0 1 0 0,-6 27-1 0 0,12-39-16 0 0,0 2-1 0 0,1-1 1 0 0,0 0-1 0 0,0 0 1 0 0,1 0 0 0 0,0 0-1 0 0,1 1 1 0 0,0-1-1 0 0,0 0 1 0 0,3 10 0 0 0,-2-15-5 0 0,-1-1 1 0 0,1 0 0 0 0,-1 1-1 0 0,1-1 1 0 0,0 0 0 0 0,0 0 0 0 0,0 0-1 0 0,1-1 1 0 0,-1 1 0 0 0,1 0-1 0 0,0-1 1 0 0,-1 0 0 0 0,1 1-1 0 0,0-1 1 0 0,0 0 0 0 0,1-1-1 0 0,-1 1 1 0 0,0-1 0 0 0,0 1-1 0 0,1-1 1 0 0,5 1 0 0 0,7 2-57 0 0,0-1 0 0 0,0-1 0 0 0,26 0 1 0 0,-24-1-215 0 0,83-2-3175 0 0,-33-7-3126 0 0,-33 3 599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18.4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3 239 1420 0 0,'-1'-3'1934'0'0,"0"-17"793"0"0,0-1 1 0 0,3-23-1 0 0,0 27-2140 0 0,0 0-1 0 0,1 0 0 0 0,1 0 0 0 0,0 0 1 0 0,12-26-1 0 0,-15 42-576 0 0,0-1 0 0 0,-1 1 1 0 0,1-1-1 0 0,1 1 0 0 0,-1-1 0 0 0,0 1 0 0 0,0 0 1 0 0,0 0-1 0 0,1 0 0 0 0,-1-1 0 0 0,1 1 1 0 0,-1 1-1 0 0,1-1 0 0 0,-1 0 0 0 0,1 0 0 0 0,0 0 1 0 0,-1 1-1 0 0,1-1 0 0 0,0 1 0 0 0,-1-1 0 0 0,1 1 1 0 0,0 0-1 0 0,0 0 0 0 0,-1 0 0 0 0,1 0 0 0 0,0 0 1 0 0,0 0-1 0 0,-1 0 0 0 0,1 1 0 0 0,0-1 0 0 0,0 0 1 0 0,2 2-1 0 0,3 0-7 0 0,0 0 0 0 0,-1 1 0 0 0,1 0 0 0 0,-1 0 0 0 0,0 1 0 0 0,10 6 0 0 0,-9-3 1 0 0,1 0 0 0 0,-1 1 0 0 0,0-1 0 0 0,-1 2 0 0 0,0-1-1 0 0,0 1 1 0 0,0-1 0 0 0,-1 2 0 0 0,-1-1 0 0 0,0 0 0 0 0,0 1 0 0 0,-1 0 0 0 0,0 0-1 0 0,0 0 1 0 0,-1 0 0 0 0,1 20 0 0 0,-1 4 155 0 0,-2 0 0 0 0,-1-1 1 0 0,-10 62-1 0 0,8-54 4183 0 0,3-43-4123 0 0,2-21-132 0 0,1 0-1 0 0,1 0 1 0 0,2 1 0 0 0,0 0 0 0 0,1 0-1 0 0,1 0 1 0 0,20-39 0 0 0,-22 51-95 0 0,-1 1 1 0 0,1-1-1 0 0,0 1 1 0 0,1 0-1 0 0,0 1 0 0 0,0 0 1 0 0,1 0-1 0 0,0 0 1 0 0,10-7-1 0 0,-13 12 2 0 0,-1 1-1 0 0,0-1 0 0 0,1 1 1 0 0,0 0-1 0 0,-1 0 1 0 0,1 0-1 0 0,0 1 1 0 0,0 0-1 0 0,0 0 1 0 0,0 0-1 0 0,0 0 0 0 0,0 1 1 0 0,0 0-1 0 0,0 0 1 0 0,0 0-1 0 0,0 0 1 0 0,0 1-1 0 0,0 0 1 0 0,0 0-1 0 0,0 1 1 0 0,9 3-1 0 0,-8-2 2 0 0,1 0-1 0 0,-1 0 1 0 0,0 1-1 0 0,-1 0 1 0 0,1 0 0 0 0,-1 1-1 0 0,0-1 1 0 0,0 1 0 0 0,0 0-1 0 0,7 11 1 0 0,-5-6 6 0 0,-1 0 1 0 0,0 1-1 0 0,-1 0 1 0 0,0 0-1 0 0,5 20 1 0 0,-3-2 5 0 0,-2 0 1 0 0,0 0 0 0 0,-2 1-1 0 0,-1 36 1 0 0,2 3-6077 0 0,-4-68 5947 0 0,0-1 0 0 0,1 1-1 0 0,-1-1 1 0 0,0 1-1 0 0,0-1 1 0 0,0 1 0 0 0,0-1-1 0 0,0 1 1 0 0,1-1 0 0 0,-1 1-1 0 0,0-1 1 0 0,0 0-1 0 0,1 1 1 0 0,-1-1 0 0 0,0 1-1 0 0,1-1 1 0 0,-1 0-1 0 0,0 1 1 0 0,1-1 0 0 0,0 1-1 0 0,24-5-9972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18.8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98 1228 0 0,'18'-64'8198'0'0,"-10"32"-4247"0"0,-7 30-3131 0 0,-3 4-753 0 0,1 0 0 0 0,0 0 0 0 0,0 0 1 0 0,0 0-1 0 0,0 0 0 0 0,0 0 0 0 0,0 0 1 0 0,1 0-1 0 0,-1 2 0 0 0,0-2 9 0 0,-4 15 285 0 0,-35 129 1488 0 0,37-130-1737 0 0,0 1 0 0 0,2 0 0 0 0,0 0 0 0 0,0 0 0 0 0,2 0 0 0 0,4 30 0 0 0,-5-44-49 0 0,1 0 1 0 0,-1 0-1 0 0,1-1 0 0 0,0 1 1 0 0,0-1-1 0 0,0 1 0 0 0,0-1 1 0 0,0 1-1 0 0,1-1 0 0 0,-1 0 1 0 0,1 1-1 0 0,0-1 0 0 0,-1 0 1 0 0,1 0-1 0 0,0 0 0 0 0,0 0 1 0 0,1-1-1 0 0,-1 1 0 0 0,5 2 1 0 0,-4-2-12 0 0,1-1 0 0 0,0 0 1 0 0,0 0-1 0 0,0 0 1 0 0,0 0-1 0 0,0-1 1 0 0,0 0-1 0 0,0 1 0 0 0,0-2 1 0 0,0 1-1 0 0,0 0 1 0 0,5-2-1 0 0,1 0-5 0 0,0 0 1 0 0,0-1-1 0 0,-1-1 1 0 0,1 0-1 0 0,-1 0 0 0 0,0-1 1 0 0,0 0-1 0 0,-1 0 1 0 0,1-1-1 0 0,7-7 1 0 0,-7 5 54 0 0,0-2 1 0 0,-1 0-1 0 0,0 0 1 0 0,-1 0 0 0 0,0-1-1 0 0,0 0 1 0 0,-1 0 0 0 0,9-24-1 0 0,-12 26-16 0 0,0 0-1 0 0,-1 0 0 0 0,0-1 0 0 0,-1 1 0 0 0,0 0 1 0 0,-1-1-1 0 0,1 1 0 0 0,-2-1 0 0 0,1 1 0 0 0,-1-1 1 0 0,-1 1-1 0 0,-4-16 0 0 0,5 22-81 0 0,0 0 0 0 0,0 1 0 0 0,0-1 0 0 0,0 0 0 0 0,-1 1 0 0 0,1-1-1 0 0,-1 1 1 0 0,0-1 0 0 0,1 1 0 0 0,-1 0 0 0 0,0-1 0 0 0,-1 1 0 0 0,1 0 0 0 0,0 1 0 0 0,-1-1 0 0 0,1 0 0 0 0,-5-2 0 0 0,3 3 1 0 0,0-1 0 0 0,0 1 1 0 0,-1 0-1 0 0,1 0 1 0 0,0 0-1 0 0,-1 1 1 0 0,1-1-1 0 0,0 1 1 0 0,-1 0-1 0 0,1 1 1 0 0,-5 0-1 0 0,-1 1-172 0 0,0 0-1 0 0,0 1 1 0 0,0 0-1 0 0,0 1 1 0 0,0 0 0 0 0,1 1-1 0 0,-1 0 1 0 0,1 0-1 0 0,-11 9 1 0 0,7-3-1162 0 0,0 0-1 0 0,-21 26 1 0 0,27-29-791 0 0,0 2 0 0 0,1-1 0 0 0,-5 11 0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19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43 764 0 0,'5'-7'2712'0'0,"0"0"-1"0"0,1 0 0 0 0,0 1 1 0 0,10-9-1 0 0,-15 14-2324 0 0,0 2-346 0 0,0-1-1 0 0,1 1 1 0 0,-1 0-1 0 0,0-1 1 0 0,0 1 0 0 0,0 0-1 0 0,0 0 1 0 0,0 0-1 0 0,0 0 1 0 0,0 0 0 0 0,-1 0-1 0 0,1 0 1 0 0,0 0-1 0 0,0 0 1 0 0,-1 0 0 0 0,1 1-1 0 0,-1-1 1 0 0,1 0-1 0 0,-1 0 1 0 0,1 2 0 0 0,10 30 239 0 0,-11-31-246 0 0,16 68 772 0 0,8 73 1 0 0,-21-118-653 0 0,4 25 2601 0 0,-6-47-2147 0 0,4 0 447 0 0,-4-2-775 0 0,3-7-174 0 0,18-40 425 0 0,43-79-61 0 0,-51 101-479 0 0,1 1 1 0 0,1 1-1 0 0,20-22 1 0 0,-33 41-5 0 0,0 0 1 0 0,0 0 0 0 0,0 0-1 0 0,0 0 1 0 0,1 1-1 0 0,-1-1 1 0 0,1 1 0 0 0,0 0-1 0 0,0 0 1 0 0,0 0 0 0 0,0 1-1 0 0,0 0 1 0 0,0-1-1 0 0,7 0 1 0 0,-8 2 5 0 0,0 0 1 0 0,0 0-1 0 0,0 0 0 0 0,0 1 1 0 0,0-1-1 0 0,0 1 0 0 0,0-1 1 0 0,-1 1-1 0 0,1 0 0 0 0,0 0 1 0 0,0 1-1 0 0,0-1 0 0 0,-1 1 1 0 0,1-1-1 0 0,-1 1 0 0 0,1 0 1 0 0,-1 0-1 0 0,0 0 0 0 0,0 0 0 0 0,1 0 1 0 0,1 3-1 0 0,1 1 11 0 0,-1 1 1 0 0,0 0-1 0 0,0-1 0 0 0,0 1 0 0 0,-1 0 1 0 0,1 1-1 0 0,-2-1 0 0 0,1 1 0 0 0,2 13 0 0 0,-2 3-60 0 0,1 44-1 0 0,-1-16-1273 0 0,-3-45-414 0 0,3 16-1292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19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5 121 1772 0 0,'0'-2'3297'0'0,"-2"-26"5378"0"0,1 20-6697 0 0,0 0 0 0 0,1 0-1 0 0,0-12 1 0 0,1 19-1947 0 0,-1 0-1 0 0,1 0 1 0 0,-1 0-1 0 0,1 1 1 0 0,0-1 0 0 0,-1 0-1 0 0,1 1 1 0 0,0-1-1 0 0,0 0 1 0 0,-1 1-1 0 0,1-1 1 0 0,0 1-1 0 0,0-1 1 0 0,0 1-1 0 0,0 0 1 0 0,0-1-1 0 0,0 1 1 0 0,0 0 0 0 0,0-1-1 0 0,0 1 1 0 0,0 0-1 0 0,0 0 1 0 0,1 0-1 0 0,0 0-47 0 0,147-22-6183 0 0,-85 15-603 0 0,-30 2-161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44 1272 0 0,'-8'-9'5769'0'0,"-4"0"-1764"0"0,-4-3 704 0 0,15 10-4390 0 0,-5-5 1212 0 0,6 7-1507 0 0,0 0 1 0 0,0-1-1 0 0,0 1 1 0 0,0 0-1 0 0,1 0 1 0 0,-1-1-1 0 0,0 1 1 0 0,0 0-1 0 0,0 0 1 0 0,1-1-1 0 0,-1 1 1 0 0,0 0-1 0 0,0 0 1 0 0,1 0 0 0 0,-1 0-1 0 0,0-1 1 0 0,0 1-1 0 0,1 0 1 0 0,-1 0-1 0 0,0 0 1 0 0,1 0-1 0 0,-1 0 1 0 0,0 0-1 0 0,0 0 1 0 0,1 0-1 0 0,-1 0 1 0 0,0 0 0 0 0,1 0-1 0 0,-1 0 1 0 0,0 0-1 0 0,1 0 1 0 0,-1 0-1 0 0,0 0 1 0 0,1 0-1 0 0,-1 0 1 0 0,0 0-1 0 0,0 0 1 0 0,1 0-1 0 0,-1 1 1 0 0,0-1 0 0 0,1 0-1 0 0,20 1 49 0 0,-1 2-1 0 0,1 0 1 0 0,0 1-1 0 0,34 12 0 0 0,-50-14-69 0 0,0 0-1 0 0,-1 0 0 0 0,1 1 0 0 0,0 0 0 0 0,-1 0 1 0 0,0 0-1 0 0,1 0 0 0 0,-1 1 0 0 0,-1 0 0 0 0,7 7 1 0 0,-8-8-1 0 0,0 0 0 0 0,0 0 0 0 0,-1 1 0 0 0,1-1 0 0 0,-1 1 0 0 0,0-1 0 0 0,0 1 1 0 0,0-1-1 0 0,0 1 0 0 0,-1 0 0 0 0,1-1 0 0 0,-1 1 0 0 0,0 0 0 0 0,0-1 0 0 0,-1 1 1 0 0,1 0-1 0 0,-2 4 0 0 0,-1 5 26 0 0,-1 0-1 0 0,0 0 1 0 0,-1 0 0 0 0,-1-1 0 0 0,0 0-1 0 0,0 0 1 0 0,-16 21 0 0 0,-6 1 380 0 0,-33 33 1 0 0,33-37-16 0 0,-22 18 570 0 0,50-47-951 0 0,0-1 0 0 0,-1 0 1 0 0,1 0-1 0 0,0 0 0 0 0,0 1 1 0 0,-1-1-1 0 0,1 0 0 0 0,0 0 1 0 0,0 1-1 0 0,0-1 1 0 0,-1 0-1 0 0,1 0 0 0 0,0 1 1 0 0,0-1-1 0 0,0 0 0 0 0,0 1 1 0 0,-1-1-1 0 0,1 0 0 0 0,0 1 1 0 0,0-1-1 0 0,0 0 0 0 0,0 1 1 0 0,0-1-1 0 0,0 0 0 0 0,0 1 1 0 0,0-1-1 0 0,0 0 1 0 0,0 1-1 0 0,0-1 0 0 0,0 0 1 0 0,0 1-1 0 0,0-1 0 0 0,1 1 1 0 0,11 6 210 0 0,24 2-66 0 0,-30-8-111 0 0,24 6-33 0 0,0 1 0 0 0,-1 1 0 0 0,-1 2 0 0 0,1 1 0 0 0,-2 1 0 0 0,45 28-1 0 0,-59-32 54 0 0,0 1 0 0 0,-1 1 0 0 0,0-1 0 0 0,0 2 0 0 0,-1 0 0 0 0,-1 0 0 0 0,0 1 0 0 0,-1 0 0 0 0,0 1 0 0 0,-1-1-1 0 0,0 2 1 0 0,-1-1 0 0 0,-1 1 0 0 0,6 22 0 0 0,-8-21 149 0 0,-1-1 1 0 0,0 1-1 0 0,-2 0 0 0 0,0 0 1 0 0,0 0-1 0 0,-2 0 0 0 0,0 0 1 0 0,-1-1-1 0 0,0 1 0 0 0,-1 0 1 0 0,-1-1-1 0 0,0 0 0 0 0,-2 1 0 0 0,1-2 1 0 0,-16 27-1 0 0,13-26 13 0 0,-2-1 1 0 0,0 0-1 0 0,0 0 1 0 0,-1-1-1 0 0,-1-1 1 0 0,0 0-1 0 0,-1 0 0 0 0,-1-1 1 0 0,1-1-1 0 0,-1 0 1 0 0,-1-1-1 0 0,0-1 1 0 0,0 0-1 0 0,-24 8 0 0 0,24-11-105 0 0,-1 0-1 0 0,1-2 0 0 0,-1 0 0 0 0,1 0 0 0 0,-1-1 0 0 0,0-1 0 0 0,0-1 0 0 0,0-1 0 0 0,-17-2 0 0 0,25 2-101 0 0,1 0-1 0 0,0-1 0 0 0,0 1 0 0 0,0-2 1 0 0,0 1-1 0 0,1-1 0 0 0,-1 0 0 0 0,1-1 0 0 0,-1 1 1 0 0,1-1-1 0 0,0 0 0 0 0,0-1 0 0 0,1 1 1 0 0,0-1-1 0 0,-1-1 0 0 0,2 1 0 0 0,-1-1 0 0 0,1 1 1 0 0,-1-1-1 0 0,2 0 0 0 0,-1-1 0 0 0,-3-7 1 0 0,5 8-26 0 0,0 0 0 0 0,0 0 0 0 0,1 0 0 0 0,-1 0 1 0 0,1 0-1 0 0,1 0 0 0 0,-1 0 0 0 0,1-1 1 0 0,0 1-1 0 0,1 0 0 0 0,1-9 0 0 0,0 5-18 0 0,1 0 0 0 0,0 0 0 0 0,1 0-1 0 0,0 0 1 0 0,0 0 0 0 0,7-9 0 0 0,7-8-99 0 0,1 2 1 0 0,1 0 0 0 0,32-31-1 0 0,8 1-464 0 0,3 2 0 0 0,91-59 0 0 0,75-62-815 0 0,-212 158 1312 0 0,0-1 1 0 0,-1 0 0 0 0,-1-1-1 0 0,-1-1 1 0 0,13-24 0 0 0,-20 32 24 0 0,-1 0 0 0 0,-1 0 0 0 0,0-1 0 0 0,0 0 0 0 0,-2 0 1 0 0,1 0-1 0 0,-1 0 0 0 0,-1-1 0 0 0,0 0 0 0 0,-1 1 0 0 0,0-16 0 0 0,-1 26 47 0 0,0 0-1 0 0,0 0 0 0 0,0 0 0 0 0,-1 0 0 0 0,1 0 1 0 0,0 0-1 0 0,-1 0 0 0 0,1 0 0 0 0,-1 0 0 0 0,0 0 1 0 0,0 0-1 0 0,0 0 0 0 0,0 0 0 0 0,0 0 1 0 0,0 0-1 0 0,0 1 0 0 0,0-1 0 0 0,-1 0 0 0 0,1 1 1 0 0,-1-1-1 0 0,1 1 0 0 0,-4-2 0 0 0,3 2 7 0 0,0 1-1 0 0,0-1 1 0 0,0 1 0 0 0,-1 0-1 0 0,1 0 1 0 0,0 0-1 0 0,0 0 1 0 0,-1 0 0 0 0,1 0-1 0 0,0 0 1 0 0,0 1-1 0 0,0 0 1 0 0,0-1 0 0 0,-1 1-1 0 0,1 0 1 0 0,0 0-1 0 0,0 0 1 0 0,0 0 0 0 0,0 0-1 0 0,-3 3 1 0 0,-6 4-8 0 0,1 1-1 0 0,-1 0 1 0 0,2 0 0 0 0,-1 1 0 0 0,1 0 0 0 0,1 1-1 0 0,0 0 1 0 0,0 0 0 0 0,1 1 0 0 0,-6 13 0 0 0,3-3-27 0 0,1 1 1 0 0,0 0 0 0 0,2 1 0 0 0,-7 40-1 0 0,13-60 46 0 0,0 1 0 0 0,0 0-1 0 0,1 0 1 0 0,0-1 0 0 0,0 1 0 0 0,0 0-1 0 0,1 0 1 0 0,0-1 0 0 0,-1 1-1 0 0,2 0 1 0 0,-1-1 0 0 0,0 1 0 0 0,1-1-1 0 0,0 1 1 0 0,0-1 0 0 0,0 0-1 0 0,1 0 1 0 0,4 7 0 0 0,-3-8 3 0 0,0 1 0 0 0,0-1 0 0 0,0 1 0 0 0,0-1 1 0 0,0-1-1 0 0,1 1 0 0 0,0-1 0 0 0,-1 1 0 0 0,1-1 0 0 0,0-1 0 0 0,0 1 1 0 0,0-1-1 0 0,0 0 0 0 0,0 0 0 0 0,0 0 0 0 0,10 0 0 0 0,1-1-43 0 0,-1-1 0 0 0,0-1-1 0 0,0 0 1 0 0,0-1-1 0 0,0-1 1 0 0,0 0-1 0 0,0-1 1 0 0,-1-1 0 0 0,0 0-1 0 0,0-1 1 0 0,-1 0-1 0 0,0-1 1 0 0,0 0-1 0 0,19-17 1 0 0,-13 8-68 0 0,-1-1 0 0 0,0 0 1 0 0,-1-1-1 0 0,-1-1 0 0 0,-1-1 0 0 0,0 0 0 0 0,22-46 1 0 0,-28 45 58 0 0,-1 1 1 0 0,-1-1 0 0 0,-1-1 0 0 0,6-40 0 0 0,-12 61 39 0 0,0-1-1 0 0,0 1 1 0 0,0-1 0 0 0,0 1 0 0 0,-1 0 0 0 0,1-1-1 0 0,-1 1 1 0 0,1 0 0 0 0,-1 0 0 0 0,0-1-1 0 0,0 1 1 0 0,0 0 0 0 0,0 0 0 0 0,-1 0 0 0 0,1 0-1 0 0,-3-3 1 0 0,3 4-5 0 0,-15 3-39 0 0,15-1 50 0 0,-1-1 0 0 0,1 1 0 0 0,0-1 0 0 0,-1 1 0 0 0,1-1 1 0 0,0 1-1 0 0,0 0 0 0 0,-1 0 0 0 0,1 0 0 0 0,0-1 0 0 0,0 1 0 0 0,0 0 0 0 0,0 0 0 0 0,0 1 1 0 0,0-1-1 0 0,0 0 0 0 0,1 0 0 0 0,-1 0 0 0 0,0 1 0 0 0,1-1 0 0 0,-1 0 0 0 0,1 1 0 0 0,-1-1 1 0 0,1 0-1 0 0,-1 1 0 0 0,1 1 0 0 0,-1 0 4 0 0,1 1 1 0 0,-1-1 0 0 0,1 1-1 0 0,0-1 1 0 0,0 1-1 0 0,0-1 1 0 0,1 1-1 0 0,1 4 1 0 0,-1-3-23 0 0,1-1 0 0 0,0 0 1 0 0,1 0-1 0 0,-1 0 0 0 0,1 0 0 0 0,-1 0 0 0 0,1 0 1 0 0,0-1-1 0 0,1 1 0 0 0,-1-1 0 0 0,1 0 1 0 0,-1 0-1 0 0,1 0 0 0 0,8 4 0 0 0,0 0-217 0 0,1-1-1 0 0,0 0 0 0 0,23 6 1 0 0,-15-5-114 0 0,1-2 0 0 0,0 0 1 0 0,0-1-1 0 0,1-2 0 0 0,-1 0 1 0 0,1-1-1 0 0,-1-2 0 0 0,1 0 0 0 0,23-4 1 0 0,-40 3 334 0 0,0 1 1 0 0,0-1 0 0 0,0 0-1 0 0,0-1 1 0 0,-1 1-1 0 0,1-1 1 0 0,-1 0 0 0 0,0 0-1 0 0,0-1 1 0 0,0 0 0 0 0,0 0-1 0 0,0 0 1 0 0,-1 0-1 0 0,0-1 1 0 0,0 1 0 0 0,0-1-1 0 0,-1 0 1 0 0,1-1-1 0 0,-1 1 1 0 0,4-9 0 0 0,-7 13 24 0 0,1 0 1 0 0,-1 1-1 0 0,1-1 1 0 0,-1 0-1 0 0,0 0 1 0 0,1 0-1 0 0,-1 0 1 0 0,0 0-1 0 0,0 1 1 0 0,0-1-1 0 0,0 0 1 0 0,1 0-1 0 0,-1 0 1 0 0,0 0-1 0 0,0 0 0 0 0,-1 0 1 0 0,1 0-1 0 0,0 1 1 0 0,0-1-1 0 0,0 0 1 0 0,-1 0-1 0 0,1 0 1 0 0,0 0-1 0 0,-1 1 1 0 0,1-1-1 0 0,-1 0 1 0 0,1 0-1 0 0,-1 0 1 0 0,1 1-1 0 0,-1-1 1 0 0,1 0-1 0 0,-1 1 1 0 0,0-1-1 0 0,1 1 1 0 0,-1-1-1 0 0,0 1 1 0 0,0-1-1 0 0,1 1 1 0 0,-1-1-1 0 0,-1 0 1 0 0,0 1-6 0 0,0-1 1 0 0,-1 1 0 0 0,1 0-1 0 0,0 0 1 0 0,0 0-1 0 0,0 0 1 0 0,0 0 0 0 0,0 0-1 0 0,0 0 1 0 0,0 0 0 0 0,0 1-1 0 0,0 0 1 0 0,0-1-1 0 0,0 1 1 0 0,-3 1 0 0 0,-6 5 95 0 0,-1 1 1 0 0,2 0-1 0 0,-1 0 0 0 0,1 1 1 0 0,0 1-1 0 0,1 0 1 0 0,0 0-1 0 0,-14 21 0 0 0,11-12 105 0 0,1 1 0 0 0,0 0 0 0 0,2 0-1 0 0,-12 35 1 0 0,18-46-152 0 0,1 1-1 0 0,-1-1 1 0 0,2 1 0 0 0,-1-1-1 0 0,2 1 1 0 0,-1 0-1 0 0,1 0 1 0 0,0-1-1 0 0,1 1 1 0 0,3 14-1 0 0,-3-19-34 0 0,1 0 0 0 0,0-1 0 0 0,0 1 0 0 0,0 0 0 0 0,0-1 0 0 0,1 1 0 0 0,0-1 0 0 0,0 0-1 0 0,0 0 1 0 0,0 0 0 0 0,1 0 0 0 0,-1 0 0 0 0,1-1 0 0 0,0 1 0 0 0,0-1 0 0 0,0 0 0 0 0,1-1-1 0 0,-1 1 1 0 0,1-1 0 0 0,-1 0 0 0 0,8 3 0 0 0,-1-1-140 0 0,2-1 0 0 0,-1 0-1 0 0,0-1 1 0 0,1 0 0 0 0,-1-1 0 0 0,1 0 0 0 0,0-1-1 0 0,-1 0 1 0 0,1-1 0 0 0,-1-1 0 0 0,1 0 0 0 0,-1 0-1 0 0,0-2 1 0 0,0 1 0 0 0,0-1 0 0 0,0-1 0 0 0,0 0-1 0 0,17-12 1 0 0,-12 6-28 0 0,0-1-1 0 0,-1 0 0 0 0,0-1 1 0 0,-1-1-1 0 0,-1-1 0 0 0,0 0 1 0 0,-1-1-1 0 0,-1 0 0 0 0,0-1 1 0 0,17-34-1 0 0,18-45 2044 0 0,-47 95-1645 0 0,-2 3-220 0 0,0 0 0 0 0,0 0 0 0 0,1-1-1 0 0,-1 1 1 0 0,0 0 0 0 0,1 1 0 0 0,-1-1 0 0 0,1 0 0 0 0,0 0 0 0 0,-2 4 0 0 0,3-6-23 0 0,-8 18 320 0 0,0 1 1 0 0,0-1-1 0 0,2 1 1 0 0,-5 26-1 0 0,9-39-271 0 0,1 1 0 0 0,0 0 0 0 0,0 0 0 0 0,1-1-1 0 0,0 1 1 0 0,0 0 0 0 0,1 0 0 0 0,0 0-1 0 0,0-1 1 0 0,0 1 0 0 0,1 0 0 0 0,0-1-1 0 0,0 1 1 0 0,1-1 0 0 0,-1 0 0 0 0,6 8-1 0 0,-5-11-32 0 0,0 1-1 0 0,0-1 1 0 0,1 0-1 0 0,0 0 0 0 0,-1 0 1 0 0,1 0-1 0 0,0 0 1 0 0,0-1-1 0 0,0 0 0 0 0,1 0 1 0 0,-1 0-1 0 0,1 0 1 0 0,-1-1-1 0 0,1 0 0 0 0,-1 0 1 0 0,1 0-1 0 0,0 0 1 0 0,-1-1-1 0 0,1 0 0 0 0,0 0 1 0 0,0 0-1 0 0,-1 0 1 0 0,1-1-1 0 0,6-1 0 0 0,2-1 7 0 0,-1 0 0 0 0,0-1 0 0 0,0 0 0 0 0,0 0 0 0 0,-1-2-1 0 0,1 1 1 0 0,-1-1 0 0 0,11-9 0 0 0,-7 3-16 0 0,-1 0 0 0 0,0-1 1 0 0,-1 0-1 0 0,-1-1 0 0 0,0 0 0 0 0,-1-1 1 0 0,10-17-1 0 0,-15 22-6 0 0,-1 1 1 0 0,0-1-1 0 0,-1 1 1 0 0,0-1-1 0 0,0-1 1 0 0,-1 1-1 0 0,-1-1 1 0 0,1 1 0 0 0,-2-1-1 0 0,1 1 1 0 0,-2-1-1 0 0,1 0 1 0 0,-3-18-1 0 0,1 24-7 0 0,0 0 0 0 0,0 0-1 0 0,-1 0 1 0 0,0 0 0 0 0,1 1-1 0 0,-2-1 1 0 0,1 0 0 0 0,0 1-1 0 0,-1 0 1 0 0,0 0 0 0 0,0 0 0 0 0,0 0-1 0 0,-1 0 1 0 0,-4-4 0 0 0,2 4 8 0 0,0-1 1 0 0,0 1 0 0 0,-1 0 0 0 0,1 1-1 0 0,-1-1 1 0 0,0 1 0 0 0,0 0-1 0 0,-13-2 1 0 0,5 2-182 0 0,0 0 0 0 0,1 1-1 0 0,-1 1 1 0 0,0 1 0 0 0,0 0-1 0 0,0 1 1 0 0,1 1 0 0 0,-1 0 0 0 0,-17 5-1 0 0,20-4-484 0 0,1 1 1 0 0,0 1-1 0 0,0 0 0 0 0,0 0 0 0 0,-12 9 0 0 0,15-8-1865 0 0,0 0-1 0 0,0 0 1 0 0,-12 14-1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1.8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47 128 212 0 0,'-5'-5'1212'0'0,"1"1"-1"0"0,-1 0 1 0 0,0-1-1 0 0,1 0 1 0 0,0 0 0 0 0,1 0-1 0 0,-7-11 1 0 0,9 13-1017 0 0,0 1 1 0 0,0-1-1 0 0,0 1 1 0 0,0-1-1 0 0,1 0 1 0 0,-1 1-1 0 0,1-1 1 0 0,-1 0-1 0 0,1 1 1 0 0,0-1-1 0 0,0 0 1 0 0,1 1-1 0 0,-1-1 1 0 0,1 0-1 0 0,-1 1 1 0 0,1-1-1 0 0,0 0 1 0 0,0 1-1 0 0,0-1 1 0 0,0 1-1 0 0,2-4 1 0 0,-2 4-152 0 0,1 1-1 0 0,-1-1 1 0 0,0 1 0 0 0,1 0-1 0 0,0-1 1 0 0,-1 1 0 0 0,1 0 0 0 0,0 0-1 0 0,-1 0 1 0 0,1 0 0 0 0,0 1-1 0 0,0-1 1 0 0,0 0 0 0 0,0 1 0 0 0,0-1-1 0 0,0 1 1 0 0,0 0 0 0 0,0-1-1 0 0,0 1 1 0 0,0 0 0 0 0,0 0-1 0 0,0 0 1 0 0,0 1 0 0 0,2 0 0 0 0,3-1 78 0 0,-1 2 1 0 0,1-1-1 0 0,-1 1 1 0 0,0 0-1 0 0,0 0 1 0 0,9 5-1 0 0,-5 0-63 0 0,0-1 0 0 0,-1 1 0 0 0,1 1 0 0 0,-1 0 0 0 0,-1 0 0 0 0,0 1-1 0 0,0 0 1 0 0,-1 1 0 0 0,0-1 0 0 0,0 1 0 0 0,-1 1 0 0 0,-1-1 0 0 0,0 1 0 0 0,7 20 0 0 0,-8-20 48 0 0,-1 0 0 0 0,0 0 0 0 0,-1 0 1 0 0,0 0-1 0 0,-1 0 0 0 0,0 1 0 0 0,-1-1 0 0 0,-1 0 1 0 0,1 1-1 0 0,-2-1 0 0 0,1 0 0 0 0,-1 0 0 0 0,-1 0 1 0 0,0 0-1 0 0,-8 18 0 0 0,10-28-75 0 0,1 0-1 0 0,-1 0 1 0 0,1 0-1 0 0,-1 0 1 0 0,1 0-1 0 0,-1 0 1 0 0,0 0-1 0 0,1 0 1 0 0,-1 0 0 0 0,0 0-1 0 0,0 0 1 0 0,0 0-1 0 0,1-1 1 0 0,-1 1-1 0 0,0 0 1 0 0,0-1 0 0 0,0 1-1 0 0,-1 0 1 0 0,1-1-1 0 0,0 1 1 0 0,0-1-1 0 0,0 0 1 0 0,0 1-1 0 0,0-1 1 0 0,0 0 0 0 0,-1 0-1 0 0,1 0 1 0 0,0 0-1 0 0,0 0 1 0 0,0 0-1 0 0,-1 0 1 0 0,1 0-1 0 0,-2-1 1 0 0,1 1-21 0 0,1-1 0 0 0,-1 0 0 0 0,0 0 0 0 0,1 0 0 0 0,-1-1 0 0 0,1 1 0 0 0,-1 0 0 0 0,1-1 0 0 0,0 1 0 0 0,-1-1 0 0 0,1 1 0 0 0,0-1 1 0 0,0 1-1 0 0,0-1 0 0 0,0 0 0 0 0,0 0 0 0 0,0 1 0 0 0,1-1 0 0 0,-1 0 0 0 0,0-2 0 0 0,-1-7-2 0 0,1-1 0 0 0,-1 0 0 0 0,2 1 0 0 0,0-1-1 0 0,0 0 1 0 0,1 1 0 0 0,0-1 0 0 0,1 1 0 0 0,7-23 0 0 0,-6 23-17 0 0,1 1-1 0 0,0 0 1 0 0,0 0 0 0 0,1 0-1 0 0,1 1 1 0 0,-1-1 0 0 0,1 1-1 0 0,1 1 1 0 0,0-1 0 0 0,15-13-1 0 0,-19 19 2 0 0,1-1 0 0 0,0 2 0 0 0,0-1 0 0 0,1 0 0 0 0,-1 1 0 0 0,1 0 0 0 0,-1 0 0 0 0,1 0 0 0 0,0 0 0 0 0,-1 1 0 0 0,1 0 0 0 0,0 0 0 0 0,0 0 0 0 0,0 1 0 0 0,0-1 0 0 0,6 1 0 0 0,-5 1 2 0 0,1 0 0 0 0,-1 1 1 0 0,0-1-1 0 0,0 1 0 0 0,1 1 0 0 0,-1-1 0 0 0,-1 1 1 0 0,1 0-1 0 0,0 0 0 0 0,-1 1 0 0 0,6 4 0 0 0,0 1 3 0 0,0 1 0 0 0,-1 0 0 0 0,0 0 0 0 0,-1 1 0 0 0,0 1-1 0 0,-1-1 1 0 0,0 1 0 0 0,-1 1 0 0 0,-1-1 0 0 0,8 21-1 0 0,-10-22 34 0 0,-1 0-1 0 0,-1 0 0 0 0,0 0 0 0 0,0 1 0 0 0,-1-1 0 0 0,-1 0 0 0 0,0 1 0 0 0,0-1 0 0 0,-4 20 0 0 0,-2-14 108 0 0,5-16-134 0 0,1-1-1 0 0,0 1 1 0 0,0-1-1 0 0,0 1 1 0 0,0-1-1 0 0,-1 1 1 0 0,1-1-1 0 0,0 0 1 0 0,0 1-1 0 0,-1-1 1 0 0,1 1-1 0 0,0-1 1 0 0,-1 1-1 0 0,1-1 0 0 0,0 0 1 0 0,-1 1-1 0 0,1-1 1 0 0,-1 0-1 0 0,1 0 1 0 0,-1 1-1 0 0,1-1 1 0 0,0 0-1 0 0,-1 0 1 0 0,1 1-1 0 0,-1-1 1 0 0,0 0-1 0 0,0 0-3 0 0,1-1 0 0 0,-1 1-1 0 0,1 0 1 0 0,-1-1 0 0 0,1 1 0 0 0,-1-1-1 0 0,1 1 1 0 0,-1-1 0 0 0,1 1 0 0 0,-1-1-1 0 0,1 1 1 0 0,0-1 0 0 0,-1 1-1 0 0,1-1 1 0 0,0 1 0 0 0,0-1 0 0 0,-1 0-1 0 0,1 1 1 0 0,0-1 0 0 0,0 0 0 0 0,0 1-1 0 0,0-1 1 0 0,0 0 0 0 0,-1 1-1 0 0,1-1 1 0 0,1 0 0 0 0,-1 1 0 0 0,0-1-1 0 0,0 1 1 0 0,0-1 0 0 0,0 0 0 0 0,1 0-1 0 0,-1 0 1 0 0,1-11-8 0 0,0 1 1 0 0,0-1 0 0 0,2 1-1 0 0,-1-1 1 0 0,1 1-1 0 0,1 0 1 0 0,0 0-1 0 0,6-11 1 0 0,4-4-18 0 0,0 1 0 0 0,19-24 0 0 0,-24 38 5 0 0,1 0 0 0 0,0 0 0 0 0,0 1 0 0 0,1 0 0 0 0,0 1 0 0 0,1 0 0 0 0,0 1 0 0 0,1 0 0 0 0,-1 1 0 0 0,22-8 0 0 0,-25 11 7 0 0,0 1 0 0 0,0 1 0 0 0,0 0 0 0 0,0 0 0 0 0,1 1-1 0 0,-1 0 1 0 0,17 0 0 0 0,-20 2 7 0 0,0-1 1 0 0,0 1-1 0 0,0 1 1 0 0,0-1-1 0 0,0 1 0 0 0,0 0 1 0 0,0 0-1 0 0,0 1 0 0 0,-1 0 1 0 0,1 0-1 0 0,-1 0 0 0 0,7 6 1 0 0,-9-6 7 0 0,1-1 1 0 0,-1 1 0 0 0,-1 0-1 0 0,1 0 1 0 0,0 1-1 0 0,-1-1 1 0 0,1 0 0 0 0,-1 1-1 0 0,0 0 1 0 0,0-1 0 0 0,-1 1-1 0 0,1 0 1 0 0,-1 0-1 0 0,0 0 1 0 0,0 0 0 0 0,0 0-1 0 0,0 6 1 0 0,0 3-21 0 0,-2-1 1 0 0,0 0-1 0 0,0 0 1 0 0,-5 18-1 0 0,3-19-752 0 0,1 1-1 0 0,0 0 0 0 0,1-1 0 0 0,0 1 0 0 0,1 14 1 0 0,0-24 235 0 0,1 1 0 0 0,-1-1 1 0 0,1 1-1 0 0,0-1 0 0 0,0 0 1 0 0,0 1-1 0 0,0-1 0 0 0,0 0 1 0 0,0 1-1 0 0,1-1 0 0 0,-1 0 1 0 0,1 0-1 0 0,3 3 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3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216 808 92 0 0,'8'-15'1619'0'0,"-1"1"0"0"0,0-1-1 0 0,-1 0 1 0 0,0-1 0 0 0,-2 0-1 0 0,0 1 1 0 0,0-1 0 0 0,-1-1 0 0 0,0-28-1 0 0,-3 44-1598 0 0,0 0 0 0 0,0 1-1 0 0,-1-1 1 0 0,1 1 0 0 0,0-1-1 0 0,-1 1 1 0 0,1-1-1 0 0,0 0 1 0 0,-1 1 0 0 0,1-1-1 0 0,-1 1 1 0 0,1-1 0 0 0,-1 1-1 0 0,1 0 1 0 0,-1-1-1 0 0,1 1 1 0 0,-1 0 0 0 0,1-1-1 0 0,-1 1 1 0 0,0 0 0 0 0,1-1-1 0 0,-1 1 1 0 0,1 0-1 0 0,-1 0 1 0 0,0 0 0 0 0,1 0-1 0 0,-1 0 1 0 0,0 0 0 0 0,1 0-1 0 0,-1 0 1 0 0,0 0-1 0 0,1 0 1 0 0,-1 0 0 0 0,0 0-1 0 0,1 0 1 0 0,-1 0 0 0 0,1 0-1 0 0,-1 1 1 0 0,0-1-1 0 0,0 1 1 0 0,-28 7 180 0 0,17-1-160 0 0,0 0 1 0 0,1 1-1 0 0,0 0 0 0 0,0 0 0 0 0,1 1 0 0 0,0 1 0 0 0,-10 11 1 0 0,-1 5 54 0 0,-32 49 1 0 0,47-64-67 0 0,0-1 0 0 0,0 1 0 0 0,1 0-1 0 0,0 0 1 0 0,1 0 0 0 0,1 1 0 0 0,0 0 0 0 0,0-1 0 0 0,-1 20 0 0 0,4-26-12 0 0,0-1 1 0 0,0 1 0 0 0,0-1 0 0 0,0 1 0 0 0,1-1-1 0 0,0 1 1 0 0,0-1 0 0 0,0 1 0 0 0,1-1 0 0 0,0 0 0 0 0,-1 1-1 0 0,1-1 1 0 0,1 0 0 0 0,-1 0 0 0 0,1 0 0 0 0,-1-1-1 0 0,1 1 1 0 0,0-1 0 0 0,1 1 0 0 0,-1-1 0 0 0,0 0-1 0 0,1 0 1 0 0,0-1 0 0 0,-1 1 0 0 0,1-1 0 0 0,0 1 0 0 0,9 2-1 0 0,-8-3-3 0 0,1 1-1 0 0,0-2 0 0 0,0 1 1 0 0,0-1-1 0 0,0 0 1 0 0,0 0-1 0 0,0 0 0 0 0,0-1 1 0 0,0 0-1 0 0,0 0 0 0 0,0 0 1 0 0,0-1-1 0 0,0 0 0 0 0,6-2 1 0 0,-4 0-12 0 0,0 0 0 0 0,0 0-1 0 0,-1-1 1 0 0,0 0 0 0 0,0 0 0 0 0,0-1 0 0 0,0 0 0 0 0,0 0 0 0 0,7-9 0 0 0,-2 1-17 0 0,0-1 1 0 0,-1-1-1 0 0,0 0 1 0 0,-1-1-1 0 0,-1 0 1 0 0,-1 0-1 0 0,0-1 1 0 0,8-28-1 0 0,0-2-41 0 0,-5 14 307 0 0,12-53 0 0 0,-34 124-141 0 0,0 0-45 0 0,-11 59-1 0 0,21-87-44 0 0,-2 8 43 0 0,2 0 1 0 0,0 0-1 0 0,2 27 1 0 0,0-41-48 0 0,-1 1 1 0 0,1 0 0 0 0,0 0 0 0 0,1-1-1 0 0,-1 1 1 0 0,1-1 0 0 0,0 1 0 0 0,0-1-1 0 0,0 0 1 0 0,0 0 0 0 0,1 0 0 0 0,0 0-1 0 0,0 0 1 0 0,0 0 0 0 0,0-1 0 0 0,1 0-1 0 0,-1 1 1 0 0,5 2 0 0 0,-2-2-37 0 0,0 0 0 0 0,1-1 0 0 0,-1 1 0 0 0,1-1 0 0 0,0 0 0 0 0,-1-1 0 0 0,2 0 0 0 0,-1 0 0 0 0,0 0 0 0 0,0-1 0 0 0,0 0 0 0 0,1-1 0 0 0,-1 0 0 0 0,0 0 0 0 0,1 0 0 0 0,-1-1 0 0 0,0 0 0 0 0,0 0 0 0 0,0-1 0 0 0,1 0 0 0 0,-2 0 0 0 0,1 0 0 0 0,0-1 0 0 0,0 0 0 0 0,-1-1 0 0 0,1 0 0 0 0,-1 0 0 0 0,0 0 0 0 0,-1 0 0 0 0,1-1 0 0 0,8-9 0 0 0,0-3-158 0 0,-1-2 0 0 0,0 0 0 0 0,-1 0 0 0 0,-2-1 0 0 0,0 0 0 0 0,-1-1 0 0 0,0 0 0 0 0,4-23 0 0 0,34-181-393 0 0,-47 220 561 0 0,34-259 307 0 0,-5 32 2012 0 0,-26 207-2074 0 0,-2 15-122 0 0,0 0 0 0 0,5-20 1 0 0,-5 29-76 0 0,0 5-21 0 0,1 1-1 0 0,-1 0 1 0 0,-1 0 0 0 0,1 0 0 0 0,-1 0 0 0 0,0 0-1 0 0,0 0 1 0 0,-1 7 0 0 0,0 6 36 0 0,-9 522 2950 0 0,9-363-2498 0 0,3-147-373 0 0,1-1-1 0 0,1 1 0 0 0,16 54 1 0 0,-18-79-112 0 0,0 1 0 0 0,0-1 1 0 0,0 0-1 0 0,1 0 1 0 0,0 0-1 0 0,0 0 1 0 0,0 0-1 0 0,0-1 1 0 0,1 1-1 0 0,0-1 1 0 0,0 0-1 0 0,0 0 1 0 0,1 0-1 0 0,-1-1 0 0 0,1 1 1 0 0,0-1-1 0 0,0-1 1 0 0,8 5-1 0 0,-6-5-12 0 0,-1 0-1 0 0,1 0 1 0 0,0-1-1 0 0,0 0 1 0 0,0 0-1 0 0,0 0 1 0 0,-1-1-1 0 0,1 0 1 0 0,0-1-1 0 0,0 1 1 0 0,0-1-1 0 0,0-1 1 0 0,0 1-1 0 0,-1-1 1 0 0,9-3-1 0 0,0-2-41 0 0,0-1 0 0 0,0 0 0 0 0,-1-1 0 0 0,0 0-1 0 0,0-2 1 0 0,-1 1 0 0 0,0-1 0 0 0,-1-1 0 0 0,-1-1-1 0 0,0 1 1 0 0,19-29 0 0 0,-20 25 18 0 0,-1 1 0 0 0,-1-1 0 0 0,0-1 0 0 0,-1 0 0 0 0,-1 0-1 0 0,0 0 1 0 0,-1-1 0 0 0,-1 0 0 0 0,-1 0 0 0 0,0 0 0 0 0,-1-18 0 0 0,-2 27-3 0 0,0 1 0 0 0,-1 0 0 0 0,-3-12 1 0 0,3 17 10 0 0,1 0 0 0 0,-1 0 0 0 0,0 0 0 0 0,0 0 0 0 0,-1 1 0 0 0,1-1 0 0 0,0 0 0 0 0,-1 1 0 0 0,0-1 0 0 0,1 1 0 0 0,-1 0 0 0 0,-3-3 0 0 0,4 4 3 0 0,0 0 1 0 0,0 0 0 0 0,-1 0 0 0 0,1 1 0 0 0,0-1 0 0 0,-1 0-1 0 0,1 1 1 0 0,0-1 0 0 0,-1 1 0 0 0,1 0 0 0 0,-1-1 0 0 0,1 1-1 0 0,0 0 1 0 0,-1 0 0 0 0,1 0 0 0 0,-1 0 0 0 0,1 0 0 0 0,-1 0-1 0 0,1 0 1 0 0,-1 1 0 0 0,1-1 0 0 0,0 1 0 0 0,-1-1 0 0 0,1 1-1 0 0,0-1 1 0 0,-1 1 0 0 0,1-1 0 0 0,0 1 0 0 0,0 0 0 0 0,-1 0-1 0 0,1 0 1 0 0,0 0 0 0 0,0 0 0 0 0,0 0 0 0 0,0 0 0 0 0,-1 2-1 0 0,-1 0 2 0 0,1 0 0 0 0,0 0-1 0 0,0 1 1 0 0,0-1-1 0 0,0 0 1 0 0,0 1-1 0 0,1-1 1 0 0,0 1-1 0 0,-1-1 1 0 0,1 1-1 0 0,1 0 1 0 0,-2 6-1 0 0,2-6 8 0 0,1 1 0 0 0,-1-1 0 0 0,1 0 0 0 0,0 0 0 0 0,0 1 0 0 0,0-1 0 0 0,0 0 0 0 0,1 0 0 0 0,0 0 0 0 0,-1 0 0 0 0,2 0 0 0 0,-1-1 0 0 0,0 1 0 0 0,4 3 0 0 0,-1-1-24 0 0,0-1 0 0 0,0 0 0 0 0,1 0 0 0 0,0 0 0 0 0,0-1 0 0 0,1 0 0 0 0,10 6 0 0 0,-5-5-68 0 0,1 1 1 0 0,0-2-1 0 0,0 0 1 0 0,0-1-1 0 0,0 0 0 0 0,0-1 1 0 0,0 0-1 0 0,25 0 0 0 0,-29-3 58 0 0,0 0 0 0 0,1 0 0 0 0,-1-1 0 0 0,0-1 0 0 0,0 1 0 0 0,0-1 0 0 0,-1-1-1 0 0,1 1 1 0 0,-1-2 0 0 0,0 1 0 0 0,0-1 0 0 0,0 0 0 0 0,-1-1 0 0 0,1 0 0 0 0,-1 0-1 0 0,-1 0 1 0 0,1-1 0 0 0,-1 0 0 0 0,0 0 0 0 0,-1-1 0 0 0,0 0 0 0 0,0 1-1 0 0,0-2 1 0 0,-1 1 0 0 0,5-14 0 0 0,-9 21 28 0 0,0 1 0 0 0,0 0 0 0 0,1-1 0 0 0,-1 1 0 0 0,0-1 0 0 0,0 1-1 0 0,0 0 1 0 0,1-1 0 0 0,-1 1 0 0 0,0-1 0 0 0,0 1 0 0 0,0 0 0 0 0,0-1 0 0 0,0 1 0 0 0,0-1 0 0 0,0 1 0 0 0,0-1 0 0 0,0 1-1 0 0,0-1 1 0 0,0 1 0 0 0,0 0 0 0 0,0-1 0 0 0,0 1 0 0 0,0-1 0 0 0,-1 1 0 0 0,1 0 0 0 0,0-1 0 0 0,0 1 0 0 0,0-1 0 0 0,-1 1-1 0 0,1 0 1 0 0,0-1 0 0 0,-1 1 0 0 0,1 0 0 0 0,0-1 0 0 0,0 1 0 0 0,-1 0 0 0 0,1 0 0 0 0,-1-1 0 0 0,1 1 0 0 0,0 0 0 0 0,-1 0-1 0 0,1 0 1 0 0,-1-1 0 0 0,1 1 0 0 0,0 0 0 0 0,-1 0 0 0 0,1 0 0 0 0,-1 0 0 0 0,1 0 0 0 0,-1 0 0 0 0,1 0 0 0 0,0 0 0 0 0,-1 0-1 0 0,1 0 1 0 0,-1 0 0 0 0,1 0 0 0 0,-1 0 0 0 0,1 0 0 0 0,0 1 0 0 0,-1-1 0 0 0,1 0 0 0 0,-1 0 0 0 0,1 0 0 0 0,0 1 0 0 0,-1-1-1 0 0,1 0 1 0 0,-1 1 0 0 0,-25 14 0 0 0,15-5 11 0 0,2 1 0 0 0,0 0 0 0 0,0 1 0 0 0,1 0 0 0 0,0 0 0 0 0,-7 17 0 0 0,4-6 4 0 0,1 1 0 0 0,-11 41 0 0 0,18-51 35 0 0,0 0-1 0 0,0-1 1 0 0,2 1-1 0 0,0 1 1 0 0,0-1-1 0 0,1 0 1 0 0,3 15-1 0 0,-3-23-52 0 0,1-1-1 0 0,0 0 0 0 0,1 1 1 0 0,-1-1-1 0 0,1 0 0 0 0,0 0 1 0 0,0 0-1 0 0,1 0 1 0 0,0 0-1 0 0,0 0 0 0 0,0-1 1 0 0,0 0-1 0 0,0 1 1 0 0,1-1-1 0 0,0 0 0 0 0,0-1 1 0 0,0 1-1 0 0,0-1 1 0 0,1 1-1 0 0,-1-1 0 0 0,7 2 1 0 0,-1 0-447 0 0,1-1-1 0 0,0 0 1 0 0,0 0 0 0 0,1-1 0 0 0,-1-1 0 0 0,1 0-1 0 0,-1-1 1 0 0,1 0 0 0 0,0 0 0 0 0,-1-2 0 0 0,1 1 0 0 0,0-1-1 0 0,-1-1 1 0 0,1 0 0 0 0,-1-1 0 0 0,16-5 0 0 0,-14 3 92 0 0,-1-1 0 0 0,-1 0 1 0 0,1 0-1 0 0,-1-1 0 0 0,0 0 1 0 0,0-1-1 0 0,-1 0 0 0 0,0-1 0 0 0,-1 0 1 0 0,0-1-1 0 0,0 0 0 0 0,-1 0 1 0 0,0-1-1 0 0,8-15 0 0 0,-5 4 1238 0 0,-2-1 1 0 0,0 0-1 0 0,-1 0 0 0 0,-1-1 0 0 0,-1 0 0 0 0,-2 0 0 0 0,3-34 1 0 0,3-29 3156 0 0,-10 84-3600 0 0,-1 5-175 0 0,-4 6 63 0 0,1 0-1 0 0,1-1 1 0 0,-1 2 0 0 0,1-1 0 0 0,1 0-1 0 0,-1 0 1 0 0,0 11 0 0 0,-9 66 958 0 0,11-73-1204 0 0,-3 22 224 0 0,2 0 0 0 0,1 1-1 0 0,5 54 1 0 0,-2-78-630 0 0,0 0 0 0 0,1-1 0 0 0,0 1-1 0 0,0-1 1 0 0,1 1 0 0 0,9 16 0 0 0,-10-22-323 0 0,1 1 1 0 0,0-1-1 0 0,0 0 1 0 0,0 0-1 0 0,1-1 1 0 0,-1 1-1 0 0,1-1 1 0 0,0 0-1 0 0,0 0 1 0 0,1 0-1 0 0,-1-1 1 0 0,9 4-1 0 0,3-1-4611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3.4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1464 0 0,'3'-14'2758'0'0,"-1"2"869"0"0,1-1-1 0 0,1 1 1 0 0,8-20 0 0 0,3 36-2256 0 0,-4 2-853 0 0,-1 0 0 0 0,-1 1 0 0 0,1 0 0 0 0,-1 0 0 0 0,-1 1 0 0 0,1 0 0 0 0,-1 1 0 0 0,11 16 0 0 0,5 3 232 0 0,56 68 746 0 0,23 25-3286 0 0,-99-117 1116 0 0,18 16-3754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3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87 536 0 0,'-6'-13'2725'0'0,"-2"-4"3804"0"0,-21-32 0 0 0,28 48-6393 0 0,1 1-1 0 0,-1-1 1 0 0,0 0 0 0 0,0 1 0 0 0,0-1 0 0 0,0 1-1 0 0,0-1 1 0 0,1 1 0 0 0,-1-1 0 0 0,0 1 0 0 0,0 0-1 0 0,0-1 1 0 0,0 1 0 0 0,0 0 0 0 0,0 0 0 0 0,0 0-1 0 0,-1 0 1 0 0,1 0 0 0 0,0 0 0 0 0,0 0 0 0 0,0 0-1 0 0,0 0 1 0 0,-1 1 0 0 0,-24 8 1245 0 0,5 3-441 0 0,1 1-1 0 0,1 1 0 0 0,0 1 1 0 0,-32 33-1 0 0,-57 78 523 0 0,83-92-1485 0 0,2 1 0 0 0,1 1 0 0 0,-18 42-1 0 0,7 5-9307 0 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3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108 182 3188 0 0,'-40'-70'11449'0'0,"1"1"-1772"0"0,10 26-9446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4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 78 2248 0 0,'-231'36'19208'0'0,"238"-36"-19071"0"0,0 0-1 0 0,-1 0 1 0 0,1 0-1 0 0,0-1 1 0 0,7-2-1 0 0,16-2 35 0 0,473-45 231 0 0,-166 18-5576 0 0,-260 25 2731 0 0,-6 0-2626 0 0,-4-2-2689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 28 2080 0 0,'36'-25'12401'0'0,"-36"25"-12323"0"0,0 0 0 0 0,1-1 0 0 0,-1 1 0 0 0,0 0 0 0 0,0 0 0 0 0,1 0 0 0 0,-1 0 0 0 0,0-1 0 0 0,1 1 0 0 0,-1 0 0 0 0,0 0 0 0 0,1 0 0 0 0,-1 0 0 0 0,0 0 0 0 0,1 0 0 0 0,-1 0 0 0 0,0 0 0 0 0,1 0-1 0 0,-1 0 1 0 0,0 0 0 0 0,1 0 0 0 0,-1 0 0 0 0,0 0 0 0 0,1 0 0 0 0,-1 0 0 0 0,0 0 0 0 0,1 1 0 0 0,-1-1 0 0 0,0 0 0 0 0,1 0 0 0 0,-1 0 0 0 0,0 0 0 0 0,0 1 0 0 0,1-1 0 0 0,-1 0 0 0 0,0 0 0 0 0,0 1-1 0 0,1-1 1 0 0,-1 0 0 0 0,0 0 0 0 0,0 1 0 0 0,0-1 0 0 0,0 0 0 0 0,1 1 0 0 0,-1-1 0 0 0,0 0 0 0 0,0 1 0 0 0,0-1 0 0 0,0 0 0 0 0,0 1 0 0 0,0-1 0 0 0,0 0 0 0 0,0 1 0 0 0,0-1 0 0 0,0 0-1 0 0,0 1 1 0 0,0-1 0 0 0,-12 181 6320 0 0,-42 90-4912 0 0,46-240-1591 0 0,-9 38 99 0 0,13-23-4231 0 0,10-45 1850 0 0,-5-1 2250 0 0,-1 0-1 0 0,1 0 0 0 0,0 0 0 0 0,0 0 1 0 0,0 0-1 0 0,-1 0 0 0 0,1 0 0 0 0,0 0 0 0 0,0-1 1 0 0,0 1-1 0 0,-1 0 0 0 0,2-1 0 0 0,18-14-1976 0 0,-1-2 0 0 0,0 0-1 0 0,18-23 1 0 0,10-10-2195 0 0,-20 24 1119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6.0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19 202 4228 0 0,'2'-1'48'0'0,"103"-107"5045"0"0,-40 31 1323 0 0,-59 66-5125 0 0,-7 7-483 0 0,-16 8-182 0 0,-27 21-106 0 0,30-15-303 0 0,-51 38 358 0 0,57-42-521 0 0,1 1-1 0 0,-1 0 1 0 0,1 1-1 0 0,1 0 1 0 0,-9 12-1 0 0,14-19-39 0 0,0 0-1 0 0,1 0 0 0 0,-1 1 1 0 0,1-1-1 0 0,-1 0 1 0 0,1 0-1 0 0,0 1 1 0 0,0-1-1 0 0,-1 0 0 0 0,1 0 1 0 0,0 1-1 0 0,0-1 1 0 0,0 0-1 0 0,0 1 0 0 0,0-1 1 0 0,1 0-1 0 0,-1 1 1 0 0,0-1-1 0 0,0 0 1 0 0,1 0-1 0 0,-1 1 0 0 0,1-1 1 0 0,-1 0-1 0 0,1 0 1 0 0,0 0-1 0 0,-1 0 0 0 0,1 0 1 0 0,0 0-1 0 0,0 0 1 0 0,0 0-1 0 0,0 0 1 0 0,0 0-1 0 0,0 0 0 0 0,0 0 1 0 0,0-1-1 0 0,0 1 1 0 0,0 0-1 0 0,2 0 0 0 0,6 4 34 0 0,1 0 0 0 0,0-1-1 0 0,18 6 1 0 0,-15-6-34 0 0,47 15 118 0 0,51 19 105 0 0,-99-33-152 0 0,0 1 0 0 0,-1 0 0 0 0,1 1 0 0 0,-1 0 1 0 0,-1 1-1 0 0,17 14 0 0 0,-26-20 6 0 0,1-1 0 0 0,-1 0 0 0 0,1 1 0 0 0,-1 0 0 0 0,0-1 0 0 0,0 1-1 0 0,0 0 1 0 0,1-1 0 0 0,-1 1 0 0 0,-1 0 0 0 0,1 0 0 0 0,0 0 0 0 0,0 0 0 0 0,-1 0 0 0 0,1 0 0 0 0,-1 0 0 0 0,0 0 0 0 0,0 0 0 0 0,1 0 0 0 0,-1 0-1 0 0,-1 4 1 0 0,0-4 8 0 0,0 1 0 0 0,0-1-1 0 0,0 1 1 0 0,0-1-1 0 0,-1 1 1 0 0,1-1-1 0 0,-1 0 1 0 0,1 0-1 0 0,-1 0 1 0 0,0 0-1 0 0,0 0 1 0 0,0 0 0 0 0,0 0-1 0 0,-3 2 1 0 0,-5 2 69 0 0,-1 0 0 0 0,1-1 0 0 0,-1 0 0 0 0,0-1-1 0 0,0 0 1 0 0,-17 4 0 0 0,18-6-189 0 0,1 0 0 0 0,-1-1-1 0 0,0 0 1 0 0,1-1-1 0 0,-1 0 1 0 0,0 0 0 0 0,1-1-1 0 0,-1-1 1 0 0,0 1-1 0 0,1-1 1 0 0,0-1 0 0 0,-1 0-1 0 0,-10-5 1 0 0,13 4-521 0 0,0 0-1 0 0,0 0 1 0 0,1 0 0 0 0,0-1-1 0 0,0 0 1 0 0,0 0-1 0 0,-5-7 1 0 0,5 6-1009 0 0,1-1 0 0 0,0 0 1 0 0,0 0-1 0 0,1-1 0 0 0,0 1 0 0 0,-5-16 0 0 0,0-4-6953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6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67 3144 0 0,'-8'-17'5522'0'0,"-4"-9"-751"0"0,6 3-3892 0 0,13 27-3198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37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5 111 1492 0 0,'-4'-61'10123'0'0,"3"24"-6512"0"0,1 35-3199 0 0,2-9 1768 0 0,1 14-2039 0 0,0 0-1 0 0,-1 0 1 0 0,1 0-1 0 0,-1 0 1 0 0,0 0-1 0 0,0 0 1 0 0,0 1-1 0 0,0-1 1 0 0,-1 1-1 0 0,1-1 1 0 0,-1 1 0 0 0,2 6-1 0 0,10 54 655 0 0,-12-54-696 0 0,7 59 202 0 0,-4 0 1 0 0,-2-1-1 0 0,-9 75 0 0 0,5-118-216 0 0,-1 40-3722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37.9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0 199 1536 0 0,'15'-29'4036'0'0,"-13"24"-3275"0"0,1-1-1 0 0,-1 1 1 0 0,1 0-1 0 0,0 0 1 0 0,1 0-1 0 0,-1 0 1 0 0,1 0 0 0 0,6-5 643 0 0,-5 11-495 0 0,7 1 152 0 0,-3 12-430 0 0,-1-1 1 0 0,-1 1 0 0 0,0 0 0 0 0,-1 0 0 0 0,0 1-1 0 0,5 25 1 0 0,13 29-54 0 0,-13-41-383 0 0,-3-9 403 0 0,15 28-1 0 0,-23-46-544 0 0,1 0-1 0 0,-1 0 0 0 0,1 0 0 0 0,-1 0 0 0 0,1-1 1 0 0,0 1-1 0 0,-1 0 0 0 0,1 0 0 0 0,0-1 0 0 0,0 1 1 0 0,0 0-1 0 0,-1-1 0 0 0,1 1 0 0 0,0-1 0 0 0,0 1 1 0 0,0-1-1 0 0,0 1 0 0 0,0-1 0 0 0,0 0 0 0 0,0 0 1 0 0,0 1-1 0 0,0-1 0 0 0,0 0 0 0 0,0 0 0 0 0,0 0 1 0 0,0 0-1 0 0,0 0 0 0 0,0 0 0 0 0,0 0 0 0 0,0-1 1 0 0,0 1-1 0 0,0 0 0 0 0,0 0 0 0 0,0-1 0 0 0,0 1 1 0 0,0-1-1 0 0,0 1 0 0 0,0-1 0 0 0,0 1 0 0 0,0-1 1 0 0,-1 0-1 0 0,1 1 0 0 0,0-1 0 0 0,1-1 0 0 0,1-1 22 0 0,1-1-1 0 0,0 0 0 0 0,-1 0 1 0 0,1 0-1 0 0,-1-1 0 0 0,4-7 1 0 0,6-19 11 0 0,-2 0 1 0 0,-1-2-1 0 0,-2 1 1 0 0,-1-1-1 0 0,4-42 1 0 0,-6 41-37 0 0,-1 2-1096 0 0,0-45-1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38.1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78 660 0 0,'2'-12'2811'0'0,"0"-1"1"0"0,2 1-1 0 0,7-21 1 0 0,-10 33-2685 0 0,0-1-1 0 0,-1 0 1 0 0,1 1 0 0 0,0-1 0 0 0,0 0-1 0 0,-1 1 1 0 0,1-1 0 0 0,0 1 0 0 0,0 0-1 0 0,0-1 1 0 0,0 1 0 0 0,0 0 0 0 0,0-1 0 0 0,0 1-1 0 0,-1 0 1 0 0,1 0 0 0 0,0 0 0 0 0,0 0-1 0 0,0 0 1 0 0,0 0 0 0 0,0 0 0 0 0,0 0-1 0 0,0 0 1 0 0,2 1 0 0 0,19 4 906 0 0,-22-5-1031 0 0,9 3 336 0 0,0 1 0 0 0,0 0 0 0 0,0 1-1 0 0,0 0 1 0 0,-1 1 0 0 0,9 6 0 0 0,42 42 950 0 0,-58-53-1272 0 0,20 21 183 0 0,-1 1 0 0 0,-1 0-1 0 0,-1 2 1 0 0,-1 0 0 0 0,-1 1 0 0 0,-2 0-1 0 0,0 1 1 0 0,-2 1 0 0 0,-1 0 0 0 0,-1 1-1 0 0,-2 0 1 0 0,0 0 0 0 0,6 61-1 0 0,-11-37-114 0 0,-1 1 0 0 0,-3 0-1 0 0,-3-1 1 0 0,-1 1-1 0 0,-3-1 1 0 0,-3 0 0 0 0,-17 54-1 0 0,-6-2-500 0 0,-4-1 0 0 0,-58 111 0 0 0,54-138-2396 0 0,-72 104 1 0 0,55-104-2688 0 0,-3-8-2950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0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347 214 1476 0 0,'0'0'1190'0'0,"3"0"-201"0"0,-1 0-828 0 0,-1-1-1 0 0,1 1 1 0 0,0 0 0 0 0,-1 0 0 0 0,1 0-1 0 0,-1 0 1 0 0,1 0 0 0 0,0 1-1 0 0,-1-1 1 0 0,1 0 0 0 0,-1 1-1 0 0,1-1 1 0 0,0 1 0 0 0,-1-1 0 0 0,0 1-1 0 0,1 0 1 0 0,-1 0 0 0 0,1 0-1 0 0,-1 0 1 0 0,0 0 0 0 0,1 0-1 0 0,-1 0 1 0 0,0 0 0 0 0,0 0 0 0 0,0 0-1 0 0,0 1 1 0 0,0-1 0 0 0,0 1-1 0 0,0-1 1 0 0,0 3 0 0 0,1 0 130 0 0,-1 1 0 0 0,0 0 0 0 0,0-1 0 0 0,0 1 0 0 0,-1 0 1 0 0,0 0-1 0 0,0-1 0 0 0,0 1 0 0 0,0 0 0 0 0,-1 0 0 0 0,0-1 0 0 0,0 1 1 0 0,0 0-1 0 0,0-1 0 0 0,-1 1 0 0 0,0-1 0 0 0,0 0 0 0 0,0 1 0 0 0,0-1 1 0 0,-4 4-1 0 0,5-7 18 0 0,0-1-240 0 0,0 1 0 0 0,0-1 1 0 0,0 0-1 0 0,-1 0 0 0 0,1 0 0 0 0,0 0 0 0 0,-1 0 1 0 0,1 0-1 0 0,0 0 0 0 0,0 0 0 0 0,0 0 0 0 0,-1-1 1 0 0,1 1-1 0 0,0-1 0 0 0,0 1 0 0 0,0-1 0 0 0,-2 0 0 0 0,0-3-25 0 0,0 0 0 0 0,0-1 0 0 0,1 1 0 0 0,-1-1 0 0 0,1 1-1 0 0,0-1 1 0 0,1 0 0 0 0,-1 0 0 0 0,1 0 0 0 0,0 0-1 0 0,0 0 1 0 0,0 0 0 0 0,1 0 0 0 0,0 0 0 0 0,0-1-1 0 0,0 1 1 0 0,2-9 0 0 0,1-11-36 0 0,2-1 1 0 0,9-27 0 0 0,-14 51-2 0 0,2-6-3 0 0,20-57-37 0 0,-21 60 19 0 0,2 0 1 0 0,-1 0-1 0 0,1 0 1 0 0,-1 0-1 0 0,1 0 1 0 0,0 1-1 0 0,1-1 1 0 0,-1 1-1 0 0,8-6 1 0 0,-10 9 9 0 0,0 0 0 0 0,0 1 0 0 0,0-1 0 0 0,0 1-1 0 0,0-1 1 0 0,0 1 0 0 0,0-1 0 0 0,0 1 0 0 0,0-1 0 0 0,0 1 0 0 0,0 0 0 0 0,0 0 0 0 0,0 0 0 0 0,0 0 0 0 0,0 0 0 0 0,1 0-1 0 0,-1 0 1 0 0,0 0 0 0 0,0 0 0 0 0,0 0 0 0 0,0 0 0 0 0,2 1 0 0 0,-1 0-1 0 0,0 1 0 0 0,1-1 0 0 0,-1 0 0 0 0,0 1 0 0 0,0-1 0 0 0,-1 1 0 0 0,1 0 0 0 0,0-1 0 0 0,-1 1 0 0 0,3 2 0 0 0,0 3-4 0 0,1 1 0 0 0,-1-1-1 0 0,0 1 1 0 0,6 15 0 0 0,-4 1 13 0 0,0 0 1 0 0,-1 1 0 0 0,-2-1-1 0 0,0 1 1 0 0,-1 26-1 0 0,-12 125 47 0 0,10-173-44 0 0,-6 52-46 0 0,-13 61-1 0 0,16-101 166 0 0,-1 0 0 0 0,-1 0-1 0 0,0 0 1 0 0,-1-1 0 0 0,-1 1 0 0 0,0-2 0 0 0,-1 1-1 0 0,-18 24 1 0 0,23-35-53 0 0,0 1-1 0 0,1-1 0 0 0,-1 0 0 0 0,0 0 0 0 0,0-1 1 0 0,-1 1-1 0 0,1 0 0 0 0,0-1 0 0 0,-1 0 1 0 0,0 0-1 0 0,1 0 0 0 0,-1 0 0 0 0,0-1 1 0 0,0 1-1 0 0,0-1 0 0 0,0 0 0 0 0,0 0 1 0 0,-1-1-1 0 0,-6 1 0 0 0,-4-2-9 0 0,1-2 0 0 0,-1 1 1 0 0,1-2-1 0 0,0 0 0 0 0,-13-6 0 0 0,-73-35 76 0 0,20 7-125 0 0,44 21-540 0 0,33 16 167 0 0,-8-2-444 0 0,30 2-7167 0 0,-14 1 7114 0 0,0-1 1 0 0,-1 0 0 0 0,6-2-1 0 0,11-3-3543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0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617 63 2692 0 0,'23'-62'10012'0'0,"-33"84"-9260"0"0,1 0 0 0 0,1 0 0 0 0,1 1 0 0 0,-7 44 0 0 0,6-28-412 0 0,-64 333 1746 0 0,-13 52-1384 0 0,-84 314-83 0 0,168-738-617 0 0,1 2 17 0 0,-1 0-1 0 0,0 0 1 0 0,1 0-1 0 0,0 1 1 0 0,-1-1-1 0 0,1 0 1 0 0,0 0 0 0 0,0 0-1 0 0,0 0 1 0 0,0 0-1 0 0,0 0 1 0 0,1 1-1 0 0,-1-1 1 0 0,0 0-1 0 0,1 0 1 0 0,0 0-1 0 0,0 0 1 0 0,1 2-1 0 0,-1-3-12 0 0,0-1 0 0 0,0 0 0 0 0,0 0 0 0 0,1 0 0 0 0,-1 0-1 0 0,0 0 1 0 0,0-1 0 0 0,0 1 0 0 0,0 0 0 0 0,1 0 0 0 0,-1-1 0 0 0,0 1 0 0 0,0-1 0 0 0,1 0-1 0 0,-1 1 2 0 0,7-4 9 0 0,1 1 1 0 0,-1-2 0 0 0,1 1-1 0 0,-1-1 1 0 0,-1 0-1 0 0,1-1 1 0 0,-1 0-1 0 0,8-7 1 0 0,4-7 0 0 0,24-32 0 0 0,-33 38-15 0 0,0 0 1 0 0,-1-1-1 0 0,-1 0 1 0 0,0 0-1 0 0,-1-1 1 0 0,-1 0-1 0 0,-1 0 1 0 0,0 0-1 0 0,-1-1 0 0 0,0 0 1 0 0,-2 0-1 0 0,0 0 1 0 0,-1 0-1 0 0,0 0 1 0 0,-2 0-1 0 0,0 0 1 0 0,-1 0-1 0 0,0 0 1 0 0,-2 0-1 0 0,0 0 1 0 0,-1 1-1 0 0,-10-26 1 0 0,4 18-7 0 0,-1 1 0 0 0,0 1-1 0 0,-2 0 1 0 0,0 0 0 0 0,-2 2 0 0 0,0 0 0 0 0,-35-32-1 0 0,9 15-13 0 0,-2 2-1 0 0,-73-44 1 0 0,87 61-34 0 0,19 13-39 0 0,0-2 0 0 0,1 1 0 0 0,-1-1 1 0 0,1-1-1 0 0,1 0 0 0 0,-16-15 0 0 0,25 22 55 0 0,0 0 0 0 0,0 1-1 0 0,-1-1 1 0 0,1 0 0 0 0,0 0 0 0 0,0 1-1 0 0,0-1 1 0 0,0 0 0 0 0,0 1 0 0 0,0-1-1 0 0,0 0 1 0 0,0 0 0 0 0,0 1 0 0 0,0-1-1 0 0,0 0 1 0 0,0 0 0 0 0,1 1 0 0 0,-1-1-1 0 0,0 0 1 0 0,0 1 0 0 0,1-1 0 0 0,-1 0 0 0 0,1 1-1 0 0,-1-1 1 0 0,0 0 0 0 0,1 1 0 0 0,-1-1-1 0 0,1 1 1 0 0,-1-1 0 0 0,2 0 0 0 0,17-15-755 0 0,-18 16 722 0 0,19-14-787 0 0,2 1-1 0 0,0 1 1 0 0,0 1-1 0 0,1 2 1 0 0,33-11-1 0 0,122-22-3818 0 0,-116 30 2042 0 0,5 2-656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2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0 617 2856 0 0,'1'3'2202'0'0,"0"7"-154"0"0,0 1 1 0 0,-1-1-1 0 0,-1 19 1 0 0,-1 0-884 0 0,2-28-1108 0 0,0 0-1 0 0,0 0 1 0 0,1 0-1 0 0,-1-1 1 0 0,0 1-1 0 0,0 0 1 0 0,1 0-1 0 0,-1 0 1 0 0,0-1-1 0 0,1 1 1 0 0,-1 0-1 0 0,1 0 0 0 0,-1-1 1 0 0,1 1-1 0 0,-1 0 1 0 0,1-1-1 0 0,0 1 1 0 0,-1-1-1 0 0,1 1 1 0 0,0-1-1 0 0,-1 1 1 0 0,1-1-1 0 0,0 1 1 0 0,0-1-1 0 0,-1 1 1 0 0,1-1-1 0 0,0 0 1 0 0,0 0-1 0 0,0 1 1 0 0,0-1-1 0 0,-1 0 1 0 0,1 0-1 0 0,0 0 0 0 0,0 0 1 0 0,0 0-1 0 0,1 0 1 0 0,29-4 558 0 0,-16-1-546 0 0,0 0 1 0 0,0-1 0 0 0,0 0 0 0 0,-1-1 0 0 0,0-1-1 0 0,-1 0 1 0 0,0-1 0 0 0,0-1 0 0 0,-1 0 0 0 0,0-1 0 0 0,0 0-1 0 0,-1 0 1 0 0,-1-1 0 0 0,15-23 0 0 0,-5 4-48 0 0,-1-1 0 0 0,-2-1 1 0 0,-1 0-1 0 0,-2-2 0 0 0,12-40 0 0 0,-9 6-38 0 0,12-92 0 0 0,-18 92-127 0 0,-11 70 141 0 0,0-1 0 0 0,0 0 0 0 0,0 0 0 0 0,-1 0 0 0 0,1 0 0 0 0,0 0 0 0 0,0 0 0 0 0,0 0 0 0 0,0 0 0 0 0,-1 0 0 0 0,1 0 0 0 0,0 0 0 0 0,0 0 0 0 0,0 0 0 0 0,0 0 0 0 0,-1 0 0 0 0,1 0 0 0 0,0 0 0 0 0,0 0 0 0 0,0 0 0 0 0,0 0 0 0 0,-1 0 0 0 0,1 0 0 0 0,0 0 0 0 0,0 0 0 0 0,0 0 0 0 0,0 0 0 0 0,-1 0-1 0 0,1 0 1 0 0,0 0 0 0 0,0-1 0 0 0,0 1 0 0 0,0 0 0 0 0,0 0 0 0 0,-1 0 0 0 0,1 0 0 0 0,0 0 0 0 0,0-1 0 0 0,0 1 0 0 0,0 0 0 0 0,0 0 0 0 0,0 0 0 0 0,0 0 0 0 0,0 0 0 0 0,0-1 0 0 0,0 1 0 0 0,0 0 0 0 0,0 0 0 0 0,0 0 0 0 0,0-1 0 0 0,0 1 0 0 0,0 0 0 0 0,0 0 0 0 0,0 0 0 0 0,0 0 0 0 0,0-1 0 0 0,-10 12-28 0 0,-13 34 17 0 0,1 1 0 0 0,3 0 0 0 0,2 1 1 0 0,2 1-1 0 0,2 1 0 0 0,2 0 0 0 0,-6 68 1 0 0,16-103 25 0 0,0-1 0 0 0,2 0 1 0 0,-1 0-1 0 0,2 0 0 0 0,-1 0 1 0 0,2 0-1 0 0,0 0 0 0 0,6 16 1 0 0,-8-25-19 0 0,1 1-1 0 0,0-1 1 0 0,0 0 0 0 0,1 0 0 0 0,-1-1 0 0 0,1 1 0 0 0,0 0-1 0 0,0-1 1 0 0,0 0 0 0 0,0 1 0 0 0,1-1 0 0 0,-1 0 0 0 0,1-1-1 0 0,0 1 1 0 0,0-1 0 0 0,0 1 0 0 0,0-1 0 0 0,0-1 0 0 0,0 1-1 0 0,0 0 1 0 0,1-1 0 0 0,-1 0 0 0 0,1 0 0 0 0,-1 0 0 0 0,1-1-1 0 0,8 1 1 0 0,-1-2-214 0 0,0-1 1 0 0,-1 1-1 0 0,1-2 0 0 0,-1 1 0 0 0,0-2 0 0 0,1 0 1 0 0,-2 0-1 0 0,1-1 0 0 0,0 0 0 0 0,-1-1 0 0 0,0 0 1 0 0,0 0-1 0 0,-1-1 0 0 0,16-15 0 0 0,-2 0-132 0 0,-1-2-1 0 0,0-1 1 0 0,-2 0 0 0 0,18-31-1 0 0,-11 10 465 0 0,-2-1-1 0 0,-2-2 1 0 0,-2 0 0 0 0,-3-1-1 0 0,-1 0 1 0 0,12-67-1 0 0,-26 104 57 0 0,-2 10-117 0 0,0-1 1 0 0,0 0 0 0 0,-1 0-1 0 0,1 0 1 0 0,-1 0-1 0 0,0 0 1 0 0,0-6 0 0 0,-1 8 4 0 0,-4 5-41 0 0,0 1 1 0 0,0 0-1 0 0,0 0 0 0 0,1 0 0 0 0,-1 0 1 0 0,1 1-1 0 0,0-1 0 0 0,0 1 0 0 0,1 0 1 0 0,-1 0-1 0 0,-2 8 0 0 0,-7 12 71 0 0,-11 31 0 0 0,15-35 47 0 0,-27 80 352 0 0,4 1 0 0 0,4 2 1 0 0,-22 168-1 0 0,49-265-328 0 0,-2 7 1299 0 0,5-12-854 0 0,3-7-538 0 0,3-5 35 0 0,-2-1 1 0 0,1 0-1 0 0,8-23 0 0 0,1-1-22 0 0,-15 32-72 0 0,19-35 54 0 0,36-53 0 0 0,-49 81-68 0 0,1 0 1 0 0,0 1-1 0 0,0-1 0 0 0,1 2 0 0 0,0-1 1 0 0,0 2-1 0 0,1-1 0 0 0,0 1 1 0 0,23-11-1 0 0,-29 16 1 0 0,1 0 0 0 0,-1 1 0 0 0,1-1 0 0 0,0 1-1 0 0,0 0 1 0 0,-1 1 0 0 0,1-1 0 0 0,0 1 0 0 0,0 0 0 0 0,0 0 0 0 0,0 1-1 0 0,0 0 1 0 0,0-1 0 0 0,-1 1 0 0 0,1 1 0 0 0,0-1 0 0 0,-1 1-1 0 0,1 0 1 0 0,6 3 0 0 0,-6-1-2 0 0,1-1 1 0 0,-1 1-1 0 0,0-1 0 0 0,-1 1 1 0 0,1 1-1 0 0,-1-1 0 0 0,0 1 0 0 0,0 0 1 0 0,0 0-1 0 0,0 0 0 0 0,-1 0 0 0 0,0 0 1 0 0,0 1-1 0 0,4 10 0 0 0,-4-3 6 0 0,1 0 0 0 0,-2 0 0 0 0,1 1 0 0 0,-2-1 0 0 0,0 0 0 0 0,-1 1 0 0 0,0-1 0 0 0,-3 23 1 0 0,-5 4 15 0 0,-19 61 0 0 0,27-99-12 0 0,-10 42 103 0 0,9-43-68 0 0,3 3 15 0 0,-2-4-49 0 0,0 0 0 0 0,0 1 0 0 0,0-1-1 0 0,0 0 1 0 0,0 1 0 0 0,0-1-1 0 0,0 0 1 0 0,0 1 0 0 0,0-1 0 0 0,0 0-1 0 0,0 0 1 0 0,0 1 0 0 0,0-1 0 0 0,1 0-1 0 0,-1 1 1 0 0,0-1 0 0 0,0 0-1 0 0,0 0 1 0 0,0 1 0 0 0,1-1 0 0 0,-1 0-1 0 0,0 0 1 0 0,0 0 0 0 0,1 1 0 0 0,-1-1-1 0 0,0 0 1 0 0,1 0 0 0 0,5 2 8 0 0,0-1 0 0 0,0 0 0 0 0,0-1 1 0 0,0 0-1 0 0,0 0 0 0 0,0 0 0 0 0,0-1 1 0 0,0 1-1 0 0,0-1 0 0 0,0-1 0 0 0,11-3 0 0 0,7-3 19 0 0,35-18 0 0 0,-35 14-20 0 0,-1-1 0 0 0,0-1 0 0 0,-1-1 0 0 0,-1-1 0 0 0,0 0 0 0 0,-1-2 0 0 0,-1-1 0 0 0,-1 0 0 0 0,0-1 0 0 0,-2-1 0 0 0,0-1 0 0 0,-1 0 0 0 0,18-38 0 0 0,-9-6-65 0 0,-24 64 38 0 0,-3 3-18 0 0,-3 2 26 0 0,0-1 0 0 0,0 1 1 0 0,1 0-1 0 0,0 1 1 0 0,-1-1-1 0 0,1 1 0 0 0,0 0 1 0 0,1 1-1 0 0,-1-1 0 0 0,1 1 1 0 0,0 0-1 0 0,0 0 0 0 0,-4 7 1 0 0,-10 14-14 0 0,-16 37 1 0 0,33-62 22 0 0,-4 9-2 0 0,-9 16-9 0 0,-21 57 1 0 0,33-76 18 0 0,-1 1 0 0 0,1-1 0 0 0,1 0 0 0 0,0 1 0 0 0,0 0 0 0 0,0-1 0 0 0,1 1 0 0 0,0-1 0 0 0,0 1 1 0 0,1 0-1 0 0,0-1 0 0 0,0 1 0 0 0,4 9 0 0 0,-4-14-2 0 0,1 0 0 0 0,0-1 0 0 0,0 1 1 0 0,0 0-1 0 0,0-1 0 0 0,0 0 0 0 0,0 1 1 0 0,1-1-1 0 0,-1 0 0 0 0,1 0 0 0 0,-1 0 1 0 0,1-1-1 0 0,0 1 0 0 0,0-1 0 0 0,0 1 1 0 0,0-1-1 0 0,0 0 0 0 0,0 0 0 0 0,0 0 0 0 0,0 0 1 0 0,0-1-1 0 0,7 1 0 0 0,0 0 6 0 0,1-1 0 0 0,0 0 0 0 0,0 0 0 0 0,0-1 0 0 0,17-4-1 0 0,-6-1-60 0 0,-1-1-1 0 0,0-1 1 0 0,-1 0-1 0 0,0-2 0 0 0,-1-1 1 0 0,0 0-1 0 0,0-1 0 0 0,-1-1 1 0 0,-1-1-1 0 0,0 0 0 0 0,-1-2 1 0 0,0 0-1 0 0,-2 0 0 0 0,0-1 1 0 0,0-1-1 0 0,-2 0 0 0 0,0-1 1 0 0,11-26-1 0 0,-18 32 42 0 0,0 0 0 0 0,4-19-1 0 0,4-12-23 0 0,-13 43 24 0 0,0-1 1 0 0,0 0-1 0 0,0 0 0 0 0,0 0 1 0 0,0 0-1 0 0,0 0 1 0 0,0 1-1 0 0,-1-1 1 0 0,1 0-1 0 0,-1 0 0 0 0,1 0 1 0 0,-1 1-1 0 0,-2-4 1 0 0,3 3-23 0 0,-3 2 10 0 0,1-1 14 0 0,1 1-1 0 0,-1 0 0 0 0,1 0 0 0 0,-1 0 0 0 0,0 0 1 0 0,1 0-1 0 0,-1 0 0 0 0,0 0 0 0 0,1 1 1 0 0,-1-1-1 0 0,1 1 0 0 0,-1-1 0 0 0,1 1 0 0 0,-1-1 1 0 0,1 1-1 0 0,-1 0 0 0 0,1 0 0 0 0,0 0 0 0 0,-1 0 1 0 0,-1 2-1 0 0,0-1 0 0 0,0 1 1 0 0,1 0-1 0 0,0 0 1 0 0,-1 1 0 0 0,1-1-1 0 0,0 1 1 0 0,1-1-1 0 0,-4 8 1 0 0,3-7 5 0 0,1 1 1 0 0,-1 0-1 0 0,1 0 1 0 0,0 0-1 0 0,0 0 1 0 0,1 0-1 0 0,0 0 1 0 0,-1 0-1 0 0,2 0 1 0 0,-1 0-1 0 0,0 0 1 0 0,1 0-1 0 0,0 0 1 0 0,0 0-1 0 0,3 5 1 0 0,-1-4-6 0 0,1-1 0 0 0,0 0 1 0 0,0-1-1 0 0,0 1 0 0 0,0-1 0 0 0,1 0 1 0 0,0 0-1 0 0,0 0 0 0 0,0 0 1 0 0,0-1-1 0 0,1 0 0 0 0,-1 0 0 0 0,1-1 1 0 0,0 1-1 0 0,0-1 0 0 0,-1-1 0 0 0,10 3 1 0 0,11 1-333 0 0,-1-2 1 0 0,47 1-1 0 0,-72-4 332 0 0,18 1-196 0 0,0-1-1 0 0,0-1 1 0 0,0-1-1 0 0,0-1 0 0 0,27-7 1 0 0,-38 8 211 0 0,1-1-1 0 0,-1 0 1 0 0,0 0 0 0 0,0-1-1 0 0,0 1 1 0 0,0-2 0 0 0,0 1-1 0 0,-1-1 1 0 0,0 0 0 0 0,0 0-1 0 0,0 0 1 0 0,-1-1-1 0 0,0 0 1 0 0,0 0 0 0 0,6-10-1 0 0,-5 1 101 0 0,-6 14-107 0 0,0 1-1 0 0,0 0 1 0 0,0-1-1 0 0,0 1 1 0 0,0-1 0 0 0,-1 1-1 0 0,1 0 1 0 0,0-1 0 0 0,0 1-1 0 0,0 0 1 0 0,0-1 0 0 0,0 1-1 0 0,-1 0 1 0 0,1 0 0 0 0,0-1-1 0 0,0 1 1 0 0,-1 0 0 0 0,1 0-1 0 0,0-1 1 0 0,-1 1 0 0 0,1 0-1 0 0,0 0 1 0 0,0-1 0 0 0,-1 1-1 0 0,1 0 1 0 0,0 0 0 0 0,-1 0-1 0 0,1 0 1 0 0,0 0 0 0 0,-1 0-1 0 0,1 0 1 0 0,-1 0 0 0 0,1-1-1 0 0,0 1 1 0 0,-1 0 0 0 0,1 1-1 0 0,-1-1 1 0 0,0 0-2 0 0,-1 0 0 0 0,1 1 1 0 0,0-1-1 0 0,-1 1 0 0 0,1-1 1 0 0,0 1-1 0 0,0-1 0 0 0,-1 1 1 0 0,1 0-1 0 0,0 0 0 0 0,0 0 1 0 0,0 0-1 0 0,0 0 0 0 0,0 0 1 0 0,-1 1-1 0 0,-3 3-4 0 0,-3 2 3 0 0,0 1 0 0 0,0 1 1 0 0,1-1-1 0 0,0 1 0 0 0,1 1 0 0 0,0-1 0 0 0,-6 14 0 0 0,3-4 14 0 0,0 1 0 0 0,2-1 0 0 0,-5 22 1 0 0,10-33 8 0 0,0 0 1 0 0,1 0 0 0 0,0 0 0 0 0,0 0-1 0 0,1 0 1 0 0,0 0 0 0 0,0 0 0 0 0,1 1-1 0 0,2 10 1 0 0,-2-16-6 0 0,1 1 0 0 0,-1-1 0 0 0,0 1 0 0 0,1-1 0 0 0,0 1 0 0 0,-1-1 0 0 0,2 0 0 0 0,-1 0 0 0 0,0 0 0 0 0,0 0 0 0 0,1 0 1 0 0,0 0-1 0 0,-1-1 0 0 0,1 1 0 0 0,0-1 0 0 0,0 0 0 0 0,1 0 0 0 0,-1 0 0 0 0,0 0 0 0 0,1-1 0 0 0,-1 1 0 0 0,5 0 0 0 0,7 2 4 0 0,-1-1 0 0 0,2 0 0 0 0,-1-1 0 0 0,0-1-1 0 0,0-1 1 0 0,0 0 0 0 0,1-1 0 0 0,-1 0 0 0 0,24-6 0 0 0,-18 2-14 0 0,-1 0 1 0 0,1-2-1 0 0,-1-1 0 0 0,0 0 1 0 0,-1-1-1 0 0,23-15 1 0 0,-24 11-46 0 0,0-1 0 0 0,0 0 0 0 0,-1-1 0 0 0,-1-1 0 0 0,23-29 1 0 0,-29 31 39 0 0,0-1 0 0 0,0 0 0 0 0,-2 0 0 0 0,1-1 0 0 0,-2 1 0 0 0,-1-2 0 0 0,9-30 1 0 0,-14 43-3 0 0,0 2 0 0 0,0 0-1 0 0,0-1 1 0 0,-1 1-1 0 0,1 0 1 0 0,-1-1-1 0 0,0 1 1 0 0,0 0-1 0 0,0-1 1 0 0,0 1-1 0 0,0 0 1 0 0,0-1 0 0 0,0 1-1 0 0,-1 0 1 0 0,0-1-1 0 0,1 1 1 0 0,-1 0-1 0 0,-2-4 1 0 0,3 5-1 0 0,-1 0 1 0 0,0 0 0 0 0,0 0-1 0 0,1 0 1 0 0,-1 0 0 0 0,0 1-1 0 0,0-1 1 0 0,0 0 0 0 0,0 1 0 0 0,0-1-1 0 0,0 1 1 0 0,0-1 0 0 0,0 1-1 0 0,0 0 1 0 0,0-1 0 0 0,-1 1-1 0 0,1 0 1 0 0,0 0 0 0 0,0 0 0 0 0,0-1-1 0 0,0 1 1 0 0,0 0 0 0 0,0 1-1 0 0,-1-1 1 0 0,1 0 0 0 0,0 0-1 0 0,0 0 1 0 0,0 1 0 0 0,0-1-1 0 0,0 0 1 0 0,0 1 0 0 0,0-1 0 0 0,-1 2-1 0 0,-2-1 4 0 0,-6 4 103 0 0,0 1 0 0 0,1-1 0 0 0,0 1 0 0 0,0 1 0 0 0,0 0 0 0 0,1 0-1 0 0,-1 1 1 0 0,2-1 0 0 0,-14 19 0 0 0,9-10 126 0 0,1 1 1 0 0,0 1-1 0 0,2 0 1 0 0,-13 29-1 0 0,20-39-150 0 0,-1 0 0 0 0,1 0 0 0 0,0 0 0 0 0,0 1 0 0 0,1-1 0 0 0,0 0 0 0 0,1 0 0 0 0,0 1 0 0 0,0-1-1 0 0,1 0 1 0 0,0 1 0 0 0,3 13 0 0 0,-2-17-53 0 0,0-1 0 0 0,0 1 0 0 0,0 0 0 0 0,0-1 0 0 0,1 1 0 0 0,-1-1 0 0 0,1 0 0 0 0,1 1 0 0 0,-1-2 0 0 0,0 1 0 0 0,1 0 0 0 0,0-1 0 0 0,0 1 0 0 0,0-1 0 0 0,0 0 0 0 0,0 0 0 0 0,1-1 0 0 0,-1 0 0 0 0,1 1 0 0 0,0-1 0 0 0,8 2 0 0 0,0-1-408 0 0,0 0 1 0 0,0-1-1 0 0,0 0 1 0 0,0-1-1 0 0,0-1 0 0 0,1 0 1 0 0,-1 0-1 0 0,25-5 1 0 0,-24 1-1445 0 0,1 0 0 0 0,0 0 0 0 0,-1-1-1 0 0,18-9 1 0 0,-6 0-4286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3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37 728 0 0,'0'0'4919'0'0,"-17"0"1244"0"0,-65-3-1644 0 0,79 3-4252 0 0,-1 0-52 0 0,3 0-224 0 0,-21 0 501 0 0,20 1-183 0 0,15 1-260 0 0,17-1 33 0 0,53-5 1 0 0,-28 1-48 0 0,170-9-874 0 0,-55 3-2923 0 0,-98 3-1800 0 0,-40 2 277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3.7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38 240 0 0,'10'-16'8030'0'0,"8"-5"-2390"0"0,-17 20-5281 0 0,2 11 459 0 0,-2 11-431 0 0,-2 0 0 0 0,0 0 1 0 0,-2 0-1 0 0,0 0 0 0 0,-12 40 1 0 0,-5 26-148 0 0,13-47-267 0 0,3-25-260 0 0,2 0 0 0 0,-1 0 0 0 0,2 0-1 0 0,0 1 1 0 0,1-1 0 0 0,1 20 0 0 0,0-34 90 0 0,-1 1 0 0 0,0-1 0 0 0,1 0 0 0 0,-1 0 0 0 0,0 1 0 0 0,1-1 0 0 0,-1 0 0 0 0,1 0 0 0 0,0 0 0 0 0,-1 0 0 0 0,1 0 1 0 0,0 0-1 0 0,0 0 0 0 0,0 0 0 0 0,0 0 0 0 0,0 0 0 0 0,0 0 0 0 0,0-1 0 0 0,0 1 0 0 0,1 1 0 0 0,12-2-4673 0 0,3-4 666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4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24 168 1432 0 0,'90'-107'8583'0'0,"-44"48"-4030"0"0,-44 58-4107 0 0,-70 65 167 0 0,60-54-598 0 0,0 0-1 0 0,0 0 0 0 0,1 0 0 0 0,1 1 0 0 0,-6 13 1 0 0,10-21 5 0 0,1 1 1 0 0,0-1 0 0 0,-1 0 0 0 0,1 0 0 0 0,1 1-1 0 0,-1-1 1 0 0,0 0 0 0 0,1 1 0 0 0,0-1 0 0 0,0 1 0 0 0,0-1-1 0 0,0 1 1 0 0,1-1 0 0 0,-1 0 0 0 0,1 1 0 0 0,0-1-1 0 0,0 0 1 0 0,0 1 0 0 0,0-1 0 0 0,0 0 0 0 0,1 0 0 0 0,0 0-1 0 0,3 5 1 0 0,13 12 321 0 0,1-1 1 0 0,29 23-1 0 0,-27-26-90 0 0,-2 2 1 0 0,20 22-1 0 0,-38-40-202 0 0,0 1 0 0 0,-1 0 0 0 0,1 0 0 0 0,-1-1 0 0 0,1 1-1 0 0,-1 0 1 0 0,1 0 0 0 0,-1 0 0 0 0,0 0 0 0 0,1 0 0 0 0,-1 0-1 0 0,0 0 1 0 0,0 0 0 0 0,0 0 0 0 0,1 0 0 0 0,-1 0 0 0 0,0-1-1 0 0,0 1 1 0 0,-1 0 0 0 0,1 0 0 0 0,0 0 0 0 0,0 0 0 0 0,0 0-1 0 0,-1 0 1 0 0,1 0 0 0 0,0 0 0 0 0,-1 0 0 0 0,1 0 0 0 0,-1 0-1 0 0,1-1 1 0 0,-1 1 0 0 0,1 0 0 0 0,-1 0 0 0 0,1-1 0 0 0,-1 1-1 0 0,0 0 1 0 0,0-1 0 0 0,1 1 0 0 0,-1 0 0 0 0,0-1 0 0 0,0 1-1 0 0,0-1 1 0 0,-1 1 0 0 0,-2 1 9 0 0,0 1 1 0 0,-1-1-1 0 0,1-1 0 0 0,-1 1 0 0 0,1-1 0 0 0,-1 0 1 0 0,1 0-1 0 0,-6 1 0 0 0,-2-2-421 0 0,1 0-1 0 0,-1-1 1 0 0,1 0-1 0 0,-1 0 1 0 0,-15-5 0 0 0,18 3-1407 0 0,-1 0 1 0 0,1-1 0 0 0,-1 0 0 0 0,-8-5 0 0 0,-3-5-5535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4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2616 0 0,'3'-11'2208'0'0,"2"2"-303"0"0,0 1-277 0 0,-1-1 696 0 0,-1-3-852 0 0,4 0-564 0 0,-4 6-324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4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330 135 1864 0 0,'15'-28'3867'0'0,"-10"20"-2950"0"0,0 0 1 0 0,-1 0 0 0 0,0 0 0 0 0,0-1 0 0 0,-1 1 0 0 0,0-1 0 0 0,-1 0 0 0 0,0 0-1 0 0,2-12 1 0 0,-5 21-894 0 0,1-1-1 0 0,0 1 0 0 0,-1-1 0 0 0,1 0 1 0 0,0 1-1 0 0,-1-1 0 0 0,1 1 0 0 0,-1-1 1 0 0,1 1-1 0 0,-1-1 0 0 0,1 1 0 0 0,-1 0 1 0 0,1-1-1 0 0,-1 1 0 0 0,1 0 0 0 0,-1-1 1 0 0,0 1-1 0 0,1 0 0 0 0,-1 0 0 0 0,1-1 1 0 0,-1 1-1 0 0,0 0 0 0 0,1 0 0 0 0,-1 0 0 0 0,0 0 1 0 0,1 0-1 0 0,-1 0 0 0 0,0 0 0 0 0,1 0 1 0 0,-1 0-1 0 0,0 0 0 0 0,1 0 0 0 0,-1 0 1 0 0,-1 1-1 0 0,-24 4 169 0 0,11 1-149 0 0,1 0 1 0 0,0 0-1 0 0,0 2 1 0 0,0 0-1 0 0,1 0 1 0 0,0 1-1 0 0,-23 21 0 0 0,-72 85 14 0 0,94-97-49 0 0,0 0-1 0 0,-18 30 0 0 0,27-39 13 0 0,1 0 0 0 0,-1 0 1 0 0,1 1-1 0 0,1-1 1 0 0,0 1-1 0 0,0 0 1 0 0,-2 19-1 0 0,5-27-12 0 0,0 1 1 0 0,0-1-1 0 0,0 0 0 0 0,0 0 1 0 0,0 0-1 0 0,0 0 0 0 0,1 0 0 0 0,-1 0 1 0 0,1 0-1 0 0,0 0 0 0 0,-1 0 1 0 0,1 0-1 0 0,0 0 0 0 0,0-1 0 0 0,0 1 1 0 0,0 0-1 0 0,1 0 0 0 0,-1-1 1 0 0,0 1-1 0 0,1-1 0 0 0,1 3 0 0 0,0-2 0 0 0,1 0 0 0 0,-1-1 0 0 0,0 1 0 0 0,1-1 0 0 0,-1 1-1 0 0,1-1 1 0 0,-1 0 0 0 0,1 0 0 0 0,-1 0 0 0 0,1-1 0 0 0,4 1-1 0 0,3-1 5 0 0,0 0 1 0 0,0-1-1 0 0,-1 0 0 0 0,1 0 0 0 0,0-1 0 0 0,-1-1 0 0 0,15-5 0 0 0,-7 0-6 0 0,0-1 0 0 0,-2 0 0 0 0,1-2 0 0 0,-1 0 0 0 0,0-1 0 0 0,-1 0 0 0 0,-1-1 0 0 0,16-18 0 0 0,10-16 84 0 0,41-65-1 0 0,-65 89-22 0 0,-12 16-35 0 0,-2 4-25 0 0,0 0 0 0 0,0 0 0 0 0,0 1 1 0 0,1-1-1 0 0,-1 0 0 0 0,1 1 1 0 0,5-5-1 0 0,-7 7-6 0 0,-1 0 0 0 0,0 0 0 0 0,0 0 0 0 0,0-1-1 0 0,1 1 1 0 0,-1 0 0 0 0,0 0 0 0 0,0 0 0 0 0,1 0 0 0 0,-1 0 0 0 0,0 0 0 0 0,0 0 0 0 0,1-1 0 0 0,-1 1 0 0 0,0 0-1 0 0,0 0 1 0 0,1 0 0 0 0,-1 0 0 0 0,0 0 0 0 0,0 0 0 0 0,1 0 0 0 0,-1 0 0 0 0,0 1 0 0 0,0-1 0 0 0,1 0-1 0 0,-1 0 1 0 0,0 0 0 0 0,0 0 0 0 0,1 0 0 0 0,-1 0 0 0 0,0 0 0 0 0,0 1 0 0 0,0-1 0 0 0,1 0 0 0 0,-1 0 0 0 0,6 11-14 0 0,-1 10-5 0 0,0 46 7 0 0,-4-38 8 0 0,7 34 0 0 0,3-26-2212 0 0,0-14-4179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5.5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92 1916 0 0,'-43'-39'9082'0'0,"42"37"-8586"0"0,1 2-463 0 0,0-1 0 0 0,0 1 0 0 0,0-1 1 0 0,0 1-1 0 0,0 0 0 0 0,0-1 1 0 0,0 1-1 0 0,0-1 0 0 0,1 1 0 0 0,-1 0 1 0 0,0-1-1 0 0,0 1 0 0 0,0 0 0 0 0,0-1 1 0 0,1 1-1 0 0,-1 0 0 0 0,0-1 0 0 0,0 1 1 0 0,1 0-1 0 0,-1 0 0 0 0,0-1 0 0 0,1 1 1 0 0,-1 0-1 0 0,0 0 0 0 0,1 0 0 0 0,-1-1 1 0 0,0 1-1 0 0,1 0 0 0 0,-1 0 0 0 0,0 0 1 0 0,1 0-1 0 0,-1 0 0 0 0,1 0 1 0 0,-1 0-1 0 0,0-1 0 0 0,1 1 0 0 0,21 4 363 0 0,18 14-13 0 0,-31-12-311 0 0,0 1 1 0 0,0 0-1 0 0,-1 0 0 0 0,0 1 0 0 0,0 0 1 0 0,-1 0-1 0 0,0 1 0 0 0,0 0 0 0 0,-1 0 0 0 0,0 1 1 0 0,-1 0-1 0 0,0 0 0 0 0,0 0 0 0 0,-1 0 1 0 0,5 19-1 0 0,-6-14 68 0 0,-1 0 0 0 0,0 0 0 0 0,-1 0 1 0 0,-1 0-1 0 0,0 0 0 0 0,-1 0 0 0 0,-1-1 1 0 0,0 1-1 0 0,-1 0 0 0 0,-1-1 0 0 0,-6 18 0 0 0,8-24 25 0 0,1-5 9 0 0,0 0 0 0 0,0 0-1 0 0,0 0 1 0 0,0 0-1 0 0,0-1 1 0 0,-1 1-1 0 0,1 0 1 0 0,-1-1 0 0 0,0 1-1 0 0,0-1 1 0 0,0 1-1 0 0,0-1 1 0 0,-4 4-1 0 0,5-5 10 0 0,-2-3-38 0 0,1 0-133 0 0,1-1-1 0 0,-1 1 0 0 0,0-1 1 0 0,1 1-1 0 0,0-1 0 0 0,-1 0 1 0 0,1 1-1 0 0,0-1 0 0 0,0 0 1 0 0,1 0-1 0 0,-1 0 0 0 0,0 0 1 0 0,1 0-1 0 0,0 0 0 0 0,0 1 1 0 0,0-1-1 0 0,0 0 0 0 0,0 0 1 0 0,0 0-1 0 0,2-5 0 0 0,2-13 86 0 0,10-34-1 0 0,-13 51-95 0 0,6-18-6 0 0,1 0 0 0 0,1 0 0 0 0,1 1 0 0 0,1 0-1 0 0,0 1 1 0 0,2 0 0 0 0,0 1 0 0 0,1 0-1 0 0,1 1 1 0 0,1 1 0 0 0,1 0 0 0 0,0 1-1 0 0,36-25 1 0 0,-48 37-2 0 0,0 1-1 0 0,1 0 0 0 0,-1 1 1 0 0,1-1-1 0 0,0 1 1 0 0,-1 1-1 0 0,1-1 0 0 0,0 1 1 0 0,0-1-1 0 0,0 2 1 0 0,0-1-1 0 0,0 1 0 0 0,0 0 1 0 0,0 0-1 0 0,1 0 1 0 0,-1 1-1 0 0,0 0 0 0 0,8 3 1 0 0,-8-2 1 0 0,-1 0 1 0 0,0 1-1 0 0,-1-1 0 0 0,1 1 1 0 0,0 0-1 0 0,-1 0 1 0 0,0 1-1 0 0,1 0 0 0 0,-1-1 1 0 0,-1 1-1 0 0,1 0 1 0 0,-1 1-1 0 0,1-1 0 0 0,-1 1 1 0 0,0 0-1 0 0,-1-1 1 0 0,1 1-1 0 0,-1 0 0 0 0,0 0 1 0 0,2 8-1 0 0,-1-2-7 0 0,-1 1 1 0 0,0-1-1 0 0,-1 1 1 0 0,0 0-1 0 0,0 0 0 0 0,-2 14 1 0 0,-14 68 372 0 0,10-67-1533 0 0,0 0 0 0 0,0 39 0 0 0,4-65 963 0 0,1 0 0 0 0,0 1 1 0 0,1-1-1 0 0,-1 0 0 0 0,0 0 0 0 0,0 0 0 0 0,0 1 0 0 0,1-1 1 0 0,-1 0-1 0 0,1 0 0 0 0,-1 0 0 0 0,1 0 0 0 0,-1 0 0 0 0,1 0 1 0 0,0 0-1 0 0,-1 0 0 0 0,1 0 0 0 0,0 0 0 0 0,0 0 0 0 0,0 0 1 0 0,-1 0-1 0 0,1-1 0 0 0,0 1 0 0 0,0 0 0 0 0,0-1 0 0 0,1 1 1 0 0,-1-1-1 0 0,0 1 0 0 0,0-1 0 0 0,0 1 0 0 0,0-1 1 0 0,0 0-1 0 0,1 1 0 0 0,-1-1 0 0 0,0 0 0 0 0,0 0 0 0 0,0 0 1 0 0,1 0-1 0 0,-1 0 0 0 0,0 0 0 0 0,0-1 0 0 0,0 1 0 0 0,1 0 1 0 0,-1 0-1 0 0,0-1 0 0 0,0 1 0 0 0,0-1 0 0 0,0 1 0 0 0,2-2 1 0 0,7-6-3010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6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0 264 1796 0 0,'18'-34'4641'0'0,"18"-47"-1"0"0,-23 50-2437 0 0,-12 29-1444 0 0,-1 5-637 0 0,-16 71 1598 0 0,11-55-1518 0 0,1 1-1 0 0,1-1 1 0 0,0 1-1 0 0,0 29 0 0 0,4-39-117 0 0,-1-1-1 0 0,2 1 1 0 0,-1-1-1 0 0,1 0 0 0 0,1 1 1 0 0,-1-1-1 0 0,2 0 1 0 0,-1 0-1 0 0,1 0 1 0 0,1-1-1 0 0,9 15 0 0 0,-10-18-21 0 0,-1-1-1 0 0,1 0 0 0 0,1 0 0 0 0,-1 0 0 0 0,0 0 0 0 0,1-1 1 0 0,0 0-1 0 0,0 0 0 0 0,0 0 0 0 0,0 0 0 0 0,0-1 0 0 0,1 0 1 0 0,-1 0-1 0 0,1 0 0 0 0,0-1 0 0 0,-1 0 0 0 0,1 0 0 0 0,0 0 1 0 0,-1-1-1 0 0,1 0 0 0 0,6 0 0 0 0,-5-1-26 0 0,0 1 0 0 0,0-1 1 0 0,1-1-1 0 0,-1 1 0 0 0,0-1 0 0 0,-1-1 0 0 0,1 1 0 0 0,0-1 0 0 0,-1 0 0 0 0,1-1 1 0 0,-1 1-1 0 0,0-1 0 0 0,8-7 0 0 0,-6 3-13 0 0,-1 1 0 0 0,0-1 0 0 0,0-1 0 0 0,0 1 0 0 0,-1-1 0 0 0,-1 0 0 0 0,1 0 0 0 0,5-15 0 0 0,-4 5-10 0 0,-1-1 0 0 0,0 0 0 0 0,-1 0 0 0 0,-1-1 0 0 0,-1 1 0 0 0,-1-1 0 0 0,-1 0 0 0 0,-3-40-1 0 0,1 51-13 0 0,0 1 0 0 0,-1-1-1 0 0,-1 1 1 0 0,1 0-1 0 0,-2 0 1 0 0,1 0-1 0 0,-1 0 1 0 0,0 0-1 0 0,-1 1 1 0 0,-5-8 0 0 0,8 13-3 0 0,0 1 0 0 0,0-1 0 0 0,-1 1 1 0 0,1-1-1 0 0,0 1 0 0 0,-1 0 1 0 0,1 0-1 0 0,-1 0 0 0 0,0 0 1 0 0,0 0-1 0 0,0 1 0 0 0,1-1 0 0 0,-2 1 1 0 0,1 0-1 0 0,0 0 0 0 0,0 0 1 0 0,0 0-1 0 0,0 1 0 0 0,-1-1 1 0 0,1 1-1 0 0,0 0 0 0 0,-1 0 1 0 0,1 0-1 0 0,0 0 0 0 0,0 0 0 0 0,-1 1 1 0 0,1 0-1 0 0,0-1 0 0 0,0 1 1 0 0,0 0-1 0 0,0 1 0 0 0,-4 1 0 0 0,-4 3-1 0 0,0 1 0 0 0,0 0 0 0 0,1 0 0 0 0,0 1 0 0 0,0 0 0 0 0,1 1 0 0 0,0 0 0 0 0,1 1 0 0 0,0 0 0 0 0,-11 18 0 0 0,15-21 5 0 0,0-1 1 0 0,1 1-1 0 0,0 0 1 0 0,1 0 0 0 0,-1 0-1 0 0,1 0 1 0 0,1 0 0 0 0,-2 14-1 0 0,3-16 2 0 0,0-1-1 0 0,0 1 1 0 0,0 0-1 0 0,1-1 1 0 0,0 1 0 0 0,0 0-1 0 0,0-1 1 0 0,0 1-1 0 0,1-1 1 0 0,0 1-1 0 0,0-1 1 0 0,0 0-1 0 0,0 0 1 0 0,6 7-1 0 0,-5-7 2 0 0,1 1 0 0 0,-1-1 0 0 0,1 0 0 0 0,0 0 0 0 0,1-1-1 0 0,-1 1 1 0 0,1-1 0 0 0,-1 0 0 0 0,1 0 0 0 0,0 0-1 0 0,0-1 1 0 0,1 0 0 0 0,-1 0 0 0 0,8 2 0 0 0,-6-3-25 0 0,0 0 0 0 0,1 0 0 0 0,-1-1 0 0 0,0 0 0 0 0,1 0 0 0 0,-1-1 0 0 0,1 0 1 0 0,-1 0-1 0 0,13-4 0 0 0,-1-2-53 0 0,-1-1 0 0 0,0-1 0 0 0,0-1 1 0 0,-1 0-1 0 0,0-1 0 0 0,0 0 0 0 0,14-15 0 0 0,25-28-54 0 0,-41 38 72 0 0,1 0 1 0 0,0 2-1 0 0,1 0 0 0 0,19-12 0 0 0,-35 25 53 0 0,1 0-1 0 0,-1 1 1 0 0,0-1-1 0 0,1 0 1 0 0,-1 1 0 0 0,1-1-1 0 0,-1 1 1 0 0,1-1 0 0 0,-1 1-1 0 0,1 0 1 0 0,-1 0-1 0 0,1 0 1 0 0,-1 0 0 0 0,1 0-1 0 0,-1 0 1 0 0,1 0-1 0 0,-1 0 1 0 0,1 1 0 0 0,-1-1-1 0 0,1 0 1 0 0,-1 1-1 0 0,2 0 1 0 0,0 1-1 0 0,-1-1 1 0 0,0 1-1 0 0,0 0 0 0 0,0-1 1 0 0,0 1-1 0 0,0 0 1 0 0,0 1-1 0 0,-1-1 0 0 0,1 0 1 0 0,-1 0-1 0 0,3 4 0 0 0,0 4-2 0 0,0 0-1 0 0,0 1 1 0 0,-1-1-1 0 0,-1 1 1 0 0,2 10-1 0 0,-2-4 35 0 0,-2-1 0 0 0,0 1-1 0 0,-1-1 1 0 0,-1 1 0 0 0,-5 23-1 0 0,1-2 577 0 0,2-28-179 0 0,-1-13-76 0 0,-1-15-163 0 0,7 3-187 0 0,1-1 1 0 0,1 1-1 0 0,0 0 0 0 0,1 0 0 0 0,1 1 1 0 0,1 0-1 0 0,-1-1 0 0 0,2 1 1 0 0,0 1-1 0 0,1 0 0 0 0,0 0 1 0 0,12-13-1 0 0,-13 17-6 0 0,0 0 0 0 0,1 1-1 0 0,0 0 1 0 0,0 0 0 0 0,1 1-1 0 0,0 0 1 0 0,1 0 0 0 0,-1 1-1 0 0,1 1 1 0 0,13-6 0 0 0,-18 9 1 0 0,1 0 1 0 0,0 0-1 0 0,0 1 1 0 0,0 0-1 0 0,0 0 0 0 0,1 0 1 0 0,-1 1-1 0 0,0 0 1 0 0,0 0-1 0 0,0 0 1 0 0,1 1-1 0 0,-1 0 1 0 0,0 0-1 0 0,0 1 1 0 0,0 0-1 0 0,-1 0 1 0 0,1 0-1 0 0,0 1 1 0 0,-1-1-1 0 0,7 5 0 0 0,-5-2 8 0 0,-1-1-1 0 0,0 1 0 0 0,0 0 1 0 0,0 0-1 0 0,0 1 0 0 0,-1 0 1 0 0,0 0-1 0 0,0 0 0 0 0,-1 1 1 0 0,0-1-1 0 0,0 1 0 0 0,0 0 1 0 0,-1 0-1 0 0,0 1 0 0 0,-1-1 1 0 0,1 1-1 0 0,1 13 0 0 0,-2-6-16 0 0,-1 0 1 0 0,0 0-1 0 0,-1 0 0 0 0,-1 0 0 0 0,-1 0 0 0 0,0 0 0 0 0,-1 0 0 0 0,-6 20 0 0 0,4-16-1436 0 0,5-12-1448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6.5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2036 0 0,'9'-12'7732'0'0,"-7"9"-7043"0"0,0-1-1 0 0,0 1 1 0 0,0-1-1 0 0,0 1 0 0 0,0 0 1 0 0,1 0-1 0 0,0 0 1 0 0,-1 0-1 0 0,1 1 1 0 0,5-4-1 0 0,-3 2-207 0 0,1 1-1 0 0,-1 0 1 0 0,1 0 0 0 0,0 0-1 0 0,11-3 1 0 0,5 1-859 0 0,1 1 0 0 0,40-3 0 0 0,-25 4-111 0 0,-25 2-128 0 0,59-9-3147 0 0,-25-2-3004 0 0,-29 7 1719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8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24 84 0 0,'0'-14'11065'0'0,"0"14"-10972"0"0,0-1 0 0 0,1 1-1 0 0,-1-1 1 0 0,0 1 0 0 0,0-1 0 0 0,0 1-1 0 0,0-1 1 0 0,1 1 0 0 0,-1 0 0 0 0,0-1-1 0 0,0 1 1 0 0,1-1 0 0 0,-1 1 0 0 0,0 0-1 0 0,1-1 1 0 0,-1 1 0 0 0,0 0 0 0 0,1-1-1 0 0,-1 1 1 0 0,0 0 0 0 0,1 0 0 0 0,-1-1-1 0 0,1 1 1 0 0,-1 0 0 0 0,1 0 0 0 0,-1 0 0 0 0,1 0-1 0 0,-1 0 1 0 0,0-1 0 0 0,1 1 0 0 0,-1 0-1 0 0,2 0 1 0 0,20 4 824 0 0,22 18-417 0 0,-36-18-451 0 0,0 1-1 0 0,-1 0 0 0 0,1 1 0 0 0,-1-1 0 0 0,0 1 0 0 0,-1 1 0 0 0,1-1 0 0 0,-1 1 0 0 0,-1 1 0 0 0,1-1 0 0 0,8 16 1 0 0,-12-17-36 0 0,1 0 1 0 0,-1 1 0 0 0,-1-1 0 0 0,1 0 0 0 0,-1 1 0 0 0,0-1-1 0 0,0 1 1 0 0,-1-1 0 0 0,0 1 0 0 0,0 0 0 0 0,0-1 0 0 0,-1 1-1 0 0,0-1 1 0 0,0 1 0 0 0,-1-1 0 0 0,0 0 0 0 0,-3 9 0 0 0,-5 6-3 0 0,0 0 0 0 0,-2 0 0 0 0,0-1 1 0 0,-1-1-1 0 0,-25 29 0 0 0,5-13 1669 0 0,-61 52 0 0 0,92-86-1184 0 0,-2 4 880 0 0,12-7-1366 0 0,0 1 0 0 0,1 0 0 0 0,-1 1 0 0 0,0 0 0 0 0,0 0 0 0 0,0 1 0 0 0,0 0-1 0 0,0 0 1 0 0,0 1 0 0 0,0 0 0 0 0,0 0 0 0 0,-1 1 0 0 0,1 0 0 0 0,-1 0 0 0 0,1 1 0 0 0,-1 0 0 0 0,0 0-1 0 0,9 8 1 0 0,-4-1 21 0 0,0 0 0 0 0,0 1-1 0 0,-1 0 1 0 0,-1 1-1 0 0,0 0 1 0 0,-1 1 0 0 0,0 0-1 0 0,-1 0 1 0 0,-1 1 0 0 0,0 0-1 0 0,-1 0 1 0 0,-1 1-1 0 0,0 0 1 0 0,-1 0 0 0 0,-1 0-1 0 0,0 0 1 0 0,-1 0-1 0 0,-1 1 1 0 0,-1-1 0 0 0,0 1-1 0 0,-1-1 1 0 0,-1 0 0 0 0,0 1-1 0 0,-6 20 1 0 0,5-30 134 0 0,0 1 0 0 0,-1-1 1 0 0,1 1-1 0 0,-2-1 1 0 0,1 0-1 0 0,-1-1 0 0 0,0 1 1 0 0,0-1-1 0 0,-1 0 0 0 0,1 0 1 0 0,-1-1-1 0 0,-1 1 0 0 0,1-1 1 0 0,-1-1-1 0 0,0 1 1 0 0,0-1-1 0 0,0 0 0 0 0,-1-1 1 0 0,-11 4-1 0 0,9-3-6 0 0,0-1 1 0 0,-1-1-1 0 0,1 0 0 0 0,-1 0 0 0 0,0-1 0 0 0,1 0 1 0 0,-1-1-1 0 0,0 0 0 0 0,1-1 0 0 0,-1 0 1 0 0,1-1-1 0 0,-1 0 0 0 0,1-1 0 0 0,-17-6 1 0 0,24 9-147 0 0,1-2 0 0 0,-1 1 1 0 0,0 0-1 0 0,1 0 0 0 0,0-1 1 0 0,-1 1-1 0 0,1-1 0 0 0,0 0 1 0 0,0 0-1 0 0,0 0 0 0 0,0 0 1 0 0,0 0-1 0 0,0 0 0 0 0,1 0 1 0 0,-1-1-1 0 0,1 1 0 0 0,-1-1 1 0 0,0-3-1 0 0,1 3-30 0 0,1 0 1 0 0,-1 0-1 0 0,1 0 0 0 0,0 0 0 0 0,0 0 1 0 0,0 0-1 0 0,1 0 0 0 0,-1 0 1 0 0,1 0-1 0 0,0 0 0 0 0,-1 1 0 0 0,1-1 1 0 0,1 0-1 0 0,-1 0 0 0 0,0 1 1 0 0,1-1-1 0 0,2-3 0 0 0,10-16-269 0 0,2 1 0 0 0,0 1-1 0 0,25-23 1 0 0,62-50-782 0 0,-75 70 814 0 0,148-121-878 0 0,27-23-20 0 0,-154 122 795 0 0,83-97 0 0 0,-79 70 184 0 0,-47 64 149 0 0,-1-1-1 0 0,-1 0 1 0 0,0 0 0 0 0,0 0-1 0 0,0 0 1 0 0,3-17 0 0 0,-7 25 20 0 0,0 1 0 0 0,0-1-1 0 0,1 0 1 0 0,-1 1 0 0 0,0-1 0 0 0,0 0 0 0 0,0 1 0 0 0,0-1 0 0 0,0 0 0 0 0,-1 1 0 0 0,1-1 0 0 0,0 0 0 0 0,0 1-1 0 0,0-1 1 0 0,0 0 0 0 0,-1 1 0 0 0,1-1 0 0 0,0 1 0 0 0,-1-1 0 0 0,1 0 0 0 0,0 1 0 0 0,-1-1 0 0 0,1 1 0 0 0,-1-1-1 0 0,1 1 1 0 0,-1-1 0 0 0,1 1 0 0 0,-1 0 0 0 0,1-1 0 0 0,-1 1 0 0 0,1 0 0 0 0,-1-1 0 0 0,0 1 0 0 0,1 0 0 0 0,-1 0 0 0 0,0-1-1 0 0,1 1 1 0 0,-1 0 0 0 0,0 0 0 0 0,1 0 0 0 0,-1 0 0 0 0,0 0 0 0 0,1 0 0 0 0,-1 0 0 0 0,0 0 0 0 0,1 0 0 0 0,-2 0-1 0 0,-28 8-60 0 0,20-2 55 0 0,0 0 0 0 0,0 0 0 0 0,1 1 0 0 0,0 0-1 0 0,0 1 1 0 0,1 0 0 0 0,0 0 0 0 0,1 1-1 0 0,-1 0 1 0 0,-6 11 0 0 0,4-3-2 0 0,0 0 0 0 0,1 0 0 0 0,0 1 0 0 0,2 1 0 0 0,-6 19 0 0 0,11-32 18 0 0,0 0 0 0 0,1 0-1 0 0,0 0 1 0 0,1 0-1 0 0,-1 0 1 0 0,1 0-1 0 0,0 0 1 0 0,1 0-1 0 0,-1 0 1 0 0,3 9 0 0 0,-2-12-1 0 0,0 0 1 0 0,0 0 0 0 0,0 0 0 0 0,1 0 0 0 0,-1-1-1 0 0,1 1 1 0 0,0 0 0 0 0,0-1 0 0 0,0 1 0 0 0,0-1-1 0 0,0 0 1 0 0,0 0 0 0 0,1 1 0 0 0,-1-1 0 0 0,1-1-1 0 0,-1 1 1 0 0,1 0 0 0 0,0-1 0 0 0,-1 1-1 0 0,1-1 1 0 0,5 2 0 0 0,3 0 5 0 0,0-1 0 0 0,0 1 0 0 0,1-1 0 0 0,-1-1 1 0 0,1 0-1 0 0,-1-1 0 0 0,1 0 0 0 0,-1-1 0 0 0,0 0 0 0 0,19-5 0 0 0,-14 2-62 0 0,-1-1 0 0 0,1-1 0 0 0,-1-1 0 0 0,0 0-1 0 0,-1-1 1 0 0,25-17 0 0 0,-16 8-50 0 0,-2-1-1 0 0,0-1 1 0 0,-1-2 0 0 0,-1 1 0 0 0,-1-2-1 0 0,-1-1 1 0 0,-1 0 0 0 0,18-34 0 0 0,-29 49 77 0 0,-1 1 1 0 0,0-1 0 0 0,0-1-1 0 0,-1 1 1 0 0,0 0 0 0 0,0-1-1 0 0,-1 0 1 0 0,0 0 0 0 0,-1 1-1 0 0,0-1 1 0 0,0 0 0 0 0,-1-15-1 0 0,0 23 22 0 0,0 1 0 0 0,0-1 0 0 0,0 1 0 0 0,0 0 0 0 0,-1-1 0 0 0,1 1-1 0 0,0 0 1 0 0,0-1 0 0 0,0 1 0 0 0,0 0 0 0 0,0-1 0 0 0,-1 1 0 0 0,1 0 0 0 0,0-1 0 0 0,0 1-1 0 0,-1 0 1 0 0,1 0 0 0 0,0-1 0 0 0,0 1 0 0 0,-1 0 0 0 0,1 0 0 0 0,0-1 0 0 0,-1 1 0 0 0,1 0-1 0 0,0 0 1 0 0,-1 0 0 0 0,1 0 0 0 0,0-1 0 0 0,-1 1 0 0 0,1 0 0 0 0,0 0 0 0 0,-1 0 0 0 0,1 0-1 0 0,-1 0 1 0 0,1 0 0 0 0,0 0 0 0 0,-1 0 0 0 0,1 0 0 0 0,0 0 0 0 0,-1 0 0 0 0,1 0-1 0 0,0 0 1 0 0,-1 1 0 0 0,1-1 0 0 0,-1 0 0 0 0,1 0 0 0 0,-2 1-3 0 0,1 0 0 0 0,0-1-1 0 0,-1 1 1 0 0,1 0 0 0 0,0 0 0 0 0,0-1 0 0 0,0 1-1 0 0,0 0 1 0 0,0 0 0 0 0,0 0 0 0 0,0 1 0 0 0,-1 0 0 0 0,0 1 1 0 0,1 0 1 0 0,0-1 0 0 0,0 1-1 0 0,0 0 1 0 0,0 0 0 0 0,0 0-1 0 0,0 0 1 0 0,1 0 0 0 0,-1 0-1 0 0,1 0 1 0 0,0 0-1 0 0,0 0 1 0 0,0 0 0 0 0,0 0-1 0 0,1 0 1 0 0,-1 0 0 0 0,3 6-1 0 0,-1-4-3 0 0,0-1 0 0 0,0 1 0 0 0,1-1 0 0 0,-1 0 0 0 0,1 0 0 0 0,0 0 0 0 0,1 0 0 0 0,-1 0 0 0 0,1 0 0 0 0,4 3 0 0 0,1 0-112 0 0,0 0 0 0 0,1-1-1 0 0,0 0 1 0 0,1-1 0 0 0,-1 1 0 0 0,1-2-1 0 0,0 0 1 0 0,21 5 0 0 0,-24-7 42 0 0,1-1 1 0 0,0 0-1 0 0,-1-1 1 0 0,1 0-1 0 0,0 0 1 0 0,-1-1-1 0 0,1 0 0 0 0,-1-1 1 0 0,1 0-1 0 0,-1 0 1 0 0,0-1-1 0 0,0 0 1 0 0,0 0-1 0 0,0-1 1 0 0,14-8-1 0 0,-11 4 69 0 0,0 0 0 0 0,0-1-1 0 0,-1-1 1 0 0,0 0 0 0 0,-1 0-1 0 0,0-1 1 0 0,-1 0 0 0 0,14-23-1 0 0,-21 32 3 0 0,-1 2 5 0 0,0-1 1 0 0,0 1-1 0 0,0 0 0 0 0,0 0 1 0 0,0 0-1 0 0,0-1 1 0 0,0 1-1 0 0,0 0 1 0 0,0 0-1 0 0,0 0 1 0 0,0-1-1 0 0,0 1 1 0 0,0 0-1 0 0,0 0 0 0 0,0 0 1 0 0,0-1-1 0 0,0 1 1 0 0,-1 0-1 0 0,1 0 1 0 0,0 0-1 0 0,0 0 1 0 0,0-1-1 0 0,0 1 1 0 0,0 0-1 0 0,0 0 0 0 0,-1 0 1 0 0,1 0-1 0 0,0 0 1 0 0,0 0-1 0 0,0 0 1 0 0,0-1-1 0 0,-1 1 1 0 0,1 0-1 0 0,0 0 1 0 0,0 0-1 0 0,0 0 1 0 0,-1 0-1 0 0,1 0 0 0 0,0 0 1 0 0,0 0-1 0 0,0 0 1 0 0,-1 0-1 0 0,1 0 1 0 0,0 0-1 0 0,0 0 1 0 0,0 0-1 0 0,-1 0 1 0 0,1 0-1 0 0,0 0 0 0 0,0 0 1 0 0,0 0-1 0 0,0 0 1 0 0,-1 1-1 0 0,1-1 1 0 0,0 0-1 0 0,0 0 1 0 0,0 0-1 0 0,-18 13-7 0 0,-13 22 146 0 0,0 10 450 0 0,-30 57 0 0 0,52-86-512 0 0,2 1 0 0 0,0 0 1 0 0,0 0-1 0 0,2 0 0 0 0,0 1 1 0 0,1 0-1 0 0,-2 28 1 0 0,6-42-63 0 0,-1 0 0 0 0,1 0 0 0 0,1 0 0 0 0,-1 0 0 0 0,1 0 0 0 0,-1-1 0 0 0,1 1 0 0 0,0 0 0 0 0,0 0 0 0 0,1-1 0 0 0,-1 1 0 0 0,1 0 0 0 0,0-1 1 0 0,0 1-1 0 0,0-1 0 0 0,0 0 0 0 0,0 0 0 0 0,1 0 0 0 0,0 0 0 0 0,-1 0 0 0 0,1-1 0 0 0,0 1 0 0 0,0-1 0 0 0,1 1 0 0 0,5 2 0 0 0,-3-2-78 0 0,0-1-1 0 0,0 0 1 0 0,0 0-1 0 0,0-1 1 0 0,0 0-1 0 0,0 0 1 0 0,1 0-1 0 0,-1 0 1 0 0,0-1-1 0 0,1 0 0 0 0,-1-1 1 0 0,0 0-1 0 0,1 1 1 0 0,-1-2-1 0 0,10-2 1 0 0,-3-1-111 0 0,1-1 0 0 0,-1-1 1 0 0,1 0-1 0 0,-2 0 1 0 0,1-1-1 0 0,-1-1 0 0 0,-1 0 1 0 0,1-1-1 0 0,-1 0 0 0 0,10-14 1 0 0,4-6 363 0 0,-1-1 1 0 0,31-56-1 0 0,-40 61 90 0 0,-15 24-197 0 0,-1 4-42 0 0,-4 1 55 0 0,0 1 0 0 0,1-1 0 0 0,0 1 0 0 0,0 1 1 0 0,0-1-1 0 0,0 0 0 0 0,1 1 0 0 0,-1 0 1 0 0,1 0-1 0 0,-3 7 0 0 0,-25 60 1093 0 0,28-64-1046 0 0,-3 7 167 0 0,1 1 0 0 0,1 0 1 0 0,-4 23-1 0 0,7-35-188 0 0,1 1 0 0 0,-1-1 0 0 0,1 0 0 0 0,0 0 0 0 0,0 1 0 0 0,0-1 0 0 0,1 0 0 0 0,0 0 0 0 0,-1 1 0 0 0,1-1 0 0 0,1 0 0 0 0,-1 0 0 0 0,1 0 0 0 0,-1 0 0 0 0,1 0 0 0 0,0-1 1 0 0,1 1-1 0 0,3 5 0 0 0,-3-6-53 0 0,0-1 1 0 0,0 1 0 0 0,0-1 0 0 0,0 0 0 0 0,1 0 0 0 0,-1 0 0 0 0,1-1 0 0 0,-1 1-1 0 0,1-1 1 0 0,-1 1 0 0 0,1-1 0 0 0,0 0 0 0 0,6 0 0 0 0,-3 0-11 0 0,0-1 0 0 0,0 0 1 0 0,0-1-1 0 0,0 1 0 0 0,0-2 0 0 0,-1 1 1 0 0,9-3-1 0 0,-2 0-3 0 0,0-1 0 0 0,0-1 1 0 0,0 0-1 0 0,-1-1 0 0 0,0 0 0 0 0,22-18 0 0 0,-19 11-55 0 0,0 0 0 0 0,-1-1 0 0 0,-1-1 0 0 0,0 0 0 0 0,-2-1 0 0 0,1 0 0 0 0,-2 0 0 0 0,0-1 0 0 0,-2-1 0 0 0,13-37 0 0 0,-18 47-17 0 0,-1-1 0 0 0,0 0-1 0 0,-1 1 1 0 0,0-1 0 0 0,0 0 0 0 0,-1 0 0 0 0,0 0-1 0 0,-1 0 1 0 0,0 1 0 0 0,-5-17 0 0 0,4 18 5 0 0,-1 1 0 0 0,0-1 1 0 0,-1 1-1 0 0,0 0 0 0 0,0 0 1 0 0,-1 0-1 0 0,1 0 0 0 0,-1 1 0 0 0,-1 0 1 0 0,1 0-1 0 0,-1 0 0 0 0,0 1 0 0 0,-1 0 1 0 0,-8-6-1 0 0,7 6-230 0 0,0 0 0 0 0,0 1 0 0 0,-1 0-1 0 0,1 0 1 0 0,-1 1 0 0 0,1 0 0 0 0,-1 1 0 0 0,0 0-1 0 0,0 0 1 0 0,0 1 0 0 0,-19 0 0 0 0,16 1-872 0 0,0 1 0 0 0,0 0 0 0 0,-14 5 0 0 0,-37 15-8097 0 0,47-15 2401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9.0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66 2600 0 0,'3'-7'1105'0'0,"0"0"0"0"0,1 0-1 0 0,0 0 1 0 0,0 1 0 0 0,1 0-1 0 0,0 0 1 0 0,6-7 0 0 0,-10 12-1060 0 0,0 1 0 0 0,0-1 0 0 0,0 0 0 0 0,0 1 0 0 0,1-1 0 0 0,-1 1 0 0 0,0-1 0 0 0,0 1 1 0 0,1 0-1 0 0,-1-1 0 0 0,0 1 0 0 0,1 0 0 0 0,-1 0 0 0 0,0 0 0 0 0,1 0 0 0 0,-1 0 0 0 0,0 0 0 0 0,1 1 1 0 0,-1-1-1 0 0,3 1 0 0 0,23 10 231 0 0,-15-4-209 0 0,0 1 1 0 0,-1 1-1 0 0,0-1 0 0 0,-1 2 0 0 0,0 0 0 0 0,0 0 0 0 0,-1 0 1 0 0,0 1-1 0 0,-1 1 0 0 0,0 0 0 0 0,-1 0 0 0 0,0 0 0 0 0,-1 1 1 0 0,-1-1-1 0 0,0 2 0 0 0,-1-1 0 0 0,4 18 0 0 0,-5-19 51 0 0,0 0-1 0 0,-1 1 1 0 0,-1-1-1 0 0,0 1 1 0 0,-1-1-1 0 0,0 1 1 0 0,-1-1-1 0 0,0 1 1 0 0,-1-1 0 0 0,-1 0-1 0 0,1 0 1 0 0,-2 0-1 0 0,0 0 1 0 0,0 0-1 0 0,-2-1 1 0 0,1 1-1 0 0,-1-1 1 0 0,0-1-1 0 0,-14 17 1 0 0,20-26-61 0 0,-1 0 0 0 0,0 0 0 0 0,1 0 0 0 0,-1-1 0 0 0,0 1 0 0 0,0 0 0 0 0,0 0-1 0 0,0 0 1 0 0,0-1 0 0 0,0 1 0 0 0,0-1 0 0 0,0 1 0 0 0,0-1 0 0 0,0 1 0 0 0,0-1 0 0 0,0 1 0 0 0,-1-1 0 0 0,1 0 0 0 0,0 0 0 0 0,0 0 0 0 0,0 1 0 0 0,0-1 0 0 0,-1 0 0 0 0,1-1 0 0 0,0 1 0 0 0,-2 0 0 0 0,2-1-42 0 0,0 0 1 0 0,-1 0-1 0 0,1 0 1 0 0,0 0-1 0 0,0 0 1 0 0,1 0-1 0 0,-1 0 1 0 0,0 0-1 0 0,0 0 1 0 0,0-1-1 0 0,1 1 1 0 0,-1 0-1 0 0,1-1 1 0 0,-1 1-1 0 0,1 0 1 0 0,-1-1-1 0 0,1 1 1 0 0,0 0-1 0 0,0-1 1 0 0,-1 1-1 0 0,1-1 1 0 0,0 1-1 0 0,1 0 1 0 0,-1-2-1 0 0,1-8-5 0 0,0 0-1 0 0,1 1 0 0 0,0-1 0 0 0,0 1 1 0 0,1 0-1 0 0,1 0 0 0 0,0 0 0 0 0,0 0 1 0 0,1 1-1 0 0,0 0 0 0 0,1 0 1 0 0,0 0-1 0 0,0 0 0 0 0,1 1 0 0 0,13-13 1 0 0,-11 12-19 0 0,1 0 1 0 0,0 1-1 0 0,1 0 1 0 0,0 0-1 0 0,0 1 1 0 0,0 1 0 0 0,1 0-1 0 0,0 0 1 0 0,0 1-1 0 0,1 1 1 0 0,-1 0-1 0 0,17-3 1 0 0,-23 6 6 0 0,-1 1 0 0 0,0-1 0 0 0,0 1 0 0 0,1 0 0 0 0,-1 1 0 0 0,0-1 0 0 0,0 1 0 0 0,0 0 0 0 0,1 0 0 0 0,-1 1 0 0 0,0 0 0 0 0,0 0 0 0 0,-1 0 0 0 0,1 0 0 0 0,0 1 0 0 0,-1 0 0 0 0,0-1 0 0 0,1 2 0 0 0,-1-1 0 0 0,0 0 0 0 0,-1 1 0 0 0,1 0 0 0 0,0 0 0 0 0,-1 0 0 0 0,0 0 0 0 0,0 1 0 0 0,-1-1 0 0 0,1 1 0 0 0,-1 0 0 0 0,0-1 0 0 0,0 1 0 0 0,0 0 0 0 0,-1 0 0 0 0,0 1 0 0 0,0-1 0 0 0,0 0 0 0 0,0 0 0 0 0,-1 0 0 0 0,0 1 0 0 0,-1 9 0 0 0,-13 57 391 0 0,14-71-254 0 0,-2-2-119 0 0,2 1-15 0 0,0-1-1 0 0,-1 1 1 0 0,1 0-1 0 0,0 0 1 0 0,-1 0-1 0 0,1-1 1 0 0,0 1-1 0 0,-1 0 0 0 0,1 0 1 0 0,0-1-1 0 0,0 1 1 0 0,-1 0-1 0 0,1 0 1 0 0,0-1-1 0 0,0 1 1 0 0,-1 0-1 0 0,1-1 1 0 0,0 1-1 0 0,0 0 1 0 0,0-1-1 0 0,0 1 1 0 0,0-1-1 0 0,-1 1 1 0 0,1 0-1 0 0,0-1 1 0 0,5-16-7 0 0,1 0 1 0 0,0 0 0 0 0,1 1-1 0 0,0 0 1 0 0,2 1 0 0 0,0-1-1 0 0,1 2 1 0 0,0-1-1 0 0,1 1 1 0 0,0 1 0 0 0,2 0-1 0 0,-1 1 1 0 0,1 0 0 0 0,1 1-1 0 0,0 0 1 0 0,1 1 0 0 0,0 1-1 0 0,0 0 1 0 0,1 1-1 0 0,21-7 1 0 0,-29 12 0 0 0,-1 1-1 0 0,0 1 1 0 0,1 0 0 0 0,0 0-1 0 0,-1 0 1 0 0,1 1 0 0 0,-1 0 0 0 0,1 0-1 0 0,8 2 1 0 0,-13-2 3 0 0,1 1 1 0 0,-1 0-1 0 0,1 0 0 0 0,-1 0 0 0 0,0 1 1 0 0,0-1-1 0 0,1 1 0 0 0,-1 0 1 0 0,0-1-1 0 0,0 2 0 0 0,-1-1 0 0 0,1 0 1 0 0,0 0-1 0 0,-1 1 0 0 0,1-1 1 0 0,-1 1-1 0 0,0 0 0 0 0,0 0 0 0 0,0 0 1 0 0,0 0-1 0 0,1 5 0 0 0,1 2 40 0 0,-1 2-1 0 0,-1-1 1 0 0,0 0-1 0 0,0 0 1 0 0,-1 1 0 0 0,-1-1-1 0 0,0 1 1 0 0,0-1-1 0 0,-1 1 1 0 0,-3 12-1 0 0,2-10-577 0 0,0-1-1 0 0,1 1 0 0 0,1 0 0 0 0,0 0 1 0 0,1-1-1 0 0,3 18 0 0 0,-3-28 112 0 0,-1-1 0 0 0,1 0 1 0 0,0 0-1 0 0,0 0 0 0 0,0 0 0 0 0,0 0 1 0 0,0-1-1 0 0,0 1 0 0 0,0 0 0 0 0,1 0 1 0 0,-1-1-1 0 0,1 1 0 0 0,-1-1 0 0 0,1 1 0 0 0,0-1 1 0 0,0 0-1 0 0,-1 1 0 0 0,4 0 0 0 0,7 3-4100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9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2140 0 0,'13'-20'3490'0'0,"0"0"0"0"0,13-32 1 0 0,6-11 829 0 0,-31 62-3971 0 0,0 1-325 0 0,-1 0-1 0 0,0 0 0 0 0,1 0 1 0 0,-1 1-1 0 0,1-1 1 0 0,-1 0-1 0 0,1 0 1 0 0,-1 0-1 0 0,0 1 0 0 0,1-1 1 0 0,-1 0-1 0 0,1 0 1 0 0,-1 1-1 0 0,0-1 0 0 0,1 0 1 0 0,-1 1-1 0 0,0-1 1 0 0,0 0-1 0 0,1 1 0 0 0,-1-1 1 0 0,0 1-1 0 0,0-1 1 0 0,1 0-1 0 0,-1 1 0 0 0,0-1 1 0 0,0 1-1 0 0,0-1 1 0 0,0 1-1 0 0,0-1 1 0 0,0 1-1 0 0,0-1 0 0 0,0 1 1 0 0,0 0-1 0 0,0 18 519 0 0,0-14-420 0 0,-2 15 142 0 0,0 0 0 0 0,-1-1 1 0 0,-9 36-1 0 0,6-34-171 0 0,1 0-1 0 0,-2 34 1 0 0,5-32-42 0 0,1-19-23 0 0,0 0-1 0 0,0 1 1 0 0,1-1 0 0 0,0 1-1 0 0,0-1 1 0 0,0 0-1 0 0,0 1 1 0 0,1-1-1 0 0,0 1 1 0 0,0-1-1 0 0,0 0 1 0 0,0 0-1 0 0,0 1 1 0 0,1-1-1 0 0,0 0 1 0 0,3 5 0 0 0,-4-8-22 0 0,1 0 0 0 0,-1 0 0 0 0,1 0 0 0 0,0 0 0 0 0,-1 0 0 0 0,1-1 0 0 0,0 1 0 0 0,-1 0 0 0 0,1-1 0 0 0,0 1 1 0 0,0-1-1 0 0,-1 0 0 0 0,1 0 0 0 0,0 0 0 0 0,0 0 0 0 0,0 0 0 0 0,-1 0 0 0 0,1 0 0 0 0,2-1 0 0 0,34-8-679 0 0,-28 5 103 0 0,-1-1 0 0 0,0 0 0 0 0,0-1 0 0 0,0 0 0 0 0,-1 0 0 0 0,0-1 0 0 0,0 0 0 0 0,-1-1 1 0 0,8-8-1 0 0,-7 5-1231 0 0,1 0 0 0 0,-2-1-1 0 0,10-19 1 0 0,-4 2-2934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49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57 408 0 0,'-78'-54'10906'0'0,"77"53"-10628"0"0,-3 1-54 0 0,3 0-237 0 0,0-1 0 0 0,-1 1 0 0 0,1 0 0 0 0,0 0 0 0 0,-1 0-1 0 0,1 0 1 0 0,0 0 0 0 0,-1 0 0 0 0,1 0 0 0 0,0 1 0 0 0,-1-1 0 0 0,1 0 0 0 0,0 1 0 0 0,-1-1 0 0 0,1 1 0 0 0,0-1 0 0 0,0 1 0 0 0,0 0 0 0 0,-1 0 0 0 0,1-1 0 0 0,0 1 0 0 0,0 0 0 0 0,0 0 0 0 0,0 0 0 0 0,0 0-1 0 0,1 0 1 0 0,-3 2 0 0 0,2 0-413 0 0,1-1 0 0 0,-1 0 0 0 0,0 1-1 0 0,1-1 1 0 0,-1 0 0 0 0,1 1-1 0 0,0-1 1 0 0,0 0 0 0 0,0 1 0 0 0,0-1-1 0 0,0 1 1 0 0,1-1 0 0 0,0 4 0 0 0,2 3-2653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0.0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0 628 0 0,'9'5'8094'0'0,"-4"2"-7246"0"0,0-1 0 0 0,0 1 0 0 0,-1 0 0 0 0,0 0-1 0 0,0 0 1 0 0,0 0 0 0 0,-1 1 0 0 0,2 9 0 0 0,17 68 1804 0 0,-21-80-2491 0 0,4 25 276 0 0,-2 0 0 0 0,-1 0-1 0 0,-1 0 1 0 0,-6 54-1 0 0,5-79-337 0 0,-3 12 1113 0 0,1-25-561 0 0,2 1-636 0 0,1 0 1 0 0,-1 0-1 0 0,1 0 1 0 0,1 1-1 0 0,-1-1 1 0 0,1 1-1 0 0,4-13 1 0 0,24-43-91 0 0,-24 50 65 0 0,4-5-17 0 0,0 0 1 0 0,1 0-1 0 0,0 1 0 0 0,2 0 1 0 0,0 1-1 0 0,0 0 0 0 0,1 2 1 0 0,17-13-1 0 0,-25 20 13 0 0,1 1-1 0 0,0 0 1 0 0,1 1-1 0 0,-1 0 1 0 0,1 0 0 0 0,-1 1-1 0 0,1 0 1 0 0,0 0 0 0 0,1 0-1 0 0,-1 1 1 0 0,0 1 0 0 0,1-1-1 0 0,-1 1 1 0 0,1 1 0 0 0,-1 0-1 0 0,1 0 1 0 0,-1 0 0 0 0,1 1-1 0 0,-1 1 1 0 0,0-1-1 0 0,10 4 1 0 0,-12-3 13 0 0,-1 1-1 0 0,1-1 1 0 0,-1 1 0 0 0,0 1-1 0 0,0-1 1 0 0,0 1 0 0 0,-1-1-1 0 0,1 1 1 0 0,-1 1 0 0 0,0-1-1 0 0,0 0 1 0 0,0 1 0 0 0,0 0-1 0 0,-1 0 1 0 0,0 0 0 0 0,0 1-1 0 0,3 9 1 0 0,-3-7 2 0 0,0 0-1 0 0,-1 0 1 0 0,0 0 0 0 0,0 1-1 0 0,-1-1 1 0 0,0 1 0 0 0,-1-1-1 0 0,0 1 1 0 0,0-1 0 0 0,-1 1-1 0 0,-2 14 1 0 0,-7 17 16 0 0,-11 52-3508 0 0,21-89 2866 0 0,0-1 0 0 0,0 1 0 0 0,-1-1 0 0 0,2 1 0 0 0,-1 0-1 0 0,0-1 1 0 0,0 1 0 0 0,2 3 0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0.7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125 224 36 0 0,'26'-75'15390'0'0,"-39"84"-14397"0"0,3 0-464 0 0,1 1 1 0 0,-1 0-1 0 0,2 1 0 0 0,-1 0 1 0 0,-11 22-1 0 0,-27 63 1064 0 0,42-85-1433 0 0,1 1 1 0 0,0 0-1 0 0,1 0 1 0 0,0 0-1 0 0,1 0 1 0 0,0 1-1 0 0,1-1 1 0 0,1 18-1 0 0,0-24-62 0 0,0-1-1 0 0,1 0 0 0 0,0 1 0 0 0,0-1 1 0 0,1 0-1 0 0,-1 0 0 0 0,1 0 0 0 0,0 0 1 0 0,1 0-1 0 0,-1-1 0 0 0,1 1 0 0 0,0 0 1 0 0,0-1-1 0 0,0 0 0 0 0,1 0 0 0 0,-1 0 0 0 0,1 0 1 0 0,0 0-1 0 0,0-1 0 0 0,0 0 0 0 0,9 5 1 0 0,-7-5-11 0 0,0 0 1 0 0,0 0 0 0 0,0-1 0 0 0,1 0 0 0 0,-1 0-1 0 0,1 0 1 0 0,-1-1 0 0 0,1 0 0 0 0,0 0 0 0 0,-1-1-1 0 0,1 0 1 0 0,0 0 0 0 0,6-1 0 0 0,-3-1-34 0 0,0 0 0 0 0,0-1 1 0 0,-1 0-1 0 0,1 0 0 0 0,-1-1 1 0 0,0 0-1 0 0,0-1 0 0 0,9-6 1 0 0,-3 1-36 0 0,0-2 1 0 0,-1 1-1 0 0,-1-2 1 0 0,0 0 0 0 0,0-1-1 0 0,-1 0 1 0 0,-1 0 0 0 0,-1-2-1 0 0,10-16 1 0 0,-13 19-30 0 0,-1-1 0 0 0,0 1 0 0 0,0-1 0 0 0,-2 0 0 0 0,0-1 1 0 0,0 1-1 0 0,-1-1 0 0 0,1-27 0 0 0,-4 35 3 0 0,0 1 0 0 0,-1 0 0 0 0,1 0 0 0 0,-1 0 1 0 0,-1-1-1 0 0,1 1 0 0 0,-1 0 0 0 0,0 1 0 0 0,0-1 0 0 0,-1 0 0 0 0,0 1 0 0 0,0-1 0 0 0,0 1 1 0 0,0 0-1 0 0,-1 0 0 0 0,0 0 0 0 0,0 0 0 0 0,-1 1 0 0 0,1-1 0 0 0,-1 1 0 0 0,0 0 1 0 0,0 1-1 0 0,-8-5 0 0 0,4 3 2 0 0,0 1 0 0 0,-1 0 0 0 0,0 1 0 0 0,0 0 0 0 0,0 0 0 0 0,0 1 0 0 0,0 1 0 0 0,0-1 0 0 0,0 2-1 0 0,-1-1 1 0 0,1 2 0 0 0,0-1 0 0 0,-17 4 0 0 0,14-2-147 0 0,0 1 0 0 0,1 1-1 0 0,-1 0 1 0 0,1 0-1 0 0,0 1 1 0 0,0 1 0 0 0,1 0-1 0 0,-1 1 1 0 0,1 0-1 0 0,-14 12 1 0 0,22-16 24 0 0,0-1 0 0 0,0 1 0 0 0,1 1 0 0 0,-1-1 0 0 0,0 0 1 0 0,1 1-1 0 0,0-1 0 0 0,0 1 0 0 0,0-1 0 0 0,1 1 0 0 0,-1 0 0 0 0,1 0 0 0 0,0 0 0 0 0,0 0 1 0 0,-1 5-1 0 0,2-7 22 0 0,0 1 1 0 0,0-1 0 0 0,0 0-1 0 0,0 1 1 0 0,1-1 0 0 0,-1 0-1 0 0,1 1 1 0 0,0-1 0 0 0,-1 0-1 0 0,1 0 1 0 0,0 0 0 0 0,0 1 0 0 0,0-1-1 0 0,1 0 1 0 0,-1 0 0 0 0,1-1-1 0 0,-1 1 1 0 0,1 0 0 0 0,-1 0-1 0 0,1-1 1 0 0,0 1 0 0 0,0-1-1 0 0,0 1 1 0 0,0-1 0 0 0,0 0-1 0 0,0 0 1 0 0,0 0 0 0 0,2 1-1 0 0,7 2-192 0 0,0 0 0 0 0,1-1-1 0 0,-1 0 1 0 0,0-1-1 0 0,1-1 1 0 0,-1 0 0 0 0,1 0-1 0 0,0-1 1 0 0,-1 0-1 0 0,1-1 1 0 0,0 0-1 0 0,-1-1 1 0 0,0-1 0 0 0,17-5-1 0 0,14-7 87 0 0,-1-1 0 0 0,58-34 0 0 0,-30 16 605 0 0,-56 27-225 0 0,1 1 1 0 0,0 0 0 0 0,0 1-1 0 0,22-5 1 0 0,-33 10-114 0 0,-1 0-1 0 0,0 0 0 0 0,1 0 1 0 0,-1 1-1 0 0,1-1 1 0 0,-1 0-1 0 0,1 1 1 0 0,-1 0-1 0 0,0-1 1 0 0,1 1-1 0 0,-1 0 1 0 0,0 0-1 0 0,0 1 0 0 0,0-1 1 0 0,0 0-1 0 0,0 1 1 0 0,0-1-1 0 0,0 1 1 0 0,0-1-1 0 0,0 1 1 0 0,-1 0-1 0 0,1 0 1 0 0,1 3-1 0 0,2 2 257 0 0,0 0 1 0 0,-1 1-1 0 0,0 0 1 0 0,5 14-1 0 0,-5-9-78 0 0,-1 0-1 0 0,-1 0 1 0 0,1-1-1 0 0,-2 1 1 0 0,0 1-1 0 0,-1-1 1 0 0,0 0-1 0 0,-2 16 0 0 0,-4 11 1267 0 0,-14 49 0 0 0,16-75-564 0 0,0-4 610 0 0,0-10 20 0 0,4-1-1516 0 0,0 0-1 0 0,-1 0 0 0 0,1 0 0 0 0,0 0 0 0 0,0 0 1 0 0,-1 0-1 0 0,1 0 0 0 0,0 0 0 0 0,0 0 0 0 0,0 0 1 0 0,0 0-1 0 0,0 0 0 0 0,1 0 0 0 0,-1 0 0 0 0,1-1 1 0 0,3-9-47 0 0,0 0 0 0 0,1 0 0 0 0,1 0 0 0 0,0 1 1 0 0,0 0-1 0 0,1 0 0 0 0,16-17 0 0 0,65-59-760 0 0,-77 76 612 0 0,41-32-1647 0 0,2 2 1 0 0,74-42-1 0 0,-45 31-3200 0 0,-4-3-3779 0 0,-61 41 2727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1.9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182 290 1728 0 0,'-11'-19'2826'0'0,"7"11"-1493"0"0,-1 0 1 0 0,0 0-1 0 0,-11-12 1 0 0,16 20-1311 0 0,0 0 0 0 0,-1 0 0 0 0,1-1 0 0 0,-1 1 0 0 0,1 0 0 0 0,-1 0 0 0 0,1 0 0 0 0,-1 0 0 0 0,1 0 0 0 0,-1 0 0 0 0,1 0 0 0 0,-1 0 0 0 0,1 0 0 0 0,-1 0 0 0 0,1 0 0 0 0,-1 0 0 0 0,1 0 0 0 0,-1 0 0 0 0,1 0 0 0 0,-1 1 0 0 0,1-1 0 0 0,-1 0 0 0 0,1 0 0 0 0,-1 1 0 0 0,1-1 0 0 0,-1 0 0 0 0,1 1 0 0 0,0-1 0 0 0,-1 0 0 0 0,1 1 0 0 0,0-1 0 0 0,-1 0 0 0 0,1 1 0 0 0,-12 13 396 0 0,-1 8-11 0 0,0 0 1 0 0,2 1-1 0 0,-14 39 1 0 0,-14 78 527 0 0,35-125-778 0 0,1-1 0 0 0,1 1-1 0 0,0 0 1 0 0,1 0 0 0 0,1 21-1 0 0,0-32-81 0 0,1 0 0 0 0,-1 0 0 0 0,1-1 0 0 0,0 1 0 0 0,0 0-1 0 0,0 0 1 0 0,1-1 0 0 0,-1 1 0 0 0,1-1 0 0 0,0 1 0 0 0,0-1 0 0 0,0 0-1 0 0,0 0 1 0 0,1 1 0 0 0,-1-2 0 0 0,1 1 0 0 0,0 0 0 0 0,0 0 0 0 0,0-1-1 0 0,0 0 1 0 0,0 1 0 0 0,0-1 0 0 0,1-1 0 0 0,-1 1 0 0 0,8 2 0 0 0,-2-1-32 0 0,0 0 1 0 0,1-1-1 0 0,0-1 1 0 0,-1 0-1 0 0,1 0 1 0 0,0-1-1 0 0,-1 0 1 0 0,1 0 0 0 0,0-1-1 0 0,0-1 1 0 0,-1 1-1 0 0,1-2 1 0 0,-1 1-1 0 0,0-1 1 0 0,1-1 0 0 0,-2 1-1 0 0,1-2 1 0 0,13-7-1 0 0,-12 5-30 0 0,1 0 0 0 0,-1-1 0 0 0,0-1 0 0 0,0 1 0 0 0,-1-2-1 0 0,-1 1 1 0 0,1-1 0 0 0,-2 0 0 0 0,1-1 0 0 0,-1 0 0 0 0,-1 0 0 0 0,0 0-1 0 0,7-19 1 0 0,-8 14-2 0 0,-1 1-1 0 0,-1 0 0 0 0,0-1 1 0 0,-1 0-1 0 0,0 0 1 0 0,-2-21-1 0 0,0 31-15 0 0,0 0 1 0 0,-1-1-1 0 0,1 1 1 0 0,-1 0-1 0 0,-1-1 1 0 0,1 1-1 0 0,-1 0 0 0 0,-1 0 1 0 0,1 0-1 0 0,-1 0 1 0 0,0 1-1 0 0,0-1 1 0 0,0 1-1 0 0,-1-1 1 0 0,0 1-1 0 0,0 1 0 0 0,0-1 1 0 0,-7-6-1 0 0,7 9 0 0 0,-1 0 0 0 0,1 0 0 0 0,0 0 1 0 0,0 0-1 0 0,-1 1 0 0 0,1 0 0 0 0,-1 0 0 0 0,1 0 0 0 0,-1 0 0 0 0,0 1 0 0 0,1 0 0 0 0,-1 0 0 0 0,1 0 0 0 0,-1 0 0 0 0,0 1 0 0 0,1 0 0 0 0,-1 0 0 0 0,1 0 1 0 0,-8 3-1 0 0,-2 2-16 0 0,0-1 0 0 0,0 2 0 0 0,1 0 0 0 0,-23 16 0 0 0,22-12 2 0 0,0 0 0 0 0,1 1 0 0 0,0 1 1 0 0,-19 23-1 0 0,28-30 12 0 0,0-1 0 0 0,0 1 0 0 0,0 0 0 0 0,1 0 1 0 0,0 0-1 0 0,0 1 0 0 0,0-1 0 0 0,1 1 0 0 0,0-1 0 0 0,0 1 0 0 0,1 0 0 0 0,0 0 1 0 0,0 0-1 0 0,1 0 0 0 0,-1 7 0 0 0,2-11 7 0 0,-1 0 0 0 0,1 0 0 0 0,0 0 0 0 0,-1 0 0 0 0,1 0-1 0 0,1 0 1 0 0,-1 0 0 0 0,0-1 0 0 0,1 1 0 0 0,-1 0 0 0 0,1-1 0 0 0,0 1 0 0 0,0-1 0 0 0,0 1 0 0 0,0-1 0 0 0,4 3 0 0 0,-2-2 1 0 0,1 0 0 0 0,-1 0 0 0 0,1-1 0 0 0,0 1 0 0 0,-1-1 0 0 0,1 0 0 0 0,0-1 0 0 0,1 1 1 0 0,4 0-1 0 0,9 0 5 0 0,0 0 0 0 0,0-2 0 0 0,0 0 0 0 0,26-4 1 0 0,-9 0 1 0 0,1-2 1 0 0,-2-2 0 0 0,1-1 0 0 0,-1-2 0 0 0,-1-2 0 0 0,0-1-1 0 0,0-1 1 0 0,48-31 0 0 0,-55 29 0 0 0,-1-2 0 0 0,-1-2 0 0 0,0 0 0 0 0,-1-1-1 0 0,-2-1 1 0 0,0-2 0 0 0,-2 0 0 0 0,0-1 0 0 0,30-55 0 0 0,33-99-189 0 0,-82 178 138 0 0,-16 9-48 0 0,7 0 90 0 0,1 1-1 0 0,1-1 0 0 0,-1 1 1 0 0,1 1-1 0 0,1-1 1 0 0,0 1-1 0 0,-9 18 0 0 0,5-8-5 0 0,-23 47-13 0 0,-46 136 1 0 0,-2 79 492 0 0,70-246-334 0 0,-30 126 479 0 0,-22 190 0 0 0,51-253-469 0 0,5 0 0 0 0,4 1-1 0 0,14 127 1 0 0,-12-220-142 0 0,1 6 88 0 0,1 1 1 0 0,0-1 0 0 0,5 14-1 0 0,-6-24-62 0 0,0-2-24 0 0,1 0 0 0 0,0 0 0 0 0,0 0 0 0 0,-1 0 0 0 0,1 0 0 0 0,0-1 0 0 0,0 1 0 0 0,-1-1 0 0 0,1 1 0 0 0,0-1 0 0 0,-1 0 0 0 0,1 1 0 0 0,0-1 0 0 0,2-2 0 0 0,-1 0-4 0 0,0 0 0 0 0,-1-1 0 0 0,1 1 0 0 0,-1-1 0 0 0,4-5 0 0 0,9-20 4 0 0,-1 1 0 0 0,-1-2 1 0 0,-2 0-1 0 0,-1 0 1 0 0,-2-1-1 0 0,0 0 1 0 0,-2 0-1 0 0,2-37 1 0 0,-8 56-15 0 0,0 0 0 0 0,0 0 1 0 0,-1 1-1 0 0,-1-1 0 0 0,0 0 0 0 0,-1 1 1 0 0,0-1-1 0 0,0 1 0 0 0,-1 0 0 0 0,-8-16 1 0 0,3 12-2 0 0,0 0 1 0 0,-1 1 0 0 0,-1 0-1 0 0,0 0 1 0 0,0 1 0 0 0,-19-16-1 0 0,-9-2-10 0 0,-2 2 0 0 0,0 2-1 0 0,-90-44 1 0 0,77 42-2559 0 0,53 29 2417 0 0,1 0 0 0 0,-1-1 0 0 0,1 1-1 0 0,0 0 1 0 0,-1-1 0 0 0,1 1 0 0 0,0 0 0 0 0,-1-1 0 0 0,1 1-1 0 0,0-1 1 0 0,-1 1 0 0 0,1 0 0 0 0,0-1 0 0 0,0 1-1 0 0,-1-1 1 0 0,1 1 0 0 0,0-1 0 0 0,0 1 0 0 0,0-1-1 0 0,0 1 1 0 0,0-1 0 0 0,0 1 0 0 0,0-1 0 0 0,0 1-1 0 0,0-1 1 0 0,0 1 0 0 0,0-1 0 0 0,0 0 0 0 0,0 1-1 0 0,0-1 1 0 0,0 1 0 0 0,0-1 0 0 0,1 0 0 0 0,5-13-3838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2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49 96 0 0,'0'-2'2451'0'0,"-3"-45"8804"0"0,-1 67-10886 0 0,-2 47 726 0 0,-2 68-72 0 0,8-117-931 0 0,1-1 1 0 0,1 0-1 0 0,0 0 0 0 0,2 0 1 0 0,8 29-1 0 0,-10-41-31 0 0,1 1-1 0 0,0 0 1 0 0,-1-1 0 0 0,2 0-1 0 0,-1 0 1 0 0,1 0-1 0 0,-1 0 1 0 0,1-1 0 0 0,1 1-1 0 0,-1-1 1 0 0,1 0 0 0 0,-1 0-1 0 0,1 0 1 0 0,0-1 0 0 0,1 0-1 0 0,-1 0 1 0 0,0 0 0 0 0,1-1-1 0 0,0 1 1 0 0,-1-1 0 0 0,1-1-1 0 0,0 1 1 0 0,0-1 0 0 0,0 0-1 0 0,0 0 1 0 0,0-1 0 0 0,0 0-1 0 0,11-1 1 0 0,-7 0-5 0 0,0 0 1 0 0,0 0-1 0 0,0-1 0 0 0,0-1 0 0 0,0 0 1 0 0,0 0-1 0 0,-1-1 0 0 0,1 0 1 0 0,-1 0-1 0 0,0-1 0 0 0,0-1 1 0 0,-1 1-1 0 0,0-1 0 0 0,0-1 1 0 0,0 0-1 0 0,10-11 0 0 0,-12 10-39 0 0,0 0-1 0 0,-1-1 1 0 0,0 0 0 0 0,0 0-1 0 0,-1 0 1 0 0,0-1 0 0 0,-1 1-1 0 0,0-1 1 0 0,0 0 0 0 0,-1 0-1 0 0,-1 0 1 0 0,1 0 0 0 0,-1-1-1 0 0,-1-12 1 0 0,0 18-18 0 0,-1 0 0 0 0,1 0 0 0 0,-1 0-1 0 0,0 0 1 0 0,0 0 0 0 0,-1 0 0 0 0,0 0 0 0 0,1 0 0 0 0,-2 1 0 0 0,1-1 0 0 0,0 1 0 0 0,-1-1 0 0 0,0 1 0 0 0,0 0 0 0 0,0 0 0 0 0,0 0-1 0 0,-1 1 1 0 0,0-1 0 0 0,0 1 0 0 0,0 0 0 0 0,0 0 0 0 0,0 0 0 0 0,0 0 0 0 0,-1 1 0 0 0,1 0 0 0 0,-1 0 0 0 0,0 0 0 0 0,0 0 0 0 0,-9-1-1 0 0,6 2 2 0 0,0 0 0 0 0,1 1 0 0 0,-1 0 0 0 0,0 0-1 0 0,0 1 1 0 0,1 0 0 0 0,-1 0 0 0 0,1 1-1 0 0,-1 0 1 0 0,1 1 0 0 0,0-1 0 0 0,-1 1-1 0 0,1 1 1 0 0,-11 6 0 0 0,9-4-114 0 0,0 0 0 0 0,0 0-1 0 0,1 1 1 0 0,0 0 0 0 0,0 0 0 0 0,1 1 0 0 0,0 0 0 0 0,0 1 0 0 0,-11 17 0 0 0,16-21-212 0 0,0-1 0 0 0,0 1 0 0 0,0 0 1 0 0,0 0-1 0 0,1-1 0 0 0,0 1 1 0 0,0 0-1 0 0,0 0 0 0 0,0 0 0 0 0,1 0 1 0 0,0 6-1 0 0,1-7-371 0 0,-1 0 1 0 0,1-1-1 0 0,0 1 1 0 0,0 0-1 0 0,0-1 1 0 0,1 1-1 0 0,-1-1 1 0 0,1 0 0 0 0,3 6-1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2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19 212 0 0,'8'-4'2540'0'0,"13"-8"1844"0"0,-20 12-4259 0 0,0-1 0 0 0,-1 1 0 0 0,1 0 1 0 0,0-1-1 0 0,0 1 0 0 0,0 0 1 0 0,0 0-1 0 0,0 0 0 0 0,0-1 1 0 0,0 1-1 0 0,0 0 0 0 0,0 0 0 0 0,0 1 1 0 0,-1-1-1 0 0,1 0 0 0 0,0 0 1 0 0,0 0-1 0 0,0 0 0 0 0,2 1 1 0 0,7 7 291 0 0,-1 0 1 0 0,1 1 0 0 0,-2 0-1 0 0,1 0 1 0 0,-1 1 0 0 0,0 0-1 0 0,-1 0 1 0 0,0 1 0 0 0,-1 0-1 0 0,0 0 1 0 0,4 13 0 0 0,-2-5-226 0 0,-1 2 1 0 0,-1-1 0 0 0,-1 1 0 0 0,-1 0 0 0 0,4 40 0 0 0,-8-51 134 0 0,0 0 1 0 0,0-1 0 0 0,-1 1-1 0 0,-1-1 1 0 0,1 1-1 0 0,-2-1 1 0 0,1 0 0 0 0,-1 0-1 0 0,0 0 1 0 0,-1 0-1 0 0,0 0 1 0 0,-1-1 0 0 0,-10 15-1 0 0,14-21 264 0 0,-6-7-229 0 0,6 5-356 0 0,1 0-1 0 0,-1 0 0 0 0,1-1 1 0 0,0 1-1 0 0,-1 0 0 0 0,1 0 1 0 0,-1 0-1 0 0,1 0 0 0 0,0 0 1 0 0,-1-1-1 0 0,1 1 0 0 0,0 0 1 0 0,-1 0-1 0 0,1-1 0 0 0,0 1 0 0 0,-1 0 1 0 0,1 0-1 0 0,0-1 0 0 0,0 1 1 0 0,-1 0-1 0 0,1-1 0 0 0,0 1 1 0 0,0-1-1 0 0,-1 1 0 0 0,1 0 1 0 0,0-1-1 0 0,0 1 0 0 0,0 0 1 0 0,0-1-1 0 0,0 1 0 0 0,0-1 1 0 0,0 1-1 0 0,0-1 0 0 0,0 1 1 0 0,0-7 28 0 0,1 0 1 0 0,0 0-1 0 0,1 0 1 0 0,0 0-1 0 0,0 0 1 0 0,0 1-1 0 0,1-1 1 0 0,0 1-1 0 0,0-1 1 0 0,8-9-1 0 0,5-8-37 0 0,25-26 0 0 0,-32 40 6 0 0,16-16-181 0 0,0 2-1 0 0,1 1 0 0 0,1 0 1 0 0,1 2-1 0 0,1 2 0 0 0,1 0 1 0 0,0 2-1 0 0,44-17 0 0 0,-73 33 46 0 0,9-3-716 0 0,-1 0 0 0 0,1 1 0 0 0,15-4-1 0 0,-21 7-397 0 0,1-1 0 0 0,-1 1 0 0 0,0 0 0 0 0,0 0 0 0 0,0 0 0 0 0,1 1 0 0 0,4 1 0 0 0,3 0-3148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4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353 514 1832 0 0,'0'0'1657'0'0,"12"-22"4620"0"0,-12 21-6233 0 0,0 0 0 0 0,0-1 0 0 0,0 1 1 0 0,-1 0-1 0 0,1 0 0 0 0,0 0 1 0 0,0 0-1 0 0,-1-1 0 0 0,1 1 1 0 0,0 0-1 0 0,-1 0 0 0 0,1 0 0 0 0,-1 0 1 0 0,0 0-1 0 0,1 0 0 0 0,-1 0 1 0 0,0 0-1 0 0,1 0 0 0 0,-1 0 1 0 0,0 1-1 0 0,0-1 0 0 0,0 0 0 0 0,0 0 1 0 0,0 1-1 0 0,0-1 0 0 0,0 0 1 0 0,0 1-1 0 0,0-1 0 0 0,0 1 0 0 0,0 0 1 0 0,0-1-1 0 0,-1 1 0 0 0,1 0 1 0 0,0 0-1 0 0,0-1 0 0 0,0 1 1 0 0,0 0-1 0 0,-2 1 0 0 0,-5-1-19 0 0,0 1-1 0 0,1 0 0 0 0,-1 0 1 0 0,1 0-1 0 0,-9 4 1 0 0,-6 4 6 0 0,0 1 1 0 0,0 1 0 0 0,1 1 0 0 0,1 1-1 0 0,0 1 1 0 0,-29 26 0 0 0,32-26-15 0 0,-27 31 1 0 0,39-39 7 0 0,0 0 1 0 0,0 1-1 0 0,0 0 1 0 0,1-1-1 0 0,0 1 0 0 0,1 1 1 0 0,0-1-1 0 0,-4 13 1 0 0,6-19 8 0 0,1 1-1 0 0,0-1 1 0 0,-1 0 0 0 0,1 1 0 0 0,0-1 0 0 0,0 1 0 0 0,0-1 0 0 0,0 0-1 0 0,0 1 1 0 0,0-1 0 0 0,0 0 0 0 0,1 1 0 0 0,-1-1 0 0 0,0 0-1 0 0,1 1 1 0 0,-1-1 0 0 0,1 0 0 0 0,0 0 0 0 0,-1 1 0 0 0,1-1 0 0 0,0 0-1 0 0,0 0 1 0 0,1 2 0 0 0,0-2 1 0 0,0 1 0 0 0,1-1 0 0 0,-1 0-1 0 0,0 0 1 0 0,0 1 0 0 0,1-2 0 0 0,-1 1 0 0 0,1 0 0 0 0,-1 0-1 0 0,1-1 1 0 0,-1 0 0 0 0,3 1 0 0 0,8-1 35 0 0,-1 0 0 0 0,1 0 0 0 0,-1-2 0 0 0,15-2 0 0 0,-9 0-38 0 0,0-1-1 0 0,-1 0 1 0 0,1-2 0 0 0,-1 0-1 0 0,-1 0 1 0 0,1-2-1 0 0,24-17 1 0 0,-20 11 4 0 0,-2-1 1 0 0,0-1 0 0 0,0-1-1 0 0,30-40 1 0 0,-22 21 4 0 0,-3-2 1 0 0,0-1-1 0 0,-3-1 1 0 0,-2 0-1 0 0,26-80 1 0 0,-24 51-13 0 0,13-88 0 0 0,-34 158-29 0 0,0 0 0 0 0,0-1 0 0 0,0 1 0 0 0,0-1 0 0 0,0 1 1 0 0,0-1-1 0 0,1 1 0 0 0,-1 0 0 0 0,0-1 0 0 0,0 1 0 0 0,0-1 0 0 0,-1 1 0 0 0,1-1 0 0 0,0 1 0 0 0,0-1 0 0 0,0 1 1 0 0,0-1-1 0 0,0 1 0 0 0,-1 0 0 0 0,1-1 0 0 0,0 1 0 0 0,0-1 0 0 0,0 1 0 0 0,-1 0 0 0 0,1-1 0 0 0,-10 3 11 0 0,-9 17 5 0 0,5 7-7 0 0,1 1 1 0 0,1 0-1 0 0,2 0 0 0 0,0 1 0 0 0,2 0 0 0 0,-6 39 1 0 0,6-6 31 0 0,-3 123 1 0 0,12-148 34 0 0,0-1 0 0 0,9 41 0 0 0,-8-64-24 0 0,0 0 0 0 0,1-1 0 0 0,1 1 0 0 0,0 0 0 0 0,0-1 0 0 0,1 0 1 0 0,1 0-1 0 0,-1-1 0 0 0,2 0 0 0 0,7 10 0 0 0,-10-15-15 0 0,1 0 1 0 0,-1-1-1 0 0,1 1 0 0 0,0-1 0 0 0,0 0 0 0 0,1-1 1 0 0,-1 0-1 0 0,1 1 0 0 0,0-2 0 0 0,-1 1 1 0 0,1-1-1 0 0,0 0 0 0 0,1 0 0 0 0,-1 0 1 0 0,0-1-1 0 0,0 0 0 0 0,1 0 0 0 0,-1-1 0 0 0,1 0 1 0 0,-1 0-1 0 0,0 0 0 0 0,1-1 0 0 0,-1 0 1 0 0,11-3-1 0 0,-4 0-7 0 0,0 0 0 0 0,0-2 0 0 0,-1 1 0 0 0,0-2 0 0 0,0 0 0 0 0,0 0 0 0 0,-1-1 0 0 0,0 0 0 0 0,-1-1 0 0 0,16-17 0 0 0,-4 0 2 0 0,-1-1-1 0 0,-1-1 1 0 0,-2-1 0 0 0,0-1 0 0 0,-2 0-1 0 0,-2-1 1 0 0,-1-1 0 0 0,-1 0 0 0 0,-2 0-1 0 0,12-66 1 0 0,-21 95-37 0 0,-1 0 0 0 0,1 0 0 0 0,-1 1 0 0 0,0-1 0 0 0,0 0-1 0 0,0 0 1 0 0,0 1 0 0 0,-1-1 0 0 0,1 0 0 0 0,-1 0 0 0 0,-1-3 0 0 0,2 5 2 0 0,0 1 1 0 0,-1-1-1 0 0,1 1 1 0 0,0 0 0 0 0,-1-1-1 0 0,1 1 1 0 0,0-1-1 0 0,-1 1 1 0 0,1 0 0 0 0,0-1-1 0 0,-1 1 1 0 0,1 0-1 0 0,-1-1 1 0 0,1 1 0 0 0,-1 0-1 0 0,1 0 1 0 0,-1-1-1 0 0,1 1 1 0 0,-1 0-1 0 0,1 0 1 0 0,-1 0 0 0 0,1 0-1 0 0,-2 0 1 0 0,1 0 0 0 0,-1 0 0 0 0,1 0 0 0 0,0 1 0 0 0,-1-1 0 0 0,1 1 0 0 0,0-1 0 0 0,-1 1 0 0 0,1-1 0 0 0,0 1 0 0 0,0 0 0 0 0,-1 0 0 0 0,1 0 0 0 0,-1 1 1 0 0,-9 8-18 0 0,0 0 0 0 0,0 1 0 0 0,1 1 0 0 0,1 0 0 0 0,0 0 1 0 0,0 1-1 0 0,-10 22 0 0 0,6-7-7 0 0,1-1 0 0 0,-15 57 1 0 0,23-70 61 0 0,1-1 0 0 0,1 1 0 0 0,0 0 0 0 0,1-1 0 0 0,1 1 0 0 0,0 0 0 0 0,4 25 0 0 0,-4-33 10 0 0,1-1-1 0 0,1 0 0 0 0,-1 0 1 0 0,1 0-1 0 0,0 0 0 0 0,0-1 0 0 0,0 1 1 0 0,1 0-1 0 0,0-1 0 0 0,-1 0 0 0 0,2 1 1 0 0,-1-1-1 0 0,0 0 0 0 0,1-1 1 0 0,0 1-1 0 0,0-1 0 0 0,0 1 0 0 0,0-1 1 0 0,0 0-1 0 0,1-1 0 0 0,-1 1 0 0 0,1-1 1 0 0,8 3-1 0 0,-2-1-10 0 0,1-1-1 0 0,0-1 1 0 0,0 1 0 0 0,0-2-1 0 0,0 0 1 0 0,0 0 0 0 0,1-1 0 0 0,-1-1-1 0 0,0 0 1 0 0,0 0 0 0 0,0-1-1 0 0,13-5 1 0 0,-9 2-14 0 0,0-1 0 0 0,0-1 1 0 0,-1 0-1 0 0,0-1 0 0 0,0-1 0 0 0,-1-1 0 0 0,26-21 0 0 0,-19 10-11 0 0,0 0 1 0 0,-1-2-1 0 0,-1 0 0 0 0,-2-1 0 0 0,0-1 1 0 0,-1 0-1 0 0,-2-2 0 0 0,0 1 0 0 0,15-46 1 0 0,-26 61-6 0 0,0 0 0 0 0,-1 1 0 0 0,2-16 0 0 0,-3 22-9 0 0,-1 0 0 0 0,0 0 0 0 0,0 0 0 0 0,0 0 0 0 0,-1 0 0 0 0,1 0 0 0 0,-1 0 0 0 0,0 0 0 0 0,0 0 0 0 0,0 0 0 0 0,-1 0 0 0 0,-1-3 0 0 0,2 6 0 0 0,0-1 0 0 0,0 1 0 0 0,1 0 0 0 0,-1 0 0 0 0,0 0 0 0 0,0 0 0 0 0,0 0 1 0 0,0 0-1 0 0,-1 0 0 0 0,1 0 0 0 0,0 0 0 0 0,0 1 0 0 0,-1-1 0 0 0,1 0 0 0 0,0 1 0 0 0,-1-1 0 0 0,1 1 1 0 0,0 0-1 0 0,-1-1 0 0 0,1 1 0 0 0,-2 0 0 0 0,0 0-2 0 0,0 0 0 0 0,0 0 0 0 0,0 1 0 0 0,0-1 0 0 0,0 1 0 0 0,0 0 0 0 0,0 0 1 0 0,0 0-1 0 0,-5 2 0 0 0,3 0-3 0 0,-1 0 0 0 0,1 1 0 0 0,0-1 0 0 0,0 1 0 0 0,1 0-1 0 0,-1 0 1 0 0,1 1 0 0 0,0-1 0 0 0,-6 8 0 0 0,8-8 10 0 0,0-1 0 0 0,0 1 0 0 0,1 0 0 0 0,-1 0 0 0 0,1-1 0 0 0,-1 1-1 0 0,1 0 1 0 0,1 0 0 0 0,-1 0 0 0 0,0 0 0 0 0,1 0 0 0 0,0 1 0 0 0,0-1 0 0 0,0 0-1 0 0,1 0 1 0 0,-1 0 0 0 0,1 0 0 0 0,0 0 0 0 0,0 0 0 0 0,0 0 0 0 0,0-1-1 0 0,1 1 1 0 0,0 0 0 0 0,0 0 0 0 0,0-1 0 0 0,0 1 0 0 0,0-1 0 0 0,1 0 0 0 0,0 0-1 0 0,-1 0 1 0 0,1 0 0 0 0,4 3 0 0 0,2 1 8 0 0,0 0 0 0 0,0-1-1 0 0,1 0 1 0 0,0-1 0 0 0,0 0 0 0 0,1 0 0 0 0,-1-1-1 0 0,1 0 1 0 0,0-1 0 0 0,16 3 0 0 0,-10-4 1 0 0,1 0 0 0 0,0-1 0 0 0,0 0 0 0 0,-1-2 0 0 0,1 0 1 0 0,0-1-1 0 0,-1-1 0 0 0,1 0 0 0 0,-1-2 0 0 0,0 0 0 0 0,0 0 1 0 0,-1-2-1 0 0,0 0 0 0 0,0-1 0 0 0,0-1 0 0 0,-1 0 0 0 0,0-1 0 0 0,-1 0 1 0 0,0-2-1 0 0,-1 1 0 0 0,13-16 0 0 0,-13 14 2 0 0,-9 10-18 0 0,0-1-1 0 0,-1 0 0 0 0,1 1 0 0 0,-1-1 1 0 0,1-1-1 0 0,-1 1 0 0 0,-1 0 1 0 0,1-1-1 0 0,3-8 0 0 0,-6 12-10 0 0,-4 1 9 0 0,1 1 1 0 0,-1 0-1 0 0,0 0 1 0 0,1 0-1 0 0,-1 0 1 0 0,0 1-1 0 0,1-1 0 0 0,0 1 1 0 0,-1 0-1 0 0,1 0 1 0 0,0 0-1 0 0,0 0 1 0 0,-4 4-1 0 0,-37 39-2 0 0,35-36 10 0 0,-25 29 72 0 0,-45 63 1 0 0,65-80 37 0 0,1 1 1 0 0,1 0 0 0 0,1 1-1 0 0,1 0 1 0 0,-8 27-1 0 0,16-43-55 0 0,0-1 0 0 0,1 1-1 0 0,-1 0 1 0 0,2 0 0 0 0,-1 0-1 0 0,1 0 1 0 0,0 0 0 0 0,0 0 0 0 0,1 0-1 0 0,0-1 1 0 0,3 13 0 0 0,-3-14-31 0 0,1-1 1 0 0,0 1 0 0 0,1-1-1 0 0,-1 0 1 0 0,1 0 0 0 0,0 0-1 0 0,-1 0 1 0 0,2 0 0 0 0,-1-1-1 0 0,0 1 1 0 0,1-1 0 0 0,0 0 0 0 0,0 0-1 0 0,0 0 1 0 0,0-1 0 0 0,0 1-1 0 0,7 2 1 0 0,7 3-243 0 0,0-2 0 0 0,0 0 0 0 0,1-1 0 0 0,0 0 0 0 0,19 1 0 0 0,-22-5-1026 0 0,-1 0 0 0 0,23-2 0 0 0,-27 0-327 0 0,-1 0-1 0 0,1-1 0 0 0,-1-1 1 0 0,12-3-1 0 0,-7-1-3724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7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383 30 744 0 0,'5'-10'4504'0'0,"4"-7"-309"0"0,-9 14-3206 0 0,-5 11-755 0 0,-24 30-9 0 0,-2-1 0 0 0,-1-2 0 0 0,-42 36 0 0 0,13-11-482 0 0,-77 86-5079 0 0,111-116 1767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7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27 812 1916 0 0,'-23'-5'7860'0'0,"22"5"-7817"0"0,1 1 0 0 0,-1 0 1 0 0,1 0-1 0 0,0 0 1 0 0,-1-1-1 0 0,1 1 1 0 0,0 0-1 0 0,0 0 1 0 0,-1 0-1 0 0,1 0 1 0 0,0 0-1 0 0,0 0 0 0 0,0-1 1 0 0,0 1-1 0 0,0 0 1 0 0,0 0-1 0 0,0 0 1 0 0,0 0-1 0 0,1 0 1 0 0,-1 0-1 0 0,0-1 1 0 0,0 1-1 0 0,1 0 0 0 0,-1 0 1 0 0,1 0-1 0 0,-1-1 1 0 0,1 1-1 0 0,-1 0 1 0 0,1 0-1 0 0,-1-1 1 0 0,1 1-1 0 0,-1 0 1 0 0,1-1-1 0 0,0 1 0 0 0,0-1 1 0 0,-1 1-1 0 0,1-1 1 0 0,0 1-1 0 0,0-1 1 0 0,-1 1-1 0 0,1-1 1 0 0,2 1-1 0 0,1 1 67 0 0,0 0 0 0 0,0-1 0 0 0,0 1 0 0 0,0-1-1 0 0,1 0 1 0 0,7 2 0 0 0,-1-3-55 0 0,-1-1 0 0 0,0 0 0 0 0,1 0 0 0 0,-1-1 0 0 0,0 0 0 0 0,13-5 0 0 0,56-26 23 0 0,-73 31-59 0 0,25-13-16 0 0,-1-1-1 0 0,0-1 1 0 0,-2-2 0 0 0,0-1-1 0 0,-1-1 1 0 0,-1-1 0 0 0,34-38-1 0 0,-34 30 24 0 0,-1-2-1 0 0,-2-1 0 0 0,-1 0 0 0 0,-2-2 1 0 0,32-73-1 0 0,-34 60 252 0 0,-2-1-1 0 0,-2 0 1 0 0,-2-1 0 0 0,7-72-1 0 0,-19 121-268 0 0,1 0-1 0 0,-1 0 0 0 0,0 0 0 0 0,0 0 1 0 0,0 0-1 0 0,0 0 0 0 0,0 0 1 0 0,0 0-1 0 0,0 0 0 0 0,0 0 0 0 0,0-1 1 0 0,0 1-1 0 0,-1 0 0 0 0,1 0 1 0 0,0 0-1 0 0,-1 0 0 0 0,1 0 0 0 0,-1 0 1 0 0,1 0-1 0 0,-1 0 0 0 0,0 0 0 0 0,0 1-1 0 0,1 0 1 0 0,-1 0-1 0 0,1 0 1 0 0,-1 0-1 0 0,0 0 1 0 0,1 0-1 0 0,-1 0 1 0 0,1 1-1 0 0,-1-1 1 0 0,1 0-1 0 0,-1 0 1 0 0,0 0-1 0 0,1 0 1 0 0,-1 1-1 0 0,1-1 1 0 0,-1 0-1 0 0,1 1 1 0 0,-1-1-1 0 0,1 0 1 0 0,-1 1-1 0 0,1-1 1 0 0,0 1-1 0 0,-1 0 1 0 0,-4 3 80 0 0,0 1 1 0 0,1 0-1 0 0,-1 1 1 0 0,-4 8 0 0 0,-20 45 579 0 0,3 1-1 0 0,2 1 1 0 0,3 0 0 0 0,-13 69 0 0 0,28-107-564 0 0,1 0 1 0 0,2 1-1 0 0,0-1 1 0 0,1 1-1 0 0,1 0 0 0 0,4 34 1 0 0,-2-50-124 0 0,1 1 1 0 0,-1-1-1 0 0,1 0 0 0 0,1 0 1 0 0,0 0-1 0 0,0-1 0 0 0,0 1 1 0 0,1 0-1 0 0,0-1 1 0 0,1 0-1 0 0,-1 0 0 0 0,1 0 1 0 0,1-1-1 0 0,-1 0 0 0 0,1 0 1 0 0,0 0-1 0 0,1-1 1 0 0,-1 0-1 0 0,1 0 0 0 0,0 0 1 0 0,13 6-1 0 0,-9-7-525 0 0,-1 1-1 0 0,1-2 0 0 0,0 1 1 0 0,0-1-1 0 0,0-1 1 0 0,0 0-1 0 0,13 0 1 0 0,-16-2-500 0 0,0 0-1 0 0,0 0 1 0 0,0-1 0 0 0,-1 0 0 0 0,1-1-1 0 0,12-3 1 0 0,1-4-3701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5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125 138 1288 0 0,'-35'-8'4244'0'0,"-44"-3"-1"0"0,68 13-3205 0 0,13 4-196 0 0,12 6-227 0 0,10-5-438 0 0,0-1 1 0 0,0-1-1 0 0,0-1 1 0 0,45 2-1 0 0,-31-3-75 0 0,0 0-54 0 0,0-2 1 0 0,0-1 0 0 0,0-1-1 0 0,71-14 1 0 0,-88 10-45 0 0,0 0 1 0 0,-1-2-1 0 0,0 0 0 0 0,0-1 1 0 0,-1-1-1 0 0,0-1 0 0 0,-1-1 0 0 0,0 0 1 0 0,0-2-1 0 0,19-17 0 0 0,-19 8-18 0 0,-1 3-153 0 0,-17 19 165 0 0,0 0 1 0 0,0 0 0 0 0,0 0-1 0 0,0 0 1 0 0,0 0-1 0 0,0 0 1 0 0,0 0-1 0 0,0 0 1 0 0,0 0-1 0 0,-1 0 1 0 0,1 1-1 0 0,0-1 1 0 0,0 0 0 0 0,1 0-1 0 0,-1 0 1 0 0,0 0-1 0 0,0 0 1 0 0,0 0-1 0 0,0 0 1 0 0,0 0-1 0 0,0 0 1 0 0,0 0-1 0 0,0 0 1 0 0,0 0 0 0 0,0 0-1 0 0,0 0 1 0 0,0 0-1 0 0,0 0 1 0 0,0 0-1 0 0,0 0 1 0 0,0 0-1 0 0,0 0 1 0 0,0 1-1 0 0,0-1 1 0 0,0 0-1 0 0,0 0 1 0 0,0 0 0 0 0,0 0-1 0 0,0 0 1 0 0,0 0-1 0 0,0 0 1 0 0,0 0-1 0 0,0 0 1 0 0,0 0-1 0 0,1 0 1 0 0,-1 0-1 0 0,0 0 1 0 0,0 0 0 0 0,0 0-1 0 0,0 0 1 0 0,-7 15-32 0 0,-123 282 2448 0 0,46-28-1170 0 0,71-220-900 0 0,13-48-333 0 0,-1 0 1 0 0,1 0-1 0 0,-1 0 1 0 0,1 0-1 0 0,0 0 1 0 0,0 0-1 0 0,0 0 1 0 0,0 0-1 0 0,0 0 1 0 0,0 0-1 0 0,0 0 1 0 0,0 1-1 0 0,0-1 1 0 0,0 0-1 0 0,1 1 1 0 0,-1-2-2 0 0,0 0 0 0 0,1 0 1 0 0,-1 0-1 0 0,1 1 0 0 0,-1-1 0 0 0,0 0 1 0 0,1 0-1 0 0,-1-1 0 0 0,0 1 0 0 0,1 0 0 0 0,-1 0 1 0 0,1 0-1 0 0,-1 0 0 0 0,0 0 0 0 0,1 0 1 0 0,-1 0-1 0 0,0 0 0 0 0,1-1 0 0 0,-1 1 0 0 0,0 0 1 0 0,1 0-1 0 0,-1-1 0 0 0,0 1 0 0 0,0 0 1 0 0,1 0-1 0 0,-1-1 0 0 0,0 1 0 0 0,1-1 0 0 0,29-33 583 0 0,-22 24-531 0 0,7-6-78 0 0,0 1 0 0 0,2 0 0 0 0,0 0 0 0 0,0 2 0 0 0,1 0 0 0 0,1 1 0 0 0,0 1 0 0 0,1 1 0 0 0,0 1 0 0 0,0 0 0 0 0,34-8 0 0 0,-50 16 11 0 0,-1 0 1 0 0,1 0-1 0 0,0 1 1 0 0,0-1-1 0 0,0 1 0 0 0,0 0 1 0 0,-1 0-1 0 0,1 1 1 0 0,0-1-1 0 0,0 1 1 0 0,0 0-1 0 0,-1 0 1 0 0,1 0-1 0 0,0 0 1 0 0,-1 1-1 0 0,1-1 0 0 0,-1 1 1 0 0,5 3-1 0 0,-6-3 31 0 0,1 0-1 0 0,-1 0 1 0 0,0 1-1 0 0,0-1 1 0 0,0 1-1 0 0,0 0 0 0 0,-1-1 1 0 0,1 1-1 0 0,-1 0 1 0 0,1 0-1 0 0,-1 0 1 0 0,0 0-1 0 0,0 0 0 0 0,0 0 1 0 0,-1 0-1 0 0,1 0 1 0 0,-1 0-1 0 0,0 1 1 0 0,0-1-1 0 0,0 0 1 0 0,0 0-1 0 0,-1 5 0 0 0,-2 9 92 0 0,-1 1-1 0 0,-1-1 0 0 0,-1 0 0 0 0,-13 27 0 0 0,12-29-72 0 0,0 1 0 0 0,1 0-1 0 0,1 0 1 0 0,1 1-1 0 0,-4 22 1 0 0,8-38-38 0 0,0 1 1 0 0,0-1-1 0 0,0 1 1 0 0,0 0-1 0 0,0-1 1 0 0,0 1-1 0 0,0-1 1 0 0,1 1-1 0 0,-1-1 1 0 0,1 1-1 0 0,-1-1 1 0 0,1 1-1 0 0,0-1 1 0 0,-1 1-1 0 0,1-1 1 0 0,0 0-1 0 0,0 0 1 0 0,0 1-1 0 0,0-1 1 0 0,0 0-1 0 0,0 0 1 0 0,2 1-1 0 0,0 0 1 0 0,0 0 1 0 0,0 0-1 0 0,1 0 0 0 0,-1-1 0 0 0,0 1 1 0 0,1-1-1 0 0,0 0 0 0 0,-1 0 0 0 0,5 0 0 0 0,4 1 5 0 0,0-2-1 0 0,-1 1 1 0 0,1-1-1 0 0,-1-1 1 0 0,16-2-1 0 0,-9-1-5 0 0,-1-1-1 0 0,0-1 1 0 0,0 0 0 0 0,-1-1-1 0 0,0 0 1 0 0,0-2-1 0 0,0 0 1 0 0,-1 0 0 0 0,-1-2-1 0 0,0 0 1 0 0,0 0-1 0 0,13-16 1 0 0,-10 9-10 0 0,-1-1 0 0 0,-1-1 0 0 0,-1-1 0 0 0,-1 0 0 0 0,0-1 0 0 0,-2 0 0 0 0,0 0 0 0 0,8-29 0 0 0,-18 46-14 0 0,1 0 1 0 0,-1 0 0 0 0,0 0-1 0 0,-1-1 1 0 0,1 1 0 0 0,-1 0-1 0 0,0-1 1 0 0,0 1 0 0 0,-1 0-1 0 0,0-6 1 0 0,0 10 14 0 0,1 0 0 0 0,0 1 0 0 0,0-1 1 0 0,-1 0-1 0 0,1 1 0 0 0,0-1 0 0 0,-1 1 1 0 0,1-1-1 0 0,-1 1 0 0 0,1-1 0 0 0,-1 1 0 0 0,1-1 1 0 0,-1 1-1 0 0,1-1 0 0 0,-1 1 0 0 0,0 0 0 0 0,1-1 1 0 0,-1 1-1 0 0,1 0 0 0 0,-1-1 0 0 0,0 1 1 0 0,1 0-1 0 0,-1 0 0 0 0,0 0 0 0 0,1 0 0 0 0,-1 0 1 0 0,0-1-1 0 0,0 1 0 0 0,1 0 0 0 0,-1 0 0 0 0,0 1 1 0 0,1-1-1 0 0,-2 0 0 0 0,-20 7-23 0 0,9 2 24 0 0,-1 0-1 0 0,1 2 0 0 0,1-1 1 0 0,0 2-1 0 0,0-1 0 0 0,1 2 0 0 0,0-1 1 0 0,2 2-1 0 0,-1-1 0 0 0,1 1 1 0 0,1 1-1 0 0,1 0 0 0 0,0 0 0 0 0,1 0 1 0 0,0 0-1 0 0,-4 25 0 0 0,9-35 8 0 0,0 0 1 0 0,0-1-1 0 0,1 1 1 0 0,0 0-1 0 0,0 0 0 0 0,0 0 1 0 0,1 0-1 0 0,0 0 0 0 0,-1 0 1 0 0,2-1-1 0 0,-1 1 0 0 0,0 0 1 0 0,1-1-1 0 0,0 1 0 0 0,4 6 1 0 0,-2-5 1 0 0,0-1 0 0 0,1 0 1 0 0,-1 0-1 0 0,1 0 1 0 0,0-1-1 0 0,0 0 0 0 0,0 0 1 0 0,1 0-1 0 0,-1 0 0 0 0,9 3 1 0 0,2 0-36 0 0,0-1 0 0 0,1 0 0 0 0,-1-2 1 0 0,1 0-1 0 0,0 0 0 0 0,0-2 0 0 0,1 0 1 0 0,16-1-1 0 0,-22-1-74 0 0,-1-1 0 0 0,1-1 1 0 0,-1 0-1 0 0,1 0 0 0 0,-1-1 0 0 0,0 0 1 0 0,0-1-1 0 0,0-1 0 0 0,-1 1 0 0 0,0-2 1 0 0,0 1-1 0 0,0-2 0 0 0,0 1 0 0 0,-1-1 1 0 0,0 0-1 0 0,0-1 0 0 0,-1 0 0 0 0,13-17 1 0 0,5-10-189 0 0,-2-1 0 0 0,-1-2 0 0 0,29-64 1 0 0,-32 62 241 0 0,-19 38 44 0 0,10-18-175 0 0,-5 17 100 0 0,-4 14 101 0 0,-4 27 407 0 0,-2 0 1 0 0,-13 55-1 0 0,0 1 9 0 0,11-69-331 0 0,0 15 1812 0 0,7-44-1894 0 0,0 0 0 0 0,0 0 0 0 0,1 0 0 0 0,0 0 0 0 0,-1 1 0 0 0,1-1 0 0 0,4-4 0 0 0,2-5-3 0 0,4-11 19 0 0,2 1 1 0 0,0 0-1 0 0,2 2 0 0 0,32-36 1 0 0,-35 43-18 0 0,1 1 0 0 0,0 1 1 0 0,1 0-1 0 0,1 0 0 0 0,0 2 1 0 0,0 0-1 0 0,26-11 0 0 0,-37 19-27 0 0,1-1-1 0 0,-1 1 1 0 0,0 1-1 0 0,1-1 0 0 0,-1 1 1 0 0,1 0-1 0 0,0 0 1 0 0,-1 1-1 0 0,1 0 0 0 0,-1 0 1 0 0,1 0-1 0 0,0 1 1 0 0,-1-1-1 0 0,9 3 1 0 0,-11-2 23 0 0,0 0 0 0 0,-1 1 1 0 0,1-1-1 0 0,-1 0 1 0 0,0 1-1 0 0,1-1 1 0 0,-1 1-1 0 0,0 0 1 0 0,0 0-1 0 0,0 0 1 0 0,0 0-1 0 0,0 0 1 0 0,0 0-1 0 0,-1 0 1 0 0,1 1-1 0 0,1 3 0 0 0,-1-1 84 0 0,0-1 0 0 0,-1 1 0 0 0,0 0 0 0 0,1 0 0 0 0,-2 0 0 0 0,1 0 0 0 0,-1 0 0 0 0,0 8 0 0 0,-1 4 309 0 0,-1-1 0 0 0,-1 1 0 0 0,0-1-1 0 0,-8 22 1 0 0,-2 1 669 0 0,-25 51 0 0 0,38-89-1058 0 0,-1 0 0 0 0,1 0 1 0 0,0 0-1 0 0,0 0 0 0 0,0-1 0 0 0,0 1 1 0 0,0 0-1 0 0,0 0 0 0 0,0 0 0 0 0,0 0 0 0 0,0 0 1 0 0,0 0-1 0 0,0-1 0 0 0,1 1 0 0 0,-1 0 0 0 0,0 0 1 0 0,1 0-1 0 0,-1 0 0 0 0,0-1 0 0 0,1 1 0 0 0,-1 0 1 0 0,1-1-1 0 0,-1 1 0 0 0,1 0 0 0 0,-1-1 1 0 0,1 1-1 0 0,0 0 0 0 0,-1-1 0 0 0,1 1 0 0 0,0-1 1 0 0,0 1-1 0 0,-1-1 0 0 0,1 1 0 0 0,2 0 0 0 0,1 1 24 0 0,0 0 0 0 0,0 0 0 0 0,0-1 0 0 0,1 1 0 0 0,5 0 0 0 0,13 2 14 0 0,-1-2-1 0 0,1-1 1 0 0,0-1-1 0 0,0 0 1 0 0,28-5 0 0 0,-1-4-1151 0 0,61-17-1 0 0,-11-7-2926 0 0,-52 11-150 0 0,-6-6-4141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2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1 797 740 0 0,'7'15'3796'0'0,"-3"4"-1649"0"0,18 69 3821 0 0,-21-86-5623 0 0,1 2 190 0 0,-2-3-491 0 0,0-1 0 0 0,0 0 1 0 0,0 1-1 0 0,0-1 0 0 0,0 0 0 0 0,0 1 0 0 0,0-1 0 0 0,0 0 0 0 0,0 1 0 0 0,0-1 0 0 0,0 0 0 0 0,1 1 1 0 0,-1-1-1 0 0,0 0 0 0 0,0 0 0 0 0,0 1 0 0 0,0-1 0 0 0,1 0 0 0 0,-1 1 0 0 0,0-1 0 0 0,0 0 0 0 0,1 0 1 0 0,-1 0-1 0 0,0 1 0 0 0,0-1 0 0 0,1 0 0 0 0,0 0 0 0 0,1 1 2 0 0,0-1 1 0 0,0 0-1 0 0,0 0 0 0 0,1-1 0 0 0,-1 1 1 0 0,0 0-1 0 0,0-1 0 0 0,0 1 0 0 0,0-1 1 0 0,0 0-1 0 0,0 0 0 0 0,0 0 0 0 0,0 0 1 0 0,0 0-1 0 0,0 0 0 0 0,3-2 0 0 0,34-29 157 0 0,-28 22-133 0 0,32-32-2 0 0,-1-1-1 0 0,-2-2 0 0 0,-2-1 0 0 0,32-54 0 0 0,-54 77-44 0 0,0-1-1 0 0,-2-1 0 0 0,-1 0 1 0 0,-1-1-1 0 0,-2-1 0 0 0,0 1 1 0 0,-2-1-1 0 0,8-42 0 0 0,-15 68-24 0 0,-1-1-1 0 0,0 0 0 0 0,0 1 1 0 0,0-1-1 0 0,1 0 1 0 0,-1 1-1 0 0,-1-1 0 0 0,1 0 1 0 0,0 1-1 0 0,0-1 1 0 0,-1 1-1 0 0,1-1 0 0 0,-1 0 1 0 0,1 1-1 0 0,-1-1 1 0 0,1 1-1 0 0,-1-1 0 0 0,0 1 1 0 0,0 0-1 0 0,0-1 1 0 0,-1-1-1 0 0,0 2-1 0 0,1 1 0 0 0,-1-1 1 0 0,1 0-1 0 0,0 1 0 0 0,-1-1 0 0 0,0 1 0 0 0,1-1 1 0 0,-1 1-1 0 0,1 0 0 0 0,-1 0 0 0 0,1-1 1 0 0,-1 1-1 0 0,1 0 0 0 0,-1 1 0 0 0,0-1 0 0 0,1 0 1 0 0,-3 1-1 0 0,-5 1-10 0 0,1 1-1 0 0,0 0 1 0 0,0 0 0 0 0,0 1-1 0 0,0 0 1 0 0,-10 8 0 0 0,8-5-16 0 0,0 1 0 0 0,1 0 1 0 0,0 1-1 0 0,-9 11 0 0 0,16-18 26 0 0,-1 1-1 0 0,1 0 0 0 0,0 0 1 0 0,0-1-1 0 0,0 1 0 0 0,0 1 1 0 0,1-1-1 0 0,-1 0 0 0 0,1 0 1 0 0,0 1-1 0 0,0-1 0 0 0,0 0 1 0 0,0 1-1 0 0,1-1 0 0 0,0 1 1 0 0,-1-1-1 0 0,1 1 0 0 0,0-1 0 0 0,1 7 1 0 0,0-8 6 0 0,0 1 0 0 0,1-1 0 0 0,-1 0 0 0 0,1 1 0 0 0,-1-1 0 0 0,1 0 0 0 0,-1 0 0 0 0,1 0 0 0 0,0 0 1 0 0,0 0-1 0 0,0 0 0 0 0,1-1 0 0 0,-1 1 0 0 0,0-1 0 0 0,0 1 0 0 0,1-1 0 0 0,-1 0 0 0 0,1 0 0 0 0,3 1 0 0 0,7 2 3 0 0,1 0 0 0 0,22 2 1 0 0,-19-3-13 0 0,47 7-5 0 0,-38-7 4 0 0,-1 1 0 0 0,0 1-1 0 0,0 1 1 0 0,26 10 0 0 0,-48-14 38 0 0,0-1 0 0 0,-1 0 0 0 0,1 1 0 0 0,-1-1 0 0 0,1 1-1 0 0,-1 0 1 0 0,0 0 0 0 0,0-1 0 0 0,0 2 0 0 0,0-1 0 0 0,0 0 0 0 0,0 0 0 0 0,0 1 0 0 0,-1-1-1 0 0,1 1 1 0 0,-1-1 0 0 0,0 1 0 0 0,0-1 0 0 0,0 1 0 0 0,0 0 0 0 0,0 0 0 0 0,-1 0 0 0 0,1-1-1 0 0,-1 1 1 0 0,1 0 0 0 0,-1 0 0 0 0,0 0 0 0 0,0 0 0 0 0,-1 0 0 0 0,1 0 0 0 0,-2 4 0 0 0,-1 9 162 0 0,-2-1 0 0 0,0 1 0 0 0,-1-1 0 0 0,-12 22 0 0 0,9-18-227 0 0,8-17 38 0 0,-1 2 12 0 0,-1 1-1 0 0,1 0 1 0 0,-1 0 0 0 0,2 1-1 0 0,-1-1 1 0 0,0 0-1 0 0,1 1 1 0 0,0-1 0 0 0,0 1-1 0 0,1-1 1 0 0,0 1-1 0 0,0 8 1 0 0,0-13-13 0 0,1 0 0 0 0,-1 0-1 0 0,1-1 1 0 0,0 1 0 0 0,-1 0 0 0 0,1 0 0 0 0,-1-1 0 0 0,1 1-1 0 0,0 0 1 0 0,0-1 0 0 0,-1 1 0 0 0,1-1 0 0 0,0 1-1 0 0,0-1 1 0 0,0 1 0 0 0,0-1 0 0 0,0 1 0 0 0,0-1 0 0 0,0 0-1 0 0,0 0 1 0 0,1 1 0 0 0,20 2 22 0 0,3-3-148 0 0,0-1 1 0 0,0-1-1 0 0,0-1 1 0 0,0-1-1 0 0,-1-1 1 0 0,29-10-1 0 0,2-5-396 0 0,80-40-1 0 0,-107 46 217 0 0,-1-2-1 0 0,0 0 1 0 0,33-28-1 0 0,-48 34 256 0 0,-1-1-1 0 0,0 1 1 0 0,-1-2-1 0 0,0 1 1 0 0,-1-2-1 0 0,0 1 0 0 0,-1-1 1 0 0,13-27-1 0 0,-19 35 54 0 0,-1 1 0 0 0,0 0 0 0 0,0-1 0 0 0,0 0 0 0 0,0 1 0 0 0,-1-1 0 0 0,0 1 0 0 0,0-1 0 0 0,-1-8 0 0 0,1 11 12 0 0,0 0 1 0 0,-1-1 0 0 0,1 1 0 0 0,-1 0 0 0 0,1 0 0 0 0,-1-1 0 0 0,0 1 0 0 0,0 0 0 0 0,0 0 0 0 0,0 0 0 0 0,-1 0 0 0 0,1 0 0 0 0,-1 0 0 0 0,1 1-1 0 0,-1-1 1 0 0,1 0 0 0 0,-1 1 0 0 0,0-1 0 0 0,0 1 0 0 0,-2-2 0 0 0,2 2 9 0 0,-1 0 0 0 0,1 1 0 0 0,-1-1-1 0 0,1 1 1 0 0,-1-1 0 0 0,0 1 0 0 0,1 0 0 0 0,-1 0 0 0 0,1 0 0 0 0,-1 0-1 0 0,1 0 1 0 0,-1 1 0 0 0,1-1 0 0 0,-1 1 0 0 0,-3 1 0 0 0,-34 16 448 0 0,37-16-446 0 0,-16 9 118 0 0,0 2 0 0 0,0 0 0 0 0,1 2 0 0 0,1 0 0 0 0,1 0 0 0 0,0 2 0 0 0,1 0 0 0 0,0 1 0 0 0,2 0 0 0 0,0 1 0 0 0,-16 32 0 0 0,26-45-128 0 0,1 0 0 0 0,-1 1 0 0 0,2-1 0 0 0,-1 0 1 0 0,1 1-1 0 0,-1-1 0 0 0,2 1 0 0 0,-1-1 1 0 0,1 12-1 0 0,0-15-10 0 0,1 0 0 0 0,-1-1 0 0 0,1 1-1 0 0,0 0 1 0 0,0 0 0 0 0,0 0 0 0 0,0 0 0 0 0,0-1 0 0 0,0 1 0 0 0,1 0 0 0 0,-1-1 0 0 0,1 1 0 0 0,0-1 0 0 0,0 0 0 0 0,0 0 0 0 0,0 1 0 0 0,0-1 0 0 0,0 0 0 0 0,1-1 0 0 0,-1 1-1 0 0,0 0 1 0 0,1-1 0 0 0,4 3 0 0 0,3-1-1 0 0,0 1 0 0 0,0-1 0 0 0,0-1 0 0 0,0 0 0 0 0,0 0 0 0 0,1-1 0 0 0,-1-1 0 0 0,1 0 0 0 0,-1 0 0 0 0,1-1 0 0 0,-1 0 0 0 0,0 0 0 0 0,0-1 0 0 0,1-1 0 0 0,-1 0 0 0 0,0 0 0 0 0,-1-1 0 0 0,1 0 0 0 0,-1-1 0 0 0,0 0 1 0 0,0-1-1 0 0,0 0 0 0 0,-1 0 0 0 0,0 0 0 0 0,0-1 0 0 0,0 0 0 0 0,-1-1 0 0 0,0 0 0 0 0,-1 0 0 0 0,0-1 0 0 0,0 1 0 0 0,0-1 0 0 0,-1 0 0 0 0,4-12 0 0 0,1-8 4 0 0,-1 0 0 0 0,8-52 1 0 0,-11 49-106 0 0,-6 31 76 0 0,-1 1-5 0 0,1 1 18 0 0,-1-1 0 0 0,0 1 1 0 0,0 0-1 0 0,0 0 0 0 0,0-1 0 0 0,1 1 0 0 0,-1 0 0 0 0,0 0 0 0 0,1 0 0 0 0,-1 0 0 0 0,1 0 0 0 0,-1 0 0 0 0,1 0 0 0 0,-1 0 0 0 0,1 0 0 0 0,-1 2 0 0 0,-5 24-14 0 0,4-21 6 0 0,-2 9 8 0 0,2 1 0 0 0,-1-1 0 0 0,2 0-1 0 0,0 1 1 0 0,0-1 0 0 0,2 0 0 0 0,0 1 0 0 0,1-1 0 0 0,6 26-1 0 0,-7-35-204 0 0,1-1 0 0 0,0 0 0 0 0,0 0 0 0 0,0 0 0 0 0,0 0 0 0 0,1 0 0 0 0,0 0 0 0 0,0 0 0 0 0,0-1 0 0 0,1 0 0 0 0,0 1 0 0 0,-1-1 0 0 0,1-1 0 0 0,1 1 0 0 0,-1 0 0 0 0,0-1-1 0 0,1 0 1 0 0,0 0 0 0 0,0-1 0 0 0,0 1 0 0 0,0-1 0 0 0,0 0 0 0 0,0 0 0 0 0,1-1 0 0 0,-1 1 0 0 0,1-1 0 0 0,-1-1 0 0 0,1 1 0 0 0,9-1 0 0 0,-9 0 4 0 0,0 0 0 0 0,0-1 0 0 0,0 0 0 0 0,0 0 0 0 0,-1 0 0 0 0,1-1 1 0 0,-1 0-1 0 0,1 0 0 0 0,-1 0 0 0 0,1-1 0 0 0,-1 1 0 0 0,0-1 0 0 0,0-1 1 0 0,-1 1-1 0 0,1-1 0 0 0,-1 0 0 0 0,1 0 0 0 0,-1 0 0 0 0,5-7 0 0 0,4-8 334 0 0,-1 0 0 0 0,0-1 0 0 0,16-39 0 0 0,-20 40 309 0 0,1 0 0 0 0,0 1 0 0 0,25-35 0 0 0,-32 51-390 0 0,-1 1 0 0 0,1-1 0 0 0,-1 0 0 0 0,1 1 1 0 0,0-1-1 0 0,-1 1 0 0 0,1-1 0 0 0,0 1 0 0 0,0 0 1 0 0,0 0-1 0 0,1 0 0 0 0,-1 0 0 0 0,0 0 1 0 0,0 0-1 0 0,0 0 0 0 0,1 1 0 0 0,-1-1 0 0 0,0 1 1 0 0,1 0-1 0 0,-1 0 0 0 0,0 0 0 0 0,1 0 0 0 0,3 0 1 0 0,-2 1 75 0 0,-1 1 0 0 0,1-1 0 0 0,0 1 1 0 0,-1 0-1 0 0,1-1 0 0 0,-1 2 0 0 0,0-1 0 0 0,1 0 1 0 0,-1 1-1 0 0,0-1 0 0 0,0 1 0 0 0,-1 0 1 0 0,5 5-1 0 0,-2 0 6 0 0,0-1 1 0 0,0 1 0 0 0,-1 0-1 0 0,-1 0 1 0 0,1 0 0 0 0,-1 1-1 0 0,0-1 1 0 0,-1 1 0 0 0,0 0-1 0 0,-1-1 1 0 0,0 1 0 0 0,0 0-1 0 0,0 0 1 0 0,-1 0 0 0 0,-2 12-1 0 0,0-6-61 0 0,0-1-1 0 0,-1 1 0 0 0,0-1 1 0 0,-2 0-1 0 0,1 0 0 0 0,-2 0 0 0 0,0-1 1 0 0,-12 21-1 0 0,17-32-56 0 0,-1 0 1 0 0,1 0-1 0 0,0-1 0 0 0,0 1 1 0 0,-1 0-1 0 0,1-1 1 0 0,-1 1-1 0 0,1-1 0 0 0,-1 0 1 0 0,0 1-1 0 0,0-1 0 0 0,-2 1 1 0 0,3-2-8 0 0,1 1 0 0 0,-1-1 1 0 0,0 0-1 0 0,0 0 0 0 0,0 0 0 0 0,1 0 1 0 0,-1 0-1 0 0,0 0 0 0 0,0 0 1 0 0,0 0-1 0 0,0 0 0 0 0,1 0 0 0 0,-1 0 1 0 0,0 0-1 0 0,0 0 0 0 0,1-1 1 0 0,-1 1-1 0 0,0 0 0 0 0,0-1 0 0 0,1 1 1 0 0,-1-1-1 0 0,-1 0 0 0 0,0-1 0 0 0,0 0-1 0 0,0 0 0 0 0,1-1 1 0 0,-1 1-1 0 0,0-1 1 0 0,1 1-1 0 0,-1-1 0 0 0,1 0 1 0 0,0 0-1 0 0,0 0 0 0 0,0 1 1 0 0,0-1-1 0 0,1 0 0 0 0,-1 0 1 0 0,0-4-1 0 0,1-5-3 0 0,0-1 0 0 0,0 1-1 0 0,1 0 1 0 0,0 0 0 0 0,1 0 0 0 0,1 0-1 0 0,0 0 1 0 0,1 1 0 0 0,0-1 0 0 0,0 1-1 0 0,1 0 1 0 0,1 0 0 0 0,0 1 0 0 0,12-17-1 0 0,-9 15-1 0 0,0 0-1 0 0,1 1 1 0 0,1 0-1 0 0,0 0 1 0 0,0 1 0 0 0,1 1-1 0 0,0 0 1 0 0,1 1-1 0 0,-1 0 1 0 0,2 1-1 0 0,19-8 1 0 0,-29 13 6 0 0,1 0-1 0 0,-1 1 1 0 0,1 0 0 0 0,-1 0 0 0 0,1 0 0 0 0,0 1 0 0 0,-1-1 0 0 0,1 1-1 0 0,0 0 1 0 0,-1 0 0 0 0,1 1 0 0 0,-1 0 0 0 0,1-1 0 0 0,0 2-1 0 0,-1-1 1 0 0,1 0 0 0 0,-1 1 0 0 0,0 0 0 0 0,8 4 0 0 0,-8-3 44 0 0,0 0 0 0 0,0 1 0 0 0,0 0 0 0 0,-1-1 0 0 0,1 1 0 0 0,-1 0 0 0 0,0 1 0 0 0,0-1 0 0 0,-1 0 0 0 0,1 1 0 0 0,-1 0 0 0 0,0-1 0 0 0,0 1 0 0 0,0 0 0 0 0,-1 0 0 0 0,0 0 0 0 0,1 8 0 0 0,0 6 41 0 0,-2 0 1 0 0,0 0-1 0 0,-5 34 0 0 0,3-37-72 0 0,0-1-1 0 0,1 1 1 0 0,1 0 0 0 0,0 0-1 0 0,5 29 1 0 0,-4-41-70 0 0,0 0 0 0 0,0-1 0 0 0,1 1 0 0 0,-1-1 0 0 0,1 1 0 0 0,0-1 0 0 0,0 1 0 0 0,0-1-1 0 0,0 0 1 0 0,1 0 0 0 0,-1 0 0 0 0,1 0 0 0 0,0 0 0 0 0,0-1 0 0 0,6 5 0 0 0,-3-3-121 0 0,0-1 1 0 0,0 0-1 0 0,0-1 0 0 0,1 0 0 0 0,-1 1 1 0 0,1-2-1 0 0,-1 1 0 0 0,12 0 0 0 0,-2-1-206 0 0,0 0 0 0 0,0-2 0 0 0,0 0 0 0 0,0-1 0 0 0,0 0-1 0 0,0-1 1 0 0,16-6 0 0 0,-20 5 196 0 0,-1-1 0 0 0,0 0 0 0 0,1 0 0 0 0,-2-1 0 0 0,1-1 0 0 0,-1 0 0 0 0,0 0 0 0 0,15-15 0 0 0,-13 9 54 0 0,0 0 0 0 0,-1-1-1 0 0,0 0 1 0 0,-1-1 0 0 0,10-21-1 0 0,1-12 194 0 0,-1-1-1 0 0,26-103 1 0 0,-43 140-18 0 0,59-337 2986 0 0,-58 320-2467 0 0,1-38 661 0 0,-5 65-994 0 0,-1 4-153 0 0,-1-1 1 0 0,1 1 0 0 0,0-1 0 0 0,-1 1 0 0 0,1-1-1 0 0,0 1 1 0 0,0 0 0 0 0,0-1 0 0 0,0 1-1 0 0,1 0 1 0 0,-1 0 0 0 0,0 0 0 0 0,1 0 0 0 0,-1-1-1 0 0,1 5 1 0 0,-2 0 120 0 0,-54 218 2821 0 0,33-122-2235 0 0,-17 71 64 0 0,-52 205 4 0 0,68-268 157 0 0,24-108-592 0 0,12-23-218 0 0,38-109-6 0 0,3-3-156 0 0,-50 126-36 0 0,20-43-52 0 0,48-75 0 0 0,-63 113 38 0 0,1-1-1 0 0,1 1 1 0 0,0 1 0 0 0,0 0 0 0 0,1 0 0 0 0,0 1 0 0 0,1 0 0 0 0,0 1 0 0 0,1 0 0 0 0,24-12-1 0 0,-32 19 11 0 0,0 0-1 0 0,1 0 0 0 0,-1 1 0 0 0,1-1 0 0 0,-1 1 0 0 0,1 0 0 0 0,-1 0 0 0 0,1 1 0 0 0,0 0 0 0 0,6 0 0 0 0,16 5 48 0 0,-20 0-48 0 0,-5-4 1 0 0,1 1 0 0 0,-1 0 0 0 0,0 0 0 0 0,-1 0 0 0 0,1 0 0 0 0,0 1 0 0 0,0-1 0 0 0,-1 1 0 0 0,0-1 0 0 0,1 1 0 0 0,-1 0 0 0 0,3 5 0 0 0,-3-5 1 0 0,-1 0 1 0 0,0 0-1 0 0,1 0 0 0 0,-1 0 1 0 0,0 0-1 0 0,-1 0 1 0 0,1 0-1 0 0,-1 0 1 0 0,1 0-1 0 0,-1 0 0 0 0,0 0 1 0 0,0 1-1 0 0,0-1 1 0 0,0 0-1 0 0,-1 0 1 0 0,1 0-1 0 0,-1 0 0 0 0,0 0 1 0 0,0 0-1 0 0,0 0 1 0 0,0 0-1 0 0,0 0 1 0 0,-1 0-1 0 0,0-1 0 0 0,1 1 1 0 0,-1 0-1 0 0,-2 2 1 0 0,-10 13 9 0 0,-1-1 0 0 0,-1-1 0 0 0,0 0 0 0 0,0-2 0 0 0,-2 1 0 0 0,0-2 0 0 0,-1 0 0 0 0,0-2 0 0 0,0 0 0 0 0,-30 12 0 0 0,44-21 0 0 0,0 0 0 0 0,-1 0 0 0 0,1-1 0 0 0,-1 0-1 0 0,1 0 1 0 0,-1 0 0 0 0,0 0 0 0 0,1-1 0 0 0,-1 0 0 0 0,-9-1 0 0 0,-3 0-4 0 0,17 1-7 0 0,0-1 0 0 0,0 1 1 0 0,1-1-1 0 0,-1 1 0 0 0,0-1 1 0 0,0 1-1 0 0,1-1 0 0 0,-1 1 0 0 0,0-1 1 0 0,1 0-1 0 0,-1 1 0 0 0,1-1 1 0 0,-1 0-1 0 0,1 0 0 0 0,-1 1 1 0 0,1-1-1 0 0,-1 0 0 0 0,1 0 0 0 0,0 0 1 0 0,-1 0-1 0 0,1 1 0 0 0,0-1 1 0 0,0 0-1 0 0,0 0 0 0 0,-1 0 0 0 0,1-1 1 0 0,0 0-16 0 0,11-5-44 0 0,-6 7 56 0 0,-1 0 0 0 0,1 1 0 0 0,-1-1 0 0 0,1 1 0 0 0,-1 0 1 0 0,1 0-1 0 0,-1 1 0 0 0,0-1 0 0 0,0 1 0 0 0,0 0 0 0 0,0 0 0 0 0,0 0 1 0 0,0 1-1 0 0,-1-1 0 0 0,1 1 0 0 0,-1 0 0 0 0,1 0 0 0 0,3 5 0 0 0,9 9 1 0 0,-2 1 0 0 0,18 26-1 0 0,-23-31 0 0 0,61 107-17 0 0,-50-81 57 0 0,39 54-1 0 0,-58-92-33 0 0,1 0 0 0 0,-1 0 0 0 0,1-1 0 0 0,-1 1 1 0 0,1 0-1 0 0,0 0 0 0 0,0-1 0 0 0,-1 1 0 0 0,1-1 0 0 0,0 0 0 0 0,0 1 0 0 0,0-1 0 0 0,-1 0 0 0 0,1 0 0 0 0,0 0 0 0 0,0 0 0 0 0,0 0 0 0 0,0-1 0 0 0,-1 1 0 0 0,1 0 0 0 0,0-1 0 0 0,0 0 0 0 0,-1 1 0 0 0,4-3 0 0 0,4-2 14 0 0,0 0 0 0 0,-1-1 0 0 0,0 0 0 0 0,0-1 0 0 0,-1 0 0 0 0,1 0 0 0 0,6-10 0 0 0,41-58-893 0 0,-47 63 506 0 0,13-25-1728 0 0,-8 15-976 0 0,0 2-4796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2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33 2448 0 0,'4'-32'12274'0'0,"-4"47"-11171"0"0,-45 282 4248 0 0,36-249-5097 0 0,-45 202-573 0 0,53-249 209 0 0,1 0-1 0 0,0-1 0 0 0,-1 1 0 0 0,1 0 0 0 0,0 0 1 0 0,0 0-1 0 0,0 0 0 0 0,0 0 0 0 0,0-1 1 0 0,0 1-1 0 0,0 0 0 0 0,0 0 0 0 0,0 0 1 0 0,0 0-1 0 0,1 0 0 0 0,-1 0 0 0 0,0-1 1 0 0,0 1-1 0 0,1 0 0 0 0,-1 0 0 0 0,1 0 0 0 0,-1-1 1 0 0,1 1-1 0 0,-1 0 0 0 0,1-1 0 0 0,-1 1 1 0 0,1 0-1 0 0,0-1 0 0 0,-1 1 0 0 0,1-1 1 0 0,0 1-1 0 0,-1-1 0 0 0,1 1 0 0 0,0-1 1 0 0,0 1-1 0 0,0-1 0 0 0,-1 0 0 0 0,1 1 0 0 0,0-1 1 0 0,0 0-1 0 0,0 0 0 0 0,0 0 0 0 0,0 0 1 0 0,-1 0-1 0 0,1 0 0 0 0,0 0 0 0 0,0 0 1 0 0,2 0-1 0 0,2-1-586 0 0,0 0 0 0 0,0 0 0 0 0,1 0 1 0 0,-1 0-1 0 0,0-1 0 0 0,0 0 0 0 0,5-3 1 0 0,9-6-2607 0 0,1-3-1100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3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141 108 612 0 0,'77'-98'13107'0'0,"-76"96"-12531"0"0,-1 2-516 0 0,0-1 0 0 0,0 1 1 0 0,0 0-1 0 0,0-1 1 0 0,0 1-1 0 0,0 0 1 0 0,0-1-1 0 0,0 1 0 0 0,-1 0 1 0 0,1-1-1 0 0,0 1 1 0 0,0 0-1 0 0,0-1 1 0 0,0 1-1 0 0,-1 0 0 0 0,1-1 1 0 0,0 1-1 0 0,0 0 1 0 0,-1 0-1 0 0,1 0 0 0 0,0-1 1 0 0,0 1-1 0 0,-1 0 1 0 0,1 0-1 0 0,0 0 1 0 0,-1-1-1 0 0,1 1 0 0 0,-1 0 1 0 0,-12 5 226 0 0,0 0 0 0 0,1 1 1 0 0,-1 0-1 0 0,1 1 0 0 0,0 1 1 0 0,1 0-1 0 0,-1 0 0 0 0,2 1 1 0 0,-1 0-1 0 0,1 1 0 0 0,1 0 1 0 0,0 1-1 0 0,0 0 0 0 0,-12 21 1 0 0,20-29-274 0 0,0 0 1 0 0,-1 0 0 0 0,1 0 0 0 0,1 0-1 0 0,-1 0 1 0 0,0 0 0 0 0,1 0 0 0 0,-1 0-1 0 0,1 0 1 0 0,0 0 0 0 0,0 0 0 0 0,0 1-1 0 0,1-1 1 0 0,-1 0 0 0 0,2 3 0 0 0,-1-1-4 0 0,1 0 1 0 0,0 0 0 0 0,0 0 0 0 0,1-1 0 0 0,0 1 0 0 0,0 0 0 0 0,0-1-1 0 0,4 5 1 0 0,7 5 1 0 0,1 0 0 0 0,0 0 0 0 0,29 17 0 0 0,-36-25-5 0 0,5 3 108 0 0,-1 0 1 0 0,0 0-1 0 0,-1 2 1 0 0,0-1 0 0 0,-1 1-1 0 0,0 1 1 0 0,0 0-1 0 0,8 15 1 0 0,-17-26-76 0 0,-1 0 1 0 0,1 0-1 0 0,-1 0 1 0 0,1 0-1 0 0,-1 1 1 0 0,0-1-1 0 0,0 0 1 0 0,1 0-1 0 0,-1 0 0 0 0,0 1 1 0 0,0-1-1 0 0,0 0 1 0 0,0 0-1 0 0,-1 1 1 0 0,1-1-1 0 0,0 0 1 0 0,0 0-1 0 0,-1 0 0 0 0,1 0 1 0 0,-1 1-1 0 0,1-1 1 0 0,-1 0-1 0 0,1 0 1 0 0,-1 0-1 0 0,0 0 1 0 0,1 0-1 0 0,-1 0 0 0 0,0 0 1 0 0,0-1-1 0 0,0 1 1 0 0,0 0-1 0 0,0 0 1 0 0,1 0-1 0 0,-3 0 1 0 0,-3 3 14 0 0,0-1 1 0 0,-1 0 0 0 0,1 0 0 0 0,-12 3 0 0 0,14-5-19 0 0,-6 3-164 0 0,0-2-1 0 0,0 1 1 0 0,0-1-1 0 0,0-1 1 0 0,0 0-1 0 0,0 0 1 0 0,0-1-1 0 0,-13-2 0 0 0,18 2-525 0 0,-1-2 0 0 0,0 1 0 0 0,0-1 0 0 0,0 1 0 0 0,1-2 0 0 0,-9-3 0 0 0,10 4-428 0 0,0-1-1 0 0,-1 0 0 0 0,1 0 0 0 0,0-1 0 0 0,0 1 1 0 0,1-1-1 0 0,-1 1 0 0 0,-3-7 0 0 0,-5-6-4666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3.4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35 161 40 0 0,'-1'-18'2743'0'0,"-1"0"-1"0"0,-1 1 1 0 0,-1-1 0 0 0,-7-21-1 0 0,4 15-1259 0 0,5 17-638 0 0,-2-13-1533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4.0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68 744 0 0,'-15'-29'6469'0'0,"12"23"-5216"0"0,0 0 0 0 0,0 0 0 0 0,0 1 0 0 0,-9-11 651 0 0,9 19-981 0 0,3-3-894 0 0,0 1 1 0 0,-1-1-1 0 0,1 0 1 0 0,0 0-1 0 0,-1 0 1 0 0,1 0-1 0 0,0 0 1 0 0,0 0-1 0 0,0 0 1 0 0,-1 0-1 0 0,1 1 0 0 0,0-1 1 0 0,0 0-1 0 0,-1 0 1 0 0,1 0-1 0 0,0 0 1 0 0,0 1-1 0 0,0-1 1 0 0,0 0-1 0 0,-1 0 1 0 0,1 1-1 0 0,0-1 1 0 0,0 0-1 0 0,0 0 1 0 0,0 0-1 0 0,0 1 1 0 0,0-1-1 0 0,0 0 1 0 0,0 1-1 0 0,0-1 0 0 0,-1 6 179 0 0,1 0 0 0 0,-1 0 0 0 0,2 0 0 0 0,-1 0-1 0 0,1-1 1 0 0,0 1 0 0 0,0 0 0 0 0,0 0 0 0 0,1-1-1 0 0,4 10 1 0 0,-2-5-61 0 0,2 0 0 0 0,-1-1 0 0 0,1 0-1 0 0,1 0 1 0 0,9 11 0 0 0,2-2-60 0 0,1 0 0 0 0,1-1-1 0 0,1-1 1 0 0,24 15 0 0 0,-5-7 4 0 0,2-1 0 0 0,1-2 1 0 0,60 20-1 0 0,-71-31 259 0 0,21 9 1544 0 0,-63-15-1838 0 0,-1 0 0 0 0,0-1 0 0 0,0 0-1 0 0,-23 2 1 0 0,-17 5-19 0 0,45-8-34 0 0,-204 64 300 0 0,166-50-300 0 0,1 3 0 0 0,-68 39 0 0 0,107-56-451 0 0,-1 1 0 0 0,1 0 0 0 0,0 0 0 0 0,0 1 0 0 0,0-1 0 0 0,1 1 0 0 0,-1 0 0 0 0,1 0 0 0 0,0 0 0 0 0,-6 9 0 0 0,9-12 83 0 0,0 1 0 0 0,0-1-1 0 0,0 0 1 0 0,0 1 0 0 0,0-1 0 0 0,0 0 0 0 0,1 1 0 0 0,-1-1 0 0 0,0 0 0 0 0,1 0 0 0 0,-1 1 0 0 0,1-1 0 0 0,-1 0 0 0 0,1 0 0 0 0,-1 0 0 0 0,1 0 0 0 0,0 1 0 0 0,0-1 0 0 0,0 0-1 0 0,-1 0 1 0 0,1-1 0 0 0,0 1 0 0 0,0 0 0 0 0,0 0 0 0 0,1 0 0 0 0,-1-1 0 0 0,1 2 0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4.2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26 600 0 0,'24'-10'4960'0'0,"25"-5"10311"0"0,-70 35-13293 0 0,-3-5-1581 0 0,-151 103 2517 0 0,93-53-3865 0 0,7 8-3607 0 0,60-53 1839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4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1 140 800 0 0,'0'-15'3112'0'0,"1"-1"-1"0"0,5-24 0 0 0,-6 36-2734 0 0,1-1-1 0 0,0 1 1 0 0,1 0-1 0 0,-1-1 1 0 0,1 1-1 0 0,0 0 1 0 0,0 0-1 0 0,0 0 0 0 0,0 0 1 0 0,1 0-1 0 0,0 0 1 0 0,0 1-1 0 0,4-5 1 0 0,-5 7-249 0 0,0 0 1 0 0,0 0-1 0 0,0 0 0 0 0,0 0 1 0 0,0 1-1 0 0,1-1 1 0 0,-1 1-1 0 0,0-1 1 0 0,0 1-1 0 0,1 0 0 0 0,-1 0 1 0 0,0 0-1 0 0,1 0 1 0 0,-1 0-1 0 0,0 0 0 0 0,1 1 1 0 0,-1-1-1 0 0,0 1 1 0 0,0-1-1 0 0,4 3 1 0 0,2 0 135 0 0,0 0 1 0 0,0 1-1 0 0,-1 0 1 0 0,12 8-1 0 0,-7-3-3 0 0,-1 1-1 0 0,0 0 0 0 0,0 1 0 0 0,-1 0 0 0 0,0 1 0 0 0,-1 0 1 0 0,0 0-1 0 0,-1 1 0 0 0,0 0 0 0 0,-1 1 0 0 0,-1-1 0 0 0,0 2 1 0 0,-1-1-1 0 0,0 0 0 0 0,4 26 0 0 0,-5-14 23 0 0,-1 0-1 0 0,-1 0 1 0 0,-2 1-1 0 0,0-1 1 0 0,-2 1-1 0 0,-1-1 1 0 0,-1 0-1 0 0,-8 30 1 0 0,1-18 20 0 0,-7 28 947 0 0,18-64-927 0 0,-1 1-1 0 0,1 0 1 0 0,-1 0 0 0 0,0-1-1 0 0,0 1 1 0 0,-1 0-1 0 0,1-1 1 0 0,-5 4 1505 0 0,6-5-1796 0 0,6-15 438 0 0,7-5-445 0 0,0 0 1 0 0,1 1-1 0 0,21-21 1 0 0,54-47 40 0 0,-60 59-61 0 0,416-344-1584 0 0,-437 366 1461 0 0,9-4-4887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05.0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3180 0 0,'19'-8'3793'0'0,"-4"-2"-853"0"0,-1 1-692 0 0,-3 2-448 0 0,1-1-376 0 0,0-1-267 0 0,0 1-249 0 0,0-1-200 0 0,-4 1-148 0 0,3 1-112 0 0,-1 0-88 0 0,-2 1-224 0 0,-1-1-704 0 0,5 0-2781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12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1 808 0 0,'0'0'2888'0'0,"22"8"789"0"0,-1-10-7485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13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 0 0,'0'0'2152'0'0,"5"8"1457"0"0,0 3-1733 0 0,0-1-596 0 0,-1-4-1244 0 0,11-7-4457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14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1192 0 0,'0'0'5183'0'0,"22"18"1269"0"0,-19-13-7608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19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0 612 0 0,'0'0'2540'0'0,"2"10"-2512"0"0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6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 7 2248 0 0,'37'-5'11073'0'0,"-26"4"-10113"0"0,-8 1-176 0 0,0 0 77 0 0,33 12 883 0 0,40 20-1 0 0,7 2-879 0 0,33 6-354 0 0,156 32 0 0 0,-206-56-252 0 0,-64-16-246 0 0,-1 0-10 0 0,0 1-1 0 0,-1-1 0 0 0,1 0 1 0 0,0 0-1 0 0,-1 0 0 0 0,1 0 1 0 0,0 1-1 0 0,-1-1 0 0 0,1 0 1 0 0,0 1-1 0 0,-1-1 0 0 0,1 0 1 0 0,0 1-1 0 0,-1-1 0 0 0,2 2 1 0 0,-3 0-1 0 0,0 1 1 0 0,-1-1-1 0 0,1 0 1 0 0,-1 1 0 0 0,1-1-1 0 0,-1 0 1 0 0,0 0 0 0 0,1 0-1 0 0,-1 0 1 0 0,0 0-1 0 0,-1-1 1 0 0,1 1 0 0 0,-3 2-1 0 0,-38 23 202 0 0,32-21-48 0 0,-316 183 2690 0 0,84-49-1905 0 0,153-89-1401 0 0,88-50-29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7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36 2804 0 0,'55'-36'23404'0'0,"-61"40"-22137"0"0,-505 326 4025 0 0,404-252-5292 0 0,98-73-152 0 0,23-19-5593 0 0,51-36-9029 0 0,-39 30 5082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7.6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1 111 448 0 0,'5'-28'13803'0'0,"1"-19"-4435"0"0,-4 44-8379 0 0,-1-1 0 0 0,0 0 0 0 0,-1 1-1 0 0,1-1 1 0 0,-1 1 0 0 0,1-1-1 0 0,-1-7 1 0 0,6 33-535 0 0,7 38 0 0 0,-1 245-209 0 0,-6-75-160 0 0,-5-53-85 0 0,-4-25 0 0 0,3-137 0 0 0,0-1 0 0 0,0-3 0 0 0,0 2 0 0 0,0-1 0 0 0,0-2-79 0 0,0-8-581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2:27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0 143 3900 0 0,'25'-11'7490'0'0,"28"-18"-1"0"0,-42 21-5791 0 0,1 0 1 0 0,-2-1-1 0 0,1 0 1 0 0,12-13-1 0 0,9-11 119 0 0,-19 20-4285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20.3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0 932 0 0,'0'0'1540'0'0,"11"4"-3016"0"0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47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0 207 1392 0 0,'16'2'8746'0'0,"-15"-2"-8684"0"0,1 0 0 0 0,-1-1 0 0 0,1 1 0 0 0,-1-1 0 0 0,1 1 0 0 0,-1-1 0 0 0,0 0 0 0 0,1 0 0 0 0,-1 1 0 0 0,0-1 0 0 0,0 0 0 0 0,0 0 0 0 0,1 0 0 0 0,-1 0 0 0 0,0 0 0 0 0,1-3 0 0 0,23-27-189 0 0,-16 19 202 0 0,98-102-1183 0 0,-76 84-1391 0 0,-21 23-1388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48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23 110 200 0 0,'-20'9'10417'0'0,"18"-15"-10666"0"0,2 4 283 0 0,1 0 1 0 0,0 0-1 0 0,0 0 0 0 0,1 0 0 0 0,-1 0 0 0 0,0 0 0 0 0,1 0 0 0 0,-1 0 1 0 0,1 1-1 0 0,-1-1 0 0 0,1 0 0 0 0,0 1 0 0 0,3-3 0 0 0,6-6-36 0 0,-6 6-149 0 0,-1-1 1 0 0,2 1-1 0 0,-1 0 1 0 0,1 0-1 0 0,11-6 1 0 0,-10 6-208 0 0,65-36-5433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48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77 1012 0 0,'-8'6'1024'0'0,"-6"3"4813"0"0,23-20-4342 0 0,73-59-6815 0 0,-70 59 3676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5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21 178 1060 0 0,'0'0'3498'0'0,"-12"-26"4464"0"0,11 25-7721 0 0,0 0 0 0 0,1 1 1 0 0,-1-1-1 0 0,0 0 0 0 0,1 1 0 0 0,-1-1 1 0 0,1 0-1 0 0,-1 0 0 0 0,1 0 0 0 0,0 0 1 0 0,-1 1-1 0 0,1-1 0 0 0,0 0 0 0 0,0 0 1 0 0,-1 0-1 0 0,1 0 0 0 0,0 0 0 0 0,0 0 1 0 0,0 0-1 0 0,0 0 0 0 0,0 0 0 0 0,0 0 1 0 0,0 0-1 0 0,1-1 0 0 0,11-6 2833 0 0,3 5-4142 0 0,398-41 1406 0 0,3 22-332 0 0,-318 18 15 0 0,1628-22 16 0 0,-1011 7-2372 0 0,-640 16-2068 0 0,-72 3 3415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50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252 179 1444 0 0,'-50'10'4458'0'0,"0"-2"-1"0"0,-68 2 1 0 0,85-8-334 0 0,51-12-3529 0 0,45-4-391 0 0,88-7 0 0 0,69 7-157 0 0,-125 9-17 0 0,1041-35-131 0 0,-547 24-997 0 0,-329 3 290 0 0,-180 6-403 0 0,96-22-1 0 0,-151 23-1031 0 0,47-18-1 0 0,-59 15-2363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51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0 359 1796 0 0,'6'-24'9669'0'0,"-6"16"-8742"0"0,0 6-615 0 0,0 1 0 0 0,0-1-1 0 0,0 1 1 0 0,0-1 0 0 0,1 1 0 0 0,-1-1 0 0 0,0 1-1 0 0,1-1 1 0 0,-1 1 0 0 0,1-1 0 0 0,-1 1 0 0 0,2-2-1 0 0,-2 2-320 0 0,1 0 0 0 0,0 1-1 0 0,0-1 1 0 0,0 0 0 0 0,-1 0-1 0 0,1 1 1 0 0,0-1-1 0 0,0 1 1 0 0,0-1 0 0 0,0 1-1 0 0,0-1 1 0 0,0 1 0 0 0,0 0-1 0 0,0-1 1 0 0,2 1-1 0 0,1033-216 145 0 0,-821 169-1190 0 0,-74 13-6755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30:52.0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461 206 1160 0 0,'-288'64'8626'0'0,"203"-48"-5694"0"0,-2 3-550 0 0,1094-211-2045 0 0,-683 149-304 0 0,91-14-2746 0 0,-402 55 1839 0 0,15-3-778 0 0,-12-1-3789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1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47 668 0 0,'0'-2'2549'0'0,"-6"-33"6637"0"0,0 25-6304 0 0,6 10-2869 0 0,0 0-1 0 0,0 0 0 0 0,0 1 0 0 0,0-1 0 0 0,0 0 0 0 0,0 0 0 0 0,0 0 0 0 0,0 0 0 0 0,0 0 1 0 0,-1 0-1 0 0,1 0 0 0 0,0 0 0 0 0,0 0 0 0 0,0 1 0 0 0,0-1 0 0 0,0 0 0 0 0,0 0 1 0 0,0 0-1 0 0,0 0 0 0 0,0 0 0 0 0,0 0 0 0 0,0 0 0 0 0,0 0 0 0 0,-1 0 0 0 0,1 0 1 0 0,0 0-1 0 0,0 0 0 0 0,0 0 0 0 0,0 0 0 0 0,0 0 0 0 0,0 0 0 0 0,0 0 0 0 0,0 0 0 0 0,-1 0 1 0 0,1 0-1 0 0,0 0 0 0 0,0 0 0 0 0,0 0 0 0 0,0 0 0 0 0,0 0 0 0 0,0 0 0 0 0,0 0 1 0 0,0 0-1 0 0,-1 0 0 0 0,1 0 0 0 0,0 0 0 0 0,0 0 0 0 0,0 0 0 0 0,0 0 0 0 0,0 0 1 0 0,0 0-1 0 0,0 0 0 0 0,0 0 0 0 0,0 0 0 0 0,0 0 0 0 0,-1-1 0 0 0,1 1 0 0 0,0 0 0 0 0,0 0 1 0 0,0 0-1 0 0,0 0 0 0 0,0 0 0 0 0,-1 17 380 0 0,2 27 180 0 0,-1-40-421 0 0,5 88 751 0 0,-13 165 0 0 0,5-213-1822 0 0,3-3-6001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15.8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41 148 616 0 0,'0'-15'2167'0'0,"-1"0"0"0"0,-1 0 0 0 0,-1 1 0 0 0,0-1 0 0 0,0 1 0 0 0,-2-1 0 0 0,0 1 0 0 0,-7-15 0 0 0,11 28-1588 0 0,14 14-291 0 0,28 32-144 0 0,-2 2 0 0 0,-1 1 0 0 0,-3 2-1 0 0,-3 2 1 0 0,49 102 0 0 0,-64-115-119 0 0,-3 1-1 0 0,-1 0 1 0 0,-1 1-1 0 0,-3 1 1 0 0,-1-1-1 0 0,-3 1 1 0 0,-1 0 0 0 0,-2 1-1 0 0,-4 53 1 0 0,-4-34-319 0 0,-4-1 1 0 0,-1 0 0 0 0,-4-1-1 0 0,-44 117 1 0 0,35-122-1635 0 0,-50 85 0 0 0,46-96-807 0 0,-2-1 0 0 0,-39 43 0 0 0,29-43-3428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19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352 59 216 0 0,'62'-55'17598'0'0,"-67"52"-17105"0"0,-16 3-326 0 0,9 0-142 0 0,1 0 0 0 0,-1 1 1 0 0,0 0-1 0 0,0 1 1 0 0,-13 4-1 0 0,22-5-29 0 0,1-1 2 0 0,-51 9 2 0 0,51-8 32 0 0,1-1 71 0 0,0 0-1 0 0,0 1 1 0 0,0-1 0 0 0,0 0 0 0 0,0 0 0 0 0,0 0 0 0 0,0 0 0 0 0,0 0 0 0 0,0 0 0 0 0,0 0-1 0 0,0 0 1 0 0,0 0 0 0 0,0 0 0 0 0,0-1 0 0 0,1 1 0 0 0,-1 0 0 0 0,0-1 0 0 0,0 1-1 0 0,0 0 1 0 0,-1-2 0 0 0,-8-1-264 0 0,-62-5 135 0 0,70 8 30 0 0,-13-1-73 0 0,15 1 67 0 0,-1 0 0 0 0,1 0 0 0 0,-1 0 0 0 0,1 0 0 0 0,-1 0 0 0 0,1 0 0 0 0,-1 0 1 0 0,1 0-1 0 0,-1 0 0 0 0,1 0 0 0 0,-1 1 0 0 0,1-1 0 0 0,-1 0 0 0 0,1 0 0 0 0,-1 1 0 0 0,1-1 0 0 0,0 0 0 0 0,-1 1 0 0 0,1-1 0 0 0,-1 0 1 0 0,1 1-1 0 0,0-1 0 0 0,-1 0 0 0 0,1 1 0 0 0,0-1 0 0 0,0 1 0 0 0,-1-1 0 0 0,1 1 0 0 0,0-1 0 0 0,0 1 0 0 0,0-1 0 0 0,-1 1 0 0 0,1-1 1 0 0,0 1-1 0 0,0-1 0 0 0,0 1 0 0 0,0-1 0 0 0,0 1 0 0 0,0 0 0 0 0,-4 16 16 0 0,3-15-12 0 0,0 17 34 0 0,-3 22-10 0 0,11 79 34 0 0,-3 118 26 0 0,-1-8-24 0 0,2-155-87 0 0,26 423 194 0 0,-17-247-72 0 0,9 340-123 0 0,-17 138 205 0 0,-4-461-203 0 0,-2-255 36 0 0,-5 94 24 0 0,-1-23-20 0 0,3-31-6 0 0,2-24-6 0 0,-2 3 6 0 0,-1 33-12 0 0,1 52 71 0 0,3-110-76 0 0,-2 35 9 0 0,2-40-15 0 0,1-1 9 0 0,-1 0 6 0 0,1 0 1 0 0,-1 0-1 0 0,1 1 0 0 0,-1-1 1 0 0,0 0-1 0 0,1 1 1 0 0,-1-1-1 0 0,0 0 0 0 0,0 1 1 0 0,0-1-1 0 0,0 0 1 0 0,0 1-1 0 0,0-1 0 0 0,-1 0 1 0 0,1 1-1 0 0,-1 1 1 0 0,1 0-11 0 0,0 4 9 0 0,0-5 6 0 0,-2 52 1 0 0,2-52-11 0 0,-2 22 40 0 0,-9 58-20 0 0,6-53-13 0 0,4-27 6 0 0,1 0-2 0 0,-1 8-14 0 0,-8 42 61 0 0,9-50-41 0 0,-1 10 76 0 0,-4 29 495 0 0,4-39-479 0 0,0 15 59 0 0,1-16-147 0 0,-4 40 94 0 0,4-34-122 0 0,-7 40 32 0 0,3-27-23 0 0,1-10 14 0 0,1 0 0 0 0,0 0 1 0 0,1 1-1 0 0,0 9 0 0 0,0-10 10 0 0,0-1-1 0 0,0 1 0 0 0,-1-1 1 0 0,-4 13-1 0 0,3-14 9 0 0,1 1 0 0 0,0 1 0 0 0,0-1 0 0 0,0 12 0 0 0,-5 37 18 0 0,6-49-6 0 0,0-8-35 0 0,0 9 2 0 0,-6 28 226 0 0,7-37-208 0 0,-2 10 47 0 0,-10 48 171 0 0,9-44-140 0 0,3-13-77 0 0,-11 46 1313 0 0,-5 32 341 0 0,-8 103 1 0 0,24-180-1631 0 0,0 0 0 0 0,-1 0 0 0 0,1 0 0 0 0,0 0-1 0 0,0 0 1 0 0,0 0 0 0 0,1 0 0 0 0,-1 0 0 0 0,1 0 0 0 0,0 0 0 0 0,0-1 0 0 0,0 1 0 0 0,0 0 0 0 0,0 0-1 0 0,0-1 1 0 0,1 1 0 0 0,-1-1 0 0 0,1 1 0 0 0,0-1 0 0 0,0 1 0 0 0,0-1 0 0 0,0 0 0 0 0,0 0 0 0 0,0 0-1 0 0,1 0 1 0 0,-1 0 0 0 0,1-1 0 0 0,-1 1 0 0 0,1-1 0 0 0,-1 0 0 0 0,1 0 0 0 0,0 1 0 0 0,0-2-1 0 0,0 1 1 0 0,0 0 0 0 0,0-1 0 0 0,0 1 0 0 0,0-1 0 0 0,0 0 0 0 0,3 0 0 0 0,89 3 172 0 0,116-11 0 0 0,-69 0-423 0 0,80 4-2269 0 0,-27 1-2545 0 0,0-8-6414 0 0,-120 3 1898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0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84 164 0 0,'22'-63'15727'0'0,"-16"43"-12312"0"0,2 40-2010 0 0,-2 11-655 0 0,-1 0 0 0 0,-1 0 1 0 0,-2 0-1 0 0,-2 41 0 0 0,-18 127 276 0 0,17-185-958 0 0,-10 79-1139 0 0,11-91 215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1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84 1588 0 0,'-24'-11'7386'0'0,"22"10"-7008"0"0,0 0 0 0 0,1 0 0 0 0,-1 0-1 0 0,1-1 1 0 0,-1 1 0 0 0,1 0-1 0 0,0-1 1 0 0,0 1 0 0 0,-1-1-1 0 0,1 0 1 0 0,0 1 0 0 0,0-1 0 0 0,1 0-1 0 0,-1 0 1 0 0,0 0 0 0 0,0-2-1 0 0,1 3-320 0 0,0 1 0 0 0,0-1-1 0 0,0 0 1 0 0,0 0 0 0 0,0 0-1 0 0,0 0 1 0 0,0 1 0 0 0,0-1-1 0 0,0 0 1 0 0,1 0 0 0 0,-1 0-1 0 0,0 1 1 0 0,1-1 0 0 0,-1 0-1 0 0,1 0 1 0 0,-1 1 0 0 0,0-1-1 0 0,1 0 1 0 0,-1 1 0 0 0,1-1-1 0 0,0 1 1 0 0,-1-1 0 0 0,2 0-1 0 0,14-11 433 0 0,-15 12-485 0 0,5-3 29 0 0,0 1 1 0 0,-1 0-1 0 0,1 0 0 0 0,0 0 0 0 0,0 1 0 0 0,0 0 0 0 0,1 0 0 0 0,-1 0 1 0 0,0 1-1 0 0,0 0 0 0 0,0 0 0 0 0,1 1 0 0 0,-1 0 0 0 0,0 0 1 0 0,0 0-1 0 0,0 1 0 0 0,0 0 0 0 0,0 0 0 0 0,-1 0 0 0 0,1 1 0 0 0,0-1 1 0 0,-1 2-1 0 0,0-1 0 0 0,0 0 0 0 0,0 1 0 0 0,0 0 0 0 0,-1 0 1 0 0,7 8-1 0 0,-8-9-7 0 0,-1 1 0 0 0,1 1 1 0 0,-1-1-1 0 0,0 0 1 0 0,-1 0-1 0 0,1 1 0 0 0,-1-1 1 0 0,1 1-1 0 0,-1 0 0 0 0,-1-1 1 0 0,1 1-1 0 0,-1 0 1 0 0,0 6-1 0 0,0-3 9 0 0,-1 0 0 0 0,-1 0-1 0 0,0 0 1 0 0,0 0 0 0 0,0 0 0 0 0,-1-1 0 0 0,-5 10-1 0 0,-2 2 60 0 0,-2 0 0 0 0,0-1 0 0 0,-1 0 0 0 0,-29 29 0 0 0,-19 11 952 0 0,-68 49 1 0 0,103-86-418 0 0,25-20-462 0 0,1 0-158 0 0,0-1-1 0 0,0 0 1 0 0,0 1-1 0 0,0-1 1 0 0,0 0-1 0 0,1 1 1 0 0,-1-1 0 0 0,0 0-1 0 0,0 0 1 0 0,0 1-1 0 0,1-1 1 0 0,-1 0-1 0 0,0 0 1 0 0,0 1-1 0 0,1-1 1 0 0,-1 0 0 0 0,0 0-1 0 0,1 0 1 0 0,-1 1-1 0 0,0-1 1 0 0,0 0-1 0 0,1 0 1 0 0,-1 0-1 0 0,0 0 1 0 0,1 0 0 0 0,-1 0-1 0 0,0 0 1 0 0,1 0-1 0 0,-1 0 1 0 0,1 0-1 0 0,-1 0 1 0 0,0 0 0 0 0,1 0-1 0 0,-1 0 1 0 0,0 0-1 0 0,1 0 1 0 0,15 0 48 0 0,-15 0-48 0 0,239-21 262 0 0,-45 2-196 0 0,-132 14-50 0 0,49-2 33 0 0,-108 7-117 0 0,-2 0-96 0 0,10 0-168 0 0,26-2-14973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3.3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112 113 1712 0 0,'-8'-8'4387'0'0,"-10"-20"3630"0"0,16 20-5986 0 0,1 7-1913 0 0,1 0 1 0 0,-1 0-1 0 0,1 0 0 0 0,-1 0 0 0 0,1 1 0 0 0,0-1 0 0 0,-1 0 0 0 0,1 0 0 0 0,0 0 0 0 0,0 0 0 0 0,0 0 0 0 0,-1 0 0 0 0,1 0 0 0 0,0 0 0 0 0,1-1 0 0 0,-1 1 0 0 0,0 0 0 0 0,0 0 0 0 0,0 0 0 0 0,1 0 0 0 0,-1 1 0 0 0,0-1 0 0 0,1 0 0 0 0,0-2 0 0 0,3-1-67 0 0,1 0-1 0 0,0 0 0 0 0,0 0 0 0 0,0 0 0 0 0,1 1 0 0 0,-1 0 0 0 0,1 0 1 0 0,0 0-1 0 0,0 1 0 0 0,0 0 0 0 0,0 0 0 0 0,0 1 0 0 0,0-1 0 0 0,1 1 1 0 0,-1 1-1 0 0,0-1 0 0 0,9 1 0 0 0,-3 0-42 0 0,0 1 0 0 0,0 0-1 0 0,0 1 1 0 0,0 0 0 0 0,0 0 0 0 0,0 2 0 0 0,-1-1-1 0 0,17 8 1 0 0,-24-9 1 0 0,-1 0 1 0 0,1 0-1 0 0,-1 0 0 0 0,1 0 0 0 0,-1 1 1 0 0,0-1-1 0 0,0 1 0 0 0,0 0 0 0 0,0 0 0 0 0,-1 0 1 0 0,1 0-1 0 0,-1 0 0 0 0,1 0 0 0 0,-1 1 1 0 0,0 0-1 0 0,-1-1 0 0 0,1 1 0 0 0,1 5 1 0 0,-2-4 3 0 0,-1-1 0 0 0,1 1 0 0 0,-1 0 0 0 0,0 0 0 0 0,0 0 1 0 0,-1 0-1 0 0,1 0 0 0 0,-1 0 0 0 0,0-1 0 0 0,-1 1 0 0 0,1 0 1 0 0,-1-1-1 0 0,0 1 0 0 0,0-1 0 0 0,-3 5 0 0 0,-6 9 40 0 0,-1 0 0 0 0,-1 0-1 0 0,0-1 1 0 0,-2-1 0 0 0,0 0-1 0 0,-33 26 1 0 0,-115 70 1130 0 0,134-94-865 0 0,20-12-209 0 0,-17 13 250 0 0,25-18-285 0 0,17 1 100 0 0,161-9-64 0 0,40 1 11 0 0,55 13-4175 0 0,-253-6 2202 0 0,1-2 0 0 0,26-3 0 0 0,9-6-4846 0 0,-33 4 2136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4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95 141 2120 0 0,'-16'-20'6485'0'0,"9"9"-4495"0"0,-8-14 3917 0 0,15 23-5794 0 0,-1 1 0 0 0,1 0-1 0 0,0 0 1 0 0,-1-1 0 0 0,1 1-1 0 0,0 0 1 0 0,0 0 0 0 0,0-1-1 0 0,0 1 1 0 0,0 0 0 0 0,0 0-1 0 0,1-1 1 0 0,-1 1 0 0 0,0 0-1 0 0,1 0 1 0 0,-1-1 0 0 0,0 1-1 0 0,1 0 1 0 0,0 0 0 0 0,-1 0-1 0 0,2-2 1 0 0,2-1-41 0 0,0 0 1 0 0,0 0-1 0 0,1 0 0 0 0,-1 0 0 0 0,1 1 1 0 0,0 0-1 0 0,0 0 0 0 0,0 0 0 0 0,1 0 0 0 0,-1 1 1 0 0,1 0-1 0 0,-1 0 0 0 0,1 0 0 0 0,7 0 1 0 0,10-2-8 0 0,0 1 1 0 0,27-1 0 0 0,-32 4-43 0 0,-1 1 1 0 0,1 0-1 0 0,30 6 1 0 0,-40-5-14 0 0,0 0 1 0 0,0 0-1 0 0,0 1 0 0 0,-1 0 1 0 0,0 0-1 0 0,1 1 0 0 0,-1 0 1 0 0,0 0-1 0 0,-1 0 1 0 0,10 9-1 0 0,-14-12 0 0 0,-1 1 0 0 0,1 0 0 0 0,-1 0 1 0 0,1 0-1 0 0,-1 0 0 0 0,0 0 0 0 0,0 0 0 0 0,0 0 0 0 0,0 0 1 0 0,0 0-1 0 0,0 1 0 0 0,0-1 0 0 0,-1 0 0 0 0,1 1 0 0 0,-1-1 1 0 0,0 0-1 0 0,0 1 0 0 0,0 3 0 0 0,0-1 2 0 0,-1-1 0 0 0,0 0 1 0 0,-1 1-1 0 0,1-1 0 0 0,-1 0 0 0 0,1 0 0 0 0,-1 0 1 0 0,-1 0-1 0 0,-3 5 0 0 0,-3 4 14 0 0,-2 0-1 0 0,0-1 1 0 0,0-1-1 0 0,-19 15 1 0 0,-51 39 741 0 0,79-64-564 0 0,-6 3 421 0 0,15-5-612 0 0,1 0-1 0 0,0 0 0 0 0,0 1 1 0 0,-1-1-1 0 0,1 2 0 0 0,0-1 1 0 0,0 1-1 0 0,0 0 0 0 0,-1 1 1 0 0,1 0-1 0 0,-1 0 0 0 0,1 1 1 0 0,-1 0-1 0 0,0 0 0 0 0,10 6 1 0 0,-8-4-5 0 0,-1 0 1 0 0,1 0 0 0 0,-1 1-1 0 0,-1 1 1 0 0,1-1 0 0 0,-1 1-1 0 0,0 0 1 0 0,-1 1 0 0 0,0-1-1 0 0,0 1 1 0 0,10 18 0 0 0,-15-23 29 0 0,1 0 1 0 0,-1 0 0 0 0,0 1-1 0 0,0-1 1 0 0,0 0-1 0 0,-1 1 1 0 0,1-1 0 0 0,-1 0-1 0 0,1 1 1 0 0,-1-1-1 0 0,0 1 1 0 0,-1-1-1 0 0,1 1 1 0 0,-1-1 0 0 0,1 0-1 0 0,-1 1 1 0 0,-2 4-1 0 0,1-4 88 0 0,0 0 1 0 0,0 0-1 0 0,-1 0 0 0 0,0 0 0 0 0,0 0 0 0 0,0 0 0 0 0,0-1 0 0 0,-1 0 0 0 0,1 1 0 0 0,-1-1 0 0 0,-5 3 0 0 0,-2 0 171 0 0,0 1 0 0 0,0-2-1 0 0,0 0 1 0 0,-1 0 0 0 0,0-1 0 0 0,0-1 0 0 0,0 0 0 0 0,-21 3 0 0 0,15-5-111 0 0,-1-1 0 0 0,0-1 0 0 0,1 0 0 0 0,-36-8 0 0 0,-72-25-732 0 0,76 19-1276 0 0,35 9 121 0 0,4 1-2705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6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194 187 572 0 0,'5'-10'7380'0'0,"-4"8"-7018"0"0,-1 1 0 0 0,0-1 0 0 0,0 1 1 0 0,-1 0-1 0 0,1-1 0 0 0,0 1 0 0 0,0-1 0 0 0,-1 1 0 0 0,1 0 0 0 0,-1-1 0 0 0,1 1 0 0 0,-1 0 1 0 0,1 0-1 0 0,-1-1 0 0 0,0 1 0 0 0,-2-3 377 0 0,-8 9-186 0 0,5 0-437 0 0,1-1 1 0 0,0 1-1 0 0,0-1 0 0 0,0 1 0 0 0,1 1 1 0 0,0-1-1 0 0,0 1 0 0 0,0-1 1 0 0,1 1-1 0 0,-4 7 0 0 0,-3 5 132 0 0,-10 16-2 0 0,2 0 1 0 0,2 1-1 0 0,1 1 0 0 0,2 1 1 0 0,-13 56-1 0 0,23-80-160 0 0,0-1 0 0 0,2 1-1 0 0,-1 0 1 0 0,2 0 0 0 0,0-1 0 0 0,0 1 0 0 0,1 0-1 0 0,4 17 1 0 0,-4-24-23 0 0,1 0 0 0 0,0 0 0 0 0,0-1 0 0 0,1 1-1 0 0,0 0 1 0 0,0-1 0 0 0,0 1 0 0 0,0-1 0 0 0,1 0 0 0 0,0 0-1 0 0,0-1 1 0 0,0 1 0 0 0,1-1 0 0 0,0 0 0 0 0,-1 0 0 0 0,1 0-1 0 0,1 0 1 0 0,10 5 0 0 0,1-2 20 0 0,0-1 0 0 0,0 0 0 0 0,1-2 0 0 0,0 0 1 0 0,-1 0-1 0 0,1-2 0 0 0,1 0 0 0 0,31-1 0 0 0,-29-2-27 0 0,0-1 0 0 0,0-1 0 0 0,0-1 0 0 0,0 0 0 0 0,-1-2 0 0 0,0 0 0 0 0,24-11 0 0 0,-33 11-35 0 0,0 1 0 0 0,0-2 0 0 0,-1 1 0 0 0,0-2 0 0 0,0 1 0 0 0,-1-1 0 0 0,0-1 0 0 0,0 0 0 0 0,-1 0 0 0 0,0 0 0 0 0,-1-1 0 0 0,0-1 0 0 0,0 1 1 0 0,-1-1-1 0 0,0 0 0 0 0,-1 0 0 0 0,-1-1 0 0 0,0 1 0 0 0,0-1 0 0 0,-1 0 0 0 0,0 0 0 0 0,-1 0 0 0 0,-1-1 0 0 0,0 1 0 0 0,-1 0 0 0 0,-1-21 0 0 0,-2 9-20 0 0,-1 0 1 0 0,-1 1-1 0 0,-1-1 0 0 0,0 1 0 0 0,-2 0 0 0 0,-1 1 0 0 0,-1 0 0 0 0,-20-32 0 0 0,15 30-56 0 0,-1 0 0 0 0,-1 2-1 0 0,-1 0 1 0 0,-1 1-1 0 0,-1 1 1 0 0,-44-35-1 0 0,61 53-44 0 0,0 0-1 0 0,0 0 0 0 0,0 1 1 0 0,0-1-1 0 0,0 1 1 0 0,-1 0-1 0 0,1 0 0 0 0,0 0 1 0 0,-1 0-1 0 0,1 0 1 0 0,-1 1-1 0 0,1 0 0 0 0,-7 0 1 0 0,9 0-21 0 0,-1 0-1 0 0,1 0 1 0 0,-1 0 0 0 0,1 1-1 0 0,-1-1 1 0 0,1 1 0 0 0,-1-1 0 0 0,1 1-1 0 0,-1-1 1 0 0,1 1 0 0 0,-1 0 0 0 0,1 0-1 0 0,0 0 1 0 0,0 0 0 0 0,-1 0-1 0 0,1 0 1 0 0,0 0 0 0 0,0 0 0 0 0,0 0-1 0 0,0 1 1 0 0,0-1 0 0 0,0 0 0 0 0,1 1-1 0 0,-1-1 1 0 0,0 1 0 0 0,1-1 0 0 0,-1 1-1 0 0,1-1 1 0 0,-1 1 0 0 0,1-1-1 0 0,-1 4 1 0 0,1 0-345 0 0,0-1 1 0 0,0 1-1 0 0,0 0 0 0 0,0 0 1 0 0,1 0-1 0 0,0 0 0 0 0,0 0 0 0 0,0 0 1 0 0,1-1-1 0 0,0 1 0 0 0,-1-1 0 0 0,2 1 1 0 0,-1-1-1 0 0,0 1 0 0 0,1-1 1 0 0,0 0-1 0 0,0 0 0 0 0,0-1 0 0 0,0 1 1 0 0,8 5-1 0 0,10 10-3456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6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 59 376 0 0,'-3'-1'2182'0'0,"-6"-1"-390"0"0,0 0-1 0 0,0-1 1 0 0,1 0 0 0 0,-1 0-1 0 0,1-1 1 0 0,0 0-1 0 0,-15-11 1 0 0,22 14-1326 0 0,1 1-436 0 0,0-1 0 0 0,0 1 0 0 0,-1-1 0 0 0,1 1 0 0 0,0-1 1 0 0,0 1-1 0 0,0-1 0 0 0,0 1 0 0 0,0-1 0 0 0,0 1 0 0 0,0-1 0 0 0,0 0 0 0 0,0 1 0 0 0,0-1 0 0 0,1 1 1 0 0,-1-1-1 0 0,0 1 0 0 0,0-1 0 0 0,0 1 0 0 0,1-1 0 0 0,-1 1 0 0 0,0-1 0 0 0,1 1 0 0 0,-1 0 0 0 0,0-1 1 0 0,1 1-1 0 0,-1-1 0 0 0,0 1 0 0 0,1 0 0 0 0,-1-1 0 0 0,1 1 0 0 0,-1 0 0 0 0,1-1 0 0 0,-1 1 0 0 0,1 0 1 0 0,-1 0-1 0 0,1 0 0 0 0,-1-1 0 0 0,1 1 0 0 0,0 0 0 0 0,13-2 33 0 0,0 1 1 0 0,1 1-1 0 0,-1 0 0 0 0,0 1 1 0 0,0 1-1 0 0,0 0 0 0 0,0 0 0 0 0,0 2 1 0 0,13 4-1 0 0,-19-6-39 0 0,-1 1 0 0 0,1 0 0 0 0,-1 1 0 0 0,0-1 0 0 0,0 1 0 0 0,0 1 0 0 0,0-1 0 0 0,-1 1 0 0 0,0 0 0 0 0,0 1 0 0 0,0-1 0 0 0,0 1 0 0 0,-1 0 0 0 0,0 1 0 0 0,0-1 0 0 0,-1 1 0 0 0,6 11 0 0 0,-9-14 12 0 0,0 0-1 0 0,0-1 0 0 0,0 1 0 0 0,0 0 0 0 0,-1 0 0 0 0,0-1 0 0 0,1 1 0 0 0,-1 0 0 0 0,0 0 0 0 0,-1 0 1 0 0,1 0-1 0 0,-1-1 0 0 0,-2 7 0 0 0,1-3 64 0 0,-1-1 0 0 0,1 1 0 0 0,-2-1 0 0 0,1 0 0 0 0,-1 0 0 0 0,-8 10 0 0 0,-4 1 265 0 0,-1-1 0 0 0,0-1 0 0 0,-26 19 0 0 0,41-33-347 0 0,-55 38 1146 0 0,-64 31 0 0 0,28-17-383 0 0,93-53-771 0 0,-1 0 1 0 0,1 0 0 0 0,-1 0 0 0 0,1 1 0 0 0,0-1-1 0 0,-1 0 1 0 0,1 0 0 0 0,-1 1 0 0 0,1-1 0 0 0,0 0-1 0 0,-1 1 1 0 0,1-1 0 0 0,0 0 0 0 0,-1 1-1 0 0,1-1 1 0 0,0 0 0 0 0,-1 1 0 0 0,1-1 0 0 0,0 1-1 0 0,0-1 1 0 0,0 1 0 0 0,-1-1 0 0 0,1 1 0 0 0,0-1-1 0 0,0 0 1 0 0,0 1 0 0 0,0-1 0 0 0,0 1-1 0 0,0-1 1 0 0,0 1 0 0 0,0-1 0 0 0,0 1 0 0 0,0-1-1 0 0,0 1 1 0 0,0-1 0 0 0,0 1 0 0 0,1-1 0 0 0,-1 1-1 0 0,0-1 1 0 0,0 1 0 0 0,0-1 0 0 0,1 0-1 0 0,-1 1 1 0 0,0-1 0 0 0,1 1 0 0 0,-1-1 0 0 0,0 0-1 0 0,1 1 1 0 0,-1-1 0 0 0,0 0 0 0 0,1 1 0 0 0,-1-1-1 0 0,0 0 1 0 0,1 0 0 0 0,-1 0 0 0 0,1 1 0 0 0,-1-1-1 0 0,1 0 1 0 0,-1 0 0 0 0,1 0 0 0 0,0 0-1 0 0,46 4 167 0 0,84-3-1 0 0,53-15 4 0 0,-166 12-176 0 0,341-34-1992 0 0,-357 35 1162 0 0,0 0 134 0 0,1 0 1 0 0,-1 0-1 0 0,1 1 1 0 0,0-1-1 0 0,-1 0 0 0 0,1 1 1 0 0,0 0-1 0 0,4-1 1 0 0,16-2-8587 0 0,-6-3 3452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2.3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163 120 712 0 0,'-5'-13'6723'0'0,"-2"-11"5"0"0,7 22-6415 0 0,0 0 1 0 0,0 0-1 0 0,0-1 0 0 0,0 1 0 0 0,0 0 0 0 0,0 0 0 0 0,0 0 1 0 0,1 0-1 0 0,-1 0 0 0 0,2-4 0 0 0,-1 2 47 0 0,2 0-256 0 0,0 0-1 0 0,1 0 0 0 0,-1 1 1 0 0,1-1-1 0 0,0 1 0 0 0,0 0 0 0 0,0 0 1 0 0,0 0-1 0 0,0 1 0 0 0,0 0 1 0 0,1-1-1 0 0,-1 1 0 0 0,1 1 1 0 0,0-1-1 0 0,0 1 0 0 0,-1 0 1 0 0,10-1-1 0 0,2-1-38 0 0,1 2 1 0 0,-1 1-1 0 0,34 2 1 0 0,-43-1-45 0 0,0 0 1 0 0,0 1 0 0 0,1-1-1 0 0,-1 1 1 0 0,0 1-1 0 0,0 0 1 0 0,-1 0 0 0 0,1 0-1 0 0,-1 1 1 0 0,1-1-1 0 0,-1 2 1 0 0,0-1 0 0 0,8 9-1 0 0,-11-11-3 0 0,0 1 0 0 0,-1 0 0 0 0,0 0 1 0 0,1 0-1 0 0,-1 1 0 0 0,0-1 0 0 0,-1 1 0 0 0,1-1 0 0 0,-1 1 0 0 0,1-1 0 0 0,-1 1 0 0 0,0 0 0 0 0,0 0 0 0 0,-1-1 0 0 0,1 1 0 0 0,-1 0 0 0 0,0 0 0 0 0,0 0 0 0 0,0 0 0 0 0,-1 0 1 0 0,1 0-1 0 0,-1-1 0 0 0,0 1 0 0 0,0 0 0 0 0,0 0 0 0 0,0-1 0 0 0,-3 6 0 0 0,-5 6 21 0 0,-1 1 0 0 0,0-2 0 0 0,-1 1 0 0 0,-1-2 0 0 0,0 1-1 0 0,-20 16 1 0 0,5-4 226 0 0,-9 4 2721 0 0,34-29-2531 0 0,-3 7 1126 0 0,16-9-1571 0 0,0 0 1 0 0,1 0-1 0 0,-1 1 0 0 0,1 1 1 0 0,-1 0-1 0 0,0 0 0 0 0,1 2 1 0 0,-1-1-1 0 0,0 1 0 0 0,0 1 1 0 0,-1-1-1 0 0,1 2 0 0 0,-1 0 0 0 0,11 7 1 0 0,-9-6 15 0 0,-1 1 0 0 0,0 0 0 0 0,-1 1 0 0 0,0 1 0 0 0,0 0 0 0 0,-1 0 0 0 0,11 13 0 0 0,-17-19 84 0 0,-1 0 1 0 0,1 0-1 0 0,-1 1 1 0 0,0-1-1 0 0,0 1 1 0 0,0-1-1 0 0,-1 1 1 0 0,1 0-1 0 0,-1 0 1 0 0,0-1-1 0 0,0 1 1 0 0,0 0-1 0 0,0 0 1 0 0,-1 0-1 0 0,0 0 1 0 0,1 0-1 0 0,-2 1 1 0 0,1-1-1 0 0,0 0 1 0 0,-1 0-1 0 0,0 0 1 0 0,0 0-1 0 0,0-1 1 0 0,0 1-1 0 0,0 0 1 0 0,-5 7-1 0 0,0-2 52 0 0,-2 1 0 0 0,1-1 0 0 0,-1-1 0 0 0,-1 1 0 0 0,1-2-1 0 0,-1 1 1 0 0,-1-1 0 0 0,1 0 0 0 0,-1-1 0 0 0,0 0 0 0 0,-1-1-1 0 0,-15 6 1 0 0,-9 2 0 0 0,1-3 0 0 0,-62 12 0 0 0,74-19-1006 0 0,0 0 1 0 0,0-2-1 0 0,-29-1 0 0 0,17-3-5631 0 0,-48-10-1 0 0,62 7 1027 0 0,-2-1-2765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4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81 580 0 0,'15'-32'8053'0'0,"-1"1"-2874"0"0,-14 30-4894 0 0,0 0-1 0 0,0 0 1 0 0,0 0 0 0 0,1 0 0 0 0,-1 1-1 0 0,0-1 1 0 0,1 0 0 0 0,-1 0 0 0 0,0 0 0 0 0,1 0-1 0 0,-1 1 1 0 0,1-1 0 0 0,0 0 0 0 0,-1 0-1 0 0,1 1 1 0 0,-1-1 0 0 0,1 0 0 0 0,0 1-1 0 0,0-1 1 0 0,-1 1 0 0 0,2-1 0 0 0,-1 1-187 0 0,-1 0 1 0 0,1 0 0 0 0,-1 1 0 0 0,1-1-1 0 0,0 0 1 0 0,-1 1 0 0 0,0-1-1 0 0,1 1 1 0 0,-1-1 0 0 0,1 0 0 0 0,-1 1-1 0 0,1-1 1 0 0,-1 1 0 0 0,0-1 0 0 0,1 1-1 0 0,-1-1 1 0 0,0 1 0 0 0,1-1 0 0 0,-1 1-1 0 0,0 0 1 0 0,0-1 0 0 0,1 2-1 0 0,9 38 1181 0 0,-8-19-740 0 0,-1 0 0 0 0,0 1-1 0 0,-3 23 1 0 0,0-23-360 0 0,1-1-1 0 0,1 0 1 0 0,4 25 0 0 0,-3-43-159 0 0,-1 0 0 0 0,1 1-1 0 0,0-1 1 0 0,0 0 0 0 0,0 0 0 0 0,1 0 0 0 0,-1 0 0 0 0,1 0 0 0 0,-1 0 0 0 0,1 0 0 0 0,0 0-1 0 0,0 0 1 0 0,1-1 0 0 0,-1 1 0 0 0,0-1 0 0 0,6 4 0 0 0,-4-3-1 0 0,0-1 1 0 0,1 0-1 0 0,-1 0 1 0 0,1 0-1 0 0,-1-1 0 0 0,1 1 1 0 0,0-1-1 0 0,-1 0 1 0 0,1 0-1 0 0,9 0 1 0 0,-2-2-24 0 0,1 1 0 0 0,-1-1 0 0 0,0-1 1 0 0,1 0-1 0 0,-1-1 0 0 0,0-1 0 0 0,0 0 1 0 0,15-7-1 0 0,-20 8 4 0 0,0-1-1 0 0,0 0 1 0 0,-1 0 0 0 0,1-1 0 0 0,-1 0-1 0 0,0 0 1 0 0,0-1 0 0 0,-1 0 0 0 0,0 0-1 0 0,0 0 1 0 0,0 0 0 0 0,0-1-1 0 0,-1 0 1 0 0,3-7 0 0 0,-2 2 458 0 0,-1 0 0 0 0,0 1 0 0 0,0-1 0 0 0,-2-1 0 0 0,1 1 1 0 0,-2 0-1 0 0,0-1 0 0 0,0-13 0 0 0,-1 24-88 0 0,-1 3-363 0 0,0 0 1 0 0,0-1 0 0 0,1 1-1 0 0,-1 0 1 0 0,0 0-1 0 0,0 0 1 0 0,1 0-1 0 0,-1 0 1 0 0,0 0 0 0 0,1 0-1 0 0,-1 0 1 0 0,1 0-1 0 0,-1 0 1 0 0,1 0-1 0 0,0 0 1 0 0,0 0 0 0 0,-1 0-1 0 0,1 1 1 0 0,0 1-1 0 0,0-2 7 0 0,-10 60 134 0 0,4 1 1 0 0,1 105-1 0 0,3-58-1339 0 0,-6 81-5118 0 0,0-64-5580 0 0,4-79 1569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7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59 107 1160 0 0,'-24'-13'8575'0'0,"21"10"-7877"0"0,0 0 0 0 0,0 0 0 0 0,0 0-1 0 0,0 0 1 0 0,1-1 0 0 0,0 1 0 0 0,-1-1 0 0 0,1 1 0 0 0,0-1 0 0 0,1 0 0 0 0,-1 0 0 0 0,1 0 0 0 0,0 0-1 0 0,0 0 1 0 0,-1-8 0 0 0,2 11-659 0 0,1-1 0 0 0,-1 1 1 0 0,1-1-1 0 0,-1 1 0 0 0,1 0 0 0 0,-1-1 0 0 0,1 1 0 0 0,0 0 0 0 0,0 0 0 0 0,0 0 1 0 0,0-1-1 0 0,0 1 0 0 0,0 0 0 0 0,0 0 0 0 0,0 0 0 0 0,0 1 0 0 0,0-1 0 0 0,1 0 1 0 0,-1 0-1 0 0,0 1 0 0 0,0-1 0 0 0,1 0 0 0 0,-1 1 0 0 0,1-1 0 0 0,-1 1 0 0 0,0 0 1 0 0,1-1-1 0 0,-1 1 0 0 0,1 0 0 0 0,2 0 0 0 0,37-1 95 0 0,-31 2-123 0 0,-1 1 1 0 0,1 1-1 0 0,-1-1 1 0 0,1 2-1 0 0,-1-1 0 0 0,0 1 1 0 0,-1 1-1 0 0,1-1 1 0 0,-1 1-1 0 0,0 1 0 0 0,0 0 1 0 0,0 0-1 0 0,-1 0 1 0 0,0 1-1 0 0,6 8 0 0 0,-9-11 22 0 0,0 1 0 0 0,-1 0 1 0 0,0 0-1 0 0,0 0 0 0 0,0 0 0 0 0,0 0 0 0 0,-1 1 0 0 0,0-1 0 0 0,0 1 0 0 0,-1-1 0 0 0,1 1 0 0 0,-1 0 1 0 0,-1-1-1 0 0,1 1 0 0 0,-1 0 0 0 0,0 0 0 0 0,0 0 0 0 0,0 0 0 0 0,-1-1 0 0 0,0 1 0 0 0,0 0 0 0 0,-1 0 1 0 0,0-1-1 0 0,0 1 0 0 0,-4 8 0 0 0,-4 4 351 0 0,-1-1 0 0 0,-1 0 0 0 0,0-1 0 0 0,-24 24 0 0 0,-65 52 1325 0 0,67-63-1380 0 0,33-28-311 0 0,0-1 1 0 0,0 1-1 0 0,0 0 0 0 0,1-1 0 0 0,-1 1 1 0 0,0 0-1 0 0,0-1 0 0 0,1 1 0 0 0,-1 0 1 0 0,0 0-1 0 0,1 0 0 0 0,-1 0 1 0 0,1 0-1 0 0,-1 0 0 0 0,1-1 0 0 0,0 1 1 0 0,-1 0-1 0 0,1 0 0 0 0,0 0 0 0 0,0 0 1 0 0,-1 1-1 0 0,1-1 0 0 0,0 0 0 0 0,0 0 1 0 0,0 1-1 0 0,1-1-8 0 0,0 0 1 0 0,0 0-1 0 0,-1 0 1 0 0,1 0-1 0 0,0 0 1 0 0,0 0-1 0 0,0 0 1 0 0,0-1-1 0 0,0 1 1 0 0,0 0-1 0 0,0-1 1 0 0,0 1-1 0 0,0 0 1 0 0,1-1-1 0 0,-1 0 1 0 0,0 1-1 0 0,2 0 1 0 0,11 2-7 0 0,-1-1 1 0 0,1 0 0 0 0,14 0-1 0 0,-19-2 11 0 0,316 3-3033 0 0,-111-26-6470 0 0,-202 20 7185 0 0,0 0-1 0 0,21-8 1 0 0,-8 1-3823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29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1 1628 0 0,'6'7'16034'0'0,"7"-4"-15613"0"0,0-1 1 0 0,1-1 0 0 0,-1 0 0 0 0,22-2 0 0 0,18 2-177 0 0,21 3-41 0 0,-39-4-167 0 0,0 2 0 0 0,0 1 0 0 0,0 2 0 0 0,59 16 0 0 0,-91-19 28 0 0,1-1 0 0 0,0 1 1 0 0,0 0-1 0 0,-1 0 0 0 0,1 0 1 0 0,-1 0-1 0 0,0 0 0 0 0,0 1 1 0 0,0 0-1 0 0,0 0 0 0 0,0 0 1 0 0,0 0-1 0 0,-1 0 1 0 0,1 0-1 0 0,-1 1 0 0 0,0-1 1 0 0,0 1-1 0 0,0-1 0 0 0,1 7 1 0 0,0 0 243 0 0,0 1 1 0 0,-1-1 0 0 0,-1 1-1 0 0,0 0 1 0 0,-1-1 0 0 0,0 16 0 0 0,-26 334 3170 0 0,9-164-2585 0 0,-6 527 2765 0 0,17-378-2835 0 0,0 25-794 0 0,-15 328-35 0 0,9-514 4 0 0,-24 431 0 0 0,27 1 0 0 0,18-387 0 0 0,1 71 0 0 0,-7-254 0 0 0,-3-31 0 0 0,2-4 0 0 0,-1 0 0 0 0,0 0 0 0 0,-1-1 0 0 0,1 0 0 0 0,1-1 0 0 0,-2 1 0 0 0,0 0 0 0 0,1 2 0 0 0,-2-2 0 0 0,2-1 0 0 0,-2 0 0 0 0,1 1 0 0 0,0 1 0 0 0,-2-1 0 0 0,1-1 0 0 0,-1 0 0 0 0,-6-2 0 0 0,-14-2 2 0 0,1-1-1 0 0,-29 2 1 0 0,-3 1-33 0 0,-190 33-5897 0 0,0 3-7274 0 0,130-24 1995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5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90 936 0 0,'2'-28'7069'0'0,"1"3"-3831"0"0,-3 24-3172 0 0,1-1-1 0 0,-1 1 1 0 0,1-1 0 0 0,0 1-1 0 0,-1-1 1 0 0,1 1 0 0 0,0 0-1 0 0,0 0 1 0 0,0-1 0 0 0,0 1-1 0 0,0 0 1 0 0,0 0 0 0 0,0 0-1 0 0,1 0 1 0 0,-1 0 0 0 0,0 0-1 0 0,0 0 1 0 0,1 1-1 0 0,-1-1 1 0 0,1 0 0 0 0,2 0-1 0 0,31-8 475 0 0,-23 8-453 0 0,2 0 0 0 0,-1 0 0 0 0,0 2 1 0 0,0-1-1 0 0,0 2 0 0 0,0-1 1 0 0,-1 2-1 0 0,1 0 0 0 0,13 4 1 0 0,-19-4-72 0 0,1 0-1 0 0,-1 0 1 0 0,0 0 0 0 0,0 1 0 0 0,0 0 0 0 0,0 0 0 0 0,-1 1 0 0 0,0 0-1 0 0,0 0 1 0 0,0 0 0 0 0,-1 1 0 0 0,1 0 0 0 0,-1 0 0 0 0,-1 0 0 0 0,1 1-1 0 0,3 7 1 0 0,-6-9-5 0 0,0-1 0 0 0,-1 1 0 0 0,0-1 0 0 0,0 1 0 0 0,0 0 0 0 0,-1-1 0 0 0,1 1 0 0 0,-1 0 0 0 0,0-1 0 0 0,-1 1 0 0 0,1 0 0 0 0,-1-1 0 0 0,0 1 0 0 0,0 0 0 0 0,0-1 0 0 0,0 1 0 0 0,-1-1 0 0 0,0 0 0 0 0,0 1-1 0 0,0-1 1 0 0,-6 7 0 0 0,-4 6 18 0 0,-1 0-1 0 0,-1-1 1 0 0,-24 22-1 0 0,20-21 3 0 0,-41 36 1395 0 0,58-51-1160 0 0,-6 1 428 0 0,14-3-691 0 0,-1 0 0 0 0,0 0 0 0 0,1 0 0 0 0,-1 1 0 0 0,0 0 0 0 0,0 1 0 0 0,0-1 0 0 0,0 1 0 0 0,0 0 0 0 0,0 1 0 0 0,0 0 0 0 0,-1-1 0 0 0,1 2 0 0 0,-1-1 0 0 0,0 1 0 0 0,0-1 0 0 0,0 1 0 0 0,0 1 0 0 0,-1-1 0 0 0,0 1 0 0 0,0 0 0 0 0,0 0 0 0 0,0 0 0 0 0,-1 0 0 0 0,0 1 0 0 0,4 7 0 0 0,-4-7 85 0 0,0 0-1 0 0,0 0 1 0 0,-1 1-1 0 0,0-1 1 0 0,0 1-1 0 0,0 0 0 0 0,-1-1 1 0 0,0 1-1 0 0,0 0 1 0 0,-1 0-1 0 0,0 0 1 0 0,0-1-1 0 0,-1 1 1 0 0,1 0-1 0 0,-2 0 1 0 0,1-1-1 0 0,-1 1 1 0 0,0 0-1 0 0,0-1 1 0 0,0 0-1 0 0,-1 1 1 0 0,0-1-1 0 0,-1 0 1 0 0,-5 8-1 0 0,4-8 43 0 0,-1 0 0 0 0,1-1 1 0 0,-1 0-1 0 0,0 0 0 0 0,0 0 0 0 0,-1-1 0 0 0,1 0 0 0 0,-1 0 1 0 0,0-1-1 0 0,0 0 0 0 0,0 0 0 0 0,-1 0 0 0 0,1-1 0 0 0,-1 0 1 0 0,1-1-1 0 0,-1 1 0 0 0,0-2 0 0 0,1 1 0 0 0,-15-1 0 0 0,4-2-166 0 0,0-1 0 0 0,1 0-1 0 0,0-1 1 0 0,0-1 0 0 0,0-1 0 0 0,0 0-1 0 0,-22-12 1 0 0,39 18-107 0 0,-1 0 1 0 0,0-1-1 0 0,1 1 1 0 0,-1 0-1 0 0,0 0 1 0 0,1-1-1 0 0,-1 1 1 0 0,1 0-1 0 0,-1-1 1 0 0,1 1-1 0 0,-1-1 1 0 0,1 1-1 0 0,-1-1 1 0 0,1 1-1 0 0,-1-1 1 0 0,1 1-1 0 0,-1-1 0 0 0,1 1 1 0 0,0-1-1 0 0,-1 1 1 0 0,1-1-1 0 0,0 0 1 0 0,-1 1-1 0 0,1-1 1 0 0,0 0-1 0 0,0 1 1 0 0,0-1-1 0 0,0 0 1 0 0,0 1-1 0 0,0-1 1 0 0,0 0-1 0 0,0 1 1 0 0,0-1-1 0 0,0 0 0 0 0,0 0 1 0 0,0 1-1 0 0,0-1 1 0 0,0 0-1 0 0,1 1 1 0 0,-1-1-1 0 0,1-1 1 0 0,0 0-758 0 0,1 0-1 0 0,13-11-4500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5.7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55 1788 0 0,'0'-1'402'0'0,"4"-15"6159"0"0,-1-21 3162 0 0,14 53-8232 0 0,30 27-553 0 0,72 51 0 0 0,-26-23-811 0 0,-63-45-1246 0 0,6 4-3263 0 0,-12-13-4693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5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425 51 2380 0 0,'-4'-11'2212'0'0,"2"5"-549"0"0,-1 0 0 0 0,0 0-1 0 0,0 0 1 0 0,-7-9 696 0 0,7 15-1648 0 0,-2 0-472 0 0,1 1-1 0 0,-1 0 0 0 0,1 0 0 0 0,0 1 0 0 0,0-1 1 0 0,-1 1-1 0 0,1 0 0 0 0,0 0 0 0 0,0 0 0 0 0,0 1 1 0 0,1 0-1 0 0,-1-1 0 0 0,-5 7 0 0 0,-10 9 535 0 0,-19 24-1 0 0,20-21-420 0 0,13-16-291 0 0,-49 53 300 0 0,2 2 0 0 0,-53 83 0 0 0,62-68-6328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6.5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1 175 2636 0 0,'29'-50'8496'0'0,"-22"36"-6662"0"0,0 0 1 0 0,2 1 0 0 0,-1 0 0 0 0,17-17 0 0 0,-20 25-1743 0 0,1 1 0 0 0,0 0 0 0 0,0 0 0 0 0,0 0 0 0 0,0 1 0 0 0,0 0 0 0 0,1 0 0 0 0,0 1 0 0 0,0 0 0 0 0,-1 0 0 0 0,1 0 0 0 0,0 1 0 0 0,1 0 0 0 0,-1 0 0 0 0,0 1 0 0 0,0 0 0 0 0,14 2 0 0 0,-9-1-71 0 0,0 1 0 0 0,0 1 0 0 0,0-1 0 0 0,0 2-1 0 0,-1 0 1 0 0,1 0 0 0 0,-1 1 0 0 0,0 1 0 0 0,17 10 0 0 0,-25-13-13 0 0,1-1-1 0 0,-1 0 1 0 0,0 1 0 0 0,0-1 0 0 0,-1 1 0 0 0,1 0 0 0 0,-1 0-1 0 0,1 0 1 0 0,-1 0 0 0 0,0 1 0 0 0,0-1 0 0 0,0 1 0 0 0,0-1 0 0 0,-1 1-1 0 0,0-1 1 0 0,0 1 0 0 0,0 0 0 0 0,0 0 0 0 0,0 0 0 0 0,-1 0-1 0 0,1 6 1 0 0,-2-5 0 0 0,0 0 1 0 0,0 1-1 0 0,0-1 0 0 0,-1 0 0 0 0,0 0 0 0 0,0 0 0 0 0,0 0 0 0 0,0 0 1 0 0,-1 0-1 0 0,0 0 0 0 0,0-1 0 0 0,0 0 0 0 0,-1 1 0 0 0,-7 6 0 0 0,-22 19 46 0 0,-2-2 0 0 0,-54 36 0 0 0,38-30 166 0 0,19-16 3073 0 0,37-28-2891 0 0,2 6-374 0 0,1 0 1 0 0,-1 1 0 0 0,1 0-1 0 0,0 0 1 0 0,-1 0 0 0 0,2 1-1 0 0,-1 0 1 0 0,0 1 0 0 0,0 0-1 0 0,0 0 1 0 0,1 0 0 0 0,-1 1-1 0 0,0 1 1 0 0,11 1 0 0 0,-2 0-20 0 0,-1 1 1 0 0,0 1 0 0 0,1 0 0 0 0,-2 1 0 0 0,1 1 0 0 0,19 9-1 0 0,-23-8 0 0 0,-1 0 0 0 0,0 0 0 0 0,0 1 0 0 0,0 0 0 0 0,-1 1 0 0 0,-1 0 0 0 0,0 1 0 0 0,13 16 0 0 0,-19-21 32 0 0,0-1 0 0 0,0 1 0 0 0,-1 0 0 0 0,1 0 0 0 0,-1 0 0 0 0,-1 0 0 0 0,1 0 0 0 0,-1 0 0 0 0,0 0 0 0 0,1 9 0 0 0,-2-10 31 0 0,0 0 0 0 0,0 0 1 0 0,-1 0-1 0 0,1 0 0 0 0,-1-1 0 0 0,0 1 0 0 0,0 0 0 0 0,-1 0 0 0 0,1 0 1 0 0,-1-1-1 0 0,0 1 0 0 0,0-1 0 0 0,0 1 0 0 0,0-1 0 0 0,-5 5 1 0 0,-1 1 82 0 0,0-1 1 0 0,0 0-1 0 0,-1-1 1 0 0,0 0-1 0 0,0-1 1 0 0,-1 1-1 0 0,0-2 1 0 0,0 1-1 0 0,0-2 1 0 0,-1 1-1 0 0,0-1 1 0 0,1-1-1 0 0,-1 0 1 0 0,-1-1-1 0 0,1 0 1 0 0,-16 1-1 0 0,3-1-689 0 0,1-2 0 0 0,-36-4 0 0 0,-45-13-7829 0 0,54 6-2990 0 0,32 3 3705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8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44 276 0 0,'0'-43'16476'0'0,"-8"85"-13645"0"0,2 1 1 0 0,-1 65 0 0 0,1-8-893 0 0,-5 248 2302 0 0,7-114-3485 0 0,4-103-1949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9.3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72 3284 0 0,'20'-49'13184'0'0,"-18"81"-9968"0"0,-9 113 1471 0 0,-18 71-2191 0 0,6-70-1874 0 0,17-123-565 0 0,-7 45 882 0 0,8-65-312 0 0,0-4-618 0 0,0 1 0 0 0,0 0 0 0 0,0-1-1 0 0,0 1 1 0 0,0-1 0 0 0,0 1 0 0 0,0-1 0 0 0,0 0 0 0 0,0 1-1 0 0,0-1 1 0 0,0 0 0 0 0,0 0 0 0 0,0 1 0 0 0,1-1 0 0 0,-1 0-1 0 0,0 0 1 0 0,1 0 0 0 0,-1 0 0 0 0,0 0 0 0 0,1 0 0 0 0,-1 0 0 0 0,1 0-1 0 0,0 0 1 0 0,-1 0 0 0 0,1-1 0 0 0,0 0 0 0 0,-7-34-19 0 0,6 33 1 0 0,-2-28-63 0 0,1-1 1 0 0,2 1-1 0 0,1-1 1 0 0,9-54-1 0 0,-1 42-67 0 0,1 0 0 0 0,28-74 0 0 0,-35 111 126 0 0,8-21-52 0 0,20-36 0 0 0,-28 57 52 0 0,1 1 1 0 0,0 0-1 0 0,0 0 1 0 0,1 0 0 0 0,0 0-1 0 0,0 1 1 0 0,0 0-1 0 0,1 0 1 0 0,-1 0-1 0 0,1 1 1 0 0,8-5 0 0 0,-12 7 5 0 0,3-1-1 0 0,14 2-7 0 0,-15 1 21 0 0,1 0 1 0 0,-1 1-1 0 0,0-1 0 0 0,0 1 0 0 0,1 0 1 0 0,-1 0-1 0 0,0 1 0 0 0,0-1 0 0 0,0 1 0 0 0,-1 0 1 0 0,1 0-1 0 0,0 0 0 0 0,-1 1 0 0 0,4 2 1 0 0,-1 0 3 0 0,0 1 1 0 0,0 0 0 0 0,-1 0 0 0 0,0 1 0 0 0,0 0 0 0 0,7 13 0 0 0,-3 0 63 0 0,-1-1 0 0 0,0 1 0 0 0,-2 0 0 0 0,8 42 0 0 0,-6-2 239 0 0,-2 107-1 0 0,-1-11-159 0 0,-3-120-1197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9.5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53 101 3076 0 0,'-44'-21'12105'0'0,"36"15"-9865"0"0,19 2-2118 0 0,0 1 1 0 0,0 0 0 0 0,0 0-1 0 0,19-1 1 0 0,14-3-568 0 0,-23 2-256 0 0,58-14-2782 0 0,-27 4-2225 0 0,-24 5 415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39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56 2952 0 0,'-6'-56'19122'0'0,"11"164"-11989"0"0,0-2-4548 0 0,-33 594-1610 0 0,26-664-1554 0 0,-5 118-6526 0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1 492 0 0,'-19'4'19847'0'0,"35"1"-18664"0"0,28 3-1351 0 0,171 5 363 0 0,-71-11-4665 0 0,-132-2 3363 0 0,10 0-587 0 0,-6 2-4426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0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9 2656 0 0,'-92'58'12955'0'0,"91"-57"-12844"0"0,0-1 0 0 0,1 0 0 0 0,-1 1 0 0 0,0-1 0 0 0,1 1 0 0 0,-1-1 0 0 0,0 1-1 0 0,1-1 1 0 0,-1 1 0 0 0,1-1 0 0 0,-1 1 0 0 0,1 0 0 0 0,0-1 0 0 0,-1 1 0 0 0,1 0 0 0 0,-1-1 0 0 0,1 1 0 0 0,0 0 0 0 0,-1 0 0 0 0,1 0-69 0 0,0-1 0 0 0,1 1 0 0 0,-1-1 0 0 0,0 1 0 0 0,0-1 1 0 0,0 0-1 0 0,0 1 0 0 0,0-1 0 0 0,1 1 0 0 0,-1-1 0 0 0,0 0 0 0 0,0 1 0 0 0,1-1 0 0 0,-1 1 0 0 0,0-1 0 0 0,1 0 0 0 0,-1 1 0 0 0,0-1 1 0 0,1 0-1 0 0,-1 0 0 0 0,1 1 0 0 0,0-1 0 0 0,1 1 28 0 0,0 0-1 0 0,1 0 1 0 0,-1 0 0 0 0,1 0-1 0 0,-1 0 1 0 0,1-1 0 0 0,0 1-1 0 0,3-1 1 0 0,63-3 285 0 0,118-22-1 0 0,-55 5-1658 0 0,13 1-1886 0 0,-49 3-3075 0 0,-39 5-706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1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89 76 0 0,'19'-88'19628'0'0,"-18"90"-19425"0"0,0-1-1 0 0,-1 1 1 0 0,1 0-1 0 0,0 0 1 0 0,0 0-1 0 0,-1 0 1 0 0,1 0-1 0 0,-1 0 1 0 0,0 3-1 0 0,0-5-198 0 0,5 50 2203 0 0,-3-1 1 0 0,-5 59-1 0 0,1-52-1112 0 0,0 81-191 0 0,-9 182 1509 0 0,11-303-2413 0 0,0-2 0 0 0,-1-1 0 0 0,0-4-163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1.9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660 37 2144 0 0,'-10'-30'12517'0'0,"10"29"-12402"0"0,0 1 0 0 0,0 0 0 0 0,-1-1 0 0 0,1 1 1 0 0,0-1-1 0 0,0 1 0 0 0,-1 0 0 0 0,1-1 0 0 0,0 1 1 0 0,-1 0-1 0 0,1-1 0 0 0,-1 1 0 0 0,1 0 0 0 0,0 0 1 0 0,-1-1-1 0 0,1 1 0 0 0,-1 0 0 0 0,1 0 0 0 0,0 0 1 0 0,-1 0-1 0 0,1 0 0 0 0,-1-1 0 0 0,1 1 0 0 0,-1 0 1 0 0,1 0-1 0 0,-1 0 0 0 0,1 0 0 0 0,-1 0 0 0 0,1 0 1 0 0,-1 1-1 0 0,-14 9 1267 0 0,-10 25-578 0 0,23-33-553 0 0,-278 532 6900 0 0,205-377-5848 0 0,26-55-804 0 0,5 2 1 0 0,4 2 0 0 0,-30 128 0 0 0,58-180-317 0 0,2 1-1 0 0,2 1 1 0 0,3-1 0 0 0,3 1 0 0 0,1 0 0 0 0,3 0-1 0 0,3 0 1 0 0,16 75 0 0 0,-16-109-1060 0 0,1 0 0 0 0,1-1 1 0 0,1 0-1 0 0,0 0 0 0 0,2-1 0 0 0,1 0 0 0 0,0 0 1 0 0,28 34-1 0 0,-32-46 321 0 0,0 0 1 0 0,0-1 0 0 0,1 0 0 0 0,0 0-1 0 0,0-1 1 0 0,1 0 0 0 0,-1 0-1 0 0,1-1 1 0 0,0 0 0 0 0,1-1-1 0 0,-1 0 1 0 0,1 0 0 0 0,0-1 0 0 0,0 0-1 0 0,0-1 1 0 0,0 0 0 0 0,0-1-1 0 0,1 0 1 0 0,-1 0 0 0 0,0-1-1 0 0,19-3 1 0 0,2-4-9700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3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396 137 788 0 0,'10'-18'3191'0'0,"-2"0"0"0"0,0-1 0 0 0,-1-1 0 0 0,7-34 1 0 0,-14 54-3164 0 0,1 0 1 0 0,-1 0-1 0 0,0 0 1 0 0,0-1 0 0 0,0 1-1 0 0,0 0 1 0 0,0 0 0 0 0,0 0-1 0 0,0-1 1 0 0,0 1-1 0 0,0 0 1 0 0,0 0 0 0 0,0 0-1 0 0,0-1 1 0 0,0 1-1 0 0,0 0 1 0 0,0 0 0 0 0,0-1-1 0 0,0 1 1 0 0,0 0 0 0 0,0 0-1 0 0,0 0 1 0 0,0-1-1 0 0,0 1 1 0 0,-1 0 0 0 0,1 0-1 0 0,0 0 1 0 0,0-1 0 0 0,0 1-1 0 0,0 0 1 0 0,0 0-1 0 0,-1 0 1 0 0,1 0 0 0 0,0 0-1 0 0,0-1 1 0 0,0 1 0 0 0,0 0-1 0 0,-1 0 1 0 0,1 0-1 0 0,0 0 1 0 0,0 0 0 0 0,0 0-1 0 0,-1 0 1 0 0,1 0 0 0 0,0 0-1 0 0,0 0 1 0 0,-1 0-1 0 0,1 0 1 0 0,0 0 0 0 0,0 0-1 0 0,0 0 1 0 0,-1 0 0 0 0,1 0-1 0 0,0 0 1 0 0,-1 0-1 0 0,-6 2 37 0 0,-1 1-1 0 0,1 0 1 0 0,0 0-1 0 0,0 0 1 0 0,0 1-1 0 0,0 0 1 0 0,0 1-1 0 0,1-1 1 0 0,-9 10-1 0 0,-56 57 356 0 0,65-65-390 0 0,-45 51 451 0 0,-64 91-1 0 0,98-122-384 0 0,0 1-1 0 0,2 0 1 0 0,2 1 0 0 0,0 1-1 0 0,2 0 1 0 0,-12 45-1 0 0,20-58-69 0 0,1 0 1 0 0,1-1-1 0 0,0 1 0 0 0,1 0 0 0 0,1 0 0 0 0,1 0 0 0 0,0 0 0 0 0,1 0 0 0 0,0 0 0 0 0,1-1 1 0 0,1 0-1 0 0,9 19 0 0 0,-10-26 4 0 0,0 1 1 0 0,1-1-1 0 0,0 0 1 0 0,0-1-1 0 0,1 1 1 0 0,0-1-1 0 0,1 0 1 0 0,-1-1-1 0 0,15 11 1 0 0,-15-13-14 0 0,-1 0 0 0 0,2-1 1 0 0,-1 0-1 0 0,0 0 1 0 0,1-1-1 0 0,-1 0 0 0 0,1 0 1 0 0,-1 0-1 0 0,1-1 1 0 0,0 0-1 0 0,0 0 0 0 0,0-1 1 0 0,0 0-1 0 0,10-1 1 0 0,-10 0-4 0 0,0-1 0 0 0,-1 1 1 0 0,0-1-1 0 0,1 0 1 0 0,-1-1-1 0 0,0 0 0 0 0,0 0 1 0 0,0 0-1 0 0,0 0 1 0 0,-1-1-1 0 0,0 0 0 0 0,1-1 1 0 0,-1 1-1 0 0,-1-1 1 0 0,1 0-1 0 0,-1 0 0 0 0,0 0 1 0 0,0 0-1 0 0,0-1 1 0 0,3-8-1 0 0,-5 11-12 0 0,0-1-1 0 0,0 0 1 0 0,0 0 0 0 0,-1 0 0 0 0,0 0-1 0 0,0 0 1 0 0,0-1 0 0 0,0 1 0 0 0,-1 0-1 0 0,0 0 1 0 0,0-1 0 0 0,0 1-1 0 0,0 0 1 0 0,-1 0 0 0 0,1 0 0 0 0,-1-1-1 0 0,0 1 1 0 0,0 0 0 0 0,-1 0 0 0 0,1 0-1 0 0,-1 0 1 0 0,0 0 0 0 0,0 1-1 0 0,0-1 1 0 0,-1 1 0 0 0,1-1 0 0 0,-1 1-1 0 0,0 0 1 0 0,0 0 0 0 0,0 0 0 0 0,0 0-1 0 0,-6-4 1 0 0,2 3 12 0 0,-1-1 0 0 0,0 1 0 0 0,0 1 1 0 0,-1 0-1 0 0,1 0 0 0 0,-1 0 0 0 0,1 1 0 0 0,-18-2 0 0 0,-6 1-705 0 0,-31 2 1 0 0,58 1 489 0 0,5 0 98 0 0,0-1 1 0 0,-1 1-1 0 0,1 0 1 0 0,-1 0-1 0 0,1 0 1 0 0,0 0-1 0 0,-1 0 1 0 0,1 0 0 0 0,-1 0-1 0 0,1 0 1 0 0,0 0-1 0 0,-1 1 1 0 0,1-1-1 0 0,-1 0 1 0 0,1 0-1 0 0,0 0 1 0 0,-1 0 0 0 0,1 0-1 0 0,0 1 1 0 0,-1-1-1 0 0,1 0 1 0 0,0 0-1 0 0,-1 1 1 0 0,1-1-1 0 0,0 0 1 0 0,-1 1-1 0 0,1-1 1 0 0,0 0 0 0 0,0 0-1 0 0,0 1 1 0 0,-1-1-1 0 0,1 1 1 0 0,0-1-1 0 0,0 0 1 0 0,0 1-1 0 0,0-1 1 0 0,-1 0 0 0 0,1 1-1 0 0,0-1 1 0 0,0 1-1 0 0,1 0-102 0 0,-1-1 0 0 0,0 1 0 0 0,1-1-1 0 0,-1 1 1 0 0,0-1 0 0 0,1 1 0 0 0,-1-1-1 0 0,1 1 1 0 0,-1-1 0 0 0,1 1 0 0 0,-1-1-1 0 0,1 1 1 0 0,0-1 0 0 0,-1 0 0 0 0,1 0-1 0 0,-1 1 1 0 0,1-1 0 0 0,0 0 0 0 0,-1 0-1 0 0,1 1 1 0 0,0-1 0 0 0,-1 0 0 0 0,1 0 0 0 0,0 0-1 0 0,-1 0 1 0 0,1 0 0 0 0,-1 0 0 0 0,2 0-1 0 0,15-1-3273 0 0,1 0-1366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4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0 123 464 0 0,'29'-38'20564'0'0,"-25"37"-19785"0"0,0-1 1 0 0,0 0-1 0 0,0 1 1 0 0,0 0 0 0 0,7-1-1 0 0,-9 1-1058 0 0,132-12 1496 0 0,85-15-879 0 0,-190 23-476 0 0,121-20 3077 0 0,-147 25-2910 0 0,0-4 1575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6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329 103 1588 0 0,'2'-6'1402'0'0,"2"-2"289"0"0,0-1 1 0 0,-1 0 0 0 0,0 0 0 0 0,-1 0-1 0 0,0 0 1 0 0,0-1 0 0 0,0-11 0 0 0,-2 20-1636 0 0,-1 0 1 0 0,1 1 0 0 0,0-1 0 0 0,-1 0-1 0 0,1 1 1 0 0,-1-1 0 0 0,1 0 0 0 0,-1 1-1 0 0,1-1 1 0 0,-1 0 0 0 0,1 1 0 0 0,-1-1-1 0 0,0 1 1 0 0,1 0 0 0 0,-1-1 0 0 0,0 1-1 0 0,1-1 1 0 0,-1 1 0 0 0,0 0 0 0 0,0-1-1 0 0,1 1 1 0 0,-1 0 0 0 0,0 0 0 0 0,0 0-1 0 0,0 0 1 0 0,1 0 0 0 0,-1 0 0 0 0,0 0-1 0 0,0 0 1 0 0,0 0 0 0 0,1 0 0 0 0,-2 0-1 0 0,-9 2 36 0 0,1 0-1 0 0,0 1 0 0 0,0 0 0 0 0,1 1 0 0 0,-1 0 1 0 0,1 0-1 0 0,-1 1 0 0 0,2 1 0 0 0,-1-1 1 0 0,0 1-1 0 0,-11 12 0 0 0,-10 8 129 0 0,-43 52-1 0 0,54-56-163 0 0,1 0 0 0 0,-16 27-1 0 0,30-41-22 0 0,0-1-1 0 0,0 1 1 0 0,0-1-1 0 0,1 1 0 0 0,0 0 1 0 0,1 0-1 0 0,0 0 1 0 0,0 1-1 0 0,1-1 1 0 0,0 0-1 0 0,0 15 1 0 0,1-21-11 0 0,1 1-1 0 0,-1-1 1 0 0,1 1 0 0 0,0-1 0 0 0,0 0 0 0 0,0 1 0 0 0,0-1 0 0 0,0 0 0 0 0,0 0 0 0 0,1 0 0 0 0,-1 0 0 0 0,1 0 0 0 0,-1 0 0 0 0,1 0 0 0 0,0-1 0 0 0,0 1 0 0 0,0 0 0 0 0,0-1 0 0 0,0 0 0 0 0,0 1 0 0 0,0-1 0 0 0,0 0 0 0 0,1 0 0 0 0,-1 0 0 0 0,0 0 0 0 0,5 0-1 0 0,7 3 28 0 0,0-1-1 0 0,1-1 1 0 0,20 1-1 0 0,-17-1-22 0 0,5 0-11 0 0,1 1 0 0 0,0 1 0 0 0,43 13 0 0 0,-59-14-1 0 0,0 1-1 0 0,0-1 1 0 0,0 2-1 0 0,-1-1 0 0 0,0 1 1 0 0,1 0-1 0 0,-2 1 1 0 0,1-1-1 0 0,-1 1 1 0 0,1 1-1 0 0,-2-1 0 0 0,1 1 1 0 0,9 14-1 0 0,-11-13 162 0 0,0 0 0 0 0,0 0 1 0 0,0 1-1 0 0,-1-1 0 0 0,0 1 0 0 0,-1-1 0 0 0,0 1 0 0 0,0 0 0 0 0,-1 0 0 0 0,0 0 0 0 0,0 0 0 0 0,-1 9 0 0 0,-1-14-63 0 0,1 0-1 0 0,-1 0 1 0 0,0 0-1 0 0,0 0 0 0 0,0-1 1 0 0,0 1-1 0 0,-1 0 1 0 0,1-1-1 0 0,-1 1 1 0 0,0-1-1 0 0,0 0 1 0 0,-1 1-1 0 0,1-1 0 0 0,0 0 1 0 0,-1 0-1 0 0,0-1 1 0 0,0 1-1 0 0,0 0 1 0 0,0-1-1 0 0,0 0 0 0 0,0 0 1 0 0,-1 0-1 0 0,1 0 1 0 0,-1 0-1 0 0,1-1 1 0 0,-1 1-1 0 0,0-1 1 0 0,0 0-1 0 0,1 0 0 0 0,-5 0 1 0 0,-1 0-39 0 0,0 0-1 0 0,0 0 1 0 0,0-1 0 0 0,0 0-1 0 0,0-1 1 0 0,0 0 0 0 0,0 0-1 0 0,1-1 1 0 0,-1 0 0 0 0,0 0-1 0 0,1-1 1 0 0,-1-1 0 0 0,1 1-1 0 0,0-1 1 0 0,0 0 0 0 0,1-1-1 0 0,-1 0 1 0 0,1 0 0 0 0,-8-8-1 0 0,13 10-62 0 0,0 1 0 0 0,1-1 0 0 0,-1 1 0 0 0,1-1 0 0 0,0 1-1 0 0,0-1 1 0 0,0 0 0 0 0,0 0 0 0 0,1 1 0 0 0,-1-1 0 0 0,1 0-1 0 0,-1 0 1 0 0,1 0 0 0 0,0 0 0 0 0,0 0 0 0 0,0 0 0 0 0,1 0 0 0 0,-1 1-1 0 0,1-1 1 0 0,0 0 0 0 0,-1 0 0 0 0,1 0 0 0 0,0 1 0 0 0,1-1 0 0 0,1-4-1 0 0,4-6 8 0 0,1 0-1 0 0,0 0 1 0 0,15-16-1 0 0,70-76-121 0 0,-62 73 79 0 0,-2-1 0 0 0,-1-1 0 0 0,40-64-1 0 0,-65 91 4 0 0,0 1 0 0 0,0-1 0 0 0,0 1 0 0 0,-1-1 0 0 0,0 0 0 0 0,0 0-1 0 0,0-1 1 0 0,-1 1 0 0 0,-1 0 0 0 0,1 0 0 0 0,-1 0 0 0 0,-1-10 0 0 0,1 13 16 0 0,-1 0 1 0 0,0 1-1 0 0,0-1 0 0 0,0 1 1 0 0,0-1-1 0 0,-1 1 1 0 0,1-1-1 0 0,-1 1 1 0 0,0 0-1 0 0,0-1 1 0 0,0 1-1 0 0,-1 0 1 0 0,1 0-1 0 0,-1 1 1 0 0,1-1-1 0 0,-1 0 1 0 0,0 1-1 0 0,0 0 0 0 0,0 0 1 0 0,0 0-1 0 0,-1 0 1 0 0,1 0-1 0 0,0 0 1 0 0,-8-1-1 0 0,0-1-315 0 0,0 1 0 0 0,0 1 0 0 0,0 0 0 0 0,0 1-1 0 0,0 0 1 0 0,-21 1 0 0 0,25 0-395 0 0,0 1 0 0 0,0 0 1 0 0,0 1-1 0 0,0-1 0 0 0,0 1 0 0 0,1 0 0 0 0,-1 1 1 0 0,1 0-1 0 0,-1 0 0 0 0,1 0 0 0 0,-10 8 0 0 0,7 0-2226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6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376 75 2212 0 0,'-1'-69'12521'0'0,"1"68"-12464"0"0,0 1 0 0 0,1-1 0 0 0,-1 1 0 0 0,1 0 0 0 0,-1-1 0 0 0,0 1 0 0 0,1 0 0 0 0,-1-1 0 0 0,1 1 0 0 0,-1 0 0 0 0,1 0 0 0 0,-1 0 0 0 0,1-1 0 0 0,-1 1 0 0 0,1 0 0 0 0,-1 0 0 0 0,1 0 0 0 0,-1 0 0 0 0,1 0 0 0 0,-1 0 0 0 0,1 0 0 0 0,0 0 0 0 0,-1 0 0 0 0,1 0 0 0 0,0 0 0 0 0,15 2 573 0 0,-16-2-603 0 0,9 2 213 0 0,-1 1 0 0 0,0 1-1 0 0,1-1 1 0 0,-2 1 0 0 0,1 1 0 0 0,0-1-1 0 0,7 8 1 0 0,46 41 751 0 0,-37-30-816 0 0,-2 2 0 0 0,0 0-1 0 0,-2 1 1 0 0,-1 1 0 0 0,-1 1-1 0 0,-1 1 1 0 0,-2 0 0 0 0,0 1-1 0 0,-2 0 1 0 0,-2 1 0 0 0,-1 1-1 0 0,7 34 1 0 0,-10-25-127 0 0,-1 0-1 0 0,-3 1 1 0 0,-1-1-1 0 0,-2 1 1 0 0,-1-1-1 0 0,-3 0 1 0 0,-1 0-1 0 0,-2 0 1 0 0,-16 51-1 0 0,-1-19-112 0 0,-3-1-1 0 0,-4-1 0 0 0,-55 95 0 0 0,-145 178-2970 0 0,76-154-1159 0 0,42-73-2033 0 0,42-50-173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8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174 143 940 0 0,'-3'0'2206'0'0,"-46"-2"5377"0"0,-22-3-1143 0 0,45 2-3845 0 0,23 3-2066 0 0,1 0-375 0 0,1 0 0 0 0,0 1 1 0 0,0-1-1 0 0,0 0 1 0 0,0 0-1 0 0,0 0 1 0 0,0 0-1 0 0,-1 0 1 0 0,1 0-1 0 0,0-1 1 0 0,0 1-1 0 0,0 0 1 0 0,0 0-1 0 0,0-1 1 0 0,0 1-1 0 0,0-1 1 0 0,-1 0-1 0 0,2 1-85 0 0,0-1-1 0 0,0 0 1 0 0,0 1 0 0 0,1-1-1 0 0,-1 1 1 0 0,0-1-1 0 0,1 1 1 0 0,-1-1 0 0 0,0 1-1 0 0,1-1 1 0 0,-1 1 0 0 0,1 0-1 0 0,-1-1 1 0 0,1 1 0 0 0,-1 0-1 0 0,1-1 1 0 0,-1 1-1 0 0,1 0 1 0 0,-1-1 0 0 0,1 1-1 0 0,0 0 1 0 0,41-19 607 0 0,251-52 57 0 0,-171 46-384 0 0,-106 23-944 0 0,2-1 2386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8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1 131 3128 0 0,'3'-8'1125'0'0,"1"0"0"0"0,-1 1-1 0 0,2-1 1 0 0,-1 1 0 0 0,1 0-1 0 0,0 1 1 0 0,0-1 0 0 0,1 1 0 0 0,8-8-1 0 0,-7 8-689 0 0,1 1-1 0 0,-1-1 1 0 0,1 1-1 0 0,0 1 1 0 0,0-1-1 0 0,1 2 1 0 0,-1-1 0 0 0,11-2-1 0 0,-11 4-312 0 0,-1 0 1 0 0,1 0-1 0 0,-1 1 1 0 0,1 0-1 0 0,-1 1 0 0 0,1 0 1 0 0,0 0-1 0 0,-1 0 1 0 0,1 1-1 0 0,-1 0 0 0 0,1 1 1 0 0,-1 0-1 0 0,1 0 1 0 0,-1 0-1 0 0,0 1 0 0 0,0 0 1 0 0,0 1-1 0 0,0-1 1 0 0,-1 1-1 0 0,0 1 0 0 0,1-1 1 0 0,9 10-1 0 0,-12-10-22 0 0,-1 0 0 0 0,1 1-1 0 0,0-1 1 0 0,-1 1-1 0 0,0 0 1 0 0,0 0 0 0 0,-1 0-1 0 0,1 0 1 0 0,-1 1 0 0 0,0-1-1 0 0,-1 1 1 0 0,1-1 0 0 0,1 11-1 0 0,-3-7 4 0 0,0 0 1 0 0,0 0-1 0 0,0 0 0 0 0,-1 1 0 0 0,-1-1 0 0 0,0 0 1 0 0,-5 16-1 0 0,-4 2 98 0 0,-1-2 0 0 0,-1 1 0 0 0,-1-2 0 0 0,-26 36 1 0 0,-86 92 1201 0 0,16-21 383 0 0,109-130-1748 0 0,1-1-1 0 0,-1 0 1 0 0,1 1-1 0 0,0-1 1 0 0,-1 1-1 0 0,1-1 1 0 0,0 1-1 0 0,0-1 0 0 0,-1 0 1 0 0,1 1-1 0 0,0-1 1 0 0,0 1-1 0 0,0-1 1 0 0,-1 1-1 0 0,1-1 1 0 0,0 1-1 0 0,0 0 1 0 0,0-1-1 0 0,0 1 1 0 0,0-1-1 0 0,0 1 1 0 0,0-1-1 0 0,0 1 1 0 0,0-1-1 0 0,0 1 1 0 0,1-1-1 0 0,-1 1 1 0 0,0-1-1 0 0,0 1 1 0 0,0-1-1 0 0,1 1 1 0 0,-1 0-1 0 0,1 0 4 0 0,1-1-1 0 0,-1 1 1 0 0,0 0-1 0 0,0 0 1 0 0,0-1-1 0 0,1 1 1 0 0,-1-1-1 0 0,0 1 1 0 0,1-1-1 0 0,-1 0 1 0 0,0 0-1 0 0,2 1 1 0 0,40-1 263 0 0,-42 0-292 0 0,292-44 406 0 0,-111 13-323 0 0,-89 16 152 0 0,-91 15-253 0 0,5-2-185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48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437 171 764 0 0,'3'-29'3331'0'0,"0"0"1319"0"0,-2 0 0 0 0,-2-46 1 0 0,1 75-4607 0 0,0-1 1 0 0,0 1 0 0 0,0 0 0 0 0,0 0 0 0 0,0-1 0 0 0,0 1-1 0 0,0 0 1 0 0,0 0 0 0 0,0-1 0 0 0,0 1 0 0 0,0 0 0 0 0,0-1-1 0 0,0 1 1 0 0,0 0 0 0 0,0 0 0 0 0,0-1 0 0 0,-1 1 0 0 0,1 0-1 0 0,0 0 1 0 0,0-1 0 0 0,0 1 0 0 0,0 0 0 0 0,-1 0-1 0 0,1 0 1 0 0,0-1 0 0 0,0 1 0 0 0,0 0 0 0 0,-1 0 0 0 0,1 0-1 0 0,0 0 1 0 0,0-1 0 0 0,-1 1 0 0 0,1 0 0 0 0,0 0 0 0 0,0 0-1 0 0,-1 0 1 0 0,1 0 0 0 0,0 0 0 0 0,-1 0 0 0 0,-9 9 826 0 0,-7 19 7 0 0,16-26-740 0 0,-68 139 2749 0 0,-64 183 0 0 0,80-164-2089 0 0,8 2 1 0 0,-40 257 0 0 0,74-333-622 0 0,3 0 0 0 0,4 0 0 0 0,8 100 0 0 0,-1-147-495 0 0,2 0 0 0 0,1 0 0 0 0,2 0-1 0 0,2-1 1 0 0,2-1 0 0 0,1 0 0 0 0,2-1-1 0 0,1 0 1 0 0,28 44 0 0 0,-41-76-315 0 0,0 0 1 0 0,0 0 0 0 0,0 0-1 0 0,1 0 1 0 0,0-1-1 0 0,-1 1 1 0 0,1-1 0 0 0,0 0-1 0 0,1 0 1 0 0,-1-1 0 0 0,7 4-1 0 0,13-8-6841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3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79 1104 0 0,'69'-78'14100'0'0,"-63"87"-12249"0"0,-13 111 1823 0 0,1-76-3217 0 0,-2 1 1 0 0,-1-1-1 0 0,-3-1 1 0 0,-22 57-1 0 0,23-67-214 0 0,-6 12 269 0 0,16-45-496 0 0,1 1-1 0 0,-1 0 1 0 0,1 0 0 0 0,-1 0 0 0 0,1-1-1 0 0,-1 1 1 0 0,1 0 0 0 0,0 0 0 0 0,0 0-1 0 0,0 0 1 0 0,-1 0 0 0 0,1 0 0 0 0,0 0-1 0 0,0-1 1 0 0,0 1 0 0 0,0 0 0 0 0,1 2-1 0 0,-1-3-9 0 0,0 0-1 0 0,0 1 0 0 0,1-1 0 0 0,-1 1 0 0 0,0-1 1 0 0,1 0-1 0 0,-1 1 0 0 0,0-1 0 0 0,1 0 0 0 0,-1 1 1 0 0,1-1-1 0 0,-1 0 0 0 0,0 1 0 0 0,1-1 0 0 0,-1 0 1 0 0,1 0-1 0 0,-1 0 0 0 0,1 0 0 0 0,-1 1 0 0 0,1-1 1 0 0,-1 0-1 0 0,1 0 0 0 0,30-3 55 0 0,-26 2-28 0 0,347-54-498 0 0,-345 54 447 0 0,0-1 1 0 0,0 1 0 0 0,0-1 0 0 0,0 0 0 0 0,-1-1 0 0 0,1 0 0 0 0,-1 0-1 0 0,1 0 1 0 0,-1-1 0 0 0,0 0 0 0 0,-1 0 0 0 0,9-7 0 0 0,-11 7 5 0 0,1 0 0 0 0,-1-1 1 0 0,0 1-1 0 0,0-1 0 0 0,0 0 0 0 0,-1 0 1 0 0,1 0-1 0 0,-1 0 0 0 0,0 0 1 0 0,-1 0-1 0 0,1-1 0 0 0,-1 1 0 0 0,0-1 1 0 0,-1 1-1 0 0,1-1 0 0 0,-1-6 0 0 0,-1-15 3 0 0,-10-49-1 0 0,5 37-51 0 0,5 37 27 0 0,-1-2-35 0 0,2 4 74 0 0,0 0-1 0 0,0 0 1 0 0,0 0-1 0 0,0 0 1 0 0,0 0-1 0 0,0 0 1 0 0,0 0 0 0 0,0 0-1 0 0,0 0 1 0 0,0 0-1 0 0,-1 0 1 0 0,1 0-1 0 0,0 0 1 0 0,0 0-1 0 0,0 0 1 0 0,0 0-1 0 0,0 1 1 0 0,0-1 0 0 0,0 0-1 0 0,0 0 1 0 0,0 0-1 0 0,0 0 1 0 0,0 0-1 0 0,0 0 1 0 0,0 0-1 0 0,0 0 1 0 0,0 0-1 0 0,0 0 1 0 0,-1 0-1 0 0,1 0 1 0 0,0 0 0 0 0,0 0-1 0 0,0 0 1 0 0,0 0-1 0 0,0 0 1 0 0,0 0-1 0 0,0 0 1 0 0,0 0-1 0 0,0 0 1 0 0,0 0-1 0 0,0 0 1 0 0,0 0 0 0 0,0 0-1 0 0,0 0 1 0 0,0-1-1 0 0,-1 1 1 0 0,1 0-1 0 0,0 0 1 0 0,0 0-1 0 0,0 0 1 0 0,0 0-1 0 0,0 0 1 0 0,0 0 0 0 0,0 0-1 0 0,0 0 1 0 0,0 0-1 0 0,0 0 1 0 0,0 0-1 0 0,0 0 1 0 0,0 0-1 0 0,0 0 1 0 0,0 0-1 0 0,0 0 1 0 0,0-1-1 0 0,-14 151 2797 0 0,-20 138-1544 0 0,-10-44-1409 0 0,38-209-1160 0 0,7-13-4693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4.1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2988 0 0,'1'-2'2823'0'0,"2"-9"1648"0"0,4-15 3233 0 0,-7 25-7518 0 0,1 0 0 0 0,-1 0 0 0 0,1 0 0 0 0,0 0 0 0 0,-1 0 0 0 0,1 1 0 0 0,0-1 0 0 0,0 0 0 0 0,-1 0-1 0 0,1 0 1 0 0,0 1 0 0 0,0-1 0 0 0,0 0 0 0 0,0 1 0 0 0,0-1 0 0 0,0 1 0 0 0,0-1 0 0 0,0 1-1 0 0,0 0 1 0 0,0-1 0 0 0,0 1 0 0 0,2-1 0 0 0,205-22 3072 0 0,-69 3-7888 0 0,-86 6-3192 0 0,-42 10 4534 0 0,9-2-4088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4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89 712 0 0,'2'-7'2557'0'0,"-1"0"1"0"0,0 0-1 0 0,0 0 0 0 0,-1 0 1 0 0,0-1-1 0 0,-1-12 0 0 0,-5-6 3466 0 0,4 27-5196 0 0,-1 0-622 0 0,-1 1 1 0 0,1-1-1 0 0,0 1 1 0 0,0 0-1 0 0,0 0 1 0 0,0 0-1 0 0,1 0 1 0 0,-1 0-1 0 0,0 1 1 0 0,1-1-1 0 0,0 1 1 0 0,0-1-1 0 0,-4 7 1 0 0,-26 46 1065 0 0,25-42-1027 0 0,-13 25 253 0 0,2 1 0 0 0,-20 62 1 0 0,32-82-443 0 0,2-1-1 0 0,0 1 1 0 0,0 0 0 0 0,2 1-1 0 0,1-1 1 0 0,0 0 0 0 0,1 0-1 0 0,3 20 1 0 0,-2-33-40 0 0,0 0 0 0 0,1 0 0 0 0,0 0 1 0 0,-1 0-1 0 0,2 0 0 0 0,-1 0 0 0 0,1-1 0 0 0,0 1 1 0 0,0-1-1 0 0,0 0 0 0 0,1 0 0 0 0,0 0 0 0 0,0 0 0 0 0,0-1 1 0 0,1 0-1 0 0,-1 0 0 0 0,1 0 0 0 0,0 0 0 0 0,0 0 1 0 0,9 3-1 0 0,-7-4-3 0 0,0 0 1 0 0,0 0 0 0 0,0-1-1 0 0,1 0 1 0 0,-1-1-1 0 0,1 1 1 0 0,-1-1 0 0 0,1-1-1 0 0,-1 0 1 0 0,1 0 0 0 0,0 0-1 0 0,-1-1 1 0 0,1 0-1 0 0,-1-1 1 0 0,1 1 0 0 0,10-5-1 0 0,-6 1-3 0 0,0-1 0 0 0,-1 0 0 0 0,1-1-1 0 0,-1-1 1 0 0,0 1 0 0 0,-1-2 0 0 0,0 1-1 0 0,0-1 1 0 0,-1-1 0 0 0,0 0 0 0 0,-1 0-1 0 0,0-1 1 0 0,12-22 0 0 0,-12 19-9 0 0,0-1 1 0 0,-1-1-1 0 0,-1 0 0 0 0,0 0 1 0 0,-1 0-1 0 0,-1 0 0 0 0,0-1 1 0 0,-2 0-1 0 0,0 0 1 0 0,0-26-1 0 0,-2 35 10 0 0,-1 0 0 0 0,0 0-1 0 0,-1 1 1 0 0,0-1 0 0 0,0 0 0 0 0,0 1-1 0 0,-1-1 1 0 0,0 1 0 0 0,-1 0 0 0 0,1 0-1 0 0,-1 0 1 0 0,-1 1 0 0 0,1-1 0 0 0,-1 1 0 0 0,0 0-1 0 0,-1 1 1 0 0,-7-7 0 0 0,4 4-266 0 0,0 1 0 0 0,-1 0 0 0 0,0 1 0 0 0,-14-7 0 0 0,10 7-1589 0 0,-1 0 1 0 0,-25-6-1 0 0,24 11-121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4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75 492 0 0,'-3'-14'4432'0'0,"0"-1"0"0"0,0 1 0 0 0,0-18 0 0 0,25 47-1380 0 0,9 18-1702 0 0,0 1-1 0 0,-3 2 1 0 0,30 47 0 0 0,-36-46-939 0 0,-1 1-1 0 0,-3 1 1 0 0,-1 0-1 0 0,-2 1 1 0 0,-1 1 0 0 0,11 57-1 0 0,-14-34-171 0 0,-2-1-1 0 0,-3 1 0 0 0,-3 1 0 0 0,-2-1 0 0 0,-4 0 0 0 0,-19 120 1 0 0,11-134-373 0 0,-2-1 0 0 0,-2 0 0 0 0,-32 70 0 0 0,26-77-651 0 0,-1-1 1 0 0,-2-1-1 0 0,-2-1 1 0 0,-35 41-1 0 0,56-75 414 0 0,-67 74-4270 0 0,62-71 1969 0 0,0 0 1 0 0,0 0-1 0 0,-18 9 1 0 0,8-7-5981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5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83 2932 0 0,'-4'-1'2538'0'0,"-63"-12"11197"0"0,67 13-13655 0 0,-1 1 0 0 0,1-1 0 0 0,-1 0 0 0 0,1 0-1 0 0,-1 0 1 0 0,0 0 0 0 0,1 0 0 0 0,-1 0 0 0 0,1 0 0 0 0,-1 0 0 0 0,1 0 0 0 0,-1 0 0 0 0,1 0-1 0 0,-1 0 1 0 0,1 0 0 0 0,-1 0 0 0 0,1 0 0 0 0,-1 0 0 0 0,1-1 0 0 0,-1 1 0 0 0,0-1-1 0 0,1 1-30 0 0,0 0 0 0 0,1-1 0 0 0,-1 1-1 0 0,0 0 1 0 0,1-1 0 0 0,-1 1-1 0 0,0 0 1 0 0,1 0 0 0 0,-1-1-1 0 0,1 1 1 0 0,-1 0 0 0 0,0 0 0 0 0,1 0-1 0 0,-1-1 1 0 0,1 1 0 0 0,-1 0-1 0 0,1 0 1 0 0,-1 0 0 0 0,0 0-1 0 0,1 0 1 0 0,-1 0 0 0 0,1 0 0 0 0,-1 0-1 0 0,1 0 1 0 0,-1 0 0 0 0,1 0-1 0 0,-1 0 1 0 0,131-4 536 0 0,56-4-644 0 0,-146 3-1719 0 0,40-9 0 0 0,-75 13 1008 0 0,0-1 1 0 0,-1 1-1 0 0,1-2 0 0 0,10-3 1 0 0,-15 5 140 0 0,1 0 0 0 0,0-1 0 0 0,-1 1 0 0 0,1 0 0 0 0,-1 0 1 0 0,1-1-1 0 0,-1 1 0 0 0,0-1 0 0 0,1 1 0 0 0,-1-1 0 0 0,1-2 0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5.5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43 1088 0 0,'-32'-22'10267'0'0,"4"2"-1195"0"0,28 20-8897 0 0,-1 1-1 0 0,0 0 1 0 0,1-1-1 0 0,-1 1 1 0 0,0 0-1 0 0,1-1 1 0 0,-1 1-1 0 0,1 0 1 0 0,-1 0-1 0 0,1-1 1 0 0,0 1 0 0 0,-1 0-1 0 0,1 0 1 0 0,0 0-1 0 0,-1-1 1 0 0,1 2-1 0 0,13 195 5671 0 0,-11 103-5097 0 0,-2-248-3278 0 0,3-19-2477 0 0,-3-32 4822 0 0,1-1 1 0 0,-1 1-1 0 0,0-1 0 0 0,0 1 1 0 0,1-1-1 0 0,-1 1 1 0 0,1-1-1 0 0,-1 1 0 0 0,0-1 1 0 0,1 1-1 0 0,-1-1 0 0 0,1 0 1 0 0,-1 1-1 0 0,1-1 0 0 0,-1 0 1 0 0,1 1-1 0 0,-1-1 0 0 0,1 0 1 0 0,0 1-1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6.1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0 176 2784 0 0,'3'-14'2661'0'0,"0"2"-139"0"0,0-1-1 0 0,0 1 1 0 0,8-18 0 0 0,-9 25-2284 0 0,1 1 1 0 0,-1 0 0 0 0,1 0-1 0 0,0 1 1 0 0,0-1 0 0 0,0 0 0 0 0,0 1-1 0 0,1 0 1 0 0,-1 0 0 0 0,1 0 0 0 0,0 0-1 0 0,0 0 1 0 0,5-2 0 0 0,7-2 90 0 0,1 0 0 0 0,0 1-1 0 0,0 1 1 0 0,1 0 0 0 0,-1 1 0 0 0,30-2 0 0 0,-22 4-154 0 0,-1 1 0 0 0,1 1 0 0 0,0 1 0 0 0,29 6 0 0 0,-45-5-141 0 0,-1-1 0 0 0,1 2 1 0 0,-1-1-1 0 0,0 1 0 0 0,0 0 0 0 0,0 1 1 0 0,0 0-1 0 0,-1 0 0 0 0,10 7 1 0 0,-14-9-24 0 0,-1 1 0 0 0,1-1 1 0 0,-1 1-1 0 0,0-1 0 0 0,1 1 1 0 0,-1 0-1 0 0,0 0 0 0 0,-1 0 1 0 0,1 0-1 0 0,0 0 0 0 0,-1 0 1 0 0,0 0-1 0 0,0 1 0 0 0,0-1 0 0 0,0 0 1 0 0,0 1-1 0 0,-1-1 0 0 0,1 1 1 0 0,-1-1-1 0 0,0 1 0 0 0,0-1 1 0 0,0 1-1 0 0,-1-1 0 0 0,1 0 1 0 0,-2 5-1 0 0,0 0 10 0 0,-1 1 0 0 0,-1 0 1 0 0,1-1-1 0 0,-1 0 0 0 0,-1 0 0 0 0,1 0 0 0 0,-2 0 0 0 0,1-1 0 0 0,-11 12 1 0 0,-7 4 26 0 0,-35 28 0 0 0,42-38-26 0 0,-7 4 4 0 0,-35 21 0 0 0,-15 10 441 0 0,71-47-285 0 0,68-11-117 0 0,-49 8-26 0 0,1 2 1 0 0,0 1 0 0 0,-1 0-1 0 0,1 1 1 0 0,-1 0 0 0 0,0 2-1 0 0,1 0 1 0 0,-2 1 0 0 0,1 1-1 0 0,24 12 1 0 0,-32-14 20 0 0,-1 1 1 0 0,0 0-1 0 0,0 0 0 0 0,0 1 0 0 0,0 0 0 0 0,-1 0 0 0 0,0 1 1 0 0,-1 0-1 0 0,0 1 0 0 0,0-1 0 0 0,0 1 0 0 0,-1 0 0 0 0,0 0 1 0 0,0 1-1 0 0,-1-1 0 0 0,0 1 0 0 0,-1 0 0 0 0,0 0 0 0 0,0 1 1 0 0,1 13-1 0 0,-3-16 60 0 0,-1 0 1 0 0,0 0-1 0 0,0 0 1 0 0,-1 0-1 0 0,0 0 1 0 0,0 0 0 0 0,0 0-1 0 0,-1 0 1 0 0,0-1-1 0 0,-1 1 1 0 0,0-1-1 0 0,0 1 1 0 0,0-1 0 0 0,0 0-1 0 0,-1 0 1 0 0,0-1-1 0 0,-1 1 1 0 0,1-1-1 0 0,-1 0 1 0 0,0 0-1 0 0,-9 7 1 0 0,2-2-6 0 0,0-2 0 0 0,-1 1 0 0 0,0-1 0 0 0,0-1-1 0 0,-1-1 1 0 0,0 0 0 0 0,0 0 0 0 0,-29 6 0 0 0,28-9-96 0 0,0-1 0 0 0,0 0-1 0 0,0-2 1 0 0,0 1 0 0 0,0-2 0 0 0,0 0-1 0 0,-19-4 1 0 0,26 3-353 0 0,1 1-1 0 0,0-1 1 0 0,-1 0-1 0 0,1-1 1 0 0,0 0 0 0 0,1 0-1 0 0,-1-1 1 0 0,0 0-1 0 0,1 0 1 0 0,0 0-1 0 0,0-1 1 0 0,0 1 0 0 0,1-2-1 0 0,0 1 1 0 0,-1-1-1 0 0,-5-8 1 0 0,10 12 19 0 0,0 0 1 0 0,0-1-1 0 0,0 1 0 0 0,0 0 1 0 0,0-1-1 0 0,1 1 1 0 0,-1-1-1 0 0,1 1 0 0 0,-1 0 1 0 0,1-1-1 0 0,0 1 0 0 0,0-1 1 0 0,0 1-1 0 0,0-1 1 0 0,1 1-1 0 0,0-5 0 0 0,1 1-1271 0 0,0-1-1 0 0,1 1 0 0 0,-1-1 1 0 0,7-9-1 0 0,6-7-6362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6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643 109 744 0 0,'-1'-12'1927'0'0,"0"1"-1"0"0,-1-1 0 0 0,0 1 1 0 0,-1-1-1 0 0,0 1 1 0 0,-10-21-1 0 0,13 32-1849 0 0,-1-1-1 0 0,1 1 0 0 0,-1-1 1 0 0,1 0-1 0 0,-1 1 1 0 0,1-1-1 0 0,-1 1 0 0 0,1 0 1 0 0,-1-1-1 0 0,0 1 1 0 0,1-1-1 0 0,-1 1 0 0 0,0 0 1 0 0,1 0-1 0 0,-1-1 1 0 0,0 1-1 0 0,0 0 0 0 0,1 0 1 0 0,-1 0-1 0 0,0 0 1 0 0,0 0-1 0 0,1 0 0 0 0,-1 0 1 0 0,0 0-1 0 0,0 0 1 0 0,1 0-1 0 0,-1 0 0 0 0,0 1 1 0 0,0-1-1 0 0,1 0 0 0 0,-1 0 1 0 0,0 1-1 0 0,1-1 1 0 0,-1 0-1 0 0,0 1 0 0 0,1-1 1 0 0,-1 1-1 0 0,1-1 1 0 0,-1 1-1 0 0,1-1 0 0 0,-2 2 1 0 0,-25 25 751 0 0,25-24-588 0 0,-37 46 1177 0 0,3 2-1 0 0,-50 89 0 0 0,-43 121 969 0 0,66-123-1375 0 0,5 3 0 0 0,-40 152 1 0 0,82-228-734 0 0,3 1 1 0 0,-8 103-1 0 0,19-121-203 0 0,2 0 0 0 0,2-1-1 0 0,2 1 1 0 0,15 64 0 0 0,-14-91-277 0 0,1 0-1 0 0,0 0 1 0 0,2 0-1 0 0,1-1 1 0 0,0 0-1 0 0,1-1 1 0 0,2 0-1 0 0,0 0 1 0 0,24 28-1 0 0,-23-33-655 0 0,1 0 0 0 0,1-1 0 0 0,0-1 0 0 0,1 0 0 0 0,0-1 0 0 0,1 0 0 0 0,0-2 0 0 0,0 0 0 0 0,1-1-1 0 0,0 0 1 0 0,22 5 0 0 0,14-1-4919 0 0,-4-5-3068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7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263 134 740 0 0,'-9'-21'4594'0'0,"-1"0"0"0"0,-1 1-1 0 0,-25-35 1 0 0,35 53-4282 0 0,1 2-281 0 0,0 0 0 0 0,0 0 0 0 0,0-1-1 0 0,0 1 1 0 0,0 0 0 0 0,0 0 0 0 0,0-1 0 0 0,0 1 0 0 0,-1 0 0 0 0,1 0-1 0 0,0 0 1 0 0,0-1 0 0 0,0 1 0 0 0,0 0 0 0 0,0 0 0 0 0,0-1-1 0 0,0 1 1 0 0,-1 0 0 0 0,1 0 0 0 0,0 0 0 0 0,0 0 0 0 0,0-1 0 0 0,0 1-1 0 0,-1 0 1 0 0,1 0 0 0 0,0 0 0 0 0,0 0 0 0 0,0 0 0 0 0,-1 0-1 0 0,1-1 1 0 0,0 1 0 0 0,0 0 0 0 0,-1 0 0 0 0,1 0 0 0 0,0 0 0 0 0,0 0-1 0 0,-1 0 1 0 0,1 0 0 0 0,0 0 0 0 0,0 0 0 0 0,-1 0 0 0 0,1 0-1 0 0,0 0 1 0 0,-14-1 1011 0 0,13 1-1219 0 0,-1 1 401 0 0,-9 9 342 0 0,-3 13-71 0 0,-18 38 1 0 0,9-12-234 0 0,9-11 96 0 0,13-36-258 0 0,0 1-21 0 0,1 0 1 0 0,-1 0 0 0 0,0 0-1 0 0,0 0 1 0 0,-1 0 0 0 0,1 0 0 0 0,-2 4-1 0 0,-1-1 1450 0 0,6-19-1383 0 0,0-7-180 0 0,0 0-1 0 0,1 1 1 0 0,1-1 0 0 0,1 0 0 0 0,12-28-1 0 0,-13 31 13 0 0,8-24 23 0 0,-12 40-8 0 0,3-5-140 0 0,-5 14 94 0 0,-12 105 1117 0 0,-32 134-1 0 0,15-135-118 0 0,17-64-439 0 0,5-7 717 0 0,9-40-1072 0 0,0 2-93 0 0,0-3-56 0 0,0 0 1 0 0,0 1 0 0 0,0-1 0 0 0,0 0 0 0 0,0 0 0 0 0,0 0-1 0 0,0 1 1 0 0,0-1 0 0 0,0 0 0 0 0,0 0 0 0 0,0 0 0 0 0,0 1-1 0 0,0-1 1 0 0,0 0 0 0 0,0 0 0 0 0,0 0 0 0 0,1 1-1 0 0,-1-1 1 0 0,0 0 0 0 0,0 0 0 0 0,0 0 0 0 0,0 0 0 0 0,0 1-1 0 0,0-1 1 0 0,0 0 0 0 0,1 0 0 0 0,-1 0 0 0 0,0 0-1 0 0,0 0 1 0 0,0 1 0 0 0,0-1 0 0 0,1 0 0 0 0,-1 0 0 0 0,0 0-1 0 0,0 0 1 0 0,0 0 0 0 0,1 0 0 0 0,26 1 4 0 0,0-1 0 0 0,0-2 0 0 0,52-9 0 0 0,-38 4-217 0 0,-14 3-223 0 0,54-16 0 0 0,-69 16 251 0 0,0 0-1 0 0,-1-1 1 0 0,1-1-1 0 0,-1 0 1 0 0,0 0-1 0 0,17-14 1 0 0,-23 16 117 0 0,-1-1 1 0 0,1 0-1 0 0,-1 0 1 0 0,0 0-1 0 0,0 0 1 0 0,-1-1-1 0 0,0 0 1 0 0,1 0-1 0 0,-2 0 1 0 0,1 0-1 0 0,-1 0 0 0 0,0 0 1 0 0,2-10-1 0 0,-1-5 101 0 0,-1 0 0 0 0,0-38-1 0 0,-11 87 735 0 0,-5 74 547 0 0,-35 184-571 0 0,47-281-948 0 0,-21 102 578 0 0,17-72-3205 0 0,1-1-4377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8.1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15 143 1560 0 0,'-3'-18'7631'0'0,"-6"-13"1245"0"0,8 30-8725 0 0,1 0 0 0 0,0 1-1 0 0,-1-1 1 0 0,1 0 0 0 0,0 0 0 0 0,0 0 0 0 0,-1 1-1 0 0,1-1 1 0 0,0 0 0 0 0,0 0 0 0 0,0 0 0 0 0,0 0-1 0 0,0 0 1 0 0,0 1 0 0 0,0-1 0 0 0,1 0 0 0 0,-1 0-1 0 0,0 0 1 0 0,0 1 0 0 0,1-1 0 0 0,-1 0 0 0 0,0 0-1 0 0,1 0 1 0 0,-1 1 0 0 0,1-1 0 0 0,-1 0 0 0 0,1 1 0 0 0,-1-1-1 0 0,1 0 1 0 0,-1 1 0 0 0,1-1 0 0 0,0 1 0 0 0,-1-1-1 0 0,1 1 1 0 0,0-1 0 0 0,0 1 0 0 0,-1 0 0 0 0,1-1-1 0 0,1 1 1 0 0,3-2-74 0 0,0 0-1 0 0,0 1 1 0 0,0 0-1 0 0,10-1 0 0 0,-11 2 121 0 0,193-12 1086 0 0,-184 12-1674 0 0,1-1-1 0 0,0-1 1 0 0,-1 0 0 0 0,27-9-1 0 0,-12-1-4653 0 0,2-6-4381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8.5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77 2268 0 0,'46'-76'19031'0'0,"-62"93"-16745"0"0,-7 15-271 0 0,-30 56 0 0 0,32-43-1430 0 0,1 0-1 0 0,-19 63 0 0 0,35-93-537 0 0,0 0-1 0 0,1 0 1 0 0,0 0-1 0 0,2 0 1 0 0,-1 1-1 0 0,2-1 1 0 0,0 0-1 0 0,5 31 1 0 0,-4-41-36 0 0,0 0 1 0 0,0 0 0 0 0,1 0-1 0 0,-1 0 1 0 0,1-1-1 0 0,0 1 1 0 0,0-1-1 0 0,1 1 1 0 0,0-1 0 0 0,-1 0-1 0 0,1 0 1 0 0,1 0-1 0 0,-1 0 1 0 0,0-1 0 0 0,1 1-1 0 0,0-1 1 0 0,0 0-1 0 0,0 0 1 0 0,0-1-1 0 0,0 1 1 0 0,1-1 0 0 0,-1 1-1 0 0,1-2 1 0 0,0 1-1 0 0,-1 0 1 0 0,1-1 0 0 0,0 0-1 0 0,0 0 1 0 0,0 0-1 0 0,0-1 1 0 0,5 1-1 0 0,-1-1-1 0 0,0 0-1 0 0,0-1 0 0 0,-1 0 1 0 0,1 0-1 0 0,0-1 0 0 0,-1 0 1 0 0,1-1-1 0 0,-1 0 0 0 0,0 0 0 0 0,0-1 1 0 0,0 1-1 0 0,8-7 0 0 0,-5 3 17 0 0,-1-1 0 0 0,0 0 0 0 0,-1 0 0 0 0,0-1 0 0 0,0 0 0 0 0,-1-1 0 0 0,0 0 0 0 0,7-11 0 0 0,-8 9-22 0 0,0 0-1 0 0,-1 0 1 0 0,0-1 0 0 0,0 0 0 0 0,-2 0-1 0 0,1 0 1 0 0,-2 0 0 0 0,0-1-1 0 0,0 1 1 0 0,-2-1 0 0 0,1 0-1 0 0,-2 0 1 0 0,0 0 0 0 0,0 0-1 0 0,-2 0 1 0 0,-3-17 0 0 0,1 17-60 0 0,-1 1-1 0 0,-1-1 1 0 0,0 1 0 0 0,-1 0 0 0 0,0 0-1 0 0,-1 1 1 0 0,0 0 0 0 0,-1 1 0 0 0,-1-1-1 0 0,0 2 1 0 0,0-1 0 0 0,-1 2 0 0 0,0-1-1 0 0,-23-13 1 0 0,21 14-1074 0 0,-1 2 0 0 0,0 0 0 0 0,0 0-1 0 0,-24-6 1 0 0,9 12-3552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8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446 135 2504 0 0,'28'-127'19480'0'0,"-28"127"-19407"0"0,0 0 0 0 0,0-1 0 0 0,1 1 0 0 0,-1-1 0 0 0,0 1 0 0 0,0 0 0 0 0,0-1 0 0 0,0 1 0 0 0,1 0 0 0 0,-1-1 0 0 0,0 1 0 0 0,0 0 1 0 0,0-1-1 0 0,1 1 0 0 0,-1 0 0 0 0,0 0 0 0 0,1-1 0 0 0,-1 1 0 0 0,0 0 0 0 0,1 0 0 0 0,-1 0 0 0 0,0-1 0 0 0,1 1 0 0 0,-1 0 0 0 0,0 0 0 0 0,1 0 0 0 0,-1 0 0 0 0,1 0 0 0 0,-1 0 0 0 0,0 0 0 0 0,1 0 0 0 0,-1 0 0 0 0,0 0 0 0 0,1 0 0 0 0,-1 0 0 0 0,1 0 0 0 0,-1 0 0 0 0,0 0 1 0 0,1 0-1 0 0,-1 0 0 0 0,0 0 0 0 0,1 1 0 0 0,13 6 1002 0 0,-14-6-1064 0 0,13 9 603 0 0,-1 0 0 0 0,0 1 0 0 0,-1 1 0 0 0,15 20 0 0 0,33 56 592 0 0,-36-49-1025 0 0,-1 1 0 0 0,-2 0 0 0 0,-2 2 0 0 0,-2 0 1 0 0,-2 1-1 0 0,14 70 0 0 0,-22-79-80 0 0,-2 0 0 0 0,-1 1 1 0 0,-2-1-1 0 0,-1 1 0 0 0,-2 0 0 0 0,-1-1 0 0 0,-2 0 1 0 0,-1 0-1 0 0,-13 40 0 0 0,-2-17-1075 0 0,-2-1-1 0 0,-2-1 1 0 0,-3-2-1 0 0,-2 0 1 0 0,-2-2-1 0 0,-3-1 1 0 0,-41 45-1 0 0,3-14-3083 0 0,-3-3 0 0 0,-171 134 0 0 0,159-150-6335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9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34 1460 0 0,'-4'-1'2250'0'0,"-64"-9"6470"0"0,38 6-5585 0 0,26 3-2805 0 0,-1 0 450 0 0,1 0-243 0 0,14-1-571 0 0,204-12-720 0 0,-72 21-8176 0 0,-119-4 3840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3:59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32 2680 0 0,'-51'21'11507'0'0,"55"-22"-11237"0"0,249-26-2190 0 0,-84 9-4426 0 0,-107 11 2559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3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 1792 0 0,'-7'7'11846'0'0,"7"-7"-11812"0"0,-1 0 0 0 0,1 0 1 0 0,0 1-1 0 0,0-1 0 0 0,0 0 0 0 0,0 1 1 0 0,0-1-1 0 0,0 0 0 0 0,0 1 0 0 0,0-1 1 0 0,0 0-1 0 0,0 1 0 0 0,0-1 0 0 0,0 0 0 0 0,1 1 1 0 0,-1-1-1 0 0,0 0 0 0 0,0 0 0 0 0,0 1 1 0 0,0-1-1 0 0,0 0 0 0 0,1 1 0 0 0,-1-1 1 0 0,0 0-1 0 0,0 0 0 0 0,0 1 0 0 0,1-1 1 0 0,-1 0-1 0 0,0 0 0 0 0,0 0 0 0 0,1 1 1 0 0,-1-1-1 0 0,0 0 0 0 0,1 0 0 0 0,-1 0 1 0 0,0 0-1 0 0,0 0 0 0 0,1 0 0 0 0,-1 0 0 0 0,0 1 1 0 0,1-1-1 0 0,-1 0 0 0 0,0 0 0 0 0,1 0 1 0 0,-1 0-1 0 0,0 0 0 0 0,1-1 0 0 0,1 2 270 0 0,2-1-3 0 0,218 1 1276 0 0,-59-4-1448 0 0,181 12 1085 0 0,-341-9-1116 0 0,6-3 44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4.3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146 123 240 0 0,'1'-16'5615'0'0,"-13"-27"679"0"0,3 16-3392 0 0,8 26-2566 0 0,1 0-303 0 0,0 1-1 0 0,0-1 0 0 0,0 0 0 0 0,-1 0 0 0 0,1 1 0 0 0,0-1 0 0 0,0 0 1 0 0,0 0-1 0 0,0 1 0 0 0,0-1 0 0 0,0 0 0 0 0,0 0 0 0 0,1 0 0 0 0,-1 1 1 0 0,0-1-1 0 0,0 0 0 0 0,0 0 0 0 0,1 1 0 0 0,-1-1 0 0 0,1 0 0 0 0,-1 1 1 0 0,0-1-1 0 0,1 0 0 0 0,-1 1 0 0 0,1-1 0 0 0,-1 1 0 0 0,1-1 0 0 0,0 0 0 0 0,17-3-7 0 0,0 0 0 0 0,0 1 0 0 0,0 1-1 0 0,0 1 1 0 0,1 0 0 0 0,-1 2-1 0 0,0 0 1 0 0,0 1 0 0 0,0 0-1 0 0,0 2 1 0 0,0 0 0 0 0,0 1-1 0 0,-1 1 1 0 0,0 0 0 0 0,0 2-1 0 0,-1 0 1 0 0,22 14 0 0 0,-33-19-19 0 0,0 1 0 0 0,0 0 0 0 0,0 1 0 0 0,-1-1 0 0 0,1 1 0 0 0,-1 0 0 0 0,0 0 0 0 0,0 0 0 0 0,-1 1 0 0 0,0-1 0 0 0,0 1 0 0 0,0 0 0 0 0,-1 0 0 0 0,1 0 0 0 0,1 9 0 0 0,-3-8 5 0 0,0 1-1 0 0,-1-1 1 0 0,0 1-1 0 0,0-1 1 0 0,-1 0-1 0 0,0 1 1 0 0,0-1-1 0 0,0 1 1 0 0,-1-1 0 0 0,-1 0-1 0 0,1 0 1 0 0,-1 0-1 0 0,-3 7 1 0 0,-5 5 35 0 0,-1 1 0 0 0,-1-1 0 0 0,0-1 0 0 0,-2 0 0 0 0,0-1 0 0 0,-24 22 0 0 0,-114 81 758 0 0,43-49 14 0 0,-16 11 361 0 0,125-81-1166 0 0,1-1 0 0 0,-1 0-1 0 0,1 0 1 0 0,0 1 0 0 0,-1-1 0 0 0,1 0 0 0 0,-1 0-1 0 0,1 1 1 0 0,0-1 0 0 0,-1 1 0 0 0,1-1-1 0 0,0 0 1 0 0,-1 1 0 0 0,1-1 0 0 0,0 1-1 0 0,-1-1 1 0 0,1 1 0 0 0,0-1 0 0 0,0 0-1 0 0,0 1 1 0 0,-1-1 0 0 0,1 1 0 0 0,0-1-1 0 0,0 1 1 0 0,0-1 0 0 0,0 1 0 0 0,0 0-1 0 0,0-1 1 0 0,0 1 0 0 0,0-1 0 0 0,0 1 0 0 0,0-1-1 0 0,0 1 1 0 0,1 0 0 0 0,0 0 2 0 0,0 0 1 0 0,0 0-1 0 0,0 0 0 0 0,0 0 1 0 0,0 0-1 0 0,1 0 0 0 0,-1-1 1 0 0,0 1-1 0 0,1 0 1 0 0,-1-1-1 0 0,0 1 0 0 0,2 0 1 0 0,42 7 97 0 0,295-4 120 0 0,-184-6-206 0 0,47-2 382 0 0,-200 4-430 0 0,-2 1-3 0 0,0-1-1 0 0,0 1 1 0 0,0-1-1 0 0,0 0 1 0 0,0 0-1 0 0,0 1 0 0 0,1-1 1 0 0,-1 0-1 0 0,0 0 1 0 0,0 0-1 0 0,0-1 1 0 0,0 1-1 0 0,0 0 0 0 0,1 0 1 0 0,-1 0-1 0 0,1-1 1 0 0,-1 0-132 0 0,0 1 1 0 0,0 0-1 0 0,0 0 0 0 0,0-1 1 0 0,0 1-1 0 0,0 0 1 0 0,0 0-1 0 0,0 0 0 0 0,0 0 1 0 0,0 0-1 0 0,0 0 1 0 0,0 0-1 0 0,0 1 0 0 0,2-1 1 0 0,29-1-4724 0 0,1-3-1125 0 0,-10 1 503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4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82 83 2124 0 0,'-6'-4'1815'0'0,"0"1"0"0"0,0 0-1 0 0,0 0 1 0 0,0 0 0 0 0,-12-3-1 0 0,7 3 827 0 0,-5-1-70 0 0,10 0-494 0 0,20 2-1042 0 0,125 3-582 0 0,186-22-1 0 0,-317 20-438 0 0,43-6 34 0 0,13 1 11 0 0,-22 1-2026 0 0,-39 4 1018 0 0,24-6-9752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6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337 77 1604 0 0,'3'-24'7495'0'0,"0"7"-4896"0"0,-2 16-1943 0 0,-7-19 2561 0 0,4 20-3120 0 0,-1-1-1 0 0,0 1 1 0 0,1 0-1 0 0,-1 0 0 0 0,0 0 1 0 0,0 0-1 0 0,0 1 0 0 0,1-1 1 0 0,-1 1-1 0 0,0 0 1 0 0,1 0-1 0 0,-1 0 0 0 0,1 0 1 0 0,-1 0-1 0 0,1 0 0 0 0,-4 2 1 0 0,-43 28 1115 0 0,46-30-1125 0 0,-38 26 783 0 0,9-8-446 0 0,2 2-1 0 0,-29 25 1 0 0,52-40-379 0 0,0 1-1 0 0,0 0 0 0 0,1 0 0 0 0,0 1 0 0 0,0-1 1 0 0,0 1-1 0 0,1 1 0 0 0,0-1 0 0 0,1 1 1 0 0,0 0-1 0 0,1 0 0 0 0,-5 16 0 0 0,8-22-13 0 0,-1-1 0 0 0,1 1-1 0 0,0 0 1 0 0,0 0 0 0 0,0 0 0 0 0,0-1-1 0 0,1 1 1 0 0,-1 0 0 0 0,1 0 0 0 0,0 0-1 0 0,0-1 1 0 0,0 1 0 0 0,0-1 0 0 0,0 1-1 0 0,1-1 1 0 0,-1 1 0 0 0,1-1 0 0 0,-1 1-1 0 0,1-1 1 0 0,0 0 0 0 0,0 0-1 0 0,0 0 1 0 0,0 0 0 0 0,0 0 0 0 0,0-1-1 0 0,1 1 1 0 0,4 2 0 0 0,6 3 94 0 0,1-1 0 0 0,0 0 0 0 0,29 8 0 0 0,-26-9-61 0 0,22 8-34 0 0,138 50 413 0 0,-158-54-298 0 0,-1 0-1 0 0,1 1 1 0 0,-2 1 0 0 0,0 1-1 0 0,0 0 1 0 0,29 29 0 0 0,-42-37-37 0 0,0 1 0 0 0,0-1 0 0 0,0 1 0 0 0,-1 0 0 0 0,1 0 0 0 0,-1 0 1 0 0,-1 1-1 0 0,1-1 0 0 0,-1 1 0 0 0,0 0 0 0 0,0-1 0 0 0,0 1 1 0 0,-1 0-1 0 0,0 0 0 0 0,0 0 0 0 0,-1 0 0 0 0,1 0 0 0 0,-1 0 0 0 0,-1 0 1 0 0,1 0-1 0 0,-1 0 0 0 0,0 0 0 0 0,0 0 0 0 0,-1 0 0 0 0,0 0 0 0 0,0-1 1 0 0,0 1-1 0 0,-1 0 0 0 0,0-1 0 0 0,0 0 0 0 0,0 0 0 0 0,0 0 1 0 0,-1 0-1 0 0,0 0 0 0 0,0-1 0 0 0,0 0 0 0 0,-10 8 0 0 0,3-3 57 0 0,-1 0-1 0 0,0-1 0 0 0,-1 0 1 0 0,1-1-1 0 0,-2-1 0 0 0,1 0 1 0 0,-1 0-1 0 0,1-1 1 0 0,-1-1-1 0 0,-24 4 0 0 0,29-7-112 0 0,1 0-1 0 0,-1 0 1 0 0,1-1 0 0 0,0-1-1 0 0,-1 1 1 0 0,1-1 0 0 0,-1 0-1 0 0,1-1 1 0 0,0 0-1 0 0,0-1 1 0 0,0 1 0 0 0,0-1-1 0 0,0-1 1 0 0,1 0-1 0 0,-1 0 1 0 0,1 0 0 0 0,0-1-1 0 0,0 0 1 0 0,-10-10 0 0 0,15 13-52 0 0,-1-1 1 0 0,1 0-1 0 0,0 0 1 0 0,-1 0 0 0 0,2 0-1 0 0,-1 0 1 0 0,0 0 0 0 0,0 0-1 0 0,1-1 1 0 0,0 1-1 0 0,0-1 1 0 0,0 1 0 0 0,0-1-1 0 0,0 1 1 0 0,0-6-1 0 0,1 4 1 0 0,0-1-1 0 0,1 1 1 0 0,0 0-1 0 0,0-1 0 0 0,0 1 1 0 0,0-1-1 0 0,1 1 0 0 0,0 0 1 0 0,3-6-1 0 0,4-6 0 0 0,2 0 0 0 0,0 0 0 0 0,0 1 0 0 0,20-20 0 0 0,16-12-16 0 0,86-68 0 0 0,-80 72 1 0 0,72-75 1 0 0,-117 109 9 0 0,0 1 0 0 0,-1-2 0 0 0,0 1 1 0 0,0-1-1 0 0,-1 0 0 0 0,-1-1 1 0 0,0 1-1 0 0,0-1 0 0 0,3-14 0 0 0,-7 23-7 0 0,0-1 0 0 0,-1 0 0 0 0,1 0 0 0 0,-1 0-1 0 0,1 0 1 0 0,-1 0 0 0 0,-1 0 0 0 0,1 0-1 0 0,0 0 1 0 0,-1 0 0 0 0,0 0 0 0 0,0 1 0 0 0,0-1-1 0 0,0 0 1 0 0,-1 0 0 0 0,1 1 0 0 0,-1-1 0 0 0,0 1-1 0 0,0-1 1 0 0,0 1 0 0 0,-1 0 0 0 0,1 0 0 0 0,-1 0-1 0 0,0 0 1 0 0,0 0 0 0 0,0 1 0 0 0,0-1 0 0 0,0 1-1 0 0,0 0 1 0 0,-1 0 0 0 0,1 0 0 0 0,-8-3-1 0 0,-8-2-334 0 0,0 1-1 0 0,-1 1 0 0 0,1 0 1 0 0,-1 2-1 0 0,0 0 0 0 0,0 1 0 0 0,-21 1 1 0 0,-9 3-2029 0 0,-82 13 0 0 0,67-1-1357 0 0,27 4-1695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6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83 1008 0 0,'6'16'16642'0'0,"-4"-15"-16260"0"0,118-22 2206 0 0,-9 1-2186 0 0,255-22 23 0 0,-284 31-145 0 0,-79 10-290 0 0,-1 1-52 0 0,24-4-1354 0 0,-24 3 537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7.2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33 512 0 0,'-33'-33'12968'0'0,"28"38"-11371"0"0,5-5-1532 0 0,-1 1 0 0 0,1-1-1 0 0,0 0 1 0 0,-1 1 0 0 0,1-1 0 0 0,0 0-1 0 0,-1 1 1 0 0,1-1 0 0 0,0 0-1 0 0,-1 1 1 0 0,1-1 0 0 0,0 1-1 0 0,0-1 1 0 0,0 1 0 0 0,-1-1-1 0 0,1 1 1 0 0,0-1 0 0 0,0 0 0 0 0,0 1-1 0 0,0-1 1 0 0,0 1 0 0 0,0-1-1 0 0,0 1 1 0 0,0-1 0 0 0,0 1-1 0 0,0-1 1 0 0,0 1 0 0 0,0-1 0 0 0,1 1-1 0 0,5 122 6075 0 0,-5-69-4980 0 0,-9 76-1 0 0,-5-42-877 0 0,7-51-516 0 0,0 1-1 0 0,3 0 1 0 0,1-1 0 0 0,4 59 0 0 0,-1-90-340 0 0,0 0-1 0 0,0 0 1 0 0,1 0 0 0 0,0 0 0 0 0,0 0 0 0 0,1 0-1 0 0,3 6 1 0 0,-4-9-377 0 0,0-1 0 0 0,-1 1 0 0 0,1-1 0 0 0,1 1 0 0 0,-1-1 0 0 0,0 0 0 0 0,1 0-1 0 0,-1 0 1 0 0,5 3 0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7.6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0 215 1712 0 0,'32'-98'9624'0'0,"3"-11"43"0"0,-35 109-9565 0 0,0-1 0 0 0,1 1 0 0 0,-1-1 0 0 0,0 1 0 0 0,0 0 0 0 0,0-1 0 0 0,0 1-1 0 0,0 0 1 0 0,0-1 0 0 0,1 1 0 0 0,-1 0 0 0 0,0 0 0 0 0,0-1 0 0 0,0 1 0 0 0,1 0 0 0 0,-1-1 0 0 0,0 1-1 0 0,0 0 1 0 0,1 0 0 0 0,-1 0 0 0 0,0-1 0 0 0,1 1 0 0 0,-1 0 0 0 0,0 0 0 0 0,1 0 0 0 0,-1 0 0 0 0,0 0-1 0 0,1-1 1 0 0,-1 1 0 0 0,0 0 0 0 0,1 0 0 0 0,-1 0 0 0 0,1 0 0 0 0,7 9 1456 0 0,1 18 351 0 0,-6 6-1407 0 0,-2-1 0 0 0,-1 0 0 0 0,-7 49 0 0 0,-24 98 1952 0 0,16-103-2084 0 0,-27 195-569 0 0,42-260-1526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8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120 183 476 0 0,'9'-31'4607'0'0,"-5"15"-2472"0"0,1 0 1 0 0,0 1-1 0 0,1 0 1 0 0,12-21-1 0 0,-16 32-1901 0 0,1 0-1 0 0,0 0 0 0 0,0 0 0 0 0,0 1 1 0 0,0 0-1 0 0,0-1 0 0 0,1 1 0 0 0,0 0 0 0 0,-1 1 1 0 0,1-1-1 0 0,0 1 0 0 0,0 0 0 0 0,0 0 0 0 0,1 0 1 0 0,-1 0-1 0 0,1 1 0 0 0,-1-1 0 0 0,1 1 0 0 0,-1 0 1 0 0,6 0-1 0 0,-1 1 21 0 0,1-1 0 0 0,-1 2 0 0 0,0-1 1 0 0,0 1-1 0 0,1 1 0 0 0,-1-1 0 0 0,0 1 0 0 0,0 1 1 0 0,-1 0-1 0 0,1 0 0 0 0,0 1 0 0 0,-1 0 0 0 0,0 1 1 0 0,15 10-1 0 0,-19-12-106 0 0,0 0 0 0 0,0 1 0 0 0,0 0 0 0 0,-1-1 0 0 0,1 1 0 0 0,-1 0 0 0 0,0 1 0 0 0,-1-1 0 0 0,1 0 0 0 0,0 1 1 0 0,-1 0-1 0 0,0-1 0 0 0,0 1 0 0 0,-1 0 0 0 0,0 0 0 0 0,1 0 0 0 0,-1 0 0 0 0,-1 0 0 0 0,1 0 0 0 0,-1 0 0 0 0,0 1 0 0 0,0-1 0 0 0,-1 0 0 0 0,1 0 0 0 0,-1 0 0 0 0,0 0 1 0 0,0 0-1 0 0,-3 6 0 0 0,-3 5 160 0 0,0 0-1 0 0,-1-1 1 0 0,-1 0 0 0 0,0-1 0 0 0,-1 0 0 0 0,-22 24 0 0 0,-80 69 1199 0 0,98-95-1339 0 0,-76 62-35 0 0,-38 35-94 0 0,125-108-39 0 0,3 0 0 0 0,-1-1 0 0 0,0 0 0 0 0,1 1 0 0 0,-1-1 0 0 0,1 0 0 0 0,-1 1 0 0 0,1-1 0 0 0,-1 1 0 0 0,0-1 0 0 0,1 1 0 0 0,0 0 0 0 0,-1-1 0 0 0,1 1 0 0 0,-1-1 0 0 0,1 1 0 0 0,0 0 0 0 0,-1-1 0 0 0,1 1 0 0 0,0 0 0 0 0,0-1 0 0 0,-1 1 0 0 0,1 0 0 0 0,0 1 0 0 0,1 7 0 0 0,0-8 0 0 0,0 1 0 0 0,0-1 0 0 0,1 0 0 0 0,-1 0 0 0 0,0 0 0 0 0,1-1 0 0 0,-1 1 0 0 0,0 0 0 0 0,1 0 0 0 0,-1-1 0 0 0,1 1 0 0 0,-1-1 0 0 0,1 1 0 0 0,-1-1 0 0 0,1 0 0 0 0,0 1 0 0 0,2-1 0 0 0,33 0 0 0 0,-28-1 0 0 0,116-9 0 0 0,145-32 0 0 0,-60-8-306 0 0,-207 49-979 0 0,0 0-1 0 0,0-1 1 0 0,0 1 0 0 0,0-1 0 0 0,0 0-1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8.4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0 2940 0 0,'-29'5'12013'0'0,"4"-1"-5719"0"0,42 11-5004 0 0,-11-12-1228 0 0,1 0 1 0 0,-1 0 0 0 0,1-1 0 0 0,0 1-1 0 0,-1-2 1 0 0,1 1 0 0 0,11 1 0 0 0,57 1 110 0 0,-35-2-134 0 0,69 1-937 0 0,-37-3-4996 0 0,-36 0-1929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8.7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200 1 404 0 0,'-47'21'5665'0'0,"-61"31"5427"0"0,104-50-10590 0 0,0 1-1 0 0,0-1 1 0 0,1 1 0 0 0,-1 0-1 0 0,1 0 1 0 0,0 0 0 0 0,0 0-1 0 0,0 1 1 0 0,0-1 0 0 0,1 1-1 0 0,-1 0 1 0 0,-2 6 0 0 0,5-9-449 0 0,0 0 0 0 0,0-1 0 0 0,0 1 0 0 0,1 0 0 0 0,-1-1 0 0 0,0 1 0 0 0,1 0 0 0 0,-1-1-1 0 0,0 1 1 0 0,1-1 0 0 0,-1 1 0 0 0,1-1 0 0 0,-1 1 0 0 0,1-1 0 0 0,-1 1 0 0 0,1-1 0 0 0,-1 1 0 0 0,1-1 0 0 0,-1 0 0 0 0,1 1 0 0 0,0-1 0 0 0,-1 0 0 0 0,1 0 0 0 0,0 1 0 0 0,-1-1 0 0 0,1 0 0 0 0,0 0 0 0 0,-1 0 0 0 0,1 0 0 0 0,0 0 0 0 0,0 0 0 0 0,1 1-28 0 0,15 2 113 0 0,1-1 0 0 0,0 0 0 0 0,0-2 0 0 0,0 1-1 0 0,0-2 1 0 0,24-4 0 0 0,-1 1-104 0 0,-37 4-41 0 0,174-18-2741 0 0,-146 13 751 0 0,0-2 0 0 0,0 0-1 0 0,45-19 1 0 0,-71 24 1278 0 0,0-1 0 0 0,0 0 1 0 0,-1-1-1 0 0,10-6 0 0 0,-4-3-4202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09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60 3040 0 0,'-11'-11'10099'0'0,"-14"5"-1515"0"0,39 4-8071 0 0,232-31 2233 0 0,-185 26-2272 0 0,-59 6-464 0 0,8 1-1433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0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52 640 0 0,'13'-51'22306'0'0,"-12"72"-18532"0"0,-1 73-2262 0 0,-4 0-1 0 0,-4 0 1 0 0,-36 166 0 0 0,7-82-6473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0.5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11 241 2268 0 0,'15'-50'9125'0'0,"-6"17"562"0"0,-9 35-8780 0 0,-14 80 4129 0 0,-5 33-2743 0 0,18-102-2187 0 0,0 0 0 0 0,2 0 0 0 0,-1-1 0 0 0,1 1 0 0 0,1 0 0 0 0,6 23 0 0 0,-6-31-88 0 0,-1-1 0 0 0,1 1-1 0 0,0 0 1 0 0,1-1 0 0 0,-1 1 0 0 0,1-1-1 0 0,0 0 1 0 0,0 0 0 0 0,1 0 0 0 0,-1 0-1 0 0,1 0 1 0 0,0-1 0 0 0,0 1 0 0 0,0-1-1 0 0,0 0 1 0 0,0-1 0 0 0,1 1 0 0 0,-1-1-1 0 0,1 1 1 0 0,0-1 0 0 0,0-1 0 0 0,-1 1-1 0 0,11 1 1 0 0,-8-2-9 0 0,0 0-1 0 0,1-1 0 0 0,0 0 1 0 0,-1 0-1 0 0,1 0 1 0 0,-1-1-1 0 0,1-1 1 0 0,-1 1-1 0 0,0-1 0 0 0,0 0 1 0 0,1-1-1 0 0,-1 0 1 0 0,-1 0-1 0 0,1 0 0 0 0,11-8 1 0 0,-5 0-10 0 0,1 0 1 0 0,-2-1-1 0 0,0 0 1 0 0,0-1-1 0 0,-1-1 1 0 0,-1 0 0 0 0,0 0-1 0 0,-1-1 1 0 0,0 0-1 0 0,-1-1 1 0 0,-1 0-1 0 0,-1 0 1 0 0,6-21-1 0 0,-8 23-4 0 0,-1 0-1 0 0,-1 0 0 0 0,0 0 1 0 0,-1 0-1 0 0,-1 0 0 0 0,0 0 1 0 0,-2-21-1 0 0,0 26-2 0 0,0-1-1 0 0,0 1 0 0 0,-1-1 1 0 0,0 1-1 0 0,-1 0 1 0 0,0 0-1 0 0,0 1 0 0 0,-1-1 1 0 0,0 1-1 0 0,0 0 1 0 0,-10-11-1 0 0,9 13-30 0 0,0 1 1 0 0,-1 0-1 0 0,1 0 0 0 0,-1 0 0 0 0,0 1 0 0 0,0-1 1 0 0,-1 2-1 0 0,1-1 0 0 0,-1 1 0 0 0,0 0 1 0 0,0 1-1 0 0,0 0 0 0 0,0 0 0 0 0,0 1 0 0 0,-1 0 1 0 0,1 0-1 0 0,0 1 0 0 0,-1 0 0 0 0,-11 2 0 0 0,12-1-349 0 0,0 0-1 0 0,-1 0 0 0 0,1 1 0 0 0,0 0 0 0 0,0 1 0 0 0,0 0 0 0 0,0 0 0 0 0,1 1 0 0 0,-1 0 0 0 0,1 0 0 0 0,0 0 0 0 0,0 1 0 0 0,0 0 0 0 0,1 1 0 0 0,0 0 0 0 0,0 0 0 0 0,0 0 0 0 0,1 0 0 0 0,-6 9 0 0 0,10-13 0 0 0,0 1-1 0 0,0 0 1 0 0,0-1-1 0 0,0 1 0 0 0,0 0 1 0 0,0 0-1 0 0,1 0 1 0 0,0-1-1 0 0,-1 1 0 0 0,1 0 1 0 0,0 0-1 0 0,0 3 1 0 0,8 20-7415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0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1 115 2968 0 0,'18'-29'17251'0'0,"-16"28"-16951"0"0,-1-1 1 0 0,1 0 0 0 0,0 1 0 0 0,1 0 0 0 0,-1-1 0 0 0,0 1 0 0 0,0 0 0 0 0,0 0 0 0 0,1 0 0 0 0,-1 1 0 0 0,0-1 0 0 0,1 0 0 0 0,-1 1 0 0 0,1 0 0 0 0,3-1 0 0 0,47 1-125 0 0,-24 0 176 0 0,30-1-490 0 0,103-7 976 0 0,-83-5-2509 0 0,-59 8-838 0 0,36-13-1 0 0,-33 5-1402 0 0,-9 2-1766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1.1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58 480 0 0,'-21'-16'9449'0'0,"-49"-26"2320"0"0,69 43-11582 0 0,0-1 0 0 0,0 0 1 0 0,-1 1-1 0 0,1 0 0 0 0,0-1 0 0 0,0 1 1 0 0,0 0-1 0 0,0 0 0 0 0,-1-1 0 0 0,1 1 0 0 0,0 0 1 0 0,1 0-1 0 0,-1 0 0 0 0,0 0 0 0 0,0 0 1 0 0,0 1-1 0 0,1-1 0 0 0,-1 0 0 0 0,0 0 0 0 0,1 0 1 0 0,-1 1-1 0 0,1-1 0 0 0,0 0 0 0 0,-1 0 1 0 0,1 1-1 0 0,0-1 0 0 0,0 0 0 0 0,0 1 0 0 0,0-1 1 0 0,0 3-1 0 0,-1 31 1035 0 0,3 0 1 0 0,10 69-1 0 0,1 8 376 0 0,-11-47-1598 0 0,-3 1 0 0 0,-18 125 0 0 0,7-108-8988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1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85 652 0 0,'-5'-85'23783'0'0,"5"86"-23643"0"0,-1-1 0 0 0,1 0 0 0 0,-1 1 0 0 0,1-1 0 0 0,-1 1 0 0 0,1-1 0 0 0,-1 1 0 0 0,1-1 0 0 0,0 1 1 0 0,-1 0-1 0 0,1-1 0 0 0,0 1 0 0 0,-1-1 0 0 0,1 1 0 0 0,0 0 0 0 0,0-1 0 0 0,-1 1 0 0 0,1 0 0 0 0,0-1 0 0 0,0 1 0 0 0,0 0 0 0 0,0 0 0 0 0,-2 23 1427 0 0,1-19-1157 0 0,-18 177 602 0 0,-26 210 1110 0 0,39-349-3680 0 0,-12 87-9909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1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62 164 452 0 0,'-1'-40'6233'0'0,"2"-36"3950"0"0,-1 74-9977 0 0,0 0 0 0 0,1 0 1 0 0,-1 0-1 0 0,0 0 1 0 0,1 0-1 0 0,-1 0 1 0 0,1 0-1 0 0,0 0 0 0 0,0 0 1 0 0,0 0-1 0 0,0 0 1 0 0,0 0-1 0 0,0 1 1 0 0,0-1-1 0 0,0 1 0 0 0,1-1 1 0 0,-1 0-1 0 0,1 1 1 0 0,-1 0-1 0 0,1-1 0 0 0,2 0 1 0 0,-1 0-33 0 0,0 1 0 0 0,1 0 0 0 0,-1 0 0 0 0,0 0 0 0 0,0 0 0 0 0,1 1 0 0 0,-1 0 0 0 0,0-1 0 0 0,1 1 0 0 0,-1 0 0 0 0,0 1 0 0 0,5 0 0 0 0,3 1 39 0 0,0 0 0 0 0,0 1 0 0 0,-1 1-1 0 0,1 0 1 0 0,-1 0 0 0 0,0 1 0 0 0,10 6 0 0 0,-12-7-118 0 0,-1 1-1 0 0,0 1 1 0 0,0-1 0 0 0,0 1 0 0 0,-1 0 0 0 0,0 0 0 0 0,0 1 0 0 0,0 0 0 0 0,-1 0-1 0 0,0 0 1 0 0,-1 1 0 0 0,1 0 0 0 0,-2-1 0 0 0,1 2 0 0 0,-1-1 0 0 0,0 0 0 0 0,0 1-1 0 0,-1-1 1 0 0,-1 1 0 0 0,1 0 0 0 0,-1-1 0 0 0,-1 1 0 0 0,0 0 0 0 0,0 0 0 0 0,0 0-1 0 0,-1-1 1 0 0,-1 1 0 0 0,1 0 0 0 0,-1-1 0 0 0,-1 1 0 0 0,0-1 0 0 0,-5 12 0 0 0,-1-4 158 0 0,-1 1 0 0 0,0-1 1 0 0,-2 0-1 0 0,0-1 1 0 0,0-1-1 0 0,-18 16 1 0 0,-93 71 2024 0 0,85-70-2068 0 0,26-24-210 0 0,-17 17 0 0 0,21-13 0 0 0,8-11 0 0 0,-1 0 0 0 0,1 0 0 0 0,0 1 0 0 0,0-1 0 0 0,0 0 0 0 0,0 1 0 0 0,0-1 0 0 0,0 0 0 0 0,0 0 0 0 0,0 1 0 0 0,0-1 0 0 0,0 0 0 0 0,0 1 0 0 0,0-1 0 0 0,0 0 0 0 0,0 0 0 0 0,0 1 0 0 0,0-1 0 0 0,0 0 0 0 0,1 0 0 0 0,-1 1 0 0 0,0-1 0 0 0,0 0 0 0 0,0 0 0 0 0,0 1 0 0 0,0-1 0 0 0,1 0 0 0 0,-1 0 0 0 0,0 1 0 0 0,0-1 0 0 0,0 0 0 0 0,1 0 0 0 0,2 2 0 0 0,0 0 0 0 0,0-1 0 0 0,0 0 0 0 0,0 0 0 0 0,0 0 0 0 0,1 0 0 0 0,-1 0 0 0 0,0-1 0 0 0,0 1 0 0 0,5-1 0 0 0,39 0 0 0 0,-27 0 0 0 0,129-3 0 0 0,180-27 0 0 0,-131-12-58 0 0,-182 38 22 0 0,5 0-1794 0 0,-7 1-2240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2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257 1 1376 0 0,'-42'-1'6291'0'0,"-71"8"-1"0"0,62-3-2278 0 0,11-2-1870 0 0,37-2-1692 0 0,-4 3 1813 0 0,137-8-1288 0 0,39 0-3376 0 0,-140 6-3373 0 0,53 9 0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2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17 1292 0 0,'-116'42'14981'0'0,"115"-42"-14918"0"0,1 0 0 0 0,-1 0-1 0 0,1 0 1 0 0,-1 0-1 0 0,0 0 1 0 0,1 1-1 0 0,-1-1 1 0 0,1 0-1 0 0,-1 0 1 0 0,1 1-1 0 0,-1-1 1 0 0,1 0-1 0 0,-1 1 1 0 0,1-1-1 0 0,-1 1 1 0 0,1-1-1 0 0,0 1 1 0 0,-1-1 0 0 0,1 1-1 0 0,-1 0 1 0 0,6 6 967 0 0,14 2-285 0 0,4-6-606 0 0,0-1 0 0 0,0-1-1 0 0,0-1 1 0 0,45-6-1 0 0,-40 3-355 0 0,169-26-4015 0 0,-67-3-3023 0 0,-73 14 1308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3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227 80 1024 0 0,'-12'-21'11643'0'0,"2"7"-8732"0"0,3 5 1031 0 0,1-1-601 0 0,5 10-3078 0 0,0-1 0 0 0,1 0 0 0 0,-1 0-1 0 0,0 1 1 0 0,1-1 0 0 0,-1 0-1 0 0,1 0 1 0 0,0 0 0 0 0,-1 0 0 0 0,1 1-1 0 0,0-1 1 0 0,-1 0 0 0 0,1 0-1 0 0,0 0 1 0 0,0 0 0 0 0,0 0 0 0 0,0 0-1 0 0,0 0 1 0 0,0 0 0 0 0,0-1-1 0 0,1 1-241 0 0,-1 0 0 0 0,1 1 0 0 0,0-1 0 0 0,-1 1 0 0 0,1-1 0 0 0,0 1 0 0 0,0-1 0 0 0,-1 1 0 0 0,1 0 0 0 0,0-1 0 0 0,0 1 0 0 0,0 0 0 0 0,-1 0 0 0 0,1 0 0 0 0,0-1 0 0 0,0 1 0 0 0,0 0 0 0 0,0 0 0 0 0,0 0 0 0 0,-1 0 0 0 0,1 0 0 0 0,0 1 0 0 0,0-1 0 0 0,0 0 0 0 0,0 0 0 0 0,-1 1 0 0 0,1-1 0 0 0,0 0 0 0 0,1 1 0 0 0,6 1-17 0 0,-1 1 0 0 0,1 0 0 0 0,0 0 0 0 0,-1 1 0 0 0,1-1 1 0 0,-1 2-1 0 0,0-1 0 0 0,-1 1 0 0 0,1 0 0 0 0,-1 0 0 0 0,0 1 0 0 0,0 0 0 0 0,0 0 0 0 0,4 7 0 0 0,-6-7 0 0 0,-1-1 0 0 0,1 1-1 0 0,-1 0 1 0 0,0 0-1 0 0,-1 0 1 0 0,0 1-1 0 0,0-1 1 0 0,0 0 0 0 0,0 1-1 0 0,-1 0 1 0 0,0-1-1 0 0,-1 1 1 0 0,1 0-1 0 0,-2-1 1 0 0,1 1 0 0 0,0 0-1 0 0,-1-1 1 0 0,-2 9-1 0 0,-2-1 6 0 0,0-1 0 0 0,0 0 1 0 0,-1 0-1 0 0,0-1 0 0 0,-1 0 0 0 0,-1 0 0 0 0,0-1 0 0 0,-1 0 0 0 0,0 0 0 0 0,0-1 0 0 0,-21 18 0 0 0,-10 3 177 0 0,-85 51 0 0 0,68-47 44 0 0,44-23-119 0 0,13-12-110 0 0,0 0 1 0 0,0 0 0 0 0,0 0 0 0 0,0 1 0 0 0,0-1 0 0 0,0 0 0 0 0,0 0 0 0 0,0 0-1 0 0,0 1 1 0 0,0-1 0 0 0,0 0 0 0 0,0 0 0 0 0,1 0 0 0 0,-1 1 0 0 0,0-1-1 0 0,0 0 1 0 0,0 0 0 0 0,0 0 0 0 0,0 0 0 0 0,0 1 0 0 0,1-1 0 0 0,-1 0 0 0 0,0 0-1 0 0,0 0 1 0 0,0 0 0 0 0,0 0 0 0 0,0 1 0 0 0,1-1 0 0 0,-1 0 0 0 0,0 0-1 0 0,0 0 1 0 0,0 0 0 0 0,1 0 0 0 0,-1 0 0 0 0,0 0 0 0 0,0 0 0 0 0,0 0 0 0 0,1 0-1 0 0,-1 0 1 0 0,35 1 63 0 0,-26-1-63 0 0,355-15-1062 0 0,-17 1-4611 0 0,-170 8-4341 0 0,-94 4-941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5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0 172 820 0 0,'43'26'8406'0'0,"21"8"-1693"0"0,-62-33-6262 0 0,18 9 4952 0 0,-20-12-5368 0 0,-1-1 0 0 0,1 1 0 0 0,0 0 0 0 0,-1 0 0 0 0,0-1 0 0 0,0 1-1 0 0,1 0 1 0 0,-1 0 0 0 0,-1 0 0 0 0,1 0 0 0 0,0 0 0 0 0,0 0 0 0 0,-1 0 0 0 0,1 0-1 0 0,-3-2 1 0 0,-35-29 2 0 0,4 5-78 0 0,2-5-2142 0 0,32 31 1969 0 0,15-5-216 0 0,303-54-55 0 0,-217 45 437 0 0,59-8 271 0 0,-156 24-107 0 0,17-2 649 0 0,-9 2-663 0 0,-8 0 30 0 0,-5 20 4 0 0,-9 14-83 0 0,2-3-29 0 0,0 0 0 0 0,-6 45 1 0 0,10 3-15 0 0,7 133 0 0 0,2-140 201 0 0,-3 0-1 0 0,-12 102 1 0 0,10-166 20 0 0,0 0 0 0 0,-1 0 0 0 0,0-1 0 0 0,0 1 1 0 0,-1-1-1 0 0,0 1 0 0 0,0-1 0 0 0,-1 0 0 0 0,0 0 1 0 0,0-1-1 0 0,0 1 0 0 0,-8 7 0 0 0,8-10-138 0 0,-1 0 1 0 0,0 0-1 0 0,0 0 0 0 0,0-1 0 0 0,-1 1 1 0 0,1-1-1 0 0,-1-1 0 0 0,0 1 0 0 0,0-1 1 0 0,0 0-1 0 0,0 0 0 0 0,0-1 1 0 0,0 0-1 0 0,0 0 0 0 0,-11 0 0 0 0,-5 0-25 0 0,0-2-1 0 0,0 0 1 0 0,1-2 0 0 0,-23-5-1 0 0,30 5-384 0 0,0-1 0 0 0,0 0-1 0 0,0-1 1 0 0,0-1 0 0 0,1 0 0 0 0,-24-15 0 0 0,34 19-147 0 0,-1-1 0 0 0,1 0 0 0 0,-1 0 0 0 0,1 0 1 0 0,0 0-1 0 0,0 0 0 0 0,0-1 0 0 0,1 0 1 0 0,-1 1-1 0 0,1-1 0 0 0,-3-5 0 0 0,4 6-475 0 0,0 0-1 0 0,0 0 0 0 0,1-1 0 0 0,-1 1 1 0 0,1 0-1 0 0,-1-1 0 0 0,1 1 0 0 0,0 0 1 0 0,1-7-1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5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2268 0 0,'0'0'11300'0'0,"3"0"-11025"0"0,22 0-80 0 0,0-1 0 0 0,0-1 0 0 0,34-8 0 0 0,4 0 11 0 0,222-38-8868 0 0,-255 41 4899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5.7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0 388 0 0,'0'0'12821'0'0,"3"20"-10798"0"0,-13 146 3922 0 0,0-2-5016 0 0,10-158-962 0 0,0 7-292 0 0,0 0 1 0 0,4 20-1 0 0,-3-30-82 0 0,-1 1-1 0 0,1-1 1 0 0,1 1 0 0 0,-1-1 0 0 0,0 0 0 0 0,1 1 0 0 0,0-1-1 0 0,2 3 1 0 0,8 1-2658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5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42 2408 0 0,'-3'-11'1912'0'0,"-1"2"825"0"0,-1-3-1057 0 0,2 2-176 0 0,-7 15-2216 0 0,4 9-3060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6.3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1 984 0 0,'35'48'8645'0'0,"11"32"-3371"0"0,-15-27-3362 0 0,-9-12 106 0 0,31 83 0 0 0,-36-82 3244 0 0,-29-38-4239 0 0,9-8-963 0 0,-1 0 1 0 0,1 0 0 0 0,0 0-1 0 0,0-1 1 0 0,0 1 0 0 0,0-1-1 0 0,1 0 1 0 0,0 1 0 0 0,0-1-1 0 0,0 0 1 0 0,0-1 0 0 0,1 1-1 0 0,-2-10 1 0 0,3 7-51 0 0,0 0 0 0 0,0 0 0 0 0,1-1 0 0 0,0 1 0 0 0,0 0 0 0 0,1 0 0 0 0,0 0 0 0 0,4-11 0 0 0,0 5-39 0 0,0 0-1 0 0,1 0 1 0 0,1 1 0 0 0,0 0 0 0 0,1 0 0 0 0,1 1 0 0 0,0 0 0 0 0,0 0-1 0 0,15-11 1 0 0,-15 15-3 0 0,0 1-1 0 0,0 0 1 0 0,1 1-1 0 0,-1 0 1 0 0,2 1-1 0 0,-1 0 1 0 0,1 1-1 0 0,-1 0 1 0 0,1 1-1 0 0,0 0 1 0 0,0 0-1 0 0,1 2 1 0 0,17-1-1 0 0,-24 2 22 0 0,0 0 0 0 0,0 0-1 0 0,-1 1 1 0 0,1-1 0 0 0,0 1 0 0 0,-1 1-1 0 0,1-1 1 0 0,-1 1 0 0 0,0 0 0 0 0,1 0-1 0 0,-1 1 1 0 0,0 0 0 0 0,0 0-1 0 0,0 0 1 0 0,-1 0 0 0 0,1 1 0 0 0,-1-1-1 0 0,0 1 1 0 0,0 0 0 0 0,0 1 0 0 0,0-1-1 0 0,-1 1 1 0 0,0 0 0 0 0,0-1 0 0 0,0 1-1 0 0,0 1 1 0 0,-1-1 0 0 0,0 0 0 0 0,0 0-1 0 0,2 12 1 0 0,-2-4-513 0 0,0 1-1 0 0,0 18 1 0 0,-2-22-514 0 0,1 0 0 0 0,0 0 0 0 0,0 0 0 0 0,1 0 0 0 0,3 11 0 0 0,-3-17 624 0 0,-1-1-1 0 0,1 0 0 0 0,0 0 1 0 0,0 1-1 0 0,0-1 0 0 0,0-1 1 0 0,0 1-1 0 0,0 0 0 0 0,1 0 1 0 0,0-1-1 0 0,-1 0 0 0 0,1 1 1 0 0,0-1-1 0 0,0 0 0 0 0,0 0 1 0 0,1-1-1 0 0,-1 1 0 0 0,6 1 1 0 0,14 4-3265 0 0,0-3-1538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6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397 509 1528 0 0,'1'-4'515'0'0,"0"0"0"0"0,-1 0 0 0 0,1 0 0 0 0,-1 0 0 0 0,1 0 0 0 0,-1 0-1 0 0,0 0 1 0 0,-1 0 0 0 0,1 0 0 0 0,-1 1 0 0 0,0-1 0 0 0,0 0 0 0 0,0 0 0 0 0,0 0 0 0 0,-1 1-1 0 0,1-1 1 0 0,-1 1 0 0 0,0-1 0 0 0,-3-3 0 0 0,3 4-388 0 0,0 1 0 0 0,0 0 0 0 0,0 0 0 0 0,0 0 0 0 0,0 0 0 0 0,-1 0 0 0 0,1 0 0 0 0,-1 0 0 0 0,0 1 0 0 0,1-1 0 0 0,-1 1 0 0 0,0 0 0 0 0,0 0 0 0 0,0 0 0 0 0,0 0 0 0 0,0 0 0 0 0,0 1 1 0 0,0-1-1 0 0,0 1 0 0 0,0 0 0 0 0,0 0 0 0 0,0 0 0 0 0,0 0 0 0 0,0 1 0 0 0,-4 0 0 0 0,-6 3-28 0 0,0 0 0 0 0,1 1-1 0 0,-1 0 1 0 0,1 1 0 0 0,0 1 0 0 0,0 0 0 0 0,1 0 0 0 0,-15 13 0 0 0,4-2 4 0 0,2 2-1 0 0,-37 42 1 0 0,43-44-39 0 0,1 0 0 0 0,-18 35-1 0 0,26-44-33 0 0,1 0-1 0 0,0 0 0 0 0,1 0 0 0 0,0 1 0 0 0,1-1 0 0 0,0 1 0 0 0,0 0 0 0 0,0 14 0 0 0,2-21-14 0 0,0-1-1 0 0,0 0 1 0 0,0 0-1 0 0,0 0 1 0 0,0 1-1 0 0,1-1 1 0 0,-1 0-1 0 0,1 0 1 0 0,0 0 0 0 0,0 0-1 0 0,0 0 1 0 0,0 0-1 0 0,0 0 1 0 0,0 0-1 0 0,0 0 1 0 0,0-1-1 0 0,1 1 1 0 0,-1 0-1 0 0,3 1 1 0 0,-1-1-2 0 0,-1 0 1 0 0,1-1-1 0 0,0 1 1 0 0,0-1-1 0 0,-1 0 0 0 0,1 0 1 0 0,0 0-1 0 0,0 0 1 0 0,0-1-1 0 0,0 1 1 0 0,0-1-1 0 0,5 0 0 0 0,0 0-3 0 0,1 0 0 0 0,-1-1-1 0 0,1 0 1 0 0,-1-1-1 0 0,0 0 1 0 0,1 0-1 0 0,-1-1 1 0 0,0 0-1 0 0,8-5 1 0 0,0-2-72 0 0,-1 0 0 0 0,-1-2 0 0 0,0 1 0 0 0,0-2 0 0 0,-1 0 0 0 0,-1 0 0 0 0,0-1 0 0 0,-1-1 0 0 0,0 0 0 0 0,-1 0 0 0 0,-1-1 0 0 0,0 0 0 0 0,10-29 1 0 0,0-10-211 0 0,-2-1 0 0 0,19-113 1 0 0,-16-37 625 0 0,-15 136 103 0 0,-6 56-392 0 0,-5 22-11 0 0,-5 18 147 0 0,2 19 252 0 0,3 1-1 0 0,1-1 0 0 0,1 57 1 0 0,7-31-231 0 0,15 96 0 0 0,-14-141-699 0 0,1-1 0 0 0,1 0-1 0 0,18 43 1 0 0,-19-55-535 0 0,1 0 0 0 0,1-1-1 0 0,0 0 1 0 0,1-1 0 0 0,1 1 0 0 0,-1-2-1 0 0,2 1 1 0 0,16 15 0 0 0,3-5-4609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7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25 770 3164 0 0,'0'0'2152'0'0,"-20"39"7823"0"0,19-37-9823 0 0,1 1-1 0 0,-1-1 1 0 0,0 0-1 0 0,1 0 0 0 0,-1 0 1 0 0,1 0-1 0 0,0 1 1 0 0,0 3-1 0 0,0-5-126 0 0,0 0-1 0 0,0-1 1 0 0,0 1-1 0 0,0 0 1 0 0,0-1-1 0 0,1 1 1 0 0,-1 0 0 0 0,0-1-1 0 0,0 1 1 0 0,1 0-1 0 0,-1-1 1 0 0,0 1-1 0 0,1-1 1 0 0,-1 1 0 0 0,1-1-1 0 0,-1 1 1 0 0,0-1-1 0 0,1 1 1 0 0,-1-1-1 0 0,1 1 1 0 0,0-1-1 0 0,-1 0 1 0 0,1 1 0 0 0,-1-1-1 0 0,1 0 1 0 0,-1 1-1 0 0,1-1 1 0 0,0 0-1 0 0,-1 0 1 0 0,1 0 0 0 0,0 1-1 0 0,-1-1 1 0 0,1 0-1 0 0,0 0 1 0 0,-1 0-1 0 0,1 0 1 0 0,0 0-1 0 0,-1 0 1 0 0,1-1 0 0 0,0 1-1 0 0,-1 0 1 0 0,2 0-1 0 0,5-2 20 0 0,0 1-1 0 0,1-1 0 0 0,-1-1 1 0 0,0 1-1 0 0,0-1 0 0 0,0 0 1 0 0,-1-1-1 0 0,1 0 1 0 0,-1 0-1 0 0,0 0 0 0 0,11-10 1 0 0,-8 5-22 0 0,0 0-1 0 0,-1-1 1 0 0,0-1 0 0 0,-1 0 0 0 0,0 0 0 0 0,7-15 0 0 0,0-5-33 0 0,-2 0-1 0 0,-2-1 1 0 0,-1 0-1 0 0,8-51 1 0 0,-3-38 251 0 0,-2-222-1 0 0,-12 339-212 0 0,-2-32-76 0 0,2 35 13 0 0,-1 1-14 0 0,0 1 48 0 0,0 0 1 0 0,0 0 0 0 0,0 0 0 0 0,0 0-1 0 0,0 0 1 0 0,0 0 0 0 0,0 0-1 0 0,0 0 1 0 0,0 0 0 0 0,1 1-1 0 0,-2 1 1 0 0,2-2 0 0 0,-5 10 6 0 0,1 0 1 0 0,0 0-1 0 0,1 1 0 0 0,1 0 0 0 0,-3 14 1 0 0,2-8 0 0 0,-32 234 165 0 0,33-220-158 0 0,2 0 0 0 0,0-1 0 0 0,2 1 0 0 0,2 0 0 0 0,0-1 0 0 0,10 31 0 0 0,-11-51-295 0 0,1-1 0 0 0,0 0 0 0 0,0-1 0 0 0,1 1 0 0 0,0-1-1 0 0,11 15 1 0 0,-13-20-307 0 0,0 0 0 0 0,1-1 0 0 0,-1 1 1 0 0,1-1-1 0 0,0 1 0 0 0,0-1 0 0 0,0 0 0 0 0,0-1 0 0 0,1 1 0 0 0,-1-1 0 0 0,1 0 0 0 0,0 0 0 0 0,-1 0 0 0 0,1 0 0 0 0,10 1 0 0 0,3-2-4590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7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1808 0 0,'3'-94'13488'0'0,"3"224"-11084"0"0,-5-55-1526 0 0,-3 268 741 0 0,-3-150-311 0 0,19-217-1238 0 0,-1-4-82 0 0,2 1 0 0 0,0 0 1 0 0,29-35-1 0 0,-34 49-12 0 0,0 1-1 0 0,2 1 1 0 0,-1 0-1 0 0,1 0 0 0 0,1 1 1 0 0,0 1-1 0 0,0 0 1 0 0,23-11-1 0 0,-33 18 10 0 0,0 1 0 0 0,0 0 0 0 0,1-1 0 0 0,-1 1 0 0 0,0 1 0 0 0,1-1 0 0 0,-1 0 0 0 0,1 1 0 0 0,-1 0 0 0 0,1-1 0 0 0,-1 2 1 0 0,1-1-1 0 0,-1 0 0 0 0,1 1 0 0 0,-1-1 0 0 0,0 1 0 0 0,1 0 0 0 0,-1 0 0 0 0,0 0 0 0 0,1 1 0 0 0,-1-1 0 0 0,3 3 0 0 0,-2-1 12 0 0,0 0 1 0 0,0 0-1 0 0,0 1 0 0 0,-1-1 1 0 0,0 1-1 0 0,1 0 1 0 0,-1 0-1 0 0,-1 1 0 0 0,1-1 1 0 0,0 1-1 0 0,-1-1 1 0 0,0 1-1 0 0,0 0 1 0 0,2 7-1 0 0,-2 1 28 0 0,0 0 1 0 0,-1 0 0 0 0,0 0-1 0 0,-1 0 1 0 0,0 0-1 0 0,-5 25 1 0 0,3-23-12 0 0,0-1 0 0 0,2 0 0 0 0,-1 1 0 0 0,2-1 0 0 0,2 18 0 0 0,-3-30-11 0 0,1 0 0 0 0,-1 0-1 0 0,1-1 1 0 0,-1 1 0 0 0,1 0 0 0 0,0 0 0 0 0,0-1 0 0 0,0 1 0 0 0,0-1 0 0 0,0 1 0 0 0,0-1 0 0 0,0 1 0 0 0,0-1 0 0 0,1 0 0 0 0,-1 1 0 0 0,0-1 0 0 0,1 0 0 0 0,2 2 0 0 0,-1-2-11 0 0,1 1 1 0 0,-1-1 0 0 0,0 0-1 0 0,1 0 1 0 0,-1 0 0 0 0,1-1 0 0 0,-1 1-1 0 0,1-1 1 0 0,4 0 0 0 0,4-1-85 0 0,1 0 0 0 0,-1-1 0 0 0,0 0 0 0 0,20-7 0 0 0,-13 1-80 0 0,1 0 0 0 0,-2-1 0 0 0,1-1 1 0 0,-2 0-1 0 0,1-2 0 0 0,-1 0 0 0 0,-1-1 0 0 0,23-23 0 0 0,-17 13 133 0 0,-1-1 0 0 0,-1-1 0 0 0,-1 0-1 0 0,29-54 1 0 0,-20 7 1778 0 0,-27 71-1729 0 0,-1 1 0 0 0,0 0 0 0 0,0-1 0 0 0,0 1 0 0 0,1-1 0 0 0,-1 1 0 0 0,0 0-1 0 0,0-1 1 0 0,0 1 0 0 0,0 0 0 0 0,0-1 0 0 0,0 1 0 0 0,0-1 0 0 0,0 1 0 0 0,0 0 0 0 0,0-1 0 0 0,0 1 0 0 0,0-1 0 0 0,0 1 0 0 0,0 0 0 0 0,0-1 0 0 0,0 1 0 0 0,0-1 0 0 0,0 1 0 0 0,0 0 0 0 0,-1-1 0 0 0,1 1-1 0 0,0 0 1 0 0,0-1 0 0 0,-1 1 0 0 0,-11 0 78 0 0,-12 14-40 0 0,12-4-31 0 0,1 0-1 0 0,0 1 1 0 0,0 0 0 0 0,2 1-1 0 0,-1 0 1 0 0,-13 24 0 0 0,19-29 4 0 0,-1 1 0 0 0,2 0-1 0 0,-1 0 1 0 0,1 0 0 0 0,1 1 0 0 0,-1-1 0 0 0,1 1 0 0 0,1-1-1 0 0,0 1 1 0 0,0 0 0 0 0,0-1 0 0 0,1 1 0 0 0,2 11 0 0 0,-2-16-4 0 0,1 0 0 0 0,0-1 0 0 0,1 1 0 0 0,-1-1 0 0 0,0 1 0 0 0,1-1 0 0 0,0 1 0 0 0,0-1 0 0 0,0 0 0 0 0,0 0 0 0 0,1 0 0 0 0,-1 0 0 0 0,5 4 0 0 0,-2-3 9 0 0,1 1 0 0 0,0-1 0 0 0,0 0 0 0 0,0-1 0 0 0,0 0 0 0 0,12 5-1 0 0,-1-2-293 0 0,1-2-1 0 0,0 0 0 0 0,-1 0 0 0 0,35 1 0 0 0,83-7-4347 0 0,-47-10-2284 0 0,-42 2 186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8.1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23 6237 0 0,'-47'5'12936'0'0,"76"-4"-11837"0"0,224-8-5004 0 0,-86-5-3002 0 0,-74 3-149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8.8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58 1116 0 0,'0'-12'6541'0'0,"0"10"-6278"0"0,0 0 0 0 0,0 0 0 0 0,0 1 0 0 0,1-1 0 0 0,-1 0 0 0 0,0 0 0 0 0,1 1 0 0 0,-1-1 0 0 0,1 0 0 0 0,-1 0 1 0 0,1 1-1 0 0,0-1 0 0 0,0 0 0 0 0,0 1 0 0 0,0-1 0 0 0,0 1 0 0 0,0-1 0 0 0,0 1 0 0 0,0 0 0 0 0,3-3 0 0 0,-1 3-154 0 0,-1 0-1 0 0,0 0 1 0 0,0 0-1 0 0,1 0 0 0 0,-1 0 1 0 0,1 0-1 0 0,-1 1 1 0 0,1-1-1 0 0,-1 1 1 0 0,1 0-1 0 0,-1 0 0 0 0,1 0 1 0 0,3 0-1 0 0,2 1-95 0 0,0 1-1 0 0,0-1 1 0 0,0 1 0 0 0,-1 1-1 0 0,1 0 1 0 0,-1 0-1 0 0,1 0 1 0 0,11 8 0 0 0,-8-3 54 0 0,0 1 1 0 0,0 0-1 0 0,-1 1 1 0 0,0 0-1 0 0,-1 1 1 0 0,0 0-1 0 0,-1 0 0 0 0,0 1 1 0 0,-1 0-1 0 0,0 1 1 0 0,-1-1-1 0 0,0 1 1 0 0,4 17-1 0 0,-5-15 182 0 0,-2 0 0 0 0,0 1 0 0 0,0-1 0 0 0,-1 0 0 0 0,-1 1 0 0 0,-1-1 0 0 0,0 1 0 0 0,-1-1 0 0 0,-1 1 0 0 0,0-1-1 0 0,-8 28 1 0 0,7-33 277 0 0,-1 0 0 0 0,0-1 1 0 0,0 0-1 0 0,-1 1 0 0 0,-6 9 0 0 0,10-17 64 0 0,-5-5-260 0 0,5 3-321 0 0,1 0 0 0 0,0 0-1 0 0,-1 0 1 0 0,1 0 0 0 0,0 0-1 0 0,-1 0 1 0 0,1 0 0 0 0,-1 0-1 0 0,1-1 1 0 0,0 1 0 0 0,-1 0-1 0 0,1 0 1 0 0,0 0 0 0 0,-1 0-1 0 0,1 0 1 0 0,0-1 0 0 0,-1 1-1 0 0,1 0 1 0 0,0 0 0 0 0,0 0-1 0 0,-1-1 1 0 0,1 1 0 0 0,0 0-1 0 0,0-1 1 0 0,-1 1 0 0 0,1 0-1 0 0,0-1 1 0 0,0 1 0 0 0,0 0-1 0 0,-1-1 1 0 0,1 1 0 0 0,0 0-1 0 0,0-1 1 0 0,0-13 62 0 0,0 0 0 0 0,1 0 1 0 0,1 0-1 0 0,0 0 0 0 0,1 0 0 0 0,0 0 0 0 0,1 0 0 0 0,0 1 1 0 0,2 0-1 0 0,-1 0 0 0 0,9-13 0 0 0,0 1-181 0 0,1 1 0 0 0,1 1 0 0 0,1 0 0 0 0,34-34-1 0 0,-41 46-443 0 0,0 1 0 0 0,2 1 1 0 0,-1 0-1 0 0,1 1 0 0 0,0 0 0 0 0,17-8 0 0 0,-24 13 73 0 0,1 1 1 0 0,0 0-1 0 0,0 0 0 0 0,0 0 1 0 0,0 1-1 0 0,0 0 1 0 0,1 0-1 0 0,-1 1 1 0 0,0 0-1 0 0,0 0 1 0 0,1 0-1 0 0,-1 1 1 0 0,0-1-1 0 0,0 2 1 0 0,0-1-1 0 0,0 1 1 0 0,6 2-1 0 0,63 30-5911 0 0,-57-24 4296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9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264 101 1884 0 0,'6'2'622'0'0,"0"-1"0"0"0,0 1 0 0 0,0-1 0 0 0,0-1 0 0 0,0 1 0 0 0,0-1 0 0 0,0 1 0 0 0,0-2 0 0 0,0 1 0 0 0,0-1 0 0 0,-1 0 0 0 0,8-2 0 0 0,-11 3-479 0 0,-1-1-1 0 0,0 0 1 0 0,0 1-1 0 0,1-1 0 0 0,-1 0 1 0 0,0 0-1 0 0,0 0 1 0 0,0 1-1 0 0,0-1 1 0 0,0-1-1 0 0,0 1 0 0 0,0 0 1 0 0,0 0-1 0 0,0 0 1 0 0,-1 0-1 0 0,1-1 1 0 0,0 1-1 0 0,-1 0 1 0 0,1 0-1 0 0,-1-1 0 0 0,0 1 1 0 0,1-1-1 0 0,-1 1 1 0 0,0 0-1 0 0,0-1 1 0 0,1 1-1 0 0,-1-1 0 0 0,0 1 1 0 0,-1-3-1 0 0,1 1 108 0 0,-1-1 0 0 0,1 0-1 0 0,-1 0 1 0 0,0 0 0 0 0,0 1-1 0 0,0-1 1 0 0,-1 0 0 0 0,-1-4-1 0 0,1 6-185 0 0,1 0-1 0 0,0 0 1 0 0,-1 0-1 0 0,0 1 1 0 0,1-1-1 0 0,-1 0 1 0 0,0 0-1 0 0,0 1 1 0 0,0 0-1 0 0,0-1 1 0 0,0 1-1 0 0,0 0 1 0 0,0 0-1 0 0,0 0 0 0 0,-1 0 1 0 0,-3-1-1 0 0,2 1-12 0 0,-1 0 0 0 0,1 1-1 0 0,-1 0 1 0 0,1 0-1 0 0,-1 0 1 0 0,1 0-1 0 0,-1 1 1 0 0,-6 1-1 0 0,0 1-14 0 0,0 1 1 0 0,0 0-1 0 0,0 0 0 0 0,0 1 0 0 0,1 1 0 0 0,-12 8 1 0 0,2 0 1 0 0,0 2 1 0 0,1 1 0 0 0,1 0 0 0 0,-18 22 0 0 0,26-27-18 0 0,1 0 0 0 0,1 0 0 0 0,0 1 0 0 0,0 0 0 0 0,1 0 0 0 0,1 1 0 0 0,0-1 1 0 0,-4 20-1 0 0,9-30-9 0 0,0 0 1 0 0,0 0-1 0 0,1 1 1 0 0,0-1-1 0 0,-1 0 1 0 0,1 0-1 0 0,0 1 1 0 0,1-1 0 0 0,-1 0-1 0 0,1 1 1 0 0,-1-1-1 0 0,1 0 1 0 0,0 0-1 0 0,0 0 1 0 0,1 0-1 0 0,-1 0 1 0 0,0 0-1 0 0,1 0 1 0 0,2 3 0 0 0,-2-3-39 0 0,1 0 0 0 0,0-1 1 0 0,0 1-1 0 0,1 0 1 0 0,-1-1-1 0 0,0 0 1 0 0,1 0-1 0 0,-1 0 1 0 0,1 0-1 0 0,0 0 0 0 0,0-1 1 0 0,0 0-1 0 0,-1 0 1 0 0,1 0-1 0 0,5 1 1 0 0,3 0-196 0 0,1-1 1 0 0,0-1 0 0 0,-1 1-1 0 0,1-2 1 0 0,-1 0-1 0 0,1 0 1 0 0,-1-2 0 0 0,1 1-1 0 0,-1-1 1 0 0,0-1-1 0 0,0 0 1 0 0,0-1 0 0 0,-1 0-1 0 0,20-13 1 0 0,-14 7 58 0 0,-1-1 0 0 0,-1 0 0 0 0,0-2 0 0 0,0 0 0 0 0,-2 0-1 0 0,0-2 1 0 0,0 1 0 0 0,16-29 0 0 0,-12 16 753 0 0,19-30 758 0 0,-35 56-1281 0 0,9 21 23 0 0,-8 9 53 0 0,-3 27 0 0 0,-1-29-484 0 0,4 37 0 0 0,-1-55-530 0 0,1 0-1 0 0,-1 1 1 0 0,1-1 0 0 0,1 0-1 0 0,-1 0 1 0 0,2 0 0 0 0,-1 0 0 0 0,7 10-1 0 0,-2-5-4338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19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0 119 580 0 0,'1'-1'633'0'0,"2"-7"702"0"0,0 0 1 0 0,0 0 0 0 0,1 0 0 0 0,0 0-1 0 0,1 1 1 0 0,5-8 0 0 0,-9 13-1271 0 0,1 1 0 0 0,-1-1-1 0 0,1 1 1 0 0,-1 0 0 0 0,1 0 0 0 0,-1 0 0 0 0,1 0 0 0 0,0 0 0 0 0,-1 0 0 0 0,1 0 0 0 0,0 1-1 0 0,0-1 1 0 0,0 0 0 0 0,-1 1 0 0 0,1 0 0 0 0,0-1 0 0 0,0 1 0 0 0,0 0 0 0 0,0 0 0 0 0,0 0-1 0 0,0 0 1 0 0,0 0 0 0 0,0 1 0 0 0,0-1 0 0 0,-1 0 0 0 0,1 1 0 0 0,0 0 0 0 0,0-1-1 0 0,0 1 1 0 0,-1 0 0 0 0,1 0 0 0 0,0 0 0 0 0,-1 0 0 0 0,3 2 0 0 0,1 0 83 0 0,1 2 0 0 0,-1-1 1 0 0,1 1-1 0 0,-1 0 0 0 0,0 0 1 0 0,-1 0-1 0 0,0 1 0 0 0,1-1 1 0 0,-2 1-1 0 0,1 0 0 0 0,-1 0 1 0 0,0 1-1 0 0,0-1 0 0 0,0 1 1 0 0,-1-1-1 0 0,0 1 0 0 0,-1 0 1 0 0,1 0-1 0 0,-1 0 0 0 0,0 8 1 0 0,-1-7 2 0 0,0 0 1 0 0,0 0-1 0 0,-1 0 0 0 0,0 1 1 0 0,0-1-1 0 0,-1 0 0 0 0,0-1 1 0 0,0 1-1 0 0,-1 0 1 0 0,0 0-1 0 0,-1-1 0 0 0,1 0 1 0 0,-1 0-1 0 0,-1 0 1 0 0,1 0-1 0 0,-1-1 0 0 0,-6 7 1 0 0,10-12-104 0 0,0 0 0 0 0,0 0 1 0 0,0 0-1 0 0,0 0 0 0 0,0 0 0 0 0,-1 0 1 0 0,1 0-1 0 0,0 0 0 0 0,0 0 1 0 0,-1-1-1 0 0,1 1 0 0 0,-1 0 1 0 0,1-1-1 0 0,0 0 0 0 0,-1 1 0 0 0,1-1 1 0 0,-3 1-1 0 0,3-1-35 0 0,0-1 0 0 0,0 1 1 0 0,0 0-1 0 0,1-1 0 0 0,-1 1 0 0 0,0 0 0 0 0,1-1 1 0 0,-1 1-1 0 0,0-1 0 0 0,1 1 0 0 0,-1-1 0 0 0,0 1 1 0 0,1-1-1 0 0,-1 1 0 0 0,1-1 0 0 0,-1 0 0 0 0,1 1 0 0 0,-1-1 1 0 0,1 0-1 0 0,0 0 0 0 0,-1 1 0 0 0,1-1 0 0 0,0-1 1 0 0,-2-2-2 0 0,1-1 0 0 0,0 0 1 0 0,0 0-1 0 0,1 0 1 0 0,-1 0-1 0 0,1 0 0 0 0,0 0 1 0 0,2-9-1 0 0,1 0-14 0 0,0 0-1 0 0,1 0 1 0 0,1 1-1 0 0,0 0 1 0 0,1 0-1 0 0,0 0 1 0 0,1 1 0 0 0,1-1-1 0 0,10-11 1 0 0,-7 9-32 0 0,2 1 0 0 0,0 1 0 0 0,0 0 0 0 0,1 1 0 0 0,1 0 0 0 0,24-15-1 0 0,-34 24 13 0 0,0 0 0 0 0,0 1 0 0 0,0 0-1 0 0,0-1 1 0 0,0 2 0 0 0,1-1 0 0 0,-1 0-1 0 0,1 1 1 0 0,-1 0 0 0 0,1 1 0 0 0,-1-1-1 0 0,1 1 1 0 0,0 0 0 0 0,-1 0-1 0 0,1 1 1 0 0,-1 0 0 0 0,1 0 0 0 0,9 3-1 0 0,-8-1 19 0 0,0 0 0 0 0,0 1 0 0 0,0 0-1 0 0,0 0 1 0 0,-1 0 0 0 0,0 1 0 0 0,0 0-1 0 0,-1 1 1 0 0,1-1 0 0 0,-1 1 0 0 0,0 0-1 0 0,0 0 1 0 0,4 8 0 0 0,-2-1 34 0 0,-1 1 1 0 0,-1-1-1 0 0,0 1 1 0 0,0 0-1 0 0,-2 0 1 0 0,5 28-1 0 0,7 29-3696 0 0,-14-69 3206 0 0,0 0 0 0 0,0 0 0 0 0,-1 0-1 0 0,1-1 1 0 0,0 1 0 0 0,1 0 0 0 0,-1 0-1 0 0,0-1 1 0 0,0 1 0 0 0,1 0-1 0 0,-1-1 1 0 0,1 0 0 0 0,-1 1 0 0 0,1-1-1 0 0,0 0 1 0 0,0 0 0 0 0,-1 0-1 0 0,1 0 1 0 0,3 1 0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0.4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75 199 2428 0 0,'32'-197'18170'0'0,"-31"196"-17880"0"0,-1 3 71 0 0,3 33 1429 0 0,-3 66 0 0 0,-2-39-951 0 0,-3 104 210 0 0,-39 242 0 0 0,40-374-1221 0 0,3-22-137 0 0,0 0 0 0 0,-1 0 0 0 0,-1 0 0 0 0,-5 18 0 0 0,7-28-144 0 0,-1-2-93 0 0,1-1 464 0 0,0 1 1 0 0,-1 0 0 0 0,1-1-1 0 0,0 0 1 0 0,-1 1 0 0 0,1-1 0 0 0,0 0-1 0 0,0 1 1 0 0,-1-1 0 0 0,1 0-1 0 0,0 0 1 0 0,0 0 0 0 0,0 0-1 0 0,0 0 1 0 0,0 0 0 0 0,1-1 0 0 0,-1 1-1 0 0,0 0 1 0 0,0 0 0 0 0,1 0-1 0 0,-1-1 1 0 0,1 1 0 0 0,-1 0-1 0 0,1-1 1 0 0,-1 1 0 0 0,1-2 0 0 0,-8-44-1108 0 0,7 42 1039 0 0,-1-28-84 0 0,1 0-1 0 0,1-1 1 0 0,2 1 0 0 0,1 0 0 0 0,1 0 0 0 0,2 0-1 0 0,2 1 1 0 0,17-49 0 0 0,-19 66 208 0 0,1 0 0 0 0,0 0 0 0 0,1 1 0 0 0,1 0 1 0 0,0 1-1 0 0,1-1 0 0 0,0 2 0 0 0,1 0 0 0 0,1 0 0 0 0,17-14 0 0 0,-24 22 21 0 0,0 0 0 0 0,0 1 0 0 0,0 0 0 0 0,1-1 0 0 0,0 2 0 0 0,-1-1 0 0 0,1 1-1 0 0,0 0 1 0 0,0 0 0 0 0,0 0 0 0 0,1 1 0 0 0,-1 0 0 0 0,0 0 0 0 0,0 1 0 0 0,1-1-1 0 0,-1 1 1 0 0,0 1 0 0 0,1-1 0 0 0,-1 1 0 0 0,0 0 0 0 0,0 1 0 0 0,0 0 0 0 0,0 0-1 0 0,0 0 1 0 0,0 0 0 0 0,0 1 0 0 0,-1 0 0 0 0,1 0 0 0 0,6 6 0 0 0,-7-6 24 0 0,-1 1 0 0 0,1 0 1 0 0,-1 0-1 0 0,0 0 0 0 0,0 0 1 0 0,0 1-1 0 0,-1 0 0 0 0,1 0 0 0 0,-1 0 1 0 0,0 0-1 0 0,-1 0 0 0 0,1 1 1 0 0,-1-1-1 0 0,0 1 0 0 0,1 6 0 0 0,-2-8 5 0 0,0 1 0 0 0,-1-1 0 0 0,0 1 0 0 0,0-1 0 0 0,0 1 0 0 0,0 0-1 0 0,-1-1 1 0 0,0 1 0 0 0,0-1 0 0 0,0 0 0 0 0,-1 1 0 0 0,1-1-1 0 0,-1 0 1 0 0,0 0 0 0 0,0 0 0 0 0,0 0 0 0 0,-1 0 0 0 0,1 0-1 0 0,-1-1 1 0 0,-5 5 0 0 0,-2 2 15 0 0,-1 0-1 0 0,0-1 1 0 0,-1 0 0 0 0,0-1-1 0 0,0 0 1 0 0,-1-1-1 0 0,0-1 1 0 0,0 0 0 0 0,-1-1-1 0 0,-24 7 1 0 0,33-11-26 0 0,1-1 0 0 0,0 1 1 0 0,0-1-1 0 0,-1 0 0 0 0,1 0 1 0 0,0-1-1 0 0,0 1 0 0 0,-1-1 0 0 0,1 0 1 0 0,0 0-1 0 0,0-1 0 0 0,-5-1 1 0 0,7 2-15 0 0,1 0 0 0 0,0 1 0 0 0,0-1 0 0 0,0 0 0 0 0,0 0 1 0 0,0 0-1 0 0,0 1 0 0 0,0-1 0 0 0,0 0 0 0 0,0 0 0 0 0,1 0 1 0 0,-1-1-1 0 0,0 1 0 0 0,0-1 0 0 0,1 1-1 0 0,0 1 0 0 0,0 0 0 0 0,0 0 0 0 0,0-1 0 0 0,0 1 0 0 0,0 0 0 0 0,1-1 0 0 0,-1 1-1 0 0,0 0 1 0 0,0 0 0 0 0,0-1 0 0 0,0 1 0 0 0,0 0 0 0 0,1 0 0 0 0,-1-1 0 0 0,0 1 0 0 0,0 0 0 0 0,0 0 0 0 0,1 0 0 0 0,-1-1 0 0 0,0 1 0 0 0,0 0 0 0 0,1 0 0 0 0,-1 0 0 0 0,0 0-1 0 0,1 0 1 0 0,-1-1 0 0 0,0 1 0 0 0,0 0 0 0 0,1 0 0 0 0,-1 0 0 0 0,1 0 0 0 0,22-1-57 0 0,-17 3 60 0 0,0 0 1 0 0,-1 1 0 0 0,0 0 0 0 0,1 0-1 0 0,-1 0 1 0 0,0 0 0 0 0,8 8-1 0 0,30 33 56 0 0,-29-28-37 0 0,-8-10-16 0 0,78 77 128 0 0,-71-71-81 0 0,1-1 0 0 0,1-1 1 0 0,0 0-1 0 0,27 12 0 0 0,-25-13 19 0 0,0-2 0 0 0,1-1 0 0 0,0 0 1 0 0,29 5-1 0 0,-40-10-234 0 0,-1 0-1 0 0,1 0 1 0 0,0-1 0 0 0,0 0 0 0 0,-1-1 0 0 0,1 1 0 0 0,0-2-1 0 0,0 1 1 0 0,-1 0 0 0 0,1-1 0 0 0,-1 0 0 0 0,1-1 0 0 0,-1 0-1 0 0,0 0 1 0 0,0 0 0 0 0,6-4 0 0 0,-2-1-881 0 0,1-1 1 0 0,-1 0-1 0 0,0-1 1 0 0,-1 0-1 0 0,14-18 1 0 0,0-10-4447 0 0,-16 24 1374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1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294 383 2480 0 0,'-31'-62'12909'0'0,"30"60"-12549"0"0,0 0 0 0 0,0 0-1 0 0,0 0 1 0 0,0 0 0 0 0,0 1-1 0 0,-1-1 1 0 0,1 0 0 0 0,-1 1-1 0 0,0-1 1 0 0,-1-1 0 0 0,2 3-258 0 0,0-1 1 0 0,0 1 0 0 0,0-1 0 0 0,1 1 0 0 0,-1 0-1 0 0,0-1 1 0 0,0 1 0 0 0,0 0 0 0 0,0 0 0 0 0,0 0-1 0 0,0-1 1 0 0,0 1 0 0 0,0 0 0 0 0,0 1 0 0 0,0-1-1 0 0,0 0 1 0 0,-1 0 0 0 0,-3 2-24 0 0,1 0 0 0 0,0 1 0 0 0,-1-1 0 0 0,1 1 1 0 0,0 0-1 0 0,1 0 0 0 0,-1 0 0 0 0,-3 4 0 0 0,-17 15-35 0 0,1 2 1 0 0,1 0-1 0 0,-24 36 1 0 0,35-44-32 0 0,1 0 1 0 0,1 0-1 0 0,0 1 1 0 0,2 0-1 0 0,-1 0 1 0 0,2 1-1 0 0,-5 23 1 0 0,10-38-8 0 0,0 1 0 0 0,1-1 0 0 0,-1 1 0 0 0,1 0 0 0 0,0-1 0 0 0,0 1 0 0 0,1-1 0 0 0,-1 1 0 0 0,1-1 0 0 0,-1 1 0 0 0,1-1-1 0 0,0 1 1 0 0,0-1 0 0 0,1 0 0 0 0,-1 1 0 0 0,1-1 0 0 0,2 3 0 0 0,-2-3 1 0 0,0-1 0 0 0,0 1 0 0 0,1-1 0 0 0,0 0 0 0 0,-1 0 0 0 0,1 0-1 0 0,0 0 1 0 0,0 0 0 0 0,0-1 0 0 0,0 1 0 0 0,0-1 0 0 0,0 0 0 0 0,1 0 0 0 0,-1 0 0 0 0,0 0 0 0 0,0-1-1 0 0,7 1 1 0 0,1 0 14 0 0,-1-1 0 0 0,1 0 0 0 0,-1 0 0 0 0,1-1 0 0 0,-1-1 0 0 0,1 0-1 0 0,-1 0 1 0 0,0-1 0 0 0,0 0 0 0 0,0 0 0 0 0,0-2 0 0 0,-1 1 0 0 0,1-1-1 0 0,-1 0 1 0 0,0-1 0 0 0,-1 0 0 0 0,0 0 0 0 0,0-1 0 0 0,0 0 0 0 0,0-1-1 0 0,-1 0 1 0 0,-1 0 0 0 0,1 0 0 0 0,-1-1 0 0 0,-1 0 0 0 0,1 0 0 0 0,5-14-1 0 0,-7 12-48 0 0,0-1-1 0 0,0 0 0 0 0,-1 0 0 0 0,0 0 1 0 0,-1-1-1 0 0,-1 1 0 0 0,0 0 0 0 0,-1-1 1 0 0,0 1-1 0 0,0-1 0 0 0,-2 1 0 0 0,1 0 1 0 0,-2-1-1 0 0,0 1 0 0 0,0 0 0 0 0,-10-22 1 0 0,12 32 8 0 0,0-1 0 0 0,-1 1 0 0 0,1 0 0 0 0,0-1 0 0 0,-1 1 0 0 0,0 0 0 0 0,0 0 0 0 0,0 0-1 0 0,1 0 1 0 0,-2 1 0 0 0,1-1 0 0 0,0 1 0 0 0,0-1 0 0 0,0 1 0 0 0,-1 0 0 0 0,1-1 0 0 0,-1 1 0 0 0,-2 0 0 0 0,1 0 1 0 0,1 0-1 0 0,-1 1 0 0 0,0 0 1 0 0,0-1-1 0 0,0 2 1 0 0,0-1-1 0 0,1 0 0 0 0,-1 1 1 0 0,0 0-1 0 0,0-1 1 0 0,-4 3-1 0 0,-2 1-8 0 0,0 1 1 0 0,0 0 0 0 0,0 0-1 0 0,1 1 1 0 0,0 0-1 0 0,0 0 1 0 0,-13 14-1 0 0,13-11 7 0 0,1 1 0 0 0,0 0 0 0 0,0 0 0 0 0,1 0 0 0 0,0 1 0 0 0,1 0 0 0 0,0 1 0 0 0,1-1-1 0 0,-7 23 1 0 0,11-29 19 0 0,-1 1-1 0 0,1-1 0 0 0,0 0 0 0 0,1 1 0 0 0,-1-1 0 0 0,1 1 1 0 0,0-1-1 0 0,1 0 0 0 0,-1 1 0 0 0,1-1 0 0 0,0 1 0 0 0,0-1 0 0 0,1 0 1 0 0,0 0-1 0 0,0 0 0 0 0,0 0 0 0 0,0 0 0 0 0,1 0 0 0 0,-1 0 1 0 0,1-1-1 0 0,1 1 0 0 0,-1-1 0 0 0,1 0 0 0 0,-1 0 0 0 0,6 4 1 0 0,1-1 15 0 0,0 0 0 0 0,0-1 1 0 0,1-1-1 0 0,0 1 1 0 0,0-2-1 0 0,0 0 1 0 0,0 0-1 0 0,1-1 0 0 0,-1 0 1 0 0,1-1-1 0 0,0 0 1 0 0,12 0-1 0 0,3-1 4 0 0,0-1-1 0 0,0-2 1 0 0,-1 0 0 0 0,34-8 0 0 0,-39 6-23 0 0,0-2 0 0 0,0 0 0 0 0,-1-1 0 0 0,0-1 0 0 0,0-1 0 0 0,-1-1 0 0 0,0-1 0 0 0,-1 0 0 0 0,0-2 0 0 0,-1 0 1 0 0,0-1-1 0 0,-1 0 0 0 0,0-1 0 0 0,-2-1 0 0 0,0-1 0 0 0,19-27 0 0 0,-12 11-43 0 0,-2-1 0 0 0,-1-1 0 0 0,24-66 0 0 0,-22 40 11 0 0,18-99 0 0 0,-37 159 38 0 0,-1 0 0 0 0,0 0 0 0 0,1 1-1 0 0,-1-1 1 0 0,0 0 0 0 0,0 0 0 0 0,1 0 0 0 0,-1 1 0 0 0,0-1 0 0 0,0 0 0 0 0,0 0 0 0 0,0 0-1 0 0,0 1 1 0 0,0-1 0 0 0,-1 0 0 0 0,1 0 0 0 0,0 0 0 0 0,0 1 0 0 0,0-1 0 0 0,-1-1 0 0 0,-8 15 75 0 0,-12 35 201 0 0,-66 202 728 0 0,-71 342-1 0 0,62 50-689 0 0,61-364-46 0 0,30-242-202 0 0,-12 44 0 0 0,14-70 21 0 0,0 0 1 0 0,-1-1-1 0 0,1 1 1 0 0,-2-1-1 0 0,1 0 1 0 0,-2 0-1 0 0,1-1 1 0 0,-1 1-1 0 0,-9 10 1 0 0,12-17-12 0 0,1 0-1 0 0,-1 1 1 0 0,0-1-1 0 0,0 0 1 0 0,0 0-1 0 0,0-1 1 0 0,0 1-1 0 0,0-1 1 0 0,0 1-1 0 0,0-1 1 0 0,-1 0 0 0 0,1 0-1 0 0,0 0 1 0 0,-1-1-1 0 0,1 1 1 0 0,-5-1-1 0 0,2 0-4 0 0,0 0-1 0 0,1-1 1 0 0,-1 0 0 0 0,1 0-1 0 0,-1-1 1 0 0,1 0-1 0 0,-1 0 1 0 0,1 0-1 0 0,-7-4 1 0 0,0-1-19 0 0,0-1 0 0 0,1 0 0 0 0,0-1 0 0 0,0 0 0 0 0,1-1 0 0 0,0 0 0 0 0,-11-15 0 0 0,10 10-22 0 0,1-1 1 0 0,0-1 0 0 0,1 0-1 0 0,1 0 1 0 0,0-1 0 0 0,1 0-1 0 0,1 0 1 0 0,1 0 0 0 0,1-1 0 0 0,1 0-1 0 0,0 0 1 0 0,1 0 0 0 0,1 0-1 0 0,1 0 1 0 0,0 0 0 0 0,7-36-1 0 0,-1 26-61 0 0,1 0-1 0 0,2 0 0 0 0,0 0 0 0 0,2 2 0 0 0,1-1 1 0 0,2 1-1 0 0,0 1 0 0 0,2 0 0 0 0,0 1 0 0 0,23-24 1 0 0,-8 13-437 0 0,1 2 0 0 0,2 2 1 0 0,2 1-1 0 0,0 2 0 0 0,48-30 1 0 0,-36 31-1479 0 0,52-24-1 0 0,58-9-5761 0 0,-125 49 3314 0 0,-2 2-2210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1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0 817 1624 0 0,'7'-7'14617'0'0,"-5"8"-14476"0"0,0 2-1 0 0,0-1 0 0 0,0 0 1 0 0,-1 0-1 0 0,1 0 0 0 0,-1 1 1 0 0,1-1-1 0 0,-1 1 0 0 0,0-1 1 0 0,0 1-1 0 0,0 0 0 0 0,0-1 1 0 0,0 4-1 0 0,0-1 1 0 0,1 0 1 0 0,0 0-1 0 0,0 0 1 0 0,5 8-1 0 0,-4-9-60 0 0,0 0-1 0 0,0 0 0 0 0,0-1 1 0 0,1 1-1 0 0,-1-1 1 0 0,1 0-1 0 0,0 0 1 0 0,0 0-1 0 0,0-1 1 0 0,0 1-1 0 0,1-1 1 0 0,-1 0-1 0 0,1 0 0 0 0,-1-1 1 0 0,10 3-1 0 0,-6-3-29 0 0,-1-1 0 0 0,1 1 0 0 0,-1-1 0 0 0,1-1 0 0 0,-1 1 0 0 0,1-1-1 0 0,-1-1 1 0 0,1 1 0 0 0,10-5 0 0 0,0-1-14 0 0,0-1 1 0 0,0-1-1 0 0,-1-1 0 0 0,0 0 1 0 0,-1-2-1 0 0,0 1 1 0 0,15-16-1 0 0,-9 5-50 0 0,-2 0 0 0 0,-1-2-1 0 0,0 0 1 0 0,-2-1 0 0 0,-1 0 0 0 0,-1-2 0 0 0,17-41-1 0 0,-9 10-185 0 0,-2-2 0 0 0,19-95 0 0 0,-30 97-21 0 0,-2-1-1 0 0,0-111 1 0 0,-8 169 218 0 0,0 0 0 0 0,0 0 0 0 0,1 0 0 0 0,-1 0 0 0 0,0 0 0 0 0,0 0 0 0 0,0 0 0 0 0,-1 0 0 0 0,1 1 0 0 0,0-1-1 0 0,0 0 1 0 0,0 0 0 0 0,-1 0 0 0 0,1 0 0 0 0,0 0 0 0 0,-1 0 0 0 0,1 1 0 0 0,-1-1 0 0 0,1 0 0 0 0,-1 0 0 0 0,1 1 0 0 0,-1-1-1 0 0,1 0 1 0 0,-1 0 0 0 0,0 1 0 0 0,0-1 0 0 0,1 1 0 0 0,-1-1 0 0 0,0 1 0 0 0,-1-1 0 0 0,1 1 3 0 0,0 0 1 0 0,-1 0 0 0 0,1 1-1 0 0,0-1 1 0 0,0 1 0 0 0,-1-1-1 0 0,1 1 1 0 0,0-1 0 0 0,0 1-1 0 0,0 0 1 0 0,0-1 0 0 0,0 1-1 0 0,0 0 1 0 0,0 0 0 0 0,0 0-1 0 0,0 0 1 0 0,0 0 0 0 0,0 0-1 0 0,0 0 1 0 0,1 0 0 0 0,-2 2-1 0 0,-9 14 16 0 0,1 1-1 0 0,0 1 0 0 0,2-1 0 0 0,-8 22 0 0 0,-20 82 75 0 0,34-114-81 0 0,-39 180-97 0 0,36-153 39 0 0,2 0 0 0 0,1 1 0 0 0,4 52 0 0 0,-1-80-89 0 0,0 0 0 0 0,1 0 1 0 0,-1 0-1 0 0,2 0 0 0 0,-1-1 0 0 0,1 1 0 0 0,0-1 0 0 0,0 0 1 0 0,1 0-1 0 0,0 0 0 0 0,1 0 0 0 0,-1-1 0 0 0,1 1 0 0 0,9 7 1 0 0,-10-10-229 0 0,0-1 0 0 0,0 1 0 0 0,1-1 0 0 0,-1 0 0 0 0,1-1 0 0 0,0 1 0 0 0,0-1 0 0 0,0 0 0 0 0,0 0 0 0 0,0-1 1 0 0,0 1-1 0 0,0-1 0 0 0,1 0 0 0 0,-1-1 0 0 0,1 1 0 0 0,-1-1 0 0 0,0 0 0 0 0,1 0 0 0 0,-1-1 0 0 0,0 0 0 0 0,1 0 0 0 0,7-2 1 0 0,11-6-2576 0 0,-1-3-790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2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45 150 2128 0 0,'0'-6'403'0'0,"21"-136"9232"0"0,-20 140-9101 0 0,-1 7-397 0 0,0-1-1 0 0,1 0 1 0 0,-1 1-1 0 0,-1-1 1 0 0,1 1-1 0 0,-1-1 1 0 0,0 5-1 0 0,-2 8 214 0 0,-20 187 2331 0 0,-4 69-1227 0 0,16-116-186 0 0,12-147-794 0 0,4-15-323 0 0,6-14-2 0 0,-11 19-107 0 0,17-37 129 0 0,-3 8-111 0 0,1 1 0 0 0,22-34 1 0 0,-32 55-85 0 0,0 0 0 0 0,1 1 1 0 0,-1 0-1 0 0,1 0 0 0 0,1 0 0 0 0,-1 0 1 0 0,1 1-1 0 0,0 0 0 0 0,0 1 0 0 0,0-1 1 0 0,1 1-1 0 0,0 1 0 0 0,11-5 1 0 0,-17 8 16 0 0,0-1 0 0 0,1 1 0 0 0,-1 0 0 0 0,1-1 0 0 0,-1 1 0 0 0,1 0 0 0 0,-1 1 0 0 0,0-1 0 0 0,1 0 0 0 0,-1 1 0 0 0,1-1 0 0 0,-1 1 0 0 0,0 0 0 0 0,1-1 0 0 0,-1 1 0 0 0,0 0 0 0 0,0 1 0 0 0,0-1 0 0 0,0 0 0 0 0,0 1 0 0 0,0-1 0 0 0,0 1 0 0 0,0-1 0 0 0,0 1 0 0 0,-1 0 0 0 0,1 0 0 0 0,-1 0 1 0 0,1 0-1 0 0,-1 0 0 0 0,2 4 0 0 0,2 3 36 0 0,-1 0 0 0 0,0 0 0 0 0,-1 1 0 0 0,0-1 0 0 0,3 18 0 0 0,-2 3-62 0 0,-2 0 0 0 0,-1 0 0 0 0,-3 31 0 0 0,1-2 235 0 0,1-57-191 0 0,0-1 1 0 0,0 1-1 0 0,1-1 0 0 0,-1 1 0 0 0,0-1 0 0 0,1 1 0 0 0,-1-1 1 0 0,1 1-1 0 0,0-1 0 0 0,-1 0 0 0 0,1 1 0 0 0,0-1 1 0 0,0 0-1 0 0,0 0 0 0 0,0 0 0 0 0,0 1 0 0 0,0-1 1 0 0,0 0-1 0 0,0 0 0 0 0,0-1 0 0 0,1 1 0 0 0,-1 0 0 0 0,0 0 1 0 0,1 0-1 0 0,-1-1 0 0 0,0 1 0 0 0,1-1 0 0 0,-1 1 1 0 0,1-1-1 0 0,-1 0 0 0 0,1 1 0 0 0,-1-1 0 0 0,1 0 0 0 0,-1 0 1 0 0,1 0-1 0 0,-1 0 0 0 0,2-1 0 0 0,6 1 34 0 0,1 0-1 0 0,-1-1 1 0 0,0-1 0 0 0,14-3-1 0 0,-3-1 6 0 0,-1-1 0 0 0,0-2 0 0 0,-1 1 1 0 0,1-2-1 0 0,-2-1 0 0 0,1 0 0 0 0,-2-1 0 0 0,30-27 0 0 0,-13 7 21 0 0,-2-2 0 0 0,51-71 0 0 0,-16-7 170 0 0,-62 105-185 0 0,-1 2-56 0 0,-1 0 0 0 0,0 0 0 0 0,-1 0 0 0 0,1 0-1 0 0,0-7 1 0 0,-2 10 5 0 0,-3 4-71 0 0,-7 6 55 0 0,0 1 1 0 0,1 0-1 0 0,0 0 0 0 0,0 1 1 0 0,-11 16-1 0 0,2 2-39 0 0,-17 32-1 0 0,29-47 25 0 0,0-1-1 0 0,1 1 0 0 0,0 0 0 0 0,1 0 0 0 0,0 1 0 0 0,-3 23 1 0 0,7-33 38 0 0,-1 0 0 0 0,1-1 1 0 0,0 1-1 0 0,0 0 1 0 0,0-1-1 0 0,0 1 1 0 0,1 0-1 0 0,0-1 0 0 0,-1 1 1 0 0,1-1-1 0 0,1 1 1 0 0,-1-1-1 0 0,0 1 1 0 0,1-1-1 0 0,0 0 0 0 0,0 0 1 0 0,0 1-1 0 0,0-2 1 0 0,0 1-1 0 0,0 0 0 0 0,1 0 1 0 0,0-1-1 0 0,-1 1 1 0 0,1-1-1 0 0,0 0 1 0 0,0 0-1 0 0,0 0 0 0 0,1 0 1 0 0,-1 0-1 0 0,4 1 1 0 0,7 1-437 0 0,1 0 0 0 0,0 0 1 0 0,0-1-1 0 0,0-1 0 0 0,0-1 1 0 0,1 0-1 0 0,17-2 0 0 0,-7-1-2152 0 0,1-1 1 0 0,-1-1-1 0 0,33-10 0 0 0,-30 6-3316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2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0 4048 0 0,'-126'12'14540'0'0,"123"-12"-13810"0"0,7 0-146 0 0,154 9 321 0 0,3-5-3541 0 0,-76-2 408 0 0,48-2-4894 0 0,-68-3 705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3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96 952 0 0,'0'-2'664'0'0,"15"-52"7594"0"0,-1 24-6250 0 0,-13 29-1980 0 0,0 0 0 0 0,0 0 0 0 0,0 0 0 0 0,0 0 0 0 0,0 1 0 0 0,1-1 1 0 0,-1 0-1 0 0,0 1 0 0 0,0-1 0 0 0,1 1 0 0 0,-1-1 0 0 0,0 1 0 0 0,1 0 0 0 0,-1-1 0 0 0,1 1 0 0 0,-1 0 1 0 0,0 0-1 0 0,1 0 0 0 0,1 0 0 0 0,24 3 132 0 0,-20 0-124 0 0,-1 0 1 0 0,1-1-1 0 0,0 2 0 0 0,-1-1 1 0 0,1 1-1 0 0,-1 0 0 0 0,0 1 1 0 0,0-1-1 0 0,-1 1 1 0 0,1 0-1 0 0,-1 1 0 0 0,0-1 1 0 0,-1 1-1 0 0,8 12 0 0 0,-3-3 58 0 0,0 0-1 0 0,-1 0 0 0 0,-1 1 0 0 0,-1 1 0 0 0,5 18 1 0 0,-6-11 528 0 0,-2 1 1 0 0,0 0-1 0 0,-2-1 1 0 0,-1 1 0 0 0,-1 0-1 0 0,-6 40 1 0 0,7-63 180 0 0,3-5-757 0 0,-1-1 1 0 0,1 0-1 0 0,-1-1 1 0 0,0 1 0 0 0,0 0-1 0 0,0 0 1 0 0,1-6-1 0 0,6-13-17 0 0,1 6-43 0 0,0 0 0 0 0,0 0 0 0 0,2 1 0 0 0,0 0 1 0 0,1 1-1 0 0,21-19 0 0 0,-30 30 0 0 0,1 1-1 0 0,-1-1 1 0 0,1 1 0 0 0,0 0 0 0 0,0 0 0 0 0,1 0 0 0 0,-1 1 0 0 0,0 0 0 0 0,1 0 0 0 0,0 0 0 0 0,-1 1-1 0 0,1-1 1 0 0,0 1 0 0 0,0 1 0 0 0,0-1 0 0 0,-1 1 0 0 0,1 0 0 0 0,0 1 0 0 0,0-1 0 0 0,0 1 0 0 0,0 0-1 0 0,-1 0 1 0 0,1 1 0 0 0,0 0 0 0 0,9 4 0 0 0,-5-1 9 0 0,-1 1 0 0 0,0-1 0 0 0,0 1 0 0 0,0 1-1 0 0,-1 0 1 0 0,0 0 0 0 0,12 15 0 0 0,-15-17 7 0 0,-1 0 0 0 0,-1 0 0 0 0,1 1 0 0 0,-1-1 0 0 0,0 1 0 0 0,0 0 0 0 0,0 0 0 0 0,-1 0 0 0 0,0 0 0 0 0,0 1 0 0 0,-1-1 0 0 0,1 0 0 0 0,0 12 0 0 0,-2-16 10 0 0,0 0 0 0 0,0 0-1 0 0,0 0 1 0 0,0 0-1 0 0,-1-1 1 0 0,1 1 0 0 0,-1 0-1 0 0,1 0 1 0 0,-1 0 0 0 0,1 0-1 0 0,-1 0 1 0 0,0 0-1 0 0,0-1 1 0 0,0 1 0 0 0,0 0-1 0 0,0-1 1 0 0,0 1-1 0 0,-2 1 1 0 0,2-2 117 0 0,0-1-125 0 0,1 0 0 0 0,-1 0 1 0 0,0 0-1 0 0,1 0 0 0 0,-1 0 0 0 0,0 0 1 0 0,1-1-1 0 0,-1 1 0 0 0,1 0 1 0 0,-1 0-1 0 0,0 0 0 0 0,1-1 0 0 0,-1 1 1 0 0,1 0-1 0 0,-1-1 0 0 0,1 1 0 0 0,-1-1 1 0 0,1 1-1 0 0,-1 0 0 0 0,1-1 1 0 0,-1 1-1 0 0,1-1 0 0 0,0 1 0 0 0,-1-1 1 0 0,1 0-1 0 0,0 1 0 0 0,-1-2 0 0 0,0 0 1 0 0,1 0 0 0 0,-1 0-1 0 0,1 0 1 0 0,0 0 0 0 0,0 0-1 0 0,0 0 1 0 0,0 0-1 0 0,0-4 1 0 0,13-44-5 0 0,-12 46 4 0 0,4-13-32 0 0,1 1 1 0 0,1 1-1 0 0,1-1 0 0 0,0 1 0 0 0,1 1 1 0 0,0 0-1 0 0,1 0 0 0 0,1 1 1 0 0,0 0-1 0 0,1 0 0 0 0,26-20 0 0 0,-36 31 20 0 0,1 0-1 0 0,0 0 0 0 0,0 0 0 0 0,0 1 0 0 0,0-1 0 0 0,0 1 1 0 0,1 0-1 0 0,-1-1 0 0 0,0 2 0 0 0,1-1 0 0 0,-1 0 0 0 0,1 1 1 0 0,-1-1-1 0 0,1 1 0 0 0,-1 0 0 0 0,1 0 0 0 0,-1 1 0 0 0,0-1 1 0 0,1 1-1 0 0,-1 0 0 0 0,1-1 0 0 0,-1 1 0 0 0,0 1 0 0 0,0-1 1 0 0,1 0-1 0 0,-1 1 0 0 0,0 0 0 0 0,0 0 0 0 0,0 0 0 0 0,4 4 1 0 0,-1 0 32 0 0,1 0 1 0 0,-1 1 0 0 0,0 0 0 0 0,-1 0 0 0 0,1 1 0 0 0,-2 0 0 0 0,1 0 0 0 0,-1 0 0 0 0,0 0 0 0 0,4 15-1 0 0,-4-8-104 0 0,-1 0 0 0 0,2 19 0 0 0,-4-22-748 0 0,1 0-1 0 0,0 0 0 0 0,7 23 0 0 0,-7-31 292 0 0,0 0-1 0 0,0 0 0 0 0,0 0 0 0 0,0 0 0 0 0,1-1 0 0 0,-1 1 0 0 0,1-1 0 0 0,0 0 0 0 0,0 0 0 0 0,0 0 0 0 0,1 0 0 0 0,-1 0 0 0 0,1-1 0 0 0,0 1 0 0 0,4 1 0 0 0,12 6-3872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5.2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369 934 616 0 0,'4'-7'961'0'0,"-1"1"0"0"0,0-1 0 0 0,0 1 0 0 0,-1-1 0 0 0,0 0 0 0 0,0 0 0 0 0,0 0 0 0 0,-1-1 0 0 0,0 1 0 0 0,-1 0 0 0 0,0-9 0 0 0,0 11-665 0 0,0 0-1 0 0,-1 0 1 0 0,1 0 0 0 0,-1 0 0 0 0,0 1 0 0 0,-1-1 0 0 0,1 0-1 0 0,-1 0 1 0 0,0 1 0 0 0,0-1 0 0 0,0 1 0 0 0,-1 0 0 0 0,1-1 0 0 0,-1 1-1 0 0,0 1 1 0 0,0-1 0 0 0,-5-4 0 0 0,5 6-249 0 0,1 1 0 0 0,0 0 0 0 0,0 0-1 0 0,-1 0 1 0 0,1 0 0 0 0,-1 0 0 0 0,1 0 0 0 0,0 1 0 0 0,-1-1-1 0 0,0 1 1 0 0,1 0 0 0 0,-1 0 0 0 0,1 0 0 0 0,-1 0 0 0 0,1 0 0 0 0,-5 1-1 0 0,-1 1 1 0 0,1-1 0 0 0,-1 1 0 0 0,1 1-1 0 0,-11 4 1 0 0,-3 3-25 0 0,1 1 0 0 0,0 1 1 0 0,0 1-1 0 0,1 1 0 0 0,1 0 0 0 0,1 2 0 0 0,0 0 1 0 0,0 0-1 0 0,2 2 0 0 0,0 0 0 0 0,1 1 1 0 0,-20 36-1 0 0,32-51-21 0 0,0 1 1 0 0,0-1-1 0 0,0 1 1 0 0,0 0-1 0 0,1-1 1 0 0,0 1 0 0 0,0 0-1 0 0,0 0 1 0 0,1 0-1 0 0,0 0 1 0 0,0 9-1 0 0,1-13 3 0 0,-1 1-1 0 0,1-1 1 0 0,0 0 0 0 0,0 1-1 0 0,0-1 1 0 0,0 0-1 0 0,0 0 1 0 0,0 0-1 0 0,0 0 1 0 0,0 0-1 0 0,0 0 1 0 0,0 0-1 0 0,0 0 1 0 0,1 0 0 0 0,-1 0-1 0 0,0-1 1 0 0,0 1-1 0 0,1-1 1 0 0,-1 1-1 0 0,1-1 1 0 0,-1 1-1 0 0,1-1 1 0 0,-1 0-1 0 0,3 1 1 0 0,33 1 21 0 0,-19-5-60 0 0,0 0 0 0 0,-1-1 0 0 0,0-1 0 0 0,0 0 0 0 0,0-1 0 0 0,-1-1 0 0 0,0-1 0 0 0,0 0 0 0 0,0-1 0 0 0,-1-1 0 0 0,26-22 0 0 0,-6 1 315 0 0,-2-2-1 0 0,-2-1 0 0 0,37-52 1 0 0,-67 85-285 0 0,-1 0 1 0 0,1 0-1 0 0,-1 0 1 0 0,1 0-1 0 0,0 0 1 0 0,-1 0-1 0 0,1 1 1 0 0,0-1-1 0 0,0 0 1 0 0,0 0-1 0 0,-1 1 1 0 0,1-1-1 0 0,0 1 1 0 0,0-1-1 0 0,0 1 1 0 0,0-1-1 0 0,0 1 1 0 0,2-1-1 0 0,-3 1 4 0 0,1 1 0 0 0,-1-1 0 0 0,1 0 0 0 0,-1 1 0 0 0,0-1 0 0 0,1 1 0 0 0,-1-1 0 0 0,0 1 0 0 0,1-1 0 0 0,-1 0 0 0 0,0 1 0 0 0,0-1 0 0 0,1 1 0 0 0,-1 0 0 0 0,0-1 0 0 0,0 1 0 0 0,0-1 0 0 0,0 1-1 0 0,0-1 1 0 0,0 1 0 0 0,0-1 0 0 0,0 1 0 0 0,0-1 0 0 0,0 1 0 0 0,0 0 0 0 0,-6 51 18 0 0,5-43-17 0 0,0-4 3 0 0,-4 29 36 0 0,-1 56-1 0 0,6-82-16 0 0,0 1-1 0 0,1 0 0 0 0,0 0 0 0 0,0 0 1 0 0,1-1-1 0 0,0 1 0 0 0,1-1 0 0 0,0 1 0 0 0,0-1 1 0 0,1 0-1 0 0,8 14 0 0 0,-9-18-14 0 0,0-1 0 0 0,0 0 0 0 0,0 0 0 0 0,1-1 0 0 0,-1 1 0 0 0,1-1 0 0 0,-1 1 0 0 0,1-1-1 0 0,0 0 1 0 0,0-1 0 0 0,0 1 0 0 0,0-1 0 0 0,0 1 0 0 0,0-1 0 0 0,0 0 0 0 0,0-1 0 0 0,1 1 0 0 0,-1-1 0 0 0,0 0 0 0 0,1 0 0 0 0,-1 0-1 0 0,0-1 1 0 0,0 1 0 0 0,1-1 0 0 0,3-1 0 0 0,8-2-52 0 0,-1-1 0 0 0,0 0 0 0 0,-1-1 0 0 0,1 0 0 0 0,20-14 0 0 0,-12 5-90 0 0,0-2 0 0 0,-2 0 0 0 0,0-2 0 0 0,-1 0-1 0 0,-1-1 1 0 0,0-2 0 0 0,-2 1 0 0 0,-1-2 0 0 0,23-40 0 0 0,-11 9-15 0 0,-2-1-1 0 0,-3 0 1 0 0,23-83 0 0 0,-23 49 671 0 0,-4 0-1 0 0,-4-2 1 0 0,5-128-1 0 0,-18 202-353 0 0,-1 13-149 0 0,-1 0 0 0 0,1 0-1 0 0,-1 1 1 0 0,1-1 0 0 0,-1 0-1 0 0,0 0 1 0 0,-1 1 0 0 0,1-1 0 0 0,-2-6-1 0 0,2 10-16 0 0,0-1-1 0 0,0 1 0 0 0,0 0 1 0 0,0 0-1 0 0,0 0 0 0 0,-1-1 1 0 0,1 1-1 0 0,0 0 0 0 0,0 0 1 0 0,0 0-1 0 0,0-1 0 0 0,0 1 1 0 0,-1 0-1 0 0,1 0 0 0 0,0 0 1 0 0,0 0-1 0 0,0-1 0 0 0,-1 1 1 0 0,1 0-1 0 0,0 0 0 0 0,0 0 1 0 0,-1 0-1 0 0,1 0 0 0 0,0 0 1 0 0,0 0-1 0 0,-1 0 0 0 0,1 0 1 0 0,0-1-1 0 0,0 1 0 0 0,-1 0 1 0 0,1 0-1 0 0,0 0 0 0 0,0 1 1 0 0,-1-1-1 0 0,1 0 0 0 0,0 0 1 0 0,0 0-1 0 0,-1 0 0 0 0,1 0 1 0 0,0 0-1 0 0,0 0 0 0 0,0 0 1 0 0,-1 0-1 0 0,1 0 0 0 0,0 1 1 0 0,0-1-1 0 0,0 0 0 0 0,-1 0 1 0 0,1 0-1 0 0,0 1 0 0 0,0-1 1 0 0,0 0-1 0 0,0 0 0 0 0,-1 0 1 0 0,1 1-1 0 0,0-1 0 0 0,0 0 1 0 0,0 0-1 0 0,0 0 0 0 0,0 1 1 0 0,-8 11 23 0 0,8-12-23 0 0,-12 35 25 0 0,1 0 0 0 0,1 0 0 0 0,2 1 1 0 0,-5 46-1 0 0,10-61-7 0 0,-43 351 215 0 0,38-248-93 0 0,7 127 0 0 0,11-152-42 0 0,-8-85-70 0 0,1-1-1 0 0,1 0 1 0 0,0 0-1 0 0,1 0 1 0 0,8 15-1 0 0,-11-24-16 0 0,0 0-1 0 0,1 0 1 0 0,0 0 0 0 0,-1 0-1 0 0,2-1 1 0 0,-1 1-1 0 0,0-1 1 0 0,1 0-1 0 0,-1 0 1 0 0,1 0 0 0 0,0 0-1 0 0,0-1 1 0 0,0 0-1 0 0,0 1 1 0 0,6 1-1 0 0,-4-2 0 0 0,1-1 0 0 0,-1 0-1 0 0,0 0 1 0 0,1 0-1 0 0,-1-1 1 0 0,0 1 0 0 0,1-2-1 0 0,-1 1 1 0 0,1-1 0 0 0,7-1-1 0 0,0-2 1 0 0,0 0 0 0 0,0-1 0 0 0,0-1 0 0 0,-1 0 0 0 0,0-1-1 0 0,0 0 1 0 0,0-1 0 0 0,-1 0 0 0 0,12-11 0 0 0,-6 2 3 0 0,-1 0 1 0 0,0-2-1 0 0,-2 0 1 0 0,0 0-1 0 0,-1-2 1 0 0,-1 0-1 0 0,0 0 1 0 0,16-44-1 0 0,-21 46 27 0 0,-2-1 0 0 0,0 0 0 0 0,-1 0 0 0 0,-1 0 0 0 0,-1-1 0 0 0,0 1 0 0 0,-2-1 0 0 0,-1 0 0 0 0,0 0 0 0 0,-7-40 0 0 0,6 55-44 0 0,-1 0 0 0 0,1-1 0 0 0,-1 1 0 0 0,-1 0 0 0 0,1 0 0 0 0,-1 1 0 0 0,-7-11 0 0 0,9 14-6 0 0,-1-1-1 0 0,0 1 1 0 0,0 0-1 0 0,0 0 1 0 0,0 0-1 0 0,0 0 1 0 0,-1 1-1 0 0,1-1 1 0 0,0 1-1 0 0,-1-1 1 0 0,1 1-1 0 0,-1 0 1 0 0,0 0-1 0 0,1 0 1 0 0,-1 0-1 0 0,0 0 1 0 0,0 0-1 0 0,-3 1 1 0 0,4 0 0 0 0,-1 0 0 0 0,1 0 0 0 0,-1 0-1 0 0,1 1 1 0 0,0 0 0 0 0,-1-1 0 0 0,1 1 0 0 0,0 0 0 0 0,0 0 0 0 0,0 0 0 0 0,0 0 0 0 0,-1 0 0 0 0,1 1 0 0 0,1-1 0 0 0,-1 1 0 0 0,0-1 0 0 0,0 1 0 0 0,1 0 0 0 0,-1 0 0 0 0,0-1 0 0 0,1 1-1 0 0,-2 4 1 0 0,0-2-25 0 0,0 0 0 0 0,1 1 0 0 0,0-1 0 0 0,0 1 0 0 0,0 0 0 0 0,1 0 0 0 0,-1 0 0 0 0,-1 10 0 0 0,4-10 19 0 0,-1-1 0 0 0,0 1-1 0 0,1 0 1 0 0,0 0 0 0 0,0 0 0 0 0,0-1-1 0 0,1 1 1 0 0,0 0 0 0 0,-1-1 0 0 0,2 1 0 0 0,-1-1-1 0 0,0 0 1 0 0,1 0 0 0 0,0 0 0 0 0,0 0-1 0 0,0 0 1 0 0,0-1 0 0 0,1 1 0 0 0,0-1 0 0 0,-1 0-1 0 0,1 0 1 0 0,0 0 0 0 0,5 2 0 0 0,4 3 6 0 0,0-1 0 0 0,1-1 1 0 0,-1 0-1 0 0,2-1 0 0 0,-1 0 1 0 0,19 3-1 0 0,-18-5 15 0 0,0-1 0 0 0,0 0 0 0 0,0-1 0 0 0,0 0-1 0 0,1-2 1 0 0,-1 0 0 0 0,0 0 0 0 0,0-1 0 0 0,20-6 0 0 0,-25 5 9 0 0,0-1-1 0 0,-1 0 1 0 0,0 0-1 0 0,0 0 1 0 0,0-1-1 0 0,-1-1 1 0 0,0 0-1 0 0,0 0 1 0 0,0 0 0 0 0,0-1-1 0 0,-1 0 1 0 0,0-1-1 0 0,-1 1 1 0 0,11-18-1 0 0,-10 15 72 0 0,-3 4-12 0 0,-1 0 0 0 0,0 1-1 0 0,0-1 1 0 0,5-12 0 0 0,-8 16-87 0 0,-1 2-16 0 0,-1 1 26 0 0,1-1 0 0 0,-1 0 0 0 0,1 1 0 0 0,0 0 0 0 0,-1-1 0 0 0,1 1 0 0 0,0 0 0 0 0,-1-1 0 0 0,1 1 1 0 0,0 0-1 0 0,0 0 0 0 0,0 0 0 0 0,0 0 0 0 0,0 0 0 0 0,0 0 0 0 0,-2 3 0 0 0,-16 22-17 0 0,18-23 19 0 0,-17 24-55 0 0,-8 11 40 0 0,2 1 0 0 0,-26 60 0 0 0,45-88 37 0 0,0 1 0 0 0,1 0 0 0 0,1 0 0 0 0,0 0 0 0 0,0 0 0 0 0,1 1 0 0 0,1-1 0 0 0,0 1 0 0 0,1-1 0 0 0,0 1 0 0 0,1-1 0 0 0,1 1 0 0 0,5 22 0 0 0,-5-29-38 0 0,0-1-1 0 0,1 1 1 0 0,-1-1 0 0 0,1 0 0 0 0,0 0 0 0 0,1 0 0 0 0,-1 0 0 0 0,1-1 0 0 0,0 1-1 0 0,1-1 1 0 0,-1 0 0 0 0,0 0 0 0 0,1-1 0 0 0,0 1 0 0 0,0-1 0 0 0,0 0 0 0 0,1-1-1 0 0,-1 1 1 0 0,0-1 0 0 0,1 0 0 0 0,0 0 0 0 0,-1-1 0 0 0,1 1 0 0 0,0-1 0 0 0,11 0-1 0 0,-7 0-136 0 0,0 0-1 0 0,0-1 0 0 0,1-1 0 0 0,-1 0 0 0 0,0 0 0 0 0,0-1 1 0 0,0 0-1 0 0,0-1 0 0 0,0 0 0 0 0,-1 0 0 0 0,1-1 1 0 0,-1-1-1 0 0,0 1 0 0 0,10-8 0 0 0,-4 0-13 0 0,-2 0 0 0 0,1-1 0 0 0,-2-1 0 0 0,0 0 0 0 0,0 0 0 0 0,-2-2 1 0 0,0 1-1 0 0,0-1 0 0 0,13-33 0 0 0,-1-8 985 0 0,24-99 1 0 0,-31 99 631 0 0,-15 56-1439 0 0,0 0 0 0 0,0 0 0 0 0,0 1 0 0 0,0-1 0 0 0,0 0 0 0 0,0 0 0 0 0,1 1 0 0 0,-1-1 0 0 0,0 0 0 0 0,0 1-1 0 0,1-1 1 0 0,-1 0 0 0 0,1 1 0 0 0,-1-1 0 0 0,0 0 0 0 0,1 1 0 0 0,-1-1 0 0 0,1 1 0 0 0,-1-1 0 0 0,1 1 0 0 0,0-1 0 0 0,4 14 67 0 0,-2 37-10 0 0,-2-44-23 0 0,1 66 128 0 0,-1-21-145 0 0,1 1 1 0 0,18 91-1 0 0,-18-135-321 0 0,1-1 0 0 0,-1 1 0 0 0,1-1 0 0 0,1 1-1 0 0,-1-1 1 0 0,1 0 0 0 0,0 0 0 0 0,1-1 0 0 0,8 11 0 0 0,-10-14-323 0 0,1 1 0 0 0,0-1 0 0 0,-1 0 1 0 0,1 0-1 0 0,1 0 0 0 0,-1 0 0 0 0,0-1 1 0 0,1 1-1 0 0,-1-1 0 0 0,1 0 0 0 0,0-1 1 0 0,-1 1-1 0 0,1-1 0 0 0,0 0 0 0 0,0 0 0 0 0,6 0 1 0 0,8 0-4735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3248 0 0,'2'-78'13744'0'0,"-1"81"-13670"0"0,-1 1 1 0 0,1-1 0 0 0,0 1-1 0 0,1-1 1 0 0,-1 0 0 0 0,3 5-1 0 0,3 9 243 0 0,12 42 334 0 0,3-1-1 0 0,2-1 1 0 0,62 106-1 0 0,-86-163-645 0 0,18 23-1115 0 0,-17-22 920 0 0,0 0-1 0 0,0 0 1 0 0,0 0 0 0 0,0-1-1 0 0,0 1 1 0 0,0 0-1 0 0,0-1 1 0 0,0 1 0 0 0,0-1-1 0 0,1 1 1 0 0,-1-1-1 0 0,0 1 1 0 0,0-1 0 0 0,0 0-1 0 0,1 0 1 0 0,-1 1-1 0 0,0-1 1 0 0,0 0 0 0 0,1 0-1 0 0,-1 0 1 0 0,2-1-1 0 0,2 0-772 0 0,-1-1 0 0 0,1 0 0 0 0,-1 0 0 0 0,0-1 0 0 0,0 1 0 0 0,0-1 0 0 0,7-5 0 0 0,1-5-4068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5.7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610 107 2212 0 0,'-2'-4'464'0'0,"-2"-10"1773"0"0,-2 1-1 0 0,-10-21 1 0 0,14 31-1955 0 0,0 0 1 0 0,0 0-1 0 0,-1 0 1 0 0,1 0 0 0 0,0 0-1 0 0,-1 1 1 0 0,0-1-1 0 0,1 1 1 0 0,-1 0 0 0 0,0 0-1 0 0,0 0 1 0 0,-1 0-1 0 0,1 0 1 0 0,0 0 0 0 0,-5-1-1 0 0,4 3-146 0 0,0-1 0 0 0,0 1 0 0 0,1 0 0 0 0,-1 0 0 0 0,0 0 0 0 0,0 1 0 0 0,0-1-1 0 0,1 1 1 0 0,-1 0 0 0 0,0 0 0 0 0,1 0 0 0 0,-6 3 0 0 0,-2 1 184 0 0,0 0 0 0 0,-15 11 0 0 0,-12 12 117 0 0,1 1 0 0 0,2 2 0 0 0,2 1-1 0 0,-38 46 1 0 0,-19 37-513 0 0,5 5-3422 0 0,62-89 1754 0 0,3-7-3905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5.9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1 134 1992 0 0,'6'-82'16518'0'0,"-6"49"-12679"0"0,0 31-3484 0 0,3-15-611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6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1068 0 0,'-62'5'5769'0'0,"-68"10"3717"0"0,119-11-8481 0 0,17 0-802 0 0,18 0-450 0 0,227-3-7276 0 0,-213-1 5397 0 0,37-1-3105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26.3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1 268 0 0,'90'32'12374'0'0,"-20"-11"815"0"0,-37-12-6450 0 0,-20-5-6542 0 0,0-2-197 0 0,2 1 0 0 0,-2-1 0 0 0,-2-6 0 0 0,1-6-3252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33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14 181 1340 0 0,'0'0'7889'0'0,"-11"3"-3785"0"0,10-6-4040 0 0,0-1 0 0 0,1 0-1 0 0,-1 0 1 0 0,1 1 0 0 0,0-1-1 0 0,0 0 1 0 0,1 0 0 0 0,-1 1-1 0 0,1-1 1 0 0,-1 0 0 0 0,1 1-1 0 0,0-1 1 0 0,1 0 0 0 0,-1 1-1 0 0,3-6 1 0 0,0 1-60 0 0,1-1-1 0 0,0 2 1 0 0,0-1-1 0 0,0 0 1 0 0,11-10-1 0 0,-13 15 1 0 0,1-1 0 0 0,1 1-1 0 0,-1 0 1 0 0,0 0 0 0 0,1 0-1 0 0,-1 0 1 0 0,1 1 0 0 0,8-3-1 0 0,-7 3-1 0 0,0-1 2 0 0,4-1-3 0 0,0-1 1 0 0,1 2-1 0 0,-1 0 1 0 0,1 0-1 0 0,0 0 1 0 0,15 0-1 0 0,18 0-16 0 0,-10 5-5 0 0,-28-2 15 0 0,0 1 0 0 0,0 0 0 0 0,1 1 0 0 0,-1-1 0 0 0,0 1 0 0 0,0 0 1 0 0,-1 1-1 0 0,10 4 0 0 0,-13-5 4 0 0,1 0 1 0 0,0 0 0 0 0,0 0 0 0 0,-1 0 0 0 0,1 1 0 0 0,-1-1 0 0 0,0 1 0 0 0,0 0 0 0 0,0-1 0 0 0,0 1-1 0 0,0 0 1 0 0,-1 0 0 0 0,1 0 0 0 0,-1 0 0 0 0,0 1 0 0 0,0-1 0 0 0,1 4 0 0 0,1 0-12 0 0,1 21 21 0 0,0 0-25 0 0,-2-16 18 0 0,-1 0 0 0 0,-1 0-1 0 0,1 0 1 0 0,-2 1 0 0 0,-2 18 0 0 0,2-27 0 0 0,-2 22 43 0 0,1-8 284 0 0,-1 0 1 0 0,-10 32-1 0 0,11-45-231 0 0,-1 0 1 0 0,0 0-1 0 0,0 0 0 0 0,0-1 1 0 0,-7 8-1 0 0,3-3-43 0 0,3-3-28 0 0,0-1 0 0 0,0 1 0 0 0,0-1 0 0 0,-9 8 0 0 0,-24 26 60 0 0,12-12-47 0 0,10-14-13 0 0,6-2-14 0 0,5-5-13 0 0,-1-1 27 0 0,-3 3-370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34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107 105 536 0 0,'-11'-3'2857'0'0,"-1"-1"0"0"0,1 0-1 0 0,-15-8 1 0 0,6 3 199 0 0,14 7-2664 0 0,-13-5 1791 0 0,19 7-2168 0 0,0 0 0 0 0,0 0-1 0 0,0 0 1 0 0,0 0-1 0 0,0 0 1 0 0,0 0 0 0 0,-1 0-1 0 0,1 0 1 0 0,0 0 0 0 0,0 0-1 0 0,0 0 1 0 0,0 0-1 0 0,0-1 1 0 0,0 1 0 0 0,0 0-1 0 0,0 0 1 0 0,0 0-1 0 0,0 0 1 0 0,0 0 0 0 0,0 0-1 0 0,0 0 1 0 0,0 0-1 0 0,0 0 1 0 0,0 0 0 0 0,0-1-1 0 0,0 1 1 0 0,0 0 0 0 0,0 0-1 0 0,0 0 1 0 0,0 0-1 0 0,0 0 1 0 0,0 0 0 0 0,0 0-1 0 0,0 0 1 0 0,0 0-1 0 0,0-1 1 0 0,0 1 0 0 0,0 0-1 0 0,0 0 1 0 0,0 0-1 0 0,0 0 1 0 0,0 0 0 0 0,0 0-1 0 0,0 0 1 0 0,0 0 0 0 0,0 0-1 0 0,0 0 1 0 0,0 0-1 0 0,1-1 1 0 0,-1 1 0 0 0,0 0-1 0 0,0 0 1 0 0,0 0-1 0 0,0 0 1 0 0,14-3-64 0 0,379-33 1113 0 0,5 21-974 0 0,-371 14-63 0 0,144-3-867 0 0,-171 4 747 0 0,1 0-1 0 0,-1 0 0 0 0,1 0 1 0 0,-1 0-1 0 0,1-1 0 0 0,-1 1 1 0 0,1 0-1 0 0,-1 0 0 0 0,1 0 0 0 0,0 0 1 0 0,-1 0-1 0 0,1 1 0 0 0,-1-1 1 0 0,1 0-1 0 0,-1 0 0 0 0,1 0 1 0 0,-1 0-1 0 0,1 1 0 0 0,-1-1 1 0 0,1 0-1 0 0,-1 0 0 0 0,1 1 0 0 0,-1-1 1 0 0,1 0-1 0 0,-1 1 0 0 0,1-1 1 0 0,-1 1-1 0 0,0-1 0 0 0,1 1 1 0 0,-1-1-1 0 0,0 0 0 0 0,1 1 1 0 0,-1-1-1 0 0,0 1 0 0 0,0-1 1 0 0,1 1-1 0 0,-1 0 0 0 0,0-1 0 0 0,0 1 1 0 0,0-1-1 0 0,0 1 0 0 0,0-1 1 0 0,0 1-1 0 0,0-1 0 0 0,0 1 1 0 0,0 0-1 0 0,0-1 0 0 0,0 1 1 0 0,0-1-1 0 0,0 1 0 0 0,0-1 0 0 0,-1 1 1 0 0,1-1-1 0 0,0 1 0 0 0,-1 0 1 0 0,0 2-924 0 0,-1 1 0 0 0,0-1 0 0 0,0-1 0 0 0,0 1 1 0 0,0 0-1 0 0,-5 4 0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34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0 2048 0 0,'-20'6'5197'0'0,"-37"15"0"0"0,55-21-4560 0 0,-2 1 48 0 0,0 1 1 0 0,1-1 0 0 0,-1 1 0 0 0,1-1-1 0 0,-1 1 1 0 0,-5 4 0 0 0,13-4-581 0 0,1 0-1 0 0,-1 0 1 0 0,1 0-1 0 0,-1-1 1 0 0,1 0-1 0 0,-1 0 1 0 0,1 0-1 0 0,0-1 1 0 0,8 1-1 0 0,52-3 155 0 0,-35 0-148 0 0,600-45 473 0 0,-627 47-580 0 0,16-1-518 0 0,-9 0 109 0 0,-7 1-138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3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88 2768 0 0,'-20'-88'14950'0'0,"19"91"-14255"0"0,-28 147 4558 0 0,-22 78-2650 0 0,49-219-2520 0 0,-28 136 781 0 0,-21 293 1 0 0,47-383-642 0 0,-1 29-2377 0 0,21-88-1013 0 0,-10 1 2267 0 0,0 0 0 0 0,-1-1 0 0 0,1 0-1 0 0,-1 0 1 0 0,0 0 0 0 0,0-1 0 0 0,5-5-1 0 0,9-9-4439 0 0,8-6-2697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35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85 2148 0 0,'13'-77'7228'0'0,"-13"76"-6729"0"0,0 1-456 0 0,1-1 1 0 0,-1 1-1 0 0,0 0 1 0 0,0 0-1 0 0,0-1 0 0 0,0 1 1 0 0,0 0-1 0 0,0 0 1 0 0,-1 0-1 0 0,1-1 0 0 0,0 1 1 0 0,0 0-1 0 0,0 0 1 0 0,0 0-1 0 0,0-1 0 0 0,0 1 1 0 0,0 0-1 0 0,0 0 1 0 0,0 0-1 0 0,0-1 0 0 0,-1 1 1 0 0,1 0-1 0 0,0 0 1 0 0,0 0-1 0 0,0 0 0 0 0,0 0 1 0 0,-1-1-1 0 0,1 1 1 0 0,0 0-1 0 0,0 0 0 0 0,0 0 1 0 0,-1 0-1 0 0,1 0 1 0 0,0 0-1 0 0,0 0 0 0 0,0 0 1 0 0,-1 0-1 0 0,1 0 1 0 0,0 0-1 0 0,-20 34 1391 0 0,2 1 1 0 0,-17 45-1 0 0,-21 81 475 0 0,44-125-1510 0 0,-14 44 286 0 0,3 1-1 0 0,-23 153 0 0 0,44-218-581 0 0,1 0 0 0 0,1-1-1 0 0,0 1 1 0 0,1 0 0 0 0,0 0-1 0 0,5 21 1 0 0,-4-32-7 0 0,-1 0 0 0 0,1 0-1 0 0,0 0 1 0 0,0 0 0 0 0,0 0 0 0 0,0-1-1 0 0,1 1 1 0 0,0-1 0 0 0,0 0 0 0 0,0 1 0 0 0,1-2-1 0 0,-1 1 1 0 0,1 0 0 0 0,0-1 0 0 0,0 1-1 0 0,0-1 1 0 0,0 0 0 0 0,1 0 0 0 0,-1-1-1 0 0,1 0 1 0 0,0 1 0 0 0,9 2 0 0 0,-1-2 99 0 0,1-1 1 0 0,-1 0-1 0 0,1-1 1 0 0,0-1-1 0 0,-1 0 1 0 0,1 0-1 0 0,0-2 1 0 0,-1 1 0 0 0,1-2-1 0 0,-1 0 1 0 0,0 0-1 0 0,0-2 1 0 0,19-7-1 0 0,-8 0-31 0 0,0 0 0 0 0,0-2-1 0 0,-1 0 1 0 0,-1-2 0 0 0,38-34-1 0 0,-37 28-124 0 0,-1-1 0 0 0,-2-1-1 0 0,0-1 1 0 0,-2-1-1 0 0,-1 0 1 0 0,-1-1-1 0 0,-1-1 1 0 0,-1-1 0 0 0,-2 0-1 0 0,-1-1 1 0 0,-1 0-1 0 0,7-36 1 0 0,-16 57-58 0 0,1 1 0 0 0,-1-1 0 0 0,-1 0 1 0 0,0 1-1 0 0,0-1 0 0 0,-1 0 0 0 0,0 1 0 0 0,0-1 1 0 0,-1 1-1 0 0,0-1 0 0 0,-1 1 0 0 0,-6-16 0 0 0,5 17 5 0 0,0 1 1 0 0,0 0-1 0 0,-1 0 0 0 0,1 0 0 0 0,-1 1 0 0 0,-1-1 0 0 0,1 1 1 0 0,-1 0-1 0 0,0 1 0 0 0,0 0 0 0 0,0-1 0 0 0,0 2 0 0 0,-1-1 0 0 0,0 1 1 0 0,-9-3-1 0 0,-1 0-157 0 0,0 1 0 0 0,-1 1 0 0 0,1 0 0 0 0,-1 1 1 0 0,0 1-1 0 0,0 1 0 0 0,-33 2 0 0 0,25 2-246 0 0,1 1 1 0 0,0 1-1 0 0,0 1 0 0 0,-47 18 1 0 0,29-5-690 0 0,2 2 0 0 0,0 2 1 0 0,2 2-1 0 0,0 1 0 0 0,-60 54 1 0 0,-55 66-7670 0 0,110-101 3086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47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171 200 332 0 0,'0'-3'2556'0'0,"-16"-37"6637"0"0,15 40-9153 0 0,1 1 0 0 0,-1-1-1 0 0,1 0 1 0 0,0 0 0 0 0,0 0 0 0 0,-1 1 0 0 0,1-1-1 0 0,0 0 1 0 0,-1 1 0 0 0,1-1 0 0 0,0 0-1 0 0,0 1 1 0 0,-1-1 0 0 0,1 0 0 0 0,0 1-1 0 0,0-1 1 0 0,0 0 0 0 0,0 1 0 0 0,0-1 0 0 0,-1 0-1 0 0,1 1 1 0 0,0-1 0 0 0,0 1 0 0 0,0-1-1 0 0,0 1 1 0 0,-3 438 4540 0 0,1-29-3957 0 0,0-359-545 0 0,-6 54 3668 0 0,8-104-3716 0 0,0-1 0 0 0,0 1 0 0 0,0-1-1 0 0,0 1 1 0 0,0-1 0 0 0,0 1 0 0 0,0-1 0 0 0,0 1-1 0 0,0-1 1 0 0,-1 0 0 0 0,1 1 0 0 0,0-1 0 0 0,0 1 0 0 0,-1-1-1 0 0,1 1 1 0 0,0-1 0 0 0,-1 0 0 0 0,1 1 0 0 0,0-1 0 0 0,-1 0-1 0 0,1 1 1 0 0,-1-1 0 0 0,1 0 0 0 0,0 1 0 0 0,-1-1-1 0 0,1 0 1 0 0,-1 0 0 0 0,1 0 0 0 0,-1 1 0 0 0,1-1 0 0 0,-1 0-1 0 0,1 0 1 0 0,-1 0 0 0 0,1 0 0 0 0,-1 0 0 0 0,1 0-1 0 0,-1 0 1 0 0,1 0 0 0 0,-1 0 0 0 0,1 0 0 0 0,-1 0 0 0 0,1 0-1 0 0,-1-1 1 0 0,-1 1-2 0 0,1-1-1 0 0,-1 1 0 0 0,1-1 1 0 0,-1 0-1 0 0,1 0 0 0 0,-1 0 1 0 0,1 0-1 0 0,0 0 0 0 0,-1 0 1 0 0,1 0-1 0 0,0 0 0 0 0,-1-2 1 0 0,-9-14 25 0 0,1 0 0 0 0,1-1 1 0 0,1 0-1 0 0,0 0 0 0 0,1-1 1 0 0,1 1-1 0 0,-3-21 0 0 0,-17-140-429 0 0,22 136 308 0 0,3 0 0 0 0,1 0 0 0 0,2-1 0 0 0,2 1-1 0 0,2 0 1 0 0,2 1 0 0 0,1-1 0 0 0,29-74 0 0 0,-27 89 32 0 0,2 1 1 0 0,1 0-1 0 0,2 1 1 0 0,0 1-1 0 0,34-40 1 0 0,-34 47 13 0 0,1 1 0 0 0,0 1 0 0 0,2 1 0 0 0,0 0 0 0 0,0 1-1 0 0,2 1 1 0 0,38-18 0 0 0,-46 25 13 0 0,1 1-1 0 0,0 1 0 0 0,0 0 0 0 0,1 1 0 0 0,-1 1 0 0 0,0 0 0 0 0,1 1 0 0 0,0 0 0 0 0,-1 2 0 0 0,1-1 0 0 0,-1 2 1 0 0,1 0-1 0 0,-1 0 0 0 0,0 2 0 0 0,19 6 0 0 0,-22-6-6 0 0,1 0 0 0 0,-1 1 0 0 0,0 1 0 0 0,0 0 0 0 0,-1 1 0 0 0,1 0 0 0 0,-1 0 0 0 0,-1 1 0 0 0,0 0 0 0 0,0 1 0 0 0,0 0 0 0 0,-1 0 0 0 0,-1 1 0 0 0,0 0 0 0 0,0 1 0 0 0,-1-1 0 0 0,0 1 0 0 0,6 17 0 0 0,-9-19-6 0 0,0-1 0 0 0,-1 1 1 0 0,0 1-1 0 0,-1-1 0 0 0,0 0 1 0 0,0 0-1 0 0,-1 0 0 0 0,-1 1 1 0 0,1-1-1 0 0,-1 0 0 0 0,-4 14 0 0 0,1-10 11 0 0,0 0-1 0 0,-1-1 0 0 0,0 1 0 0 0,-1-1 0 0 0,-1 0 0 0 0,0 0 0 0 0,-10 13 1 0 0,2-7 17 0 0,0-1 1 0 0,-1 0 0 0 0,-1-1-1 0 0,-1-1 1 0 0,0-1 0 0 0,-1 0 0 0 0,0-2-1 0 0,-41 21 1 0 0,45-26 13 0 0,1-1 0 0 0,-1-1 0 0 0,0 0 1 0 0,0-1-1 0 0,0-1 0 0 0,-28 3 0 0 0,27-6 9 0 0,0-1-1 0 0,0 0 1 0 0,0-1 0 0 0,0-1 0 0 0,0 0-1 0 0,0-1 1 0 0,-23-10 0 0 0,29 10 5 0 0,-3-1-284 0 0,11 8 118 0 0,6 4 91 0 0,2 0 28 0 0,-1-1 0 0 0,1 0 0 0 0,12 10 0 0 0,1 1-4 0 0,133 142 190 0 0,8 9-334 0 0,-47-63-3590 0 0,-105-98 2562 0 0,20 14-1019 0 0,-26-20 1429 0 0,0 0 1 0 0,1 0-1 0 0,-1 0 1 0 0,0 0-1 0 0,1-1 1 0 0,-1 1-1 0 0,0-1 1 0 0,5 0-1 0 0,14 0-4687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4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310 774 1308 0 0,'-6'-25'5437'0'0,"-12"-34"-1"0"0,15 51-4736 0 0,0 0-1 0 0,-1 0 0 0 0,0 0 0 0 0,-1 0 0 0 0,0 1 1 0 0,0 0-1 0 0,-10-11 0 0 0,14 18-683 0 0,0-1 0 0 0,1 1-1 0 0,-1-1 1 0 0,0 1 0 0 0,0-1 0 0 0,0 1 0 0 0,0 0-1 0 0,0-1 1 0 0,0 1 0 0 0,0 0 0 0 0,0 0-1 0 0,0 0 1 0 0,0 0 0 0 0,0 0 0 0 0,0 0 0 0 0,0 0-1 0 0,0 0 1 0 0,0 0 0 0 0,0 0 0 0 0,0 1 0 0 0,0-1-1 0 0,1 0 1 0 0,-1 1 0 0 0,-1 0 0 0 0,-20 10 68 0 0,12-3-76 0 0,0 0-1 0 0,0 1 1 0 0,0 0 0 0 0,2 1 0 0 0,-1 0 0 0 0,1 0 0 0 0,0 0 0 0 0,-6 14 0 0 0,-45 96-17 0 0,53-105 7 0 0,-3 6 4 0 0,1 1 1 0 0,1 0 0 0 0,-8 44 0 0 0,13-53 27 0 0,1 0 0 0 0,0 0 0 0 0,1 1 0 0 0,0-1 1 0 0,1 0-1 0 0,0 0 0 0 0,1 1 0 0 0,5 15 0 0 0,-7-27-13 0 0,1 1-1 0 0,0-1 1 0 0,0 1-1 0 0,0-1 1 0 0,0 1-1 0 0,1-1 1 0 0,-1 0-1 0 0,0 0 1 0 0,1 0-1 0 0,0 0 1 0 0,-1 0-1 0 0,1 0 1 0 0,0 0-1 0 0,0 0 1 0 0,0 0-1 0 0,0-1 1 0 0,0 1-1 0 0,1-1 0 0 0,-1 0 1 0 0,0 0-1 0 0,1 0 1 0 0,-1 0-1 0 0,5 1 1 0 0,-4-1-7 0 0,-1-1 0 0 0,1 0 1 0 0,0 0-1 0 0,0-1 0 0 0,0 1 1 0 0,0 0-1 0 0,-1-1 0 0 0,1 0 1 0 0,0 0-1 0 0,0 0 0 0 0,-1 0 0 0 0,1 0 1 0 0,-1 0-1 0 0,1-1 0 0 0,-1 1 1 0 0,1-1-1 0 0,-1 1 0 0 0,0-1 1 0 0,0 0-1 0 0,0 0 0 0 0,3-4 0 0 0,7-8 4 0 0,-2 0-1 0 0,0-1 0 0 0,-1 0 1 0 0,0-1-1 0 0,12-32 0 0 0,23-90 23 0 0,-28 80-52 0 0,-16 57 3 0 0,0 0 0 0 0,0 0 1 0 0,1 0-1 0 0,-1 0 0 0 0,0 0 1 0 0,1 0-1 0 0,-1 0 0 0 0,1 0 1 0 0,-1 0-1 0 0,1 0 0 0 0,-1 0 1 0 0,1 0-1 0 0,0 0 0 0 0,0 0 0 0 0,1-1 1 0 0,-2 2 5 0 0,0 1-1 0 0,1-1 1 0 0,-1 0 0 0 0,0 0 0 0 0,1 0 0 0 0,-1 1 0 0 0,0-1-1 0 0,1 0 1 0 0,-1 1 0 0 0,0-1 0 0 0,1 0 0 0 0,-1 1 0 0 0,0-1-1 0 0,0 0 1 0 0,0 1 0 0 0,1-1 0 0 0,-1 0 0 0 0,0 1 0 0 0,0-1-1 0 0,0 1 1 0 0,0-1 0 0 0,0 0 0 0 0,0 1 0 0 0,0-1 0 0 0,0 2-1 0 0,5 39-110 0 0,-2 8 104 0 0,10 56 0 0 0,-10-90 38 0 0,0 0 1 0 0,1 0 0 0 0,0-1 0 0 0,2 0-1 0 0,-1 0 1 0 0,2 0 0 0 0,0-1 0 0 0,10 16-1 0 0,-16-28-24 0 0,0 1 0 0 0,0-1-1 0 0,0 0 1 0 0,0 1-1 0 0,0-1 1 0 0,0 0-1 0 0,1 0 1 0 0,-1 0-1 0 0,0 0 1 0 0,0 0 0 0 0,1 0-1 0 0,-1 0 1 0 0,1-1-1 0 0,-1 1 1 0 0,1-1-1 0 0,-1 1 1 0 0,1-1-1 0 0,-1 1 1 0 0,1-1 0 0 0,-1 0-1 0 0,1 1 1 0 0,2-1-1 0 0,-2-1-16 0 0,0 1 1 0 0,0-1-1 0 0,0 0 0 0 0,0 1 1 0 0,0-1-1 0 0,0 0 0 0 0,0 0 0 0 0,0-1 1 0 0,0 1-1 0 0,-1 0 0 0 0,1-1 1 0 0,0 1-1 0 0,-1 0 0 0 0,3-4 0 0 0,2-3-51 0 0,-1 0-1 0 0,1 0 0 0 0,-1-1 0 0 0,-1 1 1 0 0,0-1-1 0 0,4-12 0 0 0,26-97-188 0 0,-18 56 198 0 0,31-74-1 0 0,-44 128 34 0 0,1 0-1 0 0,-1 1 0 0 0,2 0 0 0 0,5-9 1 0 0,-8 14 10 0 0,0 0 1 0 0,0 0-1 0 0,0-1 0 0 0,0 1 1 0 0,1 1-1 0 0,-1-1 1 0 0,0 0-1 0 0,1 1 1 0 0,0-1-1 0 0,-1 1 1 0 0,1 0-1 0 0,0-1 0 0 0,5 0 1 0 0,-6 2 5 0 0,0 0 0 0 0,0 0 1 0 0,0 0-1 0 0,0 0 0 0 0,0 0 1 0 0,0 0-1 0 0,0 1 0 0 0,0-1 0 0 0,0 1 1 0 0,0 0-1 0 0,0-1 0 0 0,0 1 1 0 0,0 0-1 0 0,0 0 0 0 0,0 0 0 0 0,0 1 1 0 0,2 1-1 0 0,22 24-80 0 0,-13-8 189 0 0,0 0 0 0 0,-2 2 0 0 0,-1-1 0 0 0,0 1 0 0 0,-1 1 0 0 0,-2 0 0 0 0,0 0 0 0 0,-1 0 0 0 0,-1 1 0 0 0,-2 0 0 0 0,0 0 0 0 0,-1 0 0 0 0,-3 45 0 0 0,1-66-30 0 0,0-1 0 0 0,0 1 0 0 0,0 0 0 0 0,-1-1-1 0 0,1 1 1 0 0,-1 0 0 0 0,1-1 0 0 0,-1 1 0 0 0,0 0 0 0 0,1-1 0 0 0,-1 1 0 0 0,-1 1 0 0 0,1-3-49 0 0,1 1 0 0 0,0-1 0 0 0,-1 0 0 0 0,1 1-1 0 0,-1-1 1 0 0,1 0 0 0 0,-1 1 0 0 0,1-1 0 0 0,-1 0 0 0 0,1 1 0 0 0,-1-1-1 0 0,1 0 1 0 0,-1 0 0 0 0,1 0 0 0 0,-1 0 0 0 0,0 0 0 0 0,1 1 0 0 0,-1-1-1 0 0,1 0 1 0 0,-1 0 0 0 0,1 0 0 0 0,-1 0 0 0 0,0-1 0 0 0,0 1 0 0 0,0 0-3 0 0,-1-1 0 0 0,1 0 0 0 0,-1 0 1 0 0,1 0-1 0 0,-1 0 0 0 0,1 0 1 0 0,0 0-1 0 0,-1 0 0 0 0,1 0 0 0 0,0-1 1 0 0,0 1-1 0 0,0 0 0 0 0,0-1 0 0 0,0 1 1 0 0,0-1-1 0 0,1 1 0 0 0,-1-1 0 0 0,0 1 1 0 0,1-1-1 0 0,-1 0 0 0 0,0-2 1 0 0,-1-14-22 0 0,0 1 0 0 0,0-1 0 0 0,2 1 0 0 0,0-1 0 0 0,1 0 1 0 0,1 1-1 0 0,0 0 0 0 0,2-1 0 0 0,0 1 0 0 0,1 0 0 0 0,0 1 1 0 0,1-1-1 0 0,1 1 0 0 0,1 0 0 0 0,0 1 0 0 0,1 0 0 0 0,1 0 1 0 0,0 1-1 0 0,1 0 0 0 0,1 1 0 0 0,0 0 0 0 0,1 1 0 0 0,18-15 1 0 0,-26 24-16 0 0,0 0 0 0 0,0 0 1 0 0,1 0-1 0 0,-1 0 1 0 0,1 1-1 0 0,0 0 1 0 0,0 0-1 0 0,-1 1 1 0 0,1-1-1 0 0,0 1 0 0 0,0 1 1 0 0,1-1-1 0 0,-1 1 1 0 0,0 0-1 0 0,10 1 1 0 0,-11 0 8 0 0,-1 0 1 0 0,1 1 0 0 0,-1-1 0 0 0,1 1 0 0 0,-1 0-1 0 0,0 0 1 0 0,1 0 0 0 0,-1 1 0 0 0,0 0-1 0 0,-1-1 1 0 0,1 1 0 0 0,0 1 0 0 0,-1-1-1 0 0,0 0 1 0 0,0 1 0 0 0,0 0 0 0 0,0 0 0 0 0,0 0-1 0 0,-1 0 1 0 0,4 6 0 0 0,0 5 7 0 0,0 0-1 0 0,-1 0 1 0 0,-1 1 0 0 0,5 27 0 0 0,0 65 102 0 0,0-6 19 0 0,-9-100-105 0 0,0 0 1 0 0,0 1-1 0 0,1-1 1 0 0,0 0 0 0 0,-1 0-1 0 0,1 1 1 0 0,0-1-1 0 0,0 0 1 0 0,0 0-1 0 0,0 0 1 0 0,0 0-1 0 0,0 0 1 0 0,1 0-1 0 0,-1 0 1 0 0,1-1 0 0 0,0 1-1 0 0,-1 0 1 0 0,1-1-1 0 0,0 1 1 0 0,3 1-1 0 0,-2-2 0 0 0,0 0 1 0 0,0 0-1 0 0,0 0 0 0 0,1 0 0 0 0,-1 0 0 0 0,0-1 1 0 0,0 0-1 0 0,1 0 0 0 0,-1 0 0 0 0,0 0 0 0 0,1 0 1 0 0,5-2-1 0 0,4-1-1 0 0,-1 0 1 0 0,1-2-1 0 0,-1 0 1 0 0,0 0-1 0 0,-1-1 0 0 0,14-9 1 0 0,-4 0-113 0 0,-1-1 0 0 0,0-1 0 0 0,-1-1 0 0 0,-1 0-1 0 0,-1-2 1 0 0,-1 0 0 0 0,17-26 0 0 0,0-7-294 0 0,46-104-1 0 0,-50 92 515 0 0,-4-2-1 0 0,-2-1 1 0 0,-3-1-1 0 0,-3-1 1 0 0,-4 0-1 0 0,9-126 1 0 0,-21 181-2 0 0,0 11-106 0 0,-1 1 0 0 0,1-1 0 0 0,-1 1 0 0 0,0-1 0 0 0,0 1-1 0 0,-1-1 1 0 0,1 0 0 0 0,0 1 0 0 0,-1 0 0 0 0,0-1 0 0 0,-2-5 0 0 0,-11 22-14 0 0,3 1-7 0 0,1 0 1 0 0,0 1-1 0 0,2 1 0 0 0,-1 0 0 0 0,-6 20 1 0 0,-25 88 174 0 0,33-100-64 0 0,-19 72 451 0 0,5 2-1 0 0,-16 197 1 0 0,25 202 1937 0 0,12-453-1972 0 0,-1-35 681 0 0,-3-18-813 0 0,-2-17-206 0 0,-3-50-113 0 0,3-116 0 0 0,7 153-190 0 0,3 0 1 0 0,1 0-1 0 0,1 0 1 0 0,22-68-1 0 0,-24 94 103 0 0,1 0-1 0 0,1 0 0 0 0,0 1 0 0 0,1-1 0 0 0,0 2 0 0 0,1-1 0 0 0,0 1 1 0 0,1 0-1 0 0,19-18 0 0 0,-22 24-6 0 0,1-1-1 0 0,0 1 1 0 0,0 0 0 0 0,1 1-1 0 0,0 0 1 0 0,-1 0 0 0 0,1 1-1 0 0,0 0 1 0 0,1 0 0 0 0,-1 1-1 0 0,0 0 1 0 0,1 0 0 0 0,0 1 0 0 0,-1 0-1 0 0,1 1 1 0 0,0 0 0 0 0,8 1-1 0 0,-9 0-73 0 0,0 0-1 0 0,-1 0 1 0 0,1 1-1 0 0,-1 0 0 0 0,1 0 1 0 0,-1 1-1 0 0,0 0 1 0 0,1 0-1 0 0,-2 1 0 0 0,1 0 1 0 0,0 0-1 0 0,8 7 1 0 0,-13-9 77 0 0,1 1 0 0 0,-1-1 0 0 0,1 1 0 0 0,-1 0 0 0 0,0 0 0 0 0,0 0 0 0 0,0 1 0 0 0,-1-1 0 0 0,1 0 0 0 0,-1 1 0 0 0,1-1 0 0 0,-1 0 0 0 0,0 1 0 0 0,-1 0 0 0 0,1-1 0 0 0,-1 1 0 0 0,1 0 0 0 0,-1-1 0 0 0,0 1 0 0 0,0 0 0 0 0,-1-1 0 0 0,1 1 0 0 0,-1-1 0 0 0,0 1 0 0 0,1 0 0 0 0,-2-1 0 0 0,1 1 0 0 0,-3 4-1 0 0,-1 2 33 0 0,-1 0 0 0 0,0 0 0 0 0,-1-1-1 0 0,0 0 1 0 0,-1 0 0 0 0,1 0-1 0 0,-2-1 1 0 0,1 0 0 0 0,-1-1-1 0 0,-1 0 1 0 0,1 0 0 0 0,-1-1-1 0 0,0 0 1 0 0,0-1 0 0 0,-1 0-1 0 0,-14 4 1 0 0,24-8-9 0 0,-1 0-1 0 0,0-1 1 0 0,1 1 0 0 0,-1-1 0 0 0,0 0 0 0 0,0 1-1 0 0,1-1 1 0 0,-1 0 0 0 0,0 0 0 0 0,0 0 0 0 0,0 0-1 0 0,1 0 1 0 0,-1-1 0 0 0,0 1 0 0 0,0-1 0 0 0,1 1-1 0 0,-1-1 1 0 0,0 1 0 0 0,1-1 0 0 0,-1 0-1 0 0,0 0 1 0 0,1 0 0 0 0,-1 0 0 0 0,1 0 0 0 0,0 0-1 0 0,-1 0 1 0 0,1 0 0 0 0,0-1 0 0 0,0 1 0 0 0,-1-1-1 0 0,1 1 1 0 0,0-1 0 0 0,1 1 0 0 0,-1-1 0 0 0,0 1-1 0 0,0-1 1 0 0,1 0 0 0 0,-1 1 0 0 0,1-1-1 0 0,-1 0 1 0 0,1 0 0 0 0,0 1 0 0 0,-1-1 0 0 0,1 0-1 0 0,0 0 1 0 0,0 0 0 0 0,0 1 0 0 0,1-1 0 0 0,-1 0-1 0 0,1-2 1 0 0,-1 4-7 0 0,0-1 0 0 0,1 0 0 0 0,-1 1-1 0 0,0-1 1 0 0,1 0 0 0 0,-1 1 0 0 0,1-1 0 0 0,-1 1-1 0 0,1-1 1 0 0,-1 0 0 0 0,1 1 0 0 0,-1-1 0 0 0,1 1-1 0 0,0 0 1 0 0,-1-1 0 0 0,1 1 0 0 0,0-1 0 0 0,-1 1-1 0 0,1 0 1 0 0,0 0 0 0 0,0-1 0 0 0,-1 1 0 0 0,1 0-1 0 0,0 0 1 0 0,-1 0 0 0 0,1 0 0 0 0,0 0 0 0 0,1 0-1 0 0,0 0-5 0 0,1 0-1 0 0,0 1 0 0 0,0 0 0 0 0,-1-1 0 0 0,1 1 1 0 0,0 0-1 0 0,-1 0 0 0 0,3 2 0 0 0,5 3-21 0 0,-1-1 0 0 0,16 15 0 0 0,7 11 1 0 0,-2 2 0 0 0,34 45 0 0 0,-33-38 52 0 0,48 49-1 0 0,-64-75 77 0 0,0 0-1 0 0,0-1 0 0 0,1 0 1 0 0,25 14-1 0 0,-39-27-85 0 0,-1 1-1 0 0,1-1 1 0 0,0 1-1 0 0,0-1 1 0 0,0 0-1 0 0,-1 0 1 0 0,1 1 0 0 0,0-1-1 0 0,0-1 1 0 0,0 1-1 0 0,0 0 1 0 0,-1 0-1 0 0,1-1 1 0 0,0 1-1 0 0,0-1 1 0 0,-1 1 0 0 0,1-1-1 0 0,0 0 1 0 0,-1 1-1 0 0,1-1 1 0 0,0 0-1 0 0,-1 0 1 0 0,3-2-1 0 0,3-3 7 0 0,-1 0 0 0 0,1 0 0 0 0,6-9 0 0 0,-10 12-11 0 0,18-24-110 0 0,-1-2 1 0 0,24-42-1 0 0,-35 54-268 0 0,3-1-504 0 0,8-18-6772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49.6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91 444 0 0,'36'-85'16922'0'0,"-35"83"-16094"0"0,9-1 52 0 0,-7 8-680 0 0,0 0 1 0 0,0 0-1 0 0,-1 1 0 0 0,0-1 0 0 0,1 1 0 0 0,-2-1 0 0 0,1 1 0 0 0,-1 0 0 0 0,0 0 0 0 0,1 6 0 0 0,1 66 661 0 0,-3-67-742 0 0,-20 226 1094 0 0,4-99-5823 0 0,17-126 2964 0 0,1-5-704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50.0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91 103 828 0 0,'10'-13'3098'0'0,"-1"0"0"0"0,-1-1 1 0 0,0 0-1 0 0,11-26 0 0 0,-19 39-3064 0 0,0 1 0 0 0,0 0 0 0 0,0-1 0 0 0,0 1 0 0 0,0 0-1 0 0,-1-1 1 0 0,1 1 0 0 0,0 0 0 0 0,0-1 0 0 0,0 1 0 0 0,0 0 0 0 0,0-1 0 0 0,-1 1 0 0 0,1 0 0 0 0,0-1 0 0 0,0 1 0 0 0,0 0 0 0 0,-1 0 0 0 0,1-1 0 0 0,0 1 0 0 0,-1 0 0 0 0,1 0 0 0 0,0 0-1 0 0,0-1 1 0 0,-1 1 0 0 0,1 0 0 0 0,0 0 0 0 0,-1 0 0 0 0,1 0 0 0 0,0 0 0 0 0,-1-1 0 0 0,1 1 0 0 0,0 0 0 0 0,-1 0 0 0 0,1 0 0 0 0,0 0 0 0 0,-1 0 0 0 0,1 0 0 0 0,-1 0 0 0 0,1 0 0 0 0,-1 1-1 0 0,-18 1 385 0 0,10 1-353 0 0,1 1-1 0 0,0-1 0 0 0,0 2 1 0 0,0-1-1 0 0,0 1 0 0 0,-13 11 1 0 0,17-12-53 0 0,0 0 1 0 0,0 0-1 0 0,1 0 0 0 0,0 1 1 0 0,-1-1-1 0 0,1 1 1 0 0,1 0-1 0 0,-1 0 0 0 0,1 0 1 0 0,0 0-1 0 0,0 0 1 0 0,0 0-1 0 0,0 7 0 0 0,1-7-3 0 0,1 0 0 0 0,-1 0 0 0 0,2 0 0 0 0,-1 0 0 0 0,0 0-1 0 0,1-1 1 0 0,0 1 0 0 0,0 0 0 0 0,1 0 0 0 0,-1-1 0 0 0,1 1-1 0 0,0 0 1 0 0,0-1 0 0 0,0 0 0 0 0,1 1 0 0 0,3 4 0 0 0,7 7 1 0 0,0 0 0 0 0,25 22 1 0 0,-8-8-18 0 0,-10-9 162 0 0,16 25 0 0 0,-30-38 772 0 0,0 1 0 0 0,-1 0 1 0 0,-1 0-1 0 0,1 0 0 0 0,-2 0 0 0 0,5 15 0 0 0,-8-23-783 0 0,1 0 0 0 0,-1 0 0 0 0,0 0 0 0 0,0 0 1 0 0,0 0-1 0 0,0 0 0 0 0,-1 0 0 0 0,1 0 0 0 0,0 0 0 0 0,0 0 0 0 0,0 0 0 0 0,-1 0 0 0 0,1 0 1 0 0,-1 0-1 0 0,1 0 0 0 0,-1 0 0 0 0,1 0 0 0 0,-1 0 0 0 0,1-1 0 0 0,-1 1 0 0 0,0 0 0 0 0,1 0 1 0 0,-1 0-1 0 0,0-1 0 0 0,0 1 0 0 0,0 0 0 0 0,0-1 0 0 0,0 1 0 0 0,1-1 0 0 0,-1 1 1 0 0,0-1-1 0 0,0 0 0 0 0,0 1 0 0 0,0-1 0 0 0,0 0 0 0 0,0 0 0 0 0,0 1 0 0 0,-1-1 0 0 0,1 0 1 0 0,-1 0-1 0 0,-2 0-23 0 0,0 1 1 0 0,0-1 0 0 0,0 0-1 0 0,0 0 1 0 0,-1 0 0 0 0,1 0 0 0 0,0-1-1 0 0,-5-1 1 0 0,0-2-259 0 0,0 0-1 0 0,0-1 1 0 0,1 0-1 0 0,0-1 1 0 0,0 1 0 0 0,0-1-1 0 0,0-1 1 0 0,1 0-1 0 0,0 0 1 0 0,1 0-1 0 0,0-1 1 0 0,0 0 0 0 0,0 0-1 0 0,1 0 1 0 0,-5-13-1 0 0,5 10-1601 0 0,1 0-1 0 0,-6-22 1 0 0,7 22-680 0 0,2 0-1 0 0,-1 0 1 0 0,1-12 0 0 0,1 6-2858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50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90 3652 0 0,'-36'-62'15075'0'0,"20"36"-12535"0"0,15 24-3040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50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19 114 5116 0 0,'-4'-16'7148'0'0,"3"15"-6869"0"0,1-1 0 0 0,0 0 0 0 0,-1 0 0 0 0,1 0 0 0 0,0 0 0 0 0,0 0 0 0 0,0 0 0 0 0,1 0 1 0 0,-1 0-1 0 0,0 1 0 0 0,1-1 0 0 0,-1 0 0 0 0,1 0 0 0 0,0 0 0 0 0,-1 1 0 0 0,1-1 0 0 0,0 0 0 0 0,1-1 0 0 0,1 0-90 0 0,-1 0 1 0 0,1 0-1 0 0,0 0 0 0 0,0 0 0 0 0,0 1 0 0 0,0 0 0 0 0,0-1 0 0 0,6-2 0 0 0,0 1-117 0 0,0 0 0 0 0,1 0 0 0 0,0 1 0 0 0,0 0-1 0 0,-1 0 1 0 0,15 0 0 0 0,6-1 54 0 0,-2 0-53 0 0,0 2 1 0 0,43 1-1 0 0,-64 1-74 0 0,0 1 1 0 0,0 0-1 0 0,0 0 0 0 0,0 1 0 0 0,0-1 0 0 0,-1 2 0 0 0,1-1 1 0 0,-1 1-1 0 0,1 0 0 0 0,-1 0 0 0 0,0 0 0 0 0,0 1 0 0 0,0 0 1 0 0,0 0-1 0 0,6 7 0 0 0,-10-7 9 0 0,1-1 1 0 0,-1 0 0 0 0,0 0-1 0 0,0 1 1 0 0,-1-1-1 0 0,1 1 1 0 0,-1 0 0 0 0,0-1-1 0 0,0 1 1 0 0,0 0 0 0 0,0 0-1 0 0,0-1 1 0 0,-1 1-1 0 0,0 0 1 0 0,0 0 0 0 0,0 0-1 0 0,0 0 1 0 0,-1 0-1 0 0,1 0 1 0 0,-1 0 0 0 0,0-1-1 0 0,0 1 1 0 0,-1 0-1 0 0,1-1 1 0 0,-4 7 0 0 0,-1 3 24 0 0,-2 1 0 0 0,0-1 0 0 0,-1 0 0 0 0,0 0 0 0 0,-11 11 0 0 0,-7 2 788 0 0,-1-1 0 0 0,-1-1 0 0 0,-1-2-1 0 0,-66 37 1 0 0,93-57-416 0 0,-18 9 873 0 0,16-8-741 0 0,6-6 382 0 0,2 2-911 0 0,-1 1 0 0 0,1-1-1 0 0,0 1 1 0 0,0 0 0 0 0,0-1-1 0 0,0 1 1 0 0,0 1 0 0 0,0-1-1 0 0,3 1 1 0 0,1-1-15 0 0,0 1-1 0 0,1 0 1 0 0,-1 1 0 0 0,0 0-1 0 0,0 0 1 0 0,0 0 0 0 0,0 1-1 0 0,-1 0 1 0 0,1 0 0 0 0,-1 1-1 0 0,1-1 1 0 0,-1 2 0 0 0,10 8-1 0 0,-4-2 8 0 0,0 0-1 0 0,-1 1 0 0 0,0 1 0 0 0,17 25 0 0 0,-17-20 26 0 0,-1 0 0 0 0,0 1 0 0 0,13 40 0 0 0,-20-50 173 0 0,0-1-1 0 0,-1 1 1 0 0,-1 0-1 0 0,1 0 0 0 0,-1 0 1 0 0,-1 0-1 0 0,0 0 0 0 0,0 0 1 0 0,0 0-1 0 0,-1-1 1 0 0,-1 1-1 0 0,-2 9 0 0 0,3-14-164 0 0,0 0-1 0 0,-1 0 1 0 0,0 0-1 0 0,0-1 0 0 0,0 1 1 0 0,0-1-1 0 0,0 0 0 0 0,-1 1 1 0 0,1-1-1 0 0,-1 0 0 0 0,0-1 1 0 0,0 1-1 0 0,0 0 0 0 0,0-1 1 0 0,0 1-1 0 0,-5 1 1 0 0,3-1 39 0 0,-1-1 0 0 0,1 0-1 0 0,-1-1 1 0 0,0 1 0 0 0,1-1 0 0 0,-1 0 0 0 0,0 0 0 0 0,0-1 0 0 0,0 0 0 0 0,-6 0 0 0 0,-6-2 74 0 0,-1-1 0 0 0,1-1-1 0 0,0 0 1 0 0,1-2 0 0 0,-1 0-1 0 0,-17-9 1 0 0,-88-49-1354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4:5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11 6157 0 0,'-2'-11'17381'0'0,"9"23"-22217"0"0,-5-3 2119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7:24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1508 0 0,'0'0'1220'0'0,"15"-4"180"0"0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19:47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31 2168 0 0,'10'19'8785'0'0,"-5"-14"-7809"0"0,4-5 791 0 0,1-11-3837 0 0,7-15-3009 0 0,-5 8 936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34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32 1080 0 0,'0'-32'12224'0'0,"6"66"-8107"0"0,1 42 1 0 0,-6 46-1636 0 0,-6-55-3273 0 0,-22 115 0 0 0,20-131-6817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34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39 1956 0 0,'15'-39'17034'0'0,"-11"50"-14957"0"0,1 7-405 0 0,-13 148 2152 0 0,-2-53-5358 0 0,1-14-6192 0 0,9-95 7162 0 0,-1 5-2824 0 0,-2 4-506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34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55 24 0 0,'-7'-23'5404'0'0,"6"19"-3773"0"0,-1 0 1 0 0,1 0-1 0 0,0 0 0 0 0,0 0 0 0 0,0-7 0 0 0,16 35 1034 0 0,35 67-1531 0 0,-4 2-1 0 0,-4 2 1 0 0,46 154 0 0 0,-75-201-1178 0 0,-3 0 0 0 0,-1 1 0 0 0,-3 1 0 0 0,-1-1 0 0 0,-3 1 0 0 0,-2 0 0 0 0,-2-1 0 0 0,-3 1 0 0 0,-15 75 0 0 0,6-74-966 0 0,-1 0-1 0 0,-3-1 0 0 0,-26 52 1 0 0,24-65-1992 0 0,0-1 0 0 0,-34 44 0 0 0,22-39-3521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39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21 684 788 0 0,'0'0'1663'0'0,"-6"-23"5296"0"0,6 23-6944 0 0,0 0 0 0 0,0 0 0 0 0,-1 0 0 0 0,1-1 0 0 0,0 1 0 0 0,0 0 1 0 0,0 0-1 0 0,0 0 0 0 0,0 0 0 0 0,0 0 0 0 0,0 0 0 0 0,0 0 1 0 0,-1-1-1 0 0,1 1 0 0 0,0 0 0 0 0,0 0 0 0 0,0 0 0 0 0,0 0 1 0 0,0 0-1 0 0,0 0 0 0 0,-1 0 0 0 0,1 0 0 0 0,0 0 0 0 0,0 0 1 0 0,0 0-1 0 0,0 0 0 0 0,-1 0 0 0 0,1 0 0 0 0,0 0 0 0 0,0 0 0 0 0,0 0 1 0 0,0 0-1 0 0,-1 0 0 0 0,1 0 0 0 0,0 0 0 0 0,0 0 0 0 0,0 0 1 0 0,0 0-1 0 0,0 0 0 0 0,-1 0 0 0 0,1 0 0 0 0,0 0 0 0 0,0 0 1 0 0,0 0-1 0 0,0 1 0 0 0,0-1 0 0 0,0 0 0 0 0,-1 0 0 0 0,1 0 1 0 0,0 0-1 0 0,0 0 0 0 0,-4 13 514 0 0,0 16-52 0 0,8 20-178 0 0,-3-46-265 0 0,-1 0 1 0 0,1-1-1 0 0,0 1 0 0 0,0-1 0 0 0,0 1 0 0 0,0-1 1 0 0,0 0-1 0 0,0 1 0 0 0,1-1 0 0 0,-1 0 1 0 0,1 0-1 0 0,3 4 0 0 0,-4-5 17 0 0,1 0 0 0 0,-1 0 0 0 0,1 0 1 0 0,-1-1-1 0 0,1 1 0 0 0,0 0 0 0 0,-1-1 0 0 0,1 1 0 0 0,0-1 0 0 0,0 0 0 0 0,-1 1 0 0 0,1-1 1 0 0,0 0-1 0 0,0 0 0 0 0,-1 0 0 0 0,1 0 0 0 0,0-1 0 0 0,0 1 0 0 0,-1 0 0 0 0,1-1 0 0 0,2 0 1 0 0,3-2 9 0 0,0 1 1 0 0,1-2 0 0 0,-1 1 0 0 0,0-1 0 0 0,-1 0 0 0 0,1 0 0 0 0,-1-1 0 0 0,10-9 0 0 0,3-5-32 0 0,19-24 0 0 0,-25 28-17 0 0,42-57-29 0 0,-3-2 0 0 0,43-82 0 0 0,-1 0-26 0 0,-82 139 43 0 0,115-166-54 0 0,-127 182 45 0 0,1 0 1 0 0,-1 0 0 0 0,1 0 0 0 0,0 1 0 0 0,-1-1-1 0 0,1 0 1 0 0,0 0 0 0 0,-1 1 0 0 0,1-1 0 0 0,0 1 0 0 0,0-1-1 0 0,0 1 1 0 0,0-1 0 0 0,0 1 0 0 0,0-1 0 0 0,0 1-1 0 0,0 0 1 0 0,0-1 0 0 0,0 1 0 0 0,0 0 0 0 0,0 0-1 0 0,0 0 1 0 0,0 0 0 0 0,0 0 0 0 0,2 0 0 0 0,-2 1-2 0 0,1-1 1 0 0,-1 1 0 0 0,1 0-1 0 0,-1 0 1 0 0,1 0-1 0 0,-1 0 1 0 0,0 0 0 0 0,0 0-1 0 0,1 0 1 0 0,-1 1-1 0 0,0-1 1 0 0,0 0 0 0 0,0 1-1 0 0,1 1 1 0 0,3 6-23 0 0,-1 1 1 0 0,1-1-1 0 0,4 19 0 0 0,1 16 41 0 0,-2 1 1 0 0,-1 0-1 0 0,0 67 0 0 0,-5-73 15 0 0,11 351 1345 0 0,-13-388-916 0 0,3 2 163 0 0,1-1-278 0 0,3-11 47 0 0,2-11-318 0 0,0-2-1 0 0,0 1 0 0 0,-2-1 0 0 0,-1 0 0 0 0,-1-1 0 0 0,5-33 0 0 0,-7 28-80 0 0,-2-1 0 0 0,0 1 0 0 0,-2-1 0 0 0,-8-53 0 0 0,8 74 5 0 0,0-1-1 0 0,-1 1 1 0 0,0-1-1 0 0,0 1 1 0 0,-1 0-1 0 0,0 0 1 0 0,0 0-1 0 0,-1 0 1 0 0,0 0-1 0 0,0 1 1 0 0,0 0-1 0 0,-1 0 1 0 0,0 0-1 0 0,0 0 1 0 0,-1 1-1 0 0,1 0 1 0 0,-1 0-1 0 0,-1 0 1 0 0,1 1-1 0 0,0 0 1 0 0,-1 0-1 0 0,0 1 1 0 0,0 0-1 0 0,0 0 1 0 0,0 0-1 0 0,-1 1 1 0 0,-7-2-1 0 0,-11 0-3 0 0,1 1 0 0 0,-1 2 0 0 0,1 0 0 0 0,-1 1-1 0 0,-46 8 1 0 0,-127 34 27 0 0,160-32-16 0 0,-27 7 3 0 0,-72 16-135 0 0,124-31 154 0 0,13-2-20 0 0,1 0 0 0 0,-1 0 0 0 0,0 0 0 0 0,1 0 0 0 0,-1-1 0 0 0,0 1 1 0 0,0 0-1 0 0,1 0 0 0 0,-1-1 0 0 0,0 1 0 0 0,1 0 0 0 0,-1-1 0 0 0,0 1 0 0 0,1 0 0 0 0,-1-1 1 0 0,1 1-1 0 0,-2-2 0 0 0,5-4-5 0 0,-1 0 0 0 0,1 1 0 0 0,1-1 0 0 0,-1 1 0 0 0,1-1 0 0 0,0 1 1 0 0,0 0-1 0 0,1 0 0 0 0,-1 1 0 0 0,1-1 0 0 0,9-5 0 0 0,0-1-10 0 0,0 2 1 0 0,1-1-1 0 0,21-8 0 0 0,-24 13 5 0 0,1 1-1 0 0,-1 0 1 0 0,1 1-1 0 0,-1 0 0 0 0,1 1 1 0 0,0 0-1 0 0,0 1 0 0 0,0 1 1 0 0,0 0-1 0 0,0 0 1 0 0,0 2-1 0 0,18 3 0 0 0,12 6 18 0 0,-2 1-1 0 0,57 26 1 0 0,36 10-122 0 0,66-2-3486 0 0,-62-30-3426 0 0,-103-14 3999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3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43 1484 0 0,'-3'0'2098'0'0,"-46"2"8778"0"0,46-2-10357 0 0,-5 0 1134 0 0,22-5-1331 0 0,28-3-523 0 0,29-5-1745 0 0,30-3-5929 0 0,-78 14 3349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39.7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 1360 0 0,'-92'73'10496'0'0,"90"-72"-10230"0"0,2 3 67 0 0,0-4-327 0 0,0 0 1 0 0,0 0-1 0 0,0 0 1 0 0,0 1-1 0 0,0-1 1 0 0,0 0-1 0 0,0 0 1 0 0,0 0-1 0 0,0 1 1 0 0,0-1-1 0 0,0 0 1 0 0,0 0-1 0 0,0 0 1 0 0,0 1-1 0 0,0-1 1 0 0,0 0-1 0 0,0 0 1 0 0,0 0-1 0 0,0 0 1 0 0,0 1-1 0 0,0-1 1 0 0,0 0-1 0 0,0 0 1 0 0,0 0 0 0 0,0 1-1 0 0,0-1 1 0 0,0 0-1 0 0,1 0 1 0 0,-1 0-1 0 0,0 0 1 0 0,0 0-1 0 0,0 1 1 0 0,0-1-1 0 0,0 0 1 0 0,0 0-1 0 0,1 0 1 0 0,-1 0-1 0 0,0 0 1 0 0,0 0-1 0 0,0 0 1 0 0,0 0-1 0 0,1 1 1 0 0,-1-1-1 0 0,25-1 77 0 0,0 0 1 0 0,0-1-1 0 0,44-11 0 0 0,-44 8-339 0 0,144-28-5429 0 0,-110 18 956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1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892 121 712 0 0,'21'-25'9757'0'0,"-19"21"-8881"0"0,-1 0 0 0 0,1 1 0 0 0,-1-1 0 0 0,0 0 0 0 0,-1 1 1 0 0,1-1-1 0 0,0 0 0 0 0,-1-7 0 0 0,0 9-775 0 0,-1 0 1 0 0,1 0 0 0 0,-1 0-1 0 0,0 0 1 0 0,1 1 0 0 0,-1-1-1 0 0,0 0 1 0 0,0 0 0 0 0,0 1-1 0 0,0-1 1 0 0,0 1 0 0 0,0-1-1 0 0,-1 1 1 0 0,1-1 0 0 0,-1 1-1 0 0,1 0 1 0 0,-1 0 0 0 0,1-1-1 0 0,-1 1 1 0 0,1 0 0 0 0,-1 0-1 0 0,-2 0 1 0 0,-4-3-73 0 0,0 1 1 0 0,0 0 0 0 0,0 1-1 0 0,0 0 1 0 0,0 0-1 0 0,0 1 1 0 0,0 0-1 0 0,-9 0 1 0 0,15 1-26 0 0,-6-1 13 0 0,-10 1-17 0 0,-2 1 1 0 0,5 2-14 0 0,6-1 10 0 0,1 0 0 0 0,0 0 0 0 0,0 1 0 0 0,0 0 1 0 0,0 0-1 0 0,0 1 0 0 0,1 0 0 0 0,0 0 0 0 0,-1 1 1 0 0,1 0-1 0 0,1 0 0 0 0,-1 0 0 0 0,1 1 1 0 0,0 0-1 0 0,0 0 0 0 0,1 1 0 0 0,0 0 0 0 0,0 0 1 0 0,1 0-1 0 0,-1 0 0 0 0,-5 16 0 0 0,-4 12 130 0 0,2 0 0 0 0,1 0 0 0 0,-11 63 0 0 0,-4 115 751 0 0,15-104-776 0 0,-32 337 37 0 0,-13 97 879 0 0,-68 209 840 0 0,46-312-1326 0 0,-34 331-202 0 0,50-328-60 0 0,48-322-276 0 0,1 160 0 0 0,12-266 24 0 0,2 0 1 0 0,0 0-1 0 0,0 1 1 0 0,2-1 0 0 0,7 28-1 0 0,-8-38-13 0 0,0 0 1 0 0,0 0-1 0 0,1-1 0 0 0,-1 1 0 0 0,1-1 1 0 0,0 0-1 0 0,0 1 0 0 0,0-1 0 0 0,1-1 1 0 0,-1 1-1 0 0,1 0 0 0 0,0-1 0 0 0,0 0 1 0 0,0 0-1 0 0,1 0 0 0 0,-1 0 0 0 0,1-1 0 0 0,0 0 1 0 0,-1 0-1 0 0,1 0 0 0 0,6 1 0 0 0,9 1-81 0 0,-1 0 0 0 0,1-2 0 0 0,0 0 0 0 0,0-2 0 0 0,28-2 0 0 0,102-17-1014 0 0,-137 17 984 0 0,429-94-5531 0 0,-153 7-3169 0 0,-150 42 551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2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55 896 0 0,'0'0'12661'0'0,"-13"-2"-7066"0"0,15-1-5555 0 0,0 0-1 0 0,0 0 1 0 0,1 0-1 0 0,-1 0 1 0 0,1 1-1 0 0,0-1 1 0 0,-1 1-1 0 0,2-1 1 0 0,-1 1-1 0 0,0 0 1 0 0,0 0-1 0 0,0 0 1 0 0,5-1-1 0 0,1-2-10 0 0,-7 4-31 0 0,0-1-1 0 0,0 1 1 0 0,1 0 0 0 0,-1 0 0 0 0,0 0 0 0 0,0 0 0 0 0,1 0-1 0 0,-1 0 1 0 0,0 1 0 0 0,1-1 0 0 0,-1 1 0 0 0,0 0 0 0 0,1 0-1 0 0,-1-1 1 0 0,1 2 0 0 0,-1-1 0 0 0,1 0 0 0 0,-1 0 0 0 0,0 1-1 0 0,1-1 1 0 0,-1 1 0 0 0,0 0 0 0 0,1 0 0 0 0,-1 0 0 0 0,0 0-1 0 0,0 0 1 0 0,0 0 0 0 0,0 1 0 0 0,0-1 0 0 0,0 0-1 0 0,0 1 1 0 0,0 0 0 0 0,-1-1 0 0 0,1 1 0 0 0,-1 0 0 0 0,1 0-1 0 0,-1 0 1 0 0,1 0 0 0 0,0 4 0 0 0,2 1-6 0 0,-1 1 0 0 0,0 0 1 0 0,0 1-1 0 0,-1-1 0 0 0,0 0 0 0 0,0 1 0 0 0,-1-1 1 0 0,0 1-1 0 0,-1 13 0 0 0,-2-2 20 0 0,0 0 0 0 0,-2 0-1 0 0,0-1 1 0 0,-2 1 0 0 0,0-1 0 0 0,-1 0 0 0 0,0-1-1 0 0,-19 33 1 0 0,3-14 609 0 0,-2-1 1 0 0,-57 66-1 0 0,43-51 27 0 0,38-50-627 0 0,1 0-17 0 0,0-1 1 0 0,-1 1-1 0 0,1-1 1 0 0,0 1-1 0 0,-1-1 1 0 0,1 1-1 0 0,0 0 0 0 0,0-1 1 0 0,-1 1-1 0 0,1-1 1 0 0,0 1-1 0 0,0 0 1 0 0,0-1-1 0 0,0 1 1 0 0,0 0-1 0 0,0 0 0 0 0,4 0 7 0 0,0 0-1 0 0,1 0 1 0 0,-1 0-1 0 0,1-1 0 0 0,-1 0 1 0 0,1 0-1 0 0,8-1 1 0 0,40-7-8 0 0,-28 4 28 0 0,-12 2-30 0 0,338-42 21 0 0,-285 36-1873 0 0,-45 5-3097 0 0,-18 3 4261 0 0,1-1-164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3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82 1308 0 0,'-13'-14'8661'0'0,"11"9"-7795"0"0,1 4-653 0 0,1 0 0 0 0,0-1 0 0 0,0 1 0 0 0,-1 0 0 0 0,1 0-1 0 0,0 0 1 0 0,0 0 0 0 0,0 0 0 0 0,0 0 0 0 0,0 0 0 0 0,1 0 0 0 0,-1 0 0 0 0,0 0-1 0 0,0 0 1 0 0,1-2 0 0 0,1 1-131 0 0,0-1 0 0 0,0 1 0 0 0,-1-1-1 0 0,1 1 1 0 0,1 0 0 0 0,-1 0 0 0 0,0 0-1 0 0,0 0 1 0 0,1 0 0 0 0,-1 1 0 0 0,1-1 0 0 0,0 1-1 0 0,4-3 1 0 0,-1 2-48 0 0,1-1 0 0 0,-1 1 0 0 0,1 0-1 0 0,0 1 1 0 0,0-1 0 0 0,-1 2 0 0 0,1-1 0 0 0,0 0 0 0 0,0 1 0 0 0,0 1-1 0 0,10 0 1 0 0,-13 0-27 0 0,1 0 1 0 0,0 0-1 0 0,0 1 0 0 0,0-1 0 0 0,-1 1 0 0 0,1 0 0 0 0,-1 1 0 0 0,0-1 0 0 0,1 0 1 0 0,-1 1-1 0 0,0 0 0 0 0,0 0 0 0 0,-1 1 0 0 0,1-1 0 0 0,-1 1 0 0 0,6 7 0 0 0,-6-7 10 0 0,-1 1-1 0 0,0-1 0 0 0,-1 1 0 0 0,1-1 0 0 0,-1 1 0 0 0,0 0 0 0 0,0 0 1 0 0,0-1-1 0 0,-1 1 0 0 0,1 0 0 0 0,-1 0 0 0 0,-1 0 0 0 0,1 0 0 0 0,-1-1 1 0 0,1 1-1 0 0,-1 0 0 0 0,-1 0 0 0 0,-1 5 0 0 0,-4 10 84 0 0,-1-1 1 0 0,-19 33-1 0 0,9-17 2238 0 0,18-34-2013 0 0,-6 11 780 0 0,3-9-1070 0 0,3-2-27 0 0,0-1 0 0 0,0 0-1 0 0,0 1 1 0 0,0-1 0 0 0,0 1-1 0 0,1-1 1 0 0,-1 0 0 0 0,0 1-1 0 0,0-1 1 0 0,0 0 0 0 0,1 1-1 0 0,-1-1 1 0 0,0 0 0 0 0,1 1-1 0 0,-1-1 1 0 0,0 0 0 0 0,1 1-1 0 0,-1-1 1 0 0,0 0 0 0 0,1 0-1 0 0,-1 0 1 0 0,1 1 0 0 0,-1-1-1 0 0,0 0 1 0 0,1 0 0 0 0,-1 0-1 0 0,1 0 1 0 0,-1 0 0 0 0,0 0-1 0 0,1 0 1 0 0,-1 0 0 0 0,1 0-1 0 0,-1 0 1 0 0,1 0 0 0 0,8 2-35 0 0,-1 0 1 0 0,0 1 0 0 0,0 0-1 0 0,0 0 1 0 0,-1 1 0 0 0,1-1-1 0 0,-1 2 1 0 0,1-1 0 0 0,-1 1-1 0 0,-1 0 1 0 0,1 1 0 0 0,8 9-1 0 0,-12-12 96 0 0,-1 0-1 0 0,0 0 0 0 0,0 0 0 0 0,0 1 1 0 0,0-1-1 0 0,-1 0 0 0 0,1 1 0 0 0,-1-1 1 0 0,0 1-1 0 0,0 0 0 0 0,0-1 1 0 0,0 1-1 0 0,-1 0 0 0 0,1-1 0 0 0,-1 1 1 0 0,0 0-1 0 0,-1 0 0 0 0,1-1 1 0 0,0 1-1 0 0,-1 0 0 0 0,0 0 0 0 0,0-1 1 0 0,0 1-1 0 0,0-1 0 0 0,-1 1 1 0 0,1-1-1 0 0,-1 1 0 0 0,0-1 0 0 0,-4 5 1 0 0,2-2 138 0 0,0-1 1 0 0,0 0-1 0 0,-1 0 0 0 0,0 0 1 0 0,0-1-1 0 0,0 0 1 0 0,-1 0-1 0 0,1 0 1 0 0,-1 0-1 0 0,0-1 1 0 0,0 0-1 0 0,0-1 0 0 0,0 1 1 0 0,0-1-1 0 0,-1 0 1 0 0,1 0-1 0 0,-1-1 1 0 0,0 0-1 0 0,1 0 1 0 0,-1-1-1 0 0,0 0 0 0 0,-6 0 1 0 0,-14-2 45 0 0,0-2 1 0 0,1 0 0 0 0,-52-16-1 0 0,69 17-254 0 0,4 1-514 0 0,0 0 1 0 0,0-1 0 0 0,0 0-1 0 0,0 0 1 0 0,0 0 0 0 0,0 0 0 0 0,1-1-1 0 0,-7-6 1 0 0,11 10 279 0 0,-1-1 0 0 0,1 0-1 0 0,-1 1 1 0 0,1-1 0 0 0,-1 0 0 0 0,1 1-1 0 0,-1-1 1 0 0,1 0 0 0 0,0 1-1 0 0,-1-1 1 0 0,1 0 0 0 0,0 0 0 0 0,0 1-1 0 0,0-1 1 0 0,-1 0 0 0 0,1 0 0 0 0,0 0-1 0 0,0 1 1 0 0,0-1 0 0 0,0 0 0 0 0,0 0-1 0 0,1 0 1 0 0,-1 1 0 0 0,0-1-1 0 0,0 0 1 0 0,0 0 0 0 0,1 1 0 0 0,-1-1-1 0 0,0 0 1 0 0,1 1 0 0 0,-1-1 0 0 0,1 0-1 0 0,-1 1 1 0 0,1-2 0 0 0,19-16-6944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4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241 63 2076 0 0,'-4'-3'1711'0'0,"-1"1"0"0"0,0-1-1 0 0,1 0 1 0 0,0-1-1 0 0,-1 1 1 0 0,1-1 0 0 0,-7-8 712 0 0,11 12-2412 0 0,0 0 1 0 0,0 0 0 0 0,-1 0-1 0 0,1 0 1 0 0,0 0 0 0 0,0 0-1 0 0,0 0 1 0 0,0 0 0 0 0,0 0 0 0 0,-1 0-1 0 0,1 0 1 0 0,0 0 0 0 0,0 0-1 0 0,0 0 1 0 0,0 0 0 0 0,-1 0-1 0 0,1 0 1 0 0,0 0 0 0 0,0 0 0 0 0,0-1-1 0 0,0 1 1 0 0,0 0 0 0 0,0 0-1 0 0,-1 0 1 0 0,1 0 0 0 0,0 0-1 0 0,0 0 1 0 0,0 0 0 0 0,0 0 0 0 0,0-1-1 0 0,0 1 1 0 0,0 0 0 0 0,0 0-1 0 0,0 0 1 0 0,0 0 0 0 0,-1 0 0 0 0,1-1-1 0 0,0 1 1 0 0,0 0 0 0 0,0 0-1 0 0,0 0 1 0 0,0 0 0 0 0,0 0-1 0 0,0-1 1 0 0,0 1 0 0 0,0 0 0 0 0,0 0-1 0 0,0 0 1 0 0,0 0 0 0 0,0 0-1 0 0,1-1 1 0 0,-1 1 0 0 0,0 0-1 0 0,0 0 1 0 0,0 0 0 0 0,0 0 0 0 0,0 0-1 0 0,0-1 1 0 0,0 1 0 0 0,0 0-1 0 0,12-9 206 0 0,-2 6-205 0 0,-1 0-1 0 0,1 1 0 0 0,0 0 1 0 0,0 1-1 0 0,0 0 1 0 0,0 0-1 0 0,0 1 0 0 0,1 0 1 0 0,9 2-1 0 0,-11-1-8 0 0,-1 1-1 0 0,0-1 1 0 0,1 1-1 0 0,-1 1 0 0 0,0-1 1 0 0,0 2-1 0 0,-1-1 1 0 0,1 1-1 0 0,-1 0 1 0 0,1 0-1 0 0,10 9 1 0 0,-16-10 4 0 0,0-1 1 0 0,0 0-1 0 0,1 1 1 0 0,-2 0-1 0 0,1-1 1 0 0,0 1-1 0 0,0 0 0 0 0,-1 0 1 0 0,1 0-1 0 0,-1 0 1 0 0,0 0-1 0 0,0 0 1 0 0,0 1-1 0 0,-1-1 1 0 0,1 0-1 0 0,-1 0 1 0 0,0 1-1 0 0,0-1 1 0 0,0 0-1 0 0,0 1 1 0 0,0-1-1 0 0,-1 0 1 0 0,1 0-1 0 0,-1 1 1 0 0,0-1-1 0 0,0 0 1 0 0,0 0-1 0 0,0 0 1 0 0,-3 4-1 0 0,-4 8 48 0 0,-1 0 0 0 0,0-1 0 0 0,-1 0 1 0 0,-16 17-1 0 0,15-17 48 0 0,3-5 593 0 0,-1 0 1 0 0,1-1-1 0 0,-1 1 0 0 0,-15 9 669 0 0,13-21-1218 0 0,12 1-151 0 0,1 0 0 0 0,-1 1 0 0 0,1 0-1 0 0,0-1 1 0 0,-1 1 0 0 0,1 0 0 0 0,0 0 0 0 0,0 0 0 0 0,0 0 0 0 0,-1 0-1 0 0,1 0 1 0 0,0 0 0 0 0,0 1 0 0 0,0-1 0 0 0,1 1 0 0 0,-1-1 0 0 0,2 1-1 0 0,1 0-2 0 0,0 0 0 0 0,0 0 0 0 0,0 1 0 0 0,-1-1 0 0 0,1 1 0 0 0,0 0 0 0 0,6 3 0 0 0,-3-1 2 0 0,1 1-1 0 0,-1-1 0 0 0,-1 2 0 0 0,1-1 1 0 0,0 1-1 0 0,-1 0 0 0 0,0 1 0 0 0,8 7 0 0 0,-11-9 13 0 0,-1 0-1 0 0,1 1 1 0 0,-1-1-1 0 0,0 1 1 0 0,0-1-1 0 0,0 1 1 0 0,-1 0-1 0 0,1 0 1 0 0,-1 0-1 0 0,-1 1 1 0 0,1-1-1 0 0,-1 0 1 0 0,0 1-1 0 0,1 6 1 0 0,-2-7 52 0 0,0-1 0 0 0,-1 1 0 0 0,0-1 0 0 0,1 1 0 0 0,-2-1 0 0 0,1 1 0 0 0,0-1 0 0 0,-1 0 0 0 0,0 1 0 0 0,0-1 0 0 0,0 0 0 0 0,0 0 1 0 0,-1-1-1 0 0,1 1 0 0 0,-1 0 0 0 0,0-1 0 0 0,0 0 0 0 0,-4 4 0 0 0,-2 1 248 0 0,0-1 0 0 0,0 0 0 0 0,0 0 0 0 0,-1-1 0 0 0,0-1 1 0 0,0 1-1 0 0,0-1 0 0 0,-1-1 0 0 0,0 0 0 0 0,0-1 0 0 0,0 0 0 0 0,-19 3 0 0 0,13-5-120 0 0,1 0 1 0 0,-1-1-1 0 0,1-1 0 0 0,-1-1 0 0 0,1 0 0 0 0,-1-1 0 0 0,1-1 0 0 0,-19-7 0 0 0,15 5-136 0 0,1-2-1 0 0,-33-17 0 0 0,19 1-2505 0 0,32 24 2216 0 0,0 0 0 0 0,1-1 0 0 0,-1 1 0 0 0,1-1 0 0 0,-1 1 0 0 0,0-1-1 0 0,1 1 1 0 0,-1-1 0 0 0,1 1 0 0 0,-1-1 0 0 0,1 0 0 0 0,-1 1 0 0 0,1-1 0 0 0,0 0 0 0 0,-1 0 0 0 0,1 1 0 0 0,0-1-1 0 0,-1 0 1 0 0,1 0 0 0 0,0 1 0 0 0,0-1 0 0 0,0 0 0 0 0,0 0 0 0 0,0 1 0 0 0,0-1 0 0 0,0 0 0 0 0,0 0-1 0 0,0 0 1 0 0,0 1 0 0 0,0-1 0 0 0,1 0 0 0 0,-1 0 0 0 0,1-1 0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5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47 1668 0 0,'25'-46'22520'0'0,"-22"52"-21274"0"0,1 13-478 0 0,-30 320 3575 0 0,22-282-4098 0 0,-1-1-756 0 0,4-54 29 0 0,0 5-875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6.6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 30 124 0 0,'-26'-20'18222'0'0,"27"20"-18186"0"0,0-1 0 0 0,-1 1 0 0 0,1-1 0 0 0,0 1 0 0 0,0 0 0 0 0,0-1 0 0 0,0 1 0 0 0,0 0 0 0 0,0 0 0 0 0,1 0 0 0 0,-1 0 0 0 0,0 0-1 0 0,0 0 1 0 0,0 0 0 0 0,0 0 0 0 0,0 0 0 0 0,0 0 0 0 0,2 1 0 0 0,49 2-130 0 0,170 7 291 0 0,-74-13-4247 0 0,-127 1 1400 0 0,0 0 0 0 0,22-6 1 0 0,-24 3-2080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6.9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44 1832 0 0,'1'-2'2582'0'0,"31"-40"15241"0"0,-32 43-17715 0 0,1-1-57 0 0,-1 0 0 0 0,0 0 0 0 0,1 0 1 0 0,-1 0-1 0 0,0 1 0 0 0,1-1 1 0 0,-1 0-1 0 0,0 0 0 0 0,1 1 1 0 0,-1-1-1 0 0,0 0 0 0 0,0 0 0 0 0,1 1 1 0 0,-1-1-1 0 0,0 0 0 0 0,0 1 1 0 0,0-1-1 0 0,0 0 0 0 0,1 1 1 0 0,-1-1-1 0 0,0 1 0 0 0,0-1 1 0 0,0 0-1 0 0,0 1 0 0 0,0-1 0 0 0,0 0 1 0 0,0 1-1 0 0,0-1 0 0 0,0 1 1 0 0,0-1-1 0 0,0 0 0 0 0,0 1 1 0 0,0 0-1 0 0,-31 197 2507 0 0,11-91-2429 0 0,8 2-2840 0 0,13-37-2264 0 0,5-43 1075 0 0,0-11-1708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7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25 1024 0 0,'-3'0'12743'0'0,"3"0"-13144"0"0,-1 0 645 0 0,0 0 1 0 0,1 0-1 0 0,-1 0 1 0 0,0 0-1 0 0,-11-6 4888 0 0,12 5-4888 0 0,-1-1 93 0 0,22-10 501 0 0,-15 11-829 0 0,-1 0-1 0 0,0 0 1 0 0,1 0-1 0 0,-1 1 1 0 0,0 0-1 0 0,1 0 1 0 0,-1 1-1 0 0,0-1 1 0 0,1 1-1 0 0,-1 0 1 0 0,0 0-1 0 0,0 1 1 0 0,0 0-1 0 0,0 0 1 0 0,0 0-1 0 0,0 0 1 0 0,0 1-1 0 0,-1 0 1 0 0,1 0-1 0 0,-1 0 0 0 0,5 5 1 0 0,-5-5-10 0 0,-1 1 1 0 0,1 1-1 0 0,-1-1 0 0 0,0 0 1 0 0,0 1-1 0 0,0 0 1 0 0,-1-1-1 0 0,0 1 0 0 0,0 0 1 0 0,0 0-1 0 0,0 0 0 0 0,-1 1 1 0 0,1 6-1 0 0,-1-4 2 0 0,-1 0 0 0 0,0 0 0 0 0,0 0 0 0 0,-1 0-1 0 0,0 0 1 0 0,0-1 0 0 0,-1 1 0 0 0,-4 10 0 0 0,0-2 53 0 0,-1 0 0 0 0,-1 0 0 0 0,0-1 0 0 0,-2 0-1 0 0,1 0 1 0 0,-2-1 0 0 0,-18 20 0 0 0,-34 27 965 0 0,-26 29 1282 0 0,87-88-2249 0 0,-5 9 98 0 0,7-11-147 0 0,0 0-1 0 0,0 0 1 0 0,0 1 0 0 0,0-1 0 0 0,0 0 0 0 0,0 0-1 0 0,0 1 1 0 0,0-1 0 0 0,0 0 0 0 0,0 0 0 0 0,0 1-1 0 0,0-1 1 0 0,0 0 0 0 0,0 0 0 0 0,0 1 0 0 0,0-1-1 0 0,0 0 1 0 0,1 0 0 0 0,-1 0 0 0 0,0 1 0 0 0,0-1-1 0 0,0 0 1 0 0,0 0 0 0 0,1 0 0 0 0,-1 1 0 0 0,0-1 0 0 0,0 0-1 0 0,0 0 1 0 0,1 0 0 0 0,-1 0 0 0 0,0 0 0 0 0,0 0-1 0 0,1 1 1 0 0,-1-1 0 0 0,0 0 0 0 0,0 0 0 0 0,1 0-1 0 0,-1 0 1 0 0,0 0 0 0 0,0 0 0 0 0,1 0 0 0 0,-1 0-1 0 0,0 0 1 0 0,0 0 0 0 0,1 0 0 0 0,-1 0 0 0 0,0-1-1 0 0,0 1 1 0 0,1 0 0 0 0,-1 0 0 0 0,1 0 0 0 0,149-14 254 0 0,-61 4-270 0 0,31-2-839 0 0,-44 1-3357 0 0,-30 4-8435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3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0 135 564 0 0,'30'-30'9070'0'0,"29"-41"0"0"0,-35 46-5600 0 0,-23 24-3156 0 0,7-7 578 0 0,-7 9-879 0 0,-1 1 1 0 0,1-1-1 0 0,0 1 0 0 0,-1-1 0 0 0,1 1 1 0 0,0-1-1 0 0,-1 1 0 0 0,0-1 1 0 0,1 1-1 0 0,-1-1 0 0 0,0 1 0 0 0,0 0 1 0 0,0-1-1 0 0,0 1 0 0 0,0-1 0 0 0,0 1 1 0 0,-1 2-1 0 0,-6 35 129 0 0,5-32-103 0 0,-23 97 562 0 0,-11 59-386 0 0,34-155-203 0 0,1-1 1 0 0,1 1-1 0 0,0 0 1 0 0,0-1-1 0 0,1 12 1 0 0,-1-17 1 0 0,1 0 0 0 0,0 1 0 0 0,-1-1 0 0 0,1 0 0 0 0,0 1 0 0 0,0-1 0 0 0,0 0 0 0 0,1 0 1 0 0,-1 0-1 0 0,0 0 0 0 0,1 0 0 0 0,0 0 0 0 0,-1 0 0 0 0,1-1 0 0 0,0 1 0 0 0,0-1 0 0 0,0 1 0 0 0,0-1 0 0 0,0 1 0 0 0,0-1 0 0 0,3 1 0 0 0,6 2 22 0 0,0 0-1 0 0,1 0 1 0 0,-1-1-1 0 0,1-1 1 0 0,0 0-1 0 0,0-1 0 0 0,0 0 1 0 0,21-1-1 0 0,-3-2 81 0 0,-1-2 1 0 0,41-10-1 0 0,-56 10-28 0 0,0 0 0 0 0,0-2 0 0 0,0 1 0 0 0,-1-2 0 0 0,0 0 0 0 0,0 0 1 0 0,-1-2-1 0 0,0 1 0 0 0,0-1 0 0 0,-1-1 0 0 0,0 0 0 0 0,-1-1 0 0 0,0 0 1 0 0,-1 0-1 0 0,12-19 0 0 0,5-13 4041 0 0,-26 42-3850 0 0,2-1-35 0 0,3-2-163 0 0,-4 15-94 0 0,-32 259-2029 0 0,15-147-2298 0 0,2-11-1999 0 0,7-38-1716 0 0,6-37-563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5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121 121 1296 0 0,'-3'-27'13590'0'0,"6"5"-7269"0"0,-2 19-6191 0 0,1 0 1 0 0,-1 1-1 0 0,1-1 1 0 0,-1 1-1 0 0,1 0 1 0 0,0-1-1 0 0,0 1 1 0 0,0 0 0 0 0,0 0-1 0 0,0 0 1 0 0,1 0-1 0 0,-1 1 1 0 0,1-1-1 0 0,-1 1 1 0 0,5-3-1 0 0,3-1-100 0 0,0 0-1 0 0,1 0 0 0 0,0 1 0 0 0,0 0 1 0 0,0 1-1 0 0,0 0 0 0 0,0 1 0 0 0,1 0 1 0 0,-1 1-1 0 0,1 0 0 0 0,0 1 0 0 0,16 1 1 0 0,-24-1-34 0 0,0 0 1 0 0,0 1 0 0 0,0-1 0 0 0,0 1-1 0 0,-1 0 1 0 0,1 0 0 0 0,0 0 0 0 0,0 1 0 0 0,-1-1-1 0 0,1 1 1 0 0,-1 0 0 0 0,1 0 0 0 0,-1 0 0 0 0,0 0-1 0 0,1 1 1 0 0,-1-1 0 0 0,0 1 0 0 0,-1 0-1 0 0,1 0 1 0 0,-1 0 0 0 0,1 0 0 0 0,-1 0 0 0 0,0 1-1 0 0,3 5 1 0 0,-3-4 6 0 0,-1 1 0 0 0,0-1-1 0 0,0 0 1 0 0,0 1 0 0 0,-1-1 0 0 0,1 1-1 0 0,-1-1 1 0 0,-1 1 0 0 0,1-1 0 0 0,-1 1 0 0 0,0-1-1 0 0,0 0 1 0 0,0 0 0 0 0,-1 1 0 0 0,0-1-1 0 0,0 0 1 0 0,-3 5 0 0 0,-5 8 160 0 0,-1-1 0 0 0,0-1 1 0 0,-1 0-1 0 0,-1 0 0 0 0,0-1 1 0 0,-22 18-1 0 0,-101 74 1741 0 0,61-51-1083 0 0,47-35-482 0 0,15-12 59 0 0,-22 20 0 0 0,34-28-337 0 0,2-1-55 0 0,-1 1 0 0 0,0-1 0 0 0,0 0 0 0 0,1 1 0 0 0,-1-1 0 0 0,0 0 0 0 0,1 1 0 0 0,-1-1 0 0 0,0 0 0 0 0,1 1 0 0 0,-1-1 0 0 0,1 0 0 0 0,-1 0 0 0 0,0 0 0 0 0,1 1 0 0 0,-1-1 0 0 0,1 0 0 0 0,-1 0 0 0 0,1 0 0 0 0,-1 0 0 0 0,0 0 0 0 0,1 0 0 0 0,-1 0 0 0 0,1 0 0 0 0,-1 0 0 0 0,1 0 0 0 0,0 0 0 0 0,237-2 23 0 0,-86-1-236 0 0,57 0-3268 0 0,-141 0-1805 0 0,-3-1-5532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8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66 1824 0 0,'-13'-4'3484'0'0,"0"-2"1"0"0,1 1-1 0 0,-18-12 678 0 0,30 17-4120 0 0,-1 0 1 0 0,1 0-1 0 0,-1 0 0 0 0,1 0 1 0 0,0 0-1 0 0,-1 0 0 0 0,1-1 1 0 0,-1 1-1 0 0,1 0 0 0 0,-1 0 1 0 0,1 0-1 0 0,0-1 1 0 0,-1 1-1 0 0,1 0 0 0 0,-1-1 1 0 0,1 1-1 0 0,0 0 0 0 0,-1-1 1 0 0,1 1-1 0 0,0 0 0 0 0,0-1 1 0 0,-1 1-1 0 0,1-1 1 0 0,0 1-1 0 0,0 0 0 0 0,0-1 1 0 0,-1 1-1 0 0,1-1 0 0 0,0 1 1 0 0,0-1-1 0 0,0 1 0 0 0,0-1 1 0 0,0 1-1 0 0,0 0 1 0 0,0-1-1 0 0,0 1 0 0 0,0-1 1 0 0,0 1-1 0 0,0-1 0 0 0,0 1 1 0 0,0-1-1 0 0,0 1 0 0 0,1-1 1 0 0,-1 1-1 0 0,0 0 0 0 0,0-1 1 0 0,0 1-1 0 0,1-1 1 0 0,-1 1-1 0 0,0 0 0 0 0,1-1 1 0 0,-1 1-1 0 0,0 0 0 0 0,1-1 1 0 0,-1 1-1 0 0,12-4 33 0 0,0 1-1 0 0,0 1 1 0 0,0 0 0 0 0,0 0-1 0 0,0 1 1 0 0,1 1 0 0 0,-1 0-1 0 0,0 1 1 0 0,0 0-1 0 0,0 1 1 0 0,23 6 0 0 0,-30-7-42 0 0,0 1 1 0 0,0 0-1 0 0,0 0 1 0 0,0 0-1 0 0,0 1 1 0 0,0 0-1 0 0,0 0 1 0 0,-1 0-1 0 0,0 1 1 0 0,1-1-1 0 0,-1 1 1 0 0,-1 0-1 0 0,1 0 1 0 0,0 0-1 0 0,-1 1 1 0 0,0-1-1 0 0,0 1 1 0 0,0 0-1 0 0,-1 0 1 0 0,0 0-1 0 0,0 0 0 0 0,0 0 1 0 0,0 0-1 0 0,-1 1 1 0 0,0-1-1 0 0,0 0 1 0 0,0 1-1 0 0,-1 10 1 0 0,0-5 221 0 0,-1 0-1 0 0,-1 1 1 0 0,1-1 0 0 0,-2 0 0 0 0,0 0-1 0 0,0-1 1 0 0,-1 1 0 0 0,-10 19 0 0 0,-4 2 819 0 0,-31 41 1 0 0,29-46-397 0 0,-25 47 1 0 0,45-74-673 0 0,0 1-1 0 0,0-1 1 0 0,0 1-1 0 0,0-1 0 0 0,0 0 1 0 0,0 1-1 0 0,0-1 1 0 0,0 1-1 0 0,0-1 1 0 0,0 0-1 0 0,0 1 1 0 0,1-1-1 0 0,-1 1 1 0 0,0-1-1 0 0,0 0 1 0 0,0 1-1 0 0,1-1 1 0 0,-1 0-1 0 0,0 1 1 0 0,1-1-1 0 0,-1 0 1 0 0,0 0-1 0 0,1 1 1 0 0,-1-1-1 0 0,0 0 1 0 0,1 0-1 0 0,-1 1 1 0 0,0-1-1 0 0,1 0 0 0 0,-1 0 1 0 0,0 0-1 0 0,1 0 1 0 0,-1 0-1 0 0,1 0 1 0 0,-1 0-1 0 0,0 1 1 0 0,1-1-1 0 0,-1 0 1 0 0,1-1-1 0 0,16 4 53 0 0,-17-3-58 0 0,33 0-190 0 0,-1-1 0 0 0,1-2 0 0 0,-1-1-1 0 0,57-16 1 0 0,-76 17-10 0 0,251-68-5539 0 0,-209 51 721 0 0,59-29 0 0 0,-65 22-2406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0:49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431 89 896 0 0,'-10'-9'8428'0'0,"10"9"-8345"0"0,-1 0 1 0 0,1-1 0 0 0,0 1 0 0 0,-1 0-1 0 0,1-1 1 0 0,0 1 0 0 0,0 0 0 0 0,-1-1-1 0 0,1 1 1 0 0,0-1 0 0 0,0 1 0 0 0,0-1-1 0 0,0 1 1 0 0,0-1 0 0 0,-1 1 0 0 0,1 0-1 0 0,0-1 1 0 0,0 1 0 0 0,0-1 0 0 0,0 1-1 0 0,0-1 1 0 0,0 1 0 0 0,1-1 0 0 0,-1 1-1 0 0,0-1 1 0 0,0 1 0 0 0,0 0 0 0 0,0-1 0 0 0,0 1-1 0 0,1-1 1 0 0,-1 1 0 0 0,0-1 0 0 0,0 1-1 0 0,1 0 1 0 0,-1-1 0 0 0,0 1 0 0 0,1 0-1 0 0,-1-1 1 0 0,0 1 0 0 0,1 0 0 0 0,-1 0-1 0 0,0-1 1 0 0,1 1 0 0 0,-1 0 0 0 0,1 0-1 0 0,-1 0 1 0 0,1-1 0 0 0,-1 1 0 0 0,0 0-1 0 0,1 0 1 0 0,-1 0 0 0 0,1 0 0 0 0,-1 0 0 0 0,1 0-1 0 0,35-9 385 0 0,-28 7-162 0 0,308-48 899 0 0,-314 49-1153 0 0,3 1 28 0 0,0 0 0 0 0,0 1 0 0 0,0-1 1 0 0,0 1-1 0 0,0 0 0 0 0,8 2 0 0 0,-10-2 47 0 0,-1 1-1 0 0,1-1 1 0 0,-1 1-1 0 0,0-1 0 0 0,1 1 1 0 0,-1 0-1 0 0,0 0 1 0 0,0 0-1 0 0,0 0 1 0 0,-1 0-1 0 0,1 0 0 0 0,0 1 1 0 0,1 3-1 0 0,7 12 720 0 0,-2-1 0 0 0,-1 2 0 0 0,0-1 1 0 0,8 37-1 0 0,6 79 1234 0 0,-7 14-409 0 0,-8 217-1 0 0,-39 148 960 0 0,4-101-719 0 0,20 172-1741 0 0,4-102-58 0 0,-83 798-133 0 0,63-1082 15 0 0,-13 130 21 0 0,32-275-3 0 0,4-39-12 0 0,-1-2 0 0 0,3 1 0 0 0,0-1 0 0 0,-2-2 0 0 0,1 0 0 0 0,0-1 0 0 0,1-8 0 0 0,0 0 0 0 0,0-1 0 0 0,0 1 0 0 0,0 0 0 0 0,0-1 0 0 0,0 1 0 0 0,0 0 0 0 0,0-1 0 0 0,0 1 0 0 0,0 0 0 0 0,-1-1 0 0 0,1 1 0 0 0,0 0 0 0 0,0-1 0 0 0,-1 1 0 0 0,1-1 0 0 0,-1 1 0 0 0,1-1 0 0 0,0 1 0 0 0,-1-1 0 0 0,1 1 0 0 0,-1-1 0 0 0,1 1 0 0 0,-1-1 0 0 0,1 1 0 0 0,-1-1 0 0 0,0 0 0 0 0,1 1 0 0 0,-1-1 0 0 0,1 0 0 0 0,-1 0 0 0 0,0 1 0 0 0,1-1 0 0 0,-1 0 0 0 0,-1 0 0 0 0,2 0 0 0 0,-17 6-411 0 0,0-1 0 0 0,0 0 0 0 0,0-2 0 0 0,0 0 0 0 0,0-1 0 0 0,-20 0 0 0 0,7 0-401 0 0,-209 12-7175 0 0,79-12-486 0 0,32-3-1741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6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27 1304 0 0,'20'-26'18025'0'0,"-20"26"-17893"0"0,2 13 2021 0 0,-6 23-1774 0 0,4-33 43 0 0,-18 86 588 0 0,-3-1-1 0 0,-43 109 0 0 0,8-24-1975 0 0,14 3-4013 0 0,37-131 1191 0 0,7-15-3398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7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49 237 912 0 0,'58'-73'17018'0'0,"-54"75"-15690"0"0,-4-2-1291 0 0,0 0-1 0 0,0 0 1 0 0,1 0 0 0 0,-1 0 0 0 0,0 0 0 0 0,0 0-1 0 0,1 0 1 0 0,-1 1 0 0 0,0-1 0 0 0,0 0 0 0 0,1 0-1 0 0,-1 0 1 0 0,0 0 0 0 0,0 0 0 0 0,1 0 0 0 0,-1 0-1 0 0,0 1 1 0 0,0-1 0 0 0,0 0 0 0 0,1 0 0 0 0,-1 0-1 0 0,0 1 1 0 0,0-1 0 0 0,0 0 0 0 0,0 0-1 0 0,1 0 1 0 0,-1 1 0 0 0,0-1 0 0 0,0 0 0 0 0,0 0-1 0 0,0 1 1 0 0,0-1 0 0 0,0 0 0 0 0,0 0 0 0 0,0 1-1 0 0,0-1 1 0 0,1 13 700 0 0,-1 0 1 0 0,0 0-1 0 0,-2 0 0 0 0,-4 22 0 0 0,-17 55 451 0 0,12-53-863 0 0,-14 47 114 0 0,-14 58 275 0 0,35-133-588 0 0,0-10-76 0 0,4 0-51 0 0,-1 0 0 0 0,1 0-1 0 0,-1 0 1 0 0,1 0 0 0 0,-1 0-1 0 0,1 0 1 0 0,0 0 0 0 0,0 0-1 0 0,0 0 1 0 0,-1-1 0 0 0,1 1-1 0 0,0 0 1 0 0,0 0-1 0 0,1-2 1 0 0,3-27-66 0 0,41-240-257 0 0,-37 236 297 0 0,2 1 0 0 0,1 0 0 0 0,1 0 1 0 0,2 1-1 0 0,32-54 0 0 0,-43 82 12 0 0,-1 0 0 0 0,1 1 0 0 0,0-1 0 0 0,0 0 1 0 0,0 1-1 0 0,0 0 0 0 0,1 0 0 0 0,-1 0 0 0 0,1 0 0 0 0,0 0 0 0 0,0 1 0 0 0,0-1 0 0 0,0 1 0 0 0,0 0 0 0 0,7-2 1 0 0,-8 4 10 0 0,1-1 0 0 0,0 1 0 0 0,-1 0 0 0 0,1 0 0 0 0,-1 0 0 0 0,1 1 0 0 0,0-1 0 0 0,-1 1 0 0 0,1 0-1 0 0,-1 0 1 0 0,1 0 0 0 0,-1 0 0 0 0,0 1 0 0 0,1-1 0 0 0,-1 1 0 0 0,0 0 0 0 0,0 0 0 0 0,0 0 0 0 0,0 0 0 0 0,2 3 0 0 0,6 5 44 0 0,-2 0-1 0 0,1 1 0 0 0,-2 0 0 0 0,1 0 0 0 0,-1 1 0 0 0,-1 0 0 0 0,0 1 0 0 0,-1-1 1 0 0,6 18-1 0 0,3 14 187 0 0,14 66 1 0 0,-17-51-79 0 0,-3-1 0 0 0,3 67 0 0 0,-13-21-3032 0 0,-6-67-4681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7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91 836 0 0,'-98'-39'17680'0'0,"113"37"-17236"0"0,145-16-2874 0 0,-56-2-5059 0 0,-60 9 852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7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30 860 0 0,'16'-29'17346'0'0,"-15"31"-17078"0"0,1 0-1 0 0,0 0 1 0 0,-1 0-1 0 0,1 0 0 0 0,-1 0 1 0 0,1 0-1 0 0,-1 0 0 0 0,0 1 1 0 0,0-1-1 0 0,0 0 1 0 0,0 1-1 0 0,-1-1 0 0 0,1 1 1 0 0,0 3-1 0 0,4 45 2712 0 0,-4-30-1996 0 0,2 43 193 0 0,-3-1 0 0 0,-3 0 1 0 0,-16 92-1 0 0,1-10-2535 0 0,12 2-4760 0 0,9-109 2304 0 0,4-13-4010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7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6 160 4924 0 0,'-6'-41'11487'0'0,"6"37"-10689"0"0,0-1 1 0 0,1 1-1 0 0,-1 0 0 0 0,1 1 1 0 0,0-1-1 0 0,3-8 1 0 0,-3 9-676 0 0,1 0 0 0 0,0 0 0 0 0,0 0 0 0 0,0 0 0 0 0,1 0 1 0 0,-1 0-1 0 0,0 0 0 0 0,1 1 0 0 0,0-1 0 0 0,0 1 0 0 0,0 0 0 0 0,0 0 1 0 0,0 0-1 0 0,0 0 0 0 0,0 0 0 0 0,1 1 0 0 0,-1-1 0 0 0,5 0 1 0 0,23-8-8 0 0,1 2 0 0 0,42-7 0 0 0,-54 13-1549 0 0,32 0 0 0 0,-39 3-520 0 0,0 0 1 0 0,0 1-1 0 0,16 4 1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7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165 25 1324 0 0,'-60'43'7722'0'0,"37"-29"-3703"0"0,0 2 0 0 0,-30 28 0 0 0,53-43-3954 0 0,0-1 0 0 0,-1 0 0 0 0,1 0 0 0 0,0 0 0 0 0,-1 1 0 0 0,1-1 0 0 0,0 0 0 0 0,-1 0 0 0 0,1 1 0 0 0,0-1 0 0 0,0 0 0 0 0,-1 1 0 0 0,1-1 0 0 0,0 0 0 0 0,0 1 0 0 0,0-1 0 0 0,0 0 0 0 0,-1 1 0 0 0,1-1 0 0 0,0 1 0 0 0,0-1 0 0 0,0 0 0 0 0,0 1 0 0 0,0-1 0 0 0,0 1 0 0 0,0-1 0 0 0,0 0 0 0 0,0 1 0 0 0,0-1 1 0 0,0 1-1 0 0,0-1 0 0 0,0 0 0 0 0,1 1 0 0 0,12 3 665 0 0,24-8-514 0 0,-36 4-176 0 0,324-66-2240 0 0,-71 12-4334 0 0,-167 38 1332 0 0,0-2-2758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8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332 115 3172 0 0,'-8'-6'1372'0'0,"-1"0"0"0"0,1 0 0 0 0,0-1 0 0 0,0 0 0 0 0,1-1 0 0 0,0 1 0 0 0,0-1 0 0 0,1-1 0 0 0,-6-9 0 0 0,11 17-1320 0 0,1 1 0 0 0,0-1 0 0 0,-1 0 0 0 0,1 1 0 0 0,0-1 1 0 0,-1 0-1 0 0,1 1 0 0 0,0-1 0 0 0,0 0 0 0 0,-1 0 1 0 0,1 1-1 0 0,0-1 0 0 0,0 0 0 0 0,0 0 0 0 0,0 0 1 0 0,0 1-1 0 0,0-1 0 0 0,0 0 0 0 0,1 0 0 0 0,-1 1 0 0 0,0-1 1 0 0,0 0-1 0 0,0 0 0 0 0,1 1 0 0 0,-1-1 0 0 0,0 0 1 0 0,1 1-1 0 0,-1-1 0 0 0,1 0 0 0 0,-1 1 0 0 0,1-1 1 0 0,-1 0-1 0 0,1 1 0 0 0,-1-1 0 0 0,1 1 0 0 0,0-1 0 0 0,-1 1 1 0 0,1 0-1 0 0,0-1 0 0 0,-1 1 0 0 0,1 0 0 0 0,0-1 1 0 0,-1 1-1 0 0,1 0 0 0 0,0 0 0 0 0,0-1 0 0 0,1 1 1 0 0,1-1 51 0 0,1 0 0 0 0,-1 1 0 0 0,1-1 1 0 0,0 1-1 0 0,-1-1 0 0 0,1 1 1 0 0,0 0-1 0 0,7 2 0 0 0,-4 0-19 0 0,0 0 0 0 0,0 0 0 0 0,0 1 0 0 0,-1 0 0 0 0,1 0 0 0 0,-1 1 0 0 0,1 0 0 0 0,-1 0 0 0 0,0 1 0 0 0,-1-1 0 0 0,1 1-1 0 0,-1 0 1 0 0,0 1 0 0 0,0-1 0 0 0,0 1 0 0 0,-1 0 0 0 0,0 0 0 0 0,0 1 0 0 0,-1-1 0 0 0,0 1 0 0 0,0 0 0 0 0,3 9 0 0 0,-3-3 27 0 0,0-1 0 0 0,0 1 1 0 0,-1-1-1 0 0,-1 1 1 0 0,0 0-1 0 0,-1 0 0 0 0,-1-1 1 0 0,1 1-1 0 0,-2 0 0 0 0,0 0 1 0 0,-1-1-1 0 0,-4 16 0 0 0,-4 0 188 0 0,-1-1-1 0 0,-1 0 0 0 0,-2 0 0 0 0,0-1 0 0 0,-2-1 0 0 0,-1-1 1 0 0,-22 24-1 0 0,-160 146 2502 0 0,141-140-2049 0 0,57-53-715 0 0,0 1 1 0 0,-1 0-1 0 0,1 0 1 0 0,0 1-1 0 0,0-1 0 0 0,1 0 1 0 0,-1 1-1 0 0,0-1 0 0 0,1 1 1 0 0,-1 0-1 0 0,1-1 1 0 0,0 1-1 0 0,0 0 0 0 0,0 0 1 0 0,-1 5-1 0 0,3-7-22 0 0,-1 0 1 0 0,1-1-1 0 0,0 1 0 0 0,-1 0 0 0 0,1-1 1 0 0,0 1-1 0 0,-1-1 0 0 0,1 1 0 0 0,0-1 1 0 0,0 0-1 0 0,-1 1 0 0 0,1-1 0 0 0,0 0 1 0 0,0 1-1 0 0,0-1 0 0 0,0 0 0 0 0,0 0 1 0 0,-1 0-1 0 0,1 0 0 0 0,0 0 0 0 0,0 0 1 0 0,0 0-1 0 0,0 0 0 0 0,1 0 0 0 0,104-6 56 0 0,155-28 0 0 0,-158 18-1276 0 0,-65 11-135 0 0,79-14-2590 0 0,-61 3-841 0 0,-4-7-3924 0 0,-29 10 223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8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445 92 2792 0 0,'7'-92'16188'0'0,"-10"93"-16018"0"0,1 0 0 0 0,0 0 0 0 0,0 0 0 0 0,0 1 0 0 0,1-1 0 0 0,-1 0 0 0 0,0 1 0 0 0,0-1 0 0 0,1 1 0 0 0,-1 0 0 0 0,1-1 0 0 0,-1 1 0 0 0,1 0 0 0 0,0 0 0 0 0,0 0 0 0 0,0 0 0 0 0,0 0 0 0 0,-2 4 0 0 0,-4 6 425 0 0,-45 71 856 0 0,4 3 0 0 0,3 1 0 0 0,-37 107 0 0 0,30-45-807 0 0,-38 185 0 0 0,75-262-535 0 0,3 0 0 0 0,3 2 0 0 0,3-1 0 0 0,4 1 0 0 0,8 86 0 0 0,-2-124-346 0 0,14 57 1 0 0,-14-77-342 0 0,1 0 0 0 0,0 0-1 0 0,1-1 1 0 0,1 0 0 0 0,15 24 0 0 0,-19-34 114 0 0,0-1 0 0 0,1 0-1 0 0,-1 0 1 0 0,1 0 0 0 0,0 0 0 0 0,0-1 0 0 0,0 0-1 0 0,0 1 1 0 0,0-2 0 0 0,1 1 0 0 0,8 4-1 0 0,-9-6-412 0 0,0 1 0 0 0,0-1 0 0 0,-1-1 0 0 0,1 1-1 0 0,0 0 1 0 0,0-1 0 0 0,0 0 0 0 0,0 0-1 0 0,0 0 1 0 0,6-1 0 0 0,15-5-8108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9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77 1168 0 0,'-11'-2'3017'0'0,"0"0"1"0"0,-20-8-1 0 0,29 9-2690 0 0,0 0 1 0 0,0 0-1 0 0,0 0 0 0 0,1 0 0 0 0,-1 0 1 0 0,0 0-1 0 0,0 0 0 0 0,1-1 0 0 0,-1 1 0 0 0,1-1 1 0 0,-1 1-1 0 0,1-1 0 0 0,-1 1 0 0 0,1-1 0 0 0,0 0 1 0 0,0 0-1 0 0,0 0 0 0 0,0 1 0 0 0,0-1 1 0 0,0 0-1 0 0,0-3 0 0 0,1 4-257 0 0,0 0 1 0 0,1 0 0 0 0,-1 0-1 0 0,0 0 1 0 0,1 0-1 0 0,-1 0 1 0 0,1 1-1 0 0,-1-1 1 0 0,1 0-1 0 0,-1 0 1 0 0,1 0-1 0 0,-1 1 1 0 0,1-1-1 0 0,0 0 1 0 0,-1 0-1 0 0,1 1 1 0 0,0-1 0 0 0,0 1-1 0 0,0-1 1 0 0,-1 1-1 0 0,1-1 1 0 0,0 1-1 0 0,0-1 1 0 0,0 1-1 0 0,0 0 1 0 0,1-1-1 0 0,26-7 764 0 0,-21 8-750 0 0,0 0 0 0 0,0 0 1 0 0,1 0-1 0 0,-1 1 1 0 0,0 0-1 0 0,0 0 0 0 0,0 1 1 0 0,0 0-1 0 0,0 0 1 0 0,0 0-1 0 0,-1 1 1 0 0,1 0-1 0 0,-1 1 0 0 0,1-1 1 0 0,-1 1-1 0 0,0 0 1 0 0,-1 1-1 0 0,1-1 0 0 0,-1 1 1 0 0,0 1-1 0 0,0-1 1 0 0,0 0-1 0 0,4 9 0 0 0,-2-4 2 0 0,-1 0-1 0 0,-1 0 0 0 0,0 0 0 0 0,0 0 0 0 0,-1 1 0 0 0,0 0 0 0 0,-1 0 0 0 0,-1 0 0 0 0,1 0 0 0 0,-2 0 0 0 0,1 0 0 0 0,-2 1 0 0 0,1-1 0 0 0,-3 14 0 0 0,0-7 89 0 0,-2 0 0 0 0,0-1 0 0 0,-1 0 0 0 0,-1 0 0 0 0,-1 0 0 0 0,0-1 0 0 0,-1 0 0 0 0,0 0 0 0 0,-15 19 0 0 0,-11 9 920 0 0,-65 66 0 0 0,66-75-414 0 0,-43 47 533 0 0,76-82-1199 0 0,-1 0 0 0 0,1 1 0 0 0,0-1 0 0 0,0 0 0 0 0,0 0 0 0 0,0 1 0 0 0,0-1 0 0 0,0 0 0 0 0,0 0 0 0 0,0 1 1 0 0,0-1-1 0 0,0 0 0 0 0,0 0 0 0 0,0 1 0 0 0,0-1 0 0 0,0 0 0 0 0,0 0 0 0 0,0 1 0 0 0,0-1 0 0 0,0 0 0 0 0,0 0 0 0 0,1 1 0 0 0,-1-1 1 0 0,0 0-1 0 0,0 0 0 0 0,0 1 0 0 0,0-1 0 0 0,1 0 0 0 0,-1 0 0 0 0,0 0 0 0 0,0 1 0 0 0,0-1 0 0 0,1 0 0 0 0,-1 0 0 0 0,0 0 0 0 0,0 0 1 0 0,0 0-1 0 0,1 1 0 0 0,-1-1 0 0 0,0 0 0 0 0,1 0 0 0 0,-1 0 0 0 0,0 0 0 0 0,0 0 0 0 0,1 0 0 0 0,-1 0 0 0 0,0 0 0 0 0,0 0 0 0 0,1 0 1 0 0,-1 0-1 0 0,0 0 0 0 0,0 0 0 0 0,1 0 0 0 0,15 2 239 0 0,-16-2-250 0 0,26 0 226 0 0,-1-2-1 0 0,43-7 1 0 0,-15 1-101 0 0,331-45 387 0 0,-382 52-511 0 0,2 1-515 0 0,0 0-1 0 0,0 0 1 0 0,0-1 0 0 0,0 0 0 0 0,0 0 0 0 0,5-2 0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09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15 146 432 0 0,'-10'-32'17181'0'0,"7"23"-14238"0"0,2 9-2772 0 0,1 0-1 0 0,0-1 1 0 0,0 1 0 0 0,0-1 0 0 0,0 1 0 0 0,0-1-1 0 0,-1 1 1 0 0,1 0 0 0 0,0-1 0 0 0,0 1 0 0 0,0-1-1 0 0,0 1 1 0 0,0-1 0 0 0,0 1 0 0 0,0-1 0 0 0,1 0-1 0 0,15-5 587 0 0,0-1-1 0 0,0 2 0 0 0,1 0 0 0 0,0 1 0 0 0,0 0 0 0 0,22 0 0 0 0,-1-2-243 0 0,78-12 158 0 0,13-3-784 0 0,-46 5-5961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0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 2276 0 0,'13'-66'22242'0'0,"-11"71"-21860"0"0,0 0-1 0 0,0-1 0 0 0,-1 1 1 0 0,1 0-1 0 0,-1 0 1 0 0,0 0-1 0 0,-1 0 0 0 0,1 5 1 0 0,-1 47 1358 0 0,-1-26-1082 0 0,0 4-152 0 0,5 113 673 0 0,-2-126-1084 0 0,1 1 0 0 0,1 0 1 0 0,1-1-1 0 0,11 31 0 0 0,-14-50-104 0 0,-1 1-1 0 0,1-1 0 0 0,-1 1 0 0 0,1-1 1 0 0,0 1-1 0 0,0-1 0 0 0,0 0 0 0 0,1 0 1 0 0,-1 0-1 0 0,1 0 0 0 0,0-1 0 0 0,-1 1 0 0 0,1-1 1 0 0,0 1-1 0 0,1-1 0 0 0,-1 0 0 0 0,0 0 1 0 0,1-1-1 0 0,-1 1 0 0 0,1-1 0 0 0,3 2 1 0 0,-3-3-78 0 0,0 1 0 0 0,0-1 0 0 0,0 0 0 0 0,0 0 0 0 0,0 0 0 0 0,-1-1 1 0 0,1 0-1 0 0,0 1 0 0 0,0-1 0 0 0,0 0 0 0 0,-1-1 0 0 0,1 1 0 0 0,0-1 1 0 0,-1 0-1 0 0,1 1 0 0 0,-1-2 0 0 0,0 1 0 0 0,0 0 0 0 0,0-1 0 0 0,5-4 0 0 0,3-4-180 0 0,-1-1-1 0 0,0 0 0 0 0,-1-1 1 0 0,0 0-1 0 0,-1 0 0 0 0,11-26 1 0 0,30-94-474 0 0,-26 63 706 0 0,9-16 1006 0 0,-31 84-777 0 0,-1 4 80 0 0,3 7-71 0 0,-1 0 0 0 0,0 0 0 0 0,-1 0-1 0 0,0 0 1 0 0,0 0 0 0 0,-1 17 0 0 0,-10 61 1648 0 0,6-56-1616 0 0,-3 18-264 0 0,-11 132-529 0 0,17-155 356 0 0,1-1 0 0 0,2 0 0 0 0,0 0 0 0 0,2 0 1 0 0,7 27-1 0 0,-9-44-571 0 0,0-1 1 0 0,1 0 0 0 0,1 1-1 0 0,-1-1 1 0 0,1 0 0 0 0,8 11-1 0 0,4-1-3436 0 0,3-5-3381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208 104 2976 0 0,'-5'-22'5082'0'0,"1"1"-1"0"0,-2-37 0 0 0,6 56-4048 0 0,3 2-743 0 0,0 0 1 0 0,0 1-1 0 0,1 0 0 0 0,-1 0 0 0 0,0 0 0 0 0,0 0 1 0 0,0 0-1 0 0,0 0 0 0 0,0 1 0 0 0,-1 0 1 0 0,1-1-1 0 0,0 1 0 0 0,2 3 0 0 0,33 32 1631 0 0,-30-28-1451 0 0,8 9-111 0 0,-1 0 0 0 0,0 1 0 0 0,-1 1 0 0 0,-1 0 0 0 0,-2 1 1 0 0,0 0-1 0 0,0 1 0 0 0,-2 0 0 0 0,-1 1 0 0 0,-1 0 0 0 0,-1 0 0 0 0,-1 1 0 0 0,-1-1 0 0 0,-1 1 0 0 0,-1 0 0 0 0,-1 0 0 0 0,-1 0 1 0 0,-5 38-1 0 0,-3-14-302 0 0,-2-1 0 0 0,-2 1 1 0 0,-2-2-1 0 0,-2 0 0 0 0,-29 58 0 0 0,7-32-418 0 0,-2-1 0 0 0,-69 89 0 0 0,31-67-4240 0 0,19-39-4258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0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150 189 3108 0 0,'-135'-48'20107'0'0,"134"48"-20024"0"0,0-1 0 0 0,0 1 0 0 0,1 0 0 0 0,-1 0 0 0 0,0 0 0 0 0,0-1 0 0 0,1 1 0 0 0,-1 0 0 0 0,0 0 0 0 0,1-1 0 0 0,-1 1 0 0 0,1-1 0 0 0,-1 1 0 0 0,0-1 0 0 0,1 1 0 0 0,-1-1 0 0 0,1 1 0 0 0,-1-1 0 0 0,1 1 0 0 0,0-1 0 0 0,-1 0 0 0 0,0 0 0 0 0,1 0-48 0 0,0 0-1 0 0,0 0 1 0 0,0 1 0 0 0,0-1 0 0 0,1 1-1 0 0,-1-1 1 0 0,0 0 0 0 0,0 1-1 0 0,0-1 1 0 0,1 0 0 0 0,-1 1-1 0 0,0-1 1 0 0,1 1 0 0 0,-1-1 0 0 0,0 1-1 0 0,1-1 1 0 0,-1 0 0 0 0,1 1-1 0 0,0-1 1 0 0,26-17 353 0 0,4 5-1234 0 0,0 2-1 0 0,0 1 1 0 0,1 2-1 0 0,44-7 1 0 0,12-2-4050 0 0,-24 0-2762 0 0,-35 9 642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1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1 163 1220 0 0,'3'-20'6223'0'0,"-2"9"-3395"0"0,1 0 0 0 0,0 1-1 0 0,7-20 1 0 0,-7 26-2582 0 0,0 0 0 0 0,0 0 0 0 0,1 0 0 0 0,-1 0 0 0 0,1 0 0 0 0,0 1 0 0 0,0 0 0 0 0,0-1 0 0 0,1 1 0 0 0,-1 0-1 0 0,1 0 1 0 0,6-4 0 0 0,0 2-120 0 0,1 1 0 0 0,-1-1 0 0 0,1 2 0 0 0,-1-1 0 0 0,1 1 0 0 0,0 1 0 0 0,0 0 0 0 0,1 1 0 0 0,-1 0 0 0 0,0 1 0 0 0,0 0 0 0 0,0 0 0 0 0,1 1 0 0 0,21 5 0 0 0,-27-4-88 0 0,0 0-1 0 0,1 0 0 0 0,-1 0 0 0 0,0 1 1 0 0,0 0-1 0 0,0 0 0 0 0,0 1 0 0 0,-1-1 1 0 0,1 1-1 0 0,-1 1 0 0 0,8 7 0 0 0,-10-8-14 0 0,0 0 1 0 0,0 0-1 0 0,-1 0 0 0 0,1 1 1 0 0,-1-1-1 0 0,0 1 0 0 0,0 0 1 0 0,0-1-1 0 0,-1 1 0 0 0,1 0 0 0 0,-1 0 1 0 0,-1 0-1 0 0,1 0 0 0 0,-1 0 1 0 0,1 0-1 0 0,-2 10 0 0 0,-1 0 12 0 0,0-1-1 0 0,-1 1 1 0 0,-1-1 0 0 0,0 0-1 0 0,-1 0 1 0 0,-1 0-1 0 0,-11 21 1 0 0,-8 6 98 0 0,-31 40 1 0 0,22-34-60 0 0,3-5 123 0 0,30-41-148 0 0,12-2-119 0 0,-1 0 30 0 0,1-1-1 0 0,13-4 1 0 0,-11 3 21 0 0,-1 0 0 0 0,18-1 0 0 0,-19 4 36 0 0,0 0 1 0 0,0 1-1 0 0,0 1 0 0 0,0 0 0 0 0,-1 0 0 0 0,1 1 1 0 0,-1 1-1 0 0,1 0 0 0 0,-1 0 0 0 0,0 1 0 0 0,-1 0 0 0 0,1 0 1 0 0,-1 1-1 0 0,9 8 0 0 0,-7-6 142 0 0,-1 1 1 0 0,-1 0-1 0 0,1 1 0 0 0,-1 0 1 0 0,-1 0-1 0 0,0 1 0 0 0,0 0 1 0 0,-1 0-1 0 0,-1 1 0 0 0,0 0 1 0 0,6 16-1 0 0,-10-22-17 0 0,0 1 1 0 0,-1 0-1 0 0,1 0 0 0 0,-1 0 1 0 0,-1 0-1 0 0,1 0 0 0 0,-1 0 1 0 0,-1-1-1 0 0,1 1 0 0 0,-1 0 1 0 0,0 0-1 0 0,-1 0 1 0 0,1 0-1 0 0,-1-1 0 0 0,-1 1 1 0 0,1-1-1 0 0,-1 1 0 0 0,0-1 1 0 0,-1 0-1 0 0,0 0 1 0 0,0 0-1 0 0,0-1 0 0 0,0 0 1 0 0,-1 1-1 0 0,0-1 0 0 0,0-1 1 0 0,-10 8-1 0 0,3-3-61 0 0,0-1 0 0 0,0-1 0 0 0,-1 0 0 0 0,0-1 0 0 0,0 0 0 0 0,0-1 0 0 0,-1 0 0 0 0,0-1 0 0 0,0-1 1 0 0,0 0-1 0 0,0-1 0 0 0,-23 1 0 0 0,19-3-506 0 0,1-1 1 0 0,0-1-1 0 0,0 0 1 0 0,0-1-1 0 0,-31-10 1 0 0,42 11-76 0 0,1 0 1 0 0,0-1-1 0 0,-1 1 0 0 0,1-1 1 0 0,0-1-1 0 0,1 1 0 0 0,-1-1 1 0 0,0 1-1 0 0,-4-7 0 0 0,7 7-60 0 0,-1 0-1 0 0,1 0 0 0 0,0 0 1 0 0,0 0-1 0 0,1-1 0 0 0,-1 1 1 0 0,1-1-1 0 0,-1 1 0 0 0,1-1 0 0 0,0 1 1 0 0,0-1-1 0 0,1 0 0 0 0,-1 0 1 0 0,1 1-1 0 0,0-8 0 0 0,3-15-4867 0 0,4-6-2735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1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501 72 3016 0 0,'65'-72'12872'0'0,"-63"81"-11299"0"0,-2-8-1537 0 0,0-1 0 0 0,1 1 0 0 0,-1-1 0 0 0,0 1 0 0 0,0 0 0 0 0,0-1 0 0 0,0 1 0 0 0,0 0 0 0 0,0-1 0 0 0,0 1 0 0 0,0 0 0 0 0,0-1 0 0 0,0 1 0 0 0,0 0 0 0 0,0-1 0 0 0,0 1 0 0 0,0-1 0 0 0,-1 1 0 0 0,1 0 0 0 0,0-1 0 0 0,-1 1 0 0 0,-30 67 2116 0 0,-44 68-1 0 0,-2 4-641 0 0,-126 291 1195 0 0,155-312-2123 0 0,-58 214 0 0 0,98-295-446 0 0,0 1-1 0 0,-2 73 0 0 0,9-94-441 0 0,1-1 0 0 0,1 1 1 0 0,1-1-1 0 0,0 1 0 0 0,2-1 0 0 0,0 0 0 0 0,0 0 0 0 0,13 27 0 0 0,-14-37-186 0 0,1-1 0 0 0,0 0 0 0 0,0 1-1 0 0,0-2 1 0 0,1 1 0 0 0,0 0 0 0 0,0-1-1 0 0,1 0 1 0 0,10 8 0 0 0,-10-9-766 0 0,0-1-1 0 0,0 1 1 0 0,0-1-1 0 0,1 0 1 0 0,-1-1-1 0 0,10 3 1 0 0,15 1-8195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2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528 304 1652 0 0,'6'-21'1514'0'0,"23"-97"5017"0"0,-27 106-6029 0 0,-1 1 1 0 0,0 0 0 0 0,-1-1-1 0 0,0 1 1 0 0,0-1-1 0 0,-1 1 1 0 0,-1 0-1 0 0,-4-16 1 0 0,6 24-448 0 0,-1 1-1 0 0,0-1 1 0 0,0 1-1 0 0,0 0 1 0 0,0-1-1 0 0,0 1 1 0 0,0 0 0 0 0,-1-1-1 0 0,1 1 1 0 0,-1 0-1 0 0,0 0 1 0 0,1 0 0 0 0,-1 1-1 0 0,0-1 1 0 0,0 0-1 0 0,0 1 1 0 0,0-1-1 0 0,-1 1 1 0 0,1-1 0 0 0,0 1-1 0 0,-3-1 1 0 0,1 1-8 0 0,1 1 1 0 0,-1-1 0 0 0,1 1-1 0 0,-1 0 1 0 0,1 0 0 0 0,-1 0-1 0 0,0 1 1 0 0,1-1 0 0 0,-1 1-1 0 0,1 0 1 0 0,-1-1-1 0 0,1 2 1 0 0,-5 1 0 0 0,-8 5 97 0 0,1 0 0 0 0,0 1-1 0 0,1 1 1 0 0,-26 22 0 0 0,-4 8 117 0 0,2 2 0 0 0,2 1 0 0 0,2 3 0 0 0,2 1-1 0 0,2 1 1 0 0,-42 80 0 0 0,67-109-217 0 0,0 0 1 0 0,1 0-1 0 0,1 1 1 0 0,1 0-1 0 0,1 0 0 0 0,1 1 1 0 0,0 0-1 0 0,0 22 1 0 0,4-35-32 0 0,0 1 0 0 0,0-1 1 0 0,1 0-1 0 0,0 1 0 0 0,0-1 1 0 0,1 0-1 0 0,0 0 0 0 0,0 0 1 0 0,1-1-1 0 0,0 1 0 0 0,1 0 1 0 0,0-1-1 0 0,0 0 0 0 0,0 0 1 0 0,1 0-1 0 0,0 0 0 0 0,0-1 1 0 0,1 0-1 0 0,-1 0 0 0 0,2 0 1 0 0,-1-1-1 0 0,0 0 0 0 0,9 5 1 0 0,-5-4 3 0 0,1-1 0 0 0,-1 0 0 0 0,1-1 0 0 0,0 0 0 0 0,0 0 0 0 0,0-1 0 0 0,1-1 0 0 0,-1 0 0 0 0,1-1 0 0 0,0 0 1 0 0,-1 0-1 0 0,24-3 0 0 0,-29 2 18 0 0,1-1 1 0 0,-1-1 0 0 0,1 1-1 0 0,-1-1 1 0 0,1 0-1 0 0,-1-1 1 0 0,0 1 0 0 0,0-1-1 0 0,0 0 1 0 0,0-1 0 0 0,-1 0-1 0 0,0 0 1 0 0,1 0 0 0 0,-1 0-1 0 0,0-1 1 0 0,-1 0-1 0 0,1 0 1 0 0,-1 0 0 0 0,0 0-1 0 0,-1-1 1 0 0,1 1 0 0 0,-1-1-1 0 0,5-12 1 0 0,-7 15 8 0 0,0 0 1 0 0,0 0-1 0 0,0-1 1 0 0,0 1-1 0 0,-1-1 1 0 0,1 1-1 0 0,-1 0 1 0 0,0-1-1 0 0,0 1 1 0 0,-1-1-1 0 0,1 1 1 0 0,0-1-1 0 0,-1 1 1 0 0,0 0-1 0 0,0-1 1 0 0,-2-2 0 0 0,1 1-10 0 0,0 0 1 0 0,-1 1 0 0 0,0 0 0 0 0,0 0-1 0 0,0-1 1 0 0,-1 2 0 0 0,1-1 0 0 0,-1 0-1 0 0,-8-5 1 0 0,3 3-12 0 0,0 0-1 0 0,-1 1 1 0 0,0 0-1 0 0,0 0 1 0 0,0 1-1 0 0,0 0 1 0 0,-1 1-1 0 0,0 1 1 0 0,-16-3-1 0 0,19 4-50 0 0,1 0 0 0 0,0 0 0 0 0,0 1 0 0 0,-1 0 0 0 0,-13 2 0 0 0,10 0-225 0 0,9-2 165 0 0,1 1 0 0 0,0-1 1 0 0,0 0-1 0 0,0 1 1 0 0,-1-1-1 0 0,1 1 0 0 0,0-1 1 0 0,0 1-1 0 0,0-1 0 0 0,0 1 1 0 0,0 0-1 0 0,0-1 1 0 0,0 1-1 0 0,0 0 0 0 0,0 0 1 0 0,0 0-1 0 0,1 0 1 0 0,-1 0-1 0 0,0 0 0 0 0,0 1 1 0 0,1-1 8 0 0,-1-1 1 0 0,1 1-1 0 0,0-1 1 0 0,0 1-1 0 0,0 0 1 0 0,0 0-1 0 0,0-1 1 0 0,0 1-1 0 0,0 0 1 0 0,0-1-1 0 0,0 1 1 0 0,0 0 0 0 0,0-1-1 0 0,0 1 1 0 0,0 0-1 0 0,0-1 1 0 0,1 1-1 0 0,-1 0 1 0 0,0-1-1 0 0,1 1 1 0 0,-1-1-1 0 0,0 1 1 0 0,1-1-1 0 0,-1 1 1 0 0,0 0-1 0 0,1-1 1 0 0,-1 0-1 0 0,1 1 1 0 0,-1-1-1 0 0,1 1 1 0 0,0-1-1 0 0,-1 1 1 0 0,1-1 0 0 0,-1 0-1 0 0,2 1 1 0 0,6 2-1031 0 0,0-1 1 0 0,-1 0 0 0 0,1 0-1 0 0,0-1 1 0 0,0 0 0 0 0,1 0 0 0 0,13-1-1 0 0,6-2-4578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3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0 123 776 0 0,'27'-20'12256'0'0,"-3"1"-5760"0"0,-20 17-6379 0 0,-1 1 0 0 0,0-1 0 0 0,0 1 1 0 0,0-1-1 0 0,1 1 0 0 0,-1 0 0 0 0,4 0 0 0 0,182-19 1603 0 0,-119 15-2525 0 0,95-18 0 0 0,-159 22 160 0 0,28-9-2947 0 0,-15-3-3658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3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36 2380 0 0,'-29'-32'12165'0'0,"29"32"-12120"0"0,0 0 1 0 0,0 0-1 0 0,0 0 1 0 0,0 0-1 0 0,0-1 0 0 0,0 1 1 0 0,0 0-1 0 0,0 0 1 0 0,0 0-1 0 0,0 0 1 0 0,0 0-1 0 0,0 0 1 0 0,0-1-1 0 0,0 1 1 0 0,0 0-1 0 0,-1-1 501 0 0,1 1-501 0 0,0 0 1 0 0,-1 0-1 0 0,1 0 1 0 0,0 0-1 0 0,0-1 1 0 0,0 1-1 0 0,0 0 1 0 0,0 0-1 0 0,0 0 1 0 0,0 0-1 0 0,-1 0 0 0 0,1 0 1 0 0,0 0-1 0 0,0 0 1 0 0,0 0-1 0 0,0 0 1 0 0,0 0-1 0 0,-1 0 1 0 0,1 0-1 0 0,0 0 1 0 0,0 0-1 0 0,0 0 1 0 0,0 0-1 0 0,-1 1 501 0 0,0 0-501 0 0,1-1 69 0 0,-1 1 0 0 0,1 0-1 0 0,-1 0 1 0 0,1-1 0 0 0,0 1-1 0 0,-1 0 1 0 0,1 0 0 0 0,0 0-1 0 0,-1-1 1 0 0,1 1 0 0 0,0 0-1 0 0,0 0 1 0 0,0 0 0 0 0,0 0-1 0 0,0 0 1 0 0,0 0 0 0 0,0 1-1 0 0,12 132 5349 0 0,8 168-2841 0 0,-21-255-2479 0 0,0-21-1533 0 0,1 0 1 0 0,6 47 0 0 0,0-54-715 0 0,0-10-1157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3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1 159 1340 0 0,'4'-15'1779'0'0,"0"0"0"0"0,1 0 0 0 0,1 1-1 0 0,1-1 1 0 0,0 1 0 0 0,9-13 0 0 0,-14 24-1592 0 0,1-1-1 0 0,0 1 1 0 0,0 0-1 0 0,0 0 1 0 0,0 0-1 0 0,1 0 1 0 0,-1 0-1 0 0,1 1 1 0 0,-1 0-1 0 0,1-1 1 0 0,0 1-1 0 0,0 1 1 0 0,0-1-1 0 0,0 0 1 0 0,0 1 0 0 0,1 0-1 0 0,-1 0 1 0 0,0 0-1 0 0,0 1 1 0 0,1-1-1 0 0,-1 1 1 0 0,1 0-1 0 0,-1 1 1 0 0,0-1-1 0 0,1 1 1 0 0,4 1-1 0 0,0-1-20 0 0,-1 2 0 0 0,0-1-1 0 0,0 1 1 0 0,0 0-1 0 0,0 1 1 0 0,0 0 0 0 0,-1 0-1 0 0,0 0 1 0 0,0 1-1 0 0,0 0 1 0 0,0 1 0 0 0,-1 0-1 0 0,0 0 1 0 0,0 0-1 0 0,0 1 1 0 0,-1-1 0 0 0,0 1-1 0 0,0 1 1 0 0,-1-1-1 0 0,0 1 1 0 0,0-1 0 0 0,-1 1-1 0 0,0 0 1 0 0,0 0-1 0 0,-1 1 1 0 0,0-1 0 0 0,-1 1-1 0 0,1-1 1 0 0,-2 1-1 0 0,1-1 1 0 0,-1 1-1 0 0,0-1 1 0 0,-1 1 0 0 0,-2 10-1 0 0,-7 16 288 0 0,-1-1-1 0 0,-2 0 0 0 0,-1-1 0 0 0,-2-1 1 0 0,-1 0-1 0 0,-2-1 0 0 0,-31 41 1 0 0,20-24-89 0 0,29-48-354 0 0,1 1 0 0 0,0-1 1 0 0,-1 0-1 0 0,1 1 0 0 0,0-1 0 0 0,0 1 0 0 0,-1-1 0 0 0,1 0 0 0 0,0 1 0 0 0,0-1 0 0 0,0 1 1 0 0,0-1-1 0 0,0 1 0 0 0,-1-1 0 0 0,1 1 0 0 0,0-1 0 0 0,0 0 0 0 0,0 1 0 0 0,0-1 0 0 0,0 1 0 0 0,0-1 1 0 0,0 1-1 0 0,1-1 0 0 0,-1 1 0 0 0,0-1 0 0 0,0 1 0 0 0,0-1 0 0 0,0 1 0 0 0,1-1 0 0 0,-1 0 0 0 0,0 1 1 0 0,0-1-1 0 0,1 1 0 0 0,-1-1 0 0 0,0 0 0 0 0,0 1 0 0 0,1-1 0 0 0,-1 0 0 0 0,1 0 0 0 0,-1 1 0 0 0,0-1 1 0 0,1 0-1 0 0,-1 0 0 0 0,1 1 0 0 0,-1-1 0 0 0,0 0 0 0 0,1 0 0 0 0,-1 0 0 0 0,1 0 0 0 0,-1 1 0 0 0,1-1 1 0 0,-1 0-1 0 0,1 0 0 0 0,0 0 0 0 0,22 2 76 0 0,-22-2-79 0 0,19-1-91 0 0,0-1 0 0 0,-1-1 0 0 0,1-1-1 0 0,0-1 1 0 0,-1 0 0 0 0,27-12 0 0 0,-37 13-88 0 0,54-19-2922 0 0,116-64 0 0 0,-138 62-2449 0 0,65-50 0 0 0,-62 38-3274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3.9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161 82 36 0 0,'-44'-34'6857'0'0,"34"24"-5009"0"0,-1 2 1 0 0,0-1 0 0 0,-16-9-1 0 0,26 18-1771 0 0,1 0-1 0 0,-1-1 0 0 0,1 1 0 0 0,-1 0 0 0 0,1 0 1 0 0,-1-1-1 0 0,1 1 0 0 0,-1 0 0 0 0,1 0 0 0 0,-1 0 1 0 0,1 0-1 0 0,-1 0 0 0 0,1 0 0 0 0,-1 0 0 0 0,1-1 0 0 0,-1 1 1 0 0,1 1-1 0 0,-1-1 0 0 0,1 0 0 0 0,-1 0 0 0 0,1 0 1 0 0,-1 0-1 0 0,1 0 0 0 0,-1 0 0 0 0,1 1 0 0 0,-1-1 1 0 0,1 0-1 0 0,-1 0 0 0 0,1 1 0 0 0,0-1 0 0 0,-1 1 1 0 0,0 0 22 0 0,1 0 1 0 0,-1 0 0 0 0,1 0 0 0 0,-1 0-1 0 0,1 0 1 0 0,0 0 0 0 0,0 0 0 0 0,0 0-1 0 0,-1 0 1 0 0,1 0 0 0 0,0 1 0 0 0,0-1-1 0 0,1 2 1 0 0,8 37 1431 0 0,-9-38-1382 0 0,72 183 4290 0 0,-13-37-1936 0 0,-31-64-1856 0 0,-5 1-1 0 0,-3 0 1 0 0,-4 2-1 0 0,10 157 0 0 0,-25-165-181 0 0,-3 0 0 0 0,-3-1 1 0 0,-4 1-1 0 0,-4-2 0 0 0,-34 121 0 0 0,-13-33-2587 0 0,48-138 1374 0 0,-1 0 0 0 0,-2-2 0 0 0,-34 47 0 0 0,45-67-84 0 0,0 0 0 0 0,-1-1 0 0 0,1 1 0 0 0,-9 5 0 0 0,-5-2-3304 0 0,-2-8-3833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4.2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138 143 2652 0 0,'-41'-15'6384'0'0,"-55"-24"9487"0"0,103 30-14173 0 0,-3 7-1490 0 0,1 1-1 0 0,-1 0 1 0 0,1 0 0 0 0,0 0-1 0 0,0 0 1 0 0,-1 1-1 0 0,9 0 1 0 0,4-1 119 0 0,389-18 2066 0 0,-74 6-6438 0 0,-329 12 3815 0 0,11 1-891 0 0,0-2 0 0 0,17-3 0 0 0,-28 4 625 0 0,0 1 0 0 0,-1-1 0 0 0,1 0 0 0 0,-1 1-1 0 0,1-1 1 0 0,-1 0 0 0 0,0-1 0 0 0,1 1 0 0 0,-1 0 0 0 0,0-1 0 0 0,0 1 0 0 0,0-1 0 0 0,0 0 0 0 0,0 1-1 0 0,0-1 1 0 0,0 0 0 0 0,-1 0 0 0 0,1 0 0 0 0,2-5 0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4.4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38 2856 0 0,'-38'-22'10940'0'0,"13"8"-6166"0"0,24 13-4086 0 0,-1 2-507 0 0,1 0 1 0 0,0 0-1 0 0,-1 0 1 0 0,1 0-1 0 0,0 1 1 0 0,0-1-1 0 0,0 0 1 0 0,0 1-1 0 0,0-1 1 0 0,0 1-1 0 0,1-1 1 0 0,-1 1-1 0 0,0-1 1 0 0,1 1-1 0 0,-1 0 1 0 0,1-1-1 0 0,-1 4 1 0 0,-3 34 1236 0 0,3-26-897 0 0,-22 241 2674 0 0,-1 128-2629 0 0,23-359-873 0 0,0 80-2162 0 0,1-93 1634 0 0,1 0 1 0 0,1 1 0 0 0,-1-1-1 0 0,2 0 1 0 0,0 0-1 0 0,0 0 1 0 0,6 13 0 0 0,-7-19-4 0 0,0-1 0 0 0,0 0 0 0 0,0 0 0 0 0,0 0 0 0 0,1-1 0 0 0,-1 1 0 0 0,1 0 0 0 0,0-1 0 0 0,3 3 0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4.9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92 3024 0 0,'7'-22'7129'0'0,"6"-46"-1"0"0,-12 66-6267 0 0,-6 20 1294 0 0,-3 9-1863 0 0,2 0 0 0 0,1 0 0 0 0,1 1 0 0 0,1 0 1 0 0,1 0-1 0 0,2 0 0 0 0,1 0 0 0 0,1 0 0 0 0,2-1 0 0 0,0 1 0 0 0,2-1 0 0 0,1 0 0 0 0,12 32 0 0 0,-17-55-258 0 0,0 0 0 0 0,0 0 0 0 0,0 0 1 0 0,0-1-1 0 0,1 1 0 0 0,-1-1 0 0 0,1 1 0 0 0,0-1 0 0 0,0 0 0 0 0,0 0 0 0 0,0 0 0 0 0,1 0 0 0 0,-1-1 0 0 0,1 1 1 0 0,0-1-1 0 0,0 0 0 0 0,0 0 0 0 0,0 0 0 0 0,0-1 0 0 0,0 1 0 0 0,0-1 0 0 0,8 1 0 0 0,-5-1-14 0 0,-1-1 0 0 0,1 0 0 0 0,-1-1 0 0 0,0 0 0 0 0,1 0 0 0 0,-1 0 0 0 0,0 0 0 0 0,1-1-1 0 0,-1 0 1 0 0,0-1 0 0 0,0 1 0 0 0,-1-1 0 0 0,1 0 0 0 0,9-7 0 0 0,6-7-49 0 0,-1 0 1 0 0,-1-1-1 0 0,0-1 1 0 0,16-22-1 0 0,60-88 630 0 0,-91 124-526 0 0,2-6 86 0 0,-4 9-128 0 0,-1-1 1 0 0,0 1-1 0 0,1 0 1 0 0,-1-1-1 0 0,1 1 1 0 0,0 0-1 0 0,0 0 1 0 0,0 0-1 0 0,0 1 1 0 0,0-1-1 0 0,0 0 1 0 0,0 1-1 0 0,3-2 1 0 0,-4 4 3 0 0,0-1 0 0 0,0 1 0 0 0,-1 0 1 0 0,1 0-1 0 0,-1 0 0 0 0,1 0 0 0 0,-1 0 0 0 0,1 0 1 0 0,-1 0-1 0 0,0 0 0 0 0,1 0 0 0 0,-1 1 0 0 0,0-1 1 0 0,0 0-1 0 0,0 0 0 0 0,0 0 0 0 0,0 0 0 0 0,0 2 1 0 0,-4 62 781 0 0,-3 0 0 0 0,-3 0 1 0 0,-19 63-1 0 0,27-117-767 0 0,-28 113 357 0 0,-30 147-428 0 0,59-266-353 0 0,-1 7-378 0 0,0 0-1 0 0,1 0 1 0 0,0 25 0 0 0,1-34 297 0 0,0 0 0 0 0,1-1 1 0 0,-1 1-1 0 0,1 0 0 0 0,0-1 1 0 0,0 1-1 0 0,0 0 0 0 0,0-1 1 0 0,0 1-1 0 0,2 2 0 0 0,-2-4-82 0 0,9 8-3749 0 0,-9-9 3748 0 0,1 1 1 0 0,-1 0-1 0 0,1-1 1 0 0,-1 1-1 0 0,1-1 1 0 0,0 1-1 0 0,-1-1 1 0 0,1 0-1 0 0,-1 1 1 0 0,3-1-1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5.2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533 321 1600 0 0,'78'-320'20501'0'0,"-89"338"-19321"0"0,-104 215 2213 0 0,85-168-2749 0 0,-341 856 4644 0 0,313-706-5092 0 0,49-168-288 0 0,2 0-1 0 0,-2 79 0 0 0,9-117-325 0 0,0 0-1 0 0,1-1 0 0 0,0 1 0 0 0,0-1 1 0 0,1 1-1 0 0,0-1 0 0 0,0 0 1 0 0,1 1-1 0 0,0-1 0 0 0,1-1 0 0 0,0 1 1 0 0,0 0-1 0 0,5 6 0 0 0,-5-9-229 0 0,0-1 0 0 0,0 0-1 0 0,0 0 1 0 0,0 0 0 0 0,1 0-1 0 0,-1-1 1 0 0,1 0 0 0 0,7 4-1 0 0,-5-4-506 0 0,-1 0-1 0 0,1-1 1 0 0,0 0 0 0 0,0 0-1 0 0,0 0 1 0 0,0-1 0 0 0,11 0-1 0 0,22-1-8024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5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489 254 2068 0 0,'10'-52'6101'0'0,"-2"0"0"0"0,1-85 0 0 0,-9 137-6071 0 0,0-1 1 0 0,0 1-1 0 0,0-1 1 0 0,0 1-1 0 0,0-1 1 0 0,0 1-1 0 0,0 0 1 0 0,0-1 0 0 0,0 1-1 0 0,0-1 1 0 0,0 1-1 0 0,0-1 1 0 0,0 1-1 0 0,-1 0 1 0 0,1-1-1 0 0,0 1 1 0 0,0-1 0 0 0,0 1-1 0 0,-1 0 1 0 0,1-1-1 0 0,0 1 1 0 0,0 0-1 0 0,-1-1 1 0 0,1 1 0 0 0,0 0-1 0 0,-1-1 1 0 0,1 1-1 0 0,-1 0 1 0 0,1 0-1 0 0,0 0 1 0 0,-1-1-1 0 0,1 1 1 0 0,0 0 0 0 0,-1 0-1 0 0,1 0 1 0 0,-1 0-1 0 0,1 0 1 0 0,-1 0-1 0 0,1 0 1 0 0,-1-1-1 0 0,1 1 1 0 0,0 1 0 0 0,-1-1-1 0 0,1 0 1 0 0,-1 0-1 0 0,1 0 1 0 0,-1 0-1 0 0,1 0 1 0 0,0 0 0 0 0,-1 0-1 0 0,1 0 1 0 0,-1 1-1 0 0,1-1 1 0 0,-24 14 425 0 0,22-13-296 0 0,-21 16 315 0 0,1 1 0 0 0,0 1 0 0 0,2 1 0 0 0,0 1 1 0 0,-17 25-1 0 0,-76 120 1189 0 0,68-92-910 0 0,-54 120 0 0 0,85-159-664 0 0,1 1-1 0 0,1 0 1 0 0,2 0 0 0 0,1 1-1 0 0,-6 75 1 0 0,15-102-69 0 0,0 1 0 0 0,0 0 1 0 0,1 0-1 0 0,1 0 0 0 0,0 0 0 0 0,0-1 0 0 0,1 1 0 0 0,1-1 1 0 0,-1 1-1 0 0,11 18 0 0 0,-11-24-15 0 0,0 0 1 0 0,0-1-1 0 0,0 1 1 0 0,1-1-1 0 0,0 1 1 0 0,0-1-1 0 0,0-1 1 0 0,0 1-1 0 0,0 0 1 0 0,1-1-1 0 0,0 0 1 0 0,-1 0-1 0 0,1 0 1 0 0,0-1-1 0 0,1 0 1 0 0,-1 0-1 0 0,0 0 1 0 0,1 0-1 0 0,-1-1 1 0 0,1 0-1 0 0,-1 0 1 0 0,11 0-1 0 0,-9-2 9 0 0,1 0 0 0 0,-1 0 0 0 0,0 0 0 0 0,0-1 0 0 0,0 0 0 0 0,0-1 0 0 0,0 0 1 0 0,0 0-1 0 0,-1 0 0 0 0,1-1 0 0 0,-1 0 0 0 0,0 0 0 0 0,0 0 0 0 0,0-1 0 0 0,5-6 0 0 0,-2 3-13 0 0,-1-1 1 0 0,-1 0-1 0 0,0 0 1 0 0,0-1-1 0 0,0 1 0 0 0,-1-2 1 0 0,-1 1-1 0 0,8-20 1 0 0,-12 25-3 0 0,1 1 1 0 0,-1-1-1 0 0,0 0 1 0 0,0 0-1 0 0,-1 0 0 0 0,0 0 1 0 0,0 0-1 0 0,0 0 1 0 0,0 0-1 0 0,-1 0 1 0 0,1 0-1 0 0,-1 1 1 0 0,-1-1-1 0 0,1 0 1 0 0,-1 0-1 0 0,1 1 1 0 0,-2-1-1 0 0,1 1 0 0 0,0-1 1 0 0,-1 1-1 0 0,0 0 1 0 0,0 0-1 0 0,0 0 1 0 0,0 0-1 0 0,0 1 1 0 0,-1-1-1 0 0,0 1 1 0 0,-6-4-1 0 0,1 0-180 0 0,-2 1 0 0 0,1 0 0 0 0,-1 0 0 0 0,1 1 0 0 0,-2 1 0 0 0,1 0 0 0 0,0 0 0 0 0,-1 1 0 0 0,0 0 1 0 0,-16-1-1 0 0,25 4-136 0 0,1 0 0 0 0,-1 0 0 0 0,1 0 0 0 0,-1 0 0 0 0,1 1 0 0 0,-1-1 0 0 0,1 1 0 0 0,0 0 0 0 0,-1-1 0 0 0,1 1 0 0 0,-5 2 1 0 0,7-2 207 0 0,0-1 0 0 0,-1 0 0 0 0,1 1 0 0 0,0-1 1 0 0,-1 0-1 0 0,1 1 0 0 0,0-1 0 0 0,0 0 0 0 0,-1 1 1 0 0,1-1-1 0 0,0 1 0 0 0,0-1 0 0 0,0 0 0 0 0,0 1 1 0 0,0-1-1 0 0,-1 1 0 0 0,1-1 0 0 0,0 1 0 0 0,0-1 1 0 0,0 1-1 0 0,0-1 0 0 0,0 0 0 0 0,0 1 0 0 0,1-1 1 0 0,-1 1-1 0 0,0-1 0 0 0,0 1 0 0 0,0-1 0 0 0,0 1 1 0 0,0-1-1 0 0,1 0 0 0 0,-1 1 0 0 0,0-1 0 0 0,0 0 1 0 0,1 1-1 0 0,-1-1 0 0 0,0 1 0 0 0,0-1 0 0 0,1 0 1 0 0,-1 0-1 0 0,0 1 0 0 0,1-1 0 0 0,13 14-3597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5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55 173 2084 0 0,'-12'-24'12756'0'0,"-29"-45"-1"0"0,40 67-12075 0 0,1 0 20 0 0,0 2-677 0 0,-1-1 0 0 0,1 1-1 0 0,0 0 1 0 0,0-1 0 0 0,0 1 0 0 0,0 0 0 0 0,0-1 0 0 0,0 1-1 0 0,0-1 1 0 0,0 1 0 0 0,0 0 0 0 0,0-1 0 0 0,0 1 0 0 0,0 0-1 0 0,1-1 1 0 0,-1 1 0 0 0,0 0 0 0 0,0-1 0 0 0,0 1 0 0 0,0 0-1 0 0,0-1 1 0 0,1 1 0 0 0,-1 0 0 0 0,0-1 0 0 0,0 1 0 0 0,1-1-1 0 0,5-2 87 0 0,1 0 0 0 0,-1 0 1 0 0,1 0-1 0 0,0 0 0 0 0,0 1 0 0 0,0 0 0 0 0,11-1 0 0 0,59-4 132 0 0,-33 4-163 0 0,113-2 156 0 0,-57 4-1932 0 0,-2-9-4384 0 0,-63 1 1322 0 0,-14 0-1904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6.2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24 3180 0 0,'-48'-23'11893'0'0,"46"24"-11642"0"0,0 0 1 0 0,0 1 0 0 0,0-1-1 0 0,1 1 1 0 0,-1-1 0 0 0,0 1-1 0 0,1 0 1 0 0,-1 0 0 0 0,1 0-1 0 0,0-1 1 0 0,0 1 0 0 0,-1 1-1 0 0,1-1 1 0 0,0 0 0 0 0,1 0-1 0 0,-1 0 1 0 0,0 0-1 0 0,1 1 1 0 0,-1 3 0 0 0,-7 55 2430 0 0,7-43-1926 0 0,-25 333 4161 0 0,25-116-8714 0 0,2-226 2605 0 0,-1 1 1 0 0,2-1-1 0 0,3 17 1 0 0,-4-22-202 0 0,1 0 1 0 0,-1 0 0 0 0,1 0-1 0 0,0 0 1 0 0,0 0-1 0 0,3 4 1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7 187 3212 0 0,'54'-171'19537'0'0,"-47"155"-17363"0"0,-6 16-2070 0 0,-1 0 0 0 0,0 0 0 0 0,0 1-1 0 0,1-1 1 0 0,0 1 312 0 0,-1-1-313 0 0,0 0 1 0 0,0 0 0 0 0,0 1 0 0 0,1-1 0 0 0,-1 0-1 0 0,0 1 1 0 0,0-1 0 0 0,0 0 0 0 0,0 0 0 0 0,0 1 0 0 0,0-1-1 0 0,1 0 1 0 0,-1 1 0 0 0,0-1 0 0 0,0 0 0 0 0,0 1-1 0 0,0-1 1 0 0,0 0 0 0 0,0 1 0 0 0,1 36 2663 0 0,-43 432-450 0 0,12-180-4899 0 0,29-287 2398 0 0,0 36-4302 0 0,7-15-3893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6.7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590 128 2760 0 0,'-37'-127'16284'0'0,"45"141"-13834"0"0,22 64-36 0 0,29 122-1 0 0,-53-178-2226 0 0,25 97 414 0 0,-5 0-1 0 0,19 242 0 0 0,-42-295-530 0 0,-4 0 1 0 0,-2-1 0 0 0,-3 1 0 0 0,-3-1-1 0 0,-3 0 1 0 0,-3-1 0 0 0,-28 78 0 0 0,18-82-736 0 0,-2 0 0 0 0,-3-1 0 0 0,-2-2 0 0 0,-65 86 0 0 0,40-72-2486 0 0,-3-3 0 0 0,-118 106 0 0 0,95-107-2368 0 0,0-6-2655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6.9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0 1176 0 0,'-27'12'-404'0'0,"-2"-5"140"0"0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7.7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40 424 0 0,'-20'-17'9899'0'0,"19"16"-9746"0"0,-14-11 4681 0 0,13 5-2658 0 0,13 5-2344 0 0,161 11-2803 0 0,-57 4-4251 0 0,-90-10 2501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8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0 652 0 0,'-97'52'10975'0'0,"82"-44"-9597"0"0,14-8-1327 0 0,1 1 1 0 0,-1-1-1 0 0,0 0 0 0 0,0 1 0 0 0,1-1 1 0 0,-1 0-1 0 0,0 1 0 0 0,1-1 0 0 0,-1 1 0 0 0,1-1 1 0 0,-1 1-1 0 0,0-1 0 0 0,1 1 0 0 0,-1 0 1 0 0,1-1-1 0 0,-1 1 0 0 0,1 0 0 0 0,0-1 0 0 0,-1 1 1 0 0,1 0-1 0 0,0 0 0 0 0,-1 0 0 0 0,2 0-31 0 0,-1-1 0 0 0,0 1 0 0 0,1-1 0 0 0,-1 1 0 0 0,0-1 0 0 0,1 1 0 0 0,-1-1 0 0 0,1 0 0 0 0,-1 1 0 0 0,1-1 0 0 0,-1 0 0 0 0,1 1 0 0 0,-1-1 0 0 0,1 0 0 0 0,-1 1 0 0 0,1-1 0 0 0,-1 0 0 0 0,1 0 0 0 0,0 0 0 0 0,-1 0 0 0 0,2 1 0 0 0,39 3 103 0 0,-38-4-65 0 0,110-2-24 0 0,123-16-1 0 0,-107 5-813 0 0,37-2-1330 0 0,-55 1-2034 0 0,-21 1-1289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18.9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1 772 0 0,'-8'6'12086'0'0,"-13"18"-2525"0"0,20-23-9091 0 0,4-1-421 0 0,15 2-4 0 0,0-1 1 0 0,1 0-1 0 0,32-4 0 0 0,0 0-35 0 0,211-7 45 0 0,104 0 35 0 0,-257 7 378 0 0,-106 2-451 0 0,0 2 0 0 0,8 0-6 0 0,-8-1-2 0 0,0 0-5 0 0,7-1 4 0 0,-8 0-6 0 0,14-1 14 0 0,-11 1-393 0 0,1-1 1978 0 0,-2 1-3477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0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78 1228 0 0,'17'-55'13781'0'0,"-9"32"-9779"0"0,-22 133-3451 0 0,-33 122 0 0 0,5-32 1004 0 0,18-85-550 0 0,24-114-1001 0 0,0-1 0 0 0,0 0 0 0 0,0 1 0 0 0,0-1 0 0 0,1 0 0 0 0,-1 1 0 0 0,0-1 0 0 0,0 1 0 0 0,0-1 0 0 0,0 0-1 0 0,0 1 1 0 0,1-1 0 0 0,-1 0 0 0 0,0 1 0 0 0,0-1 0 0 0,1 0 0 0 0,-1 0 0 0 0,0 1 0 0 0,0-1 0 0 0,1 0 0 0 0,-1 0 0 0 0,0 1-1 0 0,1-1 1 0 0,-1 0 0 0 0,0 0 0 0 0,1 0 0 0 0,-1 1 0 0 0,0-1 0 0 0,1 0 0 0 0,-1 0 0 0 0,1 0 0 0 0,-1 0 0 0 0,0 0 0 0 0,1 0-1 0 0,-1 0 1 0 0,1 0 0 0 0,0 0 0 0 0,14 0 46 0 0,-14 0-53 0 0,16-3 24 0 0,-1 0 1 0 0,0-1-1 0 0,1 0 1 0 0,-2-1 0 0 0,1-1-1 0 0,22-12 1 0 0,-33 16-14 0 0,12-6 31 0 0,0-1-1 0 0,0 0 1 0 0,-1-2-1 0 0,0 0 1 0 0,-1 0-1 0 0,28-28 1 0 0,-36 31 224 0 0,0 0 1 0 0,0-1-1 0 0,-1 0 0 0 0,0 0 1 0 0,0 0-1 0 0,-1-1 0 0 0,0 0 1 0 0,-1 0-1 0 0,0 0 1 0 0,-1 0-1 0 0,0-1 0 0 0,-1 0 1 0 0,3-18-1 0 0,-2-40 2221 0 0,-3 68-2380 0 0,-2 3-48 0 0,0 1 0 0 0,0 0-1 0 0,0 0 1 0 0,1 0 0 0 0,-1 0 0 0 0,1 0 0 0 0,0 1 0 0 0,0-1 0 0 0,0 0 0 0 0,-1 7 0 0 0,-4 39 454 0 0,4-32-331 0 0,-3 60 323 0 0,6 119-1 0 0,22 77 386 0 0,58 277-887 0 0,-73-502 0 0 0,-8-37-94 0 0,0-9-477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0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71 1600 0 0,'0'0'2930'0'0,"-24"10"5123"0"0,22-10-7530 0 0,0 1 1 0 0,1 0-1 0 0,-1 0 0 0 0,1 0 0 0 0,-1 0 0 0 0,0 0 0 0 0,1 0 1 0 0,0 0-1 0 0,-1 0 0 0 0,-1 3 0 0 0,3-4-475 0 0,0 0 0 0 0,0 1-1 0 0,1-1 1 0 0,-1 0 0 0 0,0 0 0 0 0,0 1 0 0 0,0-1-1 0 0,0 0 1 0 0,0 0 0 0 0,1 0 0 0 0,-1 1 0 0 0,0-1-1 0 0,0 0 1 0 0,1 0 0 0 0,-1 0 0 0 0,0 1 0 0 0,0-1-1 0 0,1 0 1 0 0,-1 0 0 0 0,0 0 0 0 0,0 0 0 0 0,1 0-1 0 0,-1 0 1 0 0,0 0 0 0 0,0 0 0 0 0,1 1 0 0 0,-1-1-1 0 0,0 0 1 0 0,1 0 0 0 0,-1 0 0 0 0,0 0 0 0 0,0 0-1 0 0,1-1 1 0 0,-1 1 0 0 0,0 0 0 0 0,1 0 0 0 0,-1 0-1 0 0,53-4-970 0 0,-36 1 1460 0 0,255-28-527 0 0,-72 7-896 0 0,-152 19 386 0 0,130-18-2935 0 0,-142 16 24 0 0,-33 6 2411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5.4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198 91 1752 0 0,'-4'-14'5442'0'0,"-7"-45"1615"0"0,11 57-6833 0 0,0 2-205 0 0,0-1 0 0 0,0 0 0 0 0,0 1 0 0 0,1-1 0 0 0,-1 0 0 0 0,0 0 0 0 0,0 1 0 0 0,1-1 0 0 0,-1 0 0 0 0,0 1 0 0 0,1-1 0 0 0,-1 1 1 0 0,0-1-1 0 0,1 0 0 0 0,-1 1 0 0 0,1-1 0 0 0,-1 1 0 0 0,1-1 0 0 0,0 1 0 0 0,-1-1 0 0 0,1 1 0 0 0,-1 0 0 0 0,1-1 0 0 0,0 1 0 0 0,-1 0 0 0 0,2-1 0 0 0,3 1-16 0 0,0 0 1 0 0,0 0 0 0 0,-1 0 0 0 0,1 0-1 0 0,0 1 1 0 0,-1 0 0 0 0,1 0-1 0 0,0 1 1 0 0,-1-1 0 0 0,0 1 0 0 0,1 0-1 0 0,-1 0 1 0 0,0 0 0 0 0,0 1-1 0 0,0-1 1 0 0,0 1 0 0 0,0 0 0 0 0,-1 0-1 0 0,1 0 1 0 0,-1 1 0 0 0,0-1-1 0 0,0 1 1 0 0,3 4 0 0 0,-1 0-1 0 0,0 1 1 0 0,0-1-1 0 0,0 1 1 0 0,-1 0-1 0 0,0 0 1 0 0,-1 0-1 0 0,0 1 1 0 0,-1-1-1 0 0,0 1 1 0 0,1 14-1 0 0,-2-7 45 0 0,-2 0 0 0 0,0 0-1 0 0,-2 1 1 0 0,1-1 0 0 0,-2 0 0 0 0,0-1 0 0 0,-1 1 0 0 0,-1-1-1 0 0,-1 0 1 0 0,-8 16 0 0 0,-9 12 373 0 0,-1-2 0 0 0,-39 48 0 0 0,13-26 399 0 0,-69 65 0 0 0,119-129-808 0 0,1 0-1 0 0,-1 0 1 0 0,1 1 0 0 0,-1-1-1 0 0,1 1 1 0 0,0-1 0 0 0,-1 0-1 0 0,1 1 1 0 0,0-1 0 0 0,-1 1-1 0 0,1-1 1 0 0,0 1 0 0 0,-1-1-1 0 0,1 1 1 0 0,0-1 0 0 0,0 1-1 0 0,0-1 1 0 0,0 1 0 0 0,-1-1-1 0 0,1 1 1 0 0,0-1 0 0 0,0 1-1 0 0,0-1 1 0 0,0 1 0 0 0,0 0-1 0 0,0-1 1 0 0,0 1 0 0 0,1 0-1 0 0,-1 0 2 0 0,1 0-1 0 0,0-1 0 0 0,-1 1 0 0 0,1-1 0 0 0,0 1 0 0 0,0-1 0 0 0,-1 1 0 0 0,1-1 0 0 0,0 0 0 0 0,0 1 0 0 0,0-1 0 0 0,0 0 0 0 0,-1 0 0 0 0,1 0 0 0 0,2 1 0 0 0,35-1 114 0 0,-37 0-122 0 0,179-18 200 0 0,21-1-133 0 0,-95 8 598 0 0,-103 10-628 0 0,0 1-47 0 0,3-1-261 0 0,13 1-918 0 0,-9 7-2579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5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0 117 556 0 0,'5'-41'6389'0'0,"0"-33"2080"0"0,-5 72-7654 0 0,0 5-581 0 0,-1 49 1323 0 0,0-17-1054 0 0,1 0-1 0 0,1 1 1 0 0,11 55 0 0 0,-11-83-471 0 0,1 1-1 0 0,0-1 1 0 0,1 0 0 0 0,0 0-1 0 0,0 0 1 0 0,1 0 0 0 0,0-1 0 0 0,0 1-1 0 0,0-1 1 0 0,1 0 0 0 0,1-1 0 0 0,-1 1-1 0 0,1-1 1 0 0,0 0 0 0 0,0 0 0 0 0,1-1-1 0 0,0 0 1 0 0,-1 0 0 0 0,2 0 0 0 0,10 4-1 0 0,-15-7-9 0 0,1-1-1 0 0,-1 0 1 0 0,1 1 0 0 0,0-2-1 0 0,-1 1 1 0 0,1 0 0 0 0,0-1-1 0 0,0 0 1 0 0,-1 0 0 0 0,1 0-1 0 0,0 0 1 0 0,0 0-1 0 0,-1-1 1 0 0,7-1 0 0 0,-5 0-1 0 0,1 0-1 0 0,-1-1 1 0 0,1 0 0 0 0,-1 0 0 0 0,0 0 0 0 0,0 0-1 0 0,0-1 1 0 0,6-5 0 0 0,4-8 384 0 0,0 0 0 0 0,-1 0 1 0 0,22-37-1 0 0,-27 39 164 0 0,34-54 1816 0 0,-42 67-2385 0 0,0 3 2 0 0,0-1 0 0 0,-1 1 0 0 0,1 0 0 0 0,0 0 0 0 0,-1 0 0 0 0,1-1 0 0 0,-1 1 0 0 0,1 0 0 0 0,-1 0 0 0 0,1 0 0 0 0,-1 0 0 0 0,0 0 0 0 0,1 0 0 0 0,-1 0 0 0 0,0 2 0 0 0,-31 248 342 0 0,16-157-1879 0 0,-4 146 0 0 0,19-224 785 0 0,-1 9-1083 0 0,6 39-1 0 0,-4-55 189 0 0,1-1 0 0 0,0 1 0 0 0,1 0 0 0 0,5 12 0 0 0,2-1-6399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6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66 372 0 0,'-16'-2'12980'0'0,"-4"1"-5208"0"0,12 0-6201 0 0,1 5 562 0 0,38-3-1908 0 0,0-2 0 0 0,43-7-1 0 0,-7 1-65 0 0,394-32 854 0 0,-395 30-443 0 0,-64 9-608 0 0,1 0-498 0 0,2-1 525 0 0,8 0-4304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6.9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49 2804 0 0,'-56'-44'14895'0'0,"56"44"-14819"0"0,-1-1 0 0 0,1 1 0 0 0,-1-1-1 0 0,1 1 1 0 0,-1 0 0 0 0,1-1 0 0 0,-1 1 0 0 0,0 0 0 0 0,1-1 0 0 0,-1 1 0 0 0,1 0-1 0 0,-1 0 1 0 0,0 0 0 0 0,1 0 0 0 0,-1-1 0 0 0,0 1 0 0 0,1 0 0 0 0,-1 0 0 0 0,0 0-1 0 0,1 0 1 0 0,-1 0 0 0 0,0 1 0 0 0,1-1 0 0 0,-1 0 0 0 0,0 0 0 0 0,1 0 0 0 0,-1 1-1 0 0,1-1 1 0 0,-1 0 0 0 0,0 0 0 0 0,1 1 0 0 0,-1-1 0 0 0,1 1 0 0 0,-1-1 0 0 0,1 0 0 0 0,-1 1-1 0 0,1-1 1 0 0,-1 1 0 0 0,1-1 0 0 0,0 1 0 0 0,-1-1 0 0 0,1 1 0 0 0,0 0 0 0 0,-1-1-1 0 0,1 1 1 0 0,0-1 0 0 0,-1 2 0 0 0,-9 29 1273 0 0,10-30-1170 0 0,-7 38 1072 0 0,1 1-1 0 0,0 66 1 0 0,11 82 3979 0 0,-1-100-4314 0 0,3 73-916 0 0,-6-145 0 0 0,0-4 0 0 0,0-1 0 0 0,-1-1-138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7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133 111 328 0 0,'-2'-29'7931'0'0,"9"2"-3881"0"0,-6 23-3876 0 0,1 1 1 0 0,0-1 0 0 0,0 1 0 0 0,0 0-1 0 0,0 0 1 0 0,0 0 0 0 0,1 0 0 0 0,-1 1-1 0 0,1-1 1 0 0,0 0 0 0 0,0 1 0 0 0,0 0 0 0 0,0 0-1 0 0,0 0 1 0 0,0 0 0 0 0,0 0 0 0 0,1 1-1 0 0,-1-1 1 0 0,1 1 0 0 0,-1 0 0 0 0,1 0-1 0 0,4 0 1 0 0,-3 0-85 0 0,0 0-1 0 0,0 1 1 0 0,0 0-1 0 0,0 0 1 0 0,0 1 0 0 0,0-1-1 0 0,0 1 1 0 0,0 0-1 0 0,0 0 1 0 0,0 1-1 0 0,0 0 1 0 0,-1 0 0 0 0,1 0-1 0 0,-1 0 1 0 0,1 0-1 0 0,-1 1 1 0 0,0 0 0 0 0,0 0-1 0 0,0 0 1 0 0,0 1-1 0 0,0-1 1 0 0,5 9-1 0 0,-2-4 82 0 0,-1 1 0 0 0,-1 0-1 0 0,0 0 1 0 0,0 0-1 0 0,-1 1 1 0 0,0 0-1 0 0,0 0 1 0 0,-1 0-1 0 0,0 0 1 0 0,1 16 0 0 0,-2-10 111 0 0,-1 0 0 0 0,-1 0 0 0 0,-1 0 0 0 0,0-1 1 0 0,-1 1-1 0 0,0 0 0 0 0,-1 0 0 0 0,-6 16 1 0 0,1-10 171 0 0,-1-1 1 0 0,0 0 0 0 0,-2 0-1 0 0,-25 37 1 0 0,2-15 570 0 0,-1-1 0 0 0,-2-2 0 0 0,-84 68 0 0 0,72-62 138 0 0,47-44-949 0 0,4 1-96 0 0,-2-3-115 0 0,0 0-1 0 0,0 0 1 0 0,0 1-1 0 0,0-1 0 0 0,0 0 1 0 0,0 0-1 0 0,0 0 1 0 0,0 1-1 0 0,0-1 1 0 0,0 0-1 0 0,0 0 0 0 0,1 1 1 0 0,-1-1-1 0 0,0 0 1 0 0,0 0-1 0 0,0 0 0 0 0,0 1 1 0 0,0-1-1 0 0,1 0 1 0 0,-1 0-1 0 0,0 0 0 0 0,0 0 1 0 0,0 0-1 0 0,0 1 1 0 0,1-1-1 0 0,-1 0 1 0 0,0 0-1 0 0,0 0 0 0 0,1 0 1 0 0,-1 0-1 0 0,0 0 1 0 0,0 0-1 0 0,0 0 0 0 0,1 0 1 0 0,-1 0-1 0 0,0 0 1 0 0,0 0-1 0 0,1 0 0 0 0,-1 0 1 0 0,0 0-1 0 0,0 0 1 0 0,1 0-1 0 0,-1 0 1 0 0,0 0-1 0 0,0 0 0 0 0,1 0 1 0 0,325-47 273 0 0,-228 29 43 0 0,48-11-487 0 0,-143 28-322 0 0,0 1 0 0 0,-1-1 1 0 0,1 0-1 0 0,-1 0 1 0 0,1 0-1 0 0,-1 0 1 0 0,1 0-1 0 0,-1-1 0 0 0,0 1 1 0 0,0-1-1 0 0,3-2 1 0 0,4-6-4205 0 0,-7 6 3130 0 0,1 0 0 0 0,-1 0-1 0 0,0 0 1 0 0,0-1-1 0 0,1-4 1 0 0,0 1-698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8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170 175 3192 0 0,'38'-43'8163'0'0,"49"-69"0"0"0,-80 98-6906 0 0,-9 9-396 0 0,-1 5-815 0 0,1 1 0 0 0,0-1 0 0 0,0 1 0 0 0,-1 0 0 0 0,1-1 1 0 0,0 1-1 0 0,0 0 0 0 0,0 0 0 0 0,0 1 0 0 0,-2 0 0 0 0,-2 2 40 0 0,-32 18 419 0 0,-48 38 0 0 0,75-52-470 0 0,2 0-1 0 0,-1 1 0 0 0,1 0 0 0 0,1 1 0 0 0,0 0 0 0 0,0 0 0 0 0,1 0 1 0 0,0 1-1 0 0,-8 20 0 0 0,13-26-5 0 0,0 1 0 0 0,1-1 0 0 0,0 1 0 0 0,0 0 1 0 0,0-1-1 0 0,1 1 0 0 0,0 0 0 0 0,0 0 0 0 0,0-1 0 0 0,1 1 1 0 0,0 0-1 0 0,0-1 0 0 0,0 1 0 0 0,1-1 0 0 0,0 1 0 0 0,0-1 1 0 0,0 0-1 0 0,1 1 0 0 0,0-1 0 0 0,0-1 0 0 0,0 1 0 0 0,5 6 1 0 0,9 9 134 0 0,1 0 1 0 0,1-2 0 0 0,33 27-1 0 0,-23-21-54 0 0,19 17 22 0 0,43 38-56 0 0,-77-65 24 0 0,-2-1-1 0 0,0 2 0 0 0,0 0 1 0 0,12 21-1 0 0,-22-34 28 0 0,-1 1-1 0 0,1 0 1 0 0,-1-1 0 0 0,0 1 0 0 0,0 0-1 0 0,0 0 1 0 0,0 0 0 0 0,0 0-1 0 0,-1 0 1 0 0,1 0 0 0 0,-1 0-1 0 0,0 0 1 0 0,0 0 0 0 0,0 0 0 0 0,0 0-1 0 0,-1 0 1 0 0,1 0 0 0 0,-1 0-1 0 0,1 0 1 0 0,-1 0 0 0 0,0 0 0 0 0,0 0-1 0 0,-1-1 1 0 0,1 1 0 0 0,-1 0-1 0 0,1-1 1 0 0,-1 1 0 0 0,-2 2-1 0 0,0-1 29 0 0,-1 0-1 0 0,1 0 0 0 0,-1 0 1 0 0,0-1-1 0 0,0 1 0 0 0,0-1 1 0 0,0-1-1 0 0,-1 1 0 0 0,1-1 0 0 0,-1 0 1 0 0,1 0-1 0 0,-1 0 0 0 0,-10 1 1 0 0,3-1-58 0 0,-1-1 0 0 0,0 0 1 0 0,0-1-1 0 0,0-1 0 0 0,0 0 0 0 0,-21-5 1 0 0,28 5-67 0 0,1 0 0 0 0,0-1 0 0 0,0 0 0 0 0,0-1 0 0 0,0 1 0 0 0,0-1-1 0 0,0 0 1 0 0,0-1 0 0 0,1 1 0 0 0,0-1 0 0 0,0 0 0 0 0,0 0 0 0 0,0-1 0 0 0,1 1 0 0 0,-1-1 0 0 0,-4-7 0 0 0,7 7-31 0 0,0 0 0 0 0,0 0 0 0 0,0 0 0 0 0,1 0 0 0 0,-1 0 0 0 0,1-1 0 0 0,1 1 0 0 0,-1 0 0 0 0,1 0 0 0 0,0-1 0 0 0,0 1 0 0 0,0 0 0 0 0,1-1 0 0 0,0 1 0 0 0,0 0 0 0 0,0 0 0 0 0,1 0 0 0 0,0 0 0 0 0,0 0 0 0 0,0 0 0 0 0,4-7 0 0 0,6-9 0 0 0,1 0 0 0 0,1 1 0 0 0,20-22 0 0 0,13-9 0 0 0,84-72 0 0 0,11-10 0 0 0,-136 127 0 0 0,0-2 0 0 0,0 1 0 0 0,0-1 0 0 0,-1 0 0 0 0,-1 0 0 0 0,1 0 0 0 0,-1 0 0 0 0,3-11 0 0 0,-6 17 0 0 0,0-1 0 0 0,-1 1 0 0 0,1-1 0 0 0,-1 1 0 0 0,1-1 0 0 0,-1 1 0 0 0,0 0 0 0 0,0-1 0 0 0,0 1 0 0 0,0-1 0 0 0,0 1 0 0 0,-1-1 0 0 0,1 1 0 0 0,-1-1 0 0 0,1 1 0 0 0,-1 0 0 0 0,0-1 0 0 0,0 1 0 0 0,0 0 0 0 0,0 0 0 0 0,-1-1 0 0 0,1 1 0 0 0,-1 0 0 0 0,1 0 0 0 0,-1 1 0 0 0,0-1 0 0 0,1 0 0 0 0,-1 0 0 0 0,0 1 0 0 0,0-1 0 0 0,0 1 0 0 0,0 0 0 0 0,-1 0 0 0 0,1 0 0 0 0,-4-2 0 0 0,-4 0-157 0 0,0-1 0 0 0,-1 2 0 0 0,0-1 0 0 0,0 2 0 0 0,0-1 0 0 0,0 2 0 0 0,-11-1 0 0 0,-81 9-1835 0 0,87-6 1769 0 0,-36 5-2195 0 0,-52 13 0 0 0,78-13-312 0 0,0 0 1 0 0,1 2 0 0 0,-46 24 0 0 0,59-25-1759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8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13 4592 0 0,'-106'-7'16171'0'0,"104"7"-15504"0"0,-2 0-126 0 0,-9-1-151 0 0,9 0 724 0 0,20 0-1026 0 0,10-1-1461 0 0,-1 1 0 0 0,47 5-1 0 0,-56-2-2141 0 0,0 1 0 0 0,29 9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8.9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45 1628 0 0,'-108'68'17686'0'0,"108"-68"-17646"0"0,0 0-1 0 0,-1 1 0 0 0,1-1 1 0 0,0 0-1 0 0,-1 0 0 0 0,1 0 1 0 0,0 0-1 0 0,0 0 0 0 0,-1 1 1 0 0,1-1-1 0 0,0 0 0 0 0,0 0 1 0 0,-1 0-1 0 0,1 1 0 0 0,0-1 1 0 0,0 0-1 0 0,0 0 0 0 0,-1 1 1 0 0,1-1-1 0 0,0 0 0 0 0,0 1 1 0 0,0-1-1 0 0,0 0 0 0 0,0 0 1 0 0,0 1-1 0 0,0-1 0 0 0,0 0 1 0 0,0 1-1 0 0,0-1 0 0 0,0 0 1 0 0,0 1-1 0 0,0-1 0 0 0,0 0 1 0 0,0 1-1 0 0,0-1 0 0 0,0 0 1 0 0,0 0-1 0 0,0 1 0 0 0,1 0-9 0 0,-1-1 0 0 0,1 1 0 0 0,0-1 1 0 0,-1 0-1 0 0,1 1 0 0 0,0-1 0 0 0,-1 1 0 0 0,1-1 0 0 0,0 0 0 0 0,-1 0 0 0 0,1 1 0 0 0,0-1 0 0 0,0 0 0 0 0,0 0 1 0 0,-1 0-1 0 0,1 0 0 0 0,0 0 0 0 0,1 0 0 0 0,36-1-477 0 0,74-13 0 0 0,44-19-2620 0 0,-107 22 2085 0 0,-45 10 881 0 0,185-45-8026 0 0,-117 25 2282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9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8 2480 0 0,'-2'0'3124'0'0,"-13"-2"2570"0"0,6 1-4184 0 0,-23-3 11983 0 0,22 3-13130 0 0,521 32 1638 0 0,-473-30-1885 0 0,125 3 3839 0 0,-144-4-3924 0 0,-3 0-115 0 0,17-2-7078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29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99 2724 0 0,'14'-33'8415'0'0,"2"-1"-1029"0"0,-5 15-5538 0 0,-10 17-1785 0 0,0 1 0 0 0,0 0-1 0 0,0 0 1 0 0,1 0 0 0 0,-1 0-1 0 0,0 0 1 0 0,1 1 0 0 0,-1-1-1 0 0,1 0 1 0 0,-1 1 0 0 0,1-1 0 0 0,-1 1-1 0 0,1-1 1 0 0,0 1 0 0 0,-1 0-1 0 0,1-1 1 0 0,-1 1 0 0 0,3 0-1 0 0,25 2 259 0 0,-21 0-288 0 0,-1 0 1 0 0,1 0-1 0 0,-1 1 0 0 0,0-1 0 0 0,0 2 0 0 0,0-1 0 0 0,0 1 0 0 0,-1 0 0 0 0,1 0 0 0 0,-1 1 0 0 0,0 0 0 0 0,0 0 1 0 0,-1 1-1 0 0,1-1 0 0 0,-1 1 0 0 0,-1 0 0 0 0,1 1 0 0 0,-1-1 0 0 0,0 1 0 0 0,5 12 0 0 0,-3-6 5 0 0,-1 1 0 0 0,0-1 0 0 0,-1 1-1 0 0,-1 1 1 0 0,0-1 0 0 0,-1 0 0 0 0,-1 1 0 0 0,0-1-1 0 0,-2 29 1 0 0,-3-19-2 0 0,0-1 0 0 0,-2-1 1 0 0,0 1-1 0 0,-2-1 0 0 0,0 0 0 0 0,-1 0 0 0 0,-2-1 0 0 0,0-1 0 0 0,-1 0 1 0 0,-1 0-1 0 0,-30 34 0 0 0,1-9 131 0 0,-2-1 1 0 0,-2-3-1 0 0,-66 46 1 0 0,-9 4 2500 0 0,119-90-2312 0 0,18 2-6 0 0,426-55-1845 0 0,-428 51-540 0 0,-1-1-1 0 0,0 0 0 0 0,24-9 1 0 0,-6-4-5950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0.5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393 151 2380 0 0,'8'-19'2960'0'0,"0"0"0"0"0,-1 0-1 0 0,-1-1 1 0 0,4-25 0 0 0,-10 44-2901 0 0,0 0-1 0 0,0 0 1 0 0,0 0 0 0 0,1 0 0 0 0,-1 1 0 0 0,0-1-1 0 0,0 0 1 0 0,0 0 0 0 0,0 0 0 0 0,-1 0-1 0 0,1 0 1 0 0,0 0 0 0 0,0 0 0 0 0,-1 0-1 0 0,1 0 1 0 0,0 0 0 0 0,-1 1 0 0 0,1-1 0 0 0,-1 0-1 0 0,1 0 1 0 0,-1 0 0 0 0,1 1 0 0 0,-1-1-1 0 0,0 0 1 0 0,1 1 0 0 0,-1-1 0 0 0,0 0 0 0 0,1 1-1 0 0,-1-1 1 0 0,0 1 0 0 0,0-1 0 0 0,0 1-1 0 0,0 0 1 0 0,1-1 0 0 0,-1 1 0 0 0,0 0-1 0 0,0-1 1 0 0,0 1 0 0 0,0 0 0 0 0,0 0 0 0 0,0 0-1 0 0,0 0 1 0 0,0 0 0 0 0,0 0 0 0 0,-1 0-1 0 0,-6 1-3 0 0,0 0 0 0 0,0 1 0 0 0,0-1 0 0 0,-10 5 0 0 0,12-4 74 0 0,-31 10 170 0 0,0 2 0 0 0,-64 33 0 0 0,78-34-227 0 0,1 1 0 0 0,0 1 0 0 0,1 1 0 0 0,0 0 0 0 0,-21 24 0 0 0,40-38-61 0 0,0 1 0 0 0,-1-1 0 0 0,1 1 0 0 0,0-1 0 0 0,1 1 0 0 0,-1 0 0 0 0,0 0 0 0 0,1 0 0 0 0,-1 0 0 0 0,1 0 0 0 0,0 0 0 0 0,0 0 0 0 0,0 0 0 0 0,1 1 0 0 0,-1-1 0 0 0,1 0 0 0 0,0 0 0 0 0,0 7 0 0 0,1-6 2 0 0,0-1 0 0 0,0 1 0 0 0,0 0 0 0 0,1 0 0 0 0,0-1 0 0 0,0 1-1 0 0,0-1 1 0 0,0 1 0 0 0,0-1 0 0 0,1 0 0 0 0,-1 0 0 0 0,1 0 0 0 0,0 0 0 0 0,0 0 0 0 0,4 2 0 0 0,27 20 24 0 0,1-2-1 0 0,1-1 0 0 0,56 25 0 0 0,-40-22-1 0 0,48 33 0 0 0,-84-48-17 0 0,-1 1-1 0 0,0 1 1 0 0,-1 0 0 0 0,0 1 0 0 0,-1 1 0 0 0,-1 0 0 0 0,13 19 0 0 0,-21-28 80 0 0,-1 0 0 0 0,0 1 0 0 0,0 0 0 0 0,0-1 0 0 0,-1 1 0 0 0,0 0-1 0 0,0 0 1 0 0,0 0 0 0 0,-1 1 0 0 0,0-1 0 0 0,1 8 0 0 0,-2-10 28 0 0,-1-1 1 0 0,1 1-1 0 0,-1 0 1 0 0,1 0-1 0 0,-1-1 1 0 0,0 1-1 0 0,-1-1 1 0 0,1 1-1 0 0,-1-1 1 0 0,1 1-1 0 0,-1-1 1 0 0,0 0-1 0 0,0 0 1 0 0,0 0-1 0 0,-1 0 1 0 0,1 0-1 0 0,-1 0 1 0 0,0 0-1 0 0,0-1 1 0 0,-3 3-1 0 0,-3 1 75 0 0,-1 0 0 0 0,0-1 0 0 0,-1 0 0 0 0,1 0 0 0 0,-1-1 0 0 0,0-1 0 0 0,0 1-1 0 0,0-2 1 0 0,0 0 0 0 0,0 0 0 0 0,-1-1 0 0 0,1 0 0 0 0,-18-2 0 0 0,14 0 0 0 0,0 0 1 0 0,0-1-1 0 0,1-1 1 0 0,0 0 0 0 0,-1-1-1 0 0,1 0 1 0 0,0-2-1 0 0,1 1 1 0 0,-1-2 0 0 0,-13-8-1 0 0,23 13-155 0 0,0-1-1 0 0,1 0 0 0 0,-1 0 1 0 0,1 0-1 0 0,0 0 1 0 0,-1 0-1 0 0,1 0 0 0 0,1-1 1 0 0,-1 0-1 0 0,0 1 1 0 0,1-1-1 0 0,0 0 1 0 0,0 0-1 0 0,-2-6 0 0 0,3 6-35 0 0,0 0-1 0 0,1 0 1 0 0,0 0-1 0 0,0 0 1 0 0,0 0-1 0 0,0 0 1 0 0,0 0-1 0 0,1 0 1 0 0,0 0-1 0 0,-1 0 0 0 0,2 0 1 0 0,-1 0-1 0 0,0 0 1 0 0,1 0-1 0 0,0 1 1 0 0,2-6-1 0 0,5-4-29 0 0,0-1-1 0 0,1 1 1 0 0,0 0 0 0 0,1 1-1 0 0,17-15 1 0 0,68-50-281 0 0,-58 47 247 0 0,53-36-85 0 0,-53 41 114 0 0,-2-2 0 0 0,-1-1 0 0 0,50-53 0 0 0,-82 78 30 0 0,0-1 0 0 0,-1 1 0 0 0,1-1 0 0 0,-1 0 0 0 0,0 0 0 0 0,0 0 0 0 0,0 0 0 0 0,0 0 0 0 0,0 0 0 0 0,-1 0-1 0 0,0-1 1 0 0,0 1 0 0 0,0-5 0 0 0,-1 6-7 0 0,0 1 1 0 0,0-1-1 0 0,0 1 0 0 0,-1-1 0 0 0,1 1 0 0 0,-1-1 0 0 0,0 1 1 0 0,0 0-1 0 0,0-1 0 0 0,0 1 0 0 0,0 0 0 0 0,0 0 0 0 0,-1-1 1 0 0,1 1-1 0 0,-1 0 0 0 0,1 0 0 0 0,-1 1 0 0 0,0-1 1 0 0,0 0-1 0 0,0 0 0 0 0,0 1 0 0 0,0-1 0 0 0,0 1 0 0 0,-3-1 1 0 0,-4-3-32 0 0,-1 0 0 0 0,0 1 0 0 0,-1 1 0 0 0,1 0 0 0 0,-1 0 0 0 0,1 1 1 0 0,-1 1-1 0 0,-11-1 0 0 0,-11 0-888 0 0,-44 4-1 0 0,61-1-84 0 0,-1 1 0 0 0,0 1-1 0 0,-20 5 1 0 0,33-7 656 0 0,0 0 1 0 0,1 0-1 0 0,-1 1 1 0 0,0-1-1 0 0,1 1 1 0 0,-1 0-1 0 0,1 0 1 0 0,-1 0-1 0 0,1 0 1 0 0,0 1-1 0 0,0 0 0 0 0,0-1 1 0 0,0 1-1 0 0,1 0 1 0 0,-1 0-1 0 0,1 0 1 0 0,-1 1-1 0 0,1-1 1 0 0,-3 7-1 0 0,5-8-115 0 0,-1 1 0 0 0,1-1 0 0 0,0 1 0 0 0,0-1 0 0 0,0 1 0 0 0,1 0 0 0 0,-1-1 0 0 0,1 1 0 0 0,-1-1 0 0 0,1 0 0 0 0,0 1 0 0 0,0-1 0 0 0,0 1 0 0 0,0-1 0 0 0,0 0 0 0 0,0 0 0 0 0,1 0 0 0 0,-1 0 0 0 0,1 0 0 0 0,-1 0 0 0 0,4 3 0 0 0,11 8-5146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0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97 3240 0 0,'-18'-20'21301'0'0,"18"19"-20923"0"0,26-2 4 0 0,-1 1-1 0 0,38 2 1 0 0,-8 0-189 0 0,125-10-1588 0 0,-90-5-2028 0 0,-66 9 52 0 0,37-14 0 0 0,-41 11-1505 0 0,-2-2-2541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1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43 476 0 0,'-15'-12'5803'0'0,"-8"-8"2613"0"0,8 10-5189 0 0,14 10-3149 0 0,0 0 0 0 0,0 0 0 0 0,0 1 1 0 0,0-1-1 0 0,0 0 0 0 0,0 1 1 0 0,0-1-1 0 0,0 0 0 0 0,0 1 0 0 0,0-1 1 0 0,0 1-1 0 0,1 0 0 0 0,-1-1 1 0 0,0 1-1 0 0,0 0 0 0 0,0-1 0 0 0,1 1 1 0 0,-1 0-1 0 0,0 0 0 0 0,1 0 0 0 0,-1 0 1 0 0,1-1-1 0 0,-1 1 0 0 0,1 0 1 0 0,-1 0-1 0 0,1 0 0 0 0,-1 2 0 0 0,-6 31 1293 0 0,6-25-853 0 0,-4 45 789 0 0,2 0 0 0 0,4 64 0 0 0,1-29-876 0 0,-1 91 97 0 0,-1-90-2477 0 0,0-1-4641 0 0,0-86 5626 0 0,1 10-782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1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1 143 1624 0 0,'6'-20'3804'0'0,"-2"8"-1719"0"0,0-1 1 0 0,0 1-1 0 0,2 0 0 0 0,12-22 0 0 0,-16 31-1949 0 0,0 0 0 0 0,1 0 0 0 0,-1 0 0 0 0,1 0 0 0 0,0 1 0 0 0,0-1 1 0 0,0 1-1 0 0,0 0 0 0 0,0 0 0 0 0,1 0 0 0 0,-1 0 0 0 0,1 0 0 0 0,-1 1 0 0 0,1-1 0 0 0,-1 1 0 0 0,1 0 0 0 0,0 0 0 0 0,0 1 0 0 0,-1-1 0 0 0,1 1 0 0 0,6 0 0 0 0,3 0-68 0 0,1 1 0 0 0,0 1 0 0 0,-1 0-1 0 0,1 1 1 0 0,-1 0 0 0 0,0 1 0 0 0,0 1 0 0 0,0 0 0 0 0,0 1-1 0 0,-1 0 1 0 0,0 1 0 0 0,0 0 0 0 0,18 15 0 0 0,-25-17-50 0 0,0-1 1 0 0,0 1-1 0 0,0 0 1 0 0,-1 0 0 0 0,1 1-1 0 0,-1-1 1 0 0,-1 1-1 0 0,1 0 1 0 0,-1 0 0 0 0,0 0-1 0 0,0 1 1 0 0,-1-1-1 0 0,0 1 1 0 0,0-1 0 0 0,0 1-1 0 0,-1 0 1 0 0,0 0-1 0 0,0-1 1 0 0,-1 1 0 0 0,0 0-1 0 0,0 0 1 0 0,-1 0-1 0 0,0 0 1 0 0,0 0 0 0 0,0-1-1 0 0,-1 1 1 0 0,0 0-1 0 0,0-1 1 0 0,-4 8 0 0 0,-5 8 65 0 0,0-1 0 0 0,-2 0 0 0 0,0 0 0 0 0,-19 20 0 0 0,-69 69 611 0 0,25-30 827 0 0,66-70-529 0 0,8-8-794 0 0,0 0 0 0 0,0-1 1 0 0,1 1-1 0 0,-1 0 1 0 0,0 1-1 0 0,1-1 0 0 0,0 0 1 0 0,-3 5-1 0 0,4-6 106 0 0,6 2 55 0 0,-6-2-350 0 0,0-1-1 0 0,1 0 1 0 0,-1 1 0 0 0,0-1 0 0 0,0 1-1 0 0,1-1 1 0 0,-1 0 0 0 0,1 0-1 0 0,-1 1 1 0 0,0-1 0 0 0,1 0 0 0 0,-1 1-1 0 0,1-1 1 0 0,-1 0 0 0 0,0 0-1 0 0,1 0 1 0 0,-1 0 0 0 0,1 1-1 0 0,-1-1 1 0 0,1 0 0 0 0,-1 0 0 0 0,1 0-1 0 0,-1 0 1 0 0,1 0 0 0 0,0 0-1 0 0,30 1-293 0 0,0-2 0 0 0,0 0 1 0 0,0-3-1 0 0,31-6 0 0 0,124-36-5531 0 0,-11-13-4437 0 0,-119 36 3446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2.1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221 116 1612 0 0,'-52'-95'14509'0'0,"51"94"-14438"0"0,1 0-1 0 0,0 0 0 0 0,-1 0 0 0 0,1 0 0 0 0,-1-1 1 0 0,0 1-1 0 0,1 0 0 0 0,-1 1 0 0 0,0-1 0 0 0,1 0 1 0 0,-1 0-1 0 0,0 0 0 0 0,0 0 0 0 0,0 1 0 0 0,0-1 1 0 0,0 0-1 0 0,0 1 0 0 0,0-1 0 0 0,0 0 0 0 0,0 1 0 0 0,0 0 1 0 0,0-1-1 0 0,0 1 0 0 0,-1 0 0 0 0,1-1 0 0 0,0 1 1 0 0,0 0-1 0 0,0 0 0 0 0,-1 0 0 0 0,1 0 0 0 0,0 0 1 0 0,0 0-1 0 0,0 0 0 0 0,0 1 0 0 0,-1-1 0 0 0,1 0 1 0 0,0 0-1 0 0,0 1 0 0 0,0-1 0 0 0,-2 2 0 0 0,0 0-12 0 0,0-1 0 0 0,0 1 1 0 0,0 0-1 0 0,0 1 0 0 0,0-1 0 0 0,0 0 0 0 0,1 1 0 0 0,-1 0 0 0 0,1-1 0 0 0,-1 1 0 0 0,-2 6 0 0 0,2-1 32 0 0,0 0 0 0 0,0 1 0 0 0,1-1 0 0 0,1 1 0 0 0,-1-1-1 0 0,1 1 1 0 0,1 0 0 0 0,0-1 0 0 0,0 1 0 0 0,0 0-1 0 0,1-1 1 0 0,1 1 0 0 0,2 11 0 0 0,3 5 53 0 0,0 0 0 0 0,2 0-1 0 0,15 28 1 0 0,20 28 43 0 0,4-2 0 0 0,66 83 0 0 0,-90-130-121 0 0,-15-20 23 0 0,1 2-111 0 0,0 0 0 0 0,9 18 0 0 0,-17-28 113 0 0,0-1-1 0 0,-1 0 1 0 0,1 1-1 0 0,-1-1 1 0 0,0 1-1 0 0,0 0 1 0 0,0-1-1 0 0,-1 1 1 0 0,1 0-1 0 0,-1 0 0 0 0,0-1 1 0 0,0 1-1 0 0,0 0 1 0 0,-1 0-1 0 0,-1 6 1 0 0,1-7 7 0 0,-1 0 1 0 0,0 0 0 0 0,1 0-1 0 0,-2 0 1 0 0,1-1 0 0 0,0 1-1 0 0,0-1 1 0 0,-1 1 0 0 0,1-1-1 0 0,-1 0 1 0 0,0 0 0 0 0,0 0-1 0 0,0 0 1 0 0,0-1 0 0 0,0 1-1 0 0,0-1 1 0 0,-4 2-1 0 0,-3 1 121 0 0,-1-1 0 0 0,0 0 0 0 0,-22 3 0 0 0,13-5 173 0 0,1 1-1 0 0,-1-2 1 0 0,0-1-1 0 0,0-1 0 0 0,1 0 1 0 0,-1-1-1 0 0,1-2 0 0 0,0 0 1 0 0,0 0-1 0 0,0-2 0 0 0,-21-10 1 0 0,37 15-341 0 0,-1 0 0 0 0,1 0 0 0 0,-1-1 1 0 0,1 1-1 0 0,0-1 0 0 0,0 1 0 0 0,0-1 0 0 0,1 0 1 0 0,-1 0-1 0 0,1-1 0 0 0,-1 1 0 0 0,1 0 0 0 0,0-1 1 0 0,0 1-1 0 0,1-1 0 0 0,-1 0 0 0 0,-1-3 0 0 0,2 1-25 0 0,0 0 0 0 0,1 1 1 0 0,-1-1-1 0 0,1 0 0 0 0,0 0 0 0 0,0 1 0 0 0,1-1 0 0 0,0 0 0 0 0,0 0 0 0 0,3-9 0 0 0,3-2-39 0 0,0 0-1 0 0,1 1 1 0 0,1 0 0 0 0,0 0 0 0 0,1 0 0 0 0,17-19 0 0 0,4 2-42 0 0,1 0 0 0 0,2 2 0 0 0,46-31-1 0 0,-45 35 52 0 0,-1-1-1 0 0,-1-1 0 0 0,46-54 0 0 0,-74 77 27 0 0,0 0 0 0 0,-1 0 1 0 0,1-1-1 0 0,-2 0 0 0 0,1 0 0 0 0,-1 0 1 0 0,0 0-1 0 0,0-1 0 0 0,1-7 1 0 0,-4 12-28 0 0,1 0 1 0 0,-1 0 0 0 0,0-1 0 0 0,0 1-1 0 0,0 0 1 0 0,0 0 0 0 0,-1 0 0 0 0,1 0 0 0 0,-1 0-1 0 0,0 0 1 0 0,0 0 0 0 0,0 0 0 0 0,0 0-1 0 0,0 0 1 0 0,-1 0 0 0 0,1 0 0 0 0,-1 1-1 0 0,0-1 1 0 0,0 0 0 0 0,0 1 0 0 0,0 0 0 0 0,0-1-1 0 0,0 1 1 0 0,-5-3 0 0 0,-3-2-49 0 0,0 1 0 0 0,-1 0 0 0 0,1 1 0 0 0,-2 0 0 0 0,1 0 0 0 0,0 1 0 0 0,-1 1 0 0 0,0 0 0 0 0,-21-3 0 0 0,17 4-476 0 0,0 1 1 0 0,0 1-1 0 0,0 0 0 0 0,1 1 0 0 0,-1 0 0 0 0,0 2 0 0 0,-15 3 0 0 0,23-3-94 0 0,0-1-1 0 0,0 2 1 0 0,0-1-1 0 0,0 1 0 0 0,0 0 1 0 0,1 1-1 0 0,-12 9 0 0 0,16-12 188 0 0,0 1 0 0 0,1-1-1 0 0,-1 1 1 0 0,1 0 0 0 0,0 0 0 0 0,0 0-1 0 0,0 0 1 0 0,1 0 0 0 0,-3 5 0 0 0,3-6-131 0 0,1 1 1 0 0,-1-1 0 0 0,1 1 0 0 0,-1-1-1 0 0,1 1 1 0 0,0-1 0 0 0,0 1-1 0 0,0-1 1 0 0,0 1 0 0 0,0-1 0 0 0,1 0-1 0 0,-1 1 1 0 0,1-1 0 0 0,1 5 0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2.3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60 2748 0 0,'-30'-23'19356'0'0,"30"22"-19247"0"0,0 1 0 0 0,0 0 0 0 0,-1 0 0 0 0,1-1 0 0 0,0 1 0 0 0,0 0 0 0 0,0-1 0 0 0,0 1 0 0 0,0 0 0 0 0,0 0 0 0 0,0-1 0 0 0,0 1 0 0 0,0 0 0 0 0,0-1 0 0 0,0 1 0 0 0,0 0 0 0 0,1-1 0 0 0,10-6 933 0 0,22 0-940 0 0,23-1-275 0 0,1 3 0 0 0,77 2 1 0 0,32 13-6787 0 0,-116-3-707 0 0,-29-8 3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2.5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3880 0 0,'-31'10'4506'0'0,"2"2"-1"0"0,-45 24 0 0 0,74-36-4446 0 0,-1 0 1 0 0,1 0-1 0 0,-1 1 0 0 0,1-1 0 0 0,-1 0 0 0 0,1 0 0 0 0,-1 1 0 0 0,1-1 1 0 0,-1 1-1 0 0,1-1 0 0 0,0 0 0 0 0,-1 1 0 0 0,1-1 0 0 0,0 1 1 0 0,-1-1-1 0 0,1 1 0 0 0,0-1 0 0 0,-1 1 0 0 0,1 0 0 0 0,0-1 1 0 0,0 1-1 0 0,0-1 0 0 0,0 1 0 0 0,0-1 0 0 0,-1 1 0 0 0,1 0 0 0 0,0-1 1 0 0,0 1-1 0 0,0-1 0 0 0,0 1 0 0 0,1 0 0 0 0,-1-1 0 0 0,0 1 1 0 0,0-1-1 0 0,0 1 0 0 0,0-1 0 0 0,1 1 0 0 0,-1-1 0 0 0,0 1 0 0 0,0-1 1 0 0,1 1-1 0 0,-1-1 0 0 0,0 1 0 0 0,1-1 0 0 0,-1 1 0 0 0,1-1 1 0 0,-1 1-1 0 0,1-1 0 0 0,-1 0 0 0 0,1 1 0 0 0,-1-1 0 0 0,1 0 0 0 0,-1 1 1 0 0,1-1-1 0 0,-1 0 0 0 0,2 1 0 0 0,29 12 736 0 0,-5-7-755 0 0,1-1-1 0 0,-1-2 0 0 0,1 0 0 0 0,0-2 0 0 0,38-3 1 0 0,133-25-4379 0 0,-19-18-4767 0 0,-119 26 3156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33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474 225 3132 0 0,'-8'-6'1399'0'0,"4"1"-385"0"0,-1 1-1 0 0,0 0 0 0 0,-1 0 0 0 0,1 1 1 0 0,-6-4-1 0 0,8 6-705 0 0,-1 0 0 0 0,1 0 1 0 0,0 1-1 0 0,0-1 0 0 0,-1 1 0 0 0,1-1 1 0 0,0 1-1 0 0,0 0 0 0 0,-1 1 0 0 0,1-1 1 0 0,0 0-1 0 0,-6 2 0 0 0,1 0 41 0 0,0 1-1 0 0,0 0 1 0 0,0 1-1 0 0,0-1 1 0 0,0 1-1 0 0,1 1 1 0 0,-1 0-1 0 0,1 0 1 0 0,-11 10-1 0 0,0 2 266 0 0,2 1-1 0 0,-17 21 1 0 0,8-6-346 0 0,1 0 0 0 0,2 1 0 0 0,2 1-1 0 0,1 1 1 0 0,1 1 0 0 0,2 1 0 0 0,2 0 0 0 0,2 0 0 0 0,1 2 0 0 0,-8 61 0 0 0,18-93-226 0 0,0 0 1 0 0,1 0 0 0 0,0 0 0 0 0,0 0-1 0 0,1 0 1 0 0,0 0 0 0 0,1 0-1 0 0,-1 0 1 0 0,2 0 0 0 0,-1-1 0 0 0,6 13-1 0 0,-5-15 38 0 0,0-1-1 0 0,0 1 1 0 0,0-1-1 0 0,0 0 1 0 0,1 0-1 0 0,0-1 1 0 0,-1 1-1 0 0,1-1 1 0 0,1 0 0 0 0,-1 0-1 0 0,0 0 1 0 0,1 0-1 0 0,-1-1 1 0 0,1 0-1 0 0,0 0 1 0 0,0 0-1 0 0,0 0 1 0 0,9 1-1 0 0,-3-2 110 0 0,0 0 0 0 0,0-1 0 0 0,0 0 0 0 0,-1 0 0 0 0,1-1 0 0 0,0-1 0 0 0,0 0 0 0 0,-1 0 0 0 0,1-1 1 0 0,-1 0-1 0 0,0-1 0 0 0,0 0 0 0 0,11-7 0 0 0,3-2 18 0 0,-1-2 1 0 0,0 0 0 0 0,-1-1 0 0 0,21-21 0 0 0,-10 6 8 0 0,-1-1-1 0 0,-2-2 1 0 0,34-47 0 0 0,-52 63-171 0 0,-1 0 0 0 0,0-1 1 0 0,-1 0-1 0 0,-1-1 0 0 0,-1 0 1 0 0,-1-1-1 0 0,-1 0 0 0 0,0 0 1 0 0,2-22-1 0 0,-7 27-21 0 0,-1 1 0 0 0,0-1-1 0 0,-1 0 1 0 0,-1 0 0 0 0,0 0 0 0 0,-1 1-1 0 0,-1-1 1 0 0,0 1 0 0 0,-1 0-1 0 0,-1 0 1 0 0,0 1 0 0 0,-14-23 0 0 0,10 20-99 0 0,-1 0 1 0 0,-1 1 0 0 0,0 1 0 0 0,-1 0-1 0 0,-1 0 1 0 0,0 1 0 0 0,-1 1 0 0 0,-1 1-1 0 0,-26-18 1 0 0,31 25-339 0 0,-1 0 0 0 0,1 0-1 0 0,-1 1 1 0 0,0 0 0 0 0,0 1 0 0 0,0 1-1 0 0,0 0 1 0 0,-1 0 0 0 0,1 1 0 0 0,0 1 0 0 0,-1 0-1 0 0,1 1 1 0 0,-1 0 0 0 0,1 0 0 0 0,-19 6-1 0 0,-4 3-2184 0 0,1 2 0 0 0,0 0 0 0 0,1 3-1 0 0,-34 19 1 0 0,24-9-4877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41.5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0 135 1144 0 0,'0'-5'595'0'0,"0"0"1"0"0,1 0-1 0 0,0 0 0 0 0,0 1 1 0 0,0-1-1 0 0,0 0 0 0 0,0 0 1 0 0,1 1-1 0 0,0-1 0 0 0,0 1 1 0 0,1 0-1 0 0,-1-1 0 0 0,5-5 1 0 0,-2 5-271 0 0,0 0 0 0 0,-1 0 1 0 0,2 1-1 0 0,-1-1 0 0 0,0 1 0 0 0,1 0 1 0 0,0 1-1 0 0,0-1 0 0 0,7-2 1 0 0,-4 2-234 0 0,1 1 0 0 0,-1 0 1 0 0,1 0-1 0 0,0 1 0 0 0,0 1 0 0 0,0-1 1 0 0,0 1-1 0 0,0 1 0 0 0,0 0 1 0 0,0 1-1 0 0,0-1 0 0 0,0 2 1 0 0,13 3-1 0 0,-15-3-77 0 0,-1 0 0 0 0,1 1 0 0 0,-1 1 1 0 0,0-1-1 0 0,0 1 0 0 0,0 0 0 0 0,0 1 0 0 0,-1-1 0 0 0,0 1 1 0 0,0 1-1 0 0,0-1 0 0 0,-1 1 0 0 0,8 10 0 0 0,-10-11-10 0 0,0-1 0 0 0,0 1 0 0 0,-1 0 0 0 0,0 0 0 0 0,0 0 0 0 0,0 1-1 0 0,-1-1 1 0 0,0 0 0 0 0,0 1 0 0 0,0-1 0 0 0,-1 0 0 0 0,1 1 0 0 0,-1-1 0 0 0,-1 1-1 0 0,1-1 1 0 0,-1 1 0 0 0,0-1 0 0 0,0 0 0 0 0,0 1 0 0 0,-5 8 0 0 0,-3 6 114 0 0,0-1 1 0 0,-2-1 0 0 0,0 0 0 0 0,-2 0 0 0 0,-27 31-1 0 0,32-41 208 0 0,-1 1 49 0 0,10-7-246 0 0,7-5-54 0 0,6-1-75 0 0,-1 1-1 0 0,1 0 1 0 0,-1 0-1 0 0,1 1 1 0 0,0 1-1 0 0,0 1 1 0 0,0 0-1 0 0,-1 0 1 0 0,1 1-1 0 0,0 1 1 0 0,0 1-1 0 0,-1 0 1 0 0,0 0-1 0 0,1 1 1 0 0,-1 1-1 0 0,0 0 1 0 0,-1 1-1 0 0,0 1 1 0 0,0 0-1 0 0,14 10 1 0 0,-24-15 71 0 0,1-1 0 0 0,-1 1 1 0 0,0 0-1 0 0,0 0 0 0 0,0 0 1 0 0,0 0-1 0 0,-1 0 0 0 0,1 1 1 0 0,0-1-1 0 0,-1 1 0 0 0,1-1 0 0 0,-1 1 1 0 0,0-1-1 0 0,0 1 0 0 0,0 0 1 0 0,0-1-1 0 0,-1 1 0 0 0,1 0 1 0 0,-1 0-1 0 0,0 0 0 0 0,1 0 0 0 0,-1-1 1 0 0,-1 1-1 0 0,1 0 0 0 0,-1 3 1 0 0,0-2 54 0 0,0 1 1 0 0,-1-2-1 0 0,0 1 1 0 0,1 0 0 0 0,-2 0-1 0 0,1 0 1 0 0,0-1-1 0 0,-1 1 1 0 0,1-1 0 0 0,-1 0-1 0 0,0 0 1 0 0,0 0-1 0 0,0 0 1 0 0,-1 0 0 0 0,1-1-1 0 0,-5 3 1 0 0,-9 4-62 0 0,1 0 1 0 0,-1-2-1 0 0,-1 0 1 0 0,1-1-1 0 0,-1-1 1 0 0,0 0-1 0 0,0-2 0 0 0,-1 0 1 0 0,1-1-1 0 0,-1 0 1 0 0,1-2-1 0 0,-1 0 1 0 0,1-2-1 0 0,-1 0 1 0 0,1 0-1 0 0,0-2 1 0 0,-23-7-1 0 0,35 9-218 0 0,-1 0 1 0 0,1-1-1 0 0,0 0 0 0 0,-7-4 1 0 0,-6-11-3555 0 0,19 17 3295 0 0,0-1 0 0 0,0 1 0 0 0,1 0 0 0 0,-1 0 0 0 0,0-1 0 0 0,0 1 0 0 0,1 0 0 0 0,-1 0-1 0 0,0-1 1 0 0,1 1 0 0 0,-1 0 0 0 0,1 0 0 0 0,0 0 0 0 0,-1 0 0 0 0,1 0 0 0 0,0 0 0 0 0,0 0 0 0 0,-1 0 0 0 0,3-2 0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41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21 580 0 0,'10'-19'12293'0'0,"-10"19"-12079"0"0,1 0 1 0 0,-1-1-1 0 0,1 1 0 0 0,0 0 0 0 0,-1 0 0 0 0,1 0 0 0 0,-1 0 0 0 0,1-1 0 0 0,1 1 0 0 0,18 3 2272 0 0,27 20-1513 0 0,-36-17-372 0 0,236 127 2060 0 0,-188-96-2588 0 0,-2 2-1 0 0,53 48 1 0 0,-40-22-2600 0 0,-26-19-2020 0 0,-41-43 3811 0 0,4 4-97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42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361 97 1008 0 0,'-34'-52'7849'0'0,"30"47"-7141"0"0,0 0 1 0 0,0 1-1 0 0,0-1 0 0 0,-1 1 0 0 0,1 0 0 0 0,-1 0 0 0 0,-9-5 1 0 0,12 8-601 0 0,0 0 0 0 0,-1 0 0 0 0,1 1 0 0 0,0-1 0 0 0,0 1 0 0 0,0 0 1 0 0,0-1-1 0 0,0 1 0 0 0,-1 0 0 0 0,1 0 0 0 0,0 0 0 0 0,0 0 0 0 0,0 1 1 0 0,-1-1-1 0 0,-3 2 0 0 0,1 0 18 0 0,0 0 0 0 0,0 0-1 0 0,0 1 1 0 0,0 0 0 0 0,1 0 0 0 0,-6 3 0 0 0,-3 6 85 0 0,0 0 0 0 0,-21 25 1 0 0,14-12-73 0 0,2 1 0 0 0,0 0 1 0 0,2 1-1 0 0,-20 43 1 0 0,29-54-570 0 0,1 0 1 0 0,1 0 0 0 0,0 1-1 0 0,1 0 1 0 0,0 0-1 0 0,2 0 1 0 0,0 0-1 0 0,1 0 1 0 0,1 32 0 0 0,1-45-232 0 0,0 1 0 0 0,-1-1 0 0 0,2 0 0 0 0,-1 0 0 0 0,0 1 0 0 0,1-1 0 0 0,-1 0 0 0 0,1-1 0 0 0,1 1 1 0 0,3 6-1 0 0,5 0-3836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42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219 161 196 0 0,'30'-43'7242'0'0,"-20"28"-5600"0"0,0 0 1 0 0,15-16-1 0 0,-20 27-1474 0 0,0-1 0 0 0,0 1 0 0 0,0 0 0 0 0,1 0 0 0 0,0 0 0 0 0,-1 1 0 0 0,1-1 0 0 0,0 1 0 0 0,11-3 0 0 0,-2 2-43 0 0,0 0 1 0 0,0 2 0 0 0,1-1 0 0 0,-1 2-1 0 0,1 0 1 0 0,26 2 0 0 0,-30 0-99 0 0,0 1 0 0 0,0 0 0 0 0,0 0 1 0 0,-1 1-1 0 0,1 1 0 0 0,-1 0 0 0 0,0 0 0 0 0,0 1 1 0 0,13 9-1 0 0,-20-12 40 0 0,-1 0 1 0 0,0 0-1 0 0,0 0 1 0 0,-1 1-1 0 0,1-1 1 0 0,0 1-1 0 0,-1 0 0 0 0,0 0 1 0 0,0 0-1 0 0,1 0 1 0 0,-2 0-1 0 0,1 0 1 0 0,0 1-1 0 0,-1-1 1 0 0,1 0-1 0 0,-1 1 1 0 0,0-1-1 0 0,0 1 1 0 0,0 4-1 0 0,-1-3 6 0 0,0 0-1 0 0,0-1 1 0 0,-1 1 0 0 0,0 0 0 0 0,0-1-1 0 0,0 1 1 0 0,0-1 0 0 0,-1 1-1 0 0,1-1 1 0 0,-1 1 0 0 0,0-1-1 0 0,-1 0 1 0 0,1 0 0 0 0,-6 6-1 0 0,-2 3 33 0 0,0-2 0 0 0,-1 1 0 0 0,0-2 0 0 0,-1 1 0 0 0,-21 13 0 0 0,-70 35 1017 0 0,62-37-240 0 0,30-16-683 0 0,0 1 199 0 0,29-5-239 0 0,3-1-162 0 0,0 1 1 0 0,0 0-1 0 0,0 2 1 0 0,0 0-1 0 0,-1 2 1 0 0,23 8-1 0 0,-27-8-7 0 0,-1 1 0 0 0,0 0-1 0 0,0 1 1 0 0,0 1 0 0 0,-1 0-1 0 0,-1 1 1 0 0,1 0 0 0 0,16 18-1 0 0,-28-26 22 0 0,0 0-1 0 0,0 1 1 0 0,0-1-1 0 0,-1 0 1 0 0,1 1-1 0 0,-1-1 1 0 0,1 1 0 0 0,-1-1-1 0 0,0 1 1 0 0,0 0-1 0 0,0-1 1 0 0,0 1-1 0 0,0 0 1 0 0,-1 0-1 0 0,0-1 1 0 0,1 1-1 0 0,-1 0 1 0 0,0 0-1 0 0,0 0 1 0 0,-1 5-1 0 0,0-4 28 0 0,-1 0 0 0 0,1-1 0 0 0,-1 1-1 0 0,0 0 1 0 0,0-1 0 0 0,0 0-1 0 0,0 1 1 0 0,-1-1 0 0 0,1 0-1 0 0,-1 0 1 0 0,0 0 0 0 0,0-1 0 0 0,0 1-1 0 0,-5 3 1 0 0,-10 5 12 0 0,1-1 1 0 0,-2-1-1 0 0,1 0 1 0 0,-1-1-1 0 0,0-1 1 0 0,-1-1-1 0 0,-20 3 1 0 0,-15 1-684 0 0,-74 5 0 0 0,-49-11-4162 0 0,60-11-2838 0 0,68 1 1625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0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 1904 0 0,'18'-32'9465'0'0,"-1"1"-3771"0"0,-17 31-5638 0 0,0-1 1 0 0,0 1-1 0 0,0 0 1 0 0,0-1-1 0 0,1 1 0 0 0,-1 0 1 0 0,0-1-1 0 0,0 1 1 0 0,0 0-1 0 0,1-1 1 0 0,-1 1-1 0 0,0 0 0 0 0,1-1 1 0 0,-1 1-1 0 0,0 0 1 0 0,0-1-1 0 0,1 1 0 0 0,-1 0 1 0 0,1 0-1 0 0,-1 0 1 0 0,0-1-1 0 0,1 1 1 0 0,-1 0-1 0 0,0 0 0 0 0,1 0 1 0 0,-1 0-1 0 0,1 0 1 0 0,-1 0-1 0 0,0 0 1 0 0,1 0-1 0 0,-1 0 0 0 0,1 0 1 0 0,-1 0-1 0 0,1 0 1 0 0,-1 0-1 0 0,0 0 1 0 0,1 0-1 0 0,-1 0 0 0 0,0 0 1 0 0,1 0-1 0 0,-1 1 1 0 0,1-1-1 0 0,-1 0 0 0 0,0 0 1 0 0,1 0-1 0 0,-1 1 1 0 0,0-1-1 0 0,1 0 1 0 0,-1 1-1 0 0,0-1 0 0 0,1 1 1 0 0,8 15 517 0 0,-4 7 2 0 0,-1 1 0 0 0,0 0 0 0 0,-2 0 1 0 0,-1 0-1 0 0,-2 24 0 0 0,1 12 125 0 0,3 71-80 0 0,6 124 209 0 0,-9-253-842 0 0,3 72-297 0 0,-6-26-4543 0 0,-5-23 474 0 0,-1-9-1299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1:59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76 1684 0 0,'4'-53'8585'0'0,"-4"52"-8009"0"0,0-20 2381 0 0,0 37-2616 0 0,0 61 1883 0 0,11 93 1 0 0,0-78-857 0 0,-3 122 1 0 0,-19 93-174 0 0,10-286-1116 0 0,-7 130 460 0 0,-12 393 872 0 0,21-406-1028 0 0,1-1 7335 0 0,-1-153-11509 0 0,-3-6-1808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1 187 764 0 0,'0'-1'448'0'0,"1"-13"2181"0"0,1-1 1 0 0,0 1-1 0 0,7-24 0 0 0,-7 33-2408 0 0,1 0 0 0 0,-1-1 0 0 0,1 1 1 0 0,0 0-1 0 0,0 1 0 0 0,1-1 0 0 0,0 0 0 0 0,-1 1 0 0 0,1 0 0 0 0,1 0 0 0 0,-1 0 0 0 0,6-4 0 0 0,-2 4-108 0 0,0-1 0 0 0,1 1 0 0 0,-1 0 0 0 0,1 1 0 0 0,-1 0 0 0 0,1 0-1 0 0,14-1 1 0 0,3-1 32 0 0,35 0-1 0 0,-50 5-132 0 0,1 0-1 0 0,-1 1 0 0 0,0 0 0 0 0,0 0 0 0 0,0 1 0 0 0,0 1 0 0 0,0 0 0 0 0,-1 1 0 0 0,1 0 0 0 0,-1 0 1 0 0,13 8-1 0 0,-19-10-5 0 0,-1 1-1 0 0,1-1 1 0 0,0 1 0 0 0,-1 0 0 0 0,1 0 0 0 0,-1 0 0 0 0,0 0 0 0 0,0 1 0 0 0,-1-1 0 0 0,1 1 0 0 0,-1 0-1 0 0,1 0 1 0 0,-1 0 0 0 0,0 0 0 0 0,-1 0 0 0 0,1 0 0 0 0,-1 0 0 0 0,0 1 0 0 0,0-1 0 0 0,0 1-1 0 0,0-1 1 0 0,-1 1 0 0 0,0-1 0 0 0,0 1 0 0 0,0-1 0 0 0,0 0 0 0 0,-1 1 0 0 0,0-1 0 0 0,1 1 0 0 0,-3 5-1 0 0,-5 9-4 0 0,0-1-1 0 0,-1 1 0 0 0,-1-1 0 0 0,0-1 0 0 0,-1 0 0 0 0,-19 22 0 0 0,-25 39 3021 0 0,57-76-2909 0 0,-2-2-109 0 0,0 0 0 0 0,0 1 0 0 0,0-1 0 0 0,0 0 0 0 0,0 0 0 0 0,0 0 0 0 0,0 1 0 0 0,0-1 0 0 0,0 0 0 0 0,1 0 0 0 0,-1 0 0 0 0,0 0-1 0 0,0 1 1 0 0,0-1 0 0 0,0 0 0 0 0,0 0 0 0 0,0 0 0 0 0,1 0 0 0 0,-1 1 0 0 0,0-1 0 0 0,0 0 0 0 0,0 0 0 0 0,0 0 0 0 0,1 0 0 0 0,-1 0 0 0 0,0 0 0 0 0,0 0 0 0 0,0 0 0 0 0,1 0 0 0 0,-1 0 0 0 0,0 0-1 0 0,0 0 1 0 0,0 0 0 0 0,1 0 0 0 0,-1 0 0 0 0,0 0 0 0 0,0 0 0 0 0,0 0 0 0 0,1 0 0 0 0,12 1-1 0 0,1 0 0 0 0,-1 1 0 0 0,0 1-1 0 0,1 0 1 0 0,-1 0 0 0 0,-1 2 0 0 0,1-1 0 0 0,0 2-1 0 0,14 8 1 0 0,-12-5 0 0 0,0 0 0 0 0,-1 1 0 0 0,0 0 0 0 0,-1 1-1 0 0,0 1 1 0 0,-1 0 0 0 0,12 15 0 0 0,-21-22 79 0 0,1 1 1 0 0,-1 0-1 0 0,0 0 0 0 0,0 0 1 0 0,-1 0-1 0 0,1 0 1 0 0,-1 1-1 0 0,-1-1 1 0 0,1 1-1 0 0,-1 0 0 0 0,-1-1 1 0 0,1 1-1 0 0,-1 0 1 0 0,0-1-1 0 0,0 1 1 0 0,-1 0-1 0 0,0-1 0 0 0,-3 11 1 0 0,3-13 74 0 0,0 0 1 0 0,-1 1 0 0 0,1-1-1 0 0,-1 0 1 0 0,0 0-1 0 0,0 0 1 0 0,0 0-1 0 0,-1-1 1 0 0,0 1-1 0 0,1 0 1 0 0,-1-1 0 0 0,-1 0-1 0 0,1 0 1 0 0,0 0-1 0 0,-1 0 1 0 0,1 0-1 0 0,-1-1 1 0 0,0 0 0 0 0,0 1-1 0 0,0-2 1 0 0,0 1-1 0 0,0 0 1 0 0,0-1-1 0 0,-1 1 1 0 0,1-1-1 0 0,0-1 1 0 0,-1 1 0 0 0,1 0-1 0 0,-8-1 1 0 0,-1-1-42 0 0,0 0 0 0 0,0-1 0 0 0,0 0 0 0 0,0-1 0 0 0,-20-8 0 0 0,-65-30-345 0 0,79 32-62 0 0,-12-7-4250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2.0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64 1056 0 0,'0'0'1266'0'0,"16"-34"8258"0"0,3 6-4258 0 0,-19 27-4896 0 0,1 1-381 0 0,2 2 12 0 0,-2 19-5 0 0,-31 361 1182 0 0,23-326-865 0 0,-30 168 1153 0 0,33-211-2716 0 0,-6 29 6866 0 0,8-28-9566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3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2220 0 0,'8'-6'14512'0'0,"-4"4"-14088"0"0,1 0 0 0 0,-1 1 0 0 0,0-1 0 0 0,1 1-1 0 0,-1 0 1 0 0,1 1 0 0 0,-1-1 0 0 0,1 1 0 0 0,9 0 0 0 0,51 6-530 0 0,-31-2 405 0 0,316 28 88 0 0,-299-25-317 0 0,-48-7-88 0 0,1 0-394 0 0,4 0-376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3.5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27 2700 0 0,'12'-20'13390'0'0,"-6"13"-11478"0"0,-5 8-1739 0 0,1 0 1 0 0,-1 0-1 0 0,1 0 0 0 0,-1 1 0 0 0,1-1 0 0 0,-1 0 0 0 0,0 1 0 0 0,1-1 0 0 0,-1 1 0 0 0,0-1 0 0 0,0 1 1 0 0,0-1-1 0 0,0 1 0 0 0,0 0 0 0 0,-1-1 0 0 0,1 1 0 0 0,0 0 0 0 0,-1 0 0 0 0,1 0 0 0 0,-1 3 0 0 0,9 51 1681 0 0,-7-37-1479 0 0,10 104 712 0 0,-5 156 0 0 0,-7-256-982 0 0,0-21-144 0 0,0 14-1746 0 0,0-3-3286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4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7 147 1660 0 0,'-4'-16'5389'0'0,"3"12"-4685"0"0,1-1 1 0 0,-1 0-1 0 0,0 1 0 0 0,1-1 0 0 0,0 0 0 0 0,0 1 0 0 0,1-1 0 0 0,-1 0 0 0 0,1 1 0 0 0,0-1 0 0 0,2-7 1 0 0,-1 9-551 0 0,-1-1 1 0 0,1 0 0 0 0,0 1 0 0 0,0-1-1 0 0,0 1 1 0 0,1-1 0 0 0,-1 1 0 0 0,1 0-1 0 0,0 0 1 0 0,0 0 0 0 0,0 0 0 0 0,0 1-1 0 0,0-1 1 0 0,1 1 0 0 0,-1 0 0 0 0,1 0-1 0 0,0 0 1 0 0,-1 0 0 0 0,1 1 0 0 0,0 0-1 0 0,7-2 1 0 0,-1 1-36 0 0,0 0 0 0 0,0 0 0 0 0,0 1 0 0 0,12 1 0 0 0,-18 0-102 0 0,1 1-1 0 0,0-1 1 0 0,-1 1-1 0 0,1 0 0 0 0,-1 1 1 0 0,1-1-1 0 0,-1 1 1 0 0,0 0-1 0 0,1 0 1 0 0,-1 0-1 0 0,5 5 1 0 0,-1-1 2 0 0,0 0 0 0 0,-1 1 0 0 0,1 0 0 0 0,-2 1 0 0 0,1-1 0 0 0,-1 1 0 0 0,0 1 0 0 0,-1-1 0 0 0,0 1 0 0 0,0 0 0 0 0,-1 0 0 0 0,0 0 0 0 0,0 1 0 0 0,-1-1 0 0 0,-1 1 0 0 0,0 0 0 0 0,0 0 0 0 0,0 11 0 0 0,-1-8 100 0 0,0 0 1 0 0,-2 0-1 0 0,0 0 0 0 0,0 0 0 0 0,-1 0 1 0 0,-1 0-1 0 0,0 0 0 0 0,-1-1 0 0 0,0 1 1 0 0,-1-1-1 0 0,0 0 0 0 0,-1-1 0 0 0,-11 17 1 0 0,-15 14 661 0 0,-1-2 0 0 0,-41 38 0 0 0,73-77-735 0 0,0 0-35 0 0,1-1-1 0 0,0 1 1 0 0,0-1-1 0 0,-1 0 1 0 0,1 1-1 0 0,0-1 1 0 0,0 1-1 0 0,0-1 1 0 0,0 1 0 0 0,-1-1-1 0 0,1 1 1 0 0,0 0-1 0 0,0-1 1 0 0,0 1-1 0 0,0-1 1 0 0,0 1-1 0 0,0-1 1 0 0,1 1-1 0 0,-1 0 1 0 0,11 2 22 0 0,0 0 1 0 0,1 0-1 0 0,-1-2 1 0 0,1 1-1 0 0,-1-2 1 0 0,19 0-1 0 0,4 1 3 0 0,194-2 111 0 0,-93-3 398 0 0,-90-1-3911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5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75 1680 0 0,'9'-24'4827'0'0,"-7"18"-3589"0"0,1-1 0 0 0,-1 1 0 0 0,-1 0 0 0 0,1 0 0 0 0,1-12 0 0 0,-3 19-1218 0 0,0-1 1 0 0,0 0-1 0 0,0 0 0 0 0,0 0 0 0 0,0 0 0 0 0,1 0 0 0 0,-1 0 1 0 0,0 0-1 0 0,0 0 0 0 0,0 0 0 0 0,0 1 0 0 0,0-1 0 0 0,0 0 1 0 0,1 0-1 0 0,-1 0 0 0 0,0 0 0 0 0,0 0 0 0 0,0 0 0 0 0,0 0 0 0 0,0 0 1 0 0,1 0-1 0 0,-1 0 0 0 0,0 0 0 0 0,0 0 0 0 0,0 0 0 0 0,0 0 1 0 0,1 0-1 0 0,-1 0 0 0 0,0 0 0 0 0,0 0 0 0 0,0 0 0 0 0,0-1 1 0 0,0 1-1 0 0,0 0 0 0 0,1 0 0 0 0,-1 0 0 0 0,0 0 0 0 0,0 0 1 0 0,0 0-1 0 0,0 0 0 0 0,0 0 0 0 0,0-1 0 0 0,0 1 0 0 0,1 0 0 0 0,-1 0 1 0 0,0 0-1 0 0,0 0 0 0 0,0 0 0 0 0,0 0 0 0 0,0-1 0 0 0,0 1 1 0 0,0 0-1 0 0,8 14 621 0 0,6 37 498 0 0,-1 1 1 0 0,10 89-1 0 0,-13-65-603 0 0,119 1141 3716 0 0,-127-1180-4217 0 0,22 547 438 0 0,22-2-151 0 0,71 118 414 0 0,-103-642-359 0 0,-7-41-4614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5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0 1820 0 0,'-18'5'17907'0'0,"15"-4"-17037"0"0,16 6-499 0 0,1-1 1 0 0,-1-1-1 0 0,1 0 1 0 0,23 4-1 0 0,-18-4-325 0 0,64 14 181 0 0,162 16 0 0 0,-231-35-1317 0 0,1 0-1 0 0,23-3 0 0 0,-36 2 129 0 0,6 1-197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5.9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 2836 0 0,'-38'11'5041'0'0,"-1"2"0"0"0,-41 21 0 0 0,78-33-4493 0 0,2-1-469 0 0,0 1 0 0 0,0 0 0 0 0,0-1 0 0 0,0 1 0 0 0,0-1 0 0 0,0 1 0 0 0,0-1 1 0 0,0 1-1 0 0,0 0 0 0 0,0-1 0 0 0,0 1 0 0 0,0-1 0 0 0,0 1 0 0 0,1-1 0 0 0,-1 1 0 0 0,0-1 0 0 0,0 1 0 0 0,1-1 0 0 0,-1 1 0 0 0,0-1 0 0 0,1 1 0 0 0,-1-1 0 0 0,1 0 1 0 0,-1 1-1 0 0,0-1 0 0 0,1 1 0 0 0,-1-1 0 0 0,1 0 0 0 0,-1 1 0 0 0,1-1 0 0 0,-1 0 0 0 0,1 0 0 0 0,-1 0 0 0 0,1 1 0 0 0,1-1 0 0 0,62 10 639 0 0,2-4-1 0 0,83-1 0 0 0,-58-3-548 0 0,36 3-42 0 0,157 3-11 0 0,-249-6-2989 0 0,-31-2 1733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7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524 42 1484 0 0,'14'-31'8763'0'0,"-14"31"-8727"0"0,0 0-1 0 0,0-1 1 0 0,0 1 0 0 0,0-1 0 0 0,0 1 0 0 0,0-1-1 0 0,0 1 1 0 0,0 0 0 0 0,0-1 0 0 0,0 1-1 0 0,-1-1 1 0 0,1 1 0 0 0,0 0 0 0 0,0-1-1 0 0,0 1 1 0 0,0 0 0 0 0,-1-1 0 0 0,1 1-1 0 0,0 0 1 0 0,0-1 0 0 0,-1 1 0 0 0,1 0 0 0 0,0-1-1 0 0,-1 1 1 0 0,1 0 0 0 0,0 0 0 0 0,-1-1-1 0 0,1 1 1 0 0,0 0 0 0 0,-1 0 0 0 0,1 0-1 0 0,-1-1 1 0 0,-17 5 782 0 0,-22 18 94 0 0,35-19-791 0 0,-39 28 387 0 0,2 2-1 0 0,1 1 1 0 0,1 2-1 0 0,-64 77 1 0 0,70-71-195 0 0,-58 90 0 0 0,81-113-268 0 0,1 0-1 0 0,1 1 1 0 0,0 0 0 0 0,2 0-1 0 0,0 1 1 0 0,2 0-1 0 0,-7 40 1 0 0,12-52 24 0 0,-1 0 0 0 0,1 0 0 0 0,1 0 0 0 0,-1 0 0 0 0,2 0 0 0 0,-1-1 0 0 0,1 1 0 0 0,1 0 0 0 0,-1 0 0 0 0,1-1 0 0 0,1 0 0 0 0,0 0 0 0 0,0 0 0 0 0,0 0 0 0 0,1 0 0 0 0,1-1 0 0 0,-1 0 0 0 0,1 0 0 0 0,0 0 0 0 0,0-1 1 0 0,1 0-1 0 0,0 0 0 0 0,0-1 0 0 0,1 0 0 0 0,-1 0 0 0 0,1 0 0 0 0,0-1 0 0 0,0 0 0 0 0,0-1 0 0 0,1 0 0 0 0,0 0 0 0 0,-1-1 0 0 0,1 0 0 0 0,0-1 0 0 0,0 1 0 0 0,0-2 0 0 0,0 1 0 0 0,16-2 0 0 0,-14-1 157 0 0,-1 0 0 0 0,1-1 0 0 0,-1 0 0 0 0,0-1 0 0 0,1 1 0 0 0,-2-2 0 0 0,12-6 0 0 0,-15 8-68 0 0,-1 0 0 0 0,-1-1 0 0 0,1 1 0 0 0,0-1 0 0 0,-1 0 1 0 0,0 0-1 0 0,1-1 0 0 0,-2 1 0 0 0,1-1 0 0 0,0 0 0 0 0,-1 0 0 0 0,0 0 1 0 0,0 0-1 0 0,3-10 0 0 0,-5 12-137 0 0,-1 0 1 0 0,1 0-1 0 0,-1 0 1 0 0,1-1-1 0 0,-1 1 1 0 0,0 0-1 0 0,0 0 0 0 0,0 0 1 0 0,-1-1-1 0 0,1 1 1 0 0,-1 0-1 0 0,0 0 1 0 0,0 0-1 0 0,0 0 1 0 0,0 0-1 0 0,0 0 0 0 0,-1 0 1 0 0,1 0-1 0 0,-1 0 1 0 0,0 0-1 0 0,0 1 1 0 0,0-1-1 0 0,0 1 1 0 0,0 0-1 0 0,-1-1 0 0 0,1 1 1 0 0,-1 0-1 0 0,-3-2 1 0 0,-6-4-928 0 0,-1 1 1 0 0,0 0 0 0 0,0 0 0 0 0,-22-7-1 0 0,34 14 793 0 0,0 0-295 0 0,-1-1 0 0 0,0 1 0 0 0,0-1-1 0 0,0 1 1 0 0,1 0 0 0 0,-1 0 0 0 0,0 0-1 0 0,0 0 1 0 0,0 0 0 0 0,0 0 0 0 0,0 0 0 0 0,1 1-1 0 0,-1-1 1 0 0,0 1 0 0 0,-2 0 0 0 0,9 6-1847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8.7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30 2076 0 0,'0'0'14354'0'0,"-6"-4"-11907"0"0,168-1-2100 0 0,-67 5-294 0 0,176-16-134 0 0,-239 12-2040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9.0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47 2152 0 0,'-39'-41'13534'0'0,"37"39"-13052"0"0,2 2-445 0 0,0 0 0 0 0,0 0 0 0 0,-1-1 0 0 0,1 1 0 0 0,0 0 0 0 0,0 0 0 0 0,0 0 0 0 0,0-1 1 0 0,0 1-1 0 0,-1 0 0 0 0,1 0 0 0 0,0 0 0 0 0,0-1 0 0 0,0 1 0 0 0,-1 0 0 0 0,1 0 0 0 0,0 0 0 0 0,0 0 0 0 0,-1 0 0 0 0,1 0 1 0 0,0 0-1 0 0,0 0 0 0 0,-1-1 0 0 0,1 1 0 0 0,0 0 0 0 0,0 0 0 0 0,-1 0 0 0 0,1 0 0 0 0,0 0 0 0 0,0 0 0 0 0,-1 0 1 0 0,1 0-1 0 0,0 1 0 0 0,0-1 0 0 0,-1 0 0 0 0,1 0 0 0 0,0 0 0 0 0,0 0 0 0 0,-1 0 0 0 0,1 0 0 0 0,0 0 0 0 0,0 1 0 0 0,0-1 1 0 0,-1 0-1 0 0,1 0 0 0 0,0 0 0 0 0,0 0 0 0 0,0 1 0 0 0,0-1 0 0 0,-1 0 0 0 0,1 0 0 0 0,0 0 0 0 0,0 1 0 0 0,0-1 0 0 0,0 0 1 0 0,0 0-1 0 0,0 1 0 0 0,0-1 0 0 0,-1 0 0 0 0,1 0 0 0 0,0 1 0 0 0,0-1 0 0 0,0 0 0 0 0,0 0 0 0 0,0 1 0 0 0,0-1 0 0 0,0 0 1 0 0,1 0-1 0 0,-1 1 0 0 0,1 31 1896 0 0,12 56 1 0 0,-2-10-1101 0 0,5 49-114 0 0,4 53-147 0 0,-15-125-97 0 0,-5-54-612 0 0,0 0-1 0 0,0 0 0 0 0,0 0 0 0 0,0 0 1 0 0,0 0-1 0 0,0 0 0 0 0,0 0 0 0 0,0 0 1 0 0,1 0-1 0 0,-1 0 0 0 0,0 0 0 0 0,1 0 1 0 0,-1 0-1 0 0,2 1 0 0 0,-2-1 28 0 0,0-1-1 0 0,1 0 1 0 0,-1 0 0 0 0,0 0-1 0 0,1 1 1 0 0,-1-1 0 0 0,0 0-1 0 0,1 0 1 0 0,-1 0 0 0 0,1 0-1 0 0,-1 0 1 0 0,0 0 0 0 0,1 0-1 0 0,-1 1 1 0 0,0-1-1 0 0,1 0 1 0 0,-1 0 0 0 0,1-1-1 0 0,-1 1 1 0 0,0 0 0 0 0,1 0-1 0 0,-1 0 1 0 0,0 0 0 0 0,1 0-1 0 0,0-1 1 0 0,25-18-7385 0 0,-16 11 3465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09.5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2328 0 0,'36'-62'18186'0'0,"-34"60"-17509"0"0,9-11 1993 0 0,-11 13-2650 0 0,0 0 0 0 0,1 0 0 0 0,-1 0 1 0 0,0-1-1 0 0,0 1 0 0 0,0 0 1 0 0,0 0-1 0 0,1 0 0 0 0,-1 0 0 0 0,0 0 1 0 0,0 0-1 0 0,0-1 0 0 0,1 1 0 0 0,-1 0 1 0 0,0 0-1 0 0,0 0 0 0 0,1 0 0 0 0,-1 0 1 0 0,0 0-1 0 0,0 0 0 0 0,0 0 1 0 0,1 0-1 0 0,-1 0 0 0 0,0 0 0 0 0,0 0 1 0 0,1 0-1 0 0,-1 0 0 0 0,0 0 0 0 0,0 0 1 0 0,0 0-1 0 0,1 1 0 0 0,-1-1 0 0 0,0 0 1 0 0,0 0-1 0 0,0 0 0 0 0,1 0 1 0 0,-1 0-1 0 0,0 0 0 0 0,0 1 0 0 0,0-1 1 0 0,0 0-1 0 0,1 0 0 0 0,-1 0 0 0 0,0 1 1 0 0,0-1-1 0 0,0 0 0 0 0,0 0 1 0 0,0 0-1 0 0,0 1 0 0 0,0-1 0 0 0,0 0 1 0 0,1 0-1 0 0,-1 0 0 0 0,0 1 0 0 0,0-1 1 0 0,0 0-1 0 0,0 0 0 0 0,0 1 0 0 0,0-1 1 0 0,0 0-1 0 0,0 0 0 0 0,-1 1 1 0 0,26 347 4954 0 0,-21 5-3652 0 0,-4-332-1257 0 0,-2 95 1088 0 0,2-114-1064 0 0,0 1-72 0 0,0 7-15 0 0,0 1-3 0 0,0-3-49 0 0,-1-1-100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1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20 109 2048 0 0,'-14'-19'9464'0'0,"13"19"-9321"0"0,1-1 0 0 0,-1 0 0 0 0,1 1 0 0 0,-1-1 0 0 0,1 0 0 0 0,-1 0 0 0 0,1 1 0 0 0,0-1 0 0 0,-1 0 0 0 0,1 0 0 0 0,0 0 0 0 0,0 1 0 0 0,0-1 0 0 0,0 0 0 0 0,0 0 0 0 0,0 0 0 0 0,0 0-1 0 0,0 0 1 0 0,0 1 0 0 0,0-1 0 0 0,0 0 0 0 0,0 0 0 0 0,1 0 0 0 0,-1 0 0 0 0,0 1 0 0 0,1-1 0 0 0,-1 0 0 0 0,0 0 0 0 0,1 1 0 0 0,-1-1 0 0 0,1 0 0 0 0,-1 1 0 0 0,1-1 0 0 0,-1 0 0 0 0,1 1 0 0 0,0-1 0 0 0,4-3 83 0 0,1 1 1 0 0,-1 0 0 0 0,0 1 0 0 0,1-1 0 0 0,-1 1 0 0 0,1 0 0 0 0,0 0 0 0 0,7-1 0 0 0,55-7 536 0 0,-52 8-608 0 0,403-24 319 0 0,-354 30-3010 0 0,-60-3 1461 0 0,0 0 0 0 0,-1 0 0 0 0,1 0 0 0 0,0 1 0 0 0,8 4 0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1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28 3492 0 0,'-44'17'10398'0'0,"35"-10"-8253"0"0,51-6-1540 0 0,82-6 0 0 0,-59 0-630 0 0,114-11-3138 0 0,-61 0-3158 0 0,-61 6 989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1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105 359 2452 0 0,'44'-18'10358'0'0,"-16"3"-1914"0"0,-27 15-8369 0 0,0-1 1 0 0,-1 1 0 0 0,1 0-1 0 0,-1-1 1 0 0,1 0-1 0 0,-1 1 1 0 0,0-1-1 0 0,1 1 1 0 0,-1-1-1 0 0,1 0 1 0 0,-1 1-1 0 0,0-1 1 0 0,0 0-1 0 0,1 1 1 0 0,-1-1-1 0 0,0 0 1 0 0,0 1-1 0 0,0-1 1 0 0,0 0-1 0 0,0 1 1 0 0,0-1-1 0 0,0 0 1 0 0,0 0 0 0 0,0 1-1 0 0,0-1 1 0 0,0 0-1 0 0,0 1 1 0 0,0-1-1 0 0,-1 0 1 0 0,1 1-1 0 0,0-1 1 0 0,-1 0-1 0 0,1 1 1 0 0,0-1-1 0 0,-1 0 1 0 0,1 1-1 0 0,-1-1 1 0 0,1 1-1 0 0,-1-1 1 0 0,0 0 0 0 0,-26-28-41 0 0,20 22 147 0 0,-17-14 20 0 0,-36-26-1 0 0,10 8-174 0 0,49 39-37 0 0,0 0 1 0 0,1-1 0 0 0,-1 1-1 0 0,1-1 1 0 0,-1 0 0 0 0,0 1-1 0 0,1-1 1 0 0,-1 1 0 0 0,1-1-1 0 0,-1 0 1 0 0,1 0 0 0 0,0 1-1 0 0,-1-1 1 0 0,1 0 0 0 0,0 0 0 0 0,-1 1-1 0 0,1-1 1 0 0,0-1 0 0 0,0 2 6 0 0,0 0 1 0 0,0-1 0 0 0,0 1-1 0 0,0-1 1 0 0,1 1 0 0 0,-1 0 0 0 0,0-1-1 0 0,0 1 1 0 0,1 0 0 0 0,-1-1 0 0 0,0 1-1 0 0,1 0 1 0 0,-1 0 0 0 0,0-1 0 0 0,0 1-1 0 0,1 0 1 0 0,-1 0 0 0 0,1 0-1 0 0,-1-1 1 0 0,0 1 0 0 0,1 0 0 0 0,-1 0-1 0 0,0 0 1 0 0,1 0 0 0 0,0 0 0 0 0,36-3 9 0 0,-27 3-34 0 0,301-26-155 0 0,-294 23 333 0 0,0 0 1 0 0,-1-1-1 0 0,1 0 0 0 0,-1-2 0 0 0,0 1 1 0 0,0-2-1 0 0,-1 0 0 0 0,0-1 0 0 0,28-20 0 0 0,-6-2 1442 0 0,-36 29-1538 0 0,7-1-28 0 0,-41 89-86 0 0,5 1 0 0 0,3 1 0 0 0,4 2-1 0 0,-12 123 1 0 0,26-83-1270 0 0,10 154 1 0 0,14-77-3215 0 0,9-3-4462 0 0,-13-117 163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5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60 1080 0 0,'-28'-9'5890'0'0,"-53"-27"833"0"0,71 29-2768 0 0,10 7-3906 0 0,0 0 0 0 0,0 0 0 0 0,0 0 1 0 0,0 0-1 0 0,3-1 936 0 0,-3 1-936 0 0,0 0 0 0 0,0 0 0 0 0,0 0 1 0 0,0-1-1 0 0,0 1 0 0 0,0 0 0 0 0,0 0 1 0 0,0 0-1 0 0,0 0 0 0 0,0 0 0 0 0,0 0 1 0 0,0-1-1 0 0,0 1 0 0 0,0 0 0 0 0,0 0 1 0 0,-1-2 935 0 0,1 2-936 0 0,24-3 888 0 0,30 4-445 0 0,256 15 499 0 0,106 9-4354 0 0,-410-25 3102 0 0,2 0-425 0 0,1 1 1 0 0,-1 0-1 0 0,1 1 0 0 0,-1-1 0 0 0,1 2 0 0 0,9 3 1 0 0,-27 14-7343 0 0,-2-14 3763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5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0 2048 0 0,'-16'4'1514'0'0,"-2"0"1140"0"0,0 0 0 0 0,1 1 0 0 0,-33 14 0 0 0,49-19-2559 0 0,1 1 0 0 0,-1-1 1 0 0,1 0-1 0 0,0 1 0 0 0,-1-1 0 0 0,1 0 0 0 0,-1 1 0 0 0,1-1 1 0 0,0 0-1 0 0,-1 1 0 0 0,1-1 0 0 0,0 1 0 0 0,-1-1 1 0 0,1 1-1 0 0,0-1 0 0 0,0 1 0 0 0,-1-1 0 0 0,1 1 1 0 0,0-1-1 0 0,0 1 0 0 0,0-1 0 0 0,0 1 0 0 0,0-1 0 0 0,0 1 1 0 0,-1-1-1 0 0,1 1 0 0 0,1-1 0 0 0,-1 1 0 0 0,0-1 1 0 0,0 1-1 0 0,0-1 0 0 0,0 1 0 0 0,0-1 0 0 0,1 2 1 0 0,9 11 1181 0 0,3-6-937 0 0,0 0 0 0 0,0-1 0 0 0,1-1 0 0 0,-1 0 0 0 0,1-1 0 0 0,26 4 0 0 0,89 6 43 0 0,-120-14-337 0 0,52 4-1459 0 0,1-2 1 0 0,-1-3-1 0 0,77-12 0 0 0,-119 10-280 0 0,-1-1 0 0 0,1-1-1 0 0,-1-1 1 0 0,21-9 0 0 0,-15 2-3382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5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42 2596 0 0,'-8'-8'1712'0'0,"3"3"-267"0"0,1 0 1 0 0,-1 1 0 0 0,0-1-1 0 0,0 1 1 0 0,-11-6 0 0 0,16 10-1380 0 0,-1 0 0 0 0,1 0 0 0 0,-1 0 0 0 0,1 0 0 0 0,-1 0 0 0 0,1 0 0 0 0,-1 0 0 0 0,1 0 0 0 0,-1 0 0 0 0,1 0 0 0 0,-1 0 1 0 0,1 0-1 0 0,-1 0 0 0 0,1 0 0 0 0,0 1 0 0 0,-1-1 0 0 0,1 0 0 0 0,-1 0 0 0 0,1 1 0 0 0,-1-1 0 0 0,1 0 0 0 0,0 0 0 0 0,-1 1 0 0 0,1-1 0 0 0,0 0 0 0 0,-1 1 0 0 0,1-1 0 0 0,0 1 0 0 0,0-1 0 0 0,-1 0 1 0 0,1 1-1 0 0,0-1 0 0 0,0 1 0 0 0,0-1 0 0 0,-1 1 0 0 0,1 0 0 0 0,-7 18 1440 0 0,7-18-1265 0 0,-35 196 5357 0 0,11-53-4419 0 0,-118 506 616 0 0,127-579-1858 0 0,-6 34 5 0 0,8-36-2911 0 0,60-76-17282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6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97 145 1800 0 0,'30'-50'4650'0'0,"20"-29"2494"0"0,-47 76-7088 0 0,6-9 1607 0 0,-6 12-695 0 0,-2 7-429 0 0,-3 4-1 0 0,-1 1 0 0 0,0-1 0 0 0,0 0 0 0 0,-9 19 0 0 0,1-3 1 0 0,-24 68 751 0 0,-44 131 579 0 0,67-181-1554 0 0,1 0-1 0 0,2 1 1 0 0,-3 52 0 0 0,11-90-230 0 0,1 0 1 0 0,0 0 0 0 0,1 0-1 0 0,0 0 1 0 0,0 0-1 0 0,0-1 1 0 0,1 1-1 0 0,0 0 1 0 0,1-1-1 0 0,3 9 1 0 0,-4-12-28 0 0,1 1-1 0 0,0-1 1 0 0,0 0-1 0 0,0 0 1 0 0,0-1 0 0 0,0 1-1 0 0,1-1 1 0 0,-1 1 0 0 0,1-1-1 0 0,0 0 1 0 0,0-1-1 0 0,0 1 1 0 0,0-1 0 0 0,1 1-1 0 0,-1-1 1 0 0,1-1-1 0 0,6 3 1 0 0,5-1 8 0 0,-1 0-1 0 0,0-1 1 0 0,1 0-1 0 0,-1-2 1 0 0,1 0 0 0 0,0 0-1 0 0,-1-2 1 0 0,1 0-1 0 0,21-5 1 0 0,-8-1-16 0 0,-1-1 0 0 0,0-1 0 0 0,-1-1 0 0 0,28-16 0 0 0,-20 7-59 0 0,-1-1 0 0 0,-1-2 0 0 0,-2-1-1 0 0,0-1 1 0 0,-1-2 0 0 0,-2-1 0 0 0,0-2 0 0 0,-2 0 0 0 0,-2-2-1 0 0,-1 0 1 0 0,-1-2 0 0 0,28-59 0 0 0,-45 83 9 0 0,-1 0 0 0 0,-1-1 0 0 0,1 0 0 0 0,-2 0 0 0 0,1 0 0 0 0,-2 0 0 0 0,1 0 0 0 0,-1 0 0 0 0,-2-22 0 0 0,0 26 6 0 0,0 0-1 0 0,-1 0 0 0 0,1 0 0 0 0,-2 0 0 0 0,1 1 0 0 0,-1-1 1 0 0,0 1-1 0 0,0 0 0 0 0,0-1 0 0 0,-1 2 0 0 0,0-1 1 0 0,-1 0-1 0 0,1 1 0 0 0,-1 0 0 0 0,0 0 0 0 0,-8-7 0 0 0,-1 2-31 0 0,1 1 0 0 0,-1 1-1 0 0,-1 0 1 0 0,1 1-1 0 0,-1 1 1 0 0,-1 0-1 0 0,1 1 1 0 0,-20-4-1 0 0,8 4-400 0 0,0 0 0 0 0,1 3 0 0 0,-1 0-1 0 0,-33 2 1 0 0,30 3-449 0 0,0 1 1 0 0,1 1-1 0 0,-1 1 0 0 0,1 2 0 0 0,-39 15 0 0 0,25-4-2768 0 0,1 1 0 0 0,-69 45 0 0 0,62-30-2711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18.9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59 508 0 0,'0'0'1368'0'0,"-2"-10"2458"0"0,1 5-2939 0 0,0 1-449 0 0,1 1 0 0 0,-1-1 0 0 0,1 0 1 0 0,0 0-1 0 0,0 1 0 0 0,0-1 1 0 0,1-4-1 0 0,0 6-317 0 0,2-1 47 0 0,-3 3-163 0 0,0 0-1 0 0,1 0 1 0 0,-1-1 0 0 0,0 1 0 0 0,0 0 0 0 0,0 0 0 0 0,0-1 0 0 0,0 1 0 0 0,1 0 0 0 0,-1 0 0 0 0,0 0 0 0 0,0-1 0 0 0,1 1 0 0 0,-1 0 0 0 0,0 0 0 0 0,0 0 0 0 0,0 0 0 0 0,1-1 0 0 0,-1 1 0 0 0,0 0 0 0 0,1 0 0 0 0,-1 0 0 0 0,0 0 0 0 0,0 0 0 0 0,1 0 0 0 0,-1 0 0 0 0,0 0 0 0 0,0 0 0 0 0,1 0 0 0 0,-1 0 0 0 0,0 0 0 0 0,1 0 0 0 0,-1 0 0 0 0,7 1 1 0 0,-1 0 0 0 0,1 1 0 0 0,0-1 0 0 0,-1 1 0 0 0,0 0 0 0 0,1 1 0 0 0,-1 0 0 0 0,0 0 0 0 0,0 0 0 0 0,-1 1 0 0 0,1 0 0 0 0,5 4 0 0 0,11 11-8 0 0,30 31-1 0 0,-23-21 13 0 0,-2 2 1 0 0,-1 2-1 0 0,36 58 1 0 0,-53-77 35 0 0,-2 0 0 0 0,0 1 1 0 0,0 0-1 0 0,-2 0 0 0 0,0 1 1 0 0,0-1-1 0 0,-2 1 0 0 0,0 0 0 0 0,0 0 1 0 0,-2 0-1 0 0,0 0 0 0 0,-2 24 1 0 0,1-33 148 0 0,-1 0 0 0 0,-1-1 0 0 0,1 1 0 0 0,-1 0 0 0 0,0-1 0 0 0,-1 1 0 0 0,1-1 0 0 0,-1 0 0 0 0,-1 0 0 0 0,1 0 0 0 0,-1 0 0 0 0,-7 8 0 0 0,10-13-161 0 0,0 0 0 0 0,0-1-1 0 0,1 1 1 0 0,-1-1 0 0 0,0 1-1 0 0,0-1 1 0 0,0 1-1 0 0,0-1 1 0 0,0 0 0 0 0,0 0-1 0 0,0 1 1 0 0,0-1 0 0 0,0 0-1 0 0,0 0 1 0 0,0 0 0 0 0,0 0-1 0 0,0 0 1 0 0,0 0 0 0 0,0 0-1 0 0,0 0 1 0 0,0-1 0 0 0,0 1-1 0 0,0 0 1 0 0,-1-1 0 0 0,0 0-7 0 0,0 0 1 0 0,0 0-1 0 0,0 0 1 0 0,0 0-1 0 0,0 0 0 0 0,0-1 1 0 0,1 1-1 0 0,-1-1 1 0 0,-2-1-1 0 0,0-3-8 0 0,0-1-1 0 0,0 0 0 0 0,0 0 1 0 0,1 0-1 0 0,0 0 0 0 0,0 0 1 0 0,1-1-1 0 0,0 1 0 0 0,0-1 1 0 0,1 0-1 0 0,0 1 0 0 0,1-1 1 0 0,-1 0-1 0 0,1 0 0 0 0,2-12 0 0 0,0 4-19 0 0,1-1-1 0 0,0 1 0 0 0,1 0 0 0 0,1 0 1 0 0,0 1-1 0 0,11-22 0 0 0,-7 22-59 0 0,0 0 0 0 0,1 0 0 0 0,1 0 0 0 0,0 2 0 0 0,1-1 0 0 0,1 1 0 0 0,0 1 0 0 0,1 0 0 0 0,0 1 0 0 0,0 1 0 0 0,1 0 0 0 0,1 1 0 0 0,0 1 0 0 0,19-9 0 0 0,-26 14-320 0 0,0 1 1 0 0,0-1 0 0 0,0 1 0 0 0,0 1 0 0 0,0 0 0 0 0,1 0 0 0 0,-1 0-1 0 0,13 2 1 0 0,-8 1-1476 0 0,1 0-1 0 0,17 5 0 0 0,-16-4-1034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0.4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291 616 2056 0 0,'1'-7'1148'0'0,"0"0"-1"0"0,0 0 0 0 0,0 0 0 0 0,-1 0 1 0 0,-1-13-1 0 0,0 17-987 0 0,1 0 0 0 0,-1 0 0 0 0,0 0-1 0 0,0 0 1 0 0,0 0 0 0 0,0 1 0 0 0,-1-1 0 0 0,1 0 0 0 0,-1 0 0 0 0,1 1-1 0 0,-1-1 1 0 0,0 1 0 0 0,0 0 0 0 0,0-1 0 0 0,-4-2 0 0 0,4 4-127 0 0,-1 0 1 0 0,1 0-1 0 0,-1 1 1 0 0,0-1-1 0 0,0 1 1 0 0,1-1-1 0 0,-1 1 0 0 0,0 0 1 0 0,0 0-1 0 0,1 0 1 0 0,-1 0-1 0 0,0 1 1 0 0,0-1-1 0 0,1 1 1 0 0,-1-1-1 0 0,0 1 1 0 0,1 0-1 0 0,-1 0 1 0 0,-3 2-1 0 0,-3 2-24 0 0,1 0 1 0 0,-1 0-1 0 0,1 1 0 0 0,0 0 0 0 0,1 0 1 0 0,-1 1-1 0 0,-10 13 0 0 0,-40 59-7 0 0,44-58 59 0 0,2 0 0 0 0,-20 46 0 0 0,28-57-37 0 0,0 0-1 0 0,1 0 1 0 0,1 0-1 0 0,-1 0 1 0 0,2 1-1 0 0,-1-1 1 0 0,2 1-1 0 0,-1 0 1 0 0,2 15-1 0 0,0-24-15 0 0,-1 0 0 0 0,0 0-1 0 0,1 0 1 0 0,-1 0 0 0 0,1 0 0 0 0,-1 0-1 0 0,1 0 1 0 0,0-1 0 0 0,0 1 0 0 0,0 0-1 0 0,0 0 1 0 0,0-1 0 0 0,0 1 0 0 0,0 0-1 0 0,1-1 1 0 0,-1 0 0 0 0,1 1 0 0 0,-1-1-1 0 0,1 0 1 0 0,-1 1 0 0 0,1-1 0 0 0,0 0-1 0 0,-1 0 1 0 0,1 0 0 0 0,0-1 0 0 0,0 1-1 0 0,0 0 1 0 0,0-1 0 0 0,0 1 0 0 0,0-1-1 0 0,0 1 1 0 0,0-1 0 0 0,0 0 0 0 0,0 0-1 0 0,0 0 1 0 0,0 0 0 0 0,2-1 0 0 0,1 0-3 0 0,0 0 0 0 0,0 0 0 0 0,0 0 1 0 0,0-1-1 0 0,0 1 0 0 0,0-1 1 0 0,0 0-1 0 0,-1-1 0 0 0,1 1 1 0 0,-1-1-1 0 0,0 0 0 0 0,0 0 1 0 0,5-5-1 0 0,0-2 4 0 0,-1 0 1 0 0,0-1-1 0 0,-1 0 0 0 0,-1 0 1 0 0,1 0-1 0 0,7-22 0 0 0,20-77 12 0 0,-17 45-74 0 0,-15 60 44 0 0,6-15-107 0 0,-8 20 115 0 0,0 0 0 0 0,0 0 0 0 0,0 0 0 0 0,0 0 0 0 0,0 0 1 0 0,0 0-1 0 0,0 0 0 0 0,0 0 0 0 0,0 0 0 0 0,0-1 0 0 0,0 1 0 0 0,0 0 0 0 0,0 0 0 0 0,0 0 0 0 0,1 0 0 0 0,-1 0 0 0 0,0 0 0 0 0,0 0 0 0 0,0 0 0 0 0,0 0 0 0 0,0 0 0 0 0,0 0 0 0 0,0 0 0 0 0,0 0 0 0 0,0 0 0 0 0,0 0 0 0 0,0 0 0 0 0,1 0 0 0 0,-1 0 0 0 0,0 0 0 0 0,0 0 1 0 0,0 0-1 0 0,0 0 0 0 0,0 0 0 0 0,0 1 0 0 0,0-1 0 0 0,0 0 0 0 0,0 0 0 0 0,0 0 0 0 0,0 0 0 0 0,0 0 0 0 0,0 0 0 0 0,1 0 0 0 0,-1 0 0 0 0,0 0 0 0 0,0 0 0 0 0,0 0 0 0 0,0 0 0 0 0,0 0 0 0 0,0 0 0 0 0,0 1 0 0 0,0-1 0 0 0,0 0 0 0 0,0 0 0 0 0,0 0 0 0 0,0 0 1 0 0,0 0-1 0 0,0 0 0 0 0,0 0 0 0 0,0 0 0 0 0,2 15-24 0 0,1 39 33 0 0,-4-41-3 0 0,1 0 1 0 0,1 0-1 0 0,0-1 0 0 0,1 1 1 0 0,0 0-1 0 0,1-1 0 0 0,0 1 1 0 0,1-1-1 0 0,8 18 1 0 0,-11-28-1 0 0,0 0 1 0 0,0 0-1 0 0,0-1 1 0 0,0 1 0 0 0,0 0-1 0 0,0 0 1 0 0,1-1 0 0 0,-1 1-1 0 0,1-1 1 0 0,-1 1-1 0 0,1-1 1 0 0,0 0 0 0 0,-1 0-1 0 0,1 1 1 0 0,0-1 0 0 0,0 0-1 0 0,0-1 1 0 0,0 1 0 0 0,0 0-1 0 0,0 0 1 0 0,0-1-1 0 0,0 0 1 0 0,0 1 0 0 0,0-1-1 0 0,0 0 1 0 0,0 0 0 0 0,0 0-1 0 0,3 0 1 0 0,0-2-7 0 0,1-1 0 0 0,-1 1 0 0 0,0-1 1 0 0,0 0-1 0 0,0-1 0 0 0,0 1 0 0 0,0-1 0 0 0,-1 0 0 0 0,1 0 1 0 0,-1-1-1 0 0,0 1 0 0 0,5-9 0 0 0,6-10-53 0 0,19-38 0 0 0,-4 5 41 0 0,-26 51 6 0 0,1-4-18 0 0,1 0-1 0 0,0 0 1 0 0,0 1-1 0 0,1 0 1 0 0,11-11 0 0 0,-17 19 20 0 0,1-1 0 0 0,-1 0 0 0 0,0 0 0 0 0,1 1 0 0 0,-1-1 0 0 0,1 1 0 0 0,-1-1 0 0 0,1 1 1 0 0,-1 0-1 0 0,1-1 0 0 0,-1 1 0 0 0,1 0 0 0 0,0 0 0 0 0,-1 0 0 0 0,1 0 0 0 0,-1 0 1 0 0,1 1-1 0 0,-1-1 0 0 0,3 1 0 0 0,-1 0-4 0 0,1 0 0 0 0,-1 1 0 0 0,0-1 0 0 0,0 1 0 0 0,0-1 0 0 0,0 1 0 0 0,4 3 0 0 0,2 4 6 0 0,0-1 1 0 0,-1 2-1 0 0,0-1 1 0 0,0 1-1 0 0,-1 0 0 0 0,-1 1 1 0 0,0 0-1 0 0,5 11 0 0 0,-5-7 46 0 0,0 0 1 0 0,0 1-1 0 0,-2 0 0 0 0,0 0 0 0 0,3 27 1 0 0,-7-43-45 0 0,0 29 530 0 0,0-28-469 0 0,0 0 0 0 0,0 0 0 0 0,-1 1 0 0 0,1-1 1 0 0,0 0-1 0 0,-1 0 0 0 0,1 0 0 0 0,-1 1 0 0 0,1-1 0 0 0,-1 0 0 0 0,1 0 0 0 0,-1 0 1 0 0,0 0-1 0 0,0 0 0 0 0,1 0 0 0 0,-1 0 0 0 0,0 0 0 0 0,0 0 0 0 0,-1 0 0 0 0,1-1-50 0 0,1 0 0 0 0,-1 0 0 0 0,1 0-1 0 0,-1-1 1 0 0,1 1 0 0 0,-1 0 0 0 0,1 0-1 0 0,-1-1 1 0 0,1 1 0 0 0,-1 0 0 0 0,1-1-1 0 0,-1 1 1 0 0,1-1 0 0 0,-1 1 0 0 0,1-1 0 0 0,0 1-1 0 0,-1 0 1 0 0,1-1 0 0 0,0 1 0 0 0,0-1-1 0 0,-1 1 1 0 0,1-1 0 0 0,0 0 0 0 0,0 1-1 0 0,0-1 1 0 0,0 1 0 0 0,-1-1 0 0 0,1 0-1 0 0,-5-19 56 0 0,4 9-61 0 0,1 1 0 0 0,0-1 0 0 0,1 1 0 0 0,0-1 0 0 0,1 1 0 0 0,0-1 0 0 0,0 1 0 0 0,1 0 0 0 0,1 0 0 0 0,0 0 0 0 0,0 0 0 0 0,1 1 0 0 0,0-1 0 0 0,7-8 0 0 0,-3 5-13 0 0,1 0-1 0 0,0 0 1 0 0,1 0 0 0 0,0 2 0 0 0,1-1-1 0 0,1 2 1 0 0,0-1 0 0 0,19-10-1 0 0,-25 16 1 0 0,1 1 0 0 0,0 1 0 0 0,0-1 0 0 0,0 1 0 0 0,1 1 0 0 0,-1-1 0 0 0,1 1 0 0 0,-1 1 0 0 0,1 0 0 0 0,0 0 0 0 0,0 1 0 0 0,-1 0 0 0 0,1 0 0 0 0,14 3 0 0 0,-17-2 8 0 0,0 1 0 0 0,-1-1-1 0 0,1 2 1 0 0,-1-1-1 0 0,1 0 1 0 0,-1 1 0 0 0,0 0-1 0 0,0 0 1 0 0,0 1 0 0 0,0-1-1 0 0,-1 1 1 0 0,1 0 0 0 0,-1 0-1 0 0,0 1 1 0 0,-1-1 0 0 0,1 1-1 0 0,-1 0 1 0 0,1 0 0 0 0,-1 0-1 0 0,-1 0 1 0 0,1 1 0 0 0,2 7-1 0 0,-2-2 26 0 0,-1 1 0 0 0,1 0-1 0 0,-2 0 1 0 0,0 0-1 0 0,0 20 1 0 0,-2-19 3 0 0,2 1-1 0 0,0-1 1 0 0,0 0-1 0 0,5 17 1 0 0,-5-27-29 0 0,0 0 0 0 0,1 0 0 0 0,0-1-1 0 0,-1 1 1 0 0,1 0 0 0 0,0-1 0 0 0,0 1 0 0 0,0-1 0 0 0,0 0-1 0 0,1 1 1 0 0,-1-1 0 0 0,1 0 0 0 0,-1-1 0 0 0,1 1-1 0 0,0 0 1 0 0,0-1 0 0 0,0 1 0 0 0,0-1 0 0 0,0 0 0 0 0,0 0-1 0 0,0 0 1 0 0,0-1 0 0 0,0 1 0 0 0,0-1 0 0 0,5 1 0 0 0,6 0-190 0 0,-1 0 1 0 0,1-1-1 0 0,0-1 0 0 0,21-3 1 0 0,-17 1-81 0 0,0-1 0 0 0,1-1 1 0 0,-2-1-1 0 0,1 0 0 0 0,-1-2 1 0 0,0 0-1 0 0,0 0 0 0 0,-1-2 0 0 0,0 0 1 0 0,28-24-1 0 0,-24 16 86 0 0,-1-2 1 0 0,0-1-1 0 0,-2 0 0 0 0,0-1 1 0 0,-2 0-1 0 0,24-47 1 0 0,-16 19 685 0 0,-2 0-1 0 0,-2-1 1 0 0,-2-1 0 0 0,-3-1 0 0 0,-2 0 0 0 0,10-107 0 0 0,-22 150-320 0 0,2-3 147 0 0,-1 0 1 0 0,-2-24-1 0 0,-1 38-280 0 0,1-1-1 0 0,0 1 0 0 0,0 0 0 0 0,0 0 1 0 0,0 0-1 0 0,0 0 0 0 0,0 0 1 0 0,0 0-1 0 0,0 0 0 0 0,0 0 1 0 0,1 0-1 0 0,-1 1 0 0 0,-1 1 0 0 0,-12 42 714 0 0,2 1 0 0 0,2 0 0 0 0,-5 55 0 0 0,8-53-385 0 0,-84 788 2412 0 0,85-778-2637 0 0,-3 34 3381 0 0,9-92-3502 0 0,0 0 1 0 0,0 0-1 0 0,0-1 0 0 0,0 1 0 0 0,-1 0 0 0 0,1 0 0 0 0,0 0 0 0 0,0 0 0 0 0,0 0 1 0 0,0 0-1 0 0,-1 0 0 0 0,1 0 0 0 0,0 0 0 0 0,0 0 0 0 0,0 0 0 0 0,0 0 0 0 0,-1 0 1 0 0,1 0-1 0 0,0 0 0 0 0,0 0 0 0 0,0 0 0 0 0,-1 0 0 0 0,1 0 0 0 0,0 0 0 0 0,0 0 1 0 0,0 0-1 0 0,0 0 0 0 0,-1 0 0 0 0,1 0 0 0 0,0 0 0 0 0,0 0 0 0 0,0 0 0 0 0,0 1 1 0 0,-1-1-1 0 0,1 0 0 0 0,0 0 0 0 0,0 0 0 0 0,0 0 0 0 0,0 0 0 0 0,0 1 0 0 0,0-1 1 0 0,0 0-1 0 0,-1 0 0 0 0,1 0 0 0 0,0 0 0 0 0,0 1 0 0 0,0-1 0 0 0,0 0 0 0 0,0 0 1 0 0,0 0-1 0 0,0 0 0 0 0,0 1 0 0 0,0-1 0 0 0,0 0 0 0 0,0 1 0 0 0,-8-16 290 0 0,0-22-418 0 0,1-1 0 0 0,2 0 0 0 0,2 0 0 0 0,1-1-1 0 0,2 1 1 0 0,2-1 0 0 0,1 1 0 0 0,2 0-1 0 0,2 0 1 0 0,1 1 0 0 0,2 0 0 0 0,24-59-1 0 0,-23 73 1 0 0,1 0-1 0 0,0 0 1 0 0,2 1-1 0 0,0 1 1 0 0,2 1-1 0 0,21-24 0 0 0,-28 35 68 0 0,0 0 0 0 0,1 1 0 0 0,0 0-1 0 0,0 0 1 0 0,0 1 0 0 0,1 0 0 0 0,0 1-1 0 0,1 0 1 0 0,-1 1 0 0 0,1 0 0 0 0,0 1-1 0 0,0 0 1 0 0,1 1 0 0 0,17-2 0 0 0,-25 5 16 0 0,1-1 1 0 0,-1 1 0 0 0,1 1 0 0 0,-1-1 0 0 0,1 1 0 0 0,-1 0 0 0 0,1 0 0 0 0,-1 0-1 0 0,0 1 1 0 0,1 0 0 0 0,-1 0 0 0 0,0 0 0 0 0,0 1 0 0 0,-1 0 0 0 0,1 0 0 0 0,0 0-1 0 0,-1 0 1 0 0,0 1 0 0 0,0 0 0 0 0,6 6 0 0 0,-7-6 1 0 0,-1 0 1 0 0,1 0 0 0 0,-1 0-1 0 0,0 0 1 0 0,0 0-1 0 0,-1 0 1 0 0,1 0-1 0 0,-1 1 1 0 0,0-1 0 0 0,0 1-1 0 0,0-1 1 0 0,-1 0-1 0 0,0 1 1 0 0,0-1 0 0 0,0 1-1 0 0,0-1 1 0 0,-1 1-1 0 0,1-1 1 0 0,-1 1-1 0 0,0-1 1 0 0,-1 1 0 0 0,1-1-1 0 0,-1 0 1 0 0,0 0-1 0 0,-3 6 1 0 0,-3 3-13 0 0,-1 0 0 0 0,0-1 0 0 0,0 0 0 0 0,-2 0 0 0 0,1-1 0 0 0,-1-1 0 0 0,-1 1 0 0 0,0-2 0 0 0,0 0 0 0 0,-1 0 0 0 0,-16 7 0 0 0,21-12 34 0 0,0 0 0 0 0,0 0 0 0 0,-1-1-1 0 0,1 0 1 0 0,-1 0 0 0 0,0-1 0 0 0,1 0 0 0 0,-1 0-1 0 0,0-1 1 0 0,0-1 0 0 0,0 1 0 0 0,0-2 0 0 0,0 1-1 0 0,0-1 1 0 0,0 0 0 0 0,0-1 0 0 0,0 0-1 0 0,0 0 1 0 0,1-1 0 0 0,-11-5 0 0 0,15 6-18 0 0,1 0 0 0 0,0 0 0 0 0,-1 0 0 0 0,1 0 1 0 0,0-1-1 0 0,0 1 0 0 0,0-1 0 0 0,1 0 0 0 0,-1 0 0 0 0,1 0 1 0 0,0 0-1 0 0,-4-6 0 0 0,6 7 0 0 0,1-1-47 0 0,-1 3 56 0 0,0 0 0 0 0,0-1 1 0 0,0 1-1 0 0,0 0 0 0 0,0 0 0 0 0,0-1 0 0 0,0 1 1 0 0,0 0-1 0 0,0 0 0 0 0,0-1 0 0 0,0 1 0 0 0,0 0 0 0 0,0 0 1 0 0,0 0-1 0 0,0-1 0 0 0,0 1 0 0 0,0 0 0 0 0,1 0 1 0 0,-1 0-1 0 0,0-1 0 0 0,0 1 0 0 0,0 0 0 0 0,0 0 1 0 0,0 0-1 0 0,1 0 0 0 0,-1-1 0 0 0,0 1 0 0 0,0 0 1 0 0,0 0-1 0 0,1 0 0 0 0,-1 0 0 0 0,0 0 0 0 0,0 0 1 0 0,0-1-1 0 0,1 1 0 0 0,-1 0 0 0 0,0 0 0 0 0,0 0 1 0 0,1 0-1 0 0,-1 0 0 0 0,0 0 0 0 0,1 0 0 0 0,5 1-16 0 0,1 0 0 0 0,0 1-1 0 0,-1-1 1 0 0,1 1-1 0 0,-1 1 1 0 0,1-1-1 0 0,-1 1 1 0 0,0 0-1 0 0,0 1 1 0 0,0-1 0 0 0,-1 1-1 0 0,1 0 1 0 0,4 6-1 0 0,15 12-73 0 0,29 34 0 0 0,-47-48 75 0 0,9 10-77 0 0,5 6 131 0 0,1-1 0 0 0,1-1 0 0 0,51 38 0 0 0,-67-55-92 0 0,1 0 0 0 0,0-1 0 0 0,-1 0 0 0 0,1 0 0 0 0,1-1 0 0 0,-1 0 0 0 0,0-1 0 0 0,1 0 0 0 0,0 0 1 0 0,-1 0-1 0 0,1-1 0 0 0,0-1 0 0 0,-1 0 0 0 0,1 0 0 0 0,0 0 0 0 0,0-1 0 0 0,-1 0 0 0 0,1-1 0 0 0,12-4 0 0 0,-8 1-582 0 0,0-1 0 0 0,-1 0 0 0 0,1 0 0 0 0,-2-2 0 0 0,1 1 0 0 0,16-16 0 0 0,-17 14-1725 0 0,-1-1 0 0 0,0-1 0 0 0,13-16 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0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121 111 2012 0 0,'2'-11'1728'0'0,"0"0"0"0"0,-1 0 0 0 0,-1 0 0 0 0,0-1 0 0 0,0 1 0 0 0,-4-21 0 0 0,4 31-1691 0 0,0 1 1 0 0,0 0-1 0 0,0-1 1 0 0,0 1-1 0 0,0-1 1 0 0,0 1-1 0 0,-1-1 1 0 0,1 1-1 0 0,0 0 1 0 0,0-1-1 0 0,0 1 1 0 0,0-1-1 0 0,-1 1 1 0 0,1 0-1 0 0,0-1 1 0 0,0 1-1 0 0,-1 0 1 0 0,1-1-1 0 0,0 1 1 0 0,-1 0-1 0 0,1-1 1 0 0,0 1-1 0 0,-1 0 1 0 0,1-1-1 0 0,0 1 1 0 0,-1 0-1 0 0,1 0 1 0 0,-1 0-1 0 0,1 0 1 0 0,0-1-1 0 0,-1 1 1 0 0,1 0-1 0 0,-1 0 0 0 0,1 0 1 0 0,-1 0-1 0 0,1 0 1 0 0,0 0-1 0 0,-1 0 1 0 0,1 0-1 0 0,-1 0 1 0 0,1 0-1 0 0,-1 0 1 0 0,1 0-1 0 0,0 0 1 0 0,-1 1-1 0 0,1-1 1 0 0,-1 0-1 0 0,1 0 1 0 0,0 0-1 0 0,-1 1 1 0 0,-1 0 48 0 0,0 0 1 0 0,0 1-1 0 0,1-1 1 0 0,-1 1-1 0 0,1-1 1 0 0,-1 1-1 0 0,1-1 1 0 0,-1 1-1 0 0,-1 3 1 0 0,-12 25 278 0 0,2 1 0 0 0,1 1 0 0 0,1 1 0 0 0,1-1-1 0 0,2 1 1 0 0,2 1 0 0 0,1-1 0 0 0,-1 46 0 0 0,4 36 529 0 0,15 124 1 0 0,-12-221-824 0 0,14 149 369 0 0,6 0 0 0 0,67 256 0 0 0,-88-421-424 0 0,1-1 0 0 0,-1 1-1 0 0,1-1 1 0 0,-1 1-1 0 0,1-1 1 0 0,0 1-1 0 0,0-1 1 0 0,-1 0-1 0 0,1 1 1 0 0,0-1-1 0 0,0 0 1 0 0,0 0-1 0 0,0 0 1 0 0,1 0-1 0 0,-1 1 1 0 0,0-1-1 0 0,0-1 1 0 0,1 1-1 0 0,-1 0 1 0 0,0 0-1 0 0,3 0 1 0 0,-2 0-53 0 0,1-1 0 0 0,-1 1 0 0 0,0-1 0 0 0,1 0 0 0 0,-1 0 1 0 0,0 0-1 0 0,1 0 0 0 0,-1-1 0 0 0,1 1 0 0 0,-1 0 0 0 0,0-1 0 0 0,5-1 0 0 0,2-3-461 0 0,1 1 0 0 0,-1-1-1 0 0,0-1 1 0 0,0 0 0 0 0,11-10-1 0 0,-1-1-1354 0 0,-1-1-1 0 0,23-28 0 0 0,-28 28-1398 0 0,16-26-1 0 0,-8 8-2498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1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77 158 1168 0 0,'-13'-18'2028'0'0,"1"2"-148"0"0,1 0-1 0 0,1-1 0 0 0,0 0 1 0 0,-10-26-1 0 0,20 42-1843 0 0,0 0 0 0 0,0 0 0 0 0,-1 1 0 0 0,1-1 0 0 0,0 0 0 0 0,0 0 0 0 0,0 0 0 0 0,0 0 0 0 0,0 1 0 0 0,1-1-1 0 0,-1 0 1 0 0,0 0 0 0 0,0 0 0 0 0,0 1 0 0 0,1-1 0 0 0,-1 0 0 0 0,0 0 0 0 0,1 1 0 0 0,-1-1 0 0 0,1 0 0 0 0,-1 0 0 0 0,1 1 0 0 0,-1-1 0 0 0,1 1 0 0 0,-1-1 0 0 0,1 0 0 0 0,0 1-1 0 0,-1-1 1 0 0,1 1 0 0 0,0 0 0 0 0,-1-1 0 0 0,1 1 0 0 0,0-1 0 0 0,1 1 0 0 0,0-1 11 0 0,1 0-1 0 0,0 0 1 0 0,0 0-1 0 0,0 0 1 0 0,0 1-1 0 0,-1-1 1 0 0,1 1-1 0 0,4 0 1 0 0,17 2 38 0 0,0 1 1 0 0,0 1-1 0 0,0 2 0 0 0,0 0 1 0 0,-1 1-1 0 0,23 11 0 0 0,-11-2-45 0 0,0 2 0 0 0,-1 1 0 0 0,33 25 0 0 0,-52-33 11 0 0,-2-1 0 0 0,0 2 0 0 0,0-1 0 0 0,-1 2 0 0 0,0 0 0 0 0,16 24 0 0 0,-25-33 47 0 0,0 1 0 0 0,0 0 1 0 0,-1 0-1 0 0,1 0 0 0 0,-1 0 1 0 0,0 0-1 0 0,-1 1 0 0 0,1-1 0 0 0,-1 1 1 0 0,0-1-1 0 0,0 1 0 0 0,-1-1 1 0 0,0 1-1 0 0,0-1 0 0 0,0 1 0 0 0,-1 0 1 0 0,1-1-1 0 0,-2 1 0 0 0,1-1 1 0 0,0 0-1 0 0,-1 1 0 0 0,0-1 0 0 0,0 0 1 0 0,-4 7-1 0 0,-3 1 43 0 0,0-1-1 0 0,0-1 1 0 0,-1 0-1 0 0,-1 0 1 0 0,0-1 0 0 0,0 0-1 0 0,-1-1 1 0 0,0 0-1 0 0,-1-1 1 0 0,-17 9 0 0 0,-8 2-14 0 0,1-3 1 0 0,-61 18-1 0 0,40-19-1316 0 0,22-8-3195 0 0,23-8-401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1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360 106 32 0 0,'0'-19'3078'0'0,"-1"0"-1"0"0,-1 1 1 0 0,-5-22-1 0 0,7 40-3051 0 0,0-1-1 0 0,0 1 0 0 0,0-1 0 0 0,0 1 0 0 0,-1-1 0 0 0,1 1 0 0 0,0-1 0 0 0,0 1 0 0 0,-1 0 0 0 0,1-1 1 0 0,0 1-1 0 0,-1-1 0 0 0,1 1 0 0 0,0 0 0 0 0,-1-1 0 0 0,1 1 0 0 0,0 0 0 0 0,-1-1 0 0 0,1 1 0 0 0,-1 0 1 0 0,1 0-1 0 0,-1-1 0 0 0,1 1 0 0 0,-1 0 0 0 0,1 0 0 0 0,-1 0 0 0 0,1 0 0 0 0,-1 0 0 0 0,1 0 0 0 0,-1-1 0 0 0,1 1 1 0 0,-1 0-1 0 0,1 0 0 0 0,-1 1 0 0 0,1-1 0 0 0,-1 0 0 0 0,1 0 0 0 0,-1 0 0 0 0,1 0 0 0 0,-1 0 0 0 0,1 0 1 0 0,-1 1-1 0 0,1-1 0 0 0,0 0 0 0 0,-1 0 0 0 0,1 1 0 0 0,-1-1 0 0 0,1 0 0 0 0,0 1 0 0 0,-1-1 0 0 0,1 1 1 0 0,-1 0-1 0 0,-22 19 355 0 0,23-20-379 0 0,-29 36 393 0 0,1 1 0 0 0,2 1 0 0 0,1 1 1 0 0,2 1-1 0 0,-25 59 0 0 0,19-27-84 0 0,3 2-1 0 0,-22 107 1 0 0,40-143-220 0 0,1 0 0 0 0,3 1 0 0 0,0 70 0 0 0,4-94-69 0 0,1 0-1 0 0,0 0 0 0 0,2 0 0 0 0,-1-1 1 0 0,2 1-1 0 0,0-1 0 0 0,1 0 0 0 0,0 0 0 0 0,1 0 1 0 0,1-1-1 0 0,0 1 0 0 0,1-2 0 0 0,9 13 1 0 0,-8-16-142 0 0,0 0 1 0 0,1 0-1 0 0,-1-1 1 0 0,2 0-1 0 0,-1-1 1 0 0,1 0-1 0 0,1-1 1 0 0,-1 0-1 0 0,1 0 1 0 0,14 3-1 0 0,-10-4-948 0 0,0 0-1 0 0,0-2 1 0 0,0 0 0 0 0,0 0-1 0 0,0-2 1 0 0,1 0 0 0 0,27-2-1 0 0,0-5-4637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2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262 342 1940 0 0,'25'-102'10584'0'0,"-25"102"-10536"0"0,0 0-1 0 0,0 0 1 0 0,0 0 0 0 0,0 0 47 0 0,1 0-47 0 0,-1 0-1 0 0,0 0 1 0 0,0-1 0 0 0,0 1 0 0 0,0 0-1 0 0,0 0 1 0 0,0 0 0 0 0,0 0-1 0 0,0 0 1 0 0,0-1 0 0 0,0 1 0 0 0,0 0-1 0 0,0 0 1 0 0,0 0 0 0 0,0 0-1 0 0,0 0 1 0 0,0-1 0 0 0,0 1-1 0 0,0 0 1 0 0,0 0 0 0 0,0 0 0 0 0,0 0-1 0 0,0-1 1 0 0,0 1 0 0 0,0 0-1 0 0,0 0 1 0 0,0 0 0 0 0,0 0 0 0 0,0 0-1 0 0,0 0 1 0 0,0-1 0 0 0,0 1-1 0 0,-1 0 1 0 0,1 0 0 0 0,0 0-1 0 0,0 0 1 0 0,0 0 0 0 0,0 0 0 0 0,0 0-1 0 0,0-1 1 0 0,0 1 0 0 0,-1 0-1 0 0,1 0 1 0 0,0 0 0 0 0,0 0 0 0 0,0 0-1 0 0,0 0 1 0 0,0 0 0 0 0,-1 0-1 0 0,1 0 1 0 0,0 0 0 0 0,0 0-1 0 0,-10 9 975 0 0,-9 18-83 0 0,-16 41 881 0 0,-39 102 0 0 0,-11 80-856 0 0,68-195-826 0 0,-2 11 365 0 0,5-25 2712 0 0,13-39-2234 0 0,0-2-953 0 0,1 0 0 0 0,-1-1-1 0 0,0 1 1 0 0,1 0 0 0 0,-1-1-1 0 0,1 1 1 0 0,-1 0-1 0 0,1-1 1 0 0,0 1 0 0 0,-1-1-1 0 0,1 1 1 0 0,-1-1 0 0 0,1 1-1 0 0,0-1 1 0 0,-1 1-1 0 0,1-1 1 0 0,0 1 0 0 0,0-1-1 0 0,-1 0 1 0 0,1 1 0 0 0,0-1-1 0 0,0 1 1 0 0,0-1-1 0 0,0 0 1 0 0,0 1 0 0 0,0-1-1 0 0,0-1 1 0 0,-1-18 254 0 0,1 19-255 0 0,1-50-39 0 0,3 0 0 0 0,3 0 0 0 0,21-86 0 0 0,66-141-429 0 0,-24 124 165 0 0,-59 134 223 0 0,1 0 0 0 0,1 0-1 0 0,1 1 1 0 0,0 1 0 0 0,21-20-1 0 0,-33 36 49 0 0,1-1 1 0 0,0 0-1 0 0,0 1 0 0 0,0 0 0 0 0,1-1 0 0 0,-1 1 0 0 0,1 1 0 0 0,-1-1 0 0 0,1 0 0 0 0,-1 1 0 0 0,1 0 0 0 0,0 0 0 0 0,0 0 0 0 0,-1 0 0 0 0,1 0 0 0 0,0 1 0 0 0,0 0 0 0 0,0 0 0 0 0,0 0 0 0 0,0 0 0 0 0,0 0 0 0 0,0 1 0 0 0,6 2 0 0 0,-4-1 9 0 0,0 1 0 0 0,-1-1 0 0 0,1 2 0 0 0,-1-1 0 0 0,1 1 0 0 0,-1-1 0 0 0,0 1 0 0 0,0 1 0 0 0,-1-1 0 0 0,1 1 0 0 0,-1 0 0 0 0,0 0 0 0 0,6 10-1 0 0,3 8 7 0 0,-1 2-1 0 0,-1-1 1 0 0,-1 1-1 0 0,-1 1 1 0 0,-1-1-1 0 0,5 38 1 0 0,-3-4 22 0 0,2 107 0 0 0,-17 80-829 0 0,0-51-317 0 0,7-184-1417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5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92 128 0 0,'-14'-4'8044'0'0,"-32"-11"2373"0"0,76 17-9892 0 0,105 5 47 0 0,-132-7-548 0 0,55 1 124 0 0,-55-1-135 0 0,0 0-4 0 0,13-2-884 0 0,-1-1 0 0 0,0 0 1 0 0,0-2-1 0 0,0 1 1 0 0,20-11-1 0 0,-19 7-1949 0 0,0 0-1 0 0,20-15 1 0 0,-21 11-931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5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96 892 0 0,'-27'-95'17013'0'0,"29"96"-16496"0"0,13 8 45 0 0,-1 1-1 0 0,0 1 1 0 0,0 0 0 0 0,-1 1 0 0 0,-1 0 0 0 0,14 17 0 0 0,-7-8-86 0 0,20 23 32 0 0,-2 2-1 0 0,-3 1 1 0 0,-1 2-1 0 0,-3 1 1 0 0,-1 2-1 0 0,32 84 0 0 0,-20-23-200 0 0,-4 2-1 0 0,24 141 1 0 0,-50-200-213 0 0,-3 0 1 0 0,-2 1 0 0 0,-2 86 0 0 0,-6-104 9 0 0,-2 0 1 0 0,-2 0-1 0 0,-1 0 0 0 0,-2-1 0 0 0,-26 73 0 0 0,13-63-469 0 0,-3-1 0 0 0,-1 0-1 0 0,-48 63 1 0 0,58-90-2693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5.8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82 2576 0 0,'-57'-44'16376'0'0,"56"43"-16268"0"0,0 1 0 0 0,1 0 0 0 0,-1 0 0 0 0,1-1 0 0 0,-1 1 0 0 0,1 0 0 0 0,-1-1 0 0 0,1 1 0 0 0,-1-1 0 0 0,1 1 0 0 0,-1 0 0 0 0,1-1 0 0 0,-1 1 0 0 0,1-1 0 0 0,0 1-1 0 0,-1-1 1 0 0,1 1 0 0 0,0-2 0 0 0,1 1-62 0 0,1-1-1 0 0,0 1 1 0 0,0 0-1 0 0,-1-1 1 0 0,1 1-1 0 0,0 0 1 0 0,0 0-1 0 0,0 0 1 0 0,1 1-1 0 0,-1-1 1 0 0,0 0-1 0 0,0 1 0 0 0,4-1 1 0 0,37-3 112 0 0,-24 3-89 0 0,153-9-1236 0 0,-137 11-2081 0 0,46 5 1 0 0,-52 2-2889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6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 62 1000 0 0,'-97'45'19598'0'0,"96"-44"-18890"0"0,-6 0 73 0 0,4 0-615 0 0,5 0 848 0 0,249-38-1666 0 0,-196 27-676 0 0,71-16-4000 0 0,-46 3-1887 0 0,-40 9 875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26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59 167 2992 0 0,'0'-13'2192'0'0,"1"0"-1"0"0,-1-1 1 0 0,2 1-1 0 0,0 0 1 0 0,7-25-1 0 0,-7 35-2062 0 0,-1-1 1 0 0,0 1-1 0 0,1-1 0 0 0,0 1 0 0 0,0 0 1 0 0,0-1-1 0 0,0 1 0 0 0,0 0 0 0 0,1 0 0 0 0,-1 1 1 0 0,1-1-1 0 0,0 1 0 0 0,0-1 0 0 0,0 1 1 0 0,0 0-1 0 0,0 0 0 0 0,0 0 0 0 0,1 0 1 0 0,-1 1-1 0 0,0-1 0 0 0,1 1 0 0 0,0 0 0 0 0,-1 0 1 0 0,1 0-1 0 0,5 0 0 0 0,1 0-103 0 0,0 1 1 0 0,-1 0-1 0 0,1 0 0 0 0,-1 1 0 0 0,1 1 0 0 0,-1 0 1 0 0,1 0-1 0 0,-1 1 0 0 0,0 0 0 0 0,0 0 0 0 0,0 1 1 0 0,-1 0-1 0 0,1 1 0 0 0,-1-1 0 0 0,0 2 1 0 0,0-1-1 0 0,0 1 0 0 0,-1 1 0 0 0,8 8 0 0 0,-8-7 3 0 0,0 0-1 0 0,-1 1 1 0 0,1 0-1 0 0,-2 0 1 0 0,0 1-1 0 0,0-1 1 0 0,0 1-1 0 0,-1 0 1 0 0,-1 0-1 0 0,0 1 1 0 0,0-1-1 0 0,-1 1 1 0 0,0-1-1 0 0,-1 1 0 0 0,0 0 1 0 0,-1-1-1 0 0,-1 12 1 0 0,-2-1 196 0 0,0 0 0 0 0,-2-1 0 0 0,-1 1 0 0 0,0-1 0 0 0,-1-1 0 0 0,-1 1 0 0 0,-1-1 0 0 0,-1-1 0 0 0,-1 1 0 0 0,0-2 0 0 0,-25 30 0 0 0,5-12 643 0 0,-2-1-1 0 0,-2-1 1 0 0,0-2-1 0 0,-48 31 1 0 0,65-49 129 0 0,-29 27 1 0 0,47-40-991 0 0,0 0 0 0 0,0 0 0 0 0,0 0 0 0 0,0 1 0 0 0,0-1 0 0 0,0 0 0 0 0,0 0 0 0 0,0 0 0 0 0,0 0 0 0 0,0 0 0 0 0,0 0 1 0 0,0 0-1 0 0,0 1 0 0 0,0-1 0 0 0,0 0 0 0 0,0 0 0 0 0,0 0 0 0 0,0 0 0 0 0,0 0 0 0 0,0 0 0 0 0,0 1 0 0 0,0-1 0 0 0,0 0 0 0 0,0 0 0 0 0,0 0 1 0 0,0 0-1 0 0,0 0 0 0 0,0 0 0 0 0,0 0 0 0 0,0 1 0 0 0,0-1 0 0 0,0 0 0 0 0,0 0 0 0 0,0 0 0 0 0,0 0 0 0 0,0 0 0 0 0,1 0 0 0 0,-1 0 0 0 0,0 0 1 0 0,0 0-1 0 0,0 0 0 0 0,0 1 0 0 0,0-1 0 0 0,0 0 0 0 0,0 0 0 0 0,1 0 0 0 0,-1 0 0 0 0,0 0 0 0 0,0 0 0 0 0,0 0 0 0 0,11 3 160 0 0,7 0-84 0 0,36-4-12 0 0,103-16 0 0 0,-77 7-43 0 0,126-11-97 0 0,123-16-1049 0 0,-321 36 774 0 0,57-11-1527 0 0,-34-1-1512 0 0,-29 12 2462 0 0,1-1 0 0 0,-1 0 0 0 0,1 1 0 0 0,-1-1 0 0 0,1 0 0 0 0,-1 0 0 0 0,3-4-1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4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 1960 0 0,'15'13'15894'0'0,"-14"-5"-15846"0"0,-1 1 0 0 0,-1-1-1 0 0,0 0 1 0 0,0 0 0 0 0,0 0 0 0 0,-1 0-1 0 0,-3 9 1 0 0,-3 15 19 0 0,-1 19-416 0 0,-19 119 1232 0 0,23-84-3029 0 0,5-60-1174 0 0,5 34 0 0 0,-3-49 93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43.8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38 2620 0 0,'15'-37'11143'0'0,"-10"61"-9475"0"0,-17 183 1002 0 0,3-97-4555 0 0,8-96 683 0 0,-1 4-1131 0 0,3-4-3306 0 0,0-3 1001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44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65 1564 0 0,'14'-56'15818'0'0,"-13"48"-13476"0"0,-3 40-1544 0 0,-1 0-1 0 0,-12 47 1 0 0,-1 13-896 0 0,7-12-3201 0 0,5-26-2942 0 0,3-44 2181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44.3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3 128 224 0 0,'-1'-31'4531'0'0,"0"15"-1932"0"0,1 0 0 0 0,1 0-1 0 0,2-19 1 0 0,-3 34-2555 0 0,1 0 0 0 0,-1 1 0 0 0,0-1 0 0 0,0 0 0 0 0,0 1 1 0 0,1-1-1 0 0,-1 1 0 0 0,0-1 0 0 0,1 0 0 0 0,-1 1 0 0 0,0-1 0 0 0,1 1 0 0 0,-1-1 0 0 0,1 1 0 0 0,-1-1 0 0 0,1 1 1 0 0,-1 0-1 0 0,1-1 0 0 0,-1 1 0 0 0,1-1 0 0 0,0 1 0 0 0,-1 0 0 0 0,1 0 0 0 0,-1-1 0 0 0,1 1 0 0 0,0 0 0 0 0,20 2 371 0 0,17 16-135 0 0,-18-5-204 0 0,-1 2 0 0 0,0 0 0 0 0,-2 1 0 0 0,1 0 0 0 0,-2 2 0 0 0,0 0 1 0 0,-1 1-1 0 0,14 23 0 0 0,-8-8-9 0 0,-2 1-1 0 0,-1 1 1 0 0,-2 0 0 0 0,13 43 0 0 0,-18-42 5 0 0,-2 0 1 0 0,-1 1-1 0 0,-2-1 1 0 0,-1 2-1 0 0,-2-1 1 0 0,-2 0-1 0 0,-2 0 1 0 0,-1 1 0 0 0,-13 69-1 0 0,-1-35-408 0 0,-4-1-1 0 0,-31 75 1 0 0,-13-9-2685 0 0,41-97-179 0 0,-35 45 1 0 0,16-31-2747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47.2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619 10 16 0 0,'16'-9'18882'0'0,"-48"8"-18727"0"0,1 2 1 0 0,-1 2 0 0 0,-41 7 0 0 0,22-2-111 0 0,-95 13-181 0 0,144-20 114 0 0,-1-1-4 0 0,1 0 21 0 0,1 0 0 0 0,-1 0 0 0 0,0 1 0 0 0,0-1 0 0 0,0 1 0 0 0,1-1 0 0 0,-1 1 0 0 0,0 0 0 0 0,1-1 0 0 0,-1 1 1 0 0,1 0-1 0 0,-1 0 0 0 0,1 0 0 0 0,-1 0 0 0 0,1 1 0 0 0,0-1 0 0 0,-1 0 0 0 0,1 0 0 0 0,0 1 0 0 0,-1 1 0 0 0,-1 1 32 0 0,1 1 0 0 0,1-1 0 0 0,-1 1 0 0 0,1 0 0 0 0,-1-1 0 0 0,1 1 0 0 0,0 7 0 0 0,-23 495 3222 0 0,23-369-2877 0 0,-52 1041 1587 0 0,-11-574-438 0 0,62-592-1513 0 0,-61 643 290 0 0,62-644-266 0 0,-8 241 784 0 0,9-252-792 0 0,0 7 46 0 0,0-6-65 0 0,-1-1 1 0 0,1 0 0 0 0,0 0 0 0 0,0 0 0 0 0,0 0 0 0 0,0 0 0 0 0,0 1 0 0 0,0-1-1 0 0,0 0 1 0 0,0 0 0 0 0,1 0 0 0 0,-1 0 0 0 0,0 0 0 0 0,1 2 0 0 0,7 3 21 0 0,1-1 0 0 0,-1 0 1 0 0,1-1-1 0 0,0 1 0 0 0,0-2 1 0 0,1 1-1 0 0,14 2 0 0 0,76 12 35 0 0,-71-14-46 0 0,42 4-534 0 0,0-3-1 0 0,1-3 1 0 0,73-8 0 0 0,212-39-8417 0 0,-321 39 4949 0 0,47-15 0 0 0,-27 3-2857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48.0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32 644 0 0,'17'-31'18177'0'0,"-16"38"-18012"0"0,-14 274 5169 0 0,2-108-3768 0 0,6-98-679 0 0,-1 27 2610 0 0,6-101-3492 0 0,-1 12-3929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1.2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36 1220 0 0,'22'-22'11108'0'0,"-10"9"-7946"0"0,-12 13-3121 0 0,0 0 1 0 0,0 0 0 0 0,1 0 0 0 0,-1 0-1 0 0,0-1 1 0 0,0 1 0 0 0,1 0 0 0 0,-1 0-1 0 0,0 0 1 0 0,0 0 0 0 0,1 0 0 0 0,-1 0-1 0 0,0 0 1 0 0,1 0 0 0 0,-1 0-1 0 0,0 0 1 0 0,0 0 0 0 0,1 0 0 0 0,-1 0-1 0 0,0 1 1 0 0,0-1 0 0 0,1 0 0 0 0,-1 0-1 0 0,0 0 1 0 0,0 0 0 0 0,1 0 0 0 0,-1 0-1 0 0,0 1 1 0 0,0-1 0 0 0,1 0 0 0 0,-1 0-1 0 0,0 0 1 0 0,0 1 0 0 0,0-1 0 0 0,0 0-1 0 0,1 0 1 0 0,-1 1 0 0 0,0-1 0 0 0,0 0-1 0 0,0 0 1 0 0,0 1 0 0 0,0-1 0 0 0,0 0-1 0 0,0 0 1 0 0,0 1 0 0 0,0-1 0 0 0,0 0-1 0 0,0 1 1 0 0,0-1 0 0 0,0 0 0 0 0,0 0-1 0 0,0 1 1 0 0,0-1 0 0 0,0 1 0 0 0,4 36 1273 0 0,-2 0 0 0 0,-2 0 0 0 0,-9 74 0 0 0,3-39-343 0 0,-20 150 764 0 0,18-153-930 0 0,8-67-778 0 0,-2 2 1227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1.8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15 700 0 0,'-3'0'4221'0'0,"-23"-6"4054"0"0,12 4-2079 0 0,4 1-5666 0 0,18 2 293 0 0,19 2-369 0 0,193-7-49 0 0,-63 0 205 0 0,-144 3-1164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2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49 76 0 0,'16'-48'23086'0'0,"-14"55"-23212"0"0,-1 8 397 0 0,0 0 1 0 0,-1 0-1 0 0,-1 0 0 0 0,-4 21 0 0 0,1 4 153 0 0,-24 264 620 0 0,26-274-1022 0 0,-13 92 688 0 0,14-121-636 0 0,2 8 1073 0 0,-2-2-3533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5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76 1360 0 0,'1'-2'1907'0'0,"11"-43"6371"0"0,-11 43-7551 0 0,4-13 1543 0 0,-3 4-149 0 0,1 19-1486 0 0,-3 35 230 0 0,-1 1-1 0 0,-11 72 1 0 0,9-91-718 0 0,-4 29-600 0 0,-23 165 1359 0 0,15-147-4565 0 0,-3-1-4582 0 0,12-51 2053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7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5 1524 0 0,'3'-5'12292'0'0,"-21"152"-7129"0"0,5-24-3541 0 0,4-67-1125 0 0,-21 110 347 0 0,17-99-594 0 0,6-34 87 0 0,-10 37-1 0 0,16-69-368 0 0,0 2-771 0 0,0 1 892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8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 47 2140 0 0,'-14'-2'6012'0'0,"-23"-8"6982"0"0,27 10-9802 0 0,52 2-3046 0 0,0-2 0 0 0,70-10 0 0 0,29-1-8 0 0,-58 3 61 0 0,-61 3-196 0 0,-20 5-35 0 0,4-1-136 0 0,5 0-3352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 45 2804 0 0,'12'-24'9825'0'0,"-2"3"-1613"0"0,-8 33-7634 0 0,-4 46 1619 0 0,-14 84-1 0 0,-21 58-828 0 0,4-34-705 0 0,31-150-586 0 0,1-10-185 0 0,0 0 0 0 0,0 0 0 0 0,0 0 0 0 0,-4 9 1 0 0,1-2-4848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2:59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30 165 556 0 0,'0'0'3894'0'0,"-21"-30"5654"0"0,19 27-9332 0 0,1 0-1 0 0,0 0 1 0 0,0 0 0 0 0,0 0 0 0 0,0 0-1 0 0,0 0 1 0 0,1 0 0 0 0,0 0-1 0 0,-1 0 1 0 0,1-1 0 0 0,0 1-1 0 0,1 0 1 0 0,-1 0 0 0 0,0 0 0 0 0,1 0-1 0 0,0 0 1 0 0,-1 0 0 0 0,1 0-1 0 0,2-4 1 0 0,0 3-206 0 0,1 0-1 0 0,-1-1 1 0 0,1 1-1 0 0,0 0 1 0 0,0 1-1 0 0,0-1 1 0 0,1 1 0 0 0,-1 0-1 0 0,10-5 1 0 0,-6 3-21 0 0,0 1-1 0 0,1 1 1 0 0,0-1 0 0 0,0 1 0 0 0,-1 1 0 0 0,2 0 0 0 0,-1 0-1 0 0,0 1 1 0 0,0 0 0 0 0,1 0 0 0 0,-1 1 0 0 0,0 0 0 0 0,0 1-1 0 0,15 3 1 0 0,-19-3 9 0 0,1 0-1 0 0,-1 0 0 0 0,1 1 1 0 0,-1 0-1 0 0,0 0 0 0 0,1 1 0 0 0,-1-1 1 0 0,0 1-1 0 0,-1 0 0 0 0,1 1 1 0 0,0-1-1 0 0,-1 1 0 0 0,0 0 1 0 0,0 0-1 0 0,0 0 0 0 0,0 0 1 0 0,-1 1-1 0 0,0-1 0 0 0,1 1 0 0 0,-2 0 1 0 0,1 0-1 0 0,-1 0 0 0 0,1 1 1 0 0,1 9-1 0 0,-2-7 22 0 0,-2-1-1 0 0,1 0 1 0 0,-1 1-1 0 0,0-1 1 0 0,-1 0-1 0 0,0 1 1 0 0,0-1 0 0 0,0 0-1 0 0,-1 0 1 0 0,0 0-1 0 0,-1 0 1 0 0,1 0-1 0 0,-1 0 1 0 0,-1 0-1 0 0,-7 10 1 0 0,-6 9 341 0 0,-1-2 1 0 0,-30 32-1 0 0,39-47-177 0 0,-121 116 2386 0 0,129-124-2552 0 0,0 0 0 0 0,0-1-1 0 0,0 1 1 0 0,0 0 0 0 0,0 0 0 0 0,0 0 0 0 0,0 0 0 0 0,0 0 0 0 0,1 0 0 0 0,-1 1 0 0 0,0-1 0 0 0,1 0 0 0 0,-2 2 0 0 0,2-2-15 0 0,0-1 0 0 0,1 1 1 0 0,-1-1-1 0 0,0 0 0 0 0,0 1 1 0 0,0-1-1 0 0,0 0 0 0 0,0 0 1 0 0,0 1-1 0 0,1-1 0 0 0,-1 0 1 0 0,0 1-1 0 0,0-1 0 0 0,0 0 1 0 0,1 0-1 0 0,-1 1 0 0 0,0-1 1 0 0,0 0-1 0 0,1 0 0 0 0,-1 1 1 0 0,0-1-1 0 0,1 0 0 0 0,-1 0 1 0 0,0 0-1 0 0,1 0 0 0 0,-1 0 1 0 0,0 1-1 0 0,1-1 0 0 0,-1 0 1 0 0,0 0-1 0 0,1 0 0 0 0,6 1-4 0 0,-1-1 0 0 0,1 0-1 0 0,-1 0 1 0 0,8-1 0 0 0,-4 1 32 0 0,408-37 189 0 0,-403 35-181 0 0,31-3-3529 0 0,-43 5 2499 0 0,8-3-3216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0.7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44 1976 0 0,'-11'-3'13597'0'0,"47"-3"-12892"0"0,64-2 0 0 0,-11 2-485 0 0,68-10 2275 0 0,-155 16-2273 0 0,14-2 104 0 0,-13 2-114 0 0,18-3-1604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1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57 1832 0 0,'10'-21'8397'0'0,"8"-14"3632"0"0,-18 35-11937 0 0,2 2 49 0 0,-1 1 0 0 0,1 0-1 0 0,-1 0 1 0 0,0 0 0 0 0,0 0 0 0 0,0 1-1 0 0,0-1 1 0 0,0 0 0 0 0,-1 0 0 0 0,0 0-1 0 0,1 5 1 0 0,-2 45 965 0 0,1-29-765 0 0,-4 54 119 0 0,-23 127 0 0 0,11-101-3869 0 0,5 1-4285 0 0,9-82 2611 0 0,1-4-2733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2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45 952 0 0,'-22'-11'14172'0'0,"22"11"-14101"0"0,0 0 0 0 0,0 0-1 0 0,0 0 1 0 0,-1 0 0 0 0,1 0 0 0 0,0-1 0 0 0,0 1-1 0 0,-1 0 1 0 0,1 0 0 0 0,0 0 0 0 0,0 0 0 0 0,0 0-1 0 0,0 0 1 0 0,-1-1 0 0 0,1 1 0 0 0,0 0 0 0 0,0 0 0 0 0,0 0-1 0 0,0-1 1 0 0,0 1 0 0 0,0 0 0 0 0,-1 0 0 0 0,1 0-1 0 0,0-1 1 0 0,0 1 0 0 0,0 0 0 0 0,0 0 0 0 0,0-1-1 0 0,0 1 1 0 0,0 0 0 0 0,0 0 0 0 0,0 0 0 0 0,0-1-1 0 0,0 1 1 0 0,0 0 0 0 0,0 0 0 0 0,0-1 0 0 0,0 1-1 0 0,0 0 1 0 0,1-1 0 0 0,9-5 699 0 0,25-2-1180 0 0,-30 7 667 0 0,15-3-243 0 0,1 1-1 0 0,-1 1 1 0 0,30 0 0 0 0,-38 3-25 0 0,1 0 0 0 0,-1 0-1 0 0,1 1 1 0 0,-1 1 0 0 0,0 0 0 0 0,0 1-1 0 0,12 5 1 0 0,-22-9 12 0 0,0 1-1 0 0,0 0 1 0 0,0 0-1 0 0,0 0 1 0 0,0 1-1 0 0,-1-1 1 0 0,1 0 0 0 0,0 1-1 0 0,0-1 1 0 0,-1 1-1 0 0,1-1 1 0 0,-1 1-1 0 0,0 0 1 0 0,1 0 0 0 0,-1 0-1 0 0,0 0 1 0 0,0 0-1 0 0,0 0 1 0 0,0 0-1 0 0,-1 0 1 0 0,1 0-1 0 0,0 0 1 0 0,-1 0 0 0 0,0 1-1 0 0,1-1 1 0 0,-1 0-1 0 0,0 0 1 0 0,0 0-1 0 0,0 1 1 0 0,-1 2 0 0 0,0 1 2 0 0,-1 0 1 0 0,0-1-1 0 0,0 1 1 0 0,0-1-1 0 0,-1 0 1 0 0,1 0-1 0 0,-1 0 1 0 0,-1 0 0 0 0,1 0-1 0 0,-8 7 1 0 0,-50 55 398 0 0,60-65-303 0 0,-2 0 10 0 0,2-1-78 0 0,1-1-1 0 0,-1 0 0 0 0,1 1 0 0 0,-1 0 1 0 0,0-1-1 0 0,1 1 0 0 0,-1-1 1 0 0,1 1-1 0 0,-1 0 0 0 0,1-1 0 0 0,0 1 1 0 0,-1 0-1 0 0,1-1 0 0 0,0 1 1 0 0,-1 0-1 0 0,1 1 0 0 0,3-2-42 0 0,-1 0 0 0 0,0 0 1 0 0,0 0 0 0 0,0 0-1 0 0,0 0 1 0 0,0 1 0 0 0,0-1-1 0 0,0 1 1 0 0,0 0 0 0 0,0-1 0 0 0,0 1-1 0 0,0 0 1 0 0,-1 0 0 0 0,1 0-1 0 0,0 0 1 0 0,2 3 0 0 0,2 0 107 0 0,0 0 0 0 0,-1 0 1 0 0,1 1-1 0 0,-1-1 0 0 0,0 1 0 0 0,0 0 0 0 0,-1 1 1 0 0,1-1-1 0 0,-1 1 0 0 0,0 0 0 0 0,-1 0 1 0 0,1 1-1 0 0,-1-1 0 0 0,-1 1 0 0 0,1-1 1 0 0,-1 1-1 0 0,0 0 0 0 0,-1 0 0 0 0,2 12 1 0 0,-3-17 54 0 0,-1 1 1 0 0,1 0-1 0 0,-1-1 1 0 0,0 1-1 0 0,0-1 1 0 0,0 1-1 0 0,0-1 1 0 0,0 1-1 0 0,0-1 1 0 0,-1 0-1 0 0,1 1 1 0 0,-1-1-1 0 0,1 0 1 0 0,-1 0-1 0 0,0 0 1 0 0,0 0-1 0 0,0 0 1 0 0,0-1-1 0 0,0 1 1 0 0,-1-1-1 0 0,1 1 1 0 0,-3 0-1 0 0,-3 3 147 0 0,0-2 0 0 0,0 1-1 0 0,0-1 1 0 0,0-1-1 0 0,-14 3 1 0 0,-7 0 54 0 0,-1-3-1 0 0,0 0 1 0 0,0-2 0 0 0,-46-5-1 0 0,-117-28-2683 0 0,175 30 1493 0 0,4-1-801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3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 25 1596 0 0,'8'-24'17668'0'0,"-6"35"-14870"0"0,0 31-1471 0 0,-6 49 428 0 0,-20 110 0 0 0,2-27-4658 0 0,20-113-1648 0 0,3-57 3702 0 0,-1 1 1 0 0,1-1 0 0 0,0 1 0 0 0,0-1 0 0 0,0 0-1 0 0,3 7 1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4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32 876 0 0,'-2'-15'18772'0'0,"1"15"-18683"0"0,-12 14 1178 0 0,-12 21-1136 0 0,17-20 83 0 0,-13 21 131 0 0,1 1 1 0 0,-15 40 0 0 0,31-67-313 0 0,1 0 0 0 0,0 1 0 0 0,0-1 0 0 0,1 1 0 0 0,0 0 0 0 0,1 0 0 0 0,0-1 0 0 0,0 1 0 0 0,1 0 1 0 0,1 0-1 0 0,0 0 0 0 0,1 0 0 0 0,2 11 0 0 0,-3-19-13 0 0,1 1 1 0 0,-1 0 0 0 0,1-1-1 0 0,0 1 1 0 0,-1-1 0 0 0,2 0-1 0 0,-1 1 1 0 0,0-1 0 0 0,0 0-1 0 0,1 0 1 0 0,0-1 0 0 0,0 1-1 0 0,0-1 1 0 0,0 1 0 0 0,0-1-1 0 0,5 3 1 0 0,-3-3-3 0 0,0 1-1 0 0,0-2 1 0 0,1 1-1 0 0,-1 0 1 0 0,1-1-1 0 0,-1 0 1 0 0,1 0-1 0 0,0-1 1 0 0,-1 0-1 0 0,9 0 1 0 0,-3-1 70 0 0,-1-1 0 0 0,1 0-1 0 0,-1 0 1 0 0,1-1 0 0 0,-1 0 0 0 0,0-1-1 0 0,0 0 1 0 0,0-1 0 0 0,-1 0 0 0 0,1 0-1 0 0,11-10 1 0 0,-7 3 239 0 0,0-1-1 0 0,-2 0 0 0 0,1-1 1 0 0,-2-1-1 0 0,0 0 1 0 0,0-1-1 0 0,9-18 1 0 0,-16 25-177 0 0,1 0 1 0 0,-1 0 0 0 0,-1 0 0 0 0,0-1 0 0 0,0 1 0 0 0,-1-1 0 0 0,0 1 0 0 0,0-1 0 0 0,-1 0 0 0 0,-1 0-1 0 0,0 0 1 0 0,0 0 0 0 0,-1 1 0 0 0,0-1 0 0 0,-3-11 0 0 0,3 16-203 0 0,-1-1 1 0 0,-1 1-1 0 0,1 0 1 0 0,-1 0-1 0 0,0 0 1 0 0,0 0-1 0 0,0 0 1 0 0,-1 1-1 0 0,1-1 1 0 0,-1 1-1 0 0,0 0 0 0 0,-7-5 1 0 0,4 4-186 0 0,-1 0 0 0 0,0 0 1 0 0,0 1-1 0 0,0 0 0 0 0,0 0 0 0 0,-1 1 1 0 0,-13-3-1 0 0,10 3-912 0 0,-1 1 1 0 0,0 0-1 0 0,0 1 1 0 0,-25 1-1 0 0,28 1-887 0 0,-1 0 0 0 0,1 0 0 0 0,-1 2 0 0 0,1-1 0 0 0,-18 8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4.8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33 92 0 0,'-6'-32'22768'0'0,"5"34"-22723"0"0,1 0-1 0 0,0 0 0 0 0,0 0 1 0 0,0 0-1 0 0,0 0 1 0 0,0 0-1 0 0,1 0 0 0 0,-1 0 1 0 0,0 0-1 0 0,2 3 1 0 0,0 5 105 0 0,15 199 823 0 0,-8-82-2953 0 0,4-1-5227 0 0,-9-102 2113 0 0,1-1-2693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6.0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496 65 2044 0 0,'-55'-30'12007'0'0,"54"29"-11347"0"0,-27-14 5306 0 0,269 3-3898 0 0,-109 8-1834 0 0,-124 3-137 0 0,22-1 534 0 0,-1 2 0 0 0,37 4 1 0 0,-65-4-628 0 0,0 1 0 0 0,0-1 1 0 0,0 1-1 0 0,0-1 0 0 0,1 1 1 0 0,-1 0-1 0 0,0 0 1 0 0,0 0-1 0 0,0-1 0 0 0,0 1 1 0 0,0 0-1 0 0,-1 0 0 0 0,1 0 1 0 0,0 0-1 0 0,0 1 0 0 0,-1-1 1 0 0,1 0-1 0 0,0 2 1 0 0,10 23 105 0 0,-11-25-105 0 0,5 16 145 0 0,-1 1 1 0 0,0 0 0 0 0,-2 0-1 0 0,2 22 1 0 0,-5 77 424 0 0,0-49-379 0 0,-51 745 881 0 0,34-613-957 0 0,-10 94-176 0 0,-24 319 319 0 0,17-110 251 0 0,-6 107 144 0 0,19-233-425 0 0,21-353-16 0 0,-9 119 2832 0 0,9-133-3049 0 0,1 1 0 0 0,0-1 0 0 0,-5-3 0 0 0,-2-5 0 0 0,1-1 0 0 0,-1 0 0 0 0,0 0 0 0 0,1-1 0 0 0,-1 1 0 0 0,-11-2 0 0 0,-17 1 0 0 0,6 2-116 0 0,-111 9-3322 0 0,-189 12-11794 0 0,222-16 3655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9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7 2248 0 0,'-42'5'17264'0'0,"31"-6"-15409"0"0,24-2-1796 0 0,0 0 1 0 0,0 1 0 0 0,0 1-1 0 0,1 0 1 0 0,-1 1 0 0 0,0 0 0 0 0,14 3-1 0 0,-6 0-67 0 0,-1 0-1 0 0,0 2 1 0 0,39 14 0 0 0,-54-17 10 0 0,0 0 0 0 0,0 0 1 0 0,0 1-1 0 0,0-1 1 0 0,-1 1-1 0 0,1 0 0 0 0,-1 1 1 0 0,0-1-1 0 0,0 1 1 0 0,0 0-1 0 0,0 0 0 0 0,-1 0 1 0 0,6 10-1 0 0,-7-11 7 0 0,-1 0 0 0 0,0 0 1 0 0,1 1-1 0 0,-1-1 0 0 0,-1 0 0 0 0,1 1 0 0 0,-1-1 0 0 0,1 1 0 0 0,-1-1 1 0 0,0 1-1 0 0,0-1 0 0 0,0 1 0 0 0,-1-1 0 0 0,1 1 0 0 0,-1-1 1 0 0,0 1-1 0 0,0-1 0 0 0,0 1 0 0 0,-1-1 0 0 0,1 0 0 0 0,-1 0 1 0 0,-2 4-1 0 0,-6 8 236 0 0,0-1 0 0 0,-1 0 0 0 0,-1-1 0 0 0,0-1 0 0 0,-1 1 0 0 0,0-2 1 0 0,-1 0-1 0 0,-23 14 0 0 0,24-14 732 0 0,6-5-587 0 0,9-11 444 0 0,0 4-834 0 0,0 0 1 0 0,0 0-1 0 0,-1 0 0 0 0,1 0 1 0 0,0 1-1 0 0,0-1 0 0 0,0 0 1 0 0,0 1-1 0 0,0-1 0 0 0,0 1 1 0 0,0 0-1 0 0,0 0 1 0 0,0 0-1 0 0,0 0 0 0 0,0 0 1 0 0,3 0-1 0 0,0 0-5 0 0,7 1 6 0 0,1 0-1 0 0,0 1 1 0 0,-1 0-1 0 0,0 1 0 0 0,1 0 1 0 0,-1 1-1 0 0,0 0 1 0 0,16 9-1 0 0,-19-8 1 0 0,-1-1 0 0 0,1 2 0 0 0,-1-1-1 0 0,0 1 1 0 0,0 0 0 0 0,-1 1 0 0 0,0 0-1 0 0,0 0 1 0 0,0 1 0 0 0,-1-1 0 0 0,9 16-1 0 0,-13-19 23 0 0,0 0-1 0 0,0 0 0 0 0,-1 0 0 0 0,1 0 0 0 0,-1 0 0 0 0,0 0 0 0 0,0 0 0 0 0,0 1 1 0 0,-1-1-1 0 0,0 0 0 0 0,1 0 0 0 0,-2 1 0 0 0,1-1 0 0 0,0 0 0 0 0,-1 1 1 0 0,0-1-1 0 0,0 0 0 0 0,0 0 0 0 0,0 0 0 0 0,-1 1 0 0 0,1-2 0 0 0,-1 1 0 0 0,0 0 1 0 0,-1 0-1 0 0,1 0 0 0 0,0-1 0 0 0,-1 0 0 0 0,0 1 0 0 0,0-1 0 0 0,-6 5 0 0 0,1-1 48 0 0,-1-1 0 0 0,1 0 0 0 0,-1 0 0 0 0,0-1 0 0 0,-1 0 0 0 0,1-1 0 0 0,-1 0 0 0 0,0-1 0 0 0,0 1-1 0 0,0-2 1 0 0,-18 3 0 0 0,12-4-7 0 0,-1 0-1 0 0,0-1 1 0 0,-30-5-1 0 0,38 4-500 0 0,0-1-1 0 0,-1 0 1 0 0,1-1-1 0 0,0 0 1 0 0,1 0-1 0 0,-1-1 1 0 0,1 0-1 0 0,-12-7 1 0 0,19 10 105 0 0,-1 0 1 0 0,1-1-1 0 0,0 1 1 0 0,-1-1-1 0 0,1 1 1 0 0,0 0-1 0 0,0-1 0 0 0,0 0 1 0 0,0 1-1 0 0,0-1 1 0 0,0 0-1 0 0,1 1 1 0 0,-1-1-1 0 0,0 0 1 0 0,1 0-1 0 0,0 0 0 0 0,-1 1 1 0 0,1-4-1 0 0,0 4-355 0 0,0-1 0 0 0,0 0 0 0 0,0 0 0 0 0,0 0-1 0 0,1 0 1 0 0,-1 0 0 0 0,1 0 0 0 0,-1 1 0 0 0,1-1 0 0 0,0 0-1 0 0,1-2 1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9.3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19 476 0 0,'16'-6'7890'0'0,"22"-5"1118"0"0,-29 10-7813 0 0,-9 1-1127 0 0,1 0 0 0 0,0 0 0 0 0,0 0 1 0 0,-1 0-1 0 0,1 0 0 0 0,0 0 0 0 0,0 0 0 0 0,-1 0 0 0 0,1 0 0 0 0,0 0 0 0 0,0 0 1 0 0,-1 0-1 0 0,1 0 0 0 0,0 1 0 0 0,0-1 0 0 0,-1 0 0 0 0,1 0 0 0 0,0 1 0 0 0,-1-1 0 0 0,1 1 1 0 0,0-1-1 0 0,0 1 0 0 0,29 23 1034 0 0,-1 1-1 0 0,-2 2 1 0 0,45 53 0 0 0,-36-39-830 0 0,-8-6-210 0 0,15 16-1441 0 0,-38-47 334 0 0,-1 1 1 0 0,1-1 0 0 0,1 0-1 0 0,-1 0 1 0 0,0 0 0 0 0,1-1-1 0 0,8 4 1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09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424 50 2816 0 0,'-1'-4'2187'0'0,"-3"-16"4676"0"0,3 18-6106 0 0,0-1-1 0 0,1 0 1 0 0,-2 1 0 0 0,1-1-1 0 0,0 1 1 0 0,0-1-1 0 0,-3-3 1 0 0,3 5-209 0 0,-17 20 1262 0 0,7-9-1097 0 0,-213 276 3995 0 0,86-87-7689 0 0,123-175-660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10.2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81 3628 0 0,'20'-24'8868'0'0,"29"-28"0"0"0,-45 48-8248 0 0,-4 4-609 0 0,0 0-1 0 0,0 0 1 0 0,1 0 0 0 0,-1 0-1 0 0,0 0 1 0 0,0 0 0 0 0,0 0-1 0 0,1-1 1 0 0,-1 1 0 0 0,0 0-1 0 0,0 0 1 0 0,1 0 0 0 0,-1 0-1 0 0,0 0 1 0 0,0 1-1 0 0,0-1 1 0 0,1 0 0 0 0,-1 0-1 0 0,0 0 1 0 0,0 0 0 0 0,0 0-1 0 0,1 0 1 0 0,-1 0 0 0 0,0 0-1 0 0,0 0 1 0 0,0 0 0 0 0,1 1-1 0 0,-1-1 1 0 0,0 0 0 0 0,0 0-1 0 0,0 0 1 0 0,0 0 0 0 0,0 1-1 0 0,1-1 1 0 0,-1 0 0 0 0,0 0-1 0 0,0 0 1 0 0,0 1 0 0 0,0-1-1 0 0,0 0 1 0 0,0 0-1 0 0,0 0 1 0 0,0 1 0 0 0,0-1-1 0 0,0 0 1 0 0,0 0 0 0 0,0 1-1 0 0,0-1 1 0 0,0 0 0 0 0,0 0-1 0 0,0 1 1 0 0,3 13 376 0 0,-1 67 254 0 0,-3-60-556 0 0,1 0 0 0 0,1-1 1 0 0,0 1-1 0 0,2 0 0 0 0,1 0 0 0 0,6 21 0 0 0,-9-39-64 0 0,0 0 0 0 0,1 0 0 0 0,-1-1-1 0 0,1 1 1 0 0,-1 0 0 0 0,1-1 0 0 0,0 1-1 0 0,0-1 1 0 0,0 0 0 0 0,0 0 0 0 0,1 1 0 0 0,-1-1-1 0 0,1-1 1 0 0,-1 1 0 0 0,1 0 0 0 0,0-1-1 0 0,2 2 1 0 0,-3-2-10 0 0,-1 0 0 0 0,0-1 0 0 0,1 1 0 0 0,-1 0 0 0 0,1-1 0 0 0,-1 1 0 0 0,1-1 0 0 0,0 0 0 0 0,-1 0 0 0 0,1 1 0 0 0,-1-1-1 0 0,1 0 1 0 0,0 0 0 0 0,-1 0 0 0 0,1-1 0 0 0,2 1 0 0 0,1-2 13 0 0,3 2-8 0 0,-1-2 0 0 0,1 1 1 0 0,-1-1-1 0 0,0 0 0 0 0,0-1 0 0 0,0 0 0 0 0,0 0 0 0 0,0 0 0 0 0,0-1 0 0 0,-1 0 0 0 0,0-1 0 0 0,9-7 0 0 0,2-3-29 0 0,-1 0 0 0 0,27-34 0 0 0,3-16 1159 0 0,14-38 4952 0 0,-59 101-5936 0 0,0 13-48 0 0,1 6-8 0 0,-124 544 119 0 0,88-409-225 0 0,33-143-96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10.4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5428 0 0,'21'19'17243'0'0,"-15"-16"-17008"0"0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27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31 1392 0 0,'10'-31'10782'0'0,"-8"35"-10448"0"0,-1 0 1 0 0,0 0-1 0 0,0 0 0 0 0,0 1 0 0 0,-1-1 0 0 0,1 5 0 0 0,1 107 2131 0 0,-20 182 1 0 0,2-102-1195 0 0,-25 1102 3950 0 0,40-1149-4874 0 0,-15 1161 885 0 0,14-1219-2026 0 0,-6 344 2212 0 0,7-290-4298 0 0,0 1-4531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28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1308 0 0,'6'8'18445'0'0,"-8"-7"-18232"0"0,1 1-1 0 0,0-1 1 0 0,1 1-1 0 0,-1-1 1 0 0,0 1-1 0 0,0 0 1 0 0,1-1-1 0 0,-1 1 0 0 0,1 0 1 0 0,-1 0-1 0 0,1-1 1 0 0,0 1-1 0 0,0 0 1 0 0,0 0-1 0 0,0 0 1 0 0,0 2-1 0 0,6 36 192 0 0,-2-10 172 0 0,6 424 1603 0 0,-10-422-1866 0 0,0-30-278 0 0,0 6 939 0 0,0-3-944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0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79 1584 0 0,'1'-3'2729'0'0,"13"-55"11758"0"0,-13 56-13795 0 0,2-6 1068 0 0,0 1-269 0 0,3 13-1002 0 0,1 6-123 0 0,-2 0-1 0 0,0 0 1 0 0,0 1 0 0 0,-1-1-1 0 0,4 22 1 0 0,7 70 1310 0 0,-12-78-1618 0 0,1 113 624 0 0,-5-101-563 0 0,0-13-2074 0 0,0 11-7445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0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36 1604 0 0,'-11'-4'7748'0'0,"-7"-7"-461"0"0,-3 5 1621 0 0,97 9-8556 0 0,128-12 0 0 0,-184 8-187 0 0,63-6 1687 0 0,-80 7-1754 0 0,14-1-1913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0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59 2820 0 0,'18'-44'17154'0'0,"-11"30"-11561"0"0,-6 14-5519 0 0,-1 0 1 0 0,0 0 0 0 0,0-1-1 0 0,0 1 1 0 0,0 0-1 0 0,1 0 1 0 0,-1 0-1 0 0,0 0 1 0 0,0 0-1 0 0,0 0 1 0 0,1 0 0 0 0,-1 0-1 0 0,0 0 1 0 0,0 0-1 0 0,1 0 1 0 0,2 54 2536 0 0,-6 76 0 0 0,1-72-1826 0 0,5 380-817 0 0,-2-431-438 0 0,1 1 1394 0 0,-2-2-3238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2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32 0 0,'20'-36'23089'0'0,"-18"41"-24329"0"0,4 25 2883 0 0,5 57 1 0 0,-8-53-961 0 0,14 420 4081 0 0,-17-434-3910 0 0,0-12-3354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2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63 408 0 0,'-3'0'4284'0'0,"-5"1"-3163"0"0,-21-1 9769 0 0,20 1-7554 0 0,-1 2 860 0 0,21-1-3874 0 0,1 1 0 0 0,0-1 0 0 0,0-1 1 0 0,-1 0-1 0 0,1-1 0 0 0,0 0 0 0 0,0-1 0 0 0,13-2 1 0 0,4 0-102 0 0,79-8 220 0 0,136-31 1 0 0,-186 33-272 0 0,-55 8-180 0 0,23-5-2064 0 0,-23 6 1167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2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50 3028 0 0,'8'-14'8265'0'0,"8"-21"6219"0"0,-7 46-11894 0 0,-2 21-1608 0 0,-2 1 0 0 0,-1-1 0 0 0,-1 67 0 0 0,-2-45-510 0 0,1 34-889 0 0,8 144-2273 0 0,-10-226 1236 0 0,2 9-1694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44 1908 0 0,'-20'-11'11339'0'0,"16"6"-9560"0"0,3 5-1565 0 0,0 0 0 0 0,0-1 1 0 0,1 1-1 0 0,-1-1 0 0 0,0 1 1 0 0,1-1-1 0 0,-1 1 0 0 0,1-1 0 0 0,-1 0 1 0 0,1 1-1 0 0,-1-1 0 0 0,1 0 1 0 0,-1 1-1 0 0,1-1 0 0 0,0 0 0 0 0,-1 1 1 0 0,1-1-1 0 0,0 0 0 0 0,0 0 1 0 0,-1 0-1 0 0,1 1 0 0 0,0-1 0 0 0,0 0 1 0 0,0 0-1 0 0,0 0 0 0 0,0 1 1 0 0,0-1-1 0 0,0 0 0 0 0,0 0 0 0 0,1 0 1 0 0,-1 0-190 0 0,1 0 0 0 0,-1 1 0 0 0,1 0 0 0 0,-1-1 0 0 0,1 1 0 0 0,0-1 0 0 0,-1 1 0 0 0,1 0 0 0 0,0-1 0 0 0,-1 1 0 0 0,1 0 0 0 0,0 0 0 0 0,-1-1 0 0 0,1 1 0 0 0,0 0 0 0 0,-1 0 0 0 0,1 0 0 0 0,0 0 0 0 0,0 0 0 0 0,1 0 0 0 0,18 1 188 0 0,-8 1-198 0 0,0 1 1 0 0,-1 0-1 0 0,1 1 1 0 0,-1 0-1 0 0,1 0 1 0 0,-2 1-1 0 0,1 1 1 0 0,0 0-1 0 0,-1 0 1 0 0,11 9-1 0 0,-17-11 34 0 0,1 0-1 0 0,-1-1 0 0 0,0 1 0 0 0,0 1 1 0 0,0-1-1 0 0,-1 0 0 0 0,1 1 1 0 0,-1 0-1 0 0,0 0 0 0 0,-1 0 0 0 0,1 0 1 0 0,-1 0-1 0 0,0 1 0 0 0,0-1 0 0 0,-1 0 1 0 0,1 1-1 0 0,-1 0 0 0 0,0-1 1 0 0,-1 1-1 0 0,1 0 0 0 0,-1 0 0 0 0,0-1 1 0 0,-1 1-1 0 0,-1 6 0 0 0,-1 1 369 0 0,-1-1 0 0 0,-1 1 1 0 0,0-1-1 0 0,-1 0 0 0 0,0-1 0 0 0,0 1 0 0 0,-2-1 0 0 0,1-1 0 0 0,-15 16 1 0 0,-10 8 959 0 0,-49 39 1 0 0,40-37-693 0 0,-42 38 681 0 0,83-74-1366 0 0,-1 0 0 0 0,1 0 0 0 0,0 0 0 0 0,-1 0 0 0 0,1 1 0 0 0,0-1 0 0 0,-1 0 0 0 0,1 0 0 0 0,0 0 0 0 0,0 1 1 0 0,-1-1-1 0 0,1 0 0 0 0,0 1 0 0 0,0-1 0 0 0,0 0 0 0 0,-1 0 0 0 0,1 1 0 0 0,0-1 0 0 0,0 0 0 0 0,0 1 0 0 0,0-1 0 0 0,0 0 1 0 0,0 1-1 0 0,-1-1 0 0 0,1 1 0 0 0,0-1 0 0 0,0 0 0 0 0,0 1 0 0 0,0-1 0 0 0,0 0 0 0 0,0 1 0 0 0,1-1 0 0 0,-1 0 0 0 0,0 1 0 0 0,0-1 1 0 0,0 0-1 0 0,0 1 0 0 0,0-1 0 0 0,0 0 0 0 0,1 1 0 0 0,-1-1 0 0 0,0 0 0 0 0,0 1 0 0 0,0-1 0 0 0,1 0 0 0 0,-1 0 0 0 0,0 1 1 0 0,1-1-1 0 0,-1 0 0 0 0,0 0 0 0 0,0 1 0 0 0,1-1 0 0 0,-1 0 0 0 0,0 0 0 0 0,1 0 0 0 0,-1 0 0 0 0,0 0 0 0 0,1 0 0 0 0,-1 1 0 0 0,0-1 1 0 0,1 0-1 0 0,-1 0 0 0 0,1 0 0 0 0,-1 0 0 0 0,1 0 0 0 0,4 1 0 0 0,1 0 0 0 0,0 0 0 0 0,-1-1 0 0 0,1 1 0 0 0,0-1 0 0 0,-1 0 0 0 0,8-2 0 0 0,11 1 0 0 0,322-9 0 0 0,-168 3 0 0 0,-61-1 0 0 0,-89 6-144 0 0,-22 1-312 0 0,4-3-153 0 0,-9 4 654 0 0,18-9-4901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5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16 104 1412 0 0,'-8'-8'5501'0'0,"7"6"-5162"0"0,0 1 0 0 0,0 0 0 0 0,1-1 0 0 0,-1 1 0 0 0,0 0 0 0 0,1-1 0 0 0,-1 1 0 0 0,1-1 0 0 0,0 1 0 0 0,-1-1 0 0 0,1 1 0 0 0,0-1 0 0 0,0 0 0 0 0,0 1 0 0 0,0-1 0 0 0,0 1 0 0 0,1-2 0 0 0,0 0-241 0 0,0 1 0 0 0,0 0 0 0 0,0 0 0 0 0,0 0 0 0 0,1 0-1 0 0,-1 0 1 0 0,1 0 0 0 0,-1 0 0 0 0,1 0 0 0 0,0 1 0 0 0,0-1-1 0 0,2-1 1 0 0,4-2-44 0 0,0 0 0 0 0,1 0 1 0 0,0 0-1 0 0,0 2 0 0 0,0-1 0 0 0,0 1 0 0 0,0 0 0 0 0,1 1 0 0 0,-1 0 0 0 0,1 0 0 0 0,0 1 0 0 0,-1 1 1 0 0,1-1-1 0 0,0 2 0 0 0,0-1 0 0 0,-1 1 0 0 0,1 1 0 0 0,0 0 0 0 0,-1 0 0 0 0,1 1 0 0 0,-1 0 0 0 0,12 6 0 0 0,-18-7-50 0 0,1 0 1 0 0,-1 0-1 0 0,0 0 0 0 0,0 0 0 0 0,0 1 0 0 0,0 0 0 0 0,0-1 0 0 0,-1 1 0 0 0,1 0 0 0 0,-1 0 0 0 0,0 1 0 0 0,0-1 0 0 0,0 0 0 0 0,0 1 0 0 0,-1-1 0 0 0,3 7 0 0 0,-3-4 1 0 0,0 0 1 0 0,0 0-1 0 0,-1 0 0 0 0,0 0 0 0 0,0-1 1 0 0,0 1-1 0 0,-1 0 0 0 0,1 0 0 0 0,-2 0 0 0 0,0 5 1 0 0,-5 8 26 0 0,0-1 0 0 0,-1 0 0 0 0,0 0 0 0 0,-2-1 1 0 0,-17 24-1 0 0,-12 19 2714 0 0,38-59-2380 0 0,1 0-353 0 0,0-1 0 0 0,0 0 0 0 0,0 1 0 0 0,0-1 0 0 0,0 0-1 0 0,0 1 1 0 0,0-1 0 0 0,0 0 0 0 0,0 1 0 0 0,0-1 0 0 0,0 0 0 0 0,0 1 0 0 0,0-1 0 0 0,1 0 0 0 0,-1 1-1 0 0,0-1 1 0 0,0 0 0 0 0,0 1 0 0 0,0-1 0 0 0,1 0 0 0 0,-1 0 0 0 0,0 1 0 0 0,0-1 0 0 0,1 0 0 0 0,-1 0-1 0 0,0 1 1 0 0,0-1 0 0 0,1 0 0 0 0,28 4 103 0 0,-12-1-122 0 0,-1 2 0 0 0,0 0 0 0 0,0 0 0 0 0,-1 2 0 0 0,0-1-1 0 0,25 17 1 0 0,-31-18 32 0 0,-1 1 0 0 0,1 1-1 0 0,-1 0 1 0 0,0 0-1 0 0,0 0 1 0 0,-1 1 0 0 0,0 0-1 0 0,0 1 1 0 0,-1-1 0 0 0,0 1-1 0 0,7 17 1 0 0,-11-21 195 0 0,0 0 1 0 0,0 0-1 0 0,0 0 0 0 0,-1 1 1 0 0,0-1-1 0 0,0 1 1 0 0,-1-1-1 0 0,0 0 0 0 0,1 1 1 0 0,-2-1-1 0 0,1 1 1 0 0,-1-1-1 0 0,0 1 0 0 0,0-1 1 0 0,0 1-1 0 0,-4 7 1 0 0,2-6 31 0 0,-1 0 1 0 0,0-1-1 0 0,0 1 1 0 0,-1 0-1 0 0,0-1 1 0 0,0 0-1 0 0,0 0 1 0 0,-1-1-1 0 0,0 0 1 0 0,-9 7-1 0 0,0-2-51 0 0,0-1-1 0 0,0-1 1 0 0,-1 0-1 0 0,0-1 1 0 0,-1 0-1 0 0,0-2 1 0 0,0 0-1 0 0,0-1 1 0 0,-25 3-1 0 0,34-6-785 0 0,0-1-1 0 0,0-1 1 0 0,0 1 0 0 0,1-1-1 0 0,-1-1 1 0 0,0 1-1 0 0,1-1 1 0 0,-10-4-1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5.7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12 2712 0 0,'-9'-11'14037'0'0,"9"11"-13954"0"0,0 0-1 0 0,0 0 1 0 0,-1 0 0 0 0,1 0 0 0 0,0 0-1 0 0,0 0 1 0 0,-1 0 0 0 0,1 0-1 0 0,0 0 1 0 0,0 0 0 0 0,0 0-1 0 0,-1 0 1 0 0,1 0 0 0 0,0 0 0 0 0,0 0-1 0 0,-4 2 1490 0 0,4-2-1490 0 0,0 0 1 0 0,0 0 0 0 0,0 1-1 0 0,-1-1 1 0 0,-4 17 1519 0 0,1 27-613 0 0,3-38-496 0 0,-22 206 2237 0 0,-5 118-4187 0 0,28-309-247 0 0,4 30 1 0 0,-3-44 607 0 0,1-1 1 0 0,-1 1-1 0 0,1-1 1 0 0,5 12-1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6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211 185 2544 0 0,'15'-32'16568'0'0,"-20"40"-16160"0"0,0-1 0 0 0,0 1 0 0 0,-1-1 0 0 0,-8 8 0 0 0,-9 11 107 0 0,10-8-246 0 0,-79 115 899 0 0,82-116-1105 0 0,1 1 0 0 0,0 0 0 0 0,1 0 0 0 0,1 1 0 0 0,-9 39 0 0 0,15-51-30 0 0,0 0 0 0 0,0 1 0 0 0,0-1 0 0 0,1 0 0 0 0,0 1 0 0 0,1-1 0 0 0,0 1 0 0 0,0-1 0 0 0,0 0 0 0 0,1 1 0 0 0,0-1 0 0 0,6 12 0 0 0,-6-15-11 0 0,0 1 1 0 0,1-1 0 0 0,0 0 0 0 0,0-1-1 0 0,0 1 1 0 0,0-1 0 0 0,1 1 0 0 0,0-1-1 0 0,-1 0 1 0 0,1 0 0 0 0,0 0 0 0 0,0-1-1 0 0,1 1 1 0 0,-1-1 0 0 0,0 0 0 0 0,1-1-1 0 0,-1 1 1 0 0,1-1 0 0 0,0 1-1 0 0,7 0 1 0 0,-1-1 30 0 0,0-1 1 0 0,0 0-1 0 0,0 0 0 0 0,0-1 0 0 0,0-1 0 0 0,0 1 0 0 0,0-2 0 0 0,0 0 1 0 0,0 0-1 0 0,-1-1 0 0 0,0 0 0 0 0,0-1 0 0 0,0 0 0 0 0,0 0 0 0 0,-1-1 1 0 0,0 0-1 0 0,0-1 0 0 0,0 0 0 0 0,10-12 0 0 0,-9 9 141 0 0,0-1-1 0 0,-1 0 1 0 0,0-1 0 0 0,0 0-1 0 0,-1-1 1 0 0,-1 0-1 0 0,0 0 1 0 0,-1 0 0 0 0,0-1-1 0 0,-1 0 1 0 0,-1 0-1 0 0,0 0 1 0 0,-1 0 0 0 0,2-17-1 0 0,-5 21-128 0 0,0 0 0 0 0,0 0 0 0 0,-1 1 0 0 0,-1-1 0 0 0,1 1 0 0 0,-1-1 0 0 0,-1 1-1 0 0,0-1 1 0 0,0 1 0 0 0,-1 0 0 0 0,0 0 0 0 0,0 1 0 0 0,-7-9 0 0 0,-6-8-496 0 0,-2 2-1 0 0,-40-40 1 0 0,-11-12-5264 0 0,67 71 4607 0 0,0-1 0 0 0,-1 0 0 0 0,2 1 0 0 0,-5-10 0 0 0,1-10-6059 0 0,5 4-137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6.9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0 488 0 0,'12'16'11218'0'0,"-7"-4"-8796"0"0,18 78 1808 0 0,19 173 0 0 0,-15 99-1474 0 0,-25-316-2277 0 0,16 885 2926 0 0,-17-617-2799 0 0,-1-303-576 0 0,27 1120 1193 0 0,73-120-999 0 0,145 177-145 0 0,-178-898-153 0 0,-59-247-2 0 0,-5-21-530 0 0,9 28 1 0 0,-10-45 1895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8.3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 11 1364 0 0,'-2'-1'2404'0'0,"-7"0"-1128"0"0,-27-5 11811 0 0,26 5-10196 0 0,13 1-2641 0 0,98 0 531 0 0,48-1-2503 0 0,-51 4-6425 0 0,-85-3 4104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38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0 1868 0 0,'-15'11'3547'0'0,"1"0"0"0"0,1 0 0 0 0,-20 22 0 0 0,31-31-3013 0 0,3 2 48 0 0,-1-4-570 0 0,0 0 0 0 0,0 1 0 0 0,0-1 0 0 0,0 0 0 0 0,0 0-1 0 0,0 1 1 0 0,0-1 0 0 0,0 0 0 0 0,0 0 0 0 0,1 1 0 0 0,-1-1 0 0 0,0 0 0 0 0,0 0 0 0 0,0 1-1 0 0,0-1 1 0 0,0 0 0 0 0,0 0 0 0 0,1 1 0 0 0,-1-1 0 0 0,0 0 0 0 0,0 0 0 0 0,0 0 0 0 0,0 1-1 0 0,1-1 1 0 0,-1 0 0 0 0,0 0 0 0 0,0 0 0 0 0,1 0 0 0 0,-1 0 0 0 0,0 1 0 0 0,0-1 0 0 0,1 0-1 0 0,-1 0 1 0 0,0 0 0 0 0,0 0 0 0 0,1 0 0 0 0,-1 0 0 0 0,0 0 0 0 0,1 0 0 0 0,30 1 122 0 0,0-1 0 0 0,0-1 0 0 0,0-1 0 0 0,32-8 0 0 0,6 1-392 0 0,124-14-2464 0 0,-65 6-3098 0 0,-43 3-1294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40.4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20 356 0 0,'-2'-20'15485'0'0,"-1"85"-12692"0"0,3 66-1 0 0,2-43-1882 0 0,-5 353 101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4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620 120 880 0 0,'94'-120'19081'0'0,"-95"125"-19018"0"0,0-1 1 0 0,-1 0-1 0 0,1 1 0 0 0,-1-1 1 0 0,0 0-1 0 0,0 0 0 0 0,0 0 0 0 0,-1 0 1 0 0,-5 7-1 0 0,-1 4 104 0 0,-195 304 3361 0 0,-22 38-768 0 0,176-267-2308 0 0,3 2-1 0 0,-37 105 0 0 0,69-156-426 0 0,2 1 0 0 0,1 1-1 0 0,2 0 1 0 0,3 0 0 0 0,1 1-1 0 0,2 0 1 0 0,2 57 0 0 0,3-82-311 0 0,0 1 1 0 0,2-1 0 0 0,0 0 0 0 0,2 0 0 0 0,11 34-1 0 0,-13-46-74 0 0,1 1 0 0 0,0-1-1 0 0,0 0 1 0 0,1 0-1 0 0,0-1 1 0 0,0 1 0 0 0,0-1-1 0 0,1 0 1 0 0,0 0-1 0 0,0-1 1 0 0,0 0 0 0 0,1 0-1 0 0,0 0 1 0 0,0-1-1 0 0,0 0 1 0 0,11 4 0 0 0,-7-4-1432 0 0,0 0 1 0 0,0-1 0 0 0,1-1 0 0 0,21 3-1 0 0,8-3-7610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49.2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118 134 1800 0 0,'0'0'1850'0'0,"5"-22"5402"0"0,-6 20-6732 0 0,1 0 1 0 0,-1 0 0 0 0,0-1 0 0 0,0 1-1 0 0,0 0 1 0 0,0 0 0 0 0,0 0 0 0 0,0 1-1 0 0,0-1 1 0 0,-3-3 0 0 0,0-1 983 0 0,4 6-1499 0 0,0 0 0 0 0,0 0 1 0 0,0 0-1 0 0,0-1 1 0 0,0 1-1 0 0,-1 0 1 0 0,1 0-1 0 0,0 0 0 0 0,0-1 1 0 0,0 1-1 0 0,0 0 1 0 0,0 0-1 0 0,0 0 0 0 0,0 0 1 0 0,-1 0-1 0 0,1-1 1 0 0,0 1-1 0 0,0 0 0 0 0,0 0 1 0 0,0 0-1 0 0,-1 0 1 0 0,1 0-1 0 0,0 0 0 0 0,0 0 1 0 0,0 0-1 0 0,0 0 1 0 0,-1 0-1 0 0,1 0 0 0 0,0 0 1 0 0,0-1-1 0 0,0 1 1 0 0,-1 0-1 0 0,1 0 1 0 0,0 1-1 0 0,0-1 0 0 0,0 0 1 0 0,-1 0-1 0 0,1 0 1 0 0,0 0-1 0 0,0 0 0 0 0,0 0 1 0 0,0 0-1 0 0,-1 0 1 0 0,1 0-1 0 0,0 0 0 0 0,0 0 1 0 0,0 0-1 0 0,0 1 1 0 0,-1-1-1 0 0,1 0 0 0 0,0 0 1 0 0,0 0-1 0 0,0 1 1 0 0,-11 6 86 0 0,10-7-80 0 0,-5 8 15 0 0,0-1 0 0 0,1 1-1 0 0,0 0 1 0 0,1 1 0 0 0,0-1 0 0 0,-6 18 0 0 0,-12 55-4 0 0,21-79-20 0 0,-7 36-6 0 0,2 1 0 0 0,1-1 1 0 0,2 1-1 0 0,3 71 0 0 0,1-92 14 0 0,1 0-1 0 0,0 0 1 0 0,2 0-1 0 0,0 0 1 0 0,1-1-1 0 0,1 1 1 0 0,1-1-1 0 0,0-1 1 0 0,1 1-1 0 0,1-1 0 0 0,0 0 1 0 0,17 20-1 0 0,-22-31 7 0 0,1 0 0 0 0,0 0-1 0 0,1 0 1 0 0,-1-1 0 0 0,1 0-1 0 0,0 0 1 0 0,0 0 0 0 0,0-1-1 0 0,0 0 1 0 0,1 0 0 0 0,-1 0-1 0 0,1-1 1 0 0,0 0 0 0 0,0 0-1 0 0,0-1 1 0 0,0 0-1 0 0,0 0 1 0 0,0 0 0 0 0,0-1-1 0 0,8-1 1 0 0,-4 0 5 0 0,0-1-1 0 0,0 0 1 0 0,0-1-1 0 0,0 0 1 0 0,-1-1-1 0 0,0 0 1 0 0,1-1-1 0 0,-1 0 1 0 0,-1 0-1 0 0,1-1 1 0 0,-1 0-1 0 0,10-9 1 0 0,-3 0 30 0 0,-1 0 1 0 0,-1-1-1 0 0,0-1 1 0 0,-1 0 0 0 0,0 0-1 0 0,-2-2 1 0 0,0 1-1 0 0,-1-2 1 0 0,-1 1-1 0 0,-1-1 1 0 0,-1 0-1 0 0,0-1 1 0 0,-2 0-1 0 0,3-22 1 0 0,-5 26-28 0 0,-1 0 0 0 0,0 0 0 0 0,-1 0 0 0 0,-2 0 0 0 0,1 0 0 0 0,-2 0 0 0 0,0 0 0 0 0,-1 0 0 0 0,-1 1 0 0 0,-1-1 1 0 0,0 1-1 0 0,-1 0 0 0 0,0 0 0 0 0,-2 1 0 0 0,1 0 0 0 0,-2 0 0 0 0,0 1 0 0 0,-13-16 0 0 0,10 18-23 0 0,0 0-1 0 0,-1 0 1 0 0,0 2 0 0 0,-1-1 0 0 0,0 2 0 0 0,-1 0-1 0 0,-23-11 1 0 0,26 14-100 0 0,-1 1 0 0 0,0 1 1 0 0,0 0-1 0 0,0 1 0 0 0,0 0 0 0 0,0 1 0 0 0,0 0 0 0 0,-1 1 0 0 0,1 1 1 0 0,-15 1-1 0 0,24-1-98 0 0,1 0 1 0 0,-1 1-1 0 0,1 0 1 0 0,-1 0-1 0 0,1 0 1 0 0,0 0-1 0 0,-1 0 1 0 0,1 1-1 0 0,0 0 1 0 0,0-1-1 0 0,0 1 1 0 0,0 0-1 0 0,0 1 1 0 0,1-1-1 0 0,-1 0 1 0 0,1 1-1 0 0,-1-1 1 0 0,1 1-1 0 0,0 0 1 0 0,0 0-1 0 0,0 0 1 0 0,0 0-1 0 0,-1 4 1 0 0,2-4-319 0 0,0 0 0 0 0,0 0 1 0 0,0 0-1 0 0,1 1 0 0 0,0-1 0 0 0,-1 0 0 0 0,1 0 0 0 0,0 1 1 0 0,1-1-1 0 0,-1 0 0 0 0,0 0 0 0 0,1 0 0 0 0,0 1 1 0 0,0-1-1 0 0,0 0 0 0 0,2 5 0 0 0,5 4-3353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49.5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3 140 0 0,'31'14'17762'0'0,"-21"-10"-16420"0"0,-1-2-935 0 0,-1 0-1 0 0,1-1 0 0 0,0 0 0 0 0,0 0 0 0 0,17-1 0 0 0,52-8 250 0 0,-52 5-423 0 0,72-7 416 0 0,-95 10-602 0 0,-1 0 0 0 0,22-3 69 0 0,-22 2-103 0 0,10-2-775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49.9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2508 0 0,'6'-16'5895'0'0,"6"-13"964"0"0,2 5-4541 0 0,-11 22-2232 0 0,1 0 0 0 0,-1 0 0 0 0,0 0 0 0 0,1 0 0 0 0,0 1 0 0 0,-1-1 0 0 0,1 1 0 0 0,0 0 0 0 0,0 0 1 0 0,0 1-1 0 0,0-1 0 0 0,0 1 0 0 0,0 0 0 0 0,5 0 0 0 0,0 0-33 0 0,1 1 0 0 0,0 0 0 0 0,0 0-1 0 0,-1 1 1 0 0,1 0 0 0 0,-1 1 0 0 0,0 0 0 0 0,0 1 0 0 0,17 8-1 0 0,-22-9 0 0 0,1-1-1 0 0,-1 1 1 0 0,0 0-1 0 0,0 1 1 0 0,0-1-1 0 0,-1 1 0 0 0,1 0 1 0 0,-1 0-1 0 0,0 0 1 0 0,0 0-1 0 0,0 0 0 0 0,0 1 1 0 0,-1-1-1 0 0,0 1 1 0 0,0 0-1 0 0,0-1 1 0 0,0 1-1 0 0,-1 0 0 0 0,0 0 1 0 0,0 0-1 0 0,1 9 1 0 0,-3 3 146 0 0,0 1 1 0 0,0 0 0 0 0,-2-1 0 0 0,0 1 0 0 0,-1-1 0 0 0,-1 0 0 0 0,-1 0 0 0 0,-9 19 0 0 0,-6 9 303 0 0,-45 69 1 0 0,-42 64 396 0 0,107-176-854 0 0,-10 19 202 0 0,11-21-206 0 0,0 1 0 0 0,0 0-1 0 0,0-1 1 0 0,0 1 0 0 0,0-1-1 0 0,0 1 1 0 0,0 0 0 0 0,0-1-1 0 0,0 1 1 0 0,0-1 0 0 0,0 1-1 0 0,0 0 1 0 0,0-1 0 0 0,0 1-1 0 0,1-1 1 0 0,-1 1 0 0 0,0-1-1 0 0,0 1 1 0 0,1-1 0 0 0,-1 1 0 0 0,0-1-1 0 0,1 1 1 0 0,-1-1 0 0 0,0 1-1 0 0,1-1 1 0 0,-1 1 0 0 0,1-1-1 0 0,2 1 21 0 0,0 0-1 0 0,-1 0 0 0 0,1-1 0 0 0,0 1 1 0 0,-1-1-1 0 0,1 0 0 0 0,0 1 0 0 0,-1-1 0 0 0,1-1 1 0 0,0 1-1 0 0,-1 0 0 0 0,1-1 0 0 0,0 1 1 0 0,3-2-1 0 0,5 0 109 0 0,75-14-280 0 0,129-40-1 0 0,-188 48-1764 0 0,-1-1-1 0 0,29-14 0 0 0,-44 17-442 0 0,0-1 1 0 0,0 1-1 0 0,-1-2 1 0 0,10-8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0.2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75 106 360 0 0,'-15'-20'3462'0'0,"-44"-66"7299"0"0,125 179-6488 0 0,-19-30-3144 0 0,-6-1-755 0 0,-4 1 0 0 0,-2 2 0 0 0,-3 2 0 0 0,-3 0 0 0 0,-3 3 0 0 0,-3 0 0 0 0,-3 1 0 0 0,-3 1 0 0 0,9 88 0 0 0,-15-63-42 0 0,-4 1 0 0 0,-11 185 1 0 0,-4-215-944 0 0,-22 100-1 0 0,15-114-1833 0 0,-1 0-1 0 0,-31 64 1 0 0,36-94-2942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0.9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44 1308 0 0,'-148'-37'17932'0'0,"146"36"-17248"0"0,0 1-76 0 0,-1 0-1 0 0,0 0 1 0 0,0 0 0 0 0,0-1 0 0 0,0 1-1 0 0,1-1 1 0 0,-9-2 1820 0 0,-1 2 565 0 0,27 7-2769 0 0,0-2 0 0 0,0 0 0 0 0,0 0-1 0 0,26 1 1 0 0,67 1 75 0 0,-86-5-219 0 0,238 9 1590 0 0,-243-10-1670 0 0,-4-1-14 0 0,-10 0-45 0 0,9 1-2422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1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1440 0 0,'24'-55'19281'0'0,"-22"84"-16811"0"0,-1 0 0 0 0,-5 42 0 0 0,0 10-872 0 0,-9 274 391 0 0,8-253-5068 0 0,5-100 2784 0 0,-1 41-3848 0 0,6-17-3867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1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489 142 616 0 0,'12'-141'18532'0'0,"-12"141"-18486"0"0,0 0-1 0 0,-1 0 0 0 0,1 0 1 0 0,0 0-1 0 0,-1 0 0 0 0,1 0 1 0 0,0 0-1 0 0,0 0 0 0 0,-1 0 0 0 0,1 0 1 0 0,0 0-1 0 0,-1 0 0 0 0,1 0 1 0 0,0 0-1 0 0,-1 0 0 0 0,1 0 1 0 0,0 0-1 0 0,-1 0 0 0 0,1 0 1 0 0,0 0-1 0 0,0 0 0 0 0,-1 0 0 0 0,1 1 1 0 0,0-1-1 0 0,-1 0 0 0 0,1 0 1 0 0,0 0-1 0 0,0 0 0 0 0,0 1 1 0 0,-1-1-1 0 0,1 0 0 0 0,0 0 1 0 0,0 1-1 0 0,-12 8 781 0 0,-17 26 942 0 0,2 2-1 0 0,-42 74 1 0 0,54-85-1293 0 0,-43 75 833 0 0,5 4 0 0 0,-70 196 1 0 0,97-221-1025 0 0,4 1 0 0 0,3 2 0 0 0,4 0 0 0 0,-7 139 0 0 0,21-189-398 0 0,1 0 1 0 0,2 0 0 0 0,2 0-1 0 0,0 0 1 0 0,3 0-1 0 0,0-1 1 0 0,22 56 0 0 0,-21-70-489 0 0,1 1 0 0 0,0-2 1 0 0,2 1-1 0 0,0-1 1 0 0,0-1-1 0 0,2 0 0 0 0,0-1 1 0 0,1 0-1 0 0,0-1 1 0 0,1 0-1 0 0,1-1 0 0 0,0-1 1 0 0,35 19-1 0 0,50 15-5117 0 0,-31-24-877 0 0,-10-11-1993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7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402 89 1204 0 0,'-11'-11'1213'0'0,"0"0"0"0"0,-1 1 0 0 0,0 1 0 0 0,-1-1 0 0 0,0 2 0 0 0,0 0 0 0 0,-23-10 0 0 0,33 17-1098 0 0,1 0-1 0 0,-1 1 1 0 0,1-1-1 0 0,-1 1 1 0 0,0-1-1 0 0,1 1 1 0 0,-1 0-1 0 0,0 0 1 0 0,1 0-1 0 0,-1 1 1 0 0,0-1-1 0 0,1 1 1 0 0,-1-1-1 0 0,1 1 1 0 0,-1 0-1 0 0,1 0 1 0 0,-1 0-1 0 0,1 0 1 0 0,-1 0-1 0 0,1 1 1 0 0,0-1-1 0 0,0 1 1 0 0,-4 3-1 0 0,-3 3 325 0 0,0 0-1 0 0,1 1 1 0 0,-12 15 0 0 0,-2 8 56 0 0,1 1 0 0 0,1 1 0 0 0,2 1 0 0 0,2 0 0 0 0,1 1 0 0 0,2 1 0 0 0,1 0 0 0 0,2 1 0 0 0,2 0 1 0 0,-6 56-1 0 0,13-81-461 0 0,1 1-1 0 0,0-1 1 0 0,1 1 0 0 0,0-1 0 0 0,1 0 0 0 0,1 1 0 0 0,0-1 0 0 0,1 0 0 0 0,0 0 0 0 0,7 14 0 0 0,-7-19-18 0 0,0-1-1 0 0,0-1 1 0 0,0 1 0 0 0,1 0-1 0 0,0-1 1 0 0,0 0 0 0 0,1 0-1 0 0,0-1 1 0 0,0 1 0 0 0,0-1-1 0 0,1 0 1 0 0,-1-1-1 0 0,1 0 1 0 0,0 0 0 0 0,1 0-1 0 0,-1-1 1 0 0,0 0 0 0 0,10 2-1 0 0,-6-2-1 0 0,0-1-1 0 0,0 0 1 0 0,1-1-1 0 0,-1 0 1 0 0,0-1-1 0 0,1 0 1 0 0,-1-1-1 0 0,1 0 1 0 0,-1-1-1 0 0,0 0 0 0 0,0-1 1 0 0,0 0-1 0 0,13-6 1 0 0,-10 3-8 0 0,0-1 1 0 0,-1-1-1 0 0,0 0 1 0 0,-1-1-1 0 0,0-1 1 0 0,0 0-1 0 0,-1 0 0 0 0,0-1 1 0 0,10-13-1 0 0,-6 4-2 0 0,-1 0 0 0 0,-1-1 0 0 0,0 0 0 0 0,-2-1-1 0 0,-1 0 1 0 0,-1-1 0 0 0,0 0 0 0 0,-2-1 0 0 0,-1 0 0 0 0,0 0-1 0 0,-2 0 1 0 0,1-30 0 0 0,-5 42-2 0 0,0 0 0 0 0,-1 0 0 0 0,-1 0 0 0 0,0 0 0 0 0,0 0-1 0 0,-1 0 1 0 0,-1 0 0 0 0,-8-16 0 0 0,10 22-8 0 0,-1 0 1 0 0,0 0-1 0 0,0 1 0 0 0,-1-1 1 0 0,0 1-1 0 0,0 0 0 0 0,0 0 0 0 0,0 1 1 0 0,-1-1-1 0 0,0 1 0 0 0,0 0 0 0 0,0 0 1 0 0,0 1-1 0 0,-1-1 0 0 0,0 1 0 0 0,1 0 1 0 0,-10-3-1 0 0,12 6-145 0 0,0-1 0 0 0,1 1 0 0 0,-1-1 1 0 0,0 1-1 0 0,1 0 0 0 0,-1 0 0 0 0,0 0 0 0 0,1 1 0 0 0,-1-1 0 0 0,0 0 1 0 0,1 1-1 0 0,-1 0 0 0 0,0 0 0 0 0,1 0 0 0 0,-1 0 0 0 0,1 0 0 0 0,-4 3 0 0 0,4-3-167 0 0,1 0 0 0 0,-1 0 0 0 0,1 0 0 0 0,0 1-1 0 0,-1-1 1 0 0,1 0 0 0 0,0 1 0 0 0,0-1 0 0 0,0 1-1 0 0,-2 3 1 0 0,3-4-171 0 0,-1 1 0 0 0,1-1 1 0 0,0 1-1 0 0,-1-1 0 0 0,1 1 0 0 0,0-1 0 0 0,0 1 0 0 0,0 0 1 0 0,0-1-1 0 0,0 1 0 0 0,0-1 0 0 0,0 1 0 0 0,1-1 0 0 0,-1 3 0 0 0,5 10-5302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7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23 1840 0 0,'26'7'12446'0'0,"28"5"-2623"0"0,34-2-6983 0 0,-50-9-3145 0 0,0-1 1 0 0,42-7-1 0 0,23-12-7092 0 0,-57 3-715 0 0,-22 6-10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8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67 3064 0 0,'12'-46'13433'0'0,"-7"26"-7649"0"0,-26 38-4672 0 0,-1 13-874 0 0,0 1-1 0 0,2 1 0 0 0,1 1 0 0 0,2 1 0 0 0,1 0 0 0 0,2 1 0 0 0,-13 51 0 0 0,21-62-164 0 0,0 0 0 0 0,-3 48 0 0 0,8-59-29 0 0,1 0-1 0 0,1 0 0 0 0,0 0 0 0 0,0 0 1 0 0,2 0-1 0 0,6 25 0 0 0,-8-35-24 0 0,1 0 0 0 0,-1-1 0 0 0,1 1 0 0 0,-1-1 0 0 0,1 1 0 0 0,0-1 0 0 0,0 0 0 0 0,1 0 0 0 0,-1 0-1 0 0,0 0 1 0 0,1 0 0 0 0,0 0 0 0 0,0-1 0 0 0,0 1 0 0 0,0-1 0 0 0,0 0 0 0 0,0 0 0 0 0,1 0 0 0 0,-1 0 0 0 0,1-1-1 0 0,4 2 1 0 0,-4-2-1 0 0,1-1 0 0 0,-1 1 0 0 0,1-1 0 0 0,-1 0 0 0 0,1 0 0 0 0,-1-1 0 0 0,1 1 0 0 0,-1-1-1 0 0,1 0 1 0 0,-1 0 0 0 0,0-1 0 0 0,0 1 0 0 0,0-1 0 0 0,0 0 0 0 0,0 0 0 0 0,0 0 0 0 0,7-6-1 0 0,-6 5 16 0 0,-1-1 0 0 0,0 1-1 0 0,0-1 1 0 0,0 0-1 0 0,0 0 1 0 0,-1 0-1 0 0,1-1 1 0 0,-1 1-1 0 0,0-1 1 0 0,-1 0 0 0 0,1 0-1 0 0,-1 0 1 0 0,0 0-1 0 0,3-8 1 0 0,-5 10-22 0 0,1 0 0 0 0,-1 0 1 0 0,0 0-1 0 0,0 0 0 0 0,0 0 1 0 0,0 0-1 0 0,-1 0 0 0 0,1 0 1 0 0,-1 0-1 0 0,1 1 0 0 0,-1-1 1 0 0,0 0-1 0 0,0 0 0 0 0,0 0 1 0 0,-1 1-1 0 0,1-1 0 0 0,-1 1 1 0 0,1-1-1 0 0,-1 1 0 0 0,0 0 1 0 0,0-1-1 0 0,0 1 0 0 0,0 0 1 0 0,-1 0-1 0 0,1 0 0 0 0,0 1 1 0 0,-1-1-1 0 0,-3-1 0 0 0,-8-5-401 0 0,-1 0 0 0 0,0 1-1 0 0,-25-7 1 0 0,-18 1-8470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8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194 68 3424 0 0,'10'-68'15260'0'0,"-7"70"-14418"0"0,2 1-545 0 0,-1 0 0 0 0,1 0 0 0 0,-1 0 0 0 0,0 1 0 0 0,0-1 0 0 0,-1 1 0 0 0,1 0 0 0 0,-1 1 0 0 0,0-1 0 0 0,3 5 0 0 0,30 56 1709 0 0,-27-47-1587 0 0,13 24 40 0 0,-3 1 0 0 0,-1 1-1 0 0,-2 1 1 0 0,-3 1 0 0 0,-1 0 0 0 0,-2 0 0 0 0,-3 1 0 0 0,3 63 0 0 0,-8-43-367 0 0,-4 0 1 0 0,-2 0-1 0 0,-3-1 0 0 0,-4 0 0 0 0,-2 0 1 0 0,-2-1-1 0 0,-4-1 0 0 0,-3-1 0 0 0,-38 80 1 0 0,41-107-424 0 0,-1 0 0 0 0,-2-1 0 0 0,-1-2 0 0 0,-1 0 0 0 0,-2-2 0 0 0,-56 52 1 0 0,78-80-165 0 0,1 0 1 0 0,-1 0 0 0 0,0-1 0 0 0,0 1 0 0 0,-5 2 0 0 0,8-5 92 0 0,0 0 0 0 0,0 1 0 0 0,-1-1-1 0 0,1 1 1 0 0,0-1 0 0 0,0 0 0 0 0,0 0 0 0 0,0 0 0 0 0,0 0 0 0 0,-1 0-1 0 0,1 0 1 0 0,0 0 0 0 0,0 0 0 0 0,0 0 0 0 0,0 0 0 0 0,0-1 0 0 0,-1 1 0 0 0,1 0-1 0 0,0-1 1 0 0,0 1 0 0 0,0-1 0 0 0,0 1 0 0 0,-1-2 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8.9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16 184 1040 0 0,'-4'-16'8532'0'0,"1"0"-3592"0"0,-5-20 9641 0 0,8 35-14464 0 0,0 0 0 0 0,1 0 0 0 0,-1 0 0 0 0,1 0 0 0 0,-1 0 0 0 0,1 1 0 0 0,-1-1 1 0 0,1 0-1 0 0,0 0 0 0 0,-1 1 0 0 0,1-1 0 0 0,0 0 0 0 0,0 1 0 0 0,-1-1 0 0 0,1 1 1 0 0,0-1-1 0 0,0 1 0 0 0,0-1 0 0 0,0 1 0 0 0,0-1 0 0 0,0 1 0 0 0,0 0 0 0 0,0 0 0 0 0,0 0 1 0 0,1-1-1 0 0,33 0 134 0 0,-14 0 70 0 0,17 0-306 0 0,1-3-1 0 0,-1-1 0 0 0,55-15 0 0 0,-74 15-14 0 0,-1 0 0 0 0,27-13-4387 0 0,-38 14 1674 0 0,0 0-1 0 0,0-1 1 0 0,-1 0 0 0 0,7-6-1 0 0,-1 0-627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9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 56 2924 0 0,'15'-56'26772'0'0,"-16"80"-24102"0"0,-22 161-2470 0 0,-56 214 1 0 0,57-288-6730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3:59.5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572 160 872 0 0,'0'-1'581'0'0,"-7"-37"5343"0"0,-1 1 0 0 0,-15-41-1 0 0,23 77-5846 0 0,-1 1 0 0 0,1-1 0 0 0,0 1 0 0 0,-1 0 0 0 0,1-1 0 0 0,0 1 0 0 0,-1 0 0 0 0,1-1 0 0 0,0 1 0 0 0,-1 0 0 0 0,1 0 0 0 0,-1-1 0 0 0,1 1 0 0 0,0 0 0 0 0,-1 0 0 0 0,1 0 0 0 0,-1 0 0 0 0,1 0 0 0 0,-1 0 0 0 0,1-1 0 0 0,-1 1 0 0 0,1 0 0 0 0,-1 0 0 0 0,1 0 0 0 0,-1 1 0 0 0,1-1 0 0 0,-1 0 0 0 0,1 0 0 0 0,0 0 0 0 0,-1 0 0 0 0,1 0 0 0 0,-1 0 0 0 0,1 1 0 0 0,-1-1 0 0 0,1 0 0 0 0,0 0 0 0 0,-1 1 0 0 0,1-1 0 0 0,-1 0 0 0 0,1 1 0 0 0,0-1 0 0 0,-1 1 1 0 0,-16 13 1460 0 0,6 0-835 0 0,0 1 0 0 0,1 1 0 0 0,0-1-1 0 0,-10 25 1 0 0,-25 72 1103 0 0,41-101-1610 0 0,-215 723 2512 0 0,148-468-2239 0 0,40-151-857 0 0,-26 193 0 0 0,51-250 113 0 0,3 1-1 0 0,2 0 1 0 0,3 0 0 0 0,2-1 0 0 0,16 78 0 0 0,-10-91-1678 0 0,3 0 0 0 0,31 74-1 0 0,-25-77-3053 0 0,30 46 1 0 0,1-10-7057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 2288 0 0,'20'-23'9409'0'0,"30"-44"0"0"0,-49 66-8953 0 0,4-2 305 0 0,-2 2-413 0 0,0 7-330 0 0,-2 0 66 0 0,0 0 1 0 0,0 0-1 0 0,-1 0 1 0 0,1 0-1 0 0,-1 0 0 0 0,-2 10 1 0 0,1 5 309 0 0,-5 223 1553 0 0,0-1-5466 0 0,6-236 2694 0 0,0-1 0 0 0,1 0 0 0 0,-1 0-1 0 0,4 10 1 0 0,-4-15 153 0 0,1 1 0 0 0,-1-1 0 0 0,1 1 0 0 0,10 12-5377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2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1720 0 0,'4'-16'8110'0'0,"4"-12"2244"0"0,-2 17-8925 0 0,4 8-1150 0 0,0 0 1 0 0,1 1-1 0 0,-1 0 1 0 0,13 0-1 0 0,0 0-74 0 0,19-3-229 0 0,111-17 765 0 0,-77 5-2450 0 0,-3-8-3304 0 0,-39 6-2336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2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3 1908 0 0,'-14'-3'8678'0'0,"12"4"-8458"0"0,1 0 0 0 0,-1 1 0 0 0,0-1 0 0 0,1 0 0 0 0,-1 0 0 0 0,1 1 0 0 0,-1-1 0 0 0,1 1 0 0 0,-1-1 0 0 0,1 1 0 0 0,0-1 0 0 0,0 1 0 0 0,0 0 0 0 0,0 0 0 0 0,0 0 0 0 0,0-1 0 0 0,1 1 0 0 0,-1 0 0 0 0,0 0 0 0 0,1 2 0 0 0,-12 52 1623 0 0,9-38-1564 0 0,-12 59 33 0 0,-17 105 1044 0 0,30-155-2638 0 0,0 0-1 0 0,1 0 1 0 0,2 0-1 0 0,6 45 1 0 0,-3-55-2804 0 0,4 1-2008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3.1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76 211 2484 0 0,'0'-17'1839'0'0,"0"0"0"0"0,1 1 0 0 0,1-1 0 0 0,0 1 0 0 0,1-1 0 0 0,6-17 0 0 0,-7 29-1718 0 0,0 1 0 0 0,0-1 1 0 0,0 1-1 0 0,1 0 1 0 0,-1 0-1 0 0,1 0 1 0 0,0 0-1 0 0,0 0 0 0 0,0 1 1 0 0,1-1-1 0 0,-1 1 1 0 0,1 0-1 0 0,0 0 1 0 0,0 0-1 0 0,0 0 0 0 0,0 1 1 0 0,1 0-1 0 0,-1 0 1 0 0,1 0-1 0 0,-1 0 1 0 0,1 1-1 0 0,-1-1 0 0 0,1 1 1 0 0,0 0-1 0 0,6 0 1 0 0,-5 1-100 0 0,1-1 1 0 0,-1 1 0 0 0,1 1-1 0 0,0-1 1 0 0,-1 1-1 0 0,1 0 1 0 0,-1 1 0 0 0,1-1-1 0 0,-1 1 1 0 0,0 1 0 0 0,0-1-1 0 0,0 1 1 0 0,0 0-1 0 0,0 0 1 0 0,10 9 0 0 0,-13-10-17 0 0,0 1 1 0 0,1 0 0 0 0,-2 1-1 0 0,1-1 1 0 0,0 0 0 0 0,-1 1-1 0 0,1-1 1 0 0,-1 1 0 0 0,0 0-1 0 0,0 0 1 0 0,-1 0-1 0 0,1 0 1 0 0,-1 0 0 0 0,0 0-1 0 0,0 1 1 0 0,0-1 0 0 0,-1 0-1 0 0,1 0 1 0 0,-1 1 0 0 0,0-1-1 0 0,0 0 1 0 0,-1 1-1 0 0,1-1 1 0 0,-1 0 0 0 0,-2 6-1 0 0,-1 5 11 0 0,-1 0-1 0 0,-1-1 0 0 0,-1 0 0 0 0,0 0 0 0 0,-1-1 0 0 0,0 0 0 0 0,-11 14 0 0 0,-78 77 868 0 0,79-86-398 0 0,-13 10 3594 0 0,30-27-3627 0 0,2-2-430 0 0,-1 1 0 0 0,1-1 1 0 0,-1 0-1 0 0,1 1 0 0 0,0-1 1 0 0,-1 0-1 0 0,1 1 1 0 0,0-1-1 0 0,-1 1 0 0 0,1-1 1 0 0,0 1-1 0 0,0-1 0 0 0,-1 1 1 0 0,1 0-1 0 0,0 0 1 0 0,0-1-1 0 0,0 1 0 0 0,0 0 1 0 0,0 0-1 0 0,1 0 0 0 0,23-5 158 0 0,-13 5-185 0 0,-1 0 0 0 0,1 1 0 0 0,0 0-1 0 0,-1 1 1 0 0,0 0 0 0 0,1 1 0 0 0,-1 0 0 0 0,0 1 0 0 0,0 0-1 0 0,-1 1 1 0 0,1 0 0 0 0,-1 0 0 0 0,18 14 0 0 0,-21-14 134 0 0,-1 0 0 0 0,1 0 0 0 0,-1 1 0 0 0,0 0 0 0 0,-1 0 0 0 0,1 0 0 0 0,-1 0 0 0 0,0 1 0 0 0,-1 0 0 0 0,0 0 0 0 0,0 0 0 0 0,-1 1 0 0 0,1-1 0 0 0,-1 1 0 0 0,-1 0 0 0 0,0 0 0 0 0,0 0 0 0 0,0 0 0 0 0,-1 0 0 0 0,0 16 0 0 0,-2-17 119 0 0,1 0 1 0 0,-1-1-1 0 0,-1 1 0 0 0,1-1 0 0 0,-1 0 0 0 0,0 1 0 0 0,-1-1 0 0 0,0 0 0 0 0,0 0 1 0 0,0 0-1 0 0,0-1 0 0 0,-7 9 0 0 0,4-7-108 0 0,0-1 0 0 0,-1 1 0 0 0,0-1 0 0 0,0 0 0 0 0,-1-1 0 0 0,0 0 0 0 0,0 0-1 0 0,-10 5 1 0 0,3-4-308 0 0,-1 0 0 0 0,0-1 1 0 0,0 0-1 0 0,0-2 0 0 0,0 0 0 0 0,-1 0 0 0 0,0-2 0 0 0,1 0 0 0 0,-28-2 0 0 0,-53-16-10820 0 0,68 11 2897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3.9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2196 0 0,'-2'1'2231'0'0,"-42"14"10405"0"0,37-11-10660 0 0,19-2-2237 0 0,1-1-1 0 0,-1 0 1 0 0,1-1-1 0 0,-1 0 1 0 0,1-1-1 0 0,17-4 1 0 0,6 1-1457 0 0,-11 2 377 0 0,35-3-5250 0 0,-43 2 1436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4.1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183 0 4 0 0,'-97'52'11156'0'0,"21"-12"-5496"0"0,67-29-4930 0 0,9-11-723 0 0,0 0 1 0 0,0 0-1 0 0,0 1 0 0 0,0-1 1 0 0,0 0-1 0 0,0 1 0 0 0,0-1 1 0 0,0 0-1 0 0,0 0 0 0 0,0 1 1 0 0,0-1-1 0 0,0 0 1 0 0,0 1-1 0 0,0-1 0 0 0,0 0 1 0 0,0 0-1 0 0,0 1 0 0 0,0-1 1 0 0,0 0-1 0 0,1 0 0 0 0,-1 0 1 0 0,0 1-1 0 0,0-1 0 0 0,0 0 1 0 0,1 0-1 0 0,-1 0 1 0 0,0 1-1 0 0,0-1 0 0 0,0 0 1 0 0,1 0-1 0 0,-1 0 0 0 0,0 0 1 0 0,0 0-1 0 0,1 1 0 0 0,-1-1 1 0 0,0 0-1 0 0,0 0 0 0 0,1 0 1 0 0,-1 0-1 0 0,0 0 1 0 0,1 0-1 0 0,-1 0 0 0 0,0 0 1 0 0,0 0-1 0 0,1 0 0 0 0,-1 0 1 0 0,0 0-1 0 0,1 0 0 0 0,61-1-988 0 0,0-2 0 0 0,113-20 0 0 0,-110 13-1926 0 0,-6 0-1074 0 0,0-3-1694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7.9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 1324 0 0,'-11'27'20147'0'0,"12"-27"-20073"0"0,-1 1 1 0 0,0 0 0 0 0,0-1-1 0 0,0 1 1 0 0,1 0 0 0 0,-1-1 0 0 0,0 1-1 0 0,1-1 1 0 0,-1 1 0 0 0,0 0-1 0 0,1-1 1 0 0,-1 1 0 0 0,1-1-1 0 0,-1 1 1 0 0,1-1 0 0 0,-1 0-1 0 0,1 1 1 0 0,-1-1 0 0 0,1 1 0 0 0,0-1-1 0 0,-1 0 1 0 0,1 1 0 0 0,0-1-1 0 0,-1 0 1 0 0,1 0 0 0 0,0 0-1 0 0,-1 1 1 0 0,1-1 0 0 0,0 0-1 0 0,-1 0 1 0 0,2 0 0 0 0,29 5-77 0 0,-23-5 166 0 0,270 31-68 0 0,-76-11 4779 0 0,-200-20-4688 0 0,18 0 321 0 0,-14 1-1028 0 0,12-2 687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08.6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60 460 0 0,'17'-20'15036'0'0,"5"-1"-6246"0"0,-20 19-8642 0 0,-1 1-77 0 0,2-1-59 0 0,0 1 0 0 0,0-1 0 0 0,0 0 1 0 0,0 1-1 0 0,0-1 0 0 0,1 1 0 0 0,-1 0 0 0 0,0 0 0 0 0,1 1 1 0 0,-1-1-1 0 0,0 0 0 0 0,1 1 0 0 0,-1 0 0 0 0,1 0 0 0 0,-1 0 1 0 0,0 0-1 0 0,1 1 0 0 0,5 1 0 0 0,-6-2-12 0 0,2 1-10 0 0,-1 0-1 0 0,0 1 0 0 0,1-1 0 0 0,-1 1 1 0 0,0-1-1 0 0,0 1 0 0 0,0 0 1 0 0,0 1-1 0 0,0-1 0 0 0,0 1 1 0 0,-1 0-1 0 0,0-1 0 0 0,1 2 1 0 0,-1-1-1 0 0,5 6 0 0 0,-4-3-9 0 0,-1 0 0 0 0,1 1 0 0 0,-1-1-1 0 0,0 1 1 0 0,-1-1 0 0 0,1 1 0 0 0,-1 0-1 0 0,-1 0 1 0 0,2 9 0 0 0,-1-3 86 0 0,-2 0 0 0 0,1 0-1 0 0,-2 0 1 0 0,0 0 0 0 0,0 0 0 0 0,-1 0 0 0 0,-1 0 0 0 0,0 0-1 0 0,-1-1 1 0 0,-9 23 0 0 0,-1-9 697 0 0,-2 0 1 0 0,0-2-1 0 0,-2 1 0 0 0,-32 33 1 0 0,-93 78 3091 0 0,138-131-3847 0 0,-3 2-8 0 0,-1 2 0 0 0,0 0 0 0 0,1-1 0 0 0,8-8 0 0 0,0 0 0 0 0,0 0 0 0 0,-1 0 0 0 0,1 0 0 0 0,0 1 0 0 0,0-1 0 0 0,0 0 0 0 0,0 0 0 0 0,0 0 0 0 0,0 0 0 0 0,0 0 0 0 0,0 0 0 0 0,-1 0 0 0 0,1 0 0 0 0,0 0 0 0 0,0 0 0 0 0,0 0 0 0 0,0 1 0 0 0,0-1 0 0 0,0 0 0 0 0,0 0 0 0 0,0 0 0 0 0,0 0 0 0 0,0 0 0 0 0,0 0 0 0 0,0 1 0 0 0,0-1 0 0 0,0 0 0 0 0,0 0 0 0 0,0 0 0 0 0,0 0 0 0 0,0 0 0 0 0,0 0 0 0 0,0 1 0 0 0,0-1 0 0 0,0 0 0 0 0,0 0 0 0 0,0 0 0 0 0,0 0 0 0 0,0 0 0 0 0,0 0 0 0 0,0 1 0 0 0,0-1 0 0 0,0 0 0 0 0,0 0 0 0 0,0 0 0 0 0,0 0 0 0 0,0 0 0 0 0,0 0 0 0 0,0 0 0 0 0,1 0 0 0 0,-1 1 0 0 0,0-1 0 0 0,0 0 0 0 0,0 0 0 0 0,0 0 0 0 0,0 0 0 0 0,13 0 0 0 0,-1 0 0 0 0,0-1 0 0 0,1 0 0 0 0,-1-1 0 0 0,14-3 0 0 0,-2 0 0 0 0,399-59 0 0 0,-390 60 0 0 0,-10-1 0 0 0,-4 2 0 0 0,-2 1 0 0 0,-2-1 0 0 0,10-1-6768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0.6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 2556 0 0,'16'-1'25815'0'0,"-14"1"-25805"0"0,0 1 1 0 0,0-1-1 0 0,0 1 1 0 0,0-1 0 0 0,0 0-1 0 0,0 0 1 0 0,0 0-1 0 0,0 0 1 0 0,0 0-1 0 0,0 0 1 0 0,0 0 0 0 0,3-2-1 0 0,4 1 21 0 0,248-8 145 0 0,-126 8-159 0 0,140-1 232 0 0,-268 2-303 0 0,0 0-1022 0 0,9 0 407 0 0,-9 0-118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0.9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53 2520 0 0,'-39'-53'16083'0'0,"35"55"-15380"0"0,4-2-668 0 0,-1 0-1 0 0,1 0 1 0 0,0 0-1 0 0,0 0 0 0 0,-1 0 1 0 0,1 0-1 0 0,0 1 1 0 0,-1-1-1 0 0,1 0 0 0 0,0 0 1 0 0,-1 0-1 0 0,1 0 1 0 0,0 0-1 0 0,0 1 1 0 0,-1-1-1 0 0,1 0 0 0 0,0 0 1 0 0,0 0-1 0 0,-1 1 1 0 0,1-1-1 0 0,0 0 0 0 0,0 0 1 0 0,0 0-1 0 0,0 1 1 0 0,-1-1-1 0 0,1 0 0 0 0,0 1 1 0 0,-10 42 2597 0 0,3 0 0 0 0,-3 45 0 0 0,2-13-1449 0 0,-9 110 23 0 0,9-80-844 0 0,4-56-448 0 0,4-32-2743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1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315 122 2380 0 0,'100'-92'15497'0'0,"-61"62"-10649"0"0,-72 78-1054 0 0,-84 93-537 0 0,-56 78-1436 0 0,152-189-1722 0 0,2 1-1 0 0,1 1 0 0 0,2 0 0 0 0,1 1 0 0 0,-17 56 0 0 0,29-79-71 0 0,1 0 0 0 0,0 0 0 0 0,1-1 1 0 0,0 1-1 0 0,0 0 0 0 0,1 0 0 0 0,0 0 1 0 0,2 11-1 0 0,-1-17-11 0 0,0 0-1 0 0,0 1 1 0 0,0-1-1 0 0,1 0 1 0 0,-1 0 0 0 0,1 0-1 0 0,0 0 1 0 0,0-1 0 0 0,1 1-1 0 0,-1 0 1 0 0,1-1-1 0 0,0 0 1 0 0,0 1 0 0 0,0-1-1 0 0,0 0 1 0 0,0 0 0 0 0,1-1-1 0 0,-1 1 1 0 0,1-1-1 0 0,6 4 1 0 0,1-2-15 0 0,1 0-1 0 0,0 0 1 0 0,0-1 0 0 0,0-1-1 0 0,0 1 1 0 0,0-2-1 0 0,0 0 1 0 0,1-1 0 0 0,-1 0-1 0 0,0 0 1 0 0,0-2 0 0 0,1 1-1 0 0,-1-2 1 0 0,0 1-1 0 0,14-6 1 0 0,-12 3-1 0 0,-1 0 0 0 0,1-1 0 0 0,-1 0-1 0 0,0-1 1 0 0,-1-1 0 0 0,1 0 0 0 0,-1-1 0 0 0,-1 0 0 0 0,0 0-1 0 0,0-1 1 0 0,-1-1 0 0 0,14-18 0 0 0,-22 26 0 0 0,0 0 0 0 0,0 0 0 0 0,0 0 0 0 0,0-1 0 0 0,-1 1 0 0 0,1-1 0 0 0,-1 1 0 0 0,0-1 0 0 0,0 0 0 0 0,0 1 0 0 0,0-1 0 0 0,-1 0 0 0 0,0 0 0 0 0,1 0 0 0 0,-2 1 0 0 0,1-5 0 0 0,-1 5 0 0 0,0 1 0 0 0,1 0 0 0 0,-1-1 0 0 0,0 1 0 0 0,-1 0 0 0 0,1 0 0 0 0,0 0 0 0 0,-1 0 0 0 0,1 0 0 0 0,-1 0 0 0 0,0 0 0 0 0,1 1 0 0 0,-1-1 0 0 0,0 0 0 0 0,0 1 0 0 0,0-1 0 0 0,0 1 0 0 0,0 0 0 0 0,-1 0 0 0 0,1 0 0 0 0,0 0 0 0 0,0 0 0 0 0,-1 0 0 0 0,1 1 0 0 0,-4-1 0 0 0,-5-1-580 0 0,0 1 0 0 0,1 0 0 0 0,-1 0-1 0 0,0 2 1 0 0,1-1 0 0 0,-1 1 0 0 0,0 1 0 0 0,1 0 0 0 0,-1 0-1 0 0,1 1 1 0 0,-11 4 0 0 0,16-5 220 0 0,0 0-1 0 0,-1 0 1 0 0,1 0-1 0 0,0 1 1 0 0,0 0-1 0 0,1 0 1 0 0,-1 0-1 0 0,1 1 1 0 0,-1-1-1 0 0,1 1 1 0 0,0 0 0 0 0,1 0-1 0 0,-1 1 1 0 0,1-1-1 0 0,-1 1 1 0 0,1 0-1 0 0,1-1 1 0 0,-1 1-1 0 0,1 1 1 0 0,-1-1-1 0 0,2 0 1 0 0,-3 9-1 0 0,3-12-307 0 0,1-1-1 0 0,0 1 0 0 0,0 0 0 0 0,0-1 1 0 0,0 1-1 0 0,0 0 0 0 0,0-1 0 0 0,1 1 1 0 0,-1 0-1 0 0,0-1 0 0 0,2 3 1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2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30 124 0 0,'-15'-1'24083'0'0,"39"4"-22682"0"0,281 0-858 0 0,-207-3 893 0 0,-66-3-1034 0 0,-29 2-322 0 0,0 1-51 0 0,26 0 88 0 0,-27 0-137 0 0,9-2-3009 0 0,28-27-11667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3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348 61 2156 0 0,'43'-54'13063'0'0,"-42"52"-12463"0"0,-1 2-566 0 0,0 0 0 0 0,0 0 0 0 0,0-1 0 0 0,0 1 0 0 0,0 0 0 0 0,0 0 0 0 0,0-1 0 0 0,0 1-1 0 0,1 0 1 0 0,-1 0 0 0 0,0 0 0 0 0,0-1 0 0 0,0 1 0 0 0,0 0 0 0 0,1 0 0 0 0,-1 0 0 0 0,0 0 0 0 0,0-1 0 0 0,0 1 0 0 0,1 0 0 0 0,-1 0 0 0 0,0 0 0 0 0,0 0 0 0 0,1 0 0 0 0,-1 0 0 0 0,0 0 0 0 0,0 0 0 0 0,1 0 0 0 0,-1 0 0 0 0,0 0 0 0 0,0 0 0 0 0,1 0 0 0 0,-1 0 0 0 0,0 0 0 0 0,0 0 0 0 0,0 0 0 0 0,1 0-1 0 0,-1 0 1 0 0,0 0 0 0 0,0 0 0 0 0,1 0 0 0 0,-1 0 0 0 0,0 0 0 0 0,0 0 0 0 0,1 1 0 0 0,-1-1 0 0 0,0 0 0 0 0,0 0 0 0 0,0 0 0 0 0,0 0 0 0 0,1 1 0 0 0,-1-1 0 0 0,0 0 0 0 0,11 8 680 0 0,-3 3-257 0 0,0 1 0 0 0,-1 1 0 0 0,0-1 1 0 0,6 18-1 0 0,-1-4-138 0 0,191 420 1855 0 0,-149-308-1642 0 0,49 192 0 0 0,-83-246-488 0 0,-5 0 1 0 0,-2 1-1 0 0,1 144 1 0 0,-15-166-126 0 0,-3 0 1 0 0,-3 0-1 0 0,-3-1 1 0 0,-2 0-1 0 0,-37 109 1 0 0,27-114-465 0 0,-2-2 1 0 0,-3 0-1 0 0,-2-2 1 0 0,-3-1 0 0 0,-2-2-1 0 0,-80 92 1 0 0,59-83-1437 0 0,-87 70 1 0 0,-79 33-5263 0 0,114-94 757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4.8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298 31 1184 0 0,'-18'-30'18182'0'0,"9"48"-18164"0"0,9-14-14 0 0,0 0-1 0 0,-1 0 1 0 0,1 0 0 0 0,-1-1-1 0 0,0 1 1 0 0,0 0-1 0 0,-1-1 1 0 0,1 1-1 0 0,-1-1 1 0 0,0 1-1 0 0,-2 3 1 0 0,-1 2 7 0 0,-31 72 539 0 0,-3-2 0 0 0,-80 117 0 0 0,70-113 360 0 0,48-82-782 0 0,-2 5 103 0 0,3-5-225 0 0,-1-1 1 0 0,1 0 0 0 0,0 1-1 0 0,0-1 1 0 0,-1 0 0 0 0,1 1-1 0 0,0-1 1 0 0,0 1 0 0 0,-1-1-1 0 0,1 0 1 0 0,0 1 0 0 0,0-1-1 0 0,0 1 1 0 0,0-1 0 0 0,0 1-1 0 0,0-1 1 0 0,0 1 0 0 0,0-1-1 0 0,0 1 1 0 0,0-1 0 0 0,0 1-1 0 0,0-1 1 0 0,0 0 0 0 0,0 1-1 0 0,0-1 1 0 0,0 1 0 0 0,0-1-1 0 0,1 1 1 0 0,-1-1 0 0 0,0 1-1 0 0,0-1 1 0 0,0 0 0 0 0,1 1-1 0 0,-1-1 1 0 0,1 1 0 0 0,7 4 7 0 0,1-1 0 0 0,0 0 0 0 0,0 0 0 0 0,0-1 0 0 0,0 0 0 0 0,0 0-1 0 0,1-1 1 0 0,-1-1 0 0 0,1 1 0 0 0,10-1 0 0 0,101-2 116 0 0,-118 1-125 0 0,9-1 28 0 0,0 0 0 0 0,0 0 1 0 0,-1-2-1 0 0,1 1 0 0 0,-1-1 1 0 0,15-6-1 0 0,-21 6-20 0 0,1 1-1 0 0,-1-1 1 0 0,0 0-1 0 0,0-1 1 0 0,-1 1-1 0 0,1-1 1 0 0,-1 0 0 0 0,1 0-1 0 0,-1 0 1 0 0,0 0-1 0 0,-1-1 1 0 0,1 0 0 0 0,-1 0-1 0 0,5-9 1 0 0,1-9 284 0 0,-1 1 1 0 0,-2-1-1 0 0,8-40 1 0 0,-10 43 123 0 0,-4 19-413 0 0,-1 1-29 0 0,-1 0 22 0 0,1 1 1 0 0,0-1-1 0 0,-1 1 1 0 0,1-1-1 0 0,0 1 0 0 0,0-1 1 0 0,0 1-1 0 0,0 0 1 0 0,0 0-1 0 0,0 0 0 0 0,0 0 1 0 0,0-1-1 0 0,0 1 1 0 0,0 0-1 0 0,-1 2 0 0 0,-15 23 28 0 0,11-18-3 0 0,-8 16-23 0 0,0 0 1 0 0,2 1 0 0 0,0 0 0 0 0,2 1-1 0 0,-12 46 1 0 0,-19 140-128 0 0,38-191 70 0 0,-6 43-2273 0 0,-1 95 0 0 0,17-11-8087 0 0,-2-109 3060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9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1436 0 0,'-5'20'18789'0'0,"4"-12"-16893"0"0,1-7-1830 0 0,0 0-1 0 0,1 0 1 0 0,-1 0 0 0 0,1 0 0 0 0,0-1 0 0 0,-1 1-1 0 0,1 0 1 0 0,0 0 0 0 0,0 0 0 0 0,-1 0 0 0 0,1-1 0 0 0,0 1-1 0 0,0 0 1 0 0,0-1 0 0 0,0 1 0 0 0,0 0 0 0 0,0-1-1 0 0,0 0 1 0 0,0 1 0 0 0,0-1 0 0 0,0 1 0 0 0,0-1 0 0 0,2 0-1 0 0,31 6 425 0 0,-22-4-278 0 0,202 12 810 0 0,-96-9-8032 0 0,-105-1 4513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19.5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116 1 2028 0 0,'-108'64'25763'0'0,"100"-57"-24356"0"0,9-3-655 0 0,10-3-163 0 0,181-12 1 0 0,-113 8-4227 0 0,-4-1-5581 0 0,-62 3 4924 0 0,-5-1 2237 0 0,-2 1 205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0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32 1096 0 0,'-41'-11'26556'0'0,"64"9"-27184"0"0,327-10 1414 0 0,-259 8-97 0 0,-89 4-640 0 0,18-2-670 0 0,-18 3-335 0 0,14-2-4328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0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249 81 2392 0 0,'43'-80'16126'0'0,"-44"83"-15906"0"0,0 0 1 0 0,0 0 0 0 0,-1-1 0 0 0,1 1 0 0 0,0 0-1 0 0,-1-1 1 0 0,0 1 0 0 0,-3 4 0 0 0,-1 1 207 0 0,-77 119 2903 0 0,-27 47-1791 0 0,97-149-1446 0 0,0 1-1 0 0,2 0 1 0 0,1 1 0 0 0,1 1 0 0 0,-6 31-1 0 0,13-45-45 0 0,0 1 1 0 0,1-1-1 0 0,1 1 0 0 0,0 0 0 0 0,1 0 0 0 0,1-1 0 0 0,0 1 0 0 0,1-1 0 0 0,8 26 0 0 0,-8-33-17 0 0,0-1-1 0 0,0 1 1 0 0,0 0 0 0 0,1-1-1 0 0,0 0 1 0 0,0 0 0 0 0,1 0-1 0 0,0 0 1 0 0,7 6 0 0 0,-8-8-17 0 0,1-1 1 0 0,-1 0-1 0 0,0-1 0 0 0,1 1 1 0 0,-1-1-1 0 0,1 0 1 0 0,0 0-1 0 0,0 0 0 0 0,0 0 1 0 0,0-1-1 0 0,0 0 1 0 0,0 0-1 0 0,0-1 0 0 0,9 1 1 0 0,-8-2-8 0 0,0 1 1 0 0,0-1 0 0 0,0-1-1 0 0,0 1 1 0 0,0-1-1 0 0,0 0 1 0 0,0 0-1 0 0,-1-1 1 0 0,1 0 0 0 0,-1 0-1 0 0,1 0 1 0 0,-1 0-1 0 0,0-1 1 0 0,6-6 0 0 0,-3 2 59 0 0,0 0 0 0 0,0 0 1 0 0,-1-1-1 0 0,0 0 1 0 0,-1 0-1 0 0,0 0 1 0 0,5-12-1 0 0,-9 15-40 0 0,-1-1 0 0 0,1 1 0 0 0,-1-1 0 0 0,0 1 0 0 0,-1-13 0 0 0,0 17-31 0 0,-1-1 1 0 0,0 1 0 0 0,0 0 0 0 0,0 0-1 0 0,0-1 1 0 0,0 1 0 0 0,0 0 0 0 0,-1 0-1 0 0,1 0 1 0 0,-1 1 0 0 0,0-1 0 0 0,1 0-1 0 0,-1 0 1 0 0,0 1 0 0 0,0-1 0 0 0,0 1-1 0 0,0 0 1 0 0,0-1 0 0 0,0 1 0 0 0,0 0-1 0 0,-1 0 1 0 0,1 1 0 0 0,0-1-1 0 0,0 0 1 0 0,-1 1 0 0 0,1-1 0 0 0,-4 1-1 0 0,-7-2 17 0 0,0 0-1 0 0,0 1 0 0 0,-20 2 0 0 0,20 0-254 0 0,-1 0 0 0 0,1 1-1 0 0,0 0 1 0 0,-16 6 0 0 0,24-6-314 0 0,-1 0-1 0 0,1 0 1 0 0,0 0 0 0 0,0 1-1 0 0,0 0 1 0 0,0 0-1 0 0,0 1 1 0 0,1-1 0 0 0,-1 1-1 0 0,1 0 1 0 0,-7 8 0 0 0,10-11 162 0 0,1 0 0 0 0,0 0 0 0 0,-1 0 0 0 0,1 0 0 0 0,0 0 0 0 0,0 0 0 0 0,0 0 0 0 0,0 0 1 0 0,0 0-1 0 0,0 1 0 0 0,0-1 0 0 0,0 0 0 0 0,0 0 0 0 0,0 0 0 0 0,1 0 0 0 0,-1 0 1 0 0,0 0-1 0 0,1 0 0 0 0,-1 0 0 0 0,1 0 0 0 0,-1 0 0 0 0,1 0 0 0 0,-1 0 0 0 0,2 1 1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0.9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2368 0 0,'1'-24'7320'0'0,"1"-1"2788"0"0,0 11-6571 0 0,-2 11-3060 0 0,0 3-455 0 0,0 0 1 0 0,0 0-1 0 0,0 0 1 0 0,0-1-1 0 0,0 1 1 0 0,0 0 0 0 0,0 0-1 0 0,0 0 1 0 0,0 0-1 0 0,0-1 1 0 0,0 1-1 0 0,0 0 1 0 0,0 0-1 0 0,0 0 1 0 0,0-1-1 0 0,0 1 1 0 0,0 0-1 0 0,0 0 1 0 0,0 0 0 0 0,1 0-1 0 0,-1-1 1 0 0,0 1-1 0 0,0 0 1 0 0,0 0-1 0 0,0 0 1 0 0,0 0-1 0 0,0 0 1 0 0,1-1-1 0 0,-1 1 1 0 0,0 0-1 0 0,0 0 1 0 0,0 0 0 0 0,0 0-1 0 0,0 0 1 0 0,1 0-1 0 0,-1 0 1 0 0,0 0-1 0 0,0 0 1 0 0,0 0-1 0 0,1 0 1 0 0,-1-1-1 0 0,0 1 1 0 0,94 9 1959 0 0,-11-1-1451 0 0,-50-6-385 0 0,85 0-2221 0 0,-102-3-1133 0 0,0 0-1 0 0,25-7 0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1.2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129 41 1020 0 0,'-20'-18'10583'0'0,"-8"-1"-4351"0"0,28 18-6043 0 0,-1 1 0 0 0,0-1 0 0 0,1 1 0 0 0,-1 0 0 0 0,0-1 0 0 0,1 1 0 0 0,-1 0 0 0 0,0 0 0 0 0,0-1 1 0 0,1 1-1 0 0,-1 0 0 0 0,0 0 0 0 0,0 0 0 0 0,0 0 0 0 0,1 0 0 0 0,-1 0 0 0 0,0 0 0 0 0,0 1 0 0 0,1-1 0 0 0,-1 0 0 0 0,0 0 0 0 0,0 0 0 0 0,1 1 0 0 0,-1-1 0 0 0,0 0 0 0 0,1 1 1 0 0,-1-1-1 0 0,0 1 0 0 0,1-1 0 0 0,-1 1 0 0 0,1-1 0 0 0,-1 1 0 0 0,0 0 0 0 0,-3 10 1236 0 0,0 0-1 0 0,1 0 1 0 0,-3 21 0 0 0,-1 39 911 0 0,3-27-1877 0 0,-21 273-449 0 0,24-306-10 0 0,0 20-777 0 0,-1-26 189 0 0,2 6-3493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1.7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541 168 1684 0 0,'10'-21'4137'0'0,"-1"-1"0"0"0,-1 0 0 0 0,9-38 0 0 0,-7 21-704 0 0,-9 37-3160 0 0,-14 1 209 0 0,11 1-451 0 0,0 0-1 0 0,0 0 1 0 0,0-1 0 0 0,0 2-1 0 0,0-1 1 0 0,0 0-1 0 0,-1 0 1 0 0,-2 2-1 0 0,-12 4 273 0 0,0 2 1 0 0,0 0-1 0 0,1 1 0 0 0,-27 20 0 0 0,-54 52 930 0 0,79-65-1032 0 0,-26 24 348 0 0,2 2 0 0 0,1 1 1 0 0,-37 54-1 0 0,60-72-420 0 0,1 1 1 0 0,2 0-1 0 0,0 1 1 0 0,2 1-1 0 0,1 0 0 0 0,1 1 1 0 0,-13 54-1 0 0,22-73-85 0 0,0 0-1 0 0,1 0 0 0 0,1 0 0 0 0,-1 0 1 0 0,1 0-1 0 0,1 0 0 0 0,0 0 1 0 0,0 0-1 0 0,1 0 0 0 0,4 11 0 0 0,-4-16-25 0 0,-1-1-1 0 0,2 1 0 0 0,-1-1 1 0 0,1 0-1 0 0,-1 1 0 0 0,1-1 1 0 0,0-1-1 0 0,0 1 0 0 0,1 0 0 0 0,-1-1 1 0 0,1 1-1 0 0,0-1 0 0 0,0 0 1 0 0,0-1-1 0 0,0 1 0 0 0,1-1 1 0 0,-1 1-1 0 0,0-1 0 0 0,1 0 0 0 0,0-1 1 0 0,0 1-1 0 0,7 0 0 0 0,1 0 10 0 0,0-1-1 0 0,1 0 1 0 0,-1-1-1 0 0,0 0 0 0 0,0-1 1 0 0,0-1-1 0 0,0 0 1 0 0,0-1-1 0 0,0 0 0 0 0,0-1 1 0 0,-1-1-1 0 0,1 0 1 0 0,-1 0-1 0 0,0-1 0 0 0,-1-1 1 0 0,0 0-1 0 0,0 0 1 0 0,0-1-1 0 0,12-12 0 0 0,-21 18-23 0 0,-1 1 0 0 0,1-1 0 0 0,0 0 0 0 0,0 1 0 0 0,-1-1 0 0 0,1 0 0 0 0,-1 0 0 0 0,0-1 0 0 0,0 1 0 0 0,0 0 0 0 0,1 0 0 0 0,-2 0 0 0 0,1-1 0 0 0,0 1 0 0 0,0 0 0 0 0,-1-1 0 0 0,0 1 0 0 0,1-1 0 0 0,-1 1 0 0 0,0-1 0 0 0,0 1 0 0 0,0-1 0 0 0,-1 1 0 0 0,1 0 0 0 0,0-1 0 0 0,-1 1 0 0 0,0-1 0 0 0,1 1 0 0 0,-1 0 0 0 0,-2-4 0 0 0,0 1-25 0 0,-1 1-1 0 0,1-1 1 0 0,-1 1 0 0 0,0 0-1 0 0,-1 0 1 0 0,1 1 0 0 0,0-1 0 0 0,-1 1-1 0 0,0 0 1 0 0,0 0 0 0 0,0 0-1 0 0,-7-2 1 0 0,-11-3-3231 0 0,-39-10 0 0 0,53 16 1684 0 0,-6 0-4601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2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26 1748 0 0,'-53'-23'26392'0'0,"53"23"-26343"0"0,26-2 658 0 0,-26 2-708 0 0,177 5 449 0 0,-60 1-4053 0 0,-102-5 2591 0 0,-1-1-1246 0 0,17 3-1841 0 0,-11 3-1552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2.4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112 1 1040 0 0,'-22'7'5077'0'0,"1"1"0"0"0,-26 13 0 0 0,46-20-4584 0 0,-4 1 104 0 0,4-2-440 0 0,0 1 0 0 0,0-1-1 0 0,0 0 1 0 0,0 1 0 0 0,0-1 0 0 0,0 0 0 0 0,1 1-1 0 0,-1-1 1 0 0,0 1 0 0 0,0-1 0 0 0,0 1 0 0 0,0 0-1 0 0,1-1 1 0 0,-1 1 0 0 0,0 0 0 0 0,0 1-1 0 0,2-1-53 0 0,-1 0 0 0 0,1 0 0 0 0,0 0 0 0 0,0 0 0 0 0,0 0 0 0 0,0 0 0 0 0,0-1 0 0 0,0 1 0 0 0,0 0 0 0 0,0 0 0 0 0,0-1-1 0 0,0 1 1 0 0,0-1 0 0 0,1 1 0 0 0,-1-1 0 0 0,0 1 0 0 0,0-1 0 0 0,1 0 0 0 0,-1 1 0 0 0,2-1 0 0 0,33 2 383 0 0,-26-1-324 0 0,158-1-76 0 0,-84-11-4294 0 0,-65 7 687 0 0,0-2 0 0 0,22-8 0 0 0,-19 5-2226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23.6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472 68 1980 0 0,'-12'-24'26615'0'0,"11"22"-26608"0"0,-15-4 55 0 0,14 6-35 0 0,-3-2-51 0 0,-1 1 0 0 0,1 0 1 0 0,-1 1-1 0 0,1-1 0 0 0,-11 1 1 0 0,13 0 13 0 0,-20 4-63 0 0,17-3 74 0 0,-27 12-98 0 0,16-5 63 0 0,1 1 1 0 0,0 0 0 0 0,0 1-1 0 0,1 1 1 0 0,1 0-1 0 0,-16 16 1 0 0,-70 85-166 0 0,89-96 168 0 0,1 1 0 0 0,0 0 0 0 0,2 0 0 0 0,-1 1 0 0 0,-6 25 0 0 0,2-10 92 0 0,5-9-37 0 0,1 0 0 0 0,2 0 0 0 0,0 0 1 0 0,2 0-1 0 0,0 1 0 0 0,2 35 0 0 0,1-52-2 0 0,0 0 1 0 0,1 0-1 0 0,0 0 0 0 0,0-1 0 0 0,1 1 0 0 0,0 0 0 0 0,0-1 1 0 0,1 1-1 0 0,0-1 0 0 0,0 0 0 0 0,1 0 0 0 0,0 0 1 0 0,0 0-1 0 0,0-1 0 0 0,1 0 0 0 0,0 0 0 0 0,1 0 0 0 0,6 6 1 0 0,-4-6 22 0 0,0 0 1 0 0,1 0 0 0 0,0-1 0 0 0,0 0-1 0 0,0 0 1 0 0,1-1 0 0 0,0-1 0 0 0,-1 1 0 0 0,1-2-1 0 0,1 1 1 0 0,-1-1 0 0 0,0-1 0 0 0,15 1-1 0 0,-5-2 103 0 0,1-1-1 0 0,-1-1 1 0 0,0-1-1 0 0,0-1 1 0 0,0-1-1 0 0,0 0 1 0 0,-1-2-1 0 0,0 0 1 0 0,0-1-1 0 0,-1-1 1 0 0,18-11-1 0 0,-5 0 174 0 0,0-1-1 0 0,-2-1 1 0 0,0-1 0 0 0,-2-2-1 0 0,30-35 1 0 0,-46 47-316 0 0,0 0-1 0 0,-1 0 1 0 0,-1-1 0 0 0,0-1-1 0 0,-1 1 1 0 0,0-1 0 0 0,10-32-1 0 0,-15 36-4 0 0,0 0-1 0 0,-1 0 1 0 0,-1 0-1 0 0,0 0 1 0 0,0-1-1 0 0,-1 1 0 0 0,0 0 1 0 0,-1 0-1 0 0,-1 0 1 0 0,1 0-1 0 0,-2 0 1 0 0,-6-21-1 0 0,1 15-634 0 0,0-1 0 0 0,0 1 1 0 0,-2 1-1 0 0,0 0 0 0 0,-1 0 0 0 0,0 1 1 0 0,-1 0-1 0 0,-1 1 0 0 0,-1 0 0 0 0,0 1 0 0 0,-30-22 1 0 0,33 28 19 0 0,0 1 0 0 0,0 0 0 0 0,-1 0 0 0 0,0 1 0 0 0,0 1 0 0 0,0 0 0 0 0,0 0 1 0 0,-15-1-1 0 0,17 4 353 0 0,0 0 0 0 0,0 1 1 0 0,0 0-1 0 0,1 0 1 0 0,-1 1-1 0 0,0 0 0 0 0,0 1 1 0 0,1 1-1 0 0,-1-1 0 0 0,1 1 1 0 0,-14 7-1 0 0,-44 24-6923 0 0,33-13 298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2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33 4 0 0,'2'-12'5383'0'0,"3"-8"1128"0"0,-4 31-2468 0 0,-1 36-1591 0 0,-17 161 1629 0 0,-45 208 1 0 0,1-112-2754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3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94 2028 0 0,'44'-12'11594'0'0,"-19"5"-2361"0"0,99-4-7290 0 0,227-31-1341 0 0,-316 37-189 0 0,47-11-94 0 0,-80 16-841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3.7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 21 2544 0 0,'2'-21'11218'0'0,"-5"25"-10737"0"0,1-1 1 0 0,-1 1-1 0 0,1 0 1 0 0,0 0-1 0 0,0 0 1 0 0,1 0 0 0 0,-1 0-1 0 0,1 0 1 0 0,-1 5-1 0 0,-8 45 2701 0 0,9-45-2726 0 0,-7 65 2515 0 0,4 140-1 0 0,6-141-3075 0 0,-16 144-1 0 0,6-155-3337 0 0,6-24-2943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87 584 0 0,'-1'-37'7809'0'0,"-3"-13"988"0"0,3 50-8735 0 0,1 1 1 0 0,-1-1-1 0 0,1 0 1 0 0,0 0-1 0 0,-1 1 1 0 0,1-1-1 0 0,-1 0 1 0 0,1 1-1 0 0,0-1 1 0 0,-1 1-1 0 0,1-1 1 0 0,0 0-1 0 0,0 1 1 0 0,-1-1-1 0 0,1 1 1 0 0,0-1-1 0 0,0 1 1 0 0,0-1-1 0 0,0 1 1 0 0,0-1-1 0 0,-1 0 1 0 0,1 1-1 0 0,0-1 1 0 0,0 1-1 0 0,0-1 1 0 0,0 2-1 0 0,-1 17 741 0 0,1-14-413 0 0,-12 311 6225 0 0,10-163-5787 0 0,1-53-451 0 0,0 0-971 0 0,-3-34-4075 0 0,4-59 3512 0 0,-2 12-2895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5.1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58 1680 0 0,'-29'-13'13400'0'0,"39"7"-12834"0"0,28 1-333 0 0,0 2 0 0 0,62 2 0 0 0,-49 2-153 0 0,-22-1-284 0 0,71-2-1447 0 0,-87 1 177 0 0,0-1-1 0 0,0 0 0 0 0,0-1 1 0 0,0-1-1 0 0,17-6 1 0 0,-18 4-1845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5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67 1264 0 0,'19'-57'11060'0'0,"-16"48"-9867"0"0,0 14 339 0 0,-1 13-346 0 0,-5 60 342 0 0,-19 104 0 0 0,11-114-2230 0 0,3 0 0 0 0,2 84 0 0 0,6-145 128 0 0,1 1 0 0 0,0-1 0 0 0,0 0 0 0 0,4 11 0 0 0,-4-14-402 0 0,0-1 1 0 0,1 1-1 0 0,0-1 0 0 0,0 1 0 0 0,4 5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5.9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 77 1888 0 0,'-6'-12'7309'0'0,"5"10"-7037"0"0,0 0 0 0 0,1 1-1 0 0,-1-1 1 0 0,0 0 0 0 0,1 0 0 0 0,0 1 0 0 0,-1-1 0 0 0,1 0 0 0 0,0 0 0 0 0,0 0 0 0 0,0 0-1 0 0,0 1 1 0 0,0-1 0 0 0,1 0 0 0 0,-1 0 0 0 0,1-2 0 0 0,0 3-186 0 0,0-1 0 0 0,0 1 0 0 0,-1-1 0 0 0,1 1 0 0 0,0 0 0 0 0,1-1 1 0 0,-1 1-1 0 0,0 0 0 0 0,0 0 0 0 0,1-1 0 0 0,-1 1 0 0 0,0 0 0 0 0,1 0 0 0 0,1 0 0 0 0,2-2-77 0 0,0 1 0 0 0,1 1-1 0 0,-1-1 1 0 0,0 1 0 0 0,1 0-1 0 0,-1 0 1 0 0,1 0-1 0 0,-1 1 1 0 0,9 0 0 0 0,-10 0-7 0 0,1 0 1 0 0,-1 0-1 0 0,0 1 1 0 0,1 0-1 0 0,-1 0 1 0 0,0 0-1 0 0,0 0 0 0 0,0 1 1 0 0,0 0-1 0 0,0 0 1 0 0,0 0-1 0 0,0 0 1 0 0,0 0-1 0 0,-1 1 1 0 0,1-1-1 0 0,-1 1 1 0 0,0 0-1 0 0,0 0 1 0 0,0 1-1 0 0,0-1 0 0 0,3 5 1 0 0,-4-4 5 0 0,0 1 1 0 0,0-1 0 0 0,0 1-1 0 0,-1 0 1 0 0,0-1-1 0 0,1 1 1 0 0,-2 0-1 0 0,1 0 1 0 0,0 0-1 0 0,-1-1 1 0 0,0 1 0 0 0,0 0-1 0 0,-1 0 1 0 0,1 0-1 0 0,-1 0 1 0 0,0-1-1 0 0,0 1 1 0 0,-3 6-1 0 0,-2 4 120 0 0,-1-1-1 0 0,0 0 1 0 0,-1 0-1 0 0,0-1 1 0 0,-1 0-1 0 0,-1-1 0 0 0,0 1 1 0 0,-23 19-1 0 0,-7 3 694 0 0,-60 38-1 0 0,8-6 115 0 0,82-60-895 0 0,-3 4 285 0 0,15-8-192 0 0,9-1-117 0 0,4-2 7 0 0,1-1 0 0 0,-1-1-1 0 0,0 0 1 0 0,16-5 0 0 0,5 0 15 0 0,57-9-129 0 0,35-6-2964 0 0,-44 7-5341 0 0,-62 10 2540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6.3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0 110 1288 0 0,'7'-29'13465'0'0,"-2"25"-12098"0"0,9-1-199 0 0,21-3-265 0 0,0 1 0 0 0,39-3 0 0 0,3-1-626 0 0,145-21-557 0 0,-208 29-2985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6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87 1648 0 0,'34'-86'16343'0'0,"-34"86"-16268"0"0,1 0-1 0 0,-1 0 1 0 0,1 1 0 0 0,-1-1-1 0 0,1 0 1 0 0,0 1 0 0 0,-1-1-1 0 0,1 0 1 0 0,-1 1 0 0 0,0-1-1 0 0,1 1 1 0 0,-1-1 0 0 0,1 1-1 0 0,-1-1 1 0 0,0 1 0 0 0,1-1-1 0 0,-1 1 1 0 0,0-1 0 0 0,0 1-1 0 0,1 0 1 0 0,-1-1 0 0 0,0 1-1 0 0,0-1 1 0 0,0 1 0 0 0,0 0-1 0 0,0-1 1 0 0,0 1 0 0 0,0 0-1 0 0,0 0 1 0 0,1 24 1286 0 0,-1-21-963 0 0,-16 367 5496 0 0,5-186-6867 0 0,6 1-4037 0 0,5-179 4434 0 0,-1 35-3030 0 0,0-15-2681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7.1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31 1464 0 0,'-6'-31'18803'0'0,"3"42"-18000"0"0,0 0 1 0 0,1 1 0 0 0,1-1 0 0 0,0 1-1 0 0,0 11 1 0 0,-2 18 467 0 0,-28 234 1792 0 0,8 2-3535 0 0,22-261-216 0 0,-1 11-1876 0 0,6-12-2179 0 0,-3-14 4445 0 0,0-1 0 0 0,0 0 0 0 0,0 1 0 0 0,0-1-1 0 0,0 0 1 0 0,0 0 0 0 0,0 0 0 0 0,0 1 0 0 0,0-1 0 0 0,0 0 0 0 0,0-1 0 0 0,0 1 0 0 0,0 0 0 0 0,0 0 0 0 0,0 0-1 0 0,1-1 1 0 0,12-4-5186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7.6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0 108 2436 0 0,'51'-34'12949'0'0,"-51"33"-12882"0"0,0 1 1 0 0,1-1 0 0 0,-1 1-1 0 0,0 0 1 0 0,1-1 0 0 0,-1 1-1 0 0,0 0 1 0 0,1-1-1 0 0,-1 1 1 0 0,1 0 0 0 0,-1 0-1 0 0,1-1 1 0 0,-1 1 0 0 0,0 0-1 0 0,1 0 1 0 0,-1 0 0 0 0,1 0-1 0 0,-1 0 1 0 0,1-1-1 0 0,-1 1 1 0 0,1 0 0 0 0,-1 0-1 0 0,1 0 1 0 0,-1 0 0 0 0,1 0-1 0 0,-1 0 1 0 0,1 1 0 0 0,-1-1-1 0 0,0 0 1 0 0,1 0-1 0 0,-1 0 1 0 0,1 0 0 0 0,-1 0-1 0 0,1 1 1 0 0,-1-1 0 0 0,1 0-1 0 0,-1 0 1 0 0,0 1 0 0 0,1-1-1 0 0,-1 0 1 0 0,0 1-1 0 0,1-1 1 0 0,-1 0 0 0 0,0 1-1 0 0,1-1 1 0 0,-1 1 0 0 0,2 13 349 0 0,-1 0 0 0 0,0 1 0 0 0,-1-1 0 0 0,-1 0 0 0 0,0 0 0 0 0,-4 17 0 0 0,-1 19 14 0 0,3-10-208 0 0,0-11-74 0 0,1 1 1 0 0,3 39-1 0 0,-1-60-120 0 0,1-1 1 0 0,1 0-1 0 0,-1 0 1 0 0,1 0-1 0 0,1 0 1 0 0,0-1-1 0 0,0 1 0 0 0,0-1 1 0 0,1 1-1 0 0,0-1 1 0 0,0 0-1 0 0,1 0 0 0 0,7 8 1 0 0,-8-11-10 0 0,0 0 1 0 0,1-1 0 0 0,-1 1-1 0 0,1-1 1 0 0,0 1 0 0 0,0-2-1 0 0,1 1 1 0 0,-1 0-1 0 0,0-1 1 0 0,1 0 0 0 0,0 0-1 0 0,-1-1 1 0 0,1 0 0 0 0,0 0-1 0 0,0 0 1 0 0,-1-1-1 0 0,1 1 1 0 0,0-1 0 0 0,0-1-1 0 0,0 1 1 0 0,0-1 0 0 0,0 0-1 0 0,10-3 1 0 0,-6 0 0 0 0,-1 1 0 0 0,1-1 0 0 0,-1 0 0 0 0,0-1 1 0 0,-1 0-1 0 0,1 0 0 0 0,-1-1 0 0 0,0 0 0 0 0,0 0 1 0 0,-1-1-1 0 0,0 0 0 0 0,0-1 0 0 0,7-9 0 0 0,-4 1-9 0 0,-1 0 1 0 0,0 0-1 0 0,-1-1 0 0 0,-1 0 0 0 0,-1 0 1 0 0,6-24-1 0 0,-9 27-8 0 0,0 1 1 0 0,-1-1-1 0 0,-1 0 0 0 0,0 1 1 0 0,-1-1-1 0 0,0 0 0 0 0,-1 0 1 0 0,-1 0-1 0 0,-4-15 1 0 0,3 17 9 0 0,-2-1 0 0 0,0 1 1 0 0,0 1-1 0 0,-1-1 1 0 0,0 1-1 0 0,-1 0 1 0 0,-12-14-1 0 0,14 18-281 0 0,-1 0 0 0 0,0 1 1 0 0,0 0-1 0 0,-1 0 0 0 0,0 1 0 0 0,0-1 0 0 0,0 2 1 0 0,0-1-1 0 0,-1 1 0 0 0,0 0 0 0 0,-13-5 0 0 0,18 9-128 0 0,0-1 0 0 0,1 1-1 0 0,-1 0 1 0 0,0 0-1 0 0,0 0 1 0 0,0 0 0 0 0,0 1-1 0 0,1-1 1 0 0,-1 1 0 0 0,0 0-1 0 0,0 0 1 0 0,1 0 0 0 0,-1 0-1 0 0,-2 1 1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7.9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67 1184 0 0,'8'-31'9248'0'0,"3"-4"-1032"0"0,-8 57-6480 0 0,-3 11-878 0 0,-1 0-1 0 0,-7 45 1 0 0,2-23-530 0 0,-17 172 595 0 0,8-88-3449 0 0,2-1-9644 0 0,11-119 5062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8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9 168 2116 0 0,'-9'-165'14682'0'0,"9"163"-14409"0"0,13 21 736 0 0,4 23-387 0 0,-2 1 0 0 0,-2 0-1 0 0,8 50 1 0 0,14 139 728 0 0,-12 16-278 0 0,-12 309-1 0 0,-51 253-485 0 0,13-383-448 0 0,-15 1547-3397 0 0,41-1638-543 0 0,-3-116-3491 0 0,1-99-733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4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27 1340 0 0,'6'-8'1673'0'0,"11"-10"3119"0"0,-9 19-3057 0 0,-1 11-1169 0 0,1 17 289 0 0,-1 0 0 0 0,-1 0 1 0 0,2 39-1 0 0,-1 93 792 0 0,-7-147-1489 0 0,-11 392 2015 0 0,-22 2-1224 0 0,-1 8-510 0 0,21-107-689 0 0,14-1-1 0 0,14 0 1 0 0,68 393 0 0 0,-14-328-2572 0 0,-16-126-3167 0 0,-21-104-688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0.8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0 1 2344 0 0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2.5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27 1976 0 0,'-27'1'22638'0'0,"41"-2"-23088"0"0,378-26-536 0 0,-365 28-2516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0 2392 0 0,'-123'72'14942'0'0,"123"-72"-14893"0"0,-1 0 1 0 0,1 0-1 0 0,-1 0 1 0 0,1 0 0 0 0,-1 1-1 0 0,1-1 1 0 0,-1 0 0 0 0,1 0-1 0 0,-1 1 1 0 0,1-1-1 0 0,0 0 1 0 0,-1 1 0 0 0,1-1-1 0 0,0 0 1 0 0,-1 1 0 0 0,1-1-1 0 0,0 1 1 0 0,-1-1-1 0 0,1 0 1 0 0,0 1 0 0 0,0-1-1 0 0,-1 1 1 0 0,1-1 0 0 0,0 1-1 0 0,0-1 1 0 0,0 1-1 0 0,0-1 1 0 0,0 1 0 0 0,0-1-1 0 0,-1 1 1 0 0,1-1-1 0 0,0 1 1 0 0,1-1 0 0 0,-1 1-1 0 0,0-1 1 0 0,0 1 0 0 0,0 0-1 0 0,1 0 11 0 0,0 0 0 0 0,1 0 0 0 0,-1 0-1 0 0,0 0 1 0 0,0-1 0 0 0,1 1 0 0 0,-1 0 0 0 0,1-1 0 0 0,-1 1-1 0 0,0-1 1 0 0,1 1 0 0 0,1 0 0 0 0,45 6 354 0 0,271-2-364 0 0,-108-12-5901 0 0,-152 2-398 0 0,-35 3 292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3.8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35 1532 0 0,'6'-8'4489'0'0,"-2"2"-3454"0"0,15-13 7465 0 0,-19 19-8376 0 0,1-1 0 0 0,-1 1 0 0 0,0 0 1 0 0,0 0-1 0 0,1 0 0 0 0,-1 0 0 0 0,0 0 1 0 0,1 0-1 0 0,-1 0 0 0 0,0 0 0 0 0,1 0 1 0 0,-1 0-1 0 0,0 0 0 0 0,1 0 0 0 0,-1 0 1 0 0,0 0-1 0 0,1 0 0 0 0,-1 0 0 0 0,0 0 1 0 0,1 0-1 0 0,-1 1 0 0 0,0-1 125 0 0,1 0-125 0 0,6 14 170 0 0,1 35 938 0 0,5 87-1 0 0,-10-85-835 0 0,23 501 814 0 0,-26-518-1312 0 0,4 74-170 0 0,6-38-4151 0 0,-6-57 1773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4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72 2804 0 0,'21'-71'14250'0'0,"-12"93"-13153"0"0,-5 32-237 0 0,-3 1 0 0 0,-6 74 0 0 0,1-62-636 0 0,-35 345 276 0 0,38-405-740 0 0,-2 19-1390 0 0,3-25 1266 0 0,0 0 0 0 0,0 0 0 0 0,0 0 0 0 0,0 1 0 0 0,1-1 0 0 0,-1 0 0 0 0,0 0 0 0 0,0 0 0 0 0,1 0 0 0 0,-1 0 0 0 0,1 0 0 0 0,-1 0 0 0 0,1 0 0 0 0,-1 0 0 0 0,1 0 0 0 0,-1 0 0 0 0,1 0 0 0 0,1 0 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5.1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481 196 1672 0 0,'15'-25'2976'0'0,"-1"-1"0"0"0,0 0 1 0 0,16-48-1 0 0,-18 43-687 0 0,-10 20-1311 0 0,-7 9 38 0 0,3 2-946 0 0,1 1 0 0 0,0 0 0 0 0,-1-1 0 0 0,1 1 0 0 0,0 0 0 0 0,-1 0 0 0 0,1-1 1 0 0,0 1-1 0 0,0 0 0 0 0,0 0 0 0 0,-2 2 0 0 0,-27 37 788 0 0,2 1-1 0 0,-39 74 1 0 0,52-87-689 0 0,-66 123 963 0 0,-118 310-1 0 0,170-373-973 0 0,3 2-1 0 0,4 1 0 0 0,4 0 0 0 0,4 1 0 0 0,-2 115 1 0 0,16-157-67 0 0,2 1 1 0 0,14 87-1 0 0,-12-116-384 0 0,2 0 0 0 0,0 0 0 0 0,1 0 0 0 0,1 0 0 0 0,1-1 0 0 0,1-1 0 0 0,1 0 0 0 0,18 26 0 0 0,-24-40-200 0 0,1 1-1 0 0,-1-2 0 0 0,1 1 1 0 0,0-1-1 0 0,0 1 0 0 0,1-2 0 0 0,-1 1 1 0 0,11 5-1 0 0,-12-8-493 0 0,1 0 0 0 0,-1 0 1 0 0,0 0-1 0 0,1 0 0 0 0,-1-1 0 0 0,1 0 0 0 0,9 1 1 0 0,11-3-6560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5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184 163 60 0 0,'-5'-34'5619'0'0,"-2"-28"2284"0"0,6 58-7539 0 0,1 1 0 0 0,0-1 0 0 0,1 0 0 0 0,-1 1 0 0 0,1-1-1 0 0,-1 0 1 0 0,1 1 0 0 0,0-1 0 0 0,1 1 0 0 0,-1-1 0 0 0,0 1-1 0 0,4-6 1 0 0,-3 7-292 0 0,0 1-1 0 0,-1 0 0 0 0,1-1 1 0 0,0 1-1 0 0,-1 0 0 0 0,1 0 0 0 0,0 0 1 0 0,0 0-1 0 0,0 1 0 0 0,0-1 1 0 0,0 0-1 0 0,0 1 0 0 0,0-1 0 0 0,0 1 1 0 0,0 0-1 0 0,0 0 0 0 0,0 0 1 0 0,0 0-1 0 0,0 0 0 0 0,0 0 1 0 0,0 0-1 0 0,0 1 0 0 0,0-1 0 0 0,0 1 1 0 0,3 1-1 0 0,3 0 20 0 0,-1 0 0 0 0,0 1 0 0 0,1 1 0 0 0,-1-1 0 0 0,9 7 0 0 0,-9-5-36 0 0,0 1 1 0 0,0-1-1 0 0,-1 1 0 0 0,0 0 0 0 0,0 0 1 0 0,0 1-1 0 0,-1 0 0 0 0,0 0 1 0 0,0 0-1 0 0,-1 1 0 0 0,0-1 0 0 0,0 1 1 0 0,-1 0-1 0 0,0 0 0 0 0,-1 1 1 0 0,3 13-1 0 0,-3-11-18 0 0,-1 0 1 0 0,-1 0-1 0 0,0 0 0 0 0,-1 0 0 0 0,0 0 1 0 0,0 0-1 0 0,-1-1 0 0 0,-1 1 1 0 0,0 0-1 0 0,0-1 0 0 0,-1 1 0 0 0,-9 15 1 0 0,-1-1 108 0 0,0-1 0 0 0,-2-1 1 0 0,-1 0-1 0 0,-30 31 0 0 0,-89 72 1132 0 0,67-65-787 0 0,67-59-465 0 0,-1 0 24 0 0,0 0 0 0 0,1 1 0 0 0,0-1 0 0 0,-1 0 0 0 0,1 1 0 0 0,0-1 0 0 0,0 1 0 0 0,0-1 0 0 0,0 1 0 0 0,1 0 0 0 0,-1 0 0 0 0,1 0 0 0 0,0 0 0 0 0,0 0 0 0 0,-1 4 0 0 0,2-6-31 0 0,0 0 1 0 0,0-1-1 0 0,0 1 1 0 0,1 0-1 0 0,-1-1 0 0 0,0 1 1 0 0,0 0-1 0 0,1 0 1 0 0,-1-1-1 0 0,1 1 0 0 0,-1 0 1 0 0,1-1-1 0 0,-1 1 0 0 0,1-1 1 0 0,-1 1-1 0 0,1-1 1 0 0,-1 1-1 0 0,1-1 0 0 0,-1 1 1 0 0,1-1-1 0 0,0 1 1 0 0,-1-1-1 0 0,1 0 0 0 0,0 1 1 0 0,0-1-1 0 0,0 0 1 0 0,20 7 159 0 0,-20-7-158 0 0,17 4 53 0 0,-1-2 0 0 0,1 0 1 0 0,0-1-1 0 0,22-2 0 0 0,72-10-124 0 0,-86 8 82 0 0,-4 0 0 0 0,49-5 646 0 0,124-31-1 0 0,-129 24 34 0 0,-64 14-862 0 0,1-1-538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6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93 628 0 0,'5'-20'16740'0'0,"1"17"-16367"0"0,1 0-1 0 0,-1 0 1 0 0,1 1 0 0 0,0-1-1 0 0,0 2 1 0 0,0-1-1 0 0,0 1 1 0 0,0 0-1 0 0,0 1 1 0 0,8-1-1 0 0,16-1 63 0 0,70-9 18 0 0,-50 6-294 0 0,69-15 0 0 0,-66 13 28 0 0,-52 7-154 0 0,1 0 0 0 0,20-5-428 0 0,-9 2-3184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6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292 66 656 0 0,'20'-51'15762'0'0,"-23"53"-15530"0"0,-1 0 0 0 0,0 1 1 0 0,1-1-1 0 0,0 1 1 0 0,0 0-1 0 0,-1 0 1 0 0,2 0-1 0 0,-1 0 1 0 0,-3 4-1 0 0,1 0 39 0 0,-143 163 2762 0 0,129-144-2779 0 0,1 0 0 0 0,2 1 0 0 0,0 0 0 0 0,2 1 0 0 0,-12 33-1 0 0,23-51-198 0 0,0-1 0 0 0,1 0 0 0 0,0 0 0 0 0,0 1 0 0 0,1-1 0 0 0,0 1-1 0 0,1 0 1 0 0,0-1 0 0 0,0 1 0 0 0,1 0 0 0 0,4 14 0 0 0,-4-19-29 0 0,1-1 0 0 0,-1 1 0 0 0,1 0 0 0 0,1-1-1 0 0,-1 1 1 0 0,1-1 0 0 0,0 0 0 0 0,-1 0 0 0 0,2 0 0 0 0,-1 0 0 0 0,0 0 0 0 0,1-1 0 0 0,0 1 0 0 0,0-1 0 0 0,0 0 0 0 0,0 0 0 0 0,1-1 0 0 0,-1 1 0 0 0,0-1 0 0 0,1 0 0 0 0,0 0 0 0 0,0-1 0 0 0,7 3 0 0 0,-3-3-13 0 0,1 1 0 0 0,0-1 0 0 0,0 0 0 0 0,0-1 0 0 0,0-1 1 0 0,0 1-1 0 0,-1-1 0 0 0,1-1 0 0 0,0 0 0 0 0,-1 0 0 0 0,1-1 0 0 0,-1 0 0 0 0,0-1 0 0 0,0 0 0 0 0,0 0 1 0 0,0-1-1 0 0,-1 0 0 0 0,1-1 0 0 0,7-7 0 0 0,-4 3 2 0 0,-1 0 1 0 0,0-1-1 0 0,0 0 1 0 0,-1-1-1 0 0,-1 0 0 0 0,0 0 1 0 0,-1-1-1 0 0,0 0 0 0 0,-1-1 1 0 0,0 0-1 0 0,8-25 1 0 0,-11 21 3 0 0,0 1 0 0 0,-1-1 1 0 0,-1 1-1 0 0,0-1 0 0 0,-2 0 1 0 0,0 0-1 0 0,-1 1 0 0 0,0-1 1 0 0,-2 0-1 0 0,-7-29 0 0 0,7 35-35 0 0,-1 1-1 0 0,0-1 1 0 0,-1 1 0 0 0,-1 0-1 0 0,1 0 1 0 0,-2 0 0 0 0,1 1-1 0 0,-1 0 1 0 0,-1 0-1 0 0,0 1 1 0 0,0 0 0 0 0,-1 1-1 0 0,0-1 1 0 0,-1 2-1 0 0,0-1 1 0 0,-15-8 0 0 0,21 14-248 0 0,1 0 0 0 0,-1 1 1 0 0,1 0-1 0 0,-1-1 1 0 0,0 1-1 0 0,1 1 1 0 0,-7-2-1 0 0,7 2-387 0 0,-1 0 0 0 0,1 0 0 0 0,0 0 0 0 0,0 1 0 0 0,0-1 0 0 0,0 1 0 0 0,0 0 0 0 0,-6 2 0 0 0,8-3 492 0 0,1 1 1 0 0,-1-1 0 0 0,1 0 0 0 0,0 1 0 0 0,-1-1-1 0 0,1 0 1 0 0,0 1 0 0 0,-1-1 0 0 0,1 1 0 0 0,0-1-1 0 0,0 1 1 0 0,-1-1 0 0 0,1 1 0 0 0,0-1 0 0 0,0 1 0 0 0,0-1-1 0 0,0 1 1 0 0,0-1 0 0 0,-1 2 0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432 94 2340 0 0,'4'-39'5742'0'0,"-3"29"-3794"0"0,0 0 1 0 0,0-1-1 0 0,4-12 813 0 0,-3 23-2650 0 0,-1 1-1 0 0,0-1 1 0 0,0 1-1 0 0,1-1 1 0 0,-1 1-1 0 0,0 0 0 0 0,0 0 1 0 0,0-1-1 0 0,0 1 1 0 0,0 0-1 0 0,0 0 1 0 0,0 0-1 0 0,0 0 1 0 0,0 0-1 0 0,0 0 1 0 0,-1 0-1 0 0,2 2 0 0 0,12 22 798 0 0,-13-24-826 0 0,22 47 1413 0 0,27 84 0 0 0,5 56 171 0 0,-40-126-1455 0 0,-3-1 0 0 0,-2 1 0 0 0,-3 1-1 0 0,-3 0 1 0 0,-2 0 0 0 0,-3-1 0 0 0,-13 88-1 0 0,4-94-300 0 0,-1-1 0 0 0,-4-1 0 0 0,-1 0 0 0 0,-3-1 0 0 0,-2-1-1 0 0,-3 0 1 0 0,-1-2 0 0 0,-47 68 0 0 0,18-44-2520 0 0,-108 116 0 0 0,-3-38-7407 0 0,117-113 2461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7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180 79 1220 0 0,'-95'-29'11661'0'0,"40"11"-7550"0"0,53 18-3509 0 0,-1-1-312 0 0,-8 0 2 0 0,8 1 640 0 0,-7-3 1907 0 0,176 9-2036 0 0,177-17 0 0 0,-261 7-650 0 0,-33-3-999 0 0,-20-4-3232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 70 1908 0 0,'-13'-29'6733'0'0,"-3"-12"3640"0"0,17 42-10273 0 0,0-1 0 0 0,0 0 1 0 0,-1 1-1 0 0,1-1 0 0 0,0 1 1 0 0,0-1-1 0 0,-1 1 0 0 0,1 0 0 0 0,-1-1 1 0 0,1 1-1 0 0,0-1 0 0 0,-1 1 1 0 0,1 0-1 0 0,-1-1 0 0 0,0 1 0 0 0,1 0 1 0 0,-1 0-1 0 0,0 0 0 0 0,1 1 1 0 0,8 21 771 0 0,-7-17-491 0 0,5 16-38 0 0,0 0 0 0 0,-2 0 0 0 0,0 1 0 0 0,-2-1 0 0 0,2 30 0 0 0,-7 119-12 0 0,-1-63-795 0 0,2-82-562 0 0,0-15-158 0 0,1-1 0 0 0,0 1 0 0 0,0 0 0 0 0,1-1 0 0 0,1 1 0 0 0,2 11 0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8.5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86 3052 0 0,'76'-85'13910'0'0,"-75"85"-13856"0"0,-1 0 1 0 0,0 0-1 0 0,1 0 1 0 0,-1 0-1 0 0,0-1 0 0 0,1 1 1 0 0,-1 0-1 0 0,1 0 1 0 0,-1 0-1 0 0,0 0 1 0 0,1 0-1 0 0,-1 0 1 0 0,0 0-1 0 0,1 0 1 0 0,-1 0-1 0 0,1 0 1 0 0,-1 0-1 0 0,0 0 1 0 0,1 1-1 0 0,-1-1 1 0 0,0 0-1 0 0,1 0 1 0 0,-1 0-1 0 0,0 0 1 0 0,1 1-1 0 0,-1-1 1 0 0,0 0-1 0 0,0 0 1 0 0,1 1-1 0 0,-1-1 1 0 0,0 0-1 0 0,0 0 1 0 0,1 1-1 0 0,-1-1 1 0 0,0 0-1 0 0,0 1 1 0 0,0-1-1 0 0,1 0 1 0 0,-1 1-1 0 0,0-1 1 0 0,0 0-1 0 0,0 1 0 0 0,7 14 932 0 0,-7-15-947 0 0,4 19 1201 0 0,-1-1 1 0 0,1 37 0 0 0,-13 85 232 0 0,3-67-1177 0 0,-2 13-166 0 0,-1 37-875 0 0,11-41-7136 0 0,-2-79 7021 0 0,0 0-31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8.9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710 266 2536 0 0,'21'-45'4083'0'0,"-1"-1"0"0"0,-2-1 0 0 0,17-74 0 0 0,-34 119-3862 0 0,-2 2-187 0 0,1-1 1 0 0,0 1-1 0 0,-1 0 0 0 0,1-1 1 0 0,-1 1-1 0 0,1 0 0 0 0,-1-1 0 0 0,1 1 1 0 0,-1 0-1 0 0,1 0 0 0 0,-1 0 0 0 0,1-1 1 0 0,-1 1-1 0 0,1 0 0 0 0,-1 0 1 0 0,1 0-1 0 0,-1 0 0 0 0,1 0 0 0 0,-1 0 1 0 0,1 0-1 0 0,-1 0 0 0 0,1 0 1 0 0,-1 0-1 0 0,1 0 0 0 0,-2 1 0 0 0,-17 12 316 0 0,0 2 0 0 0,1 0-1 0 0,-30 33 1 0 0,-45 64 428 0 0,64-76-668 0 0,-61 78 578 0 0,4 4-1 0 0,-114 212 1 0 0,164-257-398 0 0,3 3-1 0 0,-26 88 1 0 0,42-106-225 0 0,3 2 0 0 0,3-1 0 0 0,-7 95 0 0 0,17-118-44 0 0,1 0 0 0 0,2 0 0 0 0,1 0 0 0 0,2 0 0 0 0,15 54 1 0 0,-13-67-6 0 0,0-1 0 0 0,2-1 1 0 0,0 1-1 0 0,2-1 0 0 0,0-1 1 0 0,1 0-1 0 0,1 0 0 0 0,1-1 1 0 0,25 26-1 0 0,-36-42-149 0 0,0 0-1 0 0,1 0 1 0 0,-1-1-1 0 0,0 1 1 0 0,1-1-1 0 0,0 0 1 0 0,-1 0-1 0 0,1 0 1 0 0,0-1 0 0 0,0 1-1 0 0,0-1 1 0 0,0 0-1 0 0,0 0 1 0 0,0 0-1 0 0,0-1 1 0 0,0 0-1 0 0,0 1 1 0 0,1-1 0 0 0,-1-1-1 0 0,0 1 1 0 0,0-1-1 0 0,0 1 1 0 0,0-1-1 0 0,8-3 1 0 0,-3 1-1270 0 0,0-2 0 0 0,1 1 0 0 0,-1-1 0 0 0,-1-1 0 0 0,1 1 0 0 0,-1-2 0 0 0,0 1 0 0 0,0-1 0 0 0,7-8 0 0 0,-2 0-4576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9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 32 1992 0 0,'-20'-8'4121'0'0,"15"5"-2552"0"0,-1 1 0 0 0,1 0 0 0 0,-1 0 0 0 0,1 0 0 0 0,-7-1 0 0 0,-6-7 4277 0 0,409 25-3365 0 0,-389-15-2619 0 0,0 0 0 0 0,1 0 0 0 0,-1 0 0 0 0,1 0 0 0 0,-1-1 1 0 0,1 0-1 0 0,-1 1 0 0 0,0-1 0 0 0,1 0 0 0 0,-1 0 0 0 0,0 0 1 0 0,0 0-1 0 0,3-2 0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4:59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81 932 0 0,'9'-14'3229'0'0,"1"2"1"0"0,0-1-1 0 0,1 2 1 0 0,19-18-1 0 0,-28 28-2659 0 0,-1 1-469 0 0,0 0 0 0 0,0 1 0 0 0,0-1 0 0 0,0 1 1 0 0,0-1-1 0 0,-1 1 0 0 0,1-1 0 0 0,0 1 0 0 0,0-1 0 0 0,0 1 0 0 0,0 0 0 0 0,-1-1 1 0 0,1 1-1 0 0,0 0 0 0 0,0 0 0 0 0,-1 0 0 0 0,1 0 0 0 0,-1-1 0 0 0,1 1 0 0 0,-1 0 0 0 0,1 0 1 0 0,-1 0-1 0 0,1 0 0 0 0,-1 0 0 0 0,0 0 0 0 0,0 1 0 0 0,8 33 1437 0 0,-7-29-1203 0 0,4 46 847 0 0,-3-1 0 0 0,-1 1-1 0 0,-10 79 1 0 0,4-68-804 0 0,-37 328 752 0 0,34-331-1917 0 0,9-52-2474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0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1 178 20 0 0,'8'-28'8182'0'0,"-6"21"-6033"0"0,-1 1 1 0 0,1 0-1 0 0,0 0 1 0 0,6-11-1 0 0,-7 16-1909 0 0,0-1-1 0 0,0 0 1 0 0,1 0-1 0 0,-1 1 1 0 0,1-1 0 0 0,-1 1-1 0 0,1-1 1 0 0,0 1-1 0 0,-1 0 1 0 0,1-1-1 0 0,2 0 1 0 0,9-4 299 0 0,1 1 1 0 0,-1 1-1 0 0,1 0 0 0 0,22-4 0 0 0,63-3 180 0 0,-40 5-438 0 0,-2-1-253 0 0,-10 2-1096 0 0,70-16 1 0 0,-88 9-3526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0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36 1524 0 0,'-24'-25'12321'0'0,"9"14"-8829"0"0,4 47 1428 0 0,7 125 787 0 0,2-51-5114 0 0,-1-30-327 0 0,-1 11-323 0 0,3-33-3706 0 0,2-41 983 0 0,3-9-346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0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86 143 2556 0 0,'24'-42'5748'0'0,"28"-59"9115"0"0,-48 104-13795 0 0,-4-3-1046 0 0,0 0 0 0 0,0 0 0 0 0,0 0 0 0 0,1 0 0 0 0,-1 0 0 0 0,0 0 0 0 0,0 0 0 0 0,0 0 0 0 0,1 0 0 0 0,-1 0 0 0 0,0 0 0 0 0,0 0 0 0 0,0 0 0 0 0,1 0 0 0 0,-1 0 0 0 0,0 0 0 0 0,0 1 0 0 0,0-1 0 0 0,0 0 0 0 0,0 0 0 0 0,1 0 0 0 0,-1 0 0 0 0,0 0 0 0 0,0 1 0 0 0,0-1 0 0 0,0 0-1 0 0,0 0 1 0 0,0 0 0 0 0,0 1 0 0 0,1-1 0 0 0,-1 0 0 0 0,0 0 0 0 0,0 0 0 0 0,0 1 0 0 0,0-1 0 0 0,0 0 0 0 0,0 0 0 0 0,0 0 0 0 0,0 1 0 0 0,0-1 0 0 0,0 0 0 0 0,-26 153 4196 0 0,10-64-3286 0 0,-74 265-167 0 0,71-292-734 0 0,11-38-990 0 0,1-4 861 0 0,3-7-3026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0.8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726 136 4 0 0,'-7'-31'3885'0'0,"2"10"-933"0"0,1 0 0 0 0,1 1 0 0 0,0-23 0 0 0,19 48-1088 0 0,-9-1-1578 0 0,0 1 0 0 0,0-1 1 0 0,-1 2-1 0 0,0-1 0 0 0,0 1 0 0 0,0 0 1 0 0,0 0-1 0 0,-1 1 0 0 0,6 8 0 0 0,0-1 28 0 0,11 16 203 0 0,0 2-1 0 0,-2 0 1 0 0,-2 1-1 0 0,0 1 0 0 0,-3 0 1 0 0,-1 2-1 0 0,18 68 1 0 0,-25-72-377 0 0,-1 0 0 0 0,-1 0 0 0 0,-2 1 0 0 0,-1 0 0 0 0,-2 0 0 0 0,-1 0 0 0 0,-2 0 1 0 0,-1-1-1 0 0,-12 48 0 0 0,0-30-56 0 0,-2 0 0 0 0,-3-2 0 0 0,-1 0 0 0 0,-3-2 0 0 0,-50 74 1 0 0,-182 197-1597 0 0,2-45-3088 0 0,78-101-4250 0 0,85-88-559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2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81 2472 0 0,'-1'-2'2370'0'0,"-6"-22"4801"0"0,6 23-6676 0 0,1-1 0 0 0,0 0 0 0 0,-1 1 0 0 0,1-1 0 0 0,0 0 0 0 0,0 0 0 0 0,0 1 0 0 0,1-1 0 0 0,-1 0-1 0 0,0 1 1 0 0,1-3 0 0 0,11 1-138 0 0,1 1-1 0 0,-1 0 0 0 0,1 1 0 0 0,-1 1 0 0 0,0 0 1 0 0,1 0-1 0 0,22 5 0 0 0,4-2 117 0 0,42 4-58 0 0,-21-2-416 0 0,1-2 0 0 0,76-6 0 0 0,-129 2-517 0 0,1 0 0 0 0,0-1 0 0 0,-1 0 0 0 0,11-4 0 0 0,4-7-2861 0 0,-6-6-4198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2.4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3 2100 0 0,'-22'-3'10204'0'0,"22"4"-10084"0"0,0 2 334 0 0,0 1 1 0 0,0 0 0 0 0,0-1 0 0 0,0 1-1 0 0,1-1 1 0 0,1 6 0 0 0,-2-8-407 0 0,33 187 4156 0 0,6 95-3771 0 0,-36-250-1533 0 0,2 24-2633 0 0,5-22-4001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2.7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1 109 720 0 0,'35'-42'7294'0'0,"-22"28"-2823"0"0,19-30 0 0 0,-31 44-4395 0 0,-1-1 0 0 0,1 0-1 0 0,-1 1 1 0 0,1-1 0 0 0,-1 1-1 0 0,1-1 1 0 0,-1 1 0 0 0,1-1-1 0 0,0 1 1 0 0,-1-1 0 0 0,1 1-1 0 0,-1 0 1 0 0,1-1 0 0 0,0 1 0 0 0,0 0-1 0 0,-1 0 1 0 0,1-1 0 0 0,0 1-1 0 0,-1 0 1 0 0,1 0 0 0 0,0 0-1 0 0,0 0 1 0 0,-1 0 0 0 0,1 0-1 0 0,0 0 1 0 0,0 0 0 0 0,-1 0 0 0 0,1 0-1 0 0,0 1 1 0 0,0-1 0 0 0,-1 0-1 0 0,1 0 1 0 0,1 1 0 0 0,-1 0 46 0 0,1 0 0 0 0,0 0 1 0 0,-1 0-1 0 0,1 0 0 0 0,-1 0 1 0 0,1 0-1 0 0,-1 0 1 0 0,1 1-1 0 0,-1-1 0 0 0,0 0 1 0 0,2 4-1 0 0,2 6 223 0 0,0 0 1 0 0,-1 0-1 0 0,0 1 1 0 0,-1-1-1 0 0,-1 1 1 0 0,0 0-1 0 0,0 0 1 0 0,0 14-1 0 0,-7 100 576 0 0,2-88-669 0 0,-6 65 195 0 0,0-3-2570 0 0,7-35-6659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3.0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952 190 1884 0 0,'17'-27'2692'0'0,"-2"-1"0"0"0,0-1 0 0 0,10-31 0 0 0,-15 37-1454 0 0,-6 3-194 0 0,-4 17-136 0 0,-4 5-489 0 0,-6 3-180 0 0,0 0 0 0 0,0 1 0 0 0,0 1 0 0 0,1-1 0 0 0,-11 10 0 0 0,-45 46 704 0 0,45-43-820 0 0,-349 372 2420 0 0,256-256-1672 0 0,-99 157-1 0 0,177-237-615 0 0,-55 115-1 0 0,78-142-202 0 0,2 0 0 0 0,0 1 0 0 0,2 0 0 0 0,1 1 0 0 0,1 0 0 0 0,-2 43 0 0 0,8-58-70 0 0,1 1 0 0 0,0-1 0 0 0,1 0 0 0 0,1 1 0 0 0,1-1 1 0 0,0 0-1 0 0,0-1 0 0 0,1 1 0 0 0,1-1 0 0 0,1 0 0 0 0,0 0 0 0 0,1-1 1 0 0,0 0-1 0 0,1 0 0 0 0,0-1 0 0 0,1 0 0 0 0,1-1 0 0 0,15 13 1 0 0,-10-9-625 0 0,1-2 0 0 0,1 0 0 0 0,0-1 0 0 0,1-1 0 0 0,24 11 0 0 0,-23-13-1023 0 0,0-2 1 0 0,0 0-1 0 0,1-2 1 0 0,0 0-1 0 0,26 3 1 0 0,-9-4-5672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3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57 1788 0 0,'-3'-5'1031'0'0,"0"0"1"0"0,0 0-1 0 0,0 0 0 0 0,-1 0 1 0 0,1 0-1 0 0,-1 1 0 0 0,0 0 1 0 0,0 0-1 0 0,-1 0 0 0 0,-6-5 1 0 0,9 9-916 0 0,1-1 0 0 0,0 1 0 0 0,-1 0 0 0 0,1 0 1 0 0,-1-1-1 0 0,1 1 0 0 0,-1 0 0 0 0,1 0 1 0 0,-1 0-1 0 0,1 1 0 0 0,-1-1 0 0 0,1 0 1 0 0,-1 0-1 0 0,1 1 0 0 0,0-1 0 0 0,-1 1 0 0 0,1 0 1 0 0,-1-1-1 0 0,1 1 0 0 0,0 0 0 0 0,0-1 1 0 0,-1 1-1 0 0,1 0 0 0 0,0 0 0 0 0,-2 2 1 0 0,-24 30 1272 0 0,25-30-1221 0 0,-33 48 1532 0 0,-46 94 0 0 0,-12 62 351 0 0,71-154-1581 0 0,-15 60-1 0 0,32-93-384 0 0,1 1 0 0 0,0 0 0 0 0,1 0 0 0 0,2 1-1 0 0,0-1 1 0 0,3 25 0 0 0,-2-38-57 0 0,1-1 1 0 0,1 0-1 0 0,-1 0 0 0 0,1 0 0 0 0,0 0 0 0 0,1 0 0 0 0,0-1 1 0 0,0 1-1 0 0,0-1 0 0 0,1 1 0 0 0,0-1 0 0 0,0 0 0 0 0,1-1 1 0 0,-1 1-1 0 0,1-1 0 0 0,0 0 0 0 0,1 0 0 0 0,11 8 1 0 0,-7-7-9 0 0,-1-1 0 0 0,1 0 1 0 0,0-1-1 0 0,1 0 0 0 0,-1-1 1 0 0,1 0-1 0 0,-1 0 0 0 0,1-1 1 0 0,0-1-1 0 0,0 0 0 0 0,21 0 1 0 0,-9-3-7 0 0,0-1-1 0 0,-1 0 1 0 0,1-2 0 0 0,-1-1 0 0 0,0 0 0 0 0,0-2 0 0 0,-1 0 0 0 0,0-2-1 0 0,-1 0 1 0 0,0-1 0 0 0,0-1 0 0 0,-1-1 0 0 0,-1-1 0 0 0,0 0 0 0 0,-1-2-1 0 0,24-27 1 0 0,-27 28-2 0 0,-1-1 0 0 0,-1 0 0 0 0,0-2 0 0 0,-1 1-1 0 0,-1-1 1 0 0,-1-1 0 0 0,-1 1 0 0 0,0-1 0 0 0,-1-1 0 0 0,-2 0 0 0 0,0 0-1 0 0,0 0 1 0 0,-2 0 0 0 0,-1-1 0 0 0,0 1 0 0 0,-2-1 0 0 0,0 1 0 0 0,-5-34-1 0 0,1 36-9 0 0,0 1-1 0 0,-1 0 1 0 0,-1 0-1 0 0,0 1 1 0 0,-1 0 0 0 0,-1 0-1 0 0,-1 0 1 0 0,0 1-1 0 0,-1 0 1 0 0,-21-24-1 0 0,24 31-38 0 0,-1 0 0 0 0,0 1 0 0 0,-1-1 0 0 0,1 2 0 0 0,-1-1 0 0 0,-1 1 0 0 0,1 1 1 0 0,-1 0-1 0 0,0 0 0 0 0,0 1 0 0 0,-1 0 0 0 0,1 1 0 0 0,-1 0 0 0 0,0 0 0 0 0,1 1 0 0 0,-1 1 0 0 0,0 0 0 0 0,-17 1 0 0 0,25 0-217 0 0,-1 0-1 0 0,1 1 1 0 0,-1-1 0 0 0,1 1-1 0 0,0 0 1 0 0,-1 0 0 0 0,1 0 0 0 0,0 0-1 0 0,-1 1 1 0 0,1-1 0 0 0,0 1-1 0 0,0 0 1 0 0,0 0 0 0 0,1 0-1 0 0,-1 0 1 0 0,0 1 0 0 0,1-1-1 0 0,0 1 1 0 0,-1 0 0 0 0,-2 4 0 0 0,4-5-268 0 0,-1 1 1 0 0,1 0 0 0 0,0 0-1 0 0,0 0 1 0 0,0 0 0 0 0,0 0-1 0 0,1 0 1 0 0,-1 0 0 0 0,1 0 0 0 0,0 0-1 0 0,0 0 1 0 0,0 0 0 0 0,0 1-1 0 0,0-1 1 0 0,1 0 0 0 0,-1 0-1 0 0,1 0 1 0 0,0 0 0 0 0,0 0 0 0 0,0 0-1 0 0,0 0 1 0 0,1-1 0 0 0,1 4-1 0 0,7 9-4473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4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1680 0 0,'3'0'2704'0'0,"39"-5"7908"0"0,1 1-3750 0 0,22-2-2015 0 0,1 0-4361 0 0,48-5-2759 0 0,-38 4 3908 0 0,45-10-1615 0 0,-118 17-659 0 0,2-4-1769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4.5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71 138 996 0 0,'2'-8'1991'0'0,"0"-1"0"0"0,0 1 0 0 0,1-1 0 0 0,0 1 0 0 0,6-12 1 0 0,-6 14-1278 0 0,1 1 0 0 0,-1-1 0 0 0,1 1 0 0 0,1 0 0 0 0,-1 0 0 0 0,1 0 0 0 0,5-5 0 0 0,-5 7-541 0 0,0-1-1 0 0,0 1 1 0 0,0 0 0 0 0,0 1 0 0 0,1-1 0 0 0,-1 1 0 0 0,1 0 0 0 0,-1 0 0 0 0,1 1 0 0 0,0-1 0 0 0,0 1 0 0 0,0 1 0 0 0,0-1 0 0 0,0 1 0 0 0,-1 0 0 0 0,1 0 0 0 0,0 1 0 0 0,0 0 0 0 0,7 2 0 0 0,-7-2-122 0 0,0 1 0 0 0,1-1 0 0 0,-2 2 0 0 0,1-1-1 0 0,0 1 1 0 0,0 0 0 0 0,-1 0 0 0 0,0 0 0 0 0,1 1 0 0 0,-1 0 0 0 0,0 0-1 0 0,-1 0 1 0 0,1 1 0 0 0,-1-1 0 0 0,0 1 0 0 0,0 0 0 0 0,-1 0 0 0 0,1 1 0 0 0,-1-1-1 0 0,0 1 1 0 0,0-1 0 0 0,-1 1 0 0 0,0 0 0 0 0,0 0 0 0 0,0 0 0 0 0,0 9 0 0 0,0-3-13 0 0,-1 1 0 0 0,0 0 0 0 0,-1 0 0 0 0,0 0 0 0 0,-1-1 0 0 0,-1 1 0 0 0,0 0 0 0 0,-1-1 0 0 0,0 1 0 0 0,-1-1 0 0 0,0 0 0 0 0,-7 13 0 0 0,-2 0-46 0 0,-1 0 0 0 0,-1-1-1 0 0,-2-1 1 0 0,0-1 0 0 0,-24 24 0 0 0,-109 91 1102 0 0,91-87 632 0 0,59-49-1628 0 0,-1-1 1 0 0,0 1-1 0 0,0-1 0 0 0,0 1 0 0 0,1 0 1 0 0,-1-1-1 0 0,0 1 0 0 0,1 0 0 0 0,-1-1 0 0 0,1 1 1 0 0,-1 0-1 0 0,1 0 0 0 0,-1 0 0 0 0,1-1 1 0 0,-1 1-1 0 0,1 0 0 0 0,0 0 0 0 0,-1 0 1 0 0,1 0-1 0 0,0 0 0 0 0,0 1 0 0 0,1-1-63 0 0,-1 0 0 0 0,1-1 0 0 0,0 1 0 0 0,0 0 0 0 0,1-1 0 0 0,-1 1-1 0 0,0-1 1 0 0,0 0 0 0 0,0 1 0 0 0,0-1 0 0 0,0 0 0 0 0,0 1 0 0 0,1-1 0 0 0,-1 0-1 0 0,0 0 1 0 0,0 0 0 0 0,0 0 0 0 0,1 0 0 0 0,-1 0 0 0 0,1-1 0 0 0,57-1 149 0 0,93-16-1 0 0,62-23-5085 0 0,-196 38 4060 0 0,88-26-5583 0 0,-39 2-1751 0 0,-35 10 911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4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708 126 540 0 0,'-74'-126'14997'0'0,"135"234"-6352"0"0,-1 19-6005 0 0,-42-83-2456 0 0,-2 0 0 0 0,-2 1 0 0 0,-2 0 0 0 0,8 56 1 0 0,-16-49-79 0 0,-2 1 1 0 0,-2-1 0 0 0,-3 0 0 0 0,-2 0 0 0 0,-2 0 0 0 0,-2 0-1 0 0,-3-1 1 0 0,-34 94 0 0 0,10-55-690 0 0,-5-1 1 0 0,-4-3-1 0 0,-103 152 1 0 0,89-156-2554 0 0,-116 123 1 0 0,125-155-1848 0 0,-83 64-1 0 0,62-63-2748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5.7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127 38 1700 0 0,'-56'-20'8636'0'0,"3"5"-4108"0"0,50 14-4271 0 0,-12 1 1798 0 0,21 2-1955 0 0,-1 0 0 0 0,1 0 0 0 0,-1-1 0 0 0,1 0 1 0 0,0 0-1 0 0,0 0 0 0 0,0 0 0 0 0,6-1 0 0 0,55-2 159 0 0,-53 2-186 0 0,185-6-2139 0 0,-75 3-6300 0 0,-98 1 2793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5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58 584 0 0,'-93'43'11232'0'0,"93"-43"-11187"0"0,0 0 0 0 0,0 0 0 0 0,-1 0 0 0 0,1 0 0 0 0,0 0-1 0 0,0 0 1 0 0,0 1 0 0 0,-1-1 0 0 0,1 0 0 0 0,0 0-1 0 0,0 0 1 0 0,0 0 0 0 0,-1 0 0 0 0,1 0 0 0 0,0 1-1 0 0,0-1 1 0 0,0 0 0 0 0,0 0 0 0 0,-1 0 0 0 0,1 0 0 0 0,0 1-1 0 0,0-1 1 0 0,0 0 0 0 0,0 0 0 0 0,0 1 0 0 0,0-1-1 0 0,0 0 1 0 0,0 0 0 0 0,0 0 0 0 0,-1 1 0 0 0,1-1 0 0 0,0 0-1 0 0,0 0 1 0 0,0 1 0 0 0,7 4 822 0 0,12 0-206 0 0,14-5-364 0 0,1-2 1 0 0,0-1-1 0 0,35-9 1 0 0,-9 2-298 0 0,357-51-5612 0 0,-328 48 2423 0 0,10-2-1709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6.5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226 168 2308 0 0,'-4'-7'1288'0'0,"0"0"1"0"0,0 1-1 0 0,1-1 0 0 0,0 0 0 0 0,0-1 0 0 0,0 1 1 0 0,1 0-1 0 0,-2-9 0 0 0,4 13-1157 0 0,0 1 1 0 0,0 0-1 0 0,1-1 0 0 0,-1 1 1 0 0,1 0-1 0 0,-1-1 1 0 0,1 1-1 0 0,0 0 0 0 0,-1 0 1 0 0,1 0-1 0 0,0-1 0 0 0,1 1 1 0 0,-1 0-1 0 0,0 0 0 0 0,0 0 1 0 0,1 1-1 0 0,0-1 1 0 0,-1 0-1 0 0,1 1 0 0 0,0-1 1 0 0,0 1-1 0 0,-1-1 0 0 0,4-1 1 0 0,4-2 178 0 0,1 0 0 0 0,-1 0 0 0 0,17-5 1 0 0,-20 7-170 0 0,6-1-5 0 0,0 0 0 0 0,1 1 0 0 0,0 1 0 0 0,-1 0 0 0 0,1 0 0 0 0,0 2 0 0 0,0-1 0 0 0,0 1 0 0 0,0 1 0 0 0,0 1 0 0 0,16 3 0 0 0,-23-4-122 0 0,0 1 0 0 0,1-1 1 0 0,-1 2-1 0 0,0-1 0 0 0,0 1 0 0 0,0-1 1 0 0,-1 2-1 0 0,1-1 0 0 0,-1 1 0 0 0,1-1 0 0 0,-1 2 1 0 0,-1-1-1 0 0,1 0 0 0 0,0 1 0 0 0,-1 0 1 0 0,0 0-1 0 0,0 0 0 0 0,-1 1 0 0 0,1-1 1 0 0,-1 1-1 0 0,0 0 0 0 0,-1 0 0 0 0,4 11 1 0 0,-3-7 0 0 0,-2 1 1 0 0,1-1 0 0 0,-1 0-1 0 0,-1 1 1 0 0,0-1 0 0 0,-1 1-1 0 0,1-1 1 0 0,-5 18 0 0 0,1-12 3 0 0,-1 0 0 0 0,-1 0 0 0 0,0-1 0 0 0,-16 28 0 0 0,2-12 2 0 0,-1-1 0 0 0,-1 0 1 0 0,-2-2-1 0 0,-33 30 0 0 0,-17 8 683 0 0,-3-4-1 0 0,-105 63 1 0 0,174-119-626 0 0,-2 0 237 0 0,7-4-161 0 0,-1 0 1 0 0,1 0 0 0 0,0 0-1 0 0,0 1 1 0 0,0-1-1 0 0,0 1 1 0 0,0 0 0 0 0,-3 4-1 0 0,5-5 22 0 0,4-2-118 0 0,1 0 0 0 0,-1 0 0 0 0,1 0 0 0 0,-1 0-1 0 0,0 0 1 0 0,6-2 0 0 0,239-39 518 0 0,44-10-5426 0 0,-220 29-1334 0 0,-26 2-1270 0 0,-28 11 2541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6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4 143 3096 0 0,'0'-3'2719'0'0,"-3"-46"9602"0"0,3 46-11811 0 0,0 1-96 0 0,0 2-340 0 0,0-1 1 0 0,0 0-1 0 0,0 1 0 0 0,0-1 0 0 0,0 0 1 0 0,1 1-1 0 0,-1-1 0 0 0,0 0 1 0 0,0 1-1 0 0,0-1 0 0 0,1 1 0 0 0,-1-1 1 0 0,0 0-1 0 0,1 1 0 0 0,-1-1 0 0 0,1 1 1 0 0,-1-1-1 0 0,0 1 0 0 0,1-1 0 0 0,-1 1 1 0 0,1 0-1 0 0,0-1 0 0 0,-1 1 0 0 0,1-1 1 0 0,-1 1-1 0 0,1 0 0 0 0,-1 0 0 0 0,1-1 1 0 0,0 1-1 0 0,52-8 640 0 0,91-18-2622 0 0,-115 18-3541 0 0,35-13-1 0 0,-45 13-1341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7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72 3268 0 0,'2'-14'5612'0'0,"0"-3"-1788"0"0,0 3-1169 0 0,-1 12-1877 0 0,6-10 951 0 0,0 10-1460 0 0,0-1-1 0 0,0 1 1 0 0,0 0 0 0 0,0 1 0 0 0,0 0 0 0 0,1 0 0 0 0,-1 1 0 0 0,0 0 0 0 0,14 1-1 0 0,1 1 47 0 0,0 2 0 0 0,23 6 0 0 0,-37-8-277 0 0,1 1 0 0 0,-1-1 0 0 0,0 2 0 0 0,0-1-1 0 0,0 1 1 0 0,0 1 0 0 0,-1-1 0 0 0,1 1-1 0 0,-1 1 1 0 0,7 6 0 0 0,-11-9-22 0 0,0 0-1 0 0,0 1 0 0 0,0-1 1 0 0,-1 1-1 0 0,0 0 1 0 0,1 0-1 0 0,-1 0 1 0 0,0 0-1 0 0,-1 0 1 0 0,1 0-1 0 0,-1 1 1 0 0,0-1-1 0 0,0 1 1 0 0,0-1-1 0 0,-1 0 1 0 0,1 1-1 0 0,-1-1 1 0 0,0 1-1 0 0,0-1 0 0 0,-1 1 1 0 0,0 5-1 0 0,-3 4 1 0 0,0 0-1 0 0,-1 0 0 0 0,-1-1 1 0 0,0 1-1 0 0,0-1 0 0 0,-1 0 1 0 0,-1-1-1 0 0,-15 20 1 0 0,-11 8 299 0 0,-40 37 1 0 0,53-57 62 0 0,-195 186 2179 0 0,215-206-2518 0 0,1 0-1 0 0,0 0 1 0 0,-1 1-1 0 0,1-1 0 0 0,-1 0 1 0 0,1 0-1 0 0,0 1 1 0 0,-1-1-1 0 0,1 1 1 0 0,0-1-1 0 0,0 0 0 0 0,-1 1 1 0 0,1-1-1 0 0,0 1 1 0 0,0-1-1 0 0,0 0 0 0 0,-1 1 1 0 0,1-1-1 0 0,0 1 1 0 0,0-1-1 0 0,0 1 1 0 0,0-1-1 0 0,0 1 0 0 0,0-1 1 0 0,0 1-1 0 0,0-1 1 0 0,0 0-1 0 0,0 1 0 0 0,0-1 1 0 0,0 1-1 0 0,0-1 1 0 0,1 1-1 0 0,-1 0 0 0 0,1-1 10 0 0,0 1 0 0 0,-1 0 0 0 0,1-1 0 0 0,0 1-1 0 0,0-1 1 0 0,0 0 0 0 0,0 1 0 0 0,0-1-1 0 0,0 0 1 0 0,0 1 0 0 0,0-1 0 0 0,0 0-1 0 0,2 0 1 0 0,32 0 330 0 0,200-27-1066 0 0,-1-7-3675 0 0,-125 17 1252 0 0,-8 2-910 0 0,-33 3-1807 0 0,-14 2-2070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7.3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0 113 3520 0 0,'12'-30'9851'0'0,"-2"6"-4737"0"0,-9 22-4443 0 0,9-7 1118 0 0,2 4-1220 0 0,-1 0-1 0 0,1 1 1 0 0,-1 1-1 0 0,23-3 0 0 0,54-4 25 0 0,-49 7-383 0 0,127-8-3622 0 0,-110 12-801 0 0,-1 5-3354 0 0,-37-4 573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7.6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207 28 16 0 0,'-194'68'17759'0'0,"181"-61"-16955"0"0,13-6-771 0 0,0-1 0 0 0,0 0 0 0 0,0 0 0 0 0,0 1 0 0 0,0-1 0 0 0,0 0 0 0 0,0 0 1 0 0,0 1-1 0 0,0-1 0 0 0,0 0 0 0 0,0 0 0 0 0,0 1 0 0 0,1-1 0 0 0,-1 0 0 0 0,0 0 0 0 0,0 0 0 0 0,0 1 0 0 0,0-1 0 0 0,0 0 1 0 0,0 0-1 0 0,1 0 0 0 0,-1 1 0 0 0,0-1 0 0 0,0 0 0 0 0,0 0 0 0 0,0 0 0 0 0,1 0 0 0 0,-1 0 0 0 0,0 1 0 0 0,0-1 0 0 0,1 0 1 0 0,-1 0-1 0 0,22 7 760 0 0,17-7-843 0 0,1-1-1 0 0,-2-2 1 0 0,1-1 0 0 0,53-14 0 0 0,-50 10-740 0 0,148-30-3812 0 0,-61 10-1706 0 0,-52 11 199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08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526 151 2876 0 0,'10'-26'6220'0'0,"9"-40"0"0"0,-12 28-3266 0 0,-7 36-2690 0 0,-2 3-126 0 0,-1 0 0 0 0,1 0 1 0 0,0 1-1 0 0,0-1 0 0 0,0 1 1 0 0,0-1-1 0 0,1 1 0 0 0,-1 0 1 0 0,0 0-1 0 0,1 0 0 0 0,-2 2 0 0 0,-2 1 233 0 0,-27 33 987 0 0,-49 78 0 0 0,50-70-722 0 0,-81 140 652 0 0,100-163-1197 0 0,1 1 1 0 0,2-1 0 0 0,0 2 0 0 0,2-1 0 0 0,0 1 0 0 0,-3 36 0 0 0,9-58-67 0 0,1 0 1 0 0,0 0-1 0 0,-1 0 0 0 0,2 0 0 0 0,-1 0 1 0 0,0 0-1 0 0,1 0 0 0 0,-1 0 1 0 0,1 0-1 0 0,0 0 0 0 0,0 0 0 0 0,0 0 1 0 0,0 0-1 0 0,0-1 0 0 0,1 1 1 0 0,0 0-1 0 0,-1-1 0 0 0,1 1 0 0 0,0-1 1 0 0,0 1-1 0 0,0-1 0 0 0,0 0 0 0 0,4 2 1 0 0,-3-2 50 0 0,1 0-1 0 0,-1 0 1 0 0,1-1 0 0 0,0 1 0 0 0,-1-1 0 0 0,1 0 0 0 0,0 0 0 0 0,0-1 0 0 0,0 1-1 0 0,0-1 1 0 0,0 1 0 0 0,0-1 0 0 0,0-1 0 0 0,0 1 0 0 0,-1 0 0 0 0,1-1-1 0 0,7-2 1 0 0,10-4 49 0 0,-1 0 1 0 0,0-2-1 0 0,-1 0 0 0 0,0-1 0 0 0,0-1 1 0 0,-1-1-1 0 0,-1-1 0 0 0,0 0 0 0 0,-1-1 1 0 0,18-19-1 0 0,-6 2-102 0 0,-1-1 0 0 0,-2-2 1 0 0,-1 0-1 0 0,25-49 0 0 0,-43 71-35 0 0,0 0 0 0 0,0-1 0 0 0,-1 0 0 0 0,-1 0 0 0 0,0-1 0 0 0,-1 1 0 0 0,0-1 0 0 0,0-16 0 0 0,-2 22-34 0 0,-1 1 0 0 0,-1-1 0 0 0,1 1 0 0 0,-1-1 0 0 0,-1 1 0 0 0,1-1 0 0 0,-1 1 0 0 0,-1 0 0 0 0,1 0 0 0 0,-1 0 0 0 0,0 0 0 0 0,-1 0 0 0 0,0 1 0 0 0,0 0 0 0 0,0-1 0 0 0,-9-8 0 0 0,4 6-187 0 0,0 0 0 0 0,-1 1 0 0 0,0 0 0 0 0,0 1 0 0 0,0 0-1 0 0,-1 0 1 0 0,0 2 0 0 0,-1-1 0 0 0,-11-3 0 0 0,6 3-340 0 0,0 2 0 0 0,-1 0 0 0 0,1 0 0 0 0,-1 2 0 0 0,-30 0-1 0 0,7 3-1091 0 0,1 3 0 0 0,0 1 0 0 0,0 2 0 0 0,-72 23 0 0 0,34-4-3081 0 0,-1 2-2432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25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340 25 288 0 0,'-4'-12'4049'0'0,"4"12"-3835"0"0,0-1 0 0 0,0 1 0 0 0,0-1 0 0 0,0 0 0 0 0,-1 1 0 0 0,1-1 0 0 0,0 0 0 0 0,0 1 0 0 0,0-1 0 0 0,-5-4 2140 0 0,5 4-2140 0 0,-1 1 0 0 0,0-1 0 0 0,-3 15 1971 0 0,3 36-890 0 0,1-44-731 0 0,-3 67 1712 0 0,-18 120 1 0 0,-31 70-614 0 0,45-231-1495 0 0,-76 329 1718 0 0,-41 203-745 0 0,96-375-1044 0 0,24-110-2411 0 0,4-78 2058 0 0,0 0 0 0 0,0 0 0 0 0,0 0-1 0 0,0 0 1 0 0,0 0 0 0 0,0 0 0 0 0,1 0 0 0 0,-1 0-1 0 0,0 0 1 0 0,1 0 0 0 0,-1 0 0 0 0,1 0-1 0 0,-1 0 1 0 0,2 2 0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25.8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131 48 624 0 0,'-5'-26'5527'0'0,"4"22"-4017"0"0,-6-14 3098 0 0,7 25-4113 0 0,-1 0 0 0 0,2 0 0 0 0,-1 0 1 0 0,3 12-1 0 0,0 3 341 0 0,1 277 2321 0 0,-26-1-2720 0 0,-25 123-1416 0 0,8-141-5258 0 0,25-193 1044 0 0,9-51 831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26.0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3080 0 0,'10'2'1494'0'0,"18"2"9589"0"0,-19-3-8906 0 0,-7-2-1834 0 0,-1 0 1 0 0,1 1-1 0 0,-1-1 0 0 0,1 0 1 0 0,-1 0-1 0 0,1 0 1 0 0,-1 0-1 0 0,1 0 1 0 0,-1-1-1 0 0,0 1 0 0 0,2-2 1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28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17 832 0 0,'26'-17'14877'0'0,"-21"27"-12514"0"0,-6 154 4325 0 0,-13 84-2478 0 0,8-175-3628 0 0,-9 58 129 0 0,12-82-207 0 0,3-47-606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29.1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51 1000 0 0,'-36'-23'22179'0'0,"28"19"-21049"0"0,109-3-330 0 0,110-6-207 0 0,-157 10-387 0 0,-51 2-179 0 0,14 1-2060 0 0,-7 0 966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0.4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71 2640 0 0,'-11'-31'16319'0'0,"12"30"-16257"0"0,0-1 0 0 0,-1 1 0 0 0,1-1 0 0 0,0 1-1 0 0,-1 0 1 0 0,1-1 0 0 0,0 1 0 0 0,0 0 0 0 0,0 0 0 0 0,0 0 0 0 0,0-1-1 0 0,0 1 1 0 0,1 0 0 0 0,-1 0 0 0 0,0 1 0 0 0,0-1 0 0 0,1 0 0 0 0,-1 0-1 0 0,1 1 1 0 0,-1-1 0 0 0,0 1 0 0 0,1-1 0 0 0,-1 1 0 0 0,4-1 0 0 0,44-9 324 0 0,-29 8-325 0 0,-1 0 0 0 0,1 2 0 0 0,0 0 1 0 0,23 3-1 0 0,-36-2-57 0 0,1 0 1 0 0,-1 1 0 0 0,0 0-1 0 0,0 0 1 0 0,0 0-1 0 0,0 1 1 0 0,0 0 0 0 0,0 0-1 0 0,-1 1 1 0 0,0 0-1 0 0,0 0 1 0 0,0 0-1 0 0,0 1 1 0 0,6 7 0 0 0,-10-10-3 0 0,0 0 1 0 0,0 1 0 0 0,-1-1 0 0 0,1 1-1 0 0,-1-1 1 0 0,0 1 0 0 0,1 0 0 0 0,-1-1 0 0 0,-1 1-1 0 0,1 0 1 0 0,0 0 0 0 0,-1 0 0 0 0,1 0-1 0 0,-1 0 1 0 0,0 4 0 0 0,-1-1 9 0 0,1 0 1 0 0,-1-1-1 0 0,-1 1 0 0 0,1-1 1 0 0,-1 1-1 0 0,0-1 0 0 0,-4 8 1 0 0,-3 4 34 0 0,-1-1 0 0 0,-1 0 1 0 0,-21 24-1 0 0,15-21 40 0 0,-1 0 0 0 0,0 0-1 0 0,-1-2 1 0 0,-38 27 0 0 0,39-32 234 0 0,16-9-95 0 0,8-3-219 0 0,-1 0-11 0 0,0 0 1 0 0,-1 0-1 0 0,1 1 0 0 0,0 0 0 0 0,-1 0 0 0 0,1 0 0 0 0,-1 1 0 0 0,0-1 0 0 0,1 1 0 0 0,-1 0 0 0 0,5 3 0 0 0,2 2-22 0 0,1 0 0 0 0,-1 1 0 0 0,0 0 0 0 0,-1 1 0 0 0,0 0-1 0 0,16 19 1 0 0,-20-21 93 0 0,-1 0-1 0 0,0 0 0 0 0,0 0 0 0 0,-1 1 1 0 0,0-1-1 0 0,0 1 0 0 0,-1 0 0 0 0,0 0 0 0 0,-1 0 1 0 0,1 1-1 0 0,1 15 0 0 0,-4-20 65 0 0,1 0 0 0 0,-1 0 0 0 0,-1 0 1 0 0,1 0-1 0 0,0 0 0 0 0,-1-1 0 0 0,0 1 0 0 0,0 0 0 0 0,0 0 0 0 0,0-1 0 0 0,-1 1 1 0 0,1-1-1 0 0,-1 1 0 0 0,0-1 0 0 0,0 0 0 0 0,0 1 0 0 0,-4 2 0 0 0,2-2 5 0 0,0 0-1 0 0,-1 0 1 0 0,1-1-1 0 0,-1 0 1 0 0,0 0-1 0 0,0 0 1 0 0,0-1-1 0 0,0 0 1 0 0,0 0-1 0 0,-10 3 0 0 0,0-2 5 0 0,-1-1 0 0 0,1 0-1 0 0,0-1 1 0 0,-1 0 0 0 0,1-1 0 0 0,-1-1-1 0 0,-25-5 1 0 0,-32-11-683 0 0,28 4-4457 0 0,45 13 4867 0 0,-1 0 0 0 0,1 0 1 0 0,0 0-1 0 0,-1 0 0 0 0,1 0 0 0 0,0 0 1 0 0,-1 0-1 0 0,1-1 0 0 0,-1 1 0 0 0,1 0 1 0 0,0 0-1 0 0,-1 0 0 0 0,1-1 1 0 0,-3-3-1859 0 0,3 4 1858 0 0,0-1 0 0 0,0 1 0 0 0,0-1 1 0 0,0 1-1 0 0,0 0 0 0 0,0-1 1 0 0,0 1-1 0 0,0-1 0 0 0,0 1 0 0 0,0 0 1 0 0,0-1-1 0 0,0 1 0 0 0,0 0 0 0 0,0-1 1 0 0,0 1-1 0 0,0 0 0 0 0,1-1 1 0 0,-1 1-1 0 0,0 0 0 0 0,0-1 0 0 0,0 1 1 0 0,4-3-1328 0 0,18-11-4620 0 0,-3 7 216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2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50 3316 0 0,'6'-11'2562'0'0,"14"-27"13915"0"0,-12 55-12356 0 0,-1 133-1566 0 0,-11 76 1181 0 0,-2-138-7260 0 0,-24 117-14174 0 0,28-190 16921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0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99 1440 0 0,'0'-15'2972'0'0,"0"7"-837"0"0,0 0 0 0 0,0 1-1 0 0,-1-1 1 0 0,0 0 0 0 0,-2-11 735 0 0,-8-6 5403 0 0,10 32-6947 0 0,9 123-508 0 0,1 7-484 0 0,-25 232-2205 0 0,14-345 206 0 0,-1 23-1571 0 0,5-14-7967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1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471 73 932 0 0,'-1'-2'2796'0'0,"-18"-58"11723"0"0,18 58-13802 0 0,-4-6 908 0 0,39 164-941 0 0,-21-38-339 0 0,-6 1-1 0 0,-5 0 1 0 0,-18 160 0 0 0,-82 351 50 0 0,-94 234-1216 0 0,82-392-4164 0 0,45-210-3800 0 0,46-195 2733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1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187 71 2116 0 0,'20'-71'12045'0'0,"-20"102"-10729"0"0,-92 762 3646 0 0,19-209-4356 0 0,32 2-966 0 0,49-184-2537 0 0,27-138-5302 0 0,-16-174 1014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2.4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2424 0 0,'3'10'14777'0'0,"-3"-9"-14715"0"0,0 0 0 0 0,1-1 0 0 0,-1 1 0 0 0,0 0 1 0 0,1-1-1 0 0,-1 1 0 0 0,1-1 0 0 0,-1 1 0 0 0,1 0 0 0 0,-1-1 1 0 0,1 1-1 0 0,-1-1 0 0 0,1 1 0 0 0,-1-1 0 0 0,1 0 0 0 0,0 1 0 0 0,-1-1 1 0 0,1 0-1 0 0,0 1 0 0 0,-1-1 0 0 0,1 0 0 0 0,0 0 0 0 0,-1 1 0 0 0,1-1 1 0 0,0 0-1 0 0,0 0 0 0 0,-1 0 0 0 0,1 0 0 0 0,0 0 0 0 0,0 0 0 0 0,31 0 396 0 0,-25 0-386 0 0,101-4 664 0 0,-15 0-5561 0 0,-78 5 2106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2.5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63 1 1564 0 0,'-61'49'13379'0'0,"60"-48"-12819"0"0,1 0-514 0 0,0 0-1 0 0,1 0 0 0 0,-1 0 0 0 0,1-1 0 0 0,-1 1 0 0 0,1 0 0 0 0,0-1 0 0 0,-1 1 1 0 0,1 0-1 0 0,-1-1 0 0 0,1 1 0 0 0,0-1 0 0 0,0 1 0 0 0,-1-1 0 0 0,1 1 1 0 0,0-1-1 0 0,0 0 0 0 0,0 1 0 0 0,0-1 0 0 0,-1 0 0 0 0,1 0 0 0 0,0 0 1 0 0,0 1-1 0 0,0-1 0 0 0,0 0 0 0 0,0 0 0 0 0,1 0 0 0 0,29 1 300 0 0,104-14-2623 0 0,-46-3-4100 0 0,-43 4 326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27 1548 0 0,'-6'-26'19727'0'0,"3"32"-19606"0"0,0-1-1 0 0,1 1 1 0 0,0 1-1 0 0,0-1 1 0 0,1 0-1 0 0,0 0 0 0 0,0 1 1 0 0,0-1-1 0 0,1 9 1 0 0,-3 7 310 0 0,-15 111 1364 0 0,-17 137 101 0 0,-10 16-627 0 0,43-274 473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57 4144 0 0,'-15'-3'10025'0'0,"-16"-1"1977"0"0,19 3-8946 0 0,50 1-2208 0 0,50-7-381 0 0,51-4-1860 0 0,-46-6-4084 0 0,-53 3 480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3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80 18 140 0 0,'-2'-2'3362'0'0,"0"0"-2443"0"0,0 1-1 0 0,-1-1 1 0 0,1 0 0 0 0,-1 1-1 0 0,1 0 1 0 0,-1 0-1 0 0,0-1 1 0 0,1 1-1 0 0,-1 1 1 0 0,0-1-1 0 0,-4 0 1 0 0,6 1-765 0 0,1 0 0 0 0,-1 0-1 0 0,0 0 1 0 0,1 0 0 0 0,-1 0 0 0 0,0 0 0 0 0,1 1-1 0 0,-1-1 1 0 0,0 0 0 0 0,1 1 0 0 0,-1-1 0 0 0,1 0 0 0 0,-1 1-1 0 0,1-1 1 0 0,-1 1 0 0 0,1-1 0 0 0,-1 0 0 0 0,1 1 0 0 0,-1-1-1 0 0,0 2 1 0 0,0 0-49 0 0,0 0 0 0 0,0 0 1 0 0,1 0-1 0 0,-1 0 0 0 0,0 0 0 0 0,1 0 0 0 0,0 0 0 0 0,-1 0 0 0 0,1 4 0 0 0,-12 239 3492 0 0,7-166-3251 0 0,-1 11-1092 0 0,7-30-3520 0 0,3-42 814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4.2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44 167 864 0 0,'1'-22'5171'0'0,"1"1"1"0"0,6-35-1 0 0,3 20-2029 0 0,-11 34-3093 0 0,1 0-1 0 0,0 0 0 0 0,0 0 1 0 0,0 0-1 0 0,1 1 0 0 0,-1-1 1 0 0,0 0-1 0 0,1 1 0 0 0,-1-1 1 0 0,1 1-1 0 0,-1-1 0 0 0,1 1 1 0 0,0 0-1 0 0,0 0 0 0 0,-1 0 1 0 0,1 0-1 0 0,0 0 0 0 0,0 0 1 0 0,0 0-1 0 0,0 1 0 0 0,0-1 1 0 0,0 1-1 0 0,0-1 0 0 0,1 1 0 0 0,-1 0 1 0 0,3 0-1 0 0,2 0-40 0 0,-1 0-1 0 0,1 1 1 0 0,-1 0 0 0 0,0 0 0 0 0,1 1-1 0 0,-1 0 1 0 0,8 3 0 0 0,-7-2-9 0 0,0 1 1 0 0,0 0-1 0 0,0 0 0 0 0,-1 0 1 0 0,1 1-1 0 0,-1 0 1 0 0,-1 0-1 0 0,1 1 1 0 0,-1 0-1 0 0,0 0 1 0 0,0 0-1 0 0,0 0 1 0 0,-1 1-1 0 0,5 9 1 0 0,-6-10 2 0 0,-1 0 0 0 0,0 0 0 0 0,0 0 1 0 0,0 0-1 0 0,0 0 0 0 0,-1 1 0 0 0,0-1 0 0 0,-1 1 1 0 0,1-1-1 0 0,-1 1 0 0 0,0-1 0 0 0,-1 1 1 0 0,1-1-1 0 0,-1 0 0 0 0,-1 1 0 0 0,1-1 0 0 0,-5 11 1 0 0,-4 3-28 0 0,0 0 1 0 0,-1-1-1 0 0,-1-1 1 0 0,-22 27-1 0 0,-8 1 4146 0 0,38-41-3222 0 0,9-7-916 0 0,0 1 0 0 0,0 0 0 0 0,1 1 0 0 0,-1-1 0 0 0,1 1-1 0 0,-1 0 1 0 0,0 1 0 0 0,1-1 0 0 0,-1 1 0 0 0,0 0 0 0 0,1 0 0 0 0,-1 1-1 0 0,6 1 1 0 0,-3 1-25 0 0,0 0 1 0 0,-1 0-1 0 0,1 1 0 0 0,-1 0 0 0 0,0 0 0 0 0,0 0 0 0 0,11 12 0 0 0,-10-9 33 0 0,-1 1 0 0 0,0 0-1 0 0,0 0 1 0 0,-1 0-1 0 0,0 1 1 0 0,-1 0 0 0 0,0 0-1 0 0,-1 0 1 0 0,0 1-1 0 0,0 0 1 0 0,-1-1-1 0 0,0 1 1 0 0,1 14 0 0 0,-4-20 126 0 0,0 0 0 0 0,0 1 1 0 0,0-1-1 0 0,0 0 1 0 0,-1 0-1 0 0,0 0 1 0 0,0 0-1 0 0,0-1 0 0 0,-1 1 1 0 0,0 0-1 0 0,0 0 1 0 0,0-1-1 0 0,0 1 1 0 0,-1-1-1 0 0,1 0 0 0 0,-1 1 1 0 0,0-1-1 0 0,-1-1 1 0 0,1 1-1 0 0,-1 0 1 0 0,-4 3-1 0 0,2-3 86 0 0,-1 0 1 0 0,0 0-1 0 0,0 0 1 0 0,0-1-1 0 0,0 0 1 0 0,-1 0-1 0 0,1-1 1 0 0,-1 0-1 0 0,1 0 1 0 0,-1-1-1 0 0,0 0 1 0 0,0-1-1 0 0,-7 1 0 0 0,-14-3-133 0 0,1-2 0 0 0,0 0-1 0 0,0-2 1 0 0,-30-10-1 0 0,55 15-445 0 0,0 0-1 0 0,0 0 1 0 0,0 0-1 0 0,0 0 1 0 0,1 0-1 0 0,-1-1 1 0 0,0 1-1 0 0,1-1 1 0 0,-1 0-1 0 0,1 0 1 0 0,-1 0-1 0 0,-2-3 1 0 0,5 4 92 0 0,-1 0 0 0 0,0 0 0 0 0,1 0 0 0 0,-1 0 1 0 0,1-1-1 0 0,-1 1 0 0 0,1 0 0 0 0,0 0 1 0 0,0 0-1 0 0,-1 0 0 0 0,1-1 0 0 0,0 1 0 0 0,0 0 1 0 0,0 0-1 0 0,0 0 0 0 0,0-1 0 0 0,1 1 1 0 0,-1 0-1 0 0,0 0 0 0 0,0 0 0 0 0,1 0 0 0 0,-1-1 1 0 0,1 1-1 0 0,-1 0 0 0 0,1 0 0 0 0,-1 0 0 0 0,1 0 1 0 0,0 0-1 0 0,-1 0 0 0 0,1 0 0 0 0,1 0 1 0 0,19-21-7561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4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21 2520 0 0,'-6'-14'21836'0'0,"20"11"-22061"0"0,1 2-1 0 0,0-1 1 0 0,0 2-1 0 0,-1 0 1 0 0,27 4-1 0 0,-27-3-646 0 0,62 6-4921 0 0,-25-1-2556 0 0,-36-4 2764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4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 1940 0 0,'-51'26'9754'0'0,"5"-2"-3918"0"0,44-23-5566 0 0,2 0-227 0 0,1-1 1 0 0,-1 1 0 0 0,0 0 0 0 0,0 0 0 0 0,0 0-1 0 0,1 0 1 0 0,-1 0 0 0 0,0-1 0 0 0,1 1 0 0 0,-1 0-1 0 0,0 0 1 0 0,1-1 0 0 0,-1 1 0 0 0,1 0 0 0 0,-1-1-1 0 0,1 1 1 0 0,0 0 0 0 0,-1-1 0 0 0,1 1 0 0 0,0-1-1 0 0,-1 1 1 0 0,2 0 0 0 0,25 8 380 0 0,-11-7-531 0 0,31 0 0 0 0,-36-1-50 0 0,64-1-5566 0 0,94-11-1 0 0,-111 4 715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5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123 59 1668 0 0,'-28'-44'17363'0'0,"13"29"-13969"0"0,13 23-3348 0 0,0-1 0 0 0,0 0-1 0 0,0 0 1 0 0,1 1 0 0 0,0-1 0 0 0,0 1 0 0 0,1-1 0 0 0,1 9 0 0 0,-2 7 57 0 0,-42 299 1000 0 0,22-192-871 0 0,19-120-185 0 0,1 0 1 0 0,0 1-1 0 0,1-1 0 0 0,0 0 0 0 0,0 1 1 0 0,1-1-1 0 0,3 15 0 0 0,-2-22-31 0 0,-1-1 0 0 0,0 0 0 0 0,1 0 0 0 0,-1 0 0 0 0,1 0 0 0 0,-1 0 0 0 0,1 0 0 0 0,0 0 0 0 0,0 0 0 0 0,0-1 0 0 0,0 1 0 0 0,0-1 0 0 0,1 1 0 0 0,-1-1 0 0 0,0 0 0 0 0,0 0 0 0 0,1 0 0 0 0,3 1 0 0 0,-2 0 8 0 0,3-1-32 0 0,1 0 0 0 0,-1 0 0 0 0,1-1 0 0 0,-1 1 0 0 0,0-2 0 0 0,1 1 0 0 0,-1-1 0 0 0,0 0 0 0 0,10-3 0 0 0,-11 2-3 0 0,0 0 1 0 0,0 0-1 0 0,0 0 1 0 0,0-1 0 0 0,-1 0-1 0 0,1-1 1 0 0,-1 1-1 0 0,0-1 1 0 0,0 0-1 0 0,0 0 1 0 0,0 0 0 0 0,-1-1-1 0 0,6-7 1 0 0,-1-1 323 0 0,-1-1 1 0 0,0 0-1 0 0,-1-1 1 0 0,5-16-1 0 0,0-23 3437 0 0,-12 52-3676 0 0,-5 30-444 0 0,-6 88-1037 0 0,5 174 0 0 0,15-154-3723 0 0,6-1-4393 0 0,-8-78-383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6.9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1 1392 0 0,'0'0'7284'0'0,"-20"7"-522"0"0,35-1-6677 0 0,1-2 0 0 0,0 0-1 0 0,0-1 1 0 0,0 0 0 0 0,0-1 0 0 0,26-1-1 0 0,6 2-177 0 0,88 12-4469 0 0,-73-8-1651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7.2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 1884 0 0,'-41'23'8820'0'0,"40"-22"-8212"0"0,0-1-572 0 0,1 0 0 0 0,-1 0 0 0 0,1 0-1 0 0,-1 0 1 0 0,1 0 0 0 0,-1 0-1 0 0,1 0 1 0 0,-1 0 0 0 0,1 0 0 0 0,-1 1-1 0 0,1-1 1 0 0,-1 0 0 0 0,1 0 0 0 0,0 1-1 0 0,-1-1 1 0 0,1 0 0 0 0,-1 1-1 0 0,1-1 1 0 0,0 0 0 0 0,-1 1 0 0 0,1-1-1 0 0,0 0 1 0 0,-1 1 0 0 0,1-1 0 0 0,0 1-1 0 0,0-1 1 0 0,0 1 0 0 0,-1-1-1 0 0,1 1 1 0 0,0-1 0 0 0,0 1 0 0 0,0-1-1 0 0,0 0 1 0 0,0 1 0 0 0,0-1 0 0 0,0 1-1 0 0,0-1 1 0 0,0 1 0 0 0,0-1 0 0 0,0 1-1 0 0,0-1 1 0 0,0 1 0 0 0,0-1-1 0 0,0 1 1 0 0,1-1 0 0 0,-1 1 0 0 0,0-1-1 0 0,0 1 1 0 0,0-1 0 0 0,1 1 0 0 0,-1-1-1 0 0,0 0 1 0 0,1 1 0 0 0,-1-1-1 0 0,0 0 1 0 0,1 1 0 0 0,-1-1 0 0 0,1 0-1 0 0,-1 1 1 0 0,0-1 0 0 0,1 0 0 0 0,-1 0-1 0 0,1 0 1 0 0,-1 1 0 0 0,1-1-1 0 0,-1 0 1 0 0,1 0 0 0 0,38 7-234 0 0,70 4 1 0 0,-88-11-2149 0 0,1 0 0 0 0,34-6 0 0 0,-39 2-1559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7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35 2792 0 0,'-30'-28'11177'0'0,"27"26"-10427"0"0,2 2-691 0 0,1-1 1 0 0,-1 1-1 0 0,1 0 0 0 0,0-1 1 0 0,-1 1-1 0 0,1 0 0 0 0,-1-1 1 0 0,1 1-1 0 0,-1 0 0 0 0,1 0 1 0 0,-1-1-1 0 0,1 1 0 0 0,-1 0 1 0 0,1 0-1 0 0,-1 0 0 0 0,1 0 1 0 0,-1 0-1 0 0,1 0 0 0 0,-1 0 1 0 0,0 0-1 0 0,1 0 0 0 0,-1 0 1 0 0,1 0-1 0 0,-1 0 0 0 0,1 0 1 0 0,-1 0-1 0 0,1 1 0 0 0,-1-1 1 0 0,1 0-1 0 0,-1 0 0 0 0,1 1 1 0 0,-1-1-1 0 0,1 0 0 0 0,-1 0 1 0 0,1 1-1 0 0,0-1 0 0 0,-1 1 1 0 0,1-1-1 0 0,0 0 0 0 0,-1 1 1 0 0,1-1-1 0 0,0 1 0 0 0,-1-1 1 0 0,1 1-1 0 0,0-1 0 0 0,-1 1 1 0 0,-5 29 931 0 0,2 0 0 0 0,0-1 0 0 0,2 1 1 0 0,3 52-1 0 0,0-9-401 0 0,-4 114 335 0 0,-9 234-1049 0 0,10-395-895 0 0,-2 41-2056 0 0,6-26-8440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37.9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99 100 2732 0 0,'1'-19'4665'0'0,"-1"1"0"0"0,-3-35-1 0 0,3 51-4266 0 0,0 2-376 0 0,0-1 1 0 0,0 1 0 0 0,0 0-1 0 0,-1-1 1 0 0,1 1 0 0 0,0 0-1 0 0,0-1 1 0 0,0 1 0 0 0,0 0 0 0 0,-1-1-1 0 0,1 1 1 0 0,0 0 0 0 0,0-1-1 0 0,-1 1 1 0 0,1 0 0 0 0,0 0-1 0 0,0-1 1 0 0,-1 1 0 0 0,1 0-1 0 0,0 0 1 0 0,-1 0 0 0 0,1 0 0 0 0,0-1-1 0 0,-1 1 1 0 0,0 0 0 0 0,-5 9 32 0 0,1-1 0 0 0,0 1 0 0 0,0 1 1 0 0,1-1-1 0 0,0 1 0 0 0,0 0 0 0 0,1 0 1 0 0,-3 16-1 0 0,2-9 204 0 0,-9 34 342 0 0,2 1 1 0 0,-6 74 0 0 0,15-95-434 0 0,1 0 1 0 0,2 0 0 0 0,1 0-1 0 0,1 0 1 0 0,12 47 0 0 0,-6-55 643 0 0,-8-22-741 0 0,-1 0 1 0 0,1 0-1 0 0,-1 0 0 0 0,1 0 1 0 0,-1 0-1 0 0,1-1 0 0 0,0 1 0 0 0,0 0 1 0 0,-1 0-1 0 0,1 0 0 0 0,0 0 1 0 0,0-1-1 0 0,0 1 0 0 0,0 0 0 0 0,0-1 1 0 0,0 1-1 0 0,0-1 0 0 0,0 1 1 0 0,0-1-1 0 0,2 1 0 0 0,1-2-7 0 0,1 1 1 0 0,-1-1-1 0 0,1 0 0 0 0,-1-1 1 0 0,0 1-1 0 0,1-1 0 0 0,-1 0 1 0 0,0 0-1 0 0,0 0 0 0 0,0 0 1 0 0,-1-1-1 0 0,1 0 0 0 0,0 0 1 0 0,-1 0-1 0 0,0 0 0 0 0,0 0 1 0 0,0-1-1 0 0,0 1 0 0 0,0-1 1 0 0,-1 0-1 0 0,3-5 0 0 0,7-12-13 0 0,-1 0-1 0 0,14-40 0 0 0,-22 53-22 0 0,12-33-46 0 0,14-64 0 0 0,-24 82 10 0 0,-2 0-1 0 0,0 0 0 0 0,-1-1 0 0 0,-3-34 0 0 0,1 53-130 0 0,-1 0 1 0 0,1-1 0 0 0,-1 1 0 0 0,0 0 0 0 0,-1 0 0 0 0,1 0 0 0 0,-1 0-1 0 0,0 0 1 0 0,0 1 0 0 0,-1-1 0 0 0,0 0 0 0 0,1 1 0 0 0,-2 0 0 0 0,1 0-1 0 0,0 0 1 0 0,-1 0 0 0 0,-6-6 0 0 0,6 8-247 0 0,0 0 0 0 0,0-1 1 0 0,0 1-1 0 0,0 1 0 0 0,0-1 0 0 0,-1 1 1 0 0,1-1-1 0 0,0 1 0 0 0,-1 1 0 0 0,1-1 1 0 0,-1 0-1 0 0,0 1 0 0 0,1 0 1 0 0,-1 0-1 0 0,1 1 0 0 0,-1-1 0 0 0,1 1 1 0 0,-1 0-1 0 0,1 0 0 0 0,-9 3 0 0 0,1 1-1740 0 0,-1 1-1 0 0,-16 9 0 0 0,-3 3-3636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1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72 1276 0 0,'0'0'2923'0'0,"-27"-18"5451"0"0,26 18-8300 0 0,-1-1 263 0 0,-1 0 0 0 0,1 0 0 0 0,0-1 0 0 0,-1 1 0 0 0,1-1-1 0 0,0 1 1 0 0,0-1 0 0 0,0 0 0 0 0,0 0 0 0 0,0 0 0 0 0,-2-3 0 0 0,4 4-337 0 0,0 0 1 0 0,0 0-1 0 0,0 1 1 0 0,0-1-1 0 0,0 0 1 0 0,0 1-1 0 0,0-1 1 0 0,0 0 0 0 0,1 1-1 0 0,-1-1 1 0 0,0 0-1 0 0,1 1 1 0 0,-1-1-1 0 0,0 1 1 0 0,1-1 0 0 0,-1 0-1 0 0,0 1 1 0 0,2-1-1 0 0,1-2-12 0 0,1 1-1 0 0,-1 0 0 0 0,1 0 1 0 0,0 0-1 0 0,0 1 0 0 0,-1-1 1 0 0,1 1-1 0 0,0 0 0 0 0,1 0 1 0 0,-1 0-1 0 0,0 1 0 0 0,0 0 1 0 0,0-1-1 0 0,0 2 0 0 0,6-1 1 0 0,-4 1-6 0 0,0 0 0 0 0,0 0 1 0 0,0 0-1 0 0,-1 0 0 0 0,1 1 1 0 0,0 0-1 0 0,-1 0 1 0 0,1 1-1 0 0,-1 0 0 0 0,0 0 1 0 0,8 6-1 0 0,-10-7 16 0 0,-1 0 1 0 0,0 0-1 0 0,0 0 0 0 0,0 0 0 0 0,0 0 1 0 0,-1 1-1 0 0,1-1 0 0 0,-1 1 0 0 0,1 0 1 0 0,-1-1-1 0 0,0 1 0 0 0,0 0 1 0 0,0 0-1 0 0,0-1 0 0 0,-1 1 0 0 0,1 0 1 0 0,-1 0-1 0 0,1 0 0 0 0,-1 0 0 0 0,0 0 1 0 0,0 0-1 0 0,-1 0 0 0 0,1 0 0 0 0,0 0 1 0 0,-1 0-1 0 0,0 0 0 0 0,-1 3 0 0 0,-3 7 13 0 0,-1 0 0 0 0,0-1-1 0 0,-1 0 1 0 0,0-1 0 0 0,-1 1-1 0 0,0-1 1 0 0,0-1 0 0 0,-2 0-1 0 0,-11 11 1 0 0,-16 11 38 0 0,-49 32 0 0 0,70-52-35 0 0,-15 8-42 0 0,20-14 4 0 0,0 1 0 0 0,0 1 0 0 0,1 0 0 0 0,-16 15-1 0 0,24-21 36 0 0,3-1-10 0 0,0-1 1 0 0,-1 1-1 0 0,1 0 0 0 0,0 0 0 0 0,0-1 1 0 0,0 1-1 0 0,0 0 0 0 0,0-1 0 0 0,0 1 0 0 0,0-1 1 0 0,0 1-1 0 0,2-1 0 0 0,36 2-200 0 0,61-6-1 0 0,-5-5-3077 0 0,-89 8 2859 0 0,38-7-5839 0 0,-32 4 2678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1.7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57 1988 0 0,'3'-26'8357'0'0,"-1"6"-4907"0"0,-2 19-2739 0 0,1-3 2 0 0,-1 4-685 0 0,0 0 0 0 0,0 0 0 0 0,0 0 0 0 0,0-1 0 0 0,0 1 0 0 0,0 0-1 0 0,0 0 1 0 0,0-1 0 0 0,0 1 0 0 0,0 0 0 0 0,0 0 0 0 0,0 0 0 0 0,0-1 0 0 0,0 1 0 0 0,0 0 0 0 0,0 0 0 0 0,1 0-1 0 0,-1 0 1 0 0,0-1 0 0 0,0 1 0 0 0,0 0 0 0 0,0 0 0 0 0,0 0 0 0 0,0 0 0 0 0,1-1 0 0 0,-1 1 0 0 0,0 0-1 0 0,0 0 1 0 0,0 0 0 0 0,1 0 0 0 0,-1 0 0 0 0,0 0 0 0 0,0 0 0 0 0,0 0 0 0 0,1-1 0 0 0,-1 1 0 0 0,0 0 0 0 0,0 0-1 0 0,4 2 10 0 0,0 1-1 0 0,0-1 0 0 0,-1 1 0 0 0,1 0 1 0 0,-1-1-1 0 0,0 1 0 0 0,1 1 0 0 0,-1-1 0 0 0,-1 0 1 0 0,5 7-1 0 0,26 45 180 0 0,-24-40-152 0 0,15 29-123 0 0,20 32-744 0 0,-9-28-8391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1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375 47 872 0 0,'0'-14'4569'0'0,"1"11"-3765"0"0,-1 0-1 0 0,0 0 1 0 0,0-1-1 0 0,-1 1 1 0 0,1 0-1 0 0,-1 0 1 0 0,-1-6-1 0 0,2 8-342 0 0,-3 2 58 0 0,-10 5-148 0 0,1 1 0 0 0,0 0 1 0 0,0 0-1 0 0,1 2 0 0 0,-11 9 1 0 0,-53 52 189 0 0,37-30-254 0 0,-58 75 1 0 0,75-85-3665 0 0,-28 56 1 0 0,44-75 283 0 0,2-1-990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2.2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1 105 984 0 0,'87'-88'15691'0'0,"-86"87"-15610"0"0,1-1 1 0 0,-1 1-1 0 0,1-1 1 0 0,-1 1-1 0 0,1 0 1 0 0,0 0-1 0 0,0-1 1 0 0,-1 1-1 0 0,1 1 1 0 0,0-1-1 0 0,0 0 1 0 0,0 0-1 0 0,0 1 1 0 0,0-1-1 0 0,0 1 1 0 0,0-1-1 0 0,0 1 1 0 0,0 0-1 0 0,0 0 1 0 0,0 0 0 0 0,0 0-1 0 0,0 0 1 0 0,1 1-1 0 0,-1-1 1 0 0,0 1-1 0 0,2 0 1 0 0,-2 1-71 0 0,1-1 1 0 0,-1 1-1 0 0,0 0 1 0 0,-1-1 0 0 0,1 1-1 0 0,0 0 1 0 0,0 1-1 0 0,-1-1 1 0 0,0 0 0 0 0,1 0-1 0 0,-1 1 1 0 0,0-1-1 0 0,0 0 1 0 0,0 1-1 0 0,0-1 1 0 0,0 1 0 0 0,-1-1-1 0 0,1 1 1 0 0,-1 0-1 0 0,0 2 1 0 0,1 1 62 0 0,-1 0 1 0 0,0 0-1 0 0,-1-1 0 0 0,1 1 0 0 0,-1 0 0 0 0,-1-1 1 0 0,1 1-1 0 0,-1-1 0 0 0,1 1 0 0 0,-6 9 1 0 0,-3 4 236 0 0,-21 28 0 0 0,16-25-213 0 0,-78 103 271 0 0,93-125-376 0 0,-1 1 1 0 0,1 0 0 0 0,0-1 0 0 0,-1 1-1 0 0,1 0 1 0 0,-1 0 0 0 0,1-1 0 0 0,0 1-1 0 0,0 0 1 0 0,-1 0 0 0 0,1 0 0 0 0,0-1-1 0 0,0 1 1 0 0,0 0 0 0 0,0 0 0 0 0,0 0-1 0 0,0 0 1 0 0,0-1 0 0 0,0 1 0 0 0,0 0-1 0 0,1 0 1 0 0,-1 0 0 0 0,0 0 0 0 0,0-1-1 0 0,1 1 1 0 0,-1 0 0 0 0,1 0 0 0 0,-1-1 0 0 0,0 1-1 0 0,1 0 1 0 0,-1-1 0 0 0,1 1 0 0 0,0-1-1 0 0,-1 1 1 0 0,1 0 0 0 0,-1-1 0 0 0,1 1-1 0 0,0-1 1 0 0,0 0 0 0 0,-1 1 0 0 0,1-1-1 0 0,0 1 1 0 0,0-1 0 0 0,-1 0 0 0 0,1 0-1 0 0,0 1 1 0 0,1-1 0 0 0,5 2-185 0 0,0 0 0 0 0,0-1 1 0 0,1 0-1 0 0,8 1 0 0 0,134 3-3663 0 0,-46-6-1879 0 0,-4-1-2047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4.3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188 52 392 0 0,'2'-6'2284'0'0,"1"0"0"0"0,-1 0 0 0 0,0 1-1 0 0,0-2 1 0 0,-1 1 0 0 0,2-9 0 0 0,-19 39-1519 0 0,-18 53 423 0 0,3 1-1 0 0,4 1 1 0 0,3 1-1 0 0,-14 90 0 0 0,26-107-768 0 0,2 2 0 0 0,0 94 0 0 0,10-131-349 0 0,1 0 0 0 0,2-1 0 0 0,1 1-1 0 0,1 0 1 0 0,1-1 0 0 0,1 0 0 0 0,2-1-1 0 0,14 33 1 0 0,-17-48-111 0 0,0-1-1 0 0,1 1 0 0 0,1-1 0 0 0,-1 0 0 0 0,2-1 1 0 0,-1 0-1 0 0,1 0 0 0 0,1-1 0 0 0,0 0 0 0 0,0-1 1 0 0,0 0-1 0 0,1 0 0 0 0,0-1 0 0 0,0-1 1 0 0,0 0-1 0 0,1 0 0 0 0,0-1 0 0 0,0-1 0 0 0,17 4 1 0 0,-10-4-677 0 0,1 0 1 0 0,0-1 0 0 0,0-2-1 0 0,37-2 1 0 0,-37 0-660 0 0,0-1-1 0 0,-1-1 1 0 0,1-1 0 0 0,30-12-1 0 0,-14-1-3187 0 0,-2-3-2123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4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203 161 1212 0 0,'-7'-10'1268'0'0,"-11"-16"2663"0"0,2 0 0 0 0,-27-57 0 0 0,43 83-3919 0 0,0-1 0 0 0,0 1 0 0 0,-1-1 0 0 0,1 1-1 0 0,0 0 1 0 0,0-1 0 0 0,0 1 0 0 0,0-1 0 0 0,0 1 0 0 0,0 0 0 0 0,0-1 0 0 0,0 1 0 0 0,1-1 0 0 0,-1 1 0 0 0,0 0 0 0 0,0-1 0 0 0,0 1 0 0 0,0-1 0 0 0,0 1 0 0 0,1 0 0 0 0,-1-1 0 0 0,0 1 0 0 0,0 0 0 0 0,1-1 0 0 0,-1 1 0 0 0,0 0 0 0 0,0-1 0 0 0,1 1 0 0 0,-1 0 0 0 0,0 0 0 0 0,1-1 0 0 0,-1 1-1 0 0,0 0 1 0 0,1 0 0 0 0,16-4 255 0 0,-7 6-214 0 0,0-1 1 0 0,0 1-1 0 0,1 1 1 0 0,-1 0-1 0 0,-1 0 1 0 0,1 1-1 0 0,0 0 0 0 0,-1 0 1 0 0,0 1-1 0 0,0 1 1 0 0,0 0-1 0 0,-1 0 0 0 0,0 0 1 0 0,0 1-1 0 0,0 0 1 0 0,-1 1-1 0 0,0 0 1 0 0,-1 0-1 0 0,10 15 0 0 0,-10-12 37 0 0,0 0-1 0 0,0 0 0 0 0,-1 1 0 0 0,0-1 0 0 0,-1 1 1 0 0,-1 0-1 0 0,0 1 0 0 0,-1-1 0 0 0,0 0 0 0 0,0 1 1 0 0,-2-1-1 0 0,1 1 0 0 0,-2 0 0 0 0,1-1 1 0 0,-2 1-1 0 0,-3 15 0 0 0,-1-7-4 0 0,-1-1 0 0 0,-1 0 1 0 0,-1 0-1 0 0,-1-1 0 0 0,0 0 0 0 0,-2 0 0 0 0,0-1 0 0 0,0-1 1 0 0,-2 0-1 0 0,0-1 0 0 0,-1-1 0 0 0,-1 0 0 0 0,0-1 1 0 0,-1 0-1 0 0,-1-1 0 0 0,0-2 0 0 0,-34 18 0 0 0,47-27-383 0 0,0 0 0 0 0,-1 0 0 0 0,1 0 0 0 0,0-1 0 0 0,-1 0 0 0 0,0 0 0 0 0,1 0 0 0 0,-1-1 0 0 0,0 0 0 0 0,1 0 0 0 0,-1 0-1 0 0,-9-2 1 0 0,0-4-2562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5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499 82 732 0 0,'0'-9'2376'0'0,"0"1"-996"0"0,0 1 0 0 0,0-1 0 0 0,-1 1 1 0 0,0-1-1 0 0,0 1 0 0 0,-4-14 0 0 0,4 20-1133 0 0,1 0-231 0 0,0 1 1 0 0,0 0-1 0 0,0-1 0 0 0,-1 1 1 0 0,1 0-1 0 0,0 0 0 0 0,0-1 1 0 0,0 1-1 0 0,-1 0 1 0 0,1 0-1 0 0,0-1 0 0 0,0 1 1 0 0,-1 0-1 0 0,1 0 0 0 0,0-1 1 0 0,-1 1-1 0 0,1 0 0 0 0,0 0 1 0 0,0 0-1 0 0,-1 0 1 0 0,1 0-1 0 0,0 0 0 0 0,-1 0 1 0 0,1-1-1 0 0,0 1 0 0 0,-1 0 1 0 0,1 0-1 0 0,0 0 0 0 0,-1 0 1 0 0,0 1-1 0 0,-23 21 497 0 0,0 2 0 0 0,2 1 0 0 0,-33 47-1 0 0,-47 93 892 0 0,-45 110-343 0 0,125-225-933 0 0,2 0 1 0 0,2 2-1 0 0,-20 91 1 0 0,35-126-125 0 0,1 1 0 0 0,0-1 1 0 0,1 1-1 0 0,1-1 0 0 0,0 0 0 0 0,2 1 1 0 0,4 21-1 0 0,-5-32-208 0 0,1-1 0 0 0,-1 0 1 0 0,1 0-1 0 0,1 0 0 0 0,-1-1 1 0 0,1 1-1 0 0,0 0 0 0 0,1-1 1 0 0,-1 0-1 0 0,1 0 0 0 0,0 0 1 0 0,0 0-1 0 0,0-1 0 0 0,1 1 1 0 0,0-1-1 0 0,0 0 0 0 0,0-1 1 0 0,0 1-1 0 0,1-1 0 0 0,-1 0 1 0 0,1 0-1 0 0,0-1 0 0 0,6 3 1 0 0,-2-3-970 0 0,-1 1 1 0 0,1-1 0 0 0,0-1 0 0 0,12 1-1 0 0,12-3-4260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6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145 170 2680 0 0,'17'-59'7488'0'0,"-8"26"-936"0"0,-56 191-3950 0 0,-56 160-1231 0 0,103-316-1417 0 0,-11 23 1763 0 0,10-25-1688 0 0,1 0-1 0 0,0 0 1 0 0,0 0-1 0 0,0 0 0 0 0,0 0 1 0 0,0 1-1 0 0,0-1 1 0 0,0 0-1 0 0,0 0 1 0 0,0 0-1 0 0,0 0 1 0 0,-1 0-1 0 0,1 1 1 0 0,0-1-1 0 0,0 0 1 0 0,0 0-1 0 0,0 0 1 0 0,0 0-1 0 0,-1 0 1 0 0,1 0-1 0 0,0 0 1 0 0,0 0-1 0 0,0 0 1 0 0,0 0-1 0 0,-1 1 1 0 0,1-1-1 0 0,0 0 1 0 0,0 0-1 0 0,0 0 1 0 0,0 0-1 0 0,-1 0 1 0 0,1 0-1 0 0,0 0 1 0 0,0 0-1 0 0,0-1 1 0 0,-1 1-1 0 0,1 0 1 0 0,0 0-1 0 0,-3-14 194 0 0,3-18-114 0 0,1-1-1 0 0,2 1 1 0 0,14-64 0 0 0,-11 63-65 0 0,-6 31-44 0 0,33-148-144 0 0,-26 128 68 0 0,0 0 0 0 0,1 1 0 0 0,1 0 0 0 0,20-35 0 0 0,-26 52 57 0 0,-1 0 0 0 0,1 1 0 0 0,0-1 0 0 0,-1 1 0 0 0,1-1 0 0 0,1 1 0 0 0,-1 0 0 0 0,0 0 0 0 0,1 1 0 0 0,0-1 0 0 0,0 1 0 0 0,-1-1 0 0 0,10-2 0 0 0,-10 4 10 0 0,0 1 0 0 0,1-1 0 0 0,-1 1 1 0 0,0 0-1 0 0,1 0 0 0 0,-1 0 0 0 0,1 0 0 0 0,-1 0 1 0 0,0 1-1 0 0,1 0 0 0 0,-1 0 0 0 0,0 0 1 0 0,0 0-1 0 0,0 0 0 0 0,1 1 0 0 0,-1-1 0 0 0,-1 1 1 0 0,1 0-1 0 0,4 3 0 0 0,3 2 8 0 0,-1 1 0 0 0,-1 1 0 0 0,1 0-1 0 0,-1 0 1 0 0,-1 0 0 0 0,0 1 0 0 0,0 0-1 0 0,-1 1 1 0 0,0-1 0 0 0,8 23 0 0 0,-3-3 12 0 0,-1 1 1 0 0,10 61-1 0 0,-11-28 43 0 0,-3 1-1 0 0,-2 80 1 0 0,-9-26-4302 0 0,5-106 3226 0 0,0 7-5636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6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90 51 1384 0 0,'-20'-7'4034'0'0,"-50"-14"7255"0"0,94 24-11738 0 0,0-1 0 0 0,0-1 0 0 0,0-1-1 0 0,31-4 1 0 0,45-12-6215 0 0,-59 8 1271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78 1428 0 0,'-4'-10'2022'0'0,"-18"-39"8550"0"0,12 30-8168 0 0,10 23-2219 0 0,0-1 1 0 0,0 1-1 0 0,0-1 1 0 0,1 1 0 0 0,-1-1-1 0 0,1 1 1 0 0,0-1-1 0 0,0 1 1 0 0,0-1 0 0 0,0 0-1 0 0,3 5 1 0 0,0 1 164 0 0,15 50-58 0 0,-3 0 0 0 0,-2 1 0 0 0,-3 1 0 0 0,-2 0 0 0 0,-4 0 0 0 0,-2 1 0 0 0,-2 0 0 0 0,-3-1 0 0 0,-3 1 0 0 0,-14 63 0 0 0,13-93-255 0 0,-2-1 1 0 0,-1 0 0 0 0,-2 0 0 0 0,-1-1 0 0 0,-1-1-1 0 0,-2 0 1 0 0,0-1 0 0 0,-31 42 0 0 0,42-66-361 0 0,0 1 1 0 0,0-1-1 0 0,-1 0 0 0 0,1 0 1 0 0,-7 4-1 0 0,9-6-374 0 0,0-1-1 0 0,0 0 1 0 0,0 0-1 0 0,-1 0 0 0 0,1 0 1 0 0,0 0-1 0 0,-1-1 1 0 0,-4 1-1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6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72 1036 0 0,'12'-29'12101'0'0,"-5"9"-5474"0"0,-5 15-5586 0 0,-2 4-984 0 0,0 1 1 0 0,0-1 0 0 0,0 1 0 0 0,0-1-1 0 0,1 0 1 0 0,-1 1 0 0 0,0-1 0 0 0,0 0-1 0 0,0 1 1 0 0,1-1 0 0 0,-1 1 0 0 0,0-1-1 0 0,1 1 1 0 0,-1-1 0 0 0,0 1 0 0 0,1-1-1 0 0,-1 1 1 0 0,1-1 0 0 0,-1 1 0 0 0,1-1 0 0 0,-1 1-1 0 0,1-1 1 0 0,-1 1 0 0 0,1 0 0 0 0,-1 0-1 0 0,2-1 1 0 0,19-1 70 0 0,0 1 0 0 0,0 1 1 0 0,40 5-1 0 0,5 0-404 0 0,55 0-3074 0 0,-41-2-6577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7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 2720 0 0,'-125'31'17407'0'0,"123"-30"-16936"0"0,-10 3 882 0 0,31-1-1314 0 0,1-1 0 0 0,-1 0 0 0 0,1-2 0 0 0,32-3 1 0 0,-9 1-707 0 0,107-7-4221 0 0,-50-6-3477 0 0,-60 7 2542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47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117 223 936 0 0,'-15'-92'13928'0'0,"4"33"-7756"0"0,9 48-5000 0 0,2 8-966 0 0,-1-1 0 0 0,0 0 0 0 0,1 0 1 0 0,0 1-1 0 0,0-1 0 0 0,0 0 0 0 0,0 0 1 0 0,1 0-1 0 0,0-5 0 0 0,0 8-195 0 0,-1 0 0 0 0,1 0-1 0 0,-1 0 1 0 0,1 1 0 0 0,0-1-1 0 0,-1 0 1 0 0,1 0 0 0 0,0 0-1 0 0,-1 0 1 0 0,1 1 0 0 0,0-1-1 0 0,0 0 1 0 0,0 1 0 0 0,0-1-1 0 0,0 1 1 0 0,-1-1 0 0 0,1 1-1 0 0,0-1 1 0 0,0 1 0 0 0,0 0-1 0 0,1-1 1 0 0,-1 1 0 0 0,2 0-1 0 0,24-2 19 0 0,-24 2-26 0 0,9 1-6 0 0,0 0 0 0 0,0 1 0 0 0,0 0 0 0 0,0 1 0 0 0,0 1 0 0 0,-1 0 1 0 0,0 0-1 0 0,0 1 0 0 0,0 0 0 0 0,0 1 0 0 0,-1 0 0 0 0,0 1 0 0 0,0 0 0 0 0,-1 1 0 0 0,14 13 0 0 0,-15-12-5 0 0,0-1 0 0 0,0 1-1 0 0,0 1 1 0 0,-1 0 0 0 0,-1 0 0 0 0,0 0-1 0 0,0 1 1 0 0,-1 0 0 0 0,0 0 0 0 0,-1 0 0 0 0,0 0-1 0 0,-1 1 1 0 0,0 0 0 0 0,-1-1 0 0 0,2 21 0 0 0,-5-20 46 0 0,0 0 1 0 0,-1 0 0 0 0,-1 0 0 0 0,0 0-1 0 0,0 0 1 0 0,-1-1 0 0 0,0 0 0 0 0,-1 0-1 0 0,-1 0 1 0 0,1 0 0 0 0,-2-1 0 0 0,1 0-1 0 0,-2 0 1 0 0,-13 14 0 0 0,-10 9 649 0 0,-2-3 0 0 0,-55 41 1 0 0,84-68-616 0 0,-167 114 2173 0 0,170-117-2229 0 0,0 1-1 0 0,0-1 1 0 0,1 1 0 0 0,-1-1 0 0 0,0 1 0 0 0,1 0 0 0 0,-1-1 0 0 0,0 1 0 0 0,1 0-1 0 0,-1 0 1 0 0,1-1 0 0 0,-1 1 0 0 0,1 0 0 0 0,-1 0 0 0 0,1 1 0 0 0,0-1-18 0 0,0-1 1 0 0,0 0-1 0 0,0 1 1 0 0,0-1-1 0 0,0 0 1 0 0,0 1-1 0 0,0-1 1 0 0,1 0-1 0 0,-1 0 1 0 0,0 1-1 0 0,0-1 1 0 0,0 0-1 0 0,0 1 1 0 0,1-1-1 0 0,-1 0 0 0 0,0 0 1 0 0,0 1-1 0 0,1-1 1 0 0,-1 0-1 0 0,0 0 1 0 0,1 0-1 0 0,-1 1 1 0 0,0-1-1 0 0,0 0 1 0 0,1 0-1 0 0,-1 0 1 0 0,1 0-1 0 0,34 6-553 0 0,-25-6 318 0 0,317 25-6729 0 0,-145-13-1846 0 0,-53-2-1819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50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175 34 1636 0 0,'21'-34'10403'0'0,"-10"51"-9457"0"0,-2 61 1304 0 0,-1 157 0 0 0,-27 81-1063 0 0,13-238-638 0 0,-108 900 1132 0 0,30-532-2318 0 0,84-446 435 0 0,1 0 134 0 0,-1 0 1 0 0,0 0 0 0 0,0 0-1 0 0,0 0 1 0 0,0 0 0 0 0,1-1 0 0 0,-1 1-1 0 0,0 0 1 0 0,0 0 0 0 0,0 0-1 0 0,1 0 1 0 0,-1 0 0 0 0,0 0-1 0 0,0 0 1 0 0,0 0 0 0 0,1 0-1 0 0,-1 0 1 0 0,0 0 0 0 0,0 0 0 0 0,0 1-1 0 0,1-1 1 0 0,-1 0 0 0 0,0 0-1 0 0,0 0 1 0 0,0 0 0 0 0,0 0-1 0 0,1 0 1 0 0,-1 0 0 0 0,1 2-673 0 0,-1-2 672 0 0,0 0 1 0 0,0 1 0 0 0,0-1-1 0 0,0 0 1 0 0,0 0 0 0 0,0 0-1 0 0,0 1 1 0 0,0-1 0 0 0,0 0-1 0 0,0 0 1 0 0,0 0 0 0 0,0 0 0 0 0,0 1-1 0 0,0-1 1 0 0,13-13-2469 0 0,13-35-3637 0 0,-10 13 925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5:52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736 222 940 0 0,'35'-163'14768'0'0,"-33"153"-13249"0"0,-2 9-1488 0 0,0 0 1 0 0,0 0-1 0 0,0 0 1 0 0,0 1-1 0 0,0-1 1 0 0,1 0-1 0 0,-1 0 1 0 0,0 0 0 0 0,0 0-1 0 0,1 1 1 0 0,-1-1-1 0 0,0 0 1 0 0,1 0-1 0 0,-1 1 1 0 0,1-1-1 0 0,-1 0 1 0 0,1 1-1 0 0,-1-1 1 0 0,1 0-1 0 0,-1 1 1 0 0,1-1-1 0 0,0 1 1 0 0,-1-1-1 0 0,1 1 1 0 0,0-1-1 0 0,0 1 1 0 0,-1-1-1 0 0,1 1 1 0 0,0 0-1 0 0,0 0 1 0 0,0-1-1 0 0,-1 1 1 0 0,1 0-1 0 0,0 0 1 0 0,0 0-1 0 0,0 0 1 0 0,0 0-1 0 0,0 0 1 0 0,-1 0-1 0 0,1 0 1 0 0,0 0-1 0 0,1 0 1 0 0,838-14 1466 0 0,-121 1-1507 0 0,1084 37 93 0 0,-191 78-27 0 0,-1500-94-54 0 0,624 54-19 0 0,-16-2 80 0 0,-555-50-14 0 0,-113-8-72 0 0,-8 1-20 0 0,-42-3 14 0 0,16 4-190 0 0,-8-3 168 0 0,-7-1 5 0 0,11 18-239 0 0,-14 15 281 0 0,0 0 0 0 0,-2 0 0 0 0,-2-1 0 0 0,-11 51 0 0 0,3-21 51 0 0,-108 865 493 0 0,103-721-332 0 0,-51 237-1 0 0,65-432-177 0 0,0 0 0 0 0,0 0 1 0 0,-1-1-1 0 0,0 0 0 0 0,-1 1 0 0 0,0-2 0 0 0,-1 1 0 0 0,0 0 0 0 0,0-1 0 0 0,-1 0 0 0 0,0-1 1 0 0,-10 9-1 0 0,6-7-5 0 0,-1 0 1 0 0,-1-1 0 0 0,0-1 0 0 0,0 0 0 0 0,-1-1-1 0 0,0 0 1 0 0,0-1 0 0 0,-18 5 0 0 0,-31 7 23 0 0,-1-3-1 0 0,0-3 1 0 0,-1-2 0 0 0,-82 0 0 0 0,-264-19 27 0 0,-107-42 355 0 0,2-26 934 0 0,18 2-844 0 0,-347-7-131 0 0,-2 43-212 0 0,-579 33 698 0 0,913 5-763 0 0,24 0-56 0 0,-87 31-52 0 0,449-23 174 0 0,125-7-240 0 0,-1 0-146 0 0,-8 0-306 0 0,8 0-221 0 0,-6-2-908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09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100 456 460 0 0,'-88'-330'3182'0'0,"84"305"-3681"0"0,0 1 0 0 0,0-31-1 0 0,4 33-208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2T10:42:20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1 120 0 0,'4'100'428'0'0,"-3"5"-248"0"0,-1 5 68 0 0,0 7-224 0 0,-1 4-368 0 0,-3 1 120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1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162 257 756 0 0,'4'10'6031'0'0,"4"15"1738"0"0,-8-25-7702 0 0,-4-1-27 0 0,0 0 0 0 0,-1 0 0 0 0,1 0 0 0 0,0-1 0 0 0,0 0 0 0 0,0 0 0 0 0,1 0 0 0 0,-1 0 0 0 0,-6-5 0 0 0,-36-32 75 0 0,21 17-78 0 0,-30-29-372 0 0,54 51 292 0 0,5-4 2 0 0,-4 4 40 0 0,0 0 1 0 0,0-1-1 0 0,0 1 1 0 0,0 0-1 0 0,0 0 0 0 0,1-1 1 0 0,-1 1-1 0 0,0 0 0 0 0,0-1 1 0 0,0 1-1 0 0,1 0 1 0 0,-1 0-1 0 0,0-1 0 0 0,0 1 1 0 0,1 0-1 0 0,-1 0 0 0 0,0 0 1 0 0,1-1-1 0 0,-1 1 1 0 0,0 0-1 0 0,1 0 0 0 0,-1 0 1 0 0,0 0-1 0 0,1 0 1 0 0,-1 0-1 0 0,0 0 0 0 0,1-1 1 0 0,187-29 46 0 0,-94 17-47 0 0,-51 7-14 0 0,16-3-197 0 0,89-24 0 0 0,-143 32 214 0 0,-1 0-1 0 0,0 0 0 0 0,0-1 1 0 0,-1 0-1 0 0,1 0 1 0 0,0 0-1 0 0,0 0 0 0 0,-1 0 1 0 0,1-1-1 0 0,-1 1 0 0 0,0-1 1 0 0,0 0-1 0 0,0 0 0 0 0,0 0 1 0 0,-1-1-1 0 0,1 1 1 0 0,-1-1-1 0 0,1 1 0 0 0,1-7 1 0 0,-3 9 27 0 0,-14 10 0 0 0,8-3 29 0 0,0 2 0 0 0,0-1-1 0 0,0 0 1 0 0,1 1 0 0 0,0 0-1 0 0,0 0 1 0 0,-4 16 0 0 0,-1-1 109 0 0,-26 68 946 0 0,-43 175 1 0 0,70-226-963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2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707 52 608 0 0,'0'0'3349'0'0,"0"-26"1057"0"0,0 6-1436 0 0,-2 15-753 0 0,-3 16-2114 0 0,-36 169 771 0 0,10-37-392 0 0,26-122-438 0 0,-61 215 1204 0 0,54-203-921 0 0,-1-1 0 0 0,-2 0 1 0 0,-1-1-1 0 0,-1 0 1 0 0,-22 27-1 0 0,35-52-270 0 0,-1 0 1 0 0,1-1-1 0 0,-1 0 0 0 0,0 0 1 0 0,-1 0-1 0 0,1-1 0 0 0,-1 0 1 0 0,0 0-1 0 0,0 0 0 0 0,0 0 0 0 0,-1-1 1 0 0,1 0-1 0 0,-1-1 0 0 0,0 0 1 0 0,1 0-1 0 0,-1 0 0 0 0,-8 1 1 0 0,6-3-38 0 0,0 0 0 0 0,0 0 0 0 0,-1 0 0 0 0,1-2 0 0 0,0 1 0 0 0,0-1 0 0 0,0 0 0 0 0,0-1 0 0 0,1 0 0 0 0,-1 0 0 0 0,1-1 0 0 0,-15-8 0 0 0,-4-6-10 0 0,0-1 0 0 0,1-2 0 0 0,-28-28 0 0 0,12 10-53 0 0,39 37-5 0 0,1 1-66 0 0,1-1 0 0 0,-1 1 0 0 0,1 0 0 0 0,-1 0 1 0 0,1-1-1 0 0,-1 1 0 0 0,1-1 0 0 0,0 1 0 0 0,-1-1 1 0 0,1 0-1 0 0,0 1 0 0 0,0-1 0 0 0,1 0 0 0 0,-1 0 1 0 0,0 0-1 0 0,0 0 0 0 0,1 1 0 0 0,-1-1 0 0 0,0-4 1 0 0,2 4-194 0 0,0 0 1 0 0,-1 0 0 0 0,1 0-1 0 0,0 0 1 0 0,0 0 0 0 0,0 0-1 0 0,0 0 1 0 0,0 0 0 0 0,1 0-1 0 0,-1 1 1 0 0,0-1-1 0 0,1 0 1 0 0,0 1 0 0 0,-1-1-1 0 0,1 1 1 0 0,3-3 0 0 0,-3 3-45 0 0,19-16-4673 0 0,-10 7 781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3.0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1 103 68 0 0,'0'-19'11028'0'0,"1"16"-10363"0"0,138 14 963 0 0,-12-13-3804 0 0,136-21-1 0 0,-251 21 2269 0 0,0 0-1 0 0,0 0 0 0 0,-1-1 1 0 0,1-1-1 0 0,-1 0 1 0 0,0-1-1 0 0,0 0 0 0 0,15-9 1 0 0,-11 2 2615 0 0,-14 10-2472 0 0,0 1 0 0 0,0 0 0 0 0,0 0 0 0 0,0 0 0 0 0,0 0 0 0 0,0 0 0 0 0,1 0 0 0 0,-1 1 0 0 0,0-1-1 0 0,1 0 1 0 0,-1 1 0 0 0,1-1 0 0 0,-1 1 0 0 0,2-1 0 0 0,-2 4-111 0 0,0 0 1 0 0,0 0-1 0 0,-1 0 1 0 0,0 0-1 0 0,1 0 0 0 0,-1 0 1 0 0,-1 0-1 0 0,1 0 0 0 0,-1 5 1 0 0,1-5-69 0 0,-11 103 681 0 0,4-59-562 0 0,1 89-1 0 0,7-120-105 0 0,0 1 0 0 0,1-1 0 0 0,5 18 0 0 0,-7-30-150 0 0,2 0-1 0 0,-1 0 1 0 0,0 0 0 0 0,1 0 0 0 0,0 0 0 0 0,-1-1 0 0 0,2 1 0 0 0,-1-1 0 0 0,0 1 0 0 0,1-1 0 0 0,-1 0 0 0 0,1 0 0 0 0,0 0 0 0 0,0 0-1 0 0,0 0 1 0 0,1-1 0 0 0,4 4 0 0 0,-2-7-761 0 0,1-1-6 0 0,1-1-1 0 0,-1-1 1 0 0,0 0 0 0 0,0 0-1 0 0,-1 0 1 0 0,1-1 0 0 0,-1 0-1 0 0,0 0 1 0 0,0 0-1 0 0,6-9 1 0 0,7-7-3866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3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53 1648 0 0,'-5'-10'1924'0'0,"0"0"1153"0"0,-3-4-913 0 0,1 4-884 0 0,0 2-352 0 0,-1 16-1524 0 0,6 7-1040 0 0,4-4 128 0 0,-4-1-769 0 0,4 3-323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4.1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21 537 2648 0 0,'-2'12'7320'0'0,"3"-4"-6864"0"0,0 1 0 0 0,0-1-1 0 0,1 0 1 0 0,0 0 0 0 0,0 0-1 0 0,5 10 1 0 0,3 13-34 0 0,-7-19-218 0 0,0 1 0 0 0,-1-1-1 0 0,-1 1 1 0 0,0-1 0 0 0,-1 1 0 0 0,0-1 0 0 0,-1 1 0 0 0,0 0-1 0 0,-1-1 1 0 0,0 1 0 0 0,-1-1 0 0 0,-1 0 0 0 0,0 0 0 0 0,-8 17 0 0 0,12-28-194 0 0,0-1 1 0 0,0 0 0 0 0,-1 1 0 0 0,1-1 0 0 0,0 0-1 0 0,0 1 1 0 0,0-1 0 0 0,0 0 0 0 0,-1 1 0 0 0,1-1 0 0 0,0 0-1 0 0,0 1 1 0 0,-1-1 0 0 0,1 0 0 0 0,0 0 0 0 0,-1 1 0 0 0,1-1-1 0 0,0 0 1 0 0,-1 0 0 0 0,1 1 0 0 0,0-1 0 0 0,-1 0 0 0 0,1 0-1 0 0,0 0 1 0 0,-1 0 0 0 0,1 0 0 0 0,0 0 0 0 0,-1 0-1 0 0,1 0 1 0 0,-1 0 0 0 0,1 0 0 0 0,0 0 0 0 0,-1 0 0 0 0,1 0-1 0 0,-1 0 1 0 0,1 0 0 0 0,0 0 0 0 0,-1 0 0 0 0,1 0 0 0 0,0 0-1 0 0,-1 0 1 0 0,1-1 0 0 0,0 1 0 0 0,-1 0 0 0 0,1 0 0 0 0,0 0-1 0 0,-1-1 1 0 0,1 1 0 0 0,0 0 0 0 0,-1 0 0 0 0,1-1-1 0 0,0 1 1 0 0,0 0 0 0 0,0-1 0 0 0,-1 1 0 0 0,1 0 0 0 0,0-1-1 0 0,-8-20 63 0 0,8 4-86 0 0,2 0 0 0 0,0 0 1 0 0,0 0-1 0 0,2 0 0 0 0,0 0 0 0 0,1 0 0 0 0,1 1 0 0 0,0 0 0 0 0,11-19 0 0 0,-10 23-23 0 0,-1 1 1 0 0,2 0-1 0 0,-1 1 0 0 0,1-1 1 0 0,1 2-1 0 0,0-1 0 0 0,0 1 1 0 0,1 0-1 0 0,0 1 0 0 0,1 1 1 0 0,0-1-1 0 0,22-10 1 0 0,-27 15 20 0 0,0 1 1 0 0,0 0 0 0 0,0 0 0 0 0,1 1-1 0 0,-1 0 1 0 0,1 0 0 0 0,-1 0 0 0 0,1 1 0 0 0,-1-1-1 0 0,1 2 1 0 0,-1-1 0 0 0,1 1 0 0 0,8 2 0 0 0,-10-2 36 0 0,-1 1 0 0 0,0-1 0 0 0,1 1 1 0 0,-1 0-1 0 0,0 0 0 0 0,0 1 1 0 0,0-1-1 0 0,0 1 0 0 0,-1 0 1 0 0,1 0-1 0 0,-1 0 0 0 0,0 0 1 0 0,0 0-1 0 0,0 1 0 0 0,0 0 1 0 0,0 0-1 0 0,-1-1 0 0 0,0 1 1 0 0,3 7-1 0 0,0 4 81 0 0,-1 0 1 0 0,-1 1 0 0 0,0-1-1 0 0,-1 1 1 0 0,-1 0-1 0 0,0 0 1 0 0,-3 28-1 0 0,1-26-570 0 0,0 0-1 0 0,1 0 1 0 0,1 0 0 0 0,1 0-1 0 0,7 30 1 0 0,-8-46 310 0 0,0 0 0 0 0,1 1-1 0 0,-1-1 1 0 0,0 0 0 0 0,1 0 0 0 0,-1 0 0 0 0,1 0 0 0 0,0 0 0 0 0,0 0 0 0 0,-1 0 0 0 0,1 0 0 0 0,0-1 0 0 0,1 1 0 0 0,-1-1 0 0 0,0 0 0 0 0,0 1-1 0 0,1-1 1 0 0,-1 0 0 0 0,0 0 0 0 0,1-1 0 0 0,-1 1 0 0 0,1 0 0 0 0,-1-1 0 0 0,1 0 0 0 0,0 1 0 0 0,-1-1 0 0 0,5 0 0 0 0,7-1-565 0 0,1 0 0 0 0,-1 0 0 0 0,23-6 0 0 0,-32 6 614 0 0,16-4-129 0 0,0-1 1 0 0,-1-1-1 0 0,1-1 1 0 0,-2-1-1 0 0,21-11 1 0 0,-13 3 1002 0 0,0 0 0 0 0,43-38-1 0 0,-57 42 78 0 0,0 0 0 0 0,0 0 0 0 0,-1-2-1 0 0,-1 1 1 0 0,15-26 0 0 0,-20 30-215 0 0,-1-1 1 0 0,0 0-1 0 0,-1 1 1 0 0,0-1-1 0 0,0-1 1 0 0,-1 1-1 0 0,-1-1 1 0 0,0 1-1 0 0,1-21 0 0 0,-3 31-611 0 0,0 1 0 0 0,0-1-1 0 0,0 0 1 0 0,0 0 0 0 0,0 1-1 0 0,0-1 1 0 0,0 0-1 0 0,0 0 1 0 0,0 1 0 0 0,0-1-1 0 0,-1 0 1 0 0,1 0-1 0 0,0 1 1 0 0,0-1 0 0 0,-1 0-1 0 0,1 1 1 0 0,-1-1-1 0 0,1 0 1 0 0,0 1 0 0 0,-1-1-1 0 0,1 1 1 0 0,-1-1-1 0 0,1 1 1 0 0,-1-1 0 0 0,0 0-1 0 0,1 1 1 0 0,-1 0-1 0 0,1-1 1 0 0,-1 1 0 0 0,0-1-1 0 0,1 1 1 0 0,-2 0-1 0 0,0-1-3 0 0,0 1-1 0 0,0 1 1 0 0,0-1 0 0 0,1 0-1 0 0,-1 0 1 0 0,0 1-1 0 0,0-1 1 0 0,0 1-1 0 0,0 0 1 0 0,1-1-1 0 0,-1 1 1 0 0,-2 1-1 0 0,-6 5-10 0 0,0-1-1 0 0,1 1 1 0 0,-9 8-1 0 0,-8 9-2 0 0,1 2 0 0 0,2 0 0 0 0,-36 51 0 0 0,49-61-1 0 0,0 0 0 0 0,2 0 0 0 0,-1 1-1 0 0,2 1 1 0 0,0-1 0 0 0,1 1 0 0 0,1 0-1 0 0,-5 33 1 0 0,10-48 8 0 0,-1 0-1 0 0,1 0 1 0 0,0-1 0 0 0,0 1-1 0 0,0 0 1 0 0,0 0 0 0 0,1 0-1 0 0,-1 0 1 0 0,1 0-1 0 0,-1-1 1 0 0,1 1 0 0 0,0 0-1 0 0,0-1 1 0 0,0 1 0 0 0,1 0-1 0 0,-1-1 1 0 0,1 1-1 0 0,-1-1 1 0 0,1 0 0 0 0,0 0-1 0 0,2 3 1 0 0,-2-4-1 0 0,0 0 0 0 0,1 0 0 0 0,-1 1-1 0 0,0-1 1 0 0,1-1 0 0 0,-1 1 0 0 0,1 0 0 0 0,-1-1 0 0 0,1 1 0 0 0,0-1 0 0 0,-1 0-1 0 0,1 1 1 0 0,-1-1 0 0 0,1-1 0 0 0,0 1 0 0 0,-1 0 0 0 0,1-1 0 0 0,-1 1 0 0 0,1-1-1 0 0,-1 0 1 0 0,1 0 0 0 0,-1 0 0 0 0,3-1 0 0 0,10-6-18 0 0,0 0 0 0 0,-1-1 0 0 0,0 0 0 0 0,0-1 0 0 0,-1-1 0 0 0,-1 0 0 0 0,0-1 0 0 0,0 0 0 0 0,16-23 0 0 0,-4 0-127 0 0,-1 0-1 0 0,30-65 1 0 0,-30 48 81 0 0,-2 0 0 0 0,-3-2-1 0 0,-2 0 1 0 0,-2-1-1 0 0,-3 0 1 0 0,6-79 0 0 0,-16 115 88 0 0,0 0 1 0 0,-1-1-1 0 0,-1 1 1 0 0,0-1-1 0 0,-2 1 1 0 0,-8-33 0 0 0,11 52-33 0 0,-1-1 1 0 0,1 1 0 0 0,0 0 0 0 0,0-1 0 0 0,-1 1-1 0 0,1 0 1 0 0,0-1 0 0 0,-1 1 0 0 0,1 0 0 0 0,0-1 0 0 0,-1 1-1 0 0,1 0 1 0 0,-1 0 0 0 0,1-1 0 0 0,0 1 0 0 0,-1 0-1 0 0,1 0 1 0 0,-1 0 0 0 0,1 0 0 0 0,-1 0 0 0 0,1 0 0 0 0,-1-1-1 0 0,1 1 1 0 0,0 0 0 0 0,-1 0 0 0 0,1 0 0 0 0,-1 0-1 0 0,1 1 1 0 0,-1-1 0 0 0,0 0 0 0 0,-13 4-25 0 0,5 3 17 0 0,0 1-1 0 0,0-1 0 0 0,1 1 1 0 0,0 1-1 0 0,1 0 0 0 0,-13 18 0 0 0,-33 63-28 0 0,20-27 32 0 0,2 1 0 0 0,-41 127 0 0 0,63-161 37 0 0,1 1 1 0 0,2 0-1 0 0,2 0 1 0 0,0 0-1 0 0,2 0 0 0 0,1 1 1 0 0,2-1-1 0 0,9 63 0 0 0,-8-84-188 0 0,1 1-1 0 0,0-1 0 0 0,0 0 0 0 0,1 0 0 0 0,0 0 0 0 0,1 0 0 0 0,0-1 0 0 0,10 14 0 0 0,-10-18-519 0 0,-1 1 1 0 0,2-1 0 0 0,-1 1 0 0 0,0-2 0 0 0,1 1 0 0 0,0-1 0 0 0,0 1 0 0 0,1-2 0 0 0,-1 1 0 0 0,1-1 0 0 0,0 0 0 0 0,-1 0 0 0 0,10 2 0 0 0,17 2-6070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5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87 955 2736 0 0,'-10'6'1448'0'0,"1"0"-1"0"0,0 1 0 0 0,0 0 0 0 0,1 0 1 0 0,-13 15-1 0 0,19-20-1362 0 0,0 0 0 0 0,0 0 0 0 0,0 0 0 0 0,1 1 0 0 0,-1-1 0 0 0,1 1 0 0 0,-1-1 0 0 0,1 1 0 0 0,0-1 0 0 0,0 1-1 0 0,0 0 1 0 0,1-1 0 0 0,-1 1 0 0 0,1 0 0 0 0,-1 0 0 0 0,1 0 0 0 0,0-1 0 0 0,0 1 0 0 0,0 0 0 0 0,0 0 0 0 0,1 0 0 0 0,-1 0 0 0 0,1-1 0 0 0,0 1 0 0 0,0 0 0 0 0,0-1 0 0 0,0 1 0 0 0,2 3 0 0 0,-2-4-55 0 0,1 0 1 0 0,-1 0-1 0 0,1 0 1 0 0,0 0-1 0 0,0 0 1 0 0,0 0-1 0 0,0-1 1 0 0,0 1-1 0 0,0-1 1 0 0,0 1-1 0 0,0-1 1 0 0,0 0-1 0 0,1 0 0 0 0,-1 0 1 0 0,1 0-1 0 0,2 0 1 0 0,0 0 5 0 0,0 0 0 0 0,1-1 0 0 0,-1 1 0 0 0,0-1 0 0 0,0-1 0 0 0,0 1 0 0 0,9-3 0 0 0,1 0 15 0 0,0-2 0 0 0,-1 0 0 0 0,0-1 0 0 0,21-11 0 0 0,-17 6-23 0 0,-1-1 0 0 0,-1 0 0 0 0,0-1 0 0 0,-1-1 0 0 0,0 0-1 0 0,-1-1 1 0 0,-1-1 0 0 0,0 0 0 0 0,12-21 0 0 0,1-7-32 0 0,-2 0 0 0 0,29-74 1 0 0,-25 40-63 0 0,-3-1 1 0 0,17-99 0 0 0,7-168 611 0 0,-48 337-506 0 0,0-13-120 0 0,-3 23 14 0 0,-3 12 49 0 0,-86 320 315 0 0,75-266-175 0 0,-36 190 110 0 0,46-218-197 0 0,3 2-1 0 0,1-1 1 0 0,2 0 0 0 0,7 60 0 0 0,-6-91-11 0 0,1-1 0 0 0,0 1 0 0 0,0 0 0 0 0,1 0 0 0 0,0-1 1 0 0,0 0-1 0 0,9 15 0 0 0,-10-20-19 0 0,0 0 0 0 0,0 0 0 0 0,0 0-1 0 0,1-1 1 0 0,-1 1 0 0 0,1-1 0 0 0,0 0 0 0 0,0 0 0 0 0,-1 0 0 0 0,1 0 0 0 0,1 0 0 0 0,-1 0 0 0 0,0-1 0 0 0,0 0 0 0 0,0 0 0 0 0,1 1 0 0 0,-1-2 0 0 0,1 1-1 0 0,-1 0 1 0 0,1-1 0 0 0,-1 0 0 0 0,7 0 0 0 0,1-1-108 0 0,-1 0 0 0 0,0-2 0 0 0,0 1 0 0 0,0-1 0 0 0,0 0-1 0 0,0-1 1 0 0,-1 0 0 0 0,1-1 0 0 0,-1 0 0 0 0,0-1 0 0 0,12-9 0 0 0,2-4-326 0 0,0-1-1 0 0,34-38 1 0 0,-28 24 133 0 0,-2-1 0 0 0,-2-2 0 0 0,-1 0 0 0 0,-2-2 0 0 0,-2 0 0 0 0,23-62 0 0 0,-22 38 742 0 0,-2-1 0 0 0,-3-1 0 0 0,13-110 0 0 0,-28 163-144 0 0,2-4 69 0 0,-2 1 0 0 0,0-1 0 0 0,-2-16 0 0 0,-11 50-235 0 0,-10 35-46 0 0,-21 84 0 0 0,-4 59 41 0 0,23-59 45 0 0,-9 205 0 0 0,32-306 600 0 0,1-33-506 0 0,2-6-178 0 0,29-68 139 0 0,-20 42-229 0 0,2 1 1 0 0,17-28-1 0 0,-17 34-38 0 0,2 1-1 0 0,0 1 1 0 0,20-20 0 0 0,-29 34 8 0 0,0 1 0 0 0,0-1-1 0 0,0 1 1 0 0,1 0-1 0 0,0 0 1 0 0,0 1 0 0 0,0 0-1 0 0,1 0 1 0 0,-1 1 0 0 0,1 0-1 0 0,0 0 1 0 0,0 1 0 0 0,9-2-1 0 0,-14 3 21 0 0,-1 1 1 0 0,1 0-1 0 0,0 0 0 0 0,-1 0 0 0 0,1 0 1 0 0,0 1-1 0 0,0-1 0 0 0,-1 1 0 0 0,1 0 1 0 0,0-1-1 0 0,-1 1 0 0 0,1 0 0 0 0,-1 1 1 0 0,1-1-1 0 0,-1 0 0 0 0,3 3 0 0 0,-1-1 3 0 0,-1 0 0 0 0,0 0 0 0 0,1 1 0 0 0,-2-1 0 0 0,1 1 0 0 0,0 0 0 0 0,-1 0 0 0 0,4 8 0 0 0,0 3 5 0 0,-1-1-1 0 0,-1 1 1 0 0,0 0 0 0 0,2 23-1 0 0,-1 19 2 0 0,-4-40 12 0 0,0 0 1 0 0,1-1-1 0 0,1 1 1 0 0,9 31-1 0 0,-11-47-4 0 0,0 1 0 0 0,-1-1 0 0 0,1 0 0 0 0,0 0 0 0 0,0 1 0 0 0,-1-1 0 0 0,1 0 0 0 0,0 0 0 0 0,0 0 0 0 0,0 0 0 0 0,1 0-1 0 0,-1 0 1 0 0,0 0 0 0 0,0-1 0 0 0,0 1 0 0 0,1 0 0 0 0,-1-1 0 0 0,0 1 0 0 0,2 0 0 0 0,1 0 2 0 0,-1-1-1 0 0,0 1 1 0 0,1-1-1 0 0,-1 1 1 0 0,1-1-1 0 0,-1 0 1 0 0,7-1-1 0 0,1-1 5 0 0,0-1 0 0 0,-1 0 0 0 0,1 0-1 0 0,12-7 1 0 0,5-5 9 0 0,1-1-1 0 0,-2-1 0 0 0,0-2 1 0 0,-2 0-1 0 0,0-2 0 0 0,-1-1 1 0 0,-1-1-1 0 0,-1-1 0 0 0,-1-1 1 0 0,-1-1-1 0 0,30-52 0 0 0,-43 65 168 0 0,0 1-1 0 0,0-1 0 0 0,-2 0 0 0 0,0 0 0 0 0,0-1 1 0 0,-1 0-1 0 0,-1 0 0 0 0,2-20 0 0 0,-4 34-189 0 0,-1-1 0 0 0,0 0 0 0 0,0 0 0 0 0,0 1 0 0 0,0-1 0 0 0,0 0-1 0 0,0 0 1 0 0,0 1 0 0 0,0-1 0 0 0,-1 0 0 0 0,1 1 0 0 0,0-1 0 0 0,0 0 0 0 0,-1 0 0 0 0,1 1 0 0 0,0-1-1 0 0,-1 0 1 0 0,1 1 0 0 0,-1-1 0 0 0,1 1 0 0 0,-1-1 0 0 0,1 1 0 0 0,-1-1 0 0 0,1 1 0 0 0,-1-1 0 0 0,0 0-1 0 0,0 1-2 0 0,0 0 0 0 0,0 0 0 0 0,0 0 0 0 0,0 0 0 0 0,0 0 0 0 0,0 0 0 0 0,0 0-1 0 0,0 0 1 0 0,0 0 0 0 0,0 1 0 0 0,0-1 0 0 0,0 0 0 0 0,0 1 0 0 0,0-1 0 0 0,0 1-1 0 0,-1 0 1 0 0,-4 3-14 0 0,0 0 0 0 0,1 0 0 0 0,0 1 0 0 0,-7 7 0 0 0,3 0 2 0 0,-1 0-1 0 0,2 1 1 0 0,0 0-1 0 0,1 0 1 0 0,0 1-1 0 0,1 0 1 0 0,0 0-1 0 0,-5 22 1 0 0,6-13 11 0 0,1 0 0 0 0,0 0 0 0 0,2 0 1 0 0,1 43-1 0 0,1-58 22 0 0,1 0 0 0 0,0 1 1 0 0,0-1-1 0 0,1 0 0 0 0,0-1 1 0 0,1 1-1 0 0,-1 0 0 0 0,2 0 1 0 0,6 12-1 0 0,-8-16-9 0 0,1-1 0 0 0,-1 0 0 0 0,1 1 0 0 0,0-1 1 0 0,0 0-1 0 0,0 0 0 0 0,0-1 0 0 0,0 1 0 0 0,1-1 0 0 0,-1 1 0 0 0,1-1 0 0 0,0 0 0 0 0,0-1 0 0 0,-1 1 0 0 0,1 0 0 0 0,0-1 1 0 0,0 0-1 0 0,1 0 0 0 0,-1 0 0 0 0,8 0 0 0 0,1-1-435 0 0,0-1 1 0 0,0 0-1 0 0,-1-1 1 0 0,1 0-1 0 0,0-1 1 0 0,-1 0-1 0 0,1-1 1 0 0,-1-1-1 0 0,14-7 1 0 0,-12 6-1243 0 0,-1-2 1 0 0,-1 0 0 0 0,1 0-1 0 0,16-16 1 0 0,-8 3-3219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5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243 13 3152 0 0,'-240'28'11897'0'0,"238"-27"-11674"0"0,19 2 296 0 0,203-28-3440 0 0,-126 13-2470 0 0,-37 5 316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6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92 1668 0 0,'-1'-3'481'0'0,"1"0"-1"0"0,-1-1 0 0 0,1 1 1 0 0,0 0-1 0 0,0 0 0 0 0,1 0 1 0 0,-1 0-1 0 0,0 0 0 0 0,1-1 1 0 0,0 1-1 0 0,0 0 0 0 0,0 0 1 0 0,0 0-1 0 0,0 1 0 0 0,1-1 1 0 0,2-4-1 0 0,-2 5-323 0 0,0-1 1 0 0,0 0-1 0 0,1 0 1 0 0,-1 1-1 0 0,1-1 0 0 0,0 1 1 0 0,-1 0-1 0 0,1 0 1 0 0,0 0-1 0 0,0 0 0 0 0,1 1 1 0 0,-1-1-1 0 0,0 1 0 0 0,1 0 1 0 0,-1 0-1 0 0,0 0 1 0 0,1 0-1 0 0,-1 0 0 0 0,1 1 1 0 0,7 0-1 0 0,-5 0-74 0 0,1 1 0 0 0,0 1 0 0 0,0-1 0 0 0,-1 1 0 0 0,1 0 0 0 0,-1 1 0 0 0,1 0 0 0 0,-1 0 0 0 0,0 0 0 0 0,0 0 0 0 0,0 1 0 0 0,-1 0 0 0 0,1 1 0 0 0,-1-1 0 0 0,7 8 0 0 0,-4-3 46 0 0,0 1 0 0 0,0 0 0 0 0,-1 0 0 0 0,0 1 1 0 0,-1 0-1 0 0,0 0 0 0 0,6 17 0 0 0,-9-18-14 0 0,-1 0-1 0 0,1 0 1 0 0,-2 0-1 0 0,1 0 1 0 0,-2 0 0 0 0,1 1-1 0 0,-1-1 1 0 0,-1 0-1 0 0,1 0 1 0 0,-2 0 0 0 0,0 0-1 0 0,-3 11 1 0 0,1-6 301 0 0,-2 1 0 0 0,0-1 1 0 0,-1-1-1 0 0,0 1 1 0 0,-1-1-1 0 0,-19 25 0 0 0,26-38-369 0 0,1 0 0 0 0,-1 0 0 0 0,0 0 0 0 0,0 0-1 0 0,1-1 1 0 0,-1 1 0 0 0,0 0 0 0 0,0-1 0 0 0,0 1-1 0 0,0 0 1 0 0,0-1 0 0 0,0 1 0 0 0,0-1 0 0 0,-2 1-1 0 0,2-1-29 0 0,1 0-1 0 0,-1 0 0 0 0,1 0 0 0 0,-1 0 0 0 0,1 0 1 0 0,-1 0-1 0 0,1 0 0 0 0,-1 0 0 0 0,1 0 0 0 0,-1 0 1 0 0,1-1-1 0 0,-1 1 0 0 0,1 0 0 0 0,-1 0 0 0 0,1-1 1 0 0,-1 1-1 0 0,1 0 0 0 0,0-1 0 0 0,-1 1 0 0 0,1 0 1 0 0,-1-1-1 0 0,-1-1 1 0 0,1 0 1 0 0,0 0-1 0 0,0 0 1 0 0,0 0 0 0 0,0 0-1 0 0,1 0 1 0 0,-1 0-1 0 0,0 0 1 0 0,1-1 0 0 0,0 1-1 0 0,-1 0 1 0 0,1-4-1 0 0,1-10-4 0 0,0 0-1 0 0,1 1 1 0 0,1 0-1 0 0,0-1 1 0 0,1 1-1 0 0,1 0 1 0 0,1 1-1 0 0,0-1 1 0 0,12-21-1 0 0,-8 19-52 0 0,2-1-1 0 0,0 2 0 0 0,0-1 0 0 0,2 2 1 0 0,0 0-1 0 0,29-24 0 0 0,-37 34-181 0 0,0 0 1 0 0,1 1-1 0 0,0 0 0 0 0,0 0 0 0 0,0 1 1 0 0,0 0-1 0 0,0 0 0 0 0,1 1 0 0 0,-1 0 1 0 0,1 0-1 0 0,0 1 0 0 0,-1 0 0 0 0,1 0 1 0 0,0 1-1 0 0,0-1 0 0 0,15 3 0 0 0,-8 1-647 0 0,1 1-1 0 0,-1 0 0 0 0,0 1 0 0 0,0 1 1 0 0,-1 0-1 0 0,0 1 0 0 0,19 12 1 0 0,15 7-3489 0 0,-23-13 816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8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308 936 556 0 0,'3'-4'557'0'0,"0"1"1"0"0,-1-1-1 0 0,1 0 0 0 0,-1 0 0 0 0,0 0 1 0 0,0-1-1 0 0,-1 1 0 0 0,1 0 0 0 0,-1-1 1 0 0,0 1-1 0 0,0-1 0 0 0,-1 0 0 0 0,1 1 1 0 0,-1-1-1 0 0,0-8 0 0 0,-1 3-7 0 0,0 0 0 0 0,0 0 1 0 0,-1 0-1 0 0,0 0 0 0 0,0 0 0 0 0,-6-12 0 0 0,6 17-321 0 0,-1-1-1 0 0,1 1 1 0 0,-1 0 0 0 0,0 0-1 0 0,-1 0 1 0 0,1 0 0 0 0,-1 1-1 0 0,0-1 1 0 0,-5-3-1 0 0,8 6-205 0 0,-1 1-1 0 0,0 0 1 0 0,-1 0 0 0 0,1-1-1 0 0,0 1 1 0 0,0 0-1 0 0,0 1 1 0 0,-1-1-1 0 0,1 0 1 0 0,0 1-1 0 0,-1-1 1 0 0,1 1-1 0 0,0 0 1 0 0,-1 0-1 0 0,1 0 1 0 0,-1 0 0 0 0,1 0-1 0 0,0 0 1 0 0,-1 1-1 0 0,1-1 1 0 0,-1 1-1 0 0,1-1 1 0 0,0 1-1 0 0,-4 2 1 0 0,-6 3-11 0 0,1 0-1 0 0,0 1 1 0 0,1 1 0 0 0,-1 0 0 0 0,1 0-1 0 0,1 1 1 0 0,0 0 0 0 0,-15 19 0 0 0,4-1-38 0 0,2 0 1 0 0,-20 39-1 0 0,32-53 14 0 0,0 0 0 0 0,1 1-1 0 0,0-1 1 0 0,-3 18 0 0 0,6-25 23 0 0,1 0-1 0 0,1-1 1 0 0,-1 1 0 0 0,1 0 0 0 0,0-1 0 0 0,0 1 0 0 0,0 0 0 0 0,1-1 0 0 0,0 1 0 0 0,0 0 0 0 0,0-1 0 0 0,1 1 0 0 0,3 8-1 0 0,-4-13-3 0 0,0 1-1 0 0,0 0 0 0 0,1 0 0 0 0,-1-1 0 0 0,0 1 0 0 0,0-1 1 0 0,1 1-1 0 0,-1-1 0 0 0,1 1 0 0 0,0-1 0 0 0,-1 0 0 0 0,1 0 0 0 0,0 0 1 0 0,-1 0-1 0 0,1 0 0 0 0,0 0 0 0 0,0 0 0 0 0,0-1 0 0 0,2 1 0 0 0,0 0 5 0 0,-1-1 0 0 0,1 0-1 0 0,-1 0 1 0 0,1 0 0 0 0,-1 0-1 0 0,1-1 1 0 0,-1 1-1 0 0,1-1 1 0 0,-1 0 0 0 0,5-2-1 0 0,1-1 3 0 0,0 0-1 0 0,1-1 0 0 0,-2 0 1 0 0,1-1-1 0 0,-1 0 0 0 0,13-11 1 0 0,-10 5-7 0 0,0 1 1 0 0,-1-1 0 0 0,-1-1-1 0 0,15-25 1 0 0,23-60 26 0 0,-15 27-119 0 0,-24 52-119 0 0,-1 11 41 0 0,-7 8 160 0 0,1 0 1 0 0,-1 0 0 0 0,0 0 0 0 0,0 0 0 0 0,1 0 0 0 0,-1 0 0 0 0,0 0-1 0 0,0 0 1 0 0,1 0 0 0 0,-1 0 0 0 0,0 0 0 0 0,0 1 0 0 0,1-1 0 0 0,-1 0-1 0 0,0 0 1 0 0,0 0 0 0 0,0 0 0 0 0,1 0 0 0 0,-1 1 0 0 0,0-1 0 0 0,0 0-1 0 0,0 0 1 0 0,1 0 0 0 0,-1 1 0 0 0,0-1 0 0 0,0 0 0 0 0,0 0 0 0 0,0 0 0 0 0,0 1-1 0 0,0-1 1 0 0,0 0 0 0 0,0 0 0 0 0,1 1 0 0 0,-1-1 0 0 0,0 0 0 0 0,0 0-1 0 0,0 1 1 0 0,0-1 0 0 0,4 18-2 0 0,0 0-1 0 0,-2 0 1 0 0,2 32-1 0 0,1 14 59 0 0,-2-41 41 0 0,8 44-373 0 0,-10-61 3 0 0,1 1-1 0 0,0-1 1 0 0,0 0 0 0 0,0-1 0 0 0,1 1-1 0 0,0 0 1 0 0,6 9 0 0 0,-9-14 224 0 0,1-1-1 0 0,-1 1 1 0 0,1-1 0 0 0,-1 0 0 0 0,0 1 0 0 0,1-1-1 0 0,-1 1 1 0 0,1-1 0 0 0,-1 0 0 0 0,1 1-1 0 0,-1-1 1 0 0,1 0 0 0 0,-1 0 0 0 0,1 1-1 0 0,0-1 1 0 0,-1 0 0 0 0,1 0 0 0 0,-1 0-1 0 0,1 0 1 0 0,0 1 0 0 0,-1-1 0 0 0,1 0 0 0 0,-1 0-1 0 0,1 0 1 0 0,0-1 0 0 0,-1 1 0 0 0,2 0-1 0 0,13-11-599 0 0,6-22 172 0 0,15-49 29 0 0,-24 50 532 0 0,2 0 0 0 0,2 1 1 0 0,0 0-1 0 0,22-28 0 0 0,-36 56-54 0 0,0 1 0 0 0,0-1-1 0 0,0 1 1 0 0,0 0 0 0 0,0 0-1 0 0,0 0 1 0 0,1 0-1 0 0,-1 0 1 0 0,1 0 0 0 0,0 1-1 0 0,-1-1 1 0 0,1 1 0 0 0,0 0-1 0 0,0 0 1 0 0,0 0 0 0 0,0 0-1 0 0,0 0 1 0 0,0 0 0 0 0,0 1-1 0 0,0 0 1 0 0,0 0-1 0 0,0-1 1 0 0,0 2 0 0 0,0-1-1 0 0,0 0 1 0 0,5 2 0 0 0,-3-1 35 0 0,0 1 0 0 0,-1 0 1 0 0,1 1-1 0 0,0-1 0 0 0,-1 1 1 0 0,0 0-1 0 0,0 0 0 0 0,0 0 0 0 0,0 1 1 0 0,0-1-1 0 0,-1 1 0 0 0,1 0 1 0 0,-1 0-1 0 0,0 0 0 0 0,3 7 1 0 0,0-1 76 0 0,-1 1 0 0 0,0 0 0 0 0,-1 0 0 0 0,0 1 0 0 0,-1-1 0 0 0,0 1 0 0 0,-1 0 0 0 0,0 0 0 0 0,-1-1 0 0 0,0 1 0 0 0,-1 0 1 0 0,0 0-1 0 0,-1 0 0 0 0,0 0 0 0 0,-1 0 0 0 0,-1 0 0 0 0,-5 16 0 0 0,8-28-120 0 0,0 1 0 0 0,0-1-1 0 0,0 1 1 0 0,0-1 0 0 0,0 1 0 0 0,0-1-1 0 0,-1 0 1 0 0,1 1 0 0 0,0-1 0 0 0,0 1-1 0 0,0-1 1 0 0,-1 0 0 0 0,1 1 0 0 0,0-1-1 0 0,-1 1 1 0 0,1-1 0 0 0,0 0 0 0 0,-1 0-1 0 0,1 1 1 0 0,0-1 0 0 0,-1 0 0 0 0,1 1 0 0 0,0-1-1 0 0,-1 0 1 0 0,1 0 0 0 0,-1 0 0 0 0,1 1-1 0 0,-1-1 1 0 0,1 0 0 0 0,0 0 0 0 0,-1 0-1 0 0,1 0 1 0 0,-1 0 0 0 0,1 0 0 0 0,-1 0-1 0 0,1 0 1 0 0,-1 0 0 0 0,1 0 0 0 0,-1 0-1 0 0,1 0 1 0 0,-1 0 0 0 0,1-1 0 0 0,-1 1-1 0 0,-1 0-50 0 0,1-2 41 0 0,0 0 0 0 0,1 1 0 0 0,-1-1 0 0 0,0 0 0 0 0,0 1 0 0 0,1-1 0 0 0,-1 0 0 0 0,1 0 0 0 0,0 1 0 0 0,-1-1 0 0 0,1 0 0 0 0,0 0 0 0 0,0 0 0 0 0,1-1-1 0 0,-1-14-4 0 0,2 1 0 0 0,0-1 0 0 0,1 1 0 0 0,0 0-1 0 0,1 0 1 0 0,1 1 0 0 0,1-1 0 0 0,0 1 0 0 0,1 0-1 0 0,17-26 1 0 0,-18 32-28 0 0,1-1 0 0 0,0 2 1 0 0,1-1-1 0 0,-1 1 0 0 0,2 0 0 0 0,-1 1 0 0 0,13-9 0 0 0,-14 12-1 0 0,0 0 0 0 0,0 0 0 0 0,0 1 0 0 0,0 0 0 0 0,1 0 0 0 0,-1 1 0 0 0,1 0 0 0 0,0 1 0 0 0,-1-1 0 0 0,1 1 0 0 0,10 0 0 0 0,-14 1 21 0 0,-1 0 0 0 0,0 0 0 0 0,1 1 1 0 0,-1-1-1 0 0,0 1 0 0 0,0 0 0 0 0,0 0 0 0 0,1 0 0 0 0,-1 0 0 0 0,0 0 0 0 0,0 1 0 0 0,0-1 1 0 0,-1 1-1 0 0,1 0 0 0 0,0 0 0 0 0,-1 0 0 0 0,1 0 0 0 0,2 3 0 0 0,-2-1 19 0 0,0 0-1 0 0,0 1 0 0 0,0-1 1 0 0,-1 1-1 0 0,0 0 1 0 0,0 0-1 0 0,0-1 0 0 0,0 1 1 0 0,-1 1-1 0 0,1 7 1 0 0,0 5 47 0 0,-1 0 1 0 0,0 0-1 0 0,-2 0 1 0 0,0 0 0 0 0,-6 27-1 0 0,3-23-12 0 0,0 1-1 0 0,2 0 1 0 0,0 37-1 0 0,2-60-45 0 0,0 1 0 0 0,1 0 0 0 0,-1-1 0 0 0,0 1-1 0 0,0 0 1 0 0,1 0 0 0 0,-1-1 0 0 0,0 1 0 0 0,1 0 0 0 0,-1-1 0 0 0,1 1-1 0 0,-1-1 1 0 0,1 1 0 0 0,-1-1 0 0 0,1 1 0 0 0,0 0 0 0 0,-1-1-1 0 0,1 0 1 0 0,-1 1 0 0 0,1-1 0 0 0,0 1 0 0 0,-1-1 0 0 0,1 0 0 0 0,0 0-1 0 0,0 1 1 0 0,-1-1 0 0 0,1 0 0 0 0,0 0 0 0 0,0 0 0 0 0,-1 0 0 0 0,3 0-1 0 0,24-2 66 0 0,-7-4-51 0 0,0-1 0 0 0,-1 0 0 0 0,0-2 0 0 0,0 0 0 0 0,-1-1-1 0 0,31-23 1 0 0,-1-4-69 0 0,46-47-1 0 0,-47 37 9 0 0,-2-1 1 0 0,-3-2-1 0 0,-1-2 0 0 0,-4-1 1 0 0,-1-3-1 0 0,-3 0 0 0 0,-2-2 0 0 0,-3-2 1 0 0,-3 0-1 0 0,19-69 0 0 0,-36 98 566 0 0,-3 0 0 0 0,4-45 0 0 0,-2 6 430 0 0,-8 58-883 0 0,-6 11-52 0 0,6 2-18 0 0,-1 0 0 0 0,0 0 1 0 0,1 0-1 0 0,-1 0 0 0 0,1 1 0 0 0,0-1 0 0 0,-1 0 0 0 0,1 1 0 0 0,0-1 1 0 0,-1 3-1 0 0,-17 29-4 0 0,3 0 1 0 0,0 2 0 0 0,-13 43 0 0 0,-24 113-6 0 0,51-184 11 0 0,-173 818 416 0 0,174-816-388 0 0,-4 14 834 0 0,-10 36-1 0 0,14-57-411 0 0,0-3-299 0 0,-1-2-131 0 0,0 1 0 0 0,1-1-1 0 0,0 0 1 0 0,-1 0 0 0 0,1 1 0 0 0,0-1 0 0 0,0 0-1 0 0,1 0 1 0 0,-1 0 0 0 0,1 0 0 0 0,-1 0 0 0 0,1 0-1 0 0,0-6 1 0 0,3-49 64 0 0,-1 43-74 0 0,2-42-39 0 0,4 0 1 0 0,2 1 0 0 0,2 1 0 0 0,31-89-1 0 0,-34 123 6 0 0,0 0-1 0 0,2 1 0 0 0,0 0 1 0 0,1 1-1 0 0,1 0 0 0 0,1 1 1 0 0,30-32-1 0 0,-35 42 8 0 0,0 0 1 0 0,1 1-1 0 0,0 0 0 0 0,0 0 0 0 0,1 1 1 0 0,0 0-1 0 0,12-4 0 0 0,-15 7-6 0 0,0 1 0 0 0,1-1 0 0 0,-1 2 0 0 0,1-1 0 0 0,0 1 0 0 0,-1 0 0 0 0,1 1-1 0 0,0 0 1 0 0,-1 1 0 0 0,17 2 0 0 0,-20-2 11 0 0,-1 1-1 0 0,1-1 1 0 0,0 1-1 0 0,-1 0 1 0 0,1 0-1 0 0,-1 0 1 0 0,0 1-1 0 0,0-1 1 0 0,0 1-1 0 0,0 0 1 0 0,0 0-1 0 0,0 1 1 0 0,-1-1-1 0 0,6 8 1 0 0,-8-9 14 0 0,1 0-1 0 0,-1 0 1 0 0,0 0 0 0 0,0 0 0 0 0,0 0 0 0 0,0 1-1 0 0,0-1 1 0 0,-1 0 0 0 0,1 1 0 0 0,-1-1 0 0 0,1 0-1 0 0,-1 1 1 0 0,0-1 0 0 0,0 1 0 0 0,0-1 0 0 0,0 1 0 0 0,0-1-1 0 0,-1 0 1 0 0,1 1 0 0 0,-1-1 0 0 0,1 0 0 0 0,-1 1-1 0 0,0-1 1 0 0,0 0 0 0 0,0 0 0 0 0,0 0 0 0 0,0 0-1 0 0,-1 0 1 0 0,1 0 0 0 0,-1 0 0 0 0,-2 3 0 0 0,-2 1 4 0 0,1-1-1 0 0,-2 1 1 0 0,1-1 0 0 0,-1 0 0 0 0,0-1 0 0 0,0 0 0 0 0,0 0 0 0 0,0 0 0 0 0,-1-1 0 0 0,1 0-1 0 0,-1 0 1 0 0,0-1 0 0 0,0 0 0 0 0,-14 2 0 0 0,18-4-8 0 0,1 1 1 0 0,-1-1-1 0 0,0 1 1 0 0,1-1-1 0 0,-1 0 1 0 0,0 0-1 0 0,1-1 1 0 0,-1 1-1 0 0,-4-2 1 0 0,-5-1-4 0 0,-33-9-44 0 0,24 4-64 0 0,20 8 30 0 0,-7 1-80 0 0,0 1-48 0 0,9-1 206 0 0,-1-1 0 0 0,1 1 1 0 0,0-1-1 0 0,0 1 0 0 0,0-1 0 0 0,0 1 0 0 0,0-1 0 0 0,0 1 0 0 0,0 0 0 0 0,0-1 1 0 0,0 1-1 0 0,0-1 0 0 0,0 1 0 0 0,0-1 0 0 0,0 1 0 0 0,1-1 0 0 0,-1 1 0 0 0,0-1 0 0 0,0 1 1 0 0,1-1-1 0 0,-1 1 0 0 0,1 0 0 0 0,54 104-109 0 0,-19-39 110 0 0,-24-44 40 0 0,0 1 0 0 0,1-2 0 0 0,2 1 0 0 0,0-2 0 0 0,30 31 1 0 0,-39-45-37 0 0,0-1 1 0 0,1 0-1 0 0,-1 0 1 0 0,1-1-1 0 0,0 0 0 0 0,1 0 1 0 0,-1 0-1 0 0,1-1 1 0 0,9 3-1 0 0,-10-5-56 0 0,-1 0 0 0 0,0 0 0 0 0,1 0 0 0 0,-1-1 0 0 0,1 0-1 0 0,-1 0 1 0 0,0-1 0 0 0,1 0 0 0 0,-1 0 0 0 0,0 0 0 0 0,1-1 0 0 0,-1 0-1 0 0,8-3 1 0 0,-2-1-398 0 0,1 0 0 0 0,-1-1 0 0 0,-1-1-1 0 0,1 0 1 0 0,11-10 0 0 0,12-19-2991 0 0,-31 31 1912 0 0,0-1 0 0 0,0 1-1 0 0,0-1 1 0 0,3-9 0 0 0,-2 6-2533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39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228 386 2368 0 0,'0'-14'3207'0'0,"-1"1"0"0"0,-3-19 0 0 0,2 25-2509 0 0,1 0-1 0 0,-1 0 1 0 0,-1 0 0 0 0,0 0-1 0 0,-5-11 1 0 0,7 16-527 0 0,-3 3-144 0 0,1-1 0 0 0,0 1-1 0 0,-1 0 1 0 0,1 0 0 0 0,0 0-1 0 0,0 1 1 0 0,0-1 0 0 0,0 1-1 0 0,0 0 1 0 0,0-1 0 0 0,0 1-1 0 0,1 1 1 0 0,-1-1 0 0 0,1 0-1 0 0,-1 1 1 0 0,-2 3 0 0 0,-6 7 23 0 0,-17 27-1 0 0,25-36-38 0 0,-2 5-10 0 0,-61 101-52 0 0,60-98 45 0 0,0 0-1 0 0,1 1 1 0 0,0 0-1 0 0,2 0 1 0 0,-1 0-1 0 0,1 1 1 0 0,-1 17-1 0 0,4-28 14 0 0,0 1-1 0 0,0 0 1 0 0,0-1 0 0 0,0 1-1 0 0,1 0 1 0 0,-1-1 0 0 0,1 1-1 0 0,0 0 1 0 0,0-1-1 0 0,1 1 1 0 0,-1-1 0 0 0,1 0-1 0 0,-1 1 1 0 0,1-1 0 0 0,0 0-1 0 0,0 0 1 0 0,1 0-1 0 0,-1 0 1 0 0,1 0 0 0 0,2 2-1 0 0,-1-2 4 0 0,0-1 0 0 0,0 1 0 0 0,0-1 0 0 0,0 0 1 0 0,0 0-1 0 0,1-1 0 0 0,-1 1 0 0 0,1-1 0 0 0,-1 0 0 0 0,1 0 0 0 0,0 0 0 0 0,-1-1 0 0 0,1 0 0 0 0,0 1 0 0 0,7-2 0 0 0,0-1 7 0 0,0 0-1 0 0,0 0 1 0 0,0-1-1 0 0,0-1 0 0 0,-1 0 1 0 0,1-1-1 0 0,-1 0 1 0 0,-1 0-1 0 0,1-1 1 0 0,-1-1-1 0 0,1 0 0 0 0,-2 0 1 0 0,1-1-1 0 0,-1 0 1 0 0,-1-1-1 0 0,1 0 1 0 0,-1 0-1 0 0,10-16 1 0 0,-9 11-22 0 0,0-1-1 0 0,-1 1 1 0 0,-1-2 0 0 0,0 1 0 0 0,-1-1 0 0 0,-1 1 0 0 0,-1-2 0 0 0,0 1 0 0 0,-1 0 0 0 0,0-1 0 0 0,-2 0 0 0 0,0 1 0 0 0,-1-20 0 0 0,-1 27-10 0 0,1 1 1 0 0,-2-1-1 0 0,1 1 0 0 0,-1 0 0 0 0,-1-1 0 0 0,1 1 1 0 0,-1 0-1 0 0,-5-9 0 0 0,7 15 7 0 0,-1 0 0 0 0,1-1 0 0 0,-1 1 0 0 0,0 0 0 0 0,1 0 1 0 0,-1 0-1 0 0,0 0 0 0 0,0 0 0 0 0,-1 1 0 0 0,1-1 0 0 0,0 0 0 0 0,0 1 0 0 0,-1 0 0 0 0,1 0 0 0 0,-1-1 0 0 0,1 1 1 0 0,-1 1-1 0 0,0-1 0 0 0,1 0 0 0 0,-1 1 0 0 0,0-1 0 0 0,0 1 0 0 0,1 0 0 0 0,-1 0 0 0 0,0 0 0 0 0,0 0 0 0 0,1 0 0 0 0,-6 2 1 0 0,0 0 2 0 0,1 1 1 0 0,-1 0-1 0 0,0 0 0 0 0,1 0 1 0 0,0 1-1 0 0,0 1 1 0 0,0-1-1 0 0,0 1 1 0 0,1 0-1 0 0,-1 0 1 0 0,-8 11-1 0 0,-4 5 3 0 0,1 2 0 0 0,-16 23-1 0 0,22-27-13 0 0,1 0-1 0 0,0 1 0 0 0,1 0 0 0 0,-10 32 1 0 0,17-44 13 0 0,0 1 1 0 0,1-1 0 0 0,1 1 0 0 0,-1-1-1 0 0,1 1 1 0 0,0 0 0 0 0,1-1-1 0 0,0 1 1 0 0,1 0 0 0 0,0-1-1 0 0,0 1 1 0 0,0-1 0 0 0,1 1-1 0 0,5 12 1 0 0,-5-17 11 0 0,0 0 0 0 0,1 0 1 0 0,-1 0-1 0 0,1 0 0 0 0,-1 0 0 0 0,1-1 0 0 0,1 1 0 0 0,-1-1 0 0 0,0 0 1 0 0,1 0-1 0 0,-1 0 0 0 0,1 0 0 0 0,8 4 0 0 0,-5-5 1 0 0,-1 1 0 0 0,1-1-1 0 0,-1 0 1 0 0,1 0 0 0 0,0-1 0 0 0,0 0-1 0 0,0 0 1 0 0,10 0 0 0 0,3-2 5 0 0,1-1 1 0 0,-1-1-1 0 0,0-1 1 0 0,0-1-1 0 0,26-9 1 0 0,-20 5-16 0 0,-1-2 1 0 0,0-1 0 0 0,-1-1-1 0 0,0 0 1 0 0,-1-2-1 0 0,0-1 1 0 0,-2-1-1 0 0,1-1 1 0 0,29-32 0 0 0,-27 22-26 0 0,-2-1 1 0 0,-1 0 0 0 0,-1-1 0 0 0,-2-2 0 0 0,-1 0 0 0 0,23-62 0 0 0,-21 42-51 0 0,-2 0 0 0 0,10-63 0 0 0,-27 113 40 0 0,-1 4 8 0 0,-14 25 44 0 0,2 0-1 0 0,1 1 1 0 0,1 0-1 0 0,-12 54 1 0 0,3-14 15 0 0,-150 498 330 0 0,40 10 52 0 0,112-420-267 0 0,14-115-98 0 0,4-37-35 0 0,-1 1 0 0 0,1-1 0 0 0,0 0 0 0 0,0 0 0 0 0,0 1 0 0 0,1-1 0 0 0,0 0 0 0 0,-1 0 0 0 0,1 0 0 0 0,1 0 0 0 0,-1 0 0 0 0,4 7 0 0 0,-4-9-7 0 0,1 0-1 0 0,0 0 0 0 0,-1 0 1 0 0,1 0-1 0 0,0-1 1 0 0,0 1-1 0 0,0-1 0 0 0,0 1 1 0 0,1-1-1 0 0,-1 0 1 0 0,0 0-1 0 0,1 0 1 0 0,-1 0-1 0 0,0 0 0 0 0,1 0 1 0 0,-1-1-1 0 0,1 1 1 0 0,-1-1-1 0 0,1 0 0 0 0,-1 0 1 0 0,1 0-1 0 0,3 0 1 0 0,4 0 1 0 0,1-1 0 0 0,-1-1 0 0 0,1 0 0 0 0,-1 0 0 0 0,0-1 1 0 0,0 0-1 0 0,0-1 0 0 0,0 0 0 0 0,-1-1 0 0 0,0 1 0 0 0,16-12 1 0 0,-18 11-5 0 0,1-1 1 0 0,-1 0 0 0 0,0 0 0 0 0,0-1-1 0 0,-1 0 1 0 0,0 0 0 0 0,0-1 0 0 0,-1 1 0 0 0,0-1-1 0 0,0 0 1 0 0,-1-1 0 0 0,0 1 0 0 0,4-12-1 0 0,-6 12-9 0 0,-1 1 0 0 0,0-1-1 0 0,-1 1 1 0 0,0-1 0 0 0,0 1 0 0 0,0-1-1 0 0,-1 1 1 0 0,0-1 0 0 0,0 1-1 0 0,-1-1 1 0 0,0 1 0 0 0,0 0 0 0 0,-1 0-1 0 0,0 0 1 0 0,0 0 0 0 0,-1 0-1 0 0,0 1 1 0 0,-7-10 0 0 0,-3-3-9 0 0,-1 2-1 0 0,-1 0 1 0 0,0 0 0 0 0,-33-24-1 0 0,-4 5 4 0 0,-1 3-1 0 0,-1 2 0 0 0,-76-31 1 0 0,14 7 20 0 0,116 54 5 0 0,-3 0-72 0 0,0-1 1 0 0,0-1-1 0 0,1 1 1 0 0,-1-1 0 0 0,0 1-1 0 0,-3-4 1 0 0,7 5 14 0 0,-1 1-1 0 0,1-1 1 0 0,-1 0 0 0 0,1 1 0 0 0,0-1 0 0 0,-1 0-1 0 0,1 0 1 0 0,0 1 0 0 0,-1-1 0 0 0,1 0-1 0 0,0 0 1 0 0,0 1 0 0 0,-1-1 0 0 0,1 0 0 0 0,0 0-1 0 0,0 0 1 0 0,0 1 0 0 0,0-1 0 0 0,0 0 0 0 0,0 0-1 0 0,1 1 1 0 0,-1-1 0 0 0,0 0 0 0 0,0 0 0 0 0,1 0-1 0 0,-1 1 1 0 0,0-1 0 0 0,1 0 0 0 0,-1 1-1 0 0,0-1 1 0 0,1 0 0 0 0,-1 1 0 0 0,1-1 0 0 0,-1 0-1 0 0,1 1 1 0 0,0-1 0 0 0,-1 1 0 0 0,1-1 0 0 0,-1 1-1 0 0,1-1 1 0 0,0 1 0 0 0,1-1 0 0 0,12-8-1294 0 0,1 0 1 0 0,0 1 0 0 0,1 0-1 0 0,25-8 1 0 0,-18 7-906 0 0,16-6-2223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0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117 694 1536 0 0,'-12'8'1318'0'0,"1"0"-1"0"0,0 1 1 0 0,0 0 0 0 0,0 0-1 0 0,-14 19 1 0 0,21-23-1083 0 0,0 0-1 0 0,0 1 1 0 0,1 0 0 0 0,0 0 0 0 0,0 0-1 0 0,0 0 1 0 0,0 0 0 0 0,1 0 0 0 0,0 1-1 0 0,1 0 1 0 0,0-1 0 0 0,0 1 0 0 0,-1 10 0 0 0,2-16-207 0 0,0 0 1 0 0,0 0-1 0 0,0 0 1 0 0,0 1-1 0 0,0-1 1 0 0,1 0 0 0 0,-1 0-1 0 0,0 0 1 0 0,0 0-1 0 0,1 0 1 0 0,-1 0-1 0 0,1 0 1 0 0,-1 0 0 0 0,1 0-1 0 0,-1 0 1 0 0,1 0-1 0 0,0 0 1 0 0,0 0 0 0 0,-1 0-1 0 0,1 0 1 0 0,0 0-1 0 0,0-1 1 0 0,0 1-1 0 0,1 1 1 0 0,1-1 7 0 0,-1-1 0 0 0,0 1 0 0 0,0-1 0 0 0,0 1 0 0 0,0-1 0 0 0,1 0 0 0 0,-1 1 0 0 0,0-1 0 0 0,1 0 0 0 0,-1-1 0 0 0,4 0 0 0 0,5-1 37 0 0,-1 0 0 0 0,0-2 0 0 0,0 1 1 0 0,11-7-1 0 0,-3 1-45 0 0,-1-2 0 0 0,0 0 1 0 0,0-1-1 0 0,-2-1 1 0 0,1 0-1 0 0,-2-1 1 0 0,0-1-1 0 0,0 0 0 0 0,12-20 1 0 0,-4 4-57 0 0,-2-2-1 0 0,-1 0 1 0 0,27-70 0 0 0,-27 53 144 0 0,-2 0 1 0 0,-3-1-1 0 0,-2-1 0 0 0,-2 0 0 0 0,-3 0 1 0 0,-2-1-1 0 0,-2-88 0 0 0,-3 140-113 0 0,0 0-1 0 0,0 0 1 0 0,0 1-1 0 0,0-1 1 0 0,0 0 0 0 0,0 0-1 0 0,0 0 1 0 0,0 1-1 0 0,-1-1 1 0 0,1 0 0 0 0,0 0-1 0 0,0 0 1 0 0,-1 1-1 0 0,1-1 1 0 0,-1 0 0 0 0,1 1-1 0 0,0-1 1 0 0,-1 0-1 0 0,0 1 1 0 0,1-1 0 0 0,-1 0-1 0 0,0 0 1 0 0,0 1-2 0 0,0 0-1 0 0,1 0 1 0 0,-1 0 0 0 0,0 0 0 0 0,1 0-1 0 0,-1 0 1 0 0,1 0 0 0 0,-1 1 0 0 0,0-1-1 0 0,1 0 1 0 0,-1 0 0 0 0,0 0 0 0 0,1 1-1 0 0,-1-1 1 0 0,1 0 0 0 0,-1 1-1 0 0,1-1 1 0 0,-1 1 0 0 0,1-1 0 0 0,-1 1-1 0 0,0 0 1 0 0,-4 4-1 0 0,1 0 1 0 0,0 0-1 0 0,-8 12 0 0 0,-10 23 15 0 0,1 1 0 0 0,-23 70 0 0 0,-15 93 110 0 0,45-146-106 0 0,-8 80 1 0 0,20-113-4 0 0,1-1 1 0 0,0 1 0 0 0,2-1 0 0 0,1 1 0 0 0,1-1 0 0 0,7 26 0 0 0,-9-46-2 0 0,1 1-1 0 0,-1 0 1 0 0,1-1-1 0 0,0 1 0 0 0,0-1 1 0 0,0 0-1 0 0,1 0 1 0 0,0 0-1 0 0,-1 0 1 0 0,1 0-1 0 0,1 0 1 0 0,-1-1-1 0 0,1 0 1 0 0,-1 1-1 0 0,1-1 1 0 0,7 4-1 0 0,-6-4-9 0 0,1-1 0 0 0,-1 0 0 0 0,1 0 0 0 0,0 0 0 0 0,0-1 0 0 0,0 0 0 0 0,0 0 0 0 0,0 0 1 0 0,0-1-1 0 0,0 0 0 0 0,0 0 0 0 0,0 0 0 0 0,6-2 0 0 0,11-1-246 0 0,-1-2 0 0 0,-1-1 0 0 0,1 0 0 0 0,-1-2-1 0 0,0 0 1 0 0,0-1 0 0 0,35-23 0 0 0,-30 15-47 0 0,-1-2-1 0 0,-1-1 0 0 0,-1-1 1 0 0,0 0-1 0 0,21-29 0 0 0,-9 3-6 0 0,-1-1 0 0 0,-3-2-1 0 0,-2-2 1 0 0,-2 0 0 0 0,31-87-1 0 0,-35 72 1916 0 0,23-120-1 0 0,-44 176-1453 0 0,1-5 163 0 0,-8 26-232 0 0,-26 76 202 0 0,-34 155 1 0 0,-25 200 137 0 0,89-435-429 0 0,-11 62 1689 0 0,12-66-1115 0 0,11-24-306 0 0,6-16-237 0 0,1 2 0 0 0,2 0 0 0 0,27-39-1 0 0,-37 62-73 0 0,0 0 0 0 0,1 0-1 0 0,1 1 1 0 0,0 1 0 0 0,0 0-1 0 0,1 1 1 0 0,0 0-1 0 0,1 1 1 0 0,0 0 0 0 0,27-11-1 0 0,-38 19 27 0 0,-1 0 0 0 0,1 0 0 0 0,0 0 1 0 0,0 0-1 0 0,0 1 0 0 0,0-1 0 0 0,0 1 0 0 0,0 0 0 0 0,0 0 0 0 0,1 0 0 0 0,-1 0 0 0 0,0 0 0 0 0,0 1 0 0 0,0-1 0 0 0,0 1 0 0 0,-1 0 0 0 0,1 0 0 0 0,0 0 0 0 0,0 0 0 0 0,0 1 0 0 0,-1-1 1 0 0,1 1-1 0 0,4 3 0 0 0,-3-1 12 0 0,-1-1 1 0 0,0 1-1 0 0,0-1 1 0 0,0 1-1 0 0,0 0 1 0 0,0 0-1 0 0,-1 1 1 0 0,0-1 0 0 0,0 0-1 0 0,0 1 1 0 0,-1-1-1 0 0,1 1 1 0 0,-1 0-1 0 0,1 6 1 0 0,1 23 2 0 0,-2 1 1 0 0,-2-1-1 0 0,-6 52 1 0 0,-1 35 28 0 0,8-120-27 0 0,0 0 0 0 0,0 1 0 0 0,0-1 0 0 0,0 0 0 0 0,1 0 1 0 0,-1 1-1 0 0,0-1 0 0 0,1 0 0 0 0,-1 0 0 0 0,1 0 0 0 0,0 1 1 0 0,-1-1-1 0 0,1 0 0 0 0,0 0 0 0 0,-1 0 0 0 0,1 0 0 0 0,0 0 0 0 0,0 0 1 0 0,0-1-1 0 0,0 1 0 0 0,0 0 0 0 0,0 0 0 0 0,0-1 0 0 0,0 1 1 0 0,0 0-1 0 0,0-1 0 0 0,1 1 0 0 0,-1-1 0 0 0,0 0 0 0 0,0 1 1 0 0,0-1-1 0 0,1 0 0 0 0,-1 0 0 0 0,0 0 0 0 0,0 0 0 0 0,1 0 0 0 0,-1 0 1 0 0,0 0-1 0 0,0 0 0 0 0,2 0 0 0 0,4-1 7 0 0,1 0-1 0 0,-1 0 0 0 0,0-1 1 0 0,0 0-1 0 0,0 0 1 0 0,6-4-1 0 0,29-14 6 0 0,-1-3 0 0 0,-1-1 0 0 0,-1-2 0 0 0,-2-1 0 0 0,0-3 0 0 0,-2 0 0 0 0,37-43 0 0 0,-59 58-12 0 0,0 0 0 0 0,15-24-1 0 0,-24 33-6 0 0,-1 0 1 0 0,0 0-1 0 0,0 0 0 0 0,0-1 0 0 0,-1 1 0 0 0,0-1 0 0 0,0 1 1 0 0,-1-1-1 0 0,1 0 0 0 0,-1-9 0 0 0,-1 15-6 0 0,1 0 0 0 0,-1 0 0 0 0,0 0-1 0 0,0 0 1 0 0,0 1 0 0 0,0-1 0 0 0,0 0 0 0 0,0 0 0 0 0,-1 0-1 0 0,1 0 1 0 0,0 0 0 0 0,0 0 0 0 0,-1 0 0 0 0,1 0 0 0 0,0 1 0 0 0,-1-1-1 0 0,1 0 1 0 0,-1 0 0 0 0,1 0 0 0 0,-1 1 0 0 0,1-1 0 0 0,-1 0-1 0 0,0 1 1 0 0,1-1 0 0 0,-1 0 0 0 0,0 1 0 0 0,0-1 0 0 0,1 1-1 0 0,-1-1 1 0 0,0 1 0 0 0,0-1 0 0 0,0 1 0 0 0,0 0 0 0 0,1 0 0 0 0,-1-1-1 0 0,0 1 1 0 0,0 0 0 0 0,0 0 0 0 0,0 0 0 0 0,0 0 0 0 0,0 0-1 0 0,0 0 1 0 0,0 0 0 0 0,0 0 0 0 0,1 0 0 0 0,-1 0 0 0 0,0 0 0 0 0,0 1-1 0 0,0-1 1 0 0,0 0 0 0 0,-1 2 0 0 0,-5 0-10 0 0,1 1 0 0 0,0 0 0 0 0,1 0 0 0 0,-1 0 0 0 0,-9 8 0 0 0,3 0 8 0 0,1 0-1 0 0,0 1 1 0 0,1 0 0 0 0,0 0 0 0 0,1 1-1 0 0,0 1 1 0 0,1-1 0 0 0,0 1 0 0 0,1 1-1 0 0,1-1 1 0 0,0 1 0 0 0,2 1 0 0 0,-1-1-1 0 0,2 0 1 0 0,-3 20 0 0 0,6-31 17 0 0,-1 0 1 0 0,1-1-1 0 0,0 1 1 0 0,0 0-1 0 0,1 0 1 0 0,-1-1-1 0 0,1 1 1 0 0,0 0-1 0 0,0-1 1 0 0,0 1-1 0 0,0 0 1 0 0,0-1-1 0 0,1 0 1 0 0,0 1-1 0 0,0-1 1 0 0,0 0-1 0 0,0 0 1 0 0,0 0-1 0 0,6 5 1 0 0,-4-4 1 0 0,0-1 1 0 0,0 0 0 0 0,0-1 0 0 0,1 1 0 0 0,-1-1 0 0 0,1 0 0 0 0,0 0 0 0 0,-1 0-1 0 0,1-1 1 0 0,0 0 0 0 0,0 0 0 0 0,0 0 0 0 0,0 0 0 0 0,6-1 0 0 0,15 0-942 0 0,-1 0 0 0 0,0-2 1 0 0,29-6-1 0 0,30-14-5967 0 0,-47 10 1625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0.7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 94 652 0 0,'-198'-18'11498'0'0,"184"14"-10094"0"0,23-1-942 0 0,28-2-382 0 0,-35 7 13 0 0,324-40-3371 0 0,-212 28-1166 0 0,-44 5 381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1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30 1956 0 0,'-10'-3'2610'0'0,"-11"-3"-377"0"0,21 6-2134 0 0,-1 0 0 0 0,1-1 0 0 0,-1 1 0 0 0,0 0 0 0 0,1 0 0 0 0,-1-1 0 0 0,1 1 0 0 0,-1 0 0 0 0,1-1 0 0 0,0 1-1 0 0,-1-1 1 0 0,1 1 0 0 0,-1-1 0 0 0,1 1 0 0 0,0-1 0 0 0,-1 1 0 0 0,1-1 0 0 0,0 1 0 0 0,-1-1 0 0 0,1 1 0 0 0,0-1 0 0 0,0 1 0 0 0,0-1 0 0 0,0 0 0 0 0,-1 0 0 0 0,1 0 189 0 0,6-2 101 0 0,-6 3-372 0 0,0-1-1 0 0,0 1 0 0 0,1 0 1 0 0,-1-1-1 0 0,0 1 1 0 0,0 0-1 0 0,1 0 1 0 0,-1-1-1 0 0,0 1 0 0 0,1 0 1 0 0,-1 0-1 0 0,0-1 1 0 0,1 1-1 0 0,-1 0 1 0 0,1 0-1 0 0,-1 0 0 0 0,0 0 1 0 0,1 0-1 0 0,-1 0 1 0 0,1 0-1 0 0,-1-1 1 0 0,0 1-1 0 0,1 0 0 0 0,-1 0 1 0 0,1 1-1 0 0,-1-1 1 0 0,0 0-1 0 0,1 0 1 0 0,5 0 85 0 0,0 1 1 0 0,-1 0-1 0 0,1 0 1 0 0,-1 1 0 0 0,1-1-1 0 0,-1 1 1 0 0,0 0 0 0 0,1 1-1 0 0,-1-1 1 0 0,0 1-1 0 0,0 0 1 0 0,-1 0 0 0 0,1 1-1 0 0,-1-1 1 0 0,1 1-1 0 0,-1 0 1 0 0,0 0 0 0 0,-1 1-1 0 0,1-1 1 0 0,-1 1 0 0 0,0 0-1 0 0,4 8 1 0 0,-3-7-1 0 0,-1 1 1 0 0,0 0-1 0 0,0 0 1 0 0,-1 0 0 0 0,0 1-1 0 0,0-1 1 0 0,0 0-1 0 0,-1 1 1 0 0,0-1-1 0 0,-1 1 1 0 0,0-1 0 0 0,0 1-1 0 0,-1 0 1 0 0,1-1-1 0 0,-2 1 1 0 0,1-1-1 0 0,-4 11 1 0 0,2-9 50 0 0,-1 0-1 0 0,0 0 1 0 0,-1 0 0 0 0,1 0 0 0 0,-2-1-1 0 0,1 1 1 0 0,-1-2 0 0 0,0 1 0 0 0,-1 0-1 0 0,-10 8 1 0 0,16-16-116 0 0,0 1-1 0 0,0 0 0 0 0,0-1 1 0 0,0 1-1 0 0,0 0 1 0 0,-1-1-1 0 0,1 0 0 0 0,0 1 1 0 0,0-1-1 0 0,-1 0 1 0 0,1 0-1 0 0,0 1 0 0 0,0-1 1 0 0,-1 0-1 0 0,1 0 1 0 0,0 0-1 0 0,-1-1 0 0 0,1 1 1 0 0,0 0-1 0 0,0 0 1 0 0,-2-1-1 0 0,1 0-55 0 0,1 1 26 0 0,1-1 0 0 0,-1 1 0 0 0,0-1 0 0 0,1 1 0 0 0,-1-1 0 0 0,0 1 0 0 0,1-1 0 0 0,-1 0 0 0 0,1 1 0 0 0,-1-1 0 0 0,1 0 0 0 0,-1 1 0 0 0,1-1 0 0 0,0 0 0 0 0,-1 0 0 0 0,1 1 0 0 0,0-1 0 0 0,0 0 0 0 0,-1 0 0 0 0,1 0 0 0 0,0 1 0 0 0,0-2 1 0 0,-1-18 48 0 0,1 19-50 0 0,0-11-19 0 0,1 1 0 0 0,1-1 1 0 0,0 1-1 0 0,0 0 0 0 0,2-1 0 0 0,-1 1 0 0 0,1 0 0 0 0,1 1 0 0 0,0-1 0 0 0,0 1 0 0 0,1 0 1 0 0,0 0-1 0 0,1 1 0 0 0,15-17 0 0 0,-18 21-5 0 0,2 0-1 0 0,-1 0 1 0 0,0 0 0 0 0,1 1-1 0 0,0-1 1 0 0,0 1 0 0 0,0 1-1 0 0,0-1 1 0 0,1 1 0 0 0,-1 1-1 0 0,1-1 1 0 0,0 1 0 0 0,0 0 0 0 0,0 0-1 0 0,0 1 1 0 0,0 0 0 0 0,0 0-1 0 0,0 1 1 0 0,0 0 0 0 0,1 0-1 0 0,-1 1 1 0 0,0-1 0 0 0,0 2-1 0 0,0-1 1 0 0,7 3 0 0 0,-5-1 25 0 0,-1 1 1 0 0,0 0-1 0 0,0 0 1 0 0,0 1-1 0 0,-1 0 1 0 0,1 0-1 0 0,-1 1 1 0 0,0 0-1 0 0,-1 0 1 0 0,0 1-1 0 0,0 0 1 0 0,0 0-1 0 0,-1 0 0 0 0,0 1 1 0 0,0-1-1 0 0,6 16 1 0 0,-8-17 12 0 0,0 1 0 0 0,-1-1 1 0 0,-1 0-1 0 0,1 1 0 0 0,-1-1 0 0 0,0 1 0 0 0,0-1 1 0 0,-1 1-1 0 0,1 0 0 0 0,-2-1 0 0 0,1 1 0 0 0,-1 0 1 0 0,0-1-1 0 0,0 1 0 0 0,-1-1 0 0 0,0 1 0 0 0,0-1 1 0 0,0 0-1 0 0,-1 0 0 0 0,0 0 0 0 0,0 0 0 0 0,-1 0 1 0 0,-4 6-1 0 0,7-12-17 0 0,1 1 0 0 0,0 0 0 0 0,-1 0 0 0 0,1-1 0 0 0,-1 1 0 0 0,1-1 1 0 0,-1 1-1 0 0,1 0 0 0 0,-1-1 0 0 0,1 1 0 0 0,-1-1 0 0 0,1 1 0 0 0,-1-1 0 0 0,0 0 0 0 0,1 1 0 0 0,-1-1 0 0 0,0 1 0 0 0,0-1 1 0 0,1 0-1 0 0,-1 0 0 0 0,0 1 0 0 0,0-1 0 0 0,1 0 0 0 0,-1 0 0 0 0,0 0 0 0 0,0 0 0 0 0,1 0 0 0 0,-1 0 0 0 0,0 0 1 0 0,0 0-1 0 0,1 0 0 0 0,-1-1 0 0 0,0 1 0 0 0,0 0 0 0 0,1 0 0 0 0,-1-1 0 0 0,0 1 0 0 0,0 0 0 0 0,1-1 0 0 0,-1 1 1 0 0,0 0-1 0 0,1-1 0 0 0,-1 1 0 0 0,1-1 0 0 0,-1 0 0 0 0,1 1 0 0 0,-1-1 0 0 0,1 1 0 0 0,-1-1 0 0 0,0-1 0 0 0,-1-1-5 0 0,1 1-1 0 0,-1-1 1 0 0,1 0-1 0 0,0-1 1 0 0,0 1-1 0 0,0 0 0 0 0,0 0 1 0 0,0 0-1 0 0,1-1 1 0 0,-1-2-1 0 0,2-6-13 0 0,0 1-1 0 0,0 0 0 0 0,1 1 0 0 0,1-1 1 0 0,0 0-1 0 0,1 1 0 0 0,-1-1 0 0 0,2 1 1 0 0,0 0-1 0 0,0 0 0 0 0,13-17 0 0 0,-9 14-21 0 0,1 1-1 0 0,0 1 0 0 0,1 0 0 0 0,0 0 0 0 0,1 1 0 0 0,0 0 0 0 0,26-15 0 0 0,-27 19 7 0 0,0 0 0 0 0,1 1 0 0 0,0 1 1 0 0,0 0-1 0 0,0 0 0 0 0,0 1 0 0 0,1 1 0 0 0,-1 0 0 0 0,1 0 0 0 0,17 1 0 0 0,-25 1 33 0 0,-1 1 1 0 0,1-1-1 0 0,0 1 0 0 0,-1 0 1 0 0,1 0-1 0 0,-1 0 0 0 0,0 0 1 0 0,1 1-1 0 0,-1 0 0 0 0,0 0 1 0 0,0 0-1 0 0,0 1 0 0 0,0-1 1 0 0,0 1-1 0 0,-1 0 0 0 0,1 0 1 0 0,-1 0-1 0 0,0 0 0 0 0,0 0 1 0 0,0 1-1 0 0,0 0 0 0 0,0 0 1 0 0,-1-1-1 0 0,0 2 0 0 0,0-1 1 0 0,0 0-1 0 0,0 0 0 0 0,-1 0 1 0 0,1 1-1 0 0,-1-1 0 0 0,1 7 1 0 0,-1 3 63 0 0,0 0 1 0 0,-1 0 0 0 0,0 0 0 0 0,-1 0 0 0 0,-1 0 0 0 0,-3 14 0 0 0,2-14-564 0 0,1-1 1 0 0,0 1 0 0 0,1 0 0 0 0,1-1 0 0 0,2 22-1 0 0,-2-34 349 0 0,1 1 1 0 0,-1 0-1 0 0,1-1 0 0 0,0 1 0 0 0,-1-1 0 0 0,1 1 0 0 0,0-1 0 0 0,0 0 0 0 0,0 1 0 0 0,0-1 0 0 0,1 0 1 0 0,-1 0-1 0 0,0 0 0 0 0,0 0 0 0 0,1 0 0 0 0,-1 0 0 0 0,0 0 0 0 0,1 0 0 0 0,-1 0 0 0 0,1-1 1 0 0,-1 1-1 0 0,1 0 0 0 0,0-1 0 0 0,-1 0 0 0 0,4 1 0 0 0,1 0-407 0 0,0 0 0 0 0,0 0-1 0 0,0-1 1 0 0,0 0 0 0 0,10-1 0 0 0,5-2-1543 0 0,3-2-337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2.7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191 807 1776 0 0,'15'-13'1649'0'0,"5"-5"1252"0"0,25-29 0 0 0,-40 41-2338 0 0,0 0 0 0 0,0-1 0 0 0,-1 1 0 0 0,0-1 0 0 0,-1 0 0 0 0,1 0 0 0 0,-1-1 0 0 0,0 1 0 0 0,2-11 0 0 0,-5 17-477 0 0,1-24 1214 0 0,-1 25-1288 0 0,0-1 0 0 0,0 0 0 0 0,0 1 0 0 0,0-1 0 0 0,-1 1-1 0 0,1-1 1 0 0,0 0 0 0 0,0 1 0 0 0,-1-1 0 0 0,1 1 0 0 0,-1-1 0 0 0,1 1-1 0 0,0-1 1 0 0,-1 1 0 0 0,1-1 0 0 0,-1 1 0 0 0,1 0 0 0 0,-1-1 0 0 0,1 1 0 0 0,-1-1-1 0 0,1 1 1 0 0,-1 0 0 0 0,0 0 0 0 0,1-1 0 0 0,-1 1 0 0 0,1 0 0 0 0,-1 0-1 0 0,0 0 1 0 0,1 0 0 0 0,-1 0 0 0 0,0 0 0 0 0,1 0 0 0 0,-1 0 0 0 0,0 0-1 0 0,1 0 1 0 0,-1 0 0 0 0,1 0 0 0 0,-1 0 0 0 0,0 0 0 0 0,1 1 0 0 0,-2-1 0 0 0,-11 4 13 0 0,-1 1 0 0 0,1 1 0 0 0,0 0 1 0 0,0 0-1 0 0,0 2 0 0 0,1-1 0 0 0,1 1 0 0 0,-14 12 1 0 0,-1 3-21 0 0,0 1 0 0 0,-28 37 0 0 0,47-54-4 0 0,1 2 0 0 0,0-1 1 0 0,0 1-1 0 0,1 0 1 0 0,0 0-1 0 0,0 0 1 0 0,1 1-1 0 0,1 0 1 0 0,-1-1-1 0 0,-2 21 1 0 0,5-28 1 0 0,1 0 1 0 0,0 1 0 0 0,0-1 0 0 0,0 0 0 0 0,0 0 0 0 0,0 1-1 0 0,0-1 1 0 0,1 0 0 0 0,-1 0 0 0 0,1 0 0 0 0,0 0 0 0 0,0 0-1 0 0,-1 0 1 0 0,1 0 0 0 0,1 0 0 0 0,-1 0 0 0 0,0 0 0 0 0,0 0-1 0 0,1 0 1 0 0,-1-1 0 0 0,1 1 0 0 0,-1-1 0 0 0,1 1 0 0 0,0-1-1 0 0,-1 1 1 0 0,1-1 0 0 0,0 0 0 0 0,0 0 0 0 0,0 0 0 0 0,0 0-1 0 0,0 0 1 0 0,0-1 0 0 0,0 1 0 0 0,0 0 0 0 0,1-1 0 0 0,3 1-1 0 0,1 0-50 0 0,-1-1 0 0 0,1 1 0 0 0,0-1-1 0 0,0 0 1 0 0,0-1 0 0 0,0 0 0 0 0,-1 0-1 0 0,1 0 1 0 0,0-1 0 0 0,11-4 0 0 0,-5-1-13 0 0,1-1 0 0 0,-1 0 0 0 0,-1-1 0 0 0,0 0 0 0 0,0-1 0 0 0,-1-1 0 0 0,0 0 0 0 0,-1 0 0 0 0,0-1 0 0 0,16-24 0 0 0,-1-8 260 0 0,-1 0 0 0 0,19-51 0 0 0,-42 93-233 0 0,-2 18-87 0 0,-1 1 137 0 0,-1-1 0 0 0,-7 26 0 0 0,-1 4 13 0 0,6-22-2 0 0,2 1 0 0 0,-1 30-1 0 0,4-46-9 0 0,0-1-1 0 0,1 1 0 0 0,0 0 0 0 0,0-1 0 0 0,1 0 0 0 0,0 1 1 0 0,0-1-1 0 0,1 0 0 0 0,0 0 0 0 0,5 8 0 0 0,-6-12-7 0 0,0-1 0 0 0,1-1-1 0 0,-1 1 1 0 0,1 0 0 0 0,0 0-1 0 0,0-1 1 0 0,0 0 0 0 0,0 0-1 0 0,0 1 1 0 0,0-2 0 0 0,1 1 0 0 0,-1 0-1 0 0,1-1 1 0 0,-1 1 0 0 0,1-1-1 0 0,0 0 1 0 0,-1-1 0 0 0,1 1-1 0 0,0 0 1 0 0,0-1 0 0 0,-1 0-1 0 0,1 0 1 0 0,0 0 0 0 0,0 0 0 0 0,0-1-1 0 0,3-1 1 0 0,5 0-71 0 0,0 0 0 0 0,0-2-1 0 0,-1 1 1 0 0,1-2 0 0 0,-1 1 0 0 0,20-13 0 0 0,-10 3-141 0 0,-1-1 1 0 0,-1-1-1 0 0,0-1 1 0 0,-1-1 0 0 0,-1 0-1 0 0,0-1 1 0 0,-2-1 0 0 0,0 0-1 0 0,-1-1 1 0 0,11-24 0 0 0,2-11-177 0 0,-2-2 0 0 0,33-111 0 0 0,7-153 1603 0 0,-44 198 534 0 0,-18 96-1685 0 0,-3 25-62 0 0,-5 11 9 0 0,-4 16-33 0 0,0 1 0 0 0,-5 31 0 0 0,1-6 23 0 0,6-23 38 0 0,-116 467 944 0 0,107-361-886 0 0,15-119-80 0 0,0 1-1 0 0,2-1 0 0 0,0 0 1 0 0,0 1-1 0 0,2-1 0 0 0,0 0 1 0 0,5 16-1 0 0,-6-24-11 0 0,0-1-1 0 0,1 0 1 0 0,0 0-1 0 0,0 0 1 0 0,0 0 0 0 0,0-1-1 0 0,1 1 1 0 0,0-1 0 0 0,0 0-1 0 0,0 0 1 0 0,0 0-1 0 0,0 0 1 0 0,1-1 0 0 0,0 0-1 0 0,0 0 1 0 0,0 0-1 0 0,0-1 1 0 0,0 1 0 0 0,0-1-1 0 0,1 0 1 0 0,-1-1 0 0 0,1 0-1 0 0,-1 1 1 0 0,1-2-1 0 0,0 1 1 0 0,5 0 0 0 0,-1-1-1 0 0,0-1 0 0 0,1 1 0 0 0,-1-2 0 0 0,0 1 0 0 0,0-1 0 0 0,-1-1 0 0 0,1 0 0 0 0,0 0 0 0 0,-1-1 0 0 0,0 0 0 0 0,1-1 0 0 0,-2 0 0 0 0,17-12 0 0 0,-8 3-23 0 0,0-1 1 0 0,-2-1 0 0 0,0-1-1 0 0,-1 0 1 0 0,-1-1 0 0 0,0 0-1 0 0,-1-1 1 0 0,-1 0 0 0 0,-1-1-1 0 0,-1 0 1 0 0,-1-1 0 0 0,0 0-1 0 0,-2 0 1 0 0,0 0 0 0 0,-2-1-1 0 0,0 0 1 0 0,1-30 0 0 0,-6-23-451 0 0,0 84 430 0 0,1-8 25 0 0,0 0-1 0 0,-1 0 1 0 0,1 0-1 0 0,0 0 0 0 0,0 0 1 0 0,0 0-1 0 0,0 0 1 0 0,0 0-1 0 0,0 0 0 0 0,1 0 1 0 0,-1 0-1 0 0,0 0 1 0 0,0 0-1 0 0,1 0 0 0 0,-1 0 1 0 0,0 0-1 0 0,1 0 1 0 0,0 1-1 0 0,4 5-248 0 0,1 1 1 0 0,-1-1-1 0 0,1-1 1 0 0,0 1-1 0 0,1-1 1 0 0,-1 0-1 0 0,1-1 1 0 0,1 0-1 0 0,-1 0 1 0 0,1 0-1 0 0,-1-1 1 0 0,1 0-1 0 0,0 0 1 0 0,1-1-1 0 0,12 3 1 0 0,-1-1-61 0 0,0 0 0 0 0,0-2 0 0 0,1 0 0 0 0,-1-1 1 0 0,34-2-1 0 0,-48 0 401 0 0,-1 0-1 0 0,1-1 1 0 0,-1 1 0 0 0,1-1 0 0 0,-1-1-1 0 0,0 1 1 0 0,0-1 0 0 0,0 0 0 0 0,0 0-1 0 0,0 0 1 0 0,0-1 0 0 0,0 1 0 0 0,-1-1-1 0 0,1-1 1 0 0,-1 1 0 0 0,0 0 0 0 0,0-1 0 0 0,0 0-1 0 0,0 0 1 0 0,-1 0 0 0 0,0-1 0 0 0,1 1-1 0 0,-2-1 1 0 0,6-9 0 0 0,-8 12-15 0 0,1 1-1 0 0,-1-1 1 0 0,1 0-1 0 0,-1 0 1 0 0,0 0-1 0 0,0 0 1 0 0,0 0 0 0 0,0 1-1 0 0,0-1 1 0 0,0 0-1 0 0,0 0 1 0 0,0 0 0 0 0,-1 0-1 0 0,1 0 1 0 0,-1 1-1 0 0,0-1 1 0 0,1 0 0 0 0,-1 1-1 0 0,0-1 1 0 0,0 0-1 0 0,0 1 1 0 0,0-1 0 0 0,0 1-1 0 0,-2-3 1 0 0,2 4-37 0 0,-3 0-8 0 0,-4 3 24 0 0,0-1-1 0 0,-1 1 1 0 0,2 1 0 0 0,-1 0 0 0 0,0 0-1 0 0,1 0 1 0 0,-1 1 0 0 0,1 0 0 0 0,1 0-1 0 0,-1 1 1 0 0,1 0 0 0 0,0 0 0 0 0,-6 7-1 0 0,-8 12 244 0 0,1 0-1 0 0,-21 36 0 0 0,25-35-162 0 0,0 0-1 0 0,-18 49 1 0 0,30-66-104 0 0,0 0 0 0 0,0 0 0 0 0,1 0 0 0 0,1 1 0 0 0,-1-1 0 0 0,1 1 0 0 0,1-1 0 0 0,0 1 0 0 0,0-1 0 0 0,1 1 0 0 0,0-1 0 0 0,4 18 0 0 0,-3-23-52 0 0,-1 0 0 0 0,1 0 0 0 0,0-1 1 0 0,0 1-1 0 0,0-1 0 0 0,0 1 0 0 0,1-1 0 0 0,0 0 0 0 0,-1 0 0 0 0,1 0 1 0 0,0 0-1 0 0,0 0 0 0 0,1-1 0 0 0,3 3 0 0 0,0-1-181 0 0,-1-1 0 0 0,1 0-1 0 0,-1 0 1 0 0,1-1 0 0 0,0 0 0 0 0,0 0 0 0 0,12 1-1 0 0,-4-2-310 0 0,0 0 0 0 0,0-1 0 0 0,-1-1 0 0 0,1 0 0 0 0,0-1 0 0 0,-1-1 0 0 0,22-6 0 0 0,-16 3-588 0 0,0-2 0 0 0,-1 0 0 0 0,0-2 1 0 0,-1 0-1 0 0,23-16 0 0 0,-11 3-1802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3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0 250 4516 0 0,'14'-17'1075'0'0,"-2"-1"0"0"0,0-1-1 0 0,-1 0 1 0 0,-1 0 0 0 0,-1-1 0 0 0,-1-1-1 0 0,0 1 1 0 0,5-28 0 0 0,0 2 1452 0 0,-13 44-2346 0 0,-2 5-153 0 0,-1 0-1 0 0,1 0 1 0 0,0 0 0 0 0,0 0 0 0 0,0 1-1 0 0,1-1 1 0 0,-1 1 0 0 0,-1 4-1 0 0,2-6 19 0 0,-10 27 308 0 0,0 0 0 0 0,2 1 0 0 0,-9 57 0 0 0,15-65-463 0 0,1 1 0 0 0,1-1 0 0 0,0 0 0 0 0,2 1 0 0 0,1-1 0 0 0,5 26 1 0 0,-6-43-345 0 0,1 0 0 0 0,-1-1 0 0 0,1 1 0 0 0,0 0 0 0 0,0-1 0 0 0,0 0 0 0 0,4 6 0 0 0,-4-7-443 0 0,0-1 0 0 0,0 1-1 0 0,0-1 1 0 0,1 0 0 0 0,-1 0 0 0 0,1 0 0 0 0,3 2 0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3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39 624 0 0,'19'-39'16347'0'0,"-18"40"-16231"0"0,0 0 0 0 0,0-1 1 0 0,1 1-1 0 0,-1 0 0 0 0,0 0 1 0 0,0 0-1 0 0,0 0 0 0 0,0 0 0 0 0,0 0 1 0 0,0 0-1 0 0,0 1 0 0 0,0-1 1 0 0,-1 0-1 0 0,2 3 0 0 0,0-2-34 0 0,13 33 374 0 0,0 5-473 0 0,3-2 0 0 0,1 0 0 0 0,39 58 0 0 0,-55-92-466 0 0,0-1 0 0 0,0 0 0 0 0,0 0 0 0 0,0 0 0 0 0,0-1 0 0 0,0 1 0 0 0,1-1-1 0 0,4 3 1 0 0,11-2-6709 0 0,-3-6 1951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3.4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552 48 828 0 0,'-2'-3'891'0'0,"0"-1"0"0"0,0 1 0 0 0,0-1 0 0 0,-1 1 0 0 0,1 0 0 0 0,-1 0 0 0 0,0 0 0 0 0,0 0 0 0 0,0 0 0 0 0,0 1 0 0 0,-1 0 0 0 0,1-1 0 0 0,-5-1 0 0 0,4 3-642 0 0,1 0 1 0 0,-1 0 0 0 0,1 0-1 0 0,-1 1 1 0 0,1 0 0 0 0,-1-1-1 0 0,0 1 1 0 0,1 0 0 0 0,-1 1-1 0 0,0-1 1 0 0,1 1 0 0 0,-1 0-1 0 0,1 0 1 0 0,-1 0 0 0 0,-4 2-1 0 0,-13 6-33 0 0,1 1 1 0 0,0 0-1 0 0,1 2 0 0 0,0 0 0 0 0,1 1 0 0 0,0 1 0 0 0,1 1 0 0 0,-16 18 1 0 0,-9 13-21 0 0,-58 85 0 0 0,44-45-932 0 0,5-9-5116 0 0,38-62 191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3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93 150 2300 0 0,'-12'-47'8430'0'0,"-4"-25"-320"0"0,12 58-7645 0 0,3 13-806 0 0,0 0 0 0 0,1 0 0 0 0,-1 0 1 0 0,1 0-1 0 0,-1 1 0 0 0,0-1 0 0 0,0 0 1 0 0,0 0-1 0 0,1 0 0 0 0,-1 1 0 0 0,0-1 1 0 0,-2 0-1 0 0,0-1-637 0 0,0 2 1 0 0,0-1-1 0 0,1 0 1 0 0,-1 1-1 0 0,0-1 1 0 0,0 1-1 0 0,-4 0 1 0 0,3 0 963 0 0,-14 0-4623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3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258 0 3212 0 0,'-81'12'4532'0'0,"-85"16"3051"0"0,155-22-7015 0 0,12 1-188 0 0,0-6-352 0 0,1 0 0 0 0,-1 0 0 0 0,0 0 0 0 0,1 0 0 0 0,-1-1 0 0 0,1 1 0 0 0,-1 0 0 0 0,1 0-1 0 0,-1-1 1 0 0,1 1 0 0 0,1 0 0 0 0,54 8 209 0 0,90 4-1 0 0,-68-8-369 0 0,327 32-3122 0 0,-132-9-2730 0 0,-125-12 679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4.0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1 114 1864 0 0,'53'4'22263'0'0,"-50"-9"-21312"0"0,-5-25 2212 0 0,0-5-3608 0 0,5 0-6665 0 0,-3 34 6784 0 0,3-11-2585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7.0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1084 21 1784 0 0,'19'-5'2158'0'0,"15"-2"8914"0"0,-56-1-10076 0 0,-2 7-915 0 0,1 2 0 0 0,0 1-1 0 0,0 1 1 0 0,0 0 0 0 0,-36 12 0 0 0,7-3-48 0 0,33-8-33 0 0,-263 65-55 0 0,275-67 49 0 0,0 0 1 0 0,0 1-1 0 0,0 0 1 0 0,1 0-1 0 0,-1 1 1 0 0,1 0-1 0 0,0 0 1 0 0,0 0-1 0 0,0 1 1 0 0,0 0-1 0 0,1 0 1 0 0,0 0-1 0 0,0 1 1 0 0,0 0-1 0 0,1 0 1 0 0,0 0-1 0 0,0 0 1 0 0,0 1-1 0 0,1-1 1 0 0,0 1-1 0 0,0 0 1 0 0,1 0-1 0 0,-3 11 1 0 0,-11 73 276 0 0,4 0 0 0 0,-1 116 0 0 0,6-76-185 0 0,-5 341 216 0 0,4-64-62 0 0,-6-201 1010 0 0,-71 363 0 0 0,8-224-876 0 0,-37 175-155 0 0,25 2 128 0 0,85-493-336 0 0,-1 0 6 0 0,1 0 1 0 0,2 0 0 0 0,1 1-1 0 0,1-1 1 0 0,4 31 0 0 0,-3-58-14 0 0,0 1 1 0 0,0-1-1 0 0,1 0 0 0 0,-1 0 1 0 0,1 0-1 0 0,0 0 1 0 0,0 0-1 0 0,0 0 1 0 0,0 0-1 0 0,0 0 1 0 0,0-1-1 0 0,1 1 1 0 0,-1-1-1 0 0,1 0 1 0 0,0 0-1 0 0,0 0 1 0 0,0 0-1 0 0,0 0 0 0 0,0 0 1 0 0,0-1-1 0 0,0 0 1 0 0,0 1-1 0 0,1-1 1 0 0,-1 0-1 0 0,5 0 1 0 0,10 3 0 0 0,0-1 0 0 0,0-1 1 0 0,27-1-1 0 0,-38 0-4 0 0,263-7-2019 0 0,-2-25-5999 0 0,-210 20 4234 0 0,0 0-1472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7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32 1976 0 0,'19'-32'13750'0'0,"-18"41"-13481"0"0,-46 419 2856 0 0,42-410-3109 0 0,-13 80-498 0 0,12-33-2592 0 0,9-24-151 0 0,2-15-2179 0 0,-3-16 857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8.0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111 82 1160 0 0,'-15'3'7837'0'0,"14"-2"-7644"0"0,0-1 0 0 0,0 0 1 0 0,0 0-1 0 0,0 0 0 0 0,0 1 1 0 0,0-1-1 0 0,0 0 0 0 0,0 0 1 0 0,0-1-1 0 0,0 1 0 0 0,0 0 1 0 0,0 0-1 0 0,0 0 0 0 0,0-1 1 0 0,0 1-1 0 0,0-1 0 0 0,0 1 1 0 0,0-1-1 0 0,0 1 0 0 0,0-1 1 0 0,0 1-1 0 0,0-1 0 0 0,1 0 1 0 0,-1 1-1 0 0,0-1 0 0 0,0 0 0 0 0,1 0 1 0 0,-1 1-1 0 0,1-1 0 0 0,-1 0 1 0 0,0-2-1 0 0,1 2-130 0 0,0-1-1 0 0,0 1 1 0 0,0-1-1 0 0,0 1 1 0 0,0 0 0 0 0,0-1-1 0 0,1 1 1 0 0,-1-1 0 0 0,1 1-1 0 0,-1-1 1 0 0,1 1-1 0 0,-1 0 1 0 0,1-1 0 0 0,0 1-1 0 0,0 0 1 0 0,0-1-1 0 0,-1 1 1 0 0,1 0 0 0 0,0 0-1 0 0,1 0 1 0 0,-1 0-1 0 0,0 0 1 0 0,2-1 0 0 0,4-3-23 0 0,0 0 1 0 0,0 1 0 0 0,0 0 0 0 0,1 0-1 0 0,0 1 1 0 0,-1 0 0 0 0,1 0 0 0 0,1 1 0 0 0,-1 0-1 0 0,0 0 1 0 0,0 1 0 0 0,1 0 0 0 0,-1 1 0 0 0,14 0-1 0 0,-17 0-36 0 0,0 0 0 0 0,0 1 0 0 0,1-1 0 0 0,-1 1 1 0 0,0 1-1 0 0,0-1 0 0 0,0 1 0 0 0,0-1 0 0 0,-1 2 0 0 0,1-1 0 0 0,0 0 0 0 0,-1 1 0 0 0,1 0 0 0 0,-1 0 0 0 0,0 0 0 0 0,0 0 0 0 0,0 1 0 0 0,-1 0 0 0 0,1 0 0 0 0,-1 0 0 0 0,0 0 0 0 0,0 0 0 0 0,0 1 0 0 0,2 5 0 0 0,-3-4 2 0 0,0 0-1 0 0,-1 0 1 0 0,0 1-1 0 0,0-1 0 0 0,-1 1 1 0 0,0-1-1 0 0,0 1 1 0 0,0-1-1 0 0,-1 1 0 0 0,0-1 1 0 0,0 0-1 0 0,-1 1 1 0 0,0-1-1 0 0,0 0 1 0 0,-5 11-1 0 0,-1 0 65 0 0,0 0 1 0 0,-2-1 0 0 0,0 0-1 0 0,-14 16 1 0 0,-5 3 480 0 0,-2-2 1 0 0,-1-2-1 0 0,-55 43 1 0 0,13-12 709 0 0,73-61-1151 0 0,2-1-107 0 0,-1 1-1 0 0,1-1 1 0 0,0 0 0 0 0,-1 1 0 0 0,1-1 0 0 0,-1 0 0 0 0,1 0 0 0 0,0 1 0 0 0,-1-1 0 0 0,1 0 0 0 0,-1 0-1 0 0,1 0 1 0 0,0 0 0 0 0,-1 0 0 0 0,1 0 0 0 0,0 0 0 0 0,-1 0 0 0 0,1 0 0 0 0,0 0 0 0 0,-1 0-1 0 0,1 0 1 0 0,0-1 0 0 0,0 1 0 0 0,16-4 31 0 0,-17 4-33 0 0,322-68-143 0 0,-186 50-3580 0 0,-131 17 3202 0 0,0 1 0 0 0,0 0 0 0 0,0 1 0 0 0,0-1 0 0 0,0 1 1 0 0,-1 0-1 0 0,1 0 0 0 0,0 0 0 0 0,6 3 0 0 0,10 8-4786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48.7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199 35 1100 0 0,'-12'0'2182'0'0,"1"1"0"0"0,-1-2-1 0 0,-11-1 1 0 0,-31-8 2978 0 0,52 10-4762 0 0,-1-1-90 0 0,-11-4 271 0 0,12 0-211 0 0,12 0-269 0 0,-4 3-81 0 0,0 0 1 0 0,1 1-1 0 0,-1 0 1 0 0,0 1-1 0 0,1-1 1 0 0,-1 1-1 0 0,1 0 1 0 0,-1 1-1 0 0,1-1 1 0 0,-1 1-1 0 0,8 2 1 0 0,-2 1 0 0 0,0 0-1 0 0,-1 1 1 0 0,1 0 0 0 0,20 12 0 0 0,-29-15 16 0 0,0 0 1 0 0,0 0-1 0 0,-1 0 0 0 0,1 0 1 0 0,0 0-1 0 0,-1 1 0 0 0,1-1 1 0 0,-1 1-1 0 0,0 0 0 0 0,0-1 0 0 0,0 1 1 0 0,0 0-1 0 0,-1 0 0 0 0,1 0 1 0 0,-1 1-1 0 0,0-1 0 0 0,0 0 1 0 0,0 0-1 0 0,0 1 0 0 0,0-1 1 0 0,-1 0-1 0 0,1 1 0 0 0,-1-1 1 0 0,0 1-1 0 0,0-1 0 0 0,0 1 1 0 0,-1-1-1 0 0,1 0 0 0 0,-1 1 1 0 0,0-1-1 0 0,0 0 0 0 0,0 1 1 0 0,0-1-1 0 0,-3 5 0 0 0,-3 6 177 0 0,-1-1 0 0 0,0 0 0 0 0,-1 0 0 0 0,0-1 0 0 0,-1 0 0 0 0,-15 14-1 0 0,-26 24 1729 0 0,50-49-1743 0 0,26-3-287 0 0,-18 2 78 0 0,0 0 0 0 0,0 0-1 0 0,0 0 1 0 0,0 1-1 0 0,1 0 1 0 0,-1 1 0 0 0,0-1-1 0 0,-1 1 1 0 0,1 1-1 0 0,0-1 1 0 0,-1 1 0 0 0,1 1-1 0 0,-1-1 1 0 0,0 1 0 0 0,0 0-1 0 0,0 0 1 0 0,-1 1-1 0 0,10 8 1 0 0,-9-7 11 0 0,-1 0 0 0 0,1 0 0 0 0,-1 1 0 0 0,0-1 0 0 0,0 1 1 0 0,-1 0-1 0 0,0 1 0 0 0,0-1 0 0 0,-1 1 0 0 0,0 0 0 0 0,0 0 0 0 0,-1 0 0 0 0,0 0 0 0 0,-1 0 0 0 0,2 13 0 0 0,-3-16 67 0 0,0 1 0 0 0,0-1-1 0 0,-1 0 1 0 0,0 0 0 0 0,0 1 0 0 0,0-1-1 0 0,0 0 1 0 0,-1 0 0 0 0,0 0-1 0 0,0 0 1 0 0,-1-1 0 0 0,1 1 0 0 0,-1 0-1 0 0,0-1 1 0 0,0 0 0 0 0,0 0-1 0 0,-1 0 1 0 0,1 0 0 0 0,-1 0-1 0 0,-6 4 1 0 0,5-5-15 0 0,0 0 0 0 0,0 0 0 0 0,0-1 0 0 0,-1 0 0 0 0,1 0 0 0 0,-1 0 0 0 0,0-1 0 0 0,1 1 0 0 0,-1-1 1 0 0,0-1-1 0 0,1 1 0 0 0,-1-1 0 0 0,0 0 0 0 0,0 0 0 0 0,0-1 0 0 0,1 0 0 0 0,-1 0 0 0 0,-8-2 0 0 0,-5-4-264 0 0,0 0 0 0 0,1 0 0 0 0,0-2 0 0 0,0-1 0 0 0,-17-12-1 0 0,-4-6-3994 0 0,5-2-5075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20 0 0,'7'-5'14741'0'0,"-2"23"-13908"0"0,-1 0-1 0 0,0 1 1 0 0,1 34 0 0 0,-3-34-697 0 0,1 50-95 0 0,-4 0-1 0 0,-13 107 0 0 0,5-79-3331 0 0,3-1-3886 0 0,6-67 1700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0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19 2180 0 0,'-7'-12'16900'0'0,"6"10"-16042"0"0,69 7-417 0 0,121-8 0 0 0,-61-1-194 0 0,-71 3-9 0 0,-55 1-203 0 0,1 0-12 0 0,2 0-119 0 0,25-2-2325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1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64 1504 0 0,'-1'-14'6709'0'0,"0"-18"529"0"0,1 30-6698 0 0,20-13 867 0 0,-14 14-1375 0 0,0 1 0 0 0,1 0 0 0 0,-1 0-1 0 0,0 1 1 0 0,1 0 0 0 0,-1 0 0 0 0,0 1 0 0 0,0-1-1 0 0,0 1 1 0 0,0 1 0 0 0,0-1 0 0 0,0 1 0 0 0,-1 0-1 0 0,1 0 1 0 0,-1 1 0 0 0,6 4 0 0 0,-8-6-20 0 0,0 1 0 0 0,0 0 1 0 0,-1 0-1 0 0,1 0 0 0 0,-1 0 1 0 0,1 0-1 0 0,-1 1 0 0 0,0-1 1 0 0,0 1-1 0 0,-1-1 0 0 0,1 1 1 0 0,-1 0-1 0 0,0 0 0 0 0,0-1 0 0 0,0 1 1 0 0,0 0-1 0 0,-1 0 0 0 0,1 0 1 0 0,-1 0-1 0 0,0 0 0 0 0,0 0 1 0 0,-1 0-1 0 0,1 0 0 0 0,-1 0 1 0 0,0 0-1 0 0,0 0 0 0 0,-2 6 1 0 0,-5 5 21 0 0,1-1 1 0 0,-2 0-1 0 0,0 0 0 0 0,-1 0 1 0 0,0-1-1 0 0,-1-1 1 0 0,-1 1-1 0 0,-15 12 1 0 0,3-2 133 0 0,23-22-152 0 0,0-1-16 0 0,1 0 0 0 0,0 0 1 0 0,0 1-1 0 0,0-1 1 0 0,-1 0-1 0 0,1 0 0 0 0,0 0 1 0 0,0 0-1 0 0,0 0 1 0 0,0 0-1 0 0,0 0 0 0 0,-1 0 1 0 0,1 0-1 0 0,0 1 1 0 0,0-1-1 0 0,0 0 0 0 0,0 0 1 0 0,0 0-1 0 0,0 0 0 0 0,0 0 1 0 0,0 1-1 0 0,-1-1 1 0 0,1 0-1 0 0,0 0 0 0 0,0 0 1 0 0,0 0-1 0 0,0 1 1 0 0,0-1-1 0 0,0 0 0 0 0,0 0 1 0 0,0 0-1 0 0,0 0 0 0 0,0 1 1 0 0,0-1-1 0 0,0 0 1 0 0,0 0-1 0 0,0 0 0 0 0,0 1 1 0 0,0-1-1 0 0,0 0 1 0 0,1 0-1 0 0,-1 0 0 0 0,0 0 1 0 0,0 0-1 0 0,0 1 1 0 0,0-1-1 0 0,0 0 0 0 0,0 0 1 0 0,1 0-1 0 0,13 2-24 0 0,-3-2 13 0 0,-1 1 0 0 0,0 0 0 0 0,1 0-1 0 0,-1 1 1 0 0,0 1 0 0 0,0 0 0 0 0,0 0-1 0 0,0 1 1 0 0,18 10 0 0 0,-19-9 100 0 0,0 1 0 0 0,-1 1 0 0 0,0 0 0 0 0,0 0 0 0 0,0 0 1 0 0,-1 1-1 0 0,11 14 0 0 0,-16-19 2 0 0,-1-1 0 0 0,1 1 0 0 0,-1 0 0 0 0,1 0 1 0 0,-1 0-1 0 0,0 0 0 0 0,0 0 0 0 0,0 0 0 0 0,-1 0 0 0 0,1 0 1 0 0,-1 1-1 0 0,0-1 0 0 0,0 0 0 0 0,0 0 0 0 0,0 0 0 0 0,0 1 1 0 0,-1-1-1 0 0,1 0 0 0 0,-1 0 0 0 0,0 0 0 0 0,0 0 0 0 0,0 0 1 0 0,-1 0-1 0 0,1 0 0 0 0,0 0 0 0 0,-1-1 0 0 0,0 1 0 0 0,0 0 1 0 0,-4 3-1 0 0,0 2 26 0 0,-1-1 0 0 0,1-1 1 0 0,-2 0-1 0 0,1 0 0 0 0,-1 0 1 0 0,1-1-1 0 0,-2 0 0 0 0,1 0 1 0 0,0-1-1 0 0,-1 0 0 0 0,-16 5 1 0 0,8-5-71 0 0,0-1 1 0 0,0-1 0 0 0,0 0 0 0 0,0-1-1 0 0,0-1 1 0 0,-23-2 0 0 0,0-8-1865 0 0,19 2-3994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1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171 23 1800 0 0,'-27'-11'13897'0'0,"27"10"-13738"0"0,3 0 7 0 0,-1-1 0 0 0,1 1 0 0 0,-1 0 0 0 0,1 0 0 0 0,0 0 0 0 0,0 1 0 0 0,-1-1 0 0 0,1 1 0 0 0,0 0 0 0 0,5-1 0 0 0,2 0-55 0 0,1 1 1 0 0,0 0-1 0 0,0 0 1 0 0,-1 1 0 0 0,1 0-1 0 0,0 1 1 0 0,19 6-1 0 0,-27-7-86 0 0,1 1-1 0 0,-1-1 0 0 0,1 1 1 0 0,-1 0-1 0 0,0 0 0 0 0,0 0 0 0 0,0 1 1 0 0,0-1-1 0 0,0 1 0 0 0,0 0 1 0 0,-1-1-1 0 0,1 1 0 0 0,-1 0 1 0 0,0 1-1 0 0,0-1 0 0 0,0 0 0 0 0,0 0 1 0 0,-1 1-1 0 0,1-1 0 0 0,-1 1 1 0 0,0 0-1 0 0,0-1 0 0 0,0 1 1 0 0,0 0-1 0 0,-1 0 0 0 0,0 5 0 0 0,0 1 42 0 0,0 1 0 0 0,-2-1 0 0 0,1 0 0 0 0,-1 0 0 0 0,-1 0-1 0 0,0-1 1 0 0,0 1 0 0 0,-1 0 0 0 0,0-1 0 0 0,0 0 0 0 0,-1 0 0 0 0,0 0-1 0 0,-1-1 1 0 0,-10 12 0 0 0,-1 0 252 0 0,-1-1 1 0 0,-1-1-1 0 0,0 0 0 0 0,-33 22 0 0 0,-105 59 1517 0 0,155-98-1737 0 0,2 0-96 0 0,1 0 0 0 0,-1-1 1 0 0,0 1-1 0 0,0-1 1 0 0,1 1-1 0 0,-1-1 0 0 0,0 1 1 0 0,1-1-1 0 0,-1 1 1 0 0,0-1-1 0 0,1 1 0 0 0,-1-1 1 0 0,1 1-1 0 0,-1-1 1 0 0,1 0-1 0 0,-1 1 0 0 0,1-1 1 0 0,-1 0-1 0 0,1 1 1 0 0,-1-1-1 0 0,1 0 0 0 0,0 0 1 0 0,-1 1-1 0 0,1-1 1 0 0,-1 0-1 0 0,1 0 0 0 0,0 0 1 0 0,-1 0-1 0 0,1 0 1 0 0,-1 0-1 0 0,1 0 0 0 0,1 0 1 0 0,25-2 10 0 0,-23 2-4 0 0,237-39-1816 0 0,-83 1-3997 0 0,-139 33 2747 0 0,-1-1-1 0 0,29-13 1 0 0,-27 9-1599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3.0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 96 0 0,'-3'0'2591'0'0,"-6"-1"-1266"0"0,-20 0 8411 0 0,20 1-7907 0 0,-6 3 217 0 0,24 0-1778 0 0,1-1-1 0 0,-1 0 1 0 0,1 0 0 0 0,0 0-1 0 0,-1-2 1 0 0,14 1 0 0 0,-14-1-177 0 0,105 4 358 0 0,53 2-152 0 0,-117-4 520 0 0,-48-2-741 0 0,1 1-7 0 0,22-1-1487 0 0,-22-1 592 0 0,13-2-5278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3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2100 0 0,'44'-75'21924'0'0,"-42"89"-21552"0"0,-1 0 0 0 0,-1 1 0 0 0,0-1-1 0 0,-1 0 1 0 0,-1 1 0 0 0,-3 15 0 0 0,1-1-199 0 0,-17 165-1086 0 0,19-95-3669 0 0,10-2-6979 0 0,-6-79 4221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4.0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54 116 1316 0 0,'0'-2'777'0'0,"0"-46"9088"0"0,-4 2-3694 0 0,3 44-5752 0 0,-5-15 1020 0 0,2 23-1371 0 0,1 0-1 0 0,-1 1 1 0 0,1 0 0 0 0,0 0-1 0 0,1 0 1 0 0,0 0 0 0 0,-2 10-1 0 0,1-4-20 0 0,-1 2-14 0 0,0 0 0 0 0,2 0 0 0 0,0 0 0 0 0,0 0 0 0 0,2 0 0 0 0,-1 1 0 0 0,5 26 0 0 0,-3-37-28 0 0,-1 0 0 0 0,1 1 0 0 0,1-1 0 0 0,-1-1 0 0 0,1 1 0 0 0,0 0 0 0 0,0 0 0 0 0,0-1-1 0 0,1 1 1 0 0,-1-1 0 0 0,1 1 0 0 0,0-1 0 0 0,0 0 0 0 0,1 0 0 0 0,-1-1 0 0 0,1 1 0 0 0,0-1-1 0 0,0 0 1 0 0,0 0 0 0 0,1 0 0 0 0,-1 0 0 0 0,0-1 0 0 0,1 1 0 0 0,0-1 0 0 0,9 2 0 0 0,-11-3-14 0 0,0-1 1 0 0,0 0 0 0 0,0 0-1 0 0,1 0 1 0 0,-1-1 0 0 0,0 1 0 0 0,0-1-1 0 0,0 1 1 0 0,0-1 0 0 0,0 0 0 0 0,0 0-1 0 0,-1-1 1 0 0,1 1 0 0 0,0 0-1 0 0,0-1 1 0 0,3-2 0 0 0,2-3-10 0 0,1 1 1 0 0,-1-1-1 0 0,8-9 0 0 0,-7 6-4 0 0,-1-1-1 0 0,0 0 0 0 0,0 0 1 0 0,-2-1-1 0 0,1 0 0 0 0,7-19 1 0 0,21-80 2196 0 0,-34 105-1815 0 0,8-40 1305 0 0,-8 44-1257 0 0,-2 5-168 0 0,-34 218 1150 0 0,19-71-3538 0 0,3-22-3197 0 0,10-86 1939 0 0,0-4-3075 0 0,1-13-559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4.6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114 23 2472 0 0,'-58'15'13998'0'0,"46"-15"-9874"0"0,15-3-4036 0 0,1 0-1 0 0,0 1 1 0 0,0-1 0 0 0,0 1 0 0 0,0-1 0 0 0,0 2-1 0 0,1-1 1 0 0,-1 0 0 0 0,1 1 0 0 0,-1-1 0 0 0,6 1-1 0 0,56-10 509 0 0,-56 10-560 0 0,1 0 0 0 0,0 1 1 0 0,-1 0-1 0 0,1 1 0 0 0,0 0 1 0 0,-1 1-1 0 0,1 0 0 0 0,11 4 1 0 0,-19-5-28 0 0,0 0 0 0 0,0 0 0 0 0,0 1 1 0 0,0-1-1 0 0,-1 1 0 0 0,1 0 0 0 0,-1-1 1 0 0,1 1-1 0 0,-1 0 0 0 0,0 1 0 0 0,1-1 1 0 0,-1 0-1 0 0,0 1 0 0 0,-1-1 0 0 0,1 1 1 0 0,0 0-1 0 0,-1 0 0 0 0,1-1 0 0 0,-1 1 1 0 0,0 0-1 0 0,0 0 0 0 0,0 0 0 0 0,0 0 0 0 0,-1 0 1 0 0,1 1-1 0 0,-1-1 0 0 0,0 0 0 0 0,0 0 1 0 0,0 0-1 0 0,0 0 0 0 0,-1 6 0 0 0,-2 2 7 0 0,1 0-1 0 0,-1-1 0 0 0,-1 0 0 0 0,0 1 0 0 0,0-1 0 0 0,-1-1 0 0 0,0 1 0 0 0,-10 13 1 0 0,0-2 800 0 0,-2 0 0 0 0,-24 24 0 0 0,40-44-346 0 0,19-3-470 0 0,-1 2-53 0 0,-11 1 46 0 0,-1-1 0 0 0,0 1 0 0 0,0 0 0 0 0,0 0 0 0 0,0 1 0 0 0,0 0 0 0 0,0 0 0 0 0,-1 0 0 0 0,1 0 0 0 0,-1 1 0 0 0,1-1 0 0 0,-1 1 0 0 0,0 0 0 0 0,0 1 0 0 0,6 5 0 0 0,-4-3 0 0 0,0 1-1 0 0,0 0 1 0 0,0 1 0 0 0,-1 0-1 0 0,0-1 1 0 0,0 2 0 0 0,4 9-1 0 0,-7-12 40 0 0,0-1-1 0 0,-1 0 0 0 0,1 1 1 0 0,-1-1-1 0 0,0 1 0 0 0,0-1 1 0 0,-1 1-1 0 0,0-1 0 0 0,0 1 0 0 0,0 0 1 0 0,0-1-1 0 0,-1 1 0 0 0,0-1 1 0 0,0 1-1 0 0,-1-1 0 0 0,1 0 1 0 0,-1 1-1 0 0,0-1 0 0 0,-1 0 1 0 0,1 0-1 0 0,-1 0 0 0 0,0-1 0 0 0,0 1 1 0 0,-1-1-1 0 0,1 1 0 0 0,-1-1 1 0 0,0 0-1 0 0,-6 4 0 0 0,2-1 4 0 0,-1-1-1 0 0,1-1 0 0 0,-1 1 0 0 0,-1-1 1 0 0,1-1-1 0 0,0 0 0 0 0,-1 0 1 0 0,0-1-1 0 0,0 0 0 0 0,0-1 0 0 0,0 0 1 0 0,-1 0-1 0 0,1-1 0 0 0,-17-1 0 0 0,13 0-543 0 0,-1-1 0 0 0,0-1 0 0 0,1-1 0 0 0,-24-6 0 0 0,33 7-162 0 0,0 0-1 0 0,0-1 1 0 0,0 1-1 0 0,0-1 1 0 0,1 0-1 0 0,-9-6 1 0 0,11 7-180 0 0,-1-1 0 0 0,1 0 0 0 0,-1 0 0 0 0,1 1 0 0 0,0-2 0 0 0,0 1 0 0 0,0 0 0 0 0,1 0 0 0 0,-1 0 0 0 0,1-1 0 0 0,-2-3 0 0 0,-1-12-6406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5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335 36 2260 0 0,'-2'-2'2680'0'0,"-32"-24"9412"0"0,27 21-11226 0 0,6 4-500 0 0,7 0-279 0 0,0 1 0 0 0,0 0-1 0 0,0 0 1 0 0,7 2 0 0 0,75 3 162 0 0,-37-2-229 0 0,0 1 1 0 0,64 14-1 0 0,-102-15-19 0 0,-11-3 12 0 0,0 1 0 0 0,0-1 0 0 0,0 0 0 0 0,0 1 0 0 0,0-1 0 0 0,0 1 0 0 0,0 0 0 0 0,0 0 0 0 0,0 0 0 0 0,0 0 0 0 0,0 0 0 0 0,0 0 0 0 0,0 0 0 0 0,-1 1-1 0 0,1-1 1 0 0,-1 1 0 0 0,1-1 0 0 0,-1 1 0 0 0,1-1 0 0 0,-1 1 0 0 0,0 0 0 0 0,0 0 0 0 0,0 0 0 0 0,0 0 0 0 0,0-1 0 0 0,0 1 0 0 0,1 3 0 0 0,6 17 256 0 0,-1 0 1 0 0,-1 0 0 0 0,-1 0 0 0 0,4 33-1 0 0,1 95 765 0 0,-9-121-875 0 0,-7 434 2238 0 0,-29-1-1105 0 0,9-151-653 0 0,-5 190 512 0 0,-14 177 38 0 0,38-600-1010 0 0,-22 225-94 0 0,-22-4 1226 0 0,45-274-1009 0 0,-1-2 0 0 0,-1 1 0 0 0,0-1 0 0 0,-2 0 0 0 0,-1-1 0 0 0,-1 0 0 0 0,-18 25 0 0 0,18-31-628 0 0,-1 0-1 0 0,-1-1 1 0 0,0-1-1 0 0,-1 0 1 0 0,-1-1-1 0 0,0-1 1 0 0,-1 0-1 0 0,0-1 1 0 0,-24 12-1 0 0,-71 24-5982 0 0,33-21-3579 0 0,30-13-818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7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93 20 1408 0 0,'-1'-20'12769'0'0,"-2"36"-12190"0"0,1 0-1 0 0,1 0 0 0 0,0 19 0 0 0,-1 4 88 0 0,-9 58-317 0 0,-47 187 0 0 0,49-242-3785 0 0,4-16-3518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8.0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 2684 0 0,'8'-15'7953'0'0,"3"-3"-3531"0"0,-11 18-4470 0 0,0 0 0 0 0,0 0 0 0 0,0 0 0 0 0,-1 0 0 0 0,1 0 0 0 0,0-1 0 0 0,0 1 0 0 0,0 0-1 0 0,0 0 1 0 0,0 0 0 0 0,0 0 0 0 0,0 0 0 0 0,0-1 0 0 0,0 1 0 0 0,0 0 0 0 0,0 0 0 0 0,0 0 0 0 0,0 0-1 0 0,0 0 1 0 0,0-1 0 0 0,0 1 0 0 0,0 0 0 0 0,0 0 0 0 0,0 0 0 0 0,0 0 0 0 0,1 0 0 0 0,-1-1-1 0 0,0 1 1 0 0,0 0 0 0 0,0 0 0 0 0,0 0 0 0 0,1-1-192 0 0,-1 1 191 0 0,0 0 1 0 0,0 0 0 0 0,0 0 0 0 0,0 0 0 0 0,0 0 0 0 0,0 0 0 0 0,1 0 0 0 0,-1 0 0 0 0,0 0 0 0 0,0 0-1 0 0,0 0 1 0 0,0 0 0 0 0,1 0 0 0 0,-1 0 0 0 0,0 0 0 0 0,0 0 0 0 0,0 0 0 0 0,1 0 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8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355 106 1128 0 0,'-3'-1'2376'0'0,"-58"-29"9148"0"0,23 9-8001 0 0,37 20-3371 0 0,0 0-136 0 0,1 0 0 0 0,0 0 0 0 0,0 0 0 0 0,0 0 0 0 0,0 0 0 0 0,0 0 0 0 0,1 0-1 0 0,-1 0 1 0 0,0 0 0 0 0,0 0 0 0 0,1 0 0 0 0,-1 0 0 0 0,0 0 0 0 0,1 0 0 0 0,-1 0 0 0 0,2-1 0 0 0,-2 1-8 0 0,3-3-9 0 0,1 2 1 0 0,-1-1 0 0 0,0 0-1 0 0,1 0 1 0 0,-1 1 0 0 0,1 0-1 0 0,0 0 1 0 0,0 0 0 0 0,0 0 0 0 0,0 1-1 0 0,0-1 1 0 0,0 1 0 0 0,0 0-1 0 0,7-1 1 0 0,-2 1-21 0 0,0 0 0 0 0,-1 1 0 0 0,1 0 0 0 0,0 1 0 0 0,17 2 0 0 0,-19-1 17 0 0,1 0 1 0 0,-1 0-1 0 0,0 1 0 0 0,0 0 1 0 0,0 0-1 0 0,-1 1 1 0 0,1-1-1 0 0,-1 1 0 0 0,0 1 1 0 0,0-1-1 0 0,0 1 0 0 0,-1 0 1 0 0,1 1-1 0 0,-1-1 0 0 0,0 1 1 0 0,-1 0-1 0 0,0 0 0 0 0,0 1 1 0 0,0-1-1 0 0,0 1 0 0 0,2 8 1 0 0,-2-5 13 0 0,-1 1 0 0 0,0 0 0 0 0,0 0 0 0 0,-1 0 0 0 0,-1 1 0 0 0,0-1 0 0 0,0 0 0 0 0,-1 1 0 0 0,-1-1 0 0 0,0 0 1 0 0,0 0-1 0 0,-1 1 0 0 0,-5 14 0 0 0,-3 3 17 0 0,-2-1 1 0 0,0-1-1 0 0,-2 0 0 0 0,-1 0 1 0 0,-1-1-1 0 0,-2-2 1 0 0,0 1-1 0 0,-2-2 1 0 0,-23 23-1 0 0,3-9 568 0 0,-1-2 0 0 0,-1-1 1 0 0,-3-3-1 0 0,-57 33 0 0 0,92-59-329 0 0,1 0 0 0 0,-1 0 0 0 0,-17 5 0 0 0,25-10-173 0 0,-4-1-42 0 0,6 1-49 0 0,0 0 0 0 0,-1 0-1 0 0,1 0 1 0 0,0 0 0 0 0,-1 0 0 0 0,1 0 0 0 0,0 0 0 0 0,-1 0 0 0 0,1 0-1 0 0,-1 0 1 0 0,1 0 0 0 0,0 0 0 0 0,-1 0 0 0 0,1 0 0 0 0,0-1-1 0 0,-1 1 1 0 0,1 0 0 0 0,0 0 0 0 0,-1 0 0 0 0,1 0 0 0 0,0-1 0 0 0,-1 1-1 0 0,1 0 1 0 0,0 0 0 0 0,0-1 0 0 0,-1 1 0 0 0,1 0 0 0 0,0-1-1 0 0,0-1-7 0 0,0 1-1 0 0,0 0 0 0 0,0-1 0 0 0,1 1 0 0 0,-1 0 0 0 0,1-1 0 0 0,-1 1 1 0 0,1 0-1 0 0,-1-1 0 0 0,1 1 0 0 0,0 0 0 0 0,0 0 0 0 0,-1 0 0 0 0,1 0 1 0 0,0 0-1 0 0,0-1 0 0 0,0 2 0 0 0,0-1 0 0 0,3-2 0 0 0,0 0-4 0 0,0 1-1 0 0,0 0 0 0 0,0 0 0 0 0,1 0 1 0 0,-1 0-1 0 0,6-1 0 0 0,2 0-9 0 0,1 0-1 0 0,0 1 1 0 0,24 0-1 0 0,-22 1-26 0 0,1 2 0 0 0,0 0 0 0 0,-1 1 0 0 0,0 0 0 0 0,1 1 0 0 0,-1 1-1 0 0,0 1 1 0 0,0 0 0 0 0,-1 0 0 0 0,0 2 0 0 0,0 0 0 0 0,0 0 0 0 0,-1 1 0 0 0,16 13 0 0 0,-12-7-1918 0 0,26 18 0 0 0,-36-28 75 0 0,0-1-1 0 0,0 1 1 0 0,0-1 0 0 0,11 3-1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6:59.1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62 3332 0 0,'2'-22'9654'0'0,"0"-16"-847"0"0,-2 37-8940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1.1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914 26 1628 0 0,'17'-21'15733'0'0,"-18"21"-15572"0"0,-14-2 4017 0 0,-5 1-5716 0 0,-18 0 1556 0 0,-15 1-23 0 0,-52 6 1 0 0,72-5-210 0 0,30 0 177 0 0,-14 9-21 0 0,8-1 33 0 0,0 1 0 0 0,1 0-1 0 0,0 1 1 0 0,1 0 0 0 0,0 0-1 0 0,1 1 1 0 0,0-1-1 0 0,-6 18 1 0 0,3 1-3 0 0,1 0 0 0 0,-3 31 0 0 0,4-21-13 0 0,-31 268 89 0 0,28-208 41 0 0,3-23 28 0 0,-55 477 1137 0 0,-18 72-742 0 0,51-412-547 0 0,-58 363 1411 0 0,-10 21-1298 0 0,72-440-67 0 0,11-70-24 0 0,-33 259-8 0 0,29-194 268 0 0,3-29-325 0 0,8-64 56 0 0,7-51 26 0 0,-1 2 0 0 0,1-10 5 0 0,0 0 0 0 0,-1 0 0 0 0,1 0 0 0 0,0 0 0 0 0,0 0 0 0 0,0 0 0 0 0,-1 0 0 0 0,1 0 0 0 0,0 1 0 0 0,0-1 0 0 0,0 0 0 0 0,1 0 0 0 0,-1 0 0 0 0,0 0 0 0 0,0 0 0 0 0,1 0 0 0 0,-1 0 0 0 0,0 0 0 0 0,1-1 0 0 0,-1 1 0 0 0,1 0 0 0 0,-1 0 0 0 0,1 0 0 0 0,0 0 0 0 0,-1 0 0 0 0,1-1 0 0 0,0 1 0 0 0,-1 0 0 0 0,1 0 0 0 0,0-1 0 0 0,0 1 0 0 0,1 0 0 0 0,13 1-26 0 0,-1-1 0 0 0,1-1 0 0 0,0 0 1 0 0,-1-1-1 0 0,1 0 0 0 0,26-6 0 0 0,-9 1-301 0 0,235-40-4327 0 0,-91 4-3617 0 0,-91 17 632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1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4 3064 0 0,'10'-3'13144'0'0,"-9"8"-12719"0"0,0 0-1 0 0,0 0 1 0 0,0 0 0 0 0,0 0-1 0 0,-1 0 1 0 0,0 1 0 0 0,0-1-1 0 0,-1 6 1 0 0,1 3 154 0 0,-16 220 4283 0 0,1-46-4032 0 0,3-40-450 0 0,10-108-3015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2.3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87 2084 0 0,'-6'-25'9329'0'0,"3"9"-5951"0"0,4 14-3296 0 0,-1 0 1 0 0,1 1-1 0 0,-1-1 1 0 0,1 0-1 0 0,0 0 1 0 0,0 1-1 0 0,0-1 1 0 0,0 0-1 0 0,0 1 1 0 0,0-1 0 0 0,0 1-1 0 0,0-1 1 0 0,1 1-1 0 0,-1 0 1 0 0,0-1-1 0 0,1 1 1 0 0,0 0-1 0 0,1-1 1 0 0,1 0-18 0 0,0 0 0 0 0,0 0 0 0 0,1 0 0 0 0,-1 1 1 0 0,1-1-1 0 0,-1 1 0 0 0,7-1 0 0 0,-1 1-49 0 0,-1 1 1 0 0,0 0-1 0 0,0 0 0 0 0,1 0 0 0 0,-1 1 0 0 0,0 1 0 0 0,12 3 1 0 0,-15-3 20 0 0,-1 0 0 0 0,1 0 0 0 0,-1 0 0 0 0,0 1 0 0 0,0 0 1 0 0,0 0-1 0 0,0 0 0 0 0,0 1 0 0 0,-1 0 0 0 0,0-1 1 0 0,0 2-1 0 0,0-1 0 0 0,0 0 0 0 0,0 1 0 0 0,-1 0 0 0 0,0 0 1 0 0,0 0-1 0 0,0 0 0 0 0,-1 0 0 0 0,0 0 0 0 0,3 8 1 0 0,-4-5 91 0 0,1 0 1 0 0,-1 0 0 0 0,-1 0-1 0 0,1 0 1 0 0,-1 1 0 0 0,-1-1-1 0 0,0 0 1 0 0,0 0 0 0 0,0 0-1 0 0,-1 0 1 0 0,0 0-1 0 0,0-1 1 0 0,-1 1 0 0 0,-6 12-1 0 0,-2 0 231 0 0,-1 0 0 0 0,-1-1 0 0 0,-1 0-1 0 0,-25 26 1 0 0,-72 60 1559 0 0,26-27-594 0 0,85-77-1319 0 0,0-1-1 0 0,-1 0 1 0 0,1 0 0 0 0,0 0 0 0 0,0 1 0 0 0,-1-1-1 0 0,1 0 1 0 0,0 0 0 0 0,0 0 0 0 0,0 1-1 0 0,0-1 1 0 0,-1 0 0 0 0,1 1 0 0 0,0-1 0 0 0,0 0-1 0 0,0 0 1 0 0,0 1 0 0 0,0-1 0 0 0,0 0-1 0 0,0 1 1 0 0,0-1 0 0 0,0 0 0 0 0,0 0-1 0 0,0 1 1 0 0,0-1 0 0 0,0 0 0 0 0,0 1 0 0 0,0-1-1 0 0,0 0 1 0 0,0 1 0 0 0,0-1 0 0 0,0 0-1 0 0,0 0 1 0 0,0 1 0 0 0,11 4 82 0 0,13-3-50 0 0,-23-2-33 0 0,52-1-387 0 0,97-13 0 0 0,-55 3-1913 0 0,-83 9 1621 0 0,62-3-2978 0 0,-25 5-4769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3.1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118 283 920 0 0,'9'-20'22792'0'0,"-9"19"-22577"0"0,-14-19 1364 0 0,-23-13-1898 0 0,-33-24 309 0 0,69 57-3 0 0,1 0 1 0 0,0 0-1 0 0,-1-1 0 0 0,1 1 0 0 0,0 0 1 0 0,-1 0-1 0 0,1-1 0 0 0,0 1 1 0 0,0 0-1 0 0,-1-1 0 0 0,1 1 0 0 0,0 0 1 0 0,0-1-1 0 0,-1 1 0 0 0,1 0 1 0 0,0-1-1 0 0,0 1 0 0 0,0 0 1 0 0,0-1-1 0 0,0 1 0 0 0,-1-1 0 0 0,1 1 1 0 0,0 0-1 0 0,0-1 0 0 0,0 1 1 0 0,0-1-1 0 0,0 1 0 0 0,0 0 0 0 0,0-1 1 0 0,0 1-1 0 0,1-1 0 0 0,10-7-148 0 0,23 1 0 0 0,-30 6 73 0 0,122-14-663 0 0,17-3 183 0 0,-119 13 560 0 0,0-1-1 0 0,0 0 1 0 0,40-18 0 0 0,-20-4 394 0 0,-21 13 230 0 0,-22 14-554 0 0,9-4-42 0 0,-10 5-23 0 0,1 0 1 0 0,-1-1 0 0 0,0 1 0 0 0,0 0 0 0 0,1 0 0 0 0,-1 0-1 0 0,0 0 1 0 0,0 0 0 0 0,1 0 0 0 0,-1 0 0 0 0,0 0-1 0 0,0 0 1 0 0,1 0 0 0 0,-1 0 0 0 0,0 0 0 0 0,1 0-1 0 0,-1 0 1 0 0,0 0 0 0 0,0 0 0 0 0,1 0 0 0 0,-1 0-1 0 0,0 0 1 0 0,1 0 0 0 0,-1 0 0 0 0,0 1 0 0 0,0-1 0 0 0,1 0-1 0 0,-1 0 1 0 0,0 0 0 0 0,0 0 0 0 0,0 1 0 0 0,1-1-1 0 0,-1 0 1 0 0,0 0 0 0 0,0 0 0 0 0,0 1 0 0 0,1-1-1 0 0,-1 0 1 0 0,0 0 0 0 0,0 1 0 0 0,0-1 0 0 0,0 0-1 0 0,0 0 1 0 0,0 1 0 0 0,0-1 0 0 0,0 0 0 0 0,0 1 0 0 0,0-1-1 0 0,0 1 1 0 0,-2 23 59 0 0,-1 0 0 0 0,-1 0 1 0 0,-2 0-1 0 0,-10 28 0 0 0,7-19-65 0 0,-91 255 205 0 0,27-88-3525 0 0,63-170 1814 0 0,-3 12-1716 0 0,3-15-2883 0 0,2-8-1755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4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11 120 1008 0 0,'0'0'3917'0'0,"-10"-26"5815"0"0,11 23-9656 0 0,0-1 0 0 0,1 0 0 0 0,-1 1 0 0 0,1-1 0 0 0,0 0 0 0 0,0 1 0 0 0,0 0 0 0 0,1 0 0 0 0,-1 0 0 0 0,1 0 0 0 0,0 0 0 0 0,0 0 0 0 0,0 0 0 0 0,0 1 0 0 0,0 0 0 0 0,0-1 0 0 0,1 1 0 0 0,-1 0 0 0 0,5-1 0 0 0,4-3-69 0 0,1 0 1 0 0,0 1 0 0 0,0 1-1 0 0,20-5 1 0 0,-26 8-19 0 0,1 0 0 0 0,0 0 0 0 0,1 0 1 0 0,-1 1-1 0 0,0 1 0 0 0,0-1 0 0 0,0 1 0 0 0,0 0 0 0 0,0 1 1 0 0,0 0-1 0 0,-1 0 0 0 0,1 1 0 0 0,-1 0 0 0 0,1 0 1 0 0,-1 1-1 0 0,0 0 0 0 0,0 0 0 0 0,0 1 0 0 0,10 9 1 0 0,-12-9 53 0 0,0 0 1 0 0,0 0-1 0 0,-1 1 1 0 0,0 0-1 0 0,0 0 1 0 0,0 0-1 0 0,-1 0 1 0 0,0 0-1 0 0,0 1 1 0 0,-1-1 0 0 0,0 1-1 0 0,0 0 1 0 0,0 0-1 0 0,-1 0 1 0 0,0 0-1 0 0,0 0 1 0 0,-1 0-1 0 0,0 0 1 0 0,0 0 0 0 0,0 0-1 0 0,-1 0 1 0 0,-4 14-1 0 0,1-5 165 0 0,-1-1 0 0 0,-1 1 0 0 0,-1-1-1 0 0,0 0 1 0 0,-1-1 0 0 0,-14 21 0 0 0,-6 2 502 0 0,-33 32 0 0 0,-14 17 206 0 0,65-68-773 0 0,10-18-140 0 0,0 1 1 0 0,0-1-1 0 0,0 1 0 0 0,0-1 0 0 0,0 1 1 0 0,0-1-1 0 0,0 1 0 0 0,0-1 1 0 0,0 1-1 0 0,0 0 0 0 0,0-1 1 0 0,0 1-1 0 0,0-1 0 0 0,0 1 0 0 0,0-1 1 0 0,1 1-1 0 0,-1-1 0 0 0,0 0 1 0 0,0 1-1 0 0,1-1 0 0 0,-1 1 0 0 0,2 1 4 0 0,0-1 0 0 0,0 0 0 0 0,0 0 0 0 0,0 0 0 0 0,0 0 0 0 0,0-1 0 0 0,0 1-1 0 0,1 0 1 0 0,-1-1 0 0 0,0 1 0 0 0,0-1 0 0 0,1 0 0 0 0,2 0 0 0 0,225-1-319 0 0,-92-3-2240 0 0,-93 4 1037 0 0,15 0-1500 0 0,-20 0-1756 0 0,-15-2-1763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4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 1104 0 0,'12'-24'9089'0'0,"-9"19"-7240"0"0,8-10 3067 0 0,-9 18-3782 0 0,-3 12-432 0 0,-2 3-97 0 0,-1 4-220 0 0,1 0 1 0 0,0 0 0 0 0,2 1 0 0 0,3 36-1 0 0,-2-55-364 0 0,1 1-1 0 0,-1 0 0 0 0,1 0 0 0 0,1-1 0 0 0,-1 1 0 0 0,1-1 1 0 0,-1 1-1 0 0,1-1 0 0 0,0 1 0 0 0,1-1 0 0 0,-1 0 1 0 0,1 0-1 0 0,0 0 0 0 0,0-1 0 0 0,0 1 0 0 0,0-1 1 0 0,1 1-1 0 0,0-1 0 0 0,-1 0 0 0 0,1 0 0 0 0,0-1 1 0 0,0 1-1 0 0,1-1 0 0 0,-1 0 0 0 0,0 0 0 0 0,1 0 0 0 0,9 2 1 0 0,-9-3 7 0 0,1 0 1 0 0,0 0 0 0 0,0-1 0 0 0,0 0-1 0 0,-1 0 1 0 0,1 0 0 0 0,0-1 0 0 0,0 1-1 0 0,0-2 1 0 0,-1 1 0 0 0,1 0 0 0 0,6-4-1 0 0,-4 2-57 0 0,1-1-1 0 0,-1-1 0 0 0,0 0 0 0 0,-1 0 0 0 0,1 0 0 0 0,-1-1 0 0 0,7-7 0 0 0,1-4 407 0 0,0 0-1 0 0,-2-1 1 0 0,0 0-1 0 0,0-2 1 0 0,12-27-1 0 0,-4 14 690 0 0,-21 32-1097 0 0,5 9-26 0 0,-5-8 56 0 0,1 1 1 0 0,-1-1 0 0 0,1 1 0 0 0,-1-1 0 0 0,0 1 0 0 0,1 0 0 0 0,-1-1 0 0 0,1 1 0 0 0,-1 0-1 0 0,0-1 1 0 0,0 1 0 0 0,1 0 0 0 0,-1 0 0 0 0,0-1 0 0 0,0 1 0 0 0,0 0 0 0 0,0 1 0 0 0,-8 63 132 0 0,-31 121-1 0 0,18-99-950 0 0,4-11-592 0 0,-20 91-2854 0 0,16-54-4658 0 0,14-68 1220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5.6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318 139 2076 0 0,'4'-5'1262'0'0,"0"0"-1"0"0,-1-1 1 0 0,0 1-1 0 0,0-1 0 0 0,0 0 1 0 0,-1 0-1 0 0,0 0 1 0 0,0 0-1 0 0,0 0 1 0 0,-1 0-1 0 0,1 0 1 0 0,-1-11-1 0 0,-1 15-726 0 0,0 1-523 0 0,0 0 0 0 0,0 1 0 0 0,0-1 0 0 0,-1 0-1 0 0,1 1 1 0 0,0-1 0 0 0,0 1 0 0 0,-1-1-1 0 0,1 0 1 0 0,0 1 0 0 0,-1-1 0 0 0,1 1 0 0 0,-1-1-1 0 0,1 1 1 0 0,-1-1 0 0 0,1 1 0 0 0,-1-1-1 0 0,1 1 1 0 0,-1 0 0 0 0,1-1 0 0 0,-1 1 0 0 0,1 0-1 0 0,-1-1 1 0 0,0 1 0 0 0,1 0 0 0 0,-1 0-1 0 0,0 0 1 0 0,1-1 0 0 0,-1 1 0 0 0,0 0 0 0 0,-1 0-1 0 0,0 0 42 0 0,-1 1-1 0 0,1-1 0 0 0,-1 1 1 0 0,1 0-1 0 0,0 0 0 0 0,-1 0 0 0 0,1 0 1 0 0,0 0-1 0 0,-3 1 0 0 0,-7 6 180 0 0,0 1 0 0 0,-13 12 0 0 0,24-20-231 0 0,-9 7-7 0 0,1 0 1 0 0,1 1-1 0 0,0 0 0 0 0,0 0 1 0 0,1 1-1 0 0,0 0 0 0 0,-10 20 0 0 0,15-24 4 0 0,-1-1 0 0 0,2 1 0 0 0,-1-1 0 0 0,1 1 0 0 0,-1 0 0 0 0,1 0 0 0 0,1-1 0 0 0,-1 1 0 0 0,1 0 0 0 0,0 0 0 0 0,1 0 0 0 0,-1 0 0 0 0,1-1 0 0 0,0 1 0 0 0,1 0 0 0 0,-1-1 0 0 0,1 1 0 0 0,4 6 0 0 0,5 9-2 0 0,2-2 1 0 0,0 0 0 0 0,1 0 0 0 0,1-1 0 0 0,27 25 0 0 0,-22-24 21 0 0,-2 2 0 0 0,0-1 0 0 0,23 37 1 0 0,-39-54 69 0 0,0 0 0 0 0,-1 1 1 0 0,1-1-1 0 0,-1 0 0 0 0,1 1 1 0 0,-1-1-1 0 0,0 0 0 0 0,-1 1 1 0 0,1 0-1 0 0,-1-1 0 0 0,1 1 1 0 0,-1-1-1 0 0,0 1 1 0 0,0 0-1 0 0,-1-1 0 0 0,1 1 1 0 0,-2 6-1 0 0,0-5 1 0 0,0-1 0 0 0,-1 1 0 0 0,1-1 0 0 0,-1 0 0 0 0,1 0 0 0 0,-1 0 0 0 0,0 0 0 0 0,-1 0 0 0 0,1-1 0 0 0,-1 1 0 0 0,-6 4 0 0 0,-2 0 28 0 0,0 0 0 0 0,-1-1 0 0 0,0-1 0 0 0,0 0 0 0 0,0 0 0 0 0,-1-2 0 0 0,-26 7 0 0 0,20-8-52 0 0,0-1 1 0 0,0 0-1 0 0,1-1 1 0 0,-1-2-1 0 0,0 0 1 0 0,0-1-1 0 0,-34-8 1 0 0,52 10-66 0 0,0 0 1 0 0,0-1-1 0 0,0 1 0 0 0,0-1 1 0 0,1 0-1 0 0,-1 1 0 0 0,0-1 1 0 0,0 0-1 0 0,1 0 0 0 0,-1 0 1 0 0,0-1-1 0 0,1 1 0 0 0,-1 0 1 0 0,1-1-1 0 0,0 1 0 0 0,-1-1 1 0 0,1 1-1 0 0,0-1 0 0 0,0 1 1 0 0,0-1-1 0 0,0 0 0 0 0,-1-2 1 0 0,2 1-4 0 0,-1 1 1 0 0,1-1-1 0 0,0 1 1 0 0,0-1-1 0 0,1 1 1 0 0,-1 0 0 0 0,0-1-1 0 0,1 1 1 0 0,-1 0-1 0 0,1-1 1 0 0,0 1-1 0 0,0 0 1 0 0,0 0-1 0 0,0-1 1 0 0,0 1-1 0 0,1 0 1 0 0,-1 0 0 0 0,0 0-1 0 0,3-1 1 0 0,28-34-24 0 0,2 3 1 0 0,1 0-1 0 0,58-41 1 0 0,-42 35 14 0 0,18-14 50 0 0,45-38 116 0 0,-97 77-133 0 0,-2-1-1 0 0,0-1 1 0 0,0 0 0 0 0,17-29 0 0 0,-28 41-15 0 0,-1-1-1 0 0,0 0 0 0 0,0 0 0 0 0,-1 0 1 0 0,0-1-1 0 0,0 1 0 0 0,0-1 1 0 0,-1 1-1 0 0,0-1 0 0 0,0 1 1 0 0,-1-1-1 0 0,0-11 0 0 0,0 15-10 0 0,-1-1 0 0 0,1 1-1 0 0,-1 0 1 0 0,0 0 0 0 0,0 0 0 0 0,-1-1 0 0 0,1 1-1 0 0,0 0 1 0 0,-1 0 0 0 0,0 1 0 0 0,0-1 0 0 0,0 0-1 0 0,0 1 1 0 0,0-1 0 0 0,0 1 0 0 0,-1-1-1 0 0,1 1 1 0 0,-1 0 0 0 0,0 0 0 0 0,0 0 0 0 0,1 1-1 0 0,-1-1 1 0 0,0 1 0 0 0,-1-1 0 0 0,1 1 0 0 0,-6-2-1 0 0,-3 1-133 0 0,1 0-1 0 0,-1 0 1 0 0,0 1-1 0 0,0 1 1 0 0,0 0-1 0 0,0 1 1 0 0,0 0-1 0 0,0 0 1 0 0,1 2-1 0 0,-14 3 1 0 0,2 1-1304 0 0,-1 1-1 0 0,2 1 1 0 0,-43 23 0 0 0,33-10-1877 0 0,12-6-2043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7.2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69 2440 0 0,'-17'-16'8518'0'0,"6"6"-5596"0"0,11 9-2832 0 0,-1 0 0 0 0,0 1 0 0 0,1-1 0 0 0,-1 0 0 0 0,1 0 0 0 0,-1 1 0 0 0,1-1 0 0 0,-1 0 0 0 0,1 0 0 0 0,0 0 0 0 0,-1 0 0 0 0,1 0 0 0 0,0 1 0 0 0,0-1 0 0 0,0 0 0 0 0,-1 0 0 0 0,1 0 0 0 0,0 0 0 0 0,0 0 0 0 0,0 0 1 0 0,1 0-1 0 0,-1 0 0 0 0,0 0 0 0 0,0 0 0 0 0,0 1 0 0 0,1-1 0 0 0,-1-1 0 0 0,1 1-52 0 0,0 0 0 0 0,1 0 0 0 0,-1-1 0 0 0,0 1 0 0 0,0 1 1 0 0,1-1-1 0 0,-1 0 0 0 0,0 0 0 0 0,1 0 0 0 0,-1 1 0 0 0,1-1 0 0 0,-1 1 0 0 0,1-1 1 0 0,1 0-1 0 0,9-1-78 0 0,0 1 0 0 0,-1 0 1 0 0,16 0-1 0 0,-25 1 113 0 0,17 1-74 0 0,-1 0 0 0 0,0 1 0 0 0,23 5 1 0 0,-34-5-3 0 0,1 0 0 0 0,0 0 0 0 0,-1 1 1 0 0,0 0-1 0 0,0 0 0 0 0,0 0 1 0 0,0 1-1 0 0,0 1 0 0 0,-1-1 0 0 0,7 6 1 0 0,-11-8 9 0 0,0 0 1 0 0,0 1 0 0 0,0-1 0 0 0,0 0 0 0 0,-1 1 0 0 0,1-1 0 0 0,-1 1 0 0 0,0-1-1 0 0,0 1 1 0 0,0-1 0 0 0,0 1 0 0 0,0 0 0 0 0,0 0 0 0 0,-1-1 0 0 0,1 1 0 0 0,-1 0 0 0 0,0 5-1 0 0,-1-3 29 0 0,1 0-1 0 0,-1-1 1 0 0,0 1 0 0 0,-1 0-1 0 0,1 0 1 0 0,-1 0-1 0 0,0-1 1 0 0,0 1-1 0 0,-4 5 1 0 0,-4 4 114 0 0,0-1 0 0 0,-1 0 0 0 0,0 0 0 0 0,-25 20 0 0 0,-22 22 531 0 0,57-54-655 0 0,28 7 41 0 0,-3-3 53 0 0,-1 1 1 0 0,0 1-1 0 0,0 1 0 0 0,31 16 1 0 0,-45-19-62 0 0,-1 0 0 0 0,1 0 0 0 0,-1 1 0 0 0,0 0 0 0 0,0 1 1 0 0,-1-1-1 0 0,0 2 0 0 0,0-1 0 0 0,0 1 0 0 0,-1 0 0 0 0,0 0 0 0 0,-1 0 0 0 0,8 18 1 0 0,-11-22 97 0 0,0 0 0 0 0,-1-1 1 0 0,0 1-1 0 0,0 0 0 0 0,0 0 1 0 0,-1 1-1 0 0,1-1 0 0 0,-1 0 1 0 0,0 0-1 0 0,0 0 0 0 0,0 0 1 0 0,-1 0-1 0 0,0 0 0 0 0,1 0 1 0 0,-1 0-1 0 0,-1 0 0 0 0,1 0 1 0 0,0 0-1 0 0,-4 6 0 0 0,0-4 66 0 0,1 1-1 0 0,-1-1 0 0 0,0 0 0 0 0,0-1 0 0 0,-1 0 0 0 0,1 1 0 0 0,-1-2 0 0 0,0 1 0 0 0,-13 6 0 0 0,5-3-17 0 0,0-1 0 0 0,-1 0 0 0 0,1-1 0 0 0,-2-1 0 0 0,1 0 0 0 0,0-1 0 0 0,-24 3 0 0 0,27-6-429 0 0,0 0 0 0 0,0-1 0 0 0,0 0 0 0 0,0-1 0 0 0,0 0-1 0 0,0-1 1 0 0,1 0 0 0 0,-1-1 0 0 0,0 0 0 0 0,-16-8 0 0 0,21 8-329 0 0,-22-10-3765 0 0,10 6-2679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7.8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311 129 2108 0 0,'5'-36'4725'0'0,"-2"10"560"0"0,1-29 1 0 0,-4 53-4901 0 0,0 2-336 0 0,0-1 0 0 0,0 1 0 0 0,0-1-1 0 0,0 1 1 0 0,0 0 0 0 0,0-1 0 0 0,0 1 0 0 0,0-1 0 0 0,-1 1 0 0 0,1 0-1 0 0,0-1 1 0 0,0 1 0 0 0,0-1 0 0 0,-1 1 0 0 0,1 0 0 0 0,0-1 0 0 0,0 1-1 0 0,-1 0 1 0 0,1-1 0 0 0,0 1 0 0 0,-1 0 0 0 0,1 0 0 0 0,0-1 0 0 0,-1 1-1 0 0,-8 4 277 0 0,1 1 0 0 0,0 0 0 0 0,0 0 0 0 0,1 1 0 0 0,-11 9 0 0 0,-35 40 566 0 0,28-29-567 0 0,2-1-132 0 0,0 0 0 0 0,2 2 0 0 0,-22 33 0 0 0,37-50-180 0 0,1 0-1 0 0,0 0 1 0 0,0 0-1 0 0,0 0 1 0 0,2 1-1 0 0,-1 0 1 0 0,1 0-1 0 0,1 0 1 0 0,0 0-1 0 0,1 0 1 0 0,0 0-1 0 0,0 1 1 0 0,2 16-1 0 0,0-25 4 0 0,-1 1 0 0 0,1 0-1 0 0,0 0 1 0 0,1-1 0 0 0,-1 1 0 0 0,1 0-1 0 0,-1-1 1 0 0,1 1 0 0 0,0-1-1 0 0,1 0 1 0 0,-1 0 0 0 0,0 0 0 0 0,1 0-1 0 0,3 4 1 0 0,0-3 1 0 0,-1 0-1 0 0,1 0 1 0 0,-1 0 0 0 0,1-1 0 0 0,0 0-1 0 0,0 0 1 0 0,12 3 0 0 0,-4-2-7 0 0,0-1 0 0 0,0 0 1 0 0,0-1-1 0 0,1-1 0 0 0,-1 0 1 0 0,1-1-1 0 0,16-2 0 0 0,-21 0 22 0 0,-1 0-1 0 0,0 0 0 0 0,0-1 0 0 0,0 0 0 0 0,0-1 0 0 0,13-7 0 0 0,-18 8-25 0 0,0 1-1 0 0,0-1 1 0 0,-1 1 0 0 0,1-1-1 0 0,-1 0 1 0 0,0-1-1 0 0,4-3 1 0 0,-6 5-9 0 0,0 1 0 0 0,0-1-1 0 0,0 1 1 0 0,0-1 0 0 0,0 0 0 0 0,-1 0 0 0 0,1 0-1 0 0,0 1 1 0 0,-1-1 0 0 0,0 0 0 0 0,1 0 0 0 0,-1 0-1 0 0,0 0 1 0 0,0 0 0 0 0,0 0 0 0 0,0-3-1 0 0,-1 3-16 0 0,1 1 0 0 0,-1 0-1 0 0,1-1 1 0 0,-1 1-1 0 0,0 0 1 0 0,1-1 0 0 0,-1 1-1 0 0,0 0 1 0 0,0 0-1 0 0,0 0 1 0 0,0 0-1 0 0,0 0 1 0 0,0 0 0 0 0,0 0-1 0 0,-1 0 1 0 0,1 0-1 0 0,0 0 1 0 0,0 1 0 0 0,-1-1-1 0 0,1 0 1 0 0,0 1-1 0 0,-1-1 1 0 0,1 1-1 0 0,-1 0 1 0 0,1-1 0 0 0,-1 1-1 0 0,1 0 1 0 0,0 0-1 0 0,-1 0 1 0 0,-2 0-1 0 0,-4 0-239 0 0,-1 0-1 0 0,0 1 0 0 0,-12 2 0 0 0,19-2 223 0 0,-13 2-549 0 0,-1 1-1 0 0,1 1 0 0 0,-1 1 0 0 0,2 0 0 0 0,-1 1 1 0 0,1 0-1 0 0,-24 17 0 0 0,17-9-1412 0 0,1 2 0 0 0,0 0 1 0 0,2 1-1 0 0,-18 22 0 0 0,15-13-2832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8.2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52 776 0 0,'5'-17'6672'0'0,"4"-5"-1421"0"0,-4 10 20 0 0,-4 12-5183 0 0,0 0 1 0 0,-1 0-1 0 0,1 0 0 0 0,0 1 0 0 0,0-1 0 0 0,0 0 0 0 0,-1 1 0 0 0,1-1 0 0 0,0 0 0 0 0,-1 1 1 0 0,1-1-1 0 0,0 1 0 0 0,-1-1 0 0 0,1 1 0 0 0,0 0 0 0 0,-1-1 0 0 0,1 1 0 0 0,-1 0 1 0 0,1-1-1 0 0,-1 1 0 0 0,1 0 0 0 0,-1-1 0 0 0,0 1 0 0 0,1 0 0 0 0,-1 0 0 0 0,0 1 0 0 0,6 23 1225 0 0,-5-24-1260 0 0,2 27 521 0 0,-1 1-1 0 0,-1 0 1 0 0,-2-1 0 0 0,-1 1 0 0 0,-9 51 0 0 0,-47 138-2428 0 0,37-148-1185 0 0,13-31-1170 0 0,6-14-3081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08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1680 0 0,'38'-59'13544'0'0,"-38"59"-13463"0"0,1 0 1 0 0,-1 1-1 0 0,1-1 0 0 0,-1 1 0 0 0,1-1 0 0 0,-1 1 1 0 0,1-1-1 0 0,-1 1 0 0 0,1-1 0 0 0,-1 1 1 0 0,0 0-1 0 0,1-1 0 0 0,-1 1 0 0 0,0 0 1 0 0,0-1-1 0 0,1 1 0 0 0,-1 0 0 0 0,0-1 1 0 0,0 1-1 0 0,0 0 0 0 0,0-1 0 0 0,0 1 1 0 0,0 0-1 0 0,0-1 0 0 0,0 1 0 0 0,0 1 0 0 0,0 22 808 0 0,0-23-803 0 0,-3 37 976 0 0,0-7-379 0 0,3 53-1 0 0,0-76-630 0 0,1 0 0 0 0,0 0 1 0 0,0 0-1 0 0,1-1 0 0 0,0 1 0 0 0,1 0 0 0 0,0-1 0 0 0,0 1 0 0 0,0-1 0 0 0,1 0 1 0 0,8 11-1 0 0,-9-14-33 0 0,1-1 1 0 0,0 0-1 0 0,0 1 1 0 0,0-2-1 0 0,0 1 1 0 0,0 0-1 0 0,0-1 1 0 0,1 0-1 0 0,0 0 1 0 0,-1 0-1 0 0,1 0 1 0 0,0-1 0 0 0,0 0-1 0 0,0 0 1 0 0,-1 0-1 0 0,1-1 1 0 0,0 1-1 0 0,9-2 1 0 0,0 1 14 0 0,-1-2 0 0 0,1 1 1 0 0,-1-2-1 0 0,0 0 1 0 0,23-8-1 0 0,-22 5 0 0 0,-1 0-1 0 0,1-1 1 0 0,-2 0 0 0 0,1-1-1 0 0,-1-1 1 0 0,0 0 0 0 0,0 0-1 0 0,15-18 1 0 0,-21 20 44 0 0,0 1-1 0 0,-1-1 1 0 0,0 0 0 0 0,0 0-1 0 0,0-1 1 0 0,-1 0-1 0 0,-1 1 1 0 0,1-1-1 0 0,-1-1 1 0 0,0 1 0 0 0,-1 0-1 0 0,0-1 1 0 0,-1 1-1 0 0,1-1 1 0 0,-2 1 0 0 0,1-11-1 0 0,-1 15-61 0 0,-1 0-1 0 0,1 0 1 0 0,-1 0-1 0 0,0 1 1 0 0,0-1 0 0 0,-1 0-1 0 0,1 0 1 0 0,-1 0-1 0 0,0 1 1 0 0,0-1-1 0 0,0 1 1 0 0,0 0 0 0 0,-1-1-1 0 0,-2-2 1 0 0,0 1-3 0 0,-1 0 0 0 0,0 0 0 0 0,1 0 0 0 0,-2 1-1 0 0,1 0 1 0 0,0 0 0 0 0,-9-3 0 0 0,-2 1-28 0 0,1 0 0 0 0,-1 1-1 0 0,-1 0 1 0 0,1 2 0 0 0,-30-3 0 0 0,24 4-1112 0 0,-36 3-1 0 0,49 0-849 0 0,0 0-1 0 0,1 1 0 0 0,-13 4 0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10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 57 1928 0 0,'11'-30'9858'0'0,"-2"6"140"0"0,-7 22-9464 0 0,8 2-869 0 0,32 6 1030 0 0,86 3 0 0 0,-65-7-539 0 0,394 16 505 0 0,-371-10 363 0 0,-83-8-1031 0 0,-1 1-16 0 0,2 0 39 0 0,-1 1 0 0 0,0 0-1 0 0,0 0 1 0 0,1 0-1 0 0,-2 1 1 0 0,1-1 0 0 0,0 1-1 0 0,0-1 1 0 0,-1 1 0 0 0,1 0-1 0 0,-1 0 1 0 0,0 0 0 0 0,0 0-1 0 0,0 1 1 0 0,0-1 0 0 0,-1 0-1 0 0,1 1 1 0 0,1 6-1 0 0,3 10 346 0 0,-1 1-1 0 0,3 25 1 0 0,-4-19-88 0 0,11 78 533 0 0,-5 0-1 0 0,-6 163 1 0 0,-66 797 1517 0 0,45-891-2191 0 0,-46 691 927 0 0,33-37-1059 0 0,6-502 0 0 0,5-212 0 0 0,18-103 0 0 0,-12 27 0 0 0,7-18 0 0 0,2-8 0 0 0,1-4 0 0 0,-1 0 0 0 0,1 1 0 0 0,-2 0 0 0 0,-2-3 0 0 0,-6-4 0 0 0,-150 2-1916 0 0,-81-10-5774 0 0,22 1-456 0 0,108 4-4465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27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1956 0 0,'3'1'1876'0'0,"8"3"1271"0"0,5 0 2706 0 0,3 0-401 0 0,-17-4-5311 0 0,0 0 0 0 0,0-1 0 0 0,0 1 0 0 0,0 0 0 0 0,0-1 0 0 0,0 0 1 0 0,0 1-1 0 0,0-1 0 0 0,0 0 0 0 0,2-1 0 0 0,-2 1-605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29.4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526 18 892 0 0,'25'-17'18898'0'0,"-27"16"-18651"0"0,-23 2 5 0 0,1 1 1 0 0,-1 0 0 0 0,-33 9-1 0 0,56-11-246 0 0,-19 4 34 0 0,1 1 0 0 0,-36 13 0 0 0,49-15-37 0 0,1 0-1 0 0,-1 0 1 0 0,1 1 0 0 0,0 0-1 0 0,0 0 1 0 0,0 1 0 0 0,1 0 0 0 0,0 0-1 0 0,0 0 1 0 0,0 0 0 0 0,-8 12-1 0 0,3 2 62 0 0,0-1-1 0 0,1 1 0 0 0,1 1 0 0 0,1-1 1 0 0,1 1-1 0 0,-7 34 0 0 0,-9 127 624 0 0,-2 389 1260 0 0,6-99-990 0 0,-7-55-548 0 0,-18 270 637 0 0,23-410 324 0 0,8 54 601 0 0,5-247-1543 0 0,3-47-333 0 0,1 0 0 0 0,3 50-1 0 0,1-85-87 0 0,4 28 79 0 0,-5-28-83 0 0,1 0-1 0 0,-1 0 1 0 0,1 0 0 0 0,-1 0-1 0 0,1 0 1 0 0,-1-1 0 0 0,1 1-1 0 0,0 0 1 0 0,-1 0 0 0 0,1 0-1 0 0,0 0 1 0 0,0-1 0 0 0,-1 1-1 0 0,1 0 1 0 0,0-1 0 0 0,0 1-1 0 0,0-1 1 0 0,0 1 0 0 0,0-1-1 0 0,0 1 1 0 0,0-1 0 0 0,0 0-1 0 0,0 1 1 0 0,0-1 0 0 0,2 0-1 0 0,26 0-21 0 0,0-2-1 0 0,0-1 1 0 0,0-1-1 0 0,-1-2 0 0 0,32-10 1 0 0,5 0-292 0 0,118-26-1166 0 0,432-87-7539 0 0,-306 83-294 0 0,-155 20 1036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2.2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49 1228 0 0,'0'-3'1496'0'0,"16"-37"5416"0"0,-16 38-6004 0 0,0 2-870 0 0,0 0 1 0 0,0 0-1 0 0,0 0 1 0 0,-1 0 0 0 0,1-1-1 0 0,0 1 1 0 0,0 0-1 0 0,0 0 1 0 0,0 0-1 0 0,0 0 1 0 0,1-2 925 0 0,0 2-926 0 0,-1 0 1 0 0,0 0 0 0 0,0 0-1 0 0,0-1 1 0 0,0 1-1 0 0,0 0 1 0 0,0 0-1 0 0,0 0 1 0 0,0 0-1 0 0,1 0 1 0 0,-1 0 0 0 0,0 0-1 0 0,0 0 1 0 0,0 0-1 0 0,0 0 1 0 0,0 0-1 0 0,4 15 982 0 0,-11 63-336 0 0,-1 9-392 0 0,8-77-260 0 0,0-1 1 0 0,1 1-1 0 0,0-1 1 0 0,1 1-1 0 0,-1-1 1 0 0,7 18-1 0 0,-6-24-19 0 0,0 1 0 0 0,-1-1 0 0 0,1 0 0 0 0,0 1 0 0 0,1-1 0 0 0,-1 0 0 0 0,0-1 0 0 0,1 1 0 0 0,0 0 0 0 0,0-1 0 0 0,0 1-1 0 0,0-1 1 0 0,6 4 0 0 0,-3-3 3 0 0,0 0-1 0 0,1-1 1 0 0,-1 1-1 0 0,1-1 1 0 0,0-1-1 0 0,0 1 1 0 0,7 0-1 0 0,2-1 5 0 0,0-1 0 0 0,-1 0-1 0 0,1-1 1 0 0,0 0 0 0 0,30-8-1 0 0,-33 4 34 0 0,0 0 0 0 0,-1 0 0 0 0,1-1 0 0 0,-1-1 0 0 0,0 0 0 0 0,-1 0 0 0 0,0-1 0 0 0,0-1 0 0 0,-1 0 0 0 0,0 0 0 0 0,0-1 0 0 0,-1-1 0 0 0,-1 1 0 0 0,1-1 0 0 0,-2-1 0 0 0,0 1 0 0 0,0-1 0 0 0,-1-1 0 0 0,6-15 0 0 0,-12 27-48 0 0,0 0-1 0 0,0 0 0 0 0,0 0 0 0 0,1 0 0 0 0,-1 0 0 0 0,0 0 0 0 0,1 0 0 0 0,-1 1 0 0 0,0-1 0 0 0,1 0 0 0 0,-1 0 0 0 0,1 0 0 0 0,-1 1 0 0 0,1-1 0 0 0,-1 0 0 0 0,1 0 0 0 0,0 1 0 0 0,-1-1 0 0 0,1 1 0 0 0,0-1 0 0 0,0 1 0 0 0,1-2 0 0 0,-1 3-2 0 0,-1 0 0 0 0,1 0-1 0 0,0 0 1 0 0,-1-1 0 0 0,0 1 0 0 0,1 0 0 0 0,-1 0-1 0 0,1 0 1 0 0,-1 0 0 0 0,0 0 0 0 0,0 0 0 0 0,1 0-1 0 0,-1 0 1 0 0,0 0 0 0 0,0 0 0 0 0,0 1 0 0 0,1 52 65 0 0,-5 12-128 0 0,-3 73 647 0 0,7-117-998 0 0,2 1 0 0 0,0 0 0 0 0,1-1 0 0 0,7 23 0 0 0,-9-40-53 0 0,0-1 1 0 0,1 0-1 0 0,0 0 0 0 0,0 0 0 0 0,3 6 0 0 0,11 7-4668 0 0,-5-9 510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2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79 2408 0 0,'28'-27'3557'0'0,"-18"16"-1737"0"0,1 1 1 0 0,0 0 0 0 0,17-10 783 0 0,-28 20-2565 0 0,0 1 1 0 0,0 0 0 0 0,0-1-1 0 0,0 1 1 0 0,0 0 0 0 0,0-1-1 0 0,0 1 1 0 0,0 0 0 0 0,0-1-1 0 0,0 1 1 0 0,0-1 0 0 0,0 1 0 0 0,0 0-1 0 0,0-1 1 0 0,-1 1 0 0 0,1 0-1 0 0,0-1 1 0 0,-1 1 0 0 0,1-1-1 0 0,0 1 1 0 0,-1-1 0 0 0,1 1-1 0 0,-1 0 1 0 0,-9 14 427 0 0,-15 16 464 0 0,-54 48-1 0 0,50-52-730 0 0,-44 54 0 0 0,73-81-193 0 0,-1 1 0 0 0,1-1 0 0 0,-1 1 0 0 0,0 0 0 0 0,1-1 1 0 0,0 1-1 0 0,-1 0 0 0 0,1-1 0 0 0,-1 1 0 0 0,1 0 0 0 0,0-1 0 0 0,0 1 0 0 0,-1 0 0 0 0,1 0 1 0 0,0 0-1 0 0,0-1 0 0 0,0 1 0 0 0,0 0 0 0 0,0 0 0 0 0,0 0 0 0 0,0-1 0 0 0,0 1 0 0 0,0 0 0 0 0,0 0 1 0 0,0-1-1 0 0,1 1 0 0 0,-1 0 0 0 0,0 0 0 0 0,0-1 0 0 0,1 1 0 0 0,-1 0 0 0 0,1 0 0 0 0,-1-1 0 0 0,0 1 1 0 0,1-1-1 0 0,0 1 0 0 0,-1 0 0 0 0,1-1 0 0 0,-1 1 0 0 0,1-1 0 0 0,-1 1 0 0 0,1-1 0 0 0,0 1 1 0 0,0-1-1 0 0,-1 0 0 0 0,1 1 0 0 0,0-1 0 0 0,-1 0 0 0 0,1 0 0 0 0,1 1 0 0 0,6 1 10 0 0,1 0 0 0 0,-1 0 0 0 0,18 1-1 0 0,-12-1 12 0 0,16 3-35 0 0,-1 1 0 0 0,0 2 0 0 0,39 15 1 0 0,-59-19 35 0 0,-1 0-1 0 0,1 0 1 0 0,-1 0 0 0 0,-1 1 0 0 0,1 0 0 0 0,-1 1 0 0 0,0 0 0 0 0,0 0-1 0 0,0 0 1 0 0,-1 1 0 0 0,0 0 0 0 0,0 0 0 0 0,-1 1 0 0 0,0-1 0 0 0,6 13-1 0 0,-9-16 100 0 0,-1-1 0 0 0,0 1 0 0 0,0-1 0 0 0,-1 1 0 0 0,1 0 0 0 0,-1-1 0 0 0,0 1 0 0 0,0 0-1 0 0,0-1 1 0 0,0 1 0 0 0,-1-1 0 0 0,1 1 0 0 0,-1 0 0 0 0,0-1 0 0 0,0 1 0 0 0,0-1 0 0 0,-1 0 0 0 0,1 1-1 0 0,-1-1 1 0 0,0 0 0 0 0,0 0 0 0 0,0 0 0 0 0,0 0 0 0 0,0 0 0 0 0,-5 4 0 0 0,1-2 34 0 0,1 1 0 0 0,-1-2 1 0 0,0 1-1 0 0,0-1 0 0 0,0 0 1 0 0,-1 0-1 0 0,1-1 0 0 0,-1 1 1 0 0,0-2-1 0 0,0 1 0 0 0,-12 2 1 0 0,10-3-189 0 0,1-2 1 0 0,-1 1 0 0 0,0-1 0 0 0,1-1 0 0 0,-1 1 0 0 0,1-2 0 0 0,-1 1 0 0 0,1-1-1 0 0,-1 0 1 0 0,1-1 0 0 0,0 0 0 0 0,-10-5 0 0 0,12 5-565 0 0,0 0 0 0 0,0-1 0 0 0,1 1 0 0 0,-1-1 0 0 0,1 0 0 0 0,0-1 0 0 0,0 0-1 0 0,1 1 1 0 0,0-1 0 0 0,-5-7 0 0 0,7 9-100 0 0,1 1 0 0 0,0 0 0 0 0,1 0 0 0 0,-1-1 0 0 0,0 1 0 0 0,1-1 0 0 0,-1 1 0 0 0,1 0 0 0 0,0-1 0 0 0,-1 1 0 0 0,2-5-1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3.0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0 138 732 0 0,'19'-61'18224'0'0,"-17"58"-17526"0"0,-1 2-633 0 0,-1 0-1 0 0,1 0 0 0 0,0 0 1 0 0,0 0-1 0 0,-1 0 1 0 0,1 0-1 0 0,0 1 0 0 0,0-1 1 0 0,0 0-1 0 0,0 0 1 0 0,0 1-1 0 0,0-1 0 0 0,0 0 1 0 0,0 1-1 0 0,3-1 1 0 0,33-6 234 0 0,1 1 1 0 0,65 0 0 0 0,7 0-167 0 0,-57 1-84 0 0,152-23 148 0 0,-162 25-2860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4.8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78 1272 0 0,'0'-3'2297'0'0,"0"-62"9972"0"0,0 64-11733 0 0,-1-5-25 0 0,3 4 321 0 0,3 15-779 0 0,-1 1 1 0 0,0 0-1 0 0,-1 0 1 0 0,-1 0-1 0 0,0 0 1 0 0,0 25-1 0 0,-8 89 79 0 0,6-123-129 0 0,-4 34-41 0 0,1-11-334 0 0,1 0 0 0 0,4 55 0 0 0,-2-81 181 0 0,0 0 0 0 0,1 0 0 0 0,-1-1 0 0 0,1 1 0 0 0,-1 0 0 0 0,1 0 0 0 0,0-1 0 0 0,0 1 0 0 0,-1 0 0 0 0,1-1 0 0 0,0 1 1 0 0,1 0-1 0 0,-1-1 0 0 0,0 0 0 0 0,0 1 0 0 0,1-1 0 0 0,-1 0 0 0 0,3 2 0 0 0,-2-1-368 0 0,0-1-1 0 0,1 0 1 0 0,-1 0 0 0 0,0 0 0 0 0,1-1 0 0 0,-1 1 0 0 0,0 0-1 0 0,1-1 1 0 0,2 1 0 0 0,14 0-4889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5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48 105 2904 0 0,'-20'-24'9107'0'0,"-6"-7"-2230"0"0,25 30-6539 0 0,1-1-304 0 0,1 1-1 0 0,-1-1 1 0 0,1 1 0 0 0,-1-1 0 0 0,1 1-1 0 0,0-1 1 0 0,-1 1 0 0 0,1 0 0 0 0,0-1 0 0 0,0 1-1 0 0,0 0 1 0 0,0 0 0 0 0,0 0 0 0 0,0 0-1 0 0,1 0 1 0 0,-1 0 0 0 0,0 0 0 0 0,1 0 0 0 0,-1 0-1 0 0,0 0 1 0 0,1 1 0 0 0,-1-1 0 0 0,1 0-1 0 0,-1 1 1 0 0,1 0 0 0 0,-1-1 0 0 0,3 1 0 0 0,9-4-23 0 0,0 2-1 0 0,17-2 1 0 0,-16 2 56 0 0,14-2-59 0 0,45 0 1 0 0,-60 4-25 0 0,-1 1-1 0 0,0 0 1 0 0,0 1 0 0 0,0 0 0 0 0,0 1 0 0 0,15 5 0 0 0,-25-7 15 0 0,0-1 0 0 0,0 1 0 0 0,0 0 1 0 0,0 0-1 0 0,-1 0 0 0 0,1 0 1 0 0,0 0-1 0 0,0 1 0 0 0,-1-1 1 0 0,1 0-1 0 0,-1 1 0 0 0,1 0 1 0 0,-1-1-1 0 0,0 1 0 0 0,1-1 0 0 0,-1 1 1 0 0,0 0-1 0 0,0 0 0 0 0,0 0 1 0 0,-1 0-1 0 0,2 4 0 0 0,-1-3 2 0 0,-1 0 0 0 0,0 1 0 0 0,0-1 0 0 0,-1 0 0 0 0,1 0 0 0 0,0 1 0 0 0,-1-1-1 0 0,0 0 1 0 0,0 0 0 0 0,0 1 0 0 0,0-1 0 0 0,-3 4 0 0 0,-3 6 1 0 0,-1 0 1 0 0,-1-1 0 0 0,0 0-1 0 0,-1-1 1 0 0,-10 11 0 0 0,-176 159-113 0 0,196-180 114 0 0,-1-1 0 0 0,1 0 0 0 0,-1 1 0 0 0,1-1 0 0 0,-1 0 0 0 0,1 1 0 0 0,-1-1 0 0 0,1 1 0 0 0,0-1 0 0 0,-1 1 0 0 0,1-1 0 0 0,0 1 0 0 0,-1-1 0 0 0,1 1 0 0 0,0-1 0 0 0,-1 1 0 0 0,1-1 0 0 0,0 1 0 0 0,0-1 0 0 0,0 1-1 0 0,0 0 1 0 0,0-1 0 0 0,0 1 0 0 0,0-1 0 0 0,0 1 0 0 0,0 0 0 0 0,0-1 0 0 0,0 1 0 0 0,0-1 0 0 0,0 1 0 0 0,0-1 0 0 0,1 2 0 0 0,0-1 1 0 0,0-1 0 0 0,0 1-1 0 0,0 0 1 0 0,0-1 0 0 0,0 1 0 0 0,1-1 0 0 0,-1 1-1 0 0,0-1 1 0 0,1 1 0 0 0,-1-1 0 0 0,0 0 0 0 0,0 0-1 0 0,1 0 1 0 0,1 0 0 0 0,56-3 50 0 0,-54 2-47 0 0,262-48-1581 0 0,-127 19-896 0 0,64-6-5276 0 0,-134 23 1593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7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32 130 1376 0 0,'-25'-42'10716'0'0,"24"40"-10290"0"0,-2-8 497 0 0,2 10-910 0 0,1-1 0 0 0,0 1-1 0 0,0 0 1 0 0,0-1 0 0 0,-1 1-1 0 0,1 0 1 0 0,0 0 0 0 0,0-1-1 0 0,0 1 1 0 0,0 0-1 0 0,0-1 1 0 0,-1 1 0 0 0,1-1-1 0 0,0 1 1 0 0,0 0 0 0 0,0-1-1 0 0,0 1 1 0 0,0 0 0 0 0,0-1-1 0 0,0 1 1 0 0,0 0-1 0 0,0-1 1 0 0,1 1 0 0 0,-1 0-1 0 0,0-1 1 0 0,0 1 0 0 0,0 0-1 0 0,0-1 1 0 0,0 1 0 0 0,1-1-1 0 0,0 0 30 0 0,2 1-17 0 0,156-19 235 0 0,48-3-174 0 0,-185 20 554 0 0,-1 0 0 0 0,1-1 0 0 0,30-10 0 0 0,-50 13-452 0 0,-2-1-184 0 0,1 1 1 0 0,-1 0-1 0 0,0 0 0 0 0,1 0 0 0 0,-1-1 1 0 0,0 1-1 0 0,1 0 0 0 0,-1 0 0 0 0,1 0 1 0 0,-1 0-1 0 0,0-1 0 0 0,1 1 0 0 0,-1 0 1 0 0,1 0-1 0 0,-1 0 0 0 0,1 0 0 0 0,-1 0 1 0 0,0 0-1 0 0,1 0 0 0 0,-1 0 0 0 0,1 0 1 0 0,-1 1-1 0 0,0-1 0 0 0,1 0 0 0 0,-1 0 1 0 0,1 0-1 0 0,-1 0 0 0 0,0 1 0 0 0,1-1 0 0 0,-1 0 1 0 0,0 0-1 0 0,1 0 0 0 0,-1 1 0 0 0,0-1 1 0 0,1 0-1 0 0,-1 1 0 0 0,0-1 0 0 0,0 0 1 0 0,1 1-1 0 0,-1-1 0 0 0,0 0 0 0 0,0 1 1 0 0,0-1-1 0 0,1 1 0 0 0,-1-1 0 0 0,0 1 1 0 0,-8 24-44 0 0,0 0 1 0 0,2 1 0 0 0,-4 30 0 0 0,3-11 101 0 0,-9 27 33 0 0,3-11 3 0 0,-7 79 0 0 0,18-121-632 0 0,1-14-68 0 0,0-1 0 0 0,1 0 0 0 0,0 0 0 0 0,0 1 1 0 0,0 6-1 0 0,0-10 157 0 0,1 0 0 0 0,-1 0 0 0 0,0 1 0 0 0,1-1 0 0 0,-1 0 0 0 0,1 0 0 0 0,-1 0 0 0 0,1 0 1 0 0,0 0-1 0 0,4 5-1776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7.9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291 104 684 0 0,'0'0'360'0'0,"6"-37"7019"0"0,-6 34-7007 0 0,1-1 0 0 0,-1 0 0 0 0,0 0 0 0 0,0 0 0 0 0,-1 1 1 0 0,1-1-1 0 0,-1 0 0 0 0,0 0 0 0 0,0 0 0 0 0,-2-4 0 0 0,2 7-338 0 0,0 0 0 0 0,0-1-1 0 0,0 1 1 0 0,0 0 0 0 0,0 0-1 0 0,0 0 1 0 0,0 0 0 0 0,-1 0-1 0 0,1 0 1 0 0,-1 0-1 0 0,1 0 1 0 0,-1 0 0 0 0,1 1-1 0 0,-1-1 1 0 0,1 0 0 0 0,-1 1-1 0 0,1 0 1 0 0,-1-1-1 0 0,0 1 1 0 0,1 0 0 0 0,-1 0-1 0 0,1 0 1 0 0,-1 0 0 0 0,0 0-1 0 0,1 0 1 0 0,-1 0-1 0 0,0 1 1 0 0,1-1 0 0 0,-1 0-1 0 0,-2 2 1 0 0,-7 1 2 0 0,0 0 1 0 0,-20 10-1 0 0,30-13-26 0 0,-16 8 21 0 0,0 0 0 0 0,0 1 0 0 0,1 0 0 0 0,0 1 1 0 0,1 1-1 0 0,0 1 0 0 0,1 0 0 0 0,0 1 0 0 0,-18 22 0 0 0,30-33-24 0 0,0 1 0 0 0,0-1 0 0 0,1 1 0 0 0,-1-1 0 0 0,1 1 0 0 0,0 0 0 0 0,0 0 0 0 0,0 0-1 0 0,0-1 1 0 0,0 1 0 0 0,0 0 0 0 0,1 0 0 0 0,0 0 0 0 0,-1 0 0 0 0,1 0 0 0 0,0 0 0 0 0,0 0 0 0 0,2 6-1 0 0,-1-5 12 0 0,0 0 0 0 0,1 0 0 0 0,0-1 0 0 0,0 1 0 0 0,0 0 0 0 0,0-1 0 0 0,1 1 0 0 0,0-1 0 0 0,-1 0 0 0 0,1 1 0 0 0,6 4 0 0 0,7 3 63 0 0,0 0 0 0 0,1 0 0 0 0,0-2 0 0 0,28 12 0 0 0,-40-19-69 0 0,93 39 172 0 0,87 41-190 0 0,-183-81 60 0 0,0 0 0 0 0,0 1 0 0 0,0-1 1 0 0,0 0-1 0 0,0 0 0 0 0,-1 1 1 0 0,1-1-1 0 0,0 1 0 0 0,-1 0 0 0 0,1-1 1 0 0,-1 1-1 0 0,1 0 0 0 0,-1 0 0 0 0,0 0 1 0 0,2 3-1 0 0,-3-4 14 0 0,0 0 0 0 0,0 1 0 0 0,1-1 1 0 0,-1 0-1 0 0,0 0 0 0 0,0 1 0 0 0,0-1 1 0 0,-1 0-1 0 0,1 0 0 0 0,0 1 0 0 0,0-1 0 0 0,-1 0 1 0 0,1 0-1 0 0,0 1 0 0 0,-1-1 0 0 0,1 0 1 0 0,-1 0-1 0 0,0 0 0 0 0,1 0 0 0 0,-2 1 0 0 0,-2 2 97 0 0,0 0 0 0 0,0 0-1 0 0,0 0 1 0 0,0-1-1 0 0,-1 0 1 0 0,0 0-1 0 0,1 0 1 0 0,-1-1-1 0 0,0 0 1 0 0,0 0-1 0 0,-6 2 1 0 0,1-1 51 0 0,0-1 0 0 0,0 0 1 0 0,0 0-1 0 0,0-1 0 0 0,-18 0 1 0 0,25-1-172 0 0,-1 0 0 0 0,0-1 0 0 0,0 1 1 0 0,1-1-1 0 0,-1 1 0 0 0,0-1 1 0 0,1-1-1 0 0,-1 1 0 0 0,1 0 1 0 0,-1-1-1 0 0,1 1 0 0 0,0-1 1 0 0,0 0-1 0 0,0 0 0 0 0,0-1 1 0 0,0 1-1 0 0,0 0 0 0 0,-5-7 1 0 0,7 7-45 0 0,0 0-1 0 0,0 0 1 0 0,1 0 0 0 0,-1 0 0 0 0,0 0 0 0 0,1 0 0 0 0,-1 0 0 0 0,1-1 0 0 0,0 1-1 0 0,-1 0 1 0 0,1 0 0 0 0,0-1 0 0 0,0 1 0 0 0,1 0 0 0 0,-1 0 0 0 0,0 0 0 0 0,1-1 0 0 0,0 1-1 0 0,-1 0 1 0 0,1 0 0 0 0,0 0 0 0 0,0 0 0 0 0,1-2 0 0 0,4-6-14 0 0,-1 1 0 0 0,2 0 0 0 0,8-11 1 0 0,-12 16 7 0 0,27-29-35 0 0,48-43 1 0 0,-55 56 58 0 0,-1 0 1 0 0,0-2 0 0 0,-2-1 0 0 0,0-1 0 0 0,21-34-1 0 0,-39 55-19 0 0,0-1-1 0 0,-1 1 0 0 0,1 0 0 0 0,-1-1 1 0 0,0 1-1 0 0,1-1 0 0 0,-2 0 0 0 0,1 1 1 0 0,0-1-1 0 0,-1 0 0 0 0,0 1 1 0 0,1-1-1 0 0,-1 0 0 0 0,-1 0 0 0 0,1 1 1 0 0,-1-1-1 0 0,1 0 0 0 0,-1 0 1 0 0,0 1-1 0 0,0-1 0 0 0,-3-4 0 0 0,2 4-5 0 0,-1 1 0 0 0,1-1 0 0 0,-1 1 0 0 0,0 0 1 0 0,0-1-1 0 0,0 1 0 0 0,0 1 0 0 0,-1-1 0 0 0,1 0 0 0 0,-1 1 0 0 0,0 0 0 0 0,0 0 0 0 0,0 0 0 0 0,0 0 0 0 0,0 0 0 0 0,0 1 0 0 0,-8-2 0 0 0,1 1-83 0 0,-1 0 0 0 0,1 1 0 0 0,-1 0 0 0 0,0 1 0 0 0,1 0 0 0 0,-1 1 0 0 0,1 1 0 0 0,-1-1 0 0 0,1 2 0 0 0,-12 3 1 0 0,10-2-617 0 0,0 1 0 0 0,1 1 1 0 0,-1 0-1 0 0,-19 13 0 0 0,28-15 181 0 0,-1-1 1 0 0,2 0-1 0 0,-1 1 0 0 0,0 0 0 0 0,-5 7 1 0 0,-3 12-5098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3.4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614 124 740 0 0,'4'-6'1066'0'0,"0"-1"0"0"0,-1 0 0 0 0,0 1 0 0 0,0-1 0 0 0,0 0 0 0 0,-1-1 0 0 0,0 1 0 0 0,-1 0 0 0 0,1-1 0 0 0,-2 1 0 0 0,1 0 0 0 0,-1-1-1 0 0,0-11 1 0 0,-1 19-1032 0 0,1-1 0 0 0,0 0 0 0 0,0 1-1 0 0,0-1 1 0 0,-1 1 0 0 0,1-1-1 0 0,0 0 1 0 0,0 1 0 0 0,-1-1-1 0 0,1 1 1 0 0,-1-1 0 0 0,1 1-1 0 0,0-1 1 0 0,-1 1 0 0 0,1-1 0 0 0,-1 1-1 0 0,1 0 1 0 0,-1-1 0 0 0,1 1-1 0 0,-1 0 1 0 0,0-1 0 0 0,1 1-1 0 0,-1 0 1 0 0,1 0 0 0 0,-1-1-1 0 0,0 1 1 0 0,1 0 0 0 0,-1 0 0 0 0,0 0-1 0 0,1 0 1 0 0,-1 0 0 0 0,1 0-1 0 0,-1 0 1 0 0,-1 0 0 0 0,-21 5 259 0 0,-9 13 59 0 0,0 1 0 0 0,2 1-1 0 0,0 2 1 0 0,-38 36-1 0 0,58-50-269 0 0,-43 39 383 0 0,-55 61 0 0 0,90-88-396 0 0,1 2 0 0 0,1-1 0 0 0,1 2 1 0 0,1 0-1 0 0,1 1 0 0 0,-12 31 1 0 0,21-46-41 0 0,1 1 0 0 0,0 0 1 0 0,1 0-1 0 0,0 0 1 0 0,0 0-1 0 0,1 1 1 0 0,1-1-1 0 0,0 0 1 0 0,0 1-1 0 0,3 18 1 0 0,-2-24-12 0 0,1 0 0 0 0,0 1 0 0 0,-1-1 0 0 0,1 0 1 0 0,1 0-1 0 0,-1 0 0 0 0,1 0 0 0 0,0-1 0 0 0,0 1 0 0 0,1-1 1 0 0,-1 1-1 0 0,1-1 0 0 0,0 0 0 0 0,0-1 0 0 0,0 1 1 0 0,0-1-1 0 0,1 1 0 0 0,0-1 0 0 0,-1-1 0 0 0,1 1 0 0 0,9 3 1 0 0,-4-3 4 0 0,0 0 1 0 0,0-1-1 0 0,0 0 1 0 0,0-1 0 0 0,1 0-1 0 0,-1 0 1 0 0,1-1 0 0 0,-1-1-1 0 0,0 0 1 0 0,1 0 0 0 0,12-4-1 0 0,-15 4-13 0 0,0-1 0 0 0,0-1 1 0 0,-1 0-1 0 0,1 0 0 0 0,-1 0 0 0 0,0-1 0 0 0,0 0 0 0 0,0 0 1 0 0,0 0-1 0 0,-1-1 0 0 0,0 0 0 0 0,0-1 0 0 0,0 0 0 0 0,0 1 0 0 0,5-10 1 0 0,-10 14-13 0 0,0 0 0 0 0,-1 0-1 0 0,1 0 1 0 0,0 0 0 0 0,-1 0 0 0 0,1-1 0 0 0,-1 1 0 0 0,1 0 0 0 0,-1 0 0 0 0,0 0 0 0 0,1-1 0 0 0,-1 1 0 0 0,0 0 0 0 0,0 0 0 0 0,0-1 0 0 0,0 1 0 0 0,0 0 0 0 0,0 0-1 0 0,-1-1 1 0 0,1 1 0 0 0,0 0 0 0 0,0 0 0 0 0,-1-1 0 0 0,0 0 0 0 0,0 0-23 0 0,0 1 0 0 0,-1-1 0 0 0,1 1 1 0 0,-1-1-1 0 0,1 1 0 0 0,-1-1 0 0 0,0 1 0 0 0,1 0 0 0 0,-1 0 0 0 0,0 0 0 0 0,0 0 0 0 0,0 0 0 0 0,-2-1 1 0 0,-5-1-208 0 0,1 1 1 0 0,-1 0 0 0 0,0 0 0 0 0,0 1 0 0 0,-16-1 0 0 0,-10 3-927 0 0,1 2 0 0 0,0 1 0 0 0,-38 10 0 0 0,-42 16-5255 0 0,54-13 88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5.8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18 141 304 0 0,'-5'-15'4038'0'0,"2"9"-2705"0"0,1-1 0 0 0,0 1 0 0 0,0-1 1 0 0,1 1-1 0 0,-2-13 0 0 0,4 16-1230 0 0,-1 1 0 0 0,0 0 0 0 0,0 0-1 0 0,1 0 1 0 0,-1 0 0 0 0,1 0 0 0 0,-1 0-1 0 0,1 0 1 0 0,0 0 0 0 0,0 0 0 0 0,0 0 0 0 0,0 0-1 0 0,0 0 1 0 0,1 1 0 0 0,-1-1 0 0 0,0 0 0 0 0,1 1-1 0 0,-1-1 1 0 0,1 1 0 0 0,0 0 0 0 0,-1-1-1 0 0,1 1 1 0 0,2-1 0 0 0,5-3-14 0 0,0 1 1 0 0,1 0-1 0 0,-1 0 1 0 0,1 1-1 0 0,0 0 1 0 0,0 1-1 0 0,0 0 0 0 0,16-1 1 0 0,-20 2-86 0 0,0 1 0 0 0,1 0 0 0 0,-1 0 0 0 0,0 1 0 0 0,0-1 0 0 0,0 1 0 0 0,0 1 0 0 0,0-1 0 0 0,0 1 0 0 0,0 0 0 0 0,-1 0 0 0 0,1 1 0 0 0,-1-1 0 0 0,1 1 0 0 0,6 5 0 0 0,-10-6-1 0 0,-1-1 0 0 0,0 0 0 0 0,0 1 0 0 0,0-1 0 0 0,0 0 0 0 0,0 1 0 0 0,0-1 0 0 0,0 1 0 0 0,0 0 0 0 0,0-1 0 0 0,-1 1 0 0 0,1-1 0 0 0,-1 1 0 0 0,1 0 0 0 0,-1 0 0 0 0,0-1 0 0 0,1 1 0 0 0,-1 3 0 0 0,0-1 5 0 0,-1-1 0 0 0,0 1 1 0 0,1-1-1 0 0,-1 1 0 0 0,0-1 0 0 0,-1 0 0 0 0,1 1 0 0 0,-4 5 0 0 0,-3 4 36 0 0,-1 0 0 0 0,-1-1 0 0 0,-16 17 0 0 0,18-20-5 0 0,-45 44 393 0 0,51-51-358 0 0,1 1 29 0 0,1-3-100 0 0,0 1 1 0 0,0-1 0 0 0,0 0 0 0 0,0 0 0 0 0,-1 0 0 0 0,1 0 0 0 0,0 1 0 0 0,0-1 0 0 0,0 0-1 0 0,0 0 1 0 0,0 0 0 0 0,0 1 0 0 0,0-1 0 0 0,0 0 0 0 0,0 0 0 0 0,0 0 0 0 0,0 1 0 0 0,0-1-1 0 0,0 0 1 0 0,0 0 0 0 0,0 1 0 0 0,0-1 0 0 0,0 0 0 0 0,0 0 0 0 0,0 0 0 0 0,0 1 0 0 0,0-1 0 0 0,0 0-1 0 0,0 0 1 0 0,0 0 0 0 0,0 1 0 0 0,0-1 0 0 0,1 0 0 0 0,73 22 467 0 0,-44-14-217 0 0,0 1 1 0 0,-1 1-1 0 0,52 27 0 0 0,-72-32-251 0 0,4 2 174 0 0,0 1 0 0 0,14 12-1 0 0,-24-18 24 0 0,0 1-1 0 0,0 0 0 0 0,0 0 0 0 0,-1-1 1 0 0,1 2-1 0 0,-1-1 0 0 0,0 0 0 0 0,0 0 1 0 0,0 1-1 0 0,0 0 0 0 0,-1-1 0 0 0,1 1 1 0 0,1 5-1 0 0,-3-7-103 0 0,0 0 0 0 0,0-1 0 0 0,0 1-1 0 0,-1-1 1 0 0,1 1 0 0 0,0 0 0 0 0,0-1 0 0 0,-1 1 0 0 0,1-1 0 0 0,-1 1 0 0 0,0-1 0 0 0,1 1-1 0 0,-1-1 1 0 0,0 1 0 0 0,0-1 0 0 0,0 0 0 0 0,0 1 0 0 0,0-1 0 0 0,0 0 0 0 0,0 0-1 0 0,0 0 1 0 0,0 0 0 0 0,-1 0 0 0 0,1 0 0 0 0,-3 1 0 0 0,-3 2 157 0 0,0 0 0 0 0,0-1-1 0 0,-12 5 1 0 0,7-4-125 0 0,-1-1-1 0 0,1 0 0 0 0,-1-1 0 0 0,1 0 1 0 0,-1-1-1 0 0,0 0 0 0 0,-13-2 1 0 0,-11-3-1150 0 0,-40-8 1 0 0,6 0-4754 0 0,59 11 3543 0 0,-13-3-5866 0 0,8 0 2553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8.4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318 54 1912 0 0,'2'-2'739'0'0,"0"0"-1"0"0,0 0 0 0 0,0-1 1 0 0,0 1-1 0 0,0-1 1 0 0,-1 1-1 0 0,1-1 1 0 0,-1 1-1 0 0,2-5 1 0 0,-3 6-628 0 0,0 0 1 0 0,0 0 0 0 0,0 0-1 0 0,1 1 1 0 0,-1-1 0 0 0,-1 0-1 0 0,1 0 1 0 0,0 0 0 0 0,0 0-1 0 0,0 0 1 0 0,0 1 0 0 0,-1-1-1 0 0,1 0 1 0 0,0 0 0 0 0,-1 0 0 0 0,1 1-1 0 0,0-1 1 0 0,-1 0 0 0 0,1 0-1 0 0,-1 1 1 0 0,1-1 0 0 0,-1 0-1 0 0,0 1 1 0 0,1-1 0 0 0,-1 1-1 0 0,0-1 1 0 0,1 1 0 0 0,-1-1-1 0 0,0 1 1 0 0,0-1 0 0 0,0 0 0 0 0,-1 1-50 0 0,0 0 0 0 0,0-1 0 0 0,0 1 0 0 0,0 0 0 0 0,0 0 1 0 0,0 0-1 0 0,0 0 0 0 0,0 0 0 0 0,0 1 0 0 0,0-1 1 0 0,0 1-1 0 0,0-1 0 0 0,1 1 0 0 0,-1-1 0 0 0,-3 3 1 0 0,1-2 156 0 0,-28 11 250 0 0,1 1 0 0 0,0 1 0 0 0,-29 19 0 0 0,47-25-433 0 0,1 0 0 0 0,0 1 0 0 0,0 0 0 0 0,1 1 1 0 0,1 0-1 0 0,-1 1 0 0 0,2 0 0 0 0,-1 1 1 0 0,-10 18-1 0 0,18-27-26 0 0,1 0-1 0 0,-1-1 1 0 0,1 1 0 0 0,-1 0 0 0 0,1 0-1 0 0,0 1 1 0 0,0-1 0 0 0,1 0 0 0 0,-1 0-1 0 0,1 0 1 0 0,-1 0 0 0 0,1 1 0 0 0,0-1-1 0 0,0 0 1 0 0,1 0 0 0 0,-1 1 0 0 0,1-1-1 0 0,-1 0 1 0 0,1 0 0 0 0,0 0 0 0 0,0 0-1 0 0,0 0 1 0 0,1 0 0 0 0,-1 0 0 0 0,1 0-1 0 0,0 0 1 0 0,-1 0 0 0 0,1-1 0 0 0,0 1-1 0 0,5 3 1 0 0,-2-2 7 0 0,0 0-1 0 0,0 0 1 0 0,1 0-1 0 0,0-1 1 0 0,0 0 0 0 0,-1 0-1 0 0,2-1 1 0 0,-1 0 0 0 0,0 0-1 0 0,0 0 1 0 0,1-1-1 0 0,-1 0 1 0 0,1 0 0 0 0,10 0-1 0 0,-6-2 1 0 0,1 1 0 0 0,-1-2 1 0 0,1 0-1 0 0,-1 0 0 0 0,0-1 0 0 0,0-1 0 0 0,0 0 0 0 0,0 0 0 0 0,-1-1 0 0 0,0 0 0 0 0,0-1 1 0 0,0 0-1 0 0,12-10 0 0 0,2-5 625 0 0,-2 0 0 0 0,0-1 0 0 0,33-44 0 0 0,1-5 1673 0 0,-55 69-2176 0 0,0 3-136 0 0,0-1 0 0 0,-1 0 0 0 0,1 1 0 0 0,-1-1 0 0 0,1 1 1 0 0,-1-1-1 0 0,1 1 0 0 0,-1-1 0 0 0,1 1 0 0 0,-1-1 0 0 0,0 1 0 0 0,1-1 0 0 0,-1 1 0 0 0,0 0 0 0 0,1-1 0 0 0,-1 1 1 0 0,0-1-1 0 0,0 1 0 0 0,0 0 0 0 0,0-1 0 0 0,1 1 0 0 0,-1 0 0 0 0,0 0 0 0 0,0-1 0 0 0,0 1 0 0 0,0 0 0 0 0,-1-1 1 0 0,1 2-1 0 0,-1 23 51 0 0,1-25-51 0 0,-26 282 267 0 0,17-93-7572 0 0,9-162 2243 0 0,0-2-2729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39.6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148 159 748 0 0,'2'-5'1209'0'0,"24"-61"9196"0"0,-14 24-6611 0 0,-12 40-3590 0 0,8-26 224 0 0,-7 27-434 0 0,4-8 3056 0 0,0 7-2905 0 0,1 1 0 0 0,-1 0 0 0 0,1 0 0 0 0,-1 1 0 0 0,1 0 0 0 0,0 0 0 0 0,-1 0 0 0 0,1 1 0 0 0,0-1 0 0 0,7 3 0 0 0,12 0 81 0 0,603 50 390 0 0,-619-53-643 0 0,0 1-1 0 0,0 1 1 0 0,0-1-1 0 0,0 2 0 0 0,-1-1 1 0 0,1 1-1 0 0,10 5 1 0 0,-16-6 23 0 0,0 0 0 0 0,0 0 0 0 0,0 0 0 0 0,0 1 0 0 0,0 0 0 0 0,-1-1 0 0 0,1 1 0 0 0,-1 0 0 0 0,0 0 0 0 0,0 0 0 0 0,0 1 0 0 0,0-1 0 0 0,0 0 0 0 0,-1 1 0 0 0,1-1 0 0 0,-1 1 0 0 0,0-1 0 0 0,0 1 0 0 0,-1 0 0 0 0,1 5 0 0 0,2 20-2 0 0,-1 1 0 0 0,-4 52 0 0 0,-15 60-11 0 0,13-114 1 0 0,-21 140 4 0 0,-32 362 291 0 0,58-267 26 0 0,46 346 0 0 0,85 256 207 0 0,-121-798-459 0 0,58 430 1063 0 0,-59-380-772 0 0,-6 0 1 0 0,-12 150 0 0 0,4-227-43 0 0,0-1 0 0 0,-3 0 0 0 0,-15 52 0 0 0,18-80-220 0 0,0 0 0 0 0,-1 0 0 0 0,0-1 0 0 0,0 1 0 0 0,-1-1-1 0 0,-1 0 1 0 0,1 0 0 0 0,-2-1 0 0 0,1 0 0 0 0,-1 0 0 0 0,-1-1 0 0 0,0 0 0 0 0,0-1 0 0 0,0 1 0 0 0,-19 9 0 0 0,7-7-136 0 0,0-1 1 0 0,-1-1 0 0 0,0-2 0 0 0,0 0 0 0 0,0-1-1 0 0,-44 4 1 0 0,-142-4-2071 0 0,198-5 1997 0 0,-275-13-4825 0 0,90-2-3167 0 0,42 1-1807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1-29T11:27:49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19 1248 0 0,'-16'10'19915'0'0,"21"-13"-19895"0"0,0 0 0 0 0,-1 0 0 0 0,1 0 0 0 0,1 0 0 0 0,-1 1 0 0 0,0 0 0 0 0,1 0 0 0 0,-1 0 0 0 0,1 0 0 0 0,-1 1 1 0 0,1 0-1 0 0,0 1 0 0 0,-1-1 0 0 0,1 1 0 0 0,8 0 0 0 0,-2 1-42 0 0,-1 0 1 0 0,1 0-1 0 0,-1 1 0 0 0,0 0 1 0 0,0 1-1 0 0,0 0 0 0 0,12 6 1 0 0,-16-6 9 0 0,1 1 0 0 0,-1 0 0 0 0,0 0 0 0 0,0 1 0 0 0,0 0 0 0 0,-1 0 0 0 0,0 1 0 0 0,0 0 0 0 0,0 0 0 0 0,6 8 0 0 0,-10-10 12 0 0,0 0 1 0 0,0 0-1 0 0,0 0 1 0 0,0 0-1 0 0,-1 0 0 0 0,1 0 1 0 0,-1 0-1 0 0,0 1 1 0 0,0-1-1 0 0,-1 0 0 0 0,1 1 1 0 0,-1-1-1 0 0,0 1 0 0 0,0-1 1 0 0,-1 1-1 0 0,1-1 1 0 0,-1 0-1 0 0,0 1 0 0 0,0-1 1 0 0,-3 8-1 0 0,-8 12 148 0 0,0 0 0 0 0,-1-1 0 0 0,-1 0 0 0 0,-27 31 0 0 0,28-37 528 0 0,13-16-540 0 0,-2 1 41 0 0,2-2-173 0 0,0 0-1 0 0,0 1 0 0 0,0-1 0 0 0,-1 0 0 0 0,1 0 0 0 0,0 0 0 0 0,0 0 1 0 0,0 0-1 0 0,0 0 0 0 0,0 1 0 0 0,0-1 0 0 0,0 0 0 0 0,-1 0 0 0 0,1 0 1 0 0,0 0-1 0 0,0 1 0 0 0,0-1 0 0 0,0 0 0 0 0,0 0 0 0 0,0 0 0 0 0,0 1 1 0 0,0-1-1 0 0,0 0 0 0 0,0 0 0 0 0,0 0 0 0 0,0 1 0 0 0,0-1 0 0 0,0 0 1 0 0,0 0-1 0 0,0 0 0 0 0,0 0 0 0 0,0 1 0 0 0,0-1 0 0 0,0 0 0 0 0,1 0 1 0 0,-1 1-1 0 0,9-1-31 0 0,0 1 1 0 0,0 0-1 0 0,1 1 1 0 0,-1 0-1 0 0,0 0 1 0 0,-1 1-1 0 0,1 0 1 0 0,0 1-1 0 0,-1 0 1 0 0,0 0-1 0 0,0 1 1 0 0,12 9-1 0 0,-15-10 62 0 0,0 1-1 0 0,0 0 1 0 0,-1 0-1 0 0,1 0 1 0 0,-1 0-1 0 0,0 1 1 0 0,-1 0-1 0 0,1 0 1 0 0,-1 0-1 0 0,0 0 0 0 0,-1 0 1 0 0,1 1-1 0 0,-1-1 1 0 0,-1 1-1 0 0,1-1 1 0 0,-1 1-1 0 0,0 0 1 0 0,0 11-1 0 0,-2-9 270 0 0,0 0 0 0 0,0 0 0 0 0,-1 0 0 0 0,0 0 0 0 0,0 0 0 0 0,-1-1 0 0 0,-1 1-1 0 0,1-1 1 0 0,-1 1 0 0 0,0-1 0 0 0,-1 0 0 0 0,0-1 0 0 0,-10 12 0 0 0,9-12-129 0 0,0 0 1 0 0,0-1 0 0 0,-1 0-1 0 0,1 0 1 0 0,-2-1-1 0 0,1 0 1 0 0,0 0 0 0 0,-1-1-1 0 0,0 0 1 0 0,0 0-1 0 0,0 0 1 0 0,-1-1 0 0 0,1-1-1 0 0,-1 1 1 0 0,-11 0-1 0 0,5-1 96 0 0,0-2-1 0 0,1 0 0 0 0,-1 0 0 0 0,0-1 0 0 0,1-1 0 0 0,-1-1 0 0 0,1 0 0 0 0,-22-8 0 0 0,10 2-278 0 0,-1-1 1 0 0,2-1-1 0 0,-1-1 1 0 0,-23-16-1 0 0,45 25-1158 0 0,-1 0 0 0 0,1-1 0 0 0,0 1-1 0 0,0-1 1 0 0,-5-6 0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4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9 711 996 0 0,'-7'22'9853'0'0,"5"-14"-8934"0"0,4-4-825 0 0,-1-1 1 0 0,0 0 0 0 0,1 0-1 0 0,-1 0 1 0 0,1 0-1 0 0,0 0 1 0 0,0 0 0 0 0,0 0-1 0 0,0-1 1 0 0,1 1-1 0 0,-1-1 1 0 0,1 1 0 0 0,0-1-1 0 0,-1 0 1 0 0,1 0-1 0 0,0 0 1 0 0,0-1 0 0 0,0 1-1 0 0,6 1 1 0 0,-7-2 32 0 0,1-1 3 0 0,3-1-86 0 0,0 0-1 0 0,0 0 1 0 0,0-1 0 0 0,0 1 0 0 0,0-1 0 0 0,0-1 0 0 0,-1 1 0 0 0,1-1 0 0 0,-1 0 0 0 0,0 0 0 0 0,0-1 0 0 0,0 0 0 0 0,0 1 0 0 0,-1-2 0 0 0,1 1 0 0 0,-1 0 0 0 0,0-1-1 0 0,3-5 1 0 0,12-15-5 0 0,-2 0 0 0 0,18-36-1 0 0,-34 59-36 0 0,122-246-39 0 0,-8 14 288 0 0,-99 204-35 0 0,2 0 1 0 0,24-32-1 0 0,-41 61-206 0 0,-1 0 0 0 0,1-1 0 0 0,0 1 0 0 0,0 0 0 0 0,0 0 0 0 0,0 0 0 0 0,0 1 0 0 0,0-1 0 0 0,0 0 1 0 0,0 0-1 0 0,0 0 0 0 0,0 1 0 0 0,0-1 0 0 0,1 1 0 0 0,-1-1 0 0 0,0 1 0 0 0,0-1 0 0 0,1 1 0 0 0,-1 0 0 0 0,0-1 0 0 0,1 1 0 0 0,-1 0 0 0 0,2 0 0 0 0,-1 1 11 0 0,-1-1 0 0 0,1 1 0 0 0,-1 0 0 0 0,1-1 0 0 0,-1 1 0 0 0,0 0 0 0 0,0 0 0 0 0,1 0 0 0 0,-1 0 0 0 0,0 0 0 0 0,0 0 0 0 0,0 1 0 0 0,0-1 0 0 0,0 0 0 0 0,0 0 0 0 0,1 3 0 0 0,2 5 93 0 0,1 0 1 0 0,-2 0 0 0 0,1 1-1 0 0,3 18 1 0 0,0 18 157 0 0,-3 0 1 0 0,-2 90-1 0 0,-3-76-183 0 0,14 323 114 0 0,-9-350-35 0 0,-4-30 29 0 0,-3-24-149 0 0,1 0-58 0 0,-1 0 0 0 0,0 0 0 0 0,-2 0 1 0 0,0 0-1 0 0,-2 1 0 0 0,0 0 0 0 0,-1 0 0 0 0,-16-27 0 0 0,16 34-8 0 0,0 1-1 0 0,0 0 0 0 0,-2 1 1 0 0,1 0-1 0 0,-2 0 0 0 0,1 1 1 0 0,-1 0-1 0 0,-1 1 0 0 0,1 0 1 0 0,-2 1-1 0 0,1 1 0 0 0,-1 0 1 0 0,-16-7-1 0 0,16 10 14 0 0,1 0 0 0 0,-1 0 0 0 0,0 1 0 0 0,0 1 0 0 0,0 0 0 0 0,0 1 0 0 0,0 0 0 0 0,0 1-1 0 0,-1 0 1 0 0,1 1 0 0 0,0 1 0 0 0,0 0 0 0 0,0 1 0 0 0,0 0 0 0 0,1 1 0 0 0,-1 1 0 0 0,1 0 0 0 0,0 0 0 0 0,0 1 0 0 0,1 1 0 0 0,-1 0 0 0 0,2 0 0 0 0,-17 15 0 0 0,15-12 8 0 0,2 0 1 0 0,-1 0 0 0 0,-14 20 0 0 0,23-26-4 0 0,-1 0 0 0 0,0 0 0 0 0,1 0 0 0 0,0 0 0 0 0,0 0 0 0 0,0 0 0 0 0,1 0-1 0 0,-1 1 1 0 0,1-1 0 0 0,0 1 0 0 0,0-1 0 0 0,1 1 0 0 0,-1-1 0 0 0,1 1 0 0 0,1 8 0 0 0,-1-10 0 0 0,1-1 0 0 0,-1 0 0 0 0,1 1 0 0 0,0-1 0 0 0,0 0 0 0 0,0 0 0 0 0,0 0 0 0 0,0 0 0 0 0,0 0 0 0 0,0 0 0 0 0,1 0 0 0 0,-1 0 0 0 0,1 0 0 0 0,0 0 0 0 0,-1-1 0 0 0,1 1 0 0 0,0-1-1 0 0,3 3 1 0 0,-1-2 1 0 0,0 0-1 0 0,1 0 0 0 0,-1-1 0 0 0,1 1 1 0 0,-1-1-1 0 0,1 0 0 0 0,-1 0 1 0 0,10 0-1 0 0,0 0 3 0 0,0-2 1 0 0,0 0 0 0 0,0 0-1 0 0,-1-1 1 0 0,20-6 0 0 0,1-3-99 0 0,-2-1 0 0 0,1-1 1 0 0,-2-2-1 0 0,0-1 0 0 0,-1-2 1 0 0,37-28-1 0 0,-19 8-70 0 0,-2-3 0 0 0,71-79 0 0 0,-106 107 110 0 0,1 1 1 0 0,-1 0-1 0 0,25-18 0 0 0,-36 29 53 0 0,1 1 1 0 0,-1 0-1 0 0,1-1 1 0 0,0 1-1 0 0,-1 0 1 0 0,1-1-1 0 0,0 1 1 0 0,-1 0 0 0 0,1 0-1 0 0,0-1 1 0 0,0 1-1 0 0,-1 0 1 0 0,1 0-1 0 0,0 0 1 0 0,-1 0-1 0 0,1 0 1 0 0,0 0-1 0 0,0 0 1 0 0,-1 0-1 0 0,1 0 1 0 0,0 0-1 0 0,0 1 1 0 0,-1-1-1 0 0,1 0 1 0 0,0 0-1 0 0,0 1 1 0 0,1 0 3 0 0,-1 1 0 0 0,0-1 0 0 0,0 0 0 0 0,0 0 0 0 0,-1 0 1 0 0,1 0-1 0 0,0 1 0 0 0,0-1 0 0 0,-1 0 0 0 0,1 1 0 0 0,-1-1 0 0 0,1 3 1 0 0,1 2 22 0 0,-1 1 1 0 0,0 1 0 0 0,0-1 0 0 0,0 7 0 0 0,-4 33 48 0 0,-1 0 0 0 0,-3-1 0 0 0,-2 1 0 0 0,-2-2 1 0 0,-31 86-1 0 0,38-121-9 0 0,1-1 0 0 0,-1 0 0 0 0,0 0 0 0 0,-1-1 0 0 0,0 0 0 0 0,-8 11 0 0 0,12-18-18 0 0,0-1-40 0 0,1 0 0 0 0,-1-1 0 0 0,1 1 0 0 0,0-1 0 0 0,-1 1 0 0 0,1 0-1 0 0,0-1 1 0 0,-1 1 0 0 0,1-1 0 0 0,0 1 0 0 0,0-1 0 0 0,0 1 0 0 0,-1-1 0 0 0,1 1 0 0 0,0-1 0 0 0,0 1 0 0 0,0-1 0 0 0,0 1 0 0 0,0-1 0 0 0,2-14 11 0 0,1 1 0 0 0,1-1 1 0 0,0 1-1 0 0,1 1 0 0 0,12-26 1 0 0,-1 9-17 0 0,29-43 0 0 0,-26 48-15 0 0,1 0 0 0 0,38-36 0 0 0,-46 49 0 0 0,1 1 0 0 0,1 0 0 0 0,0 1 0 0 0,0 0 0 0 0,1 2 0 0 0,25-12 0 0 0,-36 19 13 0 0,0-1 0 0 0,0 1-1 0 0,0 0 1 0 0,0 0 0 0 0,0 0-1 0 0,0 0 1 0 0,0 1 0 0 0,0 0-1 0 0,0 0 1 0 0,1 0 0 0 0,-1 0-1 0 0,0 0 1 0 0,0 1 0 0 0,0 0-1 0 0,0 0 1 0 0,7 3 0 0 0,-8-2 14 0 0,0 0 0 0 0,1 0 0 0 0,-1 0 0 0 0,0 0-1 0 0,0 1 1 0 0,-1 0 0 0 0,1-1 0 0 0,0 1 0 0 0,-1 0 0 0 0,0 1 0 0 0,1-1 0 0 0,-1 0 0 0 0,-1 1 0 0 0,1-1 0 0 0,0 1 0 0 0,-1-1 0 0 0,0 1 0 0 0,2 4 0 0 0,1 10 29 0 0,-1 1 0 0 0,0-1 0 0 0,-1 1 0 0 0,-1 0 0 0 0,-1 0 0 0 0,-2 21 0 0 0,-22 112 38 0 0,2-20 42 0 0,21-131-121 0 0,1 0 0 0 0,0 0-1 0 0,0-1 1 0 0,0 1 0 0 0,0 0 0 0 0,0 0 0 0 0,0-1 0 0 0,0 1-1 0 0,0 0 1 0 0,0-1 0 0 0,0 1 0 0 0,0 0 0 0 0,0 0-1 0 0,1-1 1 0 0,-1 1 0 0 0,0 0 0 0 0,0-1 0 0 0,1 1 0 0 0,-1 0-1 0 0,1-1 1 0 0,-1 1 0 0 0,0-1 0 0 0,1 1 0 0 0,-1 0-1 0 0,1-1 1 0 0,-1 1 0 0 0,1-1 0 0 0,0 0 0 0 0,0 2 0 0 0,1-2 0 0 0,-1 0 0 0 0,1 0 0 0 0,-1 0 0 0 0,1 0 0 0 0,-1 0 0 0 0,1 0 0 0 0,-1 0 1 0 0,1 0-1 0 0,-1 0 0 0 0,1-1 0 0 0,-1 1 0 0 0,0-1 0 0 0,3 0 0 0 0,5-3 1 0 0,0-1 0 0 0,0 0-1 0 0,8-6 1 0 0,-17 11-3 0 0,52-41 11 0 0,-1-2 0 0 0,-2-2 0 0 0,-3-2 1 0 0,60-78-1 0 0,-105 124-11 0 0,55-76-5 0 0,-50 68 3 0 0,-1 0 0 0 0,0 0 0 0 0,-1-1 0 0 0,0 1 0 0 0,0-1 0 0 0,3-19 0 0 0,-6 28 1 0 0,-1 0 1 0 0,0 0-1 0 0,0 0 1 0 0,0 0-1 0 0,1 0 1 0 0,-1 0-1 0 0,0 1 0 0 0,0-1 1 0 0,0 0-1 0 0,0 0 1 0 0,-1 0-1 0 0,1 0 1 0 0,0 0-1 0 0,0 0 0 0 0,0 1 1 0 0,-1-1-1 0 0,1 0 1 0 0,0 0-1 0 0,-1 0 1 0 0,1 0-1 0 0,-1 1 0 0 0,1-1 1 0 0,-1 0-1 0 0,1 1 1 0 0,-1-1-1 0 0,0 0 1 0 0,1 1-1 0 0,-1-1 0 0 0,0 1 1 0 0,0-1-1 0 0,1 1 1 0 0,-1-1-1 0 0,0 1 0 0 0,0-1 1 0 0,0 1-1 0 0,1 0 1 0 0,-1-1-1 0 0,0 1 1 0 0,0 0-1 0 0,0 0 0 0 0,0 0 1 0 0,0 0-1 0 0,0 0 1 0 0,1 0-1 0 0,-1 0 1 0 0,0 0-1 0 0,0 0 0 0 0,0 0 1 0 0,0 0-1 0 0,0 0 1 0 0,0 1-1 0 0,0-1 1 0 0,-5 2 1 0 0,0-1 1 0 0,0 1-1 0 0,1 0 1 0 0,-1 0-1 0 0,1 0 1 0 0,-8 6-1 0 0,9-6 2 0 0,0 1 0 0 0,0 0 0 0 0,0 0 1 0 0,0 0-1 0 0,0 1 0 0 0,1-1 0 0 0,0 1 0 0 0,0 0 0 0 0,0 0 0 0 0,0 0 1 0 0,0 0-1 0 0,1 1 0 0 0,0-1 0 0 0,0 1 0 0 0,0-1 0 0 0,1 1 1 0 0,-1 0-1 0 0,1 0 0 0 0,0 0 0 0 0,0-1 0 0 0,1 1 0 0 0,-1 0 0 0 0,1 0 1 0 0,0 0-1 0 0,1 0 0 0 0,-1 0 0 0 0,1 0 0 0 0,0 0 0 0 0,0 0 0 0 0,1 0 1 0 0,-1-1-1 0 0,1 1 0 0 0,0-1 0 0 0,0 1 0 0 0,1-1 0 0 0,-1 0 0 0 0,1 1 1 0 0,4 3-1 0 0,10 14-14 0 0,1-2 0 0 0,38 34 1 0 0,-39-40 43 0 0,-1 1 0 0 0,-1 1 1 0 0,0 0-1 0 0,-1 1 1 0 0,18 29-1 0 0,-30-44 17 0 0,-1 0-1 0 0,0 1 1 0 0,0-1-1 0 0,0 0 1 0 0,0 0-1 0 0,-1 1 1 0 0,1-1-1 0 0,-1 0 1 0 0,1 1-1 0 0,-1-1 0 0 0,0 1 1 0 0,0-1-1 0 0,0 1 1 0 0,0-1-1 0 0,0 1 1 0 0,0-1-1 0 0,-1 0 1 0 0,1 1-1 0 0,-1-1 1 0 0,0 0-1 0 0,0 1 0 0 0,-1 2 1 0 0,0-1-2 0 0,-1-1 1 0 0,0 0-1 0 0,1 0 0 0 0,-1 0 0 0 0,0 0 1 0 0,0-1-1 0 0,0 1 0 0 0,-1-1 1 0 0,1 0-1 0 0,-1 0 0 0 0,1 0 1 0 0,-8 3-1 0 0,5-3-39 0 0,0 0 0 0 0,-1 0 0 0 0,1-1 0 0 0,-1 1 1 0 0,1-1-1 0 0,-1-1 0 0 0,0 0 0 0 0,1 1 0 0 0,-1-2 0 0 0,1 1 0 0 0,-1-1 0 0 0,0 0 1 0 0,1-1-1 0 0,0 1 0 0 0,-1-1 0 0 0,1-1 0 0 0,0 1 0 0 0,0-1 0 0 0,0 0 1 0 0,0 0-1 0 0,1-1 0 0 0,-11-7 0 0 0,15 9-159 0 0,-1 1 0 0 0,1 0 1 0 0,0-1-1 0 0,-1 1 0 0 0,1-1 1 0 0,0 0-1 0 0,0 1 0 0 0,0-1 1 0 0,0 0-1 0 0,1 0 0 0 0,-1 0 0 0 0,0 0 1 0 0,1 1-1 0 0,-1-1 0 0 0,1 0 1 0 0,-1 0-1 0 0,1 0 0 0 0,0 0 0 0 0,0 0 1 0 0,0 0-1 0 0,0 0 0 0 0,0 0 1 0 0,1-3-1 0 0,1 0-1133 0 0,0 0 0 0 0,0 1-1 0 0,0-1 1 0 0,1 1 0 0 0,0 0 0 0 0,5-7 0 0 0,-6 8-54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5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2204 0 0,'47'10'14740'0'0,"-45"-9"-14367"0"0,-2 1-680 0 0,-1 7-873 0 0,-7-4-5595 0 0,-1-1 124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6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90 604 2212 0 0,'0'-26'2792'0'0,"-1"-16"2364"0"0,6-46 1 0 0,-4 86-4993 0 0,2-7 276 0 0,-1 12-416 0 0,0 0 0 0 0,0 0 0 0 0,0 1-1 0 0,-1-1 1 0 0,1 0 0 0 0,-1 1-1 0 0,0-1 1 0 0,1 1 0 0 0,-2-1-1 0 0,1 1 1 0 0,0 0 0 0 0,0 5-1 0 0,0 53 60 0 0,-1-44-58 0 0,0 41 84 0 0,-2 0-1 0 0,-3-1 0 0 0,-17 87 0 0 0,22-145-107 0 0,-1 2 10 0 0,1 0 0 0 0,0-1 0 0 0,0 1 0 0 0,-1 0 0 0 0,1 0 1 0 0,-1-1-1 0 0,1 1 0 0 0,-1 0 0 0 0,0-1 0 0 0,0 1 0 0 0,1-1 0 0 0,-1 1 0 0 0,0-1 1 0 0,-1 1-1 0 0,1-1 0 0 0,0 0 0 0 0,0 0 0 0 0,-1 1 0 0 0,1-1 0 0 0,0 0 0 0 0,-2 1 1 0 0,1-2 42 0 0,0-1 4 0 0,-1-1-48 0 0,0 0 0 0 0,0-1 0 0 0,0 1-1 0 0,1-1 1 0 0,-1 0 0 0 0,1 0 0 0 0,0 0 0 0 0,-1 0 0 0 0,1 0 0 0 0,1 0 0 0 0,-1 0 0 0 0,1-1 0 0 0,-1 1 0 0 0,1-1 0 0 0,0 1 0 0 0,-1-7 0 0 0,-3-12 14 0 0,-2-34-1 0 0,6 45-7 0 0,1 11-16 0 0,-8-80 19 0 0,2-93-1 0 0,7 146-31 0 0,1 1 0 0 0,1-1 0 0 0,2 1 0 0 0,0 0 0 0 0,2 0 0 0 0,1 1 0 0 0,16-37 1 0 0,-9 31-4 0 0,2 1 0 0 0,1 0 0 0 0,27-34 0 0 0,-35 51 6 0 0,1 1 1 0 0,0 0 0 0 0,1 1 0 0 0,0 0 0 0 0,1 1 0 0 0,0 0 0 0 0,0 1 0 0 0,1 1 0 0 0,17-9 0 0 0,-27 15 6 0 0,1 1 0 0 0,-1-1 0 0 0,1 1 0 0 0,0 0 0 0 0,-1 0 0 0 0,1 1 0 0 0,0-1 0 0 0,-1 1 0 0 0,1 0 0 0 0,0 0 0 0 0,0 1 0 0 0,-1-1 0 0 0,1 1 0 0 0,0 0 0 0 0,-1 1 0 0 0,1-1 0 0 0,-1 1 1 0 0,0-1-1 0 0,1 1 0 0 0,-1 1 0 0 0,0-1 0 0 0,0 1 0 0 0,0-1 0 0 0,0 1 0 0 0,-1 0 0 0 0,1 0 0 0 0,-1 1 0 0 0,5 5 0 0 0,-3-3 17 0 0,0 1 1 0 0,-1-1-1 0 0,0 1 1 0 0,0 0-1 0 0,0 0 1 0 0,-1 1-1 0 0,0-1 1 0 0,0 1-1 0 0,-1 0 1 0 0,0-1-1 0 0,0 1 1 0 0,-1 0-1 0 0,0 0 0 0 0,-1 0 1 0 0,1 1-1 0 0,-2 8 1 0 0,-2-2 6 0 0,0 1-1 0 0,-1-1 1 0 0,-1 0 0 0 0,0 0-1 0 0,-1-1 1 0 0,-1 0 0 0 0,0 0-1 0 0,0 0 1 0 0,-2-1 0 0 0,0 0-1 0 0,-14 16 1 0 0,1-5 2 0 0,-1 0-1 0 0,-1-2 1 0 0,-1 0-1 0 0,-40 25 1 0 0,61-45-16 0 0,1 0 1 0 0,0 0 0 0 0,-1 0 0 0 0,0-1 0 0 0,1 1 0 0 0,-1-1 0 0 0,0 0-1 0 0,0 0 1 0 0,0 0 0 0 0,-5 0 0 0 0,7-1-6 0 0,0 0 0 0 0,0 0 0 0 0,1 0 0 0 0,-1 0 1 0 0,0-1-1 0 0,0 1 0 0 0,1-1 0 0 0,-1 1 0 0 0,0-1 0 0 0,1 1 0 0 0,-1-1 0 0 0,0 0 0 0 0,1 0 1 0 0,-1 0-1 0 0,1 0 0 0 0,0 0 0 0 0,-1 0 0 0 0,1 0 0 0 0,0-1 0 0 0,-1 1 0 0 0,1 0 0 0 0,0-1 1 0 0,0 1-1 0 0,0-1 0 0 0,-1-2 0 0 0,1 3-3 0 0,1-1 0 0 0,-1 1 1 0 0,1-1-1 0 0,-1 1 0 0 0,1-1 0 0 0,0 1 0 0 0,0-1 0 0 0,-1 1 1 0 0,1-1-1 0 0,0 1 0 0 0,0-1 0 0 0,0 1 0 0 0,1-1 1 0 0,-1 1-1 0 0,0-1 0 0 0,0 1 0 0 0,1-1 0 0 0,-1 1 1 0 0,1-1-1 0 0,0 1 0 0 0,-1 0 0 0 0,1-1 0 0 0,0 1 1 0 0,0 0-1 0 0,-1 0 0 0 0,1-1 0 0 0,0 1 0 0 0,0 0 0 0 0,1 0 1 0 0,-1 0-1 0 0,0 0 0 0 0,0 0 0 0 0,0 0 0 0 0,1 1 1 0 0,-1-1-1 0 0,2 0 0 0 0,-1 0 5 0 0,1 1-13 0 0,4 1 5 0 0,-1 0 0 0 0,0 0-1 0 0,0 0 1 0 0,0 1 0 0 0,0 0 0 0 0,0 1-1 0 0,0-1 1 0 0,0 1 0 0 0,-1 0-1 0 0,0 1 1 0 0,1-1 0 0 0,-1 1 0 0 0,6 6-1 0 0,13 12 17 0 0,28 34-1 0 0,-39-41 3 0 0,25 28 181 0 0,-9-9-691 0 0,2-1 0 0 0,35 29 1 0 0,-56-53-364 0 0,1-1 1 0 0,0-1-1 0 0,0 1 1 0 0,1-2-1 0 0,-1 0 1 0 0,2 0-1 0 0,-1-1 1 0 0,0-1-1 0 0,1 0 1 0 0,0 0-1 0 0,18 1 1 0 0,-7-3-2887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7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305 210 1272 0 0,'6'-10'952'0'0,"-1"1"0"0"0,-1-1 0 0 0,1 0 0 0 0,-1 0 1 0 0,-1-1-1 0 0,4-16 0 0 0,-6 19-585 0 0,0 1-1 0 0,0-1 1 0 0,-1 1 0 0 0,1-1 0 0 0,-2 1-1 0 0,1-1 1 0 0,-1 1 0 0 0,0-1 0 0 0,-1 1-1 0 0,-3-11 1 0 0,4 16-316 0 0,1 1 1 0 0,-1-1-1 0 0,0 0 0 0 0,0 1 0 0 0,1-1 1 0 0,-1 1-1 0 0,-1-1 0 0 0,1 1 0 0 0,0-1 1 0 0,0 1-1 0 0,0-1 0 0 0,-1 1 0 0 0,1 0 1 0 0,-1 0-1 0 0,1 0 0 0 0,-1 0 0 0 0,1 0 0 0 0,-1 0 1 0 0,0 0-1 0 0,1 0 0 0 0,-4 0 0 0 0,2 0-4 0 0,-1 1 0 0 0,1 0-1 0 0,0 0 1 0 0,0 0 0 0 0,0 1-1 0 0,0-1 1 0 0,-1 1 0 0 0,1-1-1 0 0,0 1 1 0 0,0 0 0 0 0,-5 2-1 0 0,-6 5 81 0 0,1-1 0 0 0,-1 2 0 0 0,-23 19-1 0 0,36-28-117 0 0,-18 16 74 0 0,2 0-1 0 0,-1 2 1 0 0,2 0-1 0 0,1 0 1 0 0,-17 25 0 0 0,23-28-62 0 0,1-1 1 0 0,0 1-1 0 0,0 0 1 0 0,2 1 0 0 0,0 0-1 0 0,1 0 1 0 0,0 0-1 0 0,-2 23 1 0 0,6-36-14 0 0,1 0 0 0 0,0 0 1 0 0,0 0-1 0 0,0 0 0 0 0,0 0 0 0 0,0 0 0 0 0,1 0 0 0 0,-1 0 1 0 0,1-1-1 0 0,0 1 0 0 0,0 0 0 0 0,0 0 0 0 0,0 0 1 0 0,0-1-1 0 0,1 1 0 0 0,-1-1 0 0 0,4 5 0 0 0,-3-5-3 0 0,0-1 1 0 0,-1 1-1 0 0,1-1 0 0 0,0 1 0 0 0,0-1 0 0 0,1 0 0 0 0,-1 0 0 0 0,0 0 1 0 0,0 0-1 0 0,1 0 0 0 0,-1 0 0 0 0,0-1 0 0 0,1 1 0 0 0,-1-1 1 0 0,0 1-1 0 0,1-1 0 0 0,-1 0 0 0 0,1 0 0 0 0,-1 0 0 0 0,1-1 1 0 0,2 1-1 0 0,0-1 0 0 0,-1-1 0 0 0,1 1 1 0 0,0-1-1 0 0,0 0 0 0 0,-1 0 0 0 0,1-1 1 0 0,-1 1-1 0 0,0-1 0 0 0,0 0 1 0 0,0 0-1 0 0,4-4 0 0 0,36-40 9 0 0,-41 42-13 0 0,35-43 13 0 0,44-73 0 0 0,-81 120-18 0 0,-1 0-1 0 0,1 0 1 0 0,-1 0 0 0 0,1 0 0 0 0,-1 0-1 0 0,1 0 1 0 0,0 0 0 0 0,-1 0 0 0 0,1 0-1 0 0,0 0 1 0 0,0 1 0 0 0,0-1 0 0 0,0 0 0 0 0,0 1-1 0 0,0-1 1 0 0,0 0 0 0 0,0 1 0 0 0,0-1-1 0 0,0 1 1 0 0,0 0 0 0 0,0-1 0 0 0,0 1 0 0 0,2 0-1 0 0,-2 0 5 0 0,0 0-1 0 0,0 1 0 0 0,0-1 0 0 0,0 1 0 0 0,0-1 0 0 0,0 1 0 0 0,0-1 1 0 0,0 1-1 0 0,0 0 0 0 0,0 0 0 0 0,0-1 0 0 0,0 1 0 0 0,0 0 0 0 0,-1 0 0 0 0,1 0 1 0 0,0 0-1 0 0,-1 0 0 0 0,2 1 0 0 0,3 8 8 0 0,-1 1 0 0 0,0-1 0 0 0,5 18 0 0 0,-7-23-14 0 0,7 22 25 0 0,2-2 0 0 0,0 1 1 0 0,28 42-1 0 0,-39-67-18 0 0,1 0 1 0 0,-1 0 0 0 0,0 0-1 0 0,1-1 1 0 0,-1 1-1 0 0,1 0 1 0 0,-1 0 0 0 0,1 0-1 0 0,0-1 1 0 0,-1 1 0 0 0,1 0-1 0 0,0-1 1 0 0,-1 1-1 0 0,1 0 1 0 0,0-1 0 0 0,0 1-1 0 0,-1-1 1 0 0,1 1 0 0 0,0-1-1 0 0,0 1 1 0 0,0-1-1 0 0,0 0 1 0 0,0 0 0 0 0,0 1-1 0 0,0-1 1 0 0,-1 0 0 0 0,1 0-1 0 0,0 0 1 0 0,0 0-1 0 0,2 0 1 0 0,-2-1-2 0 0,1 0-1 0 0,-1 0 0 0 0,1 0 1 0 0,-1 0-1 0 0,0-1 1 0 0,0 1-1 0 0,0 0 1 0 0,0-1-1 0 0,0 1 1 0 0,0-1-1 0 0,0 1 1 0 0,0-1-1 0 0,0 1 0 0 0,-1-1 1 0 0,2-3-1 0 0,23-85 39 0 0,-21 68-39 0 0,1 1-1 0 0,1 0 1 0 0,2 0 0 0 0,17-36 0 0 0,-24 55-3 0 0,0 0 1 0 0,0 0 0 0 0,0 0-1 0 0,0 0 1 0 0,1 1-1 0 0,-1-1 1 0 0,0 0 0 0 0,1 1-1 0 0,0-1 1 0 0,-1 1 0 0 0,1-1-1 0 0,0 1 1 0 0,0 0-1 0 0,-1 0 1 0 0,1 0 0 0 0,0 0-1 0 0,0 0 1 0 0,1 0 0 0 0,-1 0-1 0 0,0 1 1 0 0,0-1-1 0 0,0 1 1 0 0,0-1 0 0 0,0 1-1 0 0,1 0 1 0 0,-1 0 0 0 0,0 0-1 0 0,0 0 1 0 0,0 0-1 0 0,1 1 1 0 0,1 0 0 0 0,0 0-1 0 0,0 1 1 0 0,0 0-1 0 0,0 0 1 0 0,0 0-1 0 0,-1 1 1 0 0,1-1-1 0 0,-1 1 1 0 0,0 0-1 0 0,0 0 1 0 0,0 0-1 0 0,0 0 1 0 0,0 0-1 0 0,-1 1 1 0 0,5 7-1 0 0,1 4 44 0 0,-1 1-1 0 0,0 0 0 0 0,-2 0 0 0 0,1 1 0 0 0,-2 0 0 0 0,0 0 0 0 0,-1 0 1 0 0,-1 0-1 0 0,-1 0 0 0 0,0 1 0 0 0,-1-1 0 0 0,-4 31 0 0 0,2-41 28 0 0,1 0-1 0 0,-1 0 0 0 0,0-1 1 0 0,0 1-1 0 0,-1-1 0 0 0,0 0 1 0 0,0 0-1 0 0,-1 0 0 0 0,1 0 1 0 0,-7 6-1 0 0,10-11-59 0 0,0-1-1 0 0,0 1 1 0 0,-1-1 0 0 0,1 0-1 0 0,0 1 1 0 0,-1-1-1 0 0,1 0 1 0 0,0 1 0 0 0,-1-1-1 0 0,1 0 1 0 0,-1 1-1 0 0,1-1 1 0 0,-1 0 0 0 0,1 0-1 0 0,0 0 1 0 0,-1 1-1 0 0,1-1 1 0 0,-1 0 0 0 0,1 0-1 0 0,-1 0 1 0 0,1 0-1 0 0,-1 0 1 0 0,1 0 0 0 0,-1 0-1 0 0,1 0 1 0 0,-1 0-1 0 0,1 0 1 0 0,-1 0 0 0 0,1 0-1 0 0,-1 0 1 0 0,1-1-1 0 0,-1 1 1 0 0,1 0 0 0 0,0 0-1 0 0,-1 0 1 0 0,1-1 0 0 0,-1 1-1 0 0,1 0 1 0 0,0 0-1 0 0,-1-1 1 0 0,1 1 0 0 0,0 0-1 0 0,-1-1 1 0 0,1 1-1 0 0,0-1 1 0 0,-1 1 0 0 0,1 0-1 0 0,0-1 1 0 0,0 1-1 0 0,-1-2 1 0 0,-5-18 18 0 0,5 3-20 0 0,1 1 0 0 0,0-1 0 0 0,2 0 0 0 0,0 1 0 0 0,0-1 1 0 0,2 1-1 0 0,0-1 0 0 0,1 1 0 0 0,1 1 0 0 0,0-1 0 0 0,1 1 1 0 0,0 0-1 0 0,2 0 0 0 0,-1 1 0 0 0,2 0 0 0 0,0 1 1 0 0,1 0-1 0 0,18-18 0 0 0,-21 24-14 0 0,1 0-1 0 0,-1 0 1 0 0,1 1 0 0 0,0 1 0 0 0,1-1 0 0 0,-1 1-1 0 0,1 1 1 0 0,0 0 0 0 0,0 0 0 0 0,0 1-1 0 0,15-3 1 0 0,-21 5 9 0 0,0 1 0 0 0,-1 0 0 0 0,1 0 0 0 0,0 0-1 0 0,0 0 1 0 0,-1 0 0 0 0,1 1 0 0 0,0 0 0 0 0,0 0 0 0 0,-1 0 0 0 0,1 0-1 0 0,-1 0 1 0 0,1 1 0 0 0,-1-1 0 0 0,0 1 0 0 0,5 3 0 0 0,-3-1-2 0 0,-1 0 1 0 0,0 0 0 0 0,0 1 0 0 0,0-1 0 0 0,0 1 0 0 0,-1 0 0 0 0,0 0 0 0 0,0 0 0 0 0,4 8 0 0 0,0 8 15 0 0,0 0 0 0 0,-1 0 1 0 0,-1 0-1 0 0,3 29 0 0 0,-6-32 2 0 0,1 0-1 0 0,1-1 0 0 0,9 27 1 0 0,-12-41-160 0 0,1 1 1 0 0,-1-1-1 0 0,1 1 1 0 0,0-1-1 0 0,-1 1 1 0 0,2-1-1 0 0,-1 0 1 0 0,0 0-1 0 0,1 0 0 0 0,-1 0 1 0 0,1-1-1 0 0,0 1 1 0 0,0-1-1 0 0,0 1 1 0 0,0-1-1 0 0,0 0 1 0 0,1 0-1 0 0,-1 0 1 0 0,1-1-1 0 0,-1 1 1 0 0,1-1-1 0 0,6 2 1 0 0,-6-3-297 0 0,0 0 1 0 0,0 0-1 0 0,0 0 1 0 0,0-1-1 0 0,0 1 0 0 0,0-1 1 0 0,0 0-1 0 0,0 0 1 0 0,-1-1-1 0 0,1 1 1 0 0,0-1-1 0 0,-1 1 0 0 0,1-1 1 0 0,3-3-1 0 0,10-5-3806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7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136 179 596 0 0,'5'-22'2224'0'0,"-2"0"0"0"0,0 0 1 0 0,-1 0-1 0 0,-1-38 0 0 0,-2 41-898 0 0,-1 7-10 0 0,-5 18-757 0 0,5-4-674 0 0,-2 2 156 0 0,2 1-1 0 0,-1-1 0 0 0,0 1 0 0 0,1 0 0 0 0,0-1 0 0 0,0 1 1 0 0,0 0-1 0 0,-1 7 0 0 0,-1 2 32 0 0,-24 74 50 0 0,4 1-1 0 0,4 0 0 0 0,-15 180 0 0 0,34-256-447 0 0,-1 47-1710 0 0,8-23-4420 0 0,-3-28 1956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7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457 89 1532 0 0,'2'-5'810'0'0,"7"-9"2393"0"0,-2-1 0 0 0,0 0-1 0 0,8-24 1 0 0,-32 39-2591 0 0,9 3-521 0 0,0 0 0 0 0,0 0 1 0 0,0 0-1 0 0,0 1 1 0 0,1 1-1 0 0,-13 8 0 0 0,-1 0 0 0 0,-143 90 165 0 0,-6 4-136 0 0,115-75 5 0 0,53-31-118 0 0,3-2-4 0 0,2-2 8 0 0,1 1 0 0 0,0 0 0 0 0,0 0 0 0 0,0 0 0 0 0,0 1 0 0 0,1-1 0 0 0,-1 1 0 0 0,0 0 0 0 0,1 0 0 0 0,-1 0 0 0 0,0 1 0 0 0,9 0 0 0 0,-11 0-1 0 0,9 0 21 0 0,0 0 1 0 0,1 1 0 0 0,-1 0-1 0 0,0 1 1 0 0,0 1-1 0 0,0-1 1 0 0,0 2-1 0 0,0 0 1 0 0,-1 0-1 0 0,0 1 1 0 0,1 0 0 0 0,-2 0-1 0 0,1 1 1 0 0,-1 1-1 0 0,0 0 1 0 0,0 0-1 0 0,13 15 1 0 0,19 24 22 0 0,-28-31-2 0 0,-1-1-1 0 0,2 0 1 0 0,15 13 0 0 0,-26-25-23 0 0,1 0 1 0 0,-1 0-1 0 0,0 0 1 0 0,1-1-1 0 0,-1 1 1 0 0,1-1-1 0 0,0 0 1 0 0,-1 0-1 0 0,1 0 1 0 0,0 0 0 0 0,0 0-1 0 0,-1-1 1 0 0,1 0-1 0 0,0 0 1 0 0,0 0-1 0 0,0 0 1 0 0,0-1-1 0 0,-1 1 1 0 0,1-1-1 0 0,0 0 1 0 0,-1 0-1 0 0,1-1 1 0 0,6-2-1 0 0,6-4-311 0 0,-2-1-1 0 0,1-1 0 0 0,-1 0 0 0 0,14-13 0 0 0,3-1-3466 0 0,-9 9-2005 0 0,-10 8 379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8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1 173 1028 0 0,'0'0'15674'0'0,"0"-1"-15618"0"0,0 1 1 0 0,0-1-1 0 0,1 1 1 0 0,-1 0 0 0 0,0-1-1 0 0,1 1 1 0 0,-1-1 0 0 0,0 1-1 0 0,1 0 1 0 0,-1-1 0 0 0,0 1-1 0 0,1 0 1 0 0,-1 0 0 0 0,1-1-1 0 0,-1 1 1 0 0,1 0-1 0 0,-1 0 1 0 0,1 0 0 0 0,-1 0-1 0 0,0-1 1 0 0,1 1 0 0 0,-1 0-1 0 0,2 0 1 0 0,52 5 207 0 0,1-3 0 0 0,-1-2 1 0 0,89-11-1 0 0,-136 10-484 0 0,-1 0 0 0 0,0-1 0 0 0,0 0 0 0 0,0 0 0 0 0,0-1 0 0 0,0 1 0 0 0,0-1 0 0 0,-1-1 0 0 0,10-6 0 0 0,-12 8 70 0 0,-1-1 0 0 0,1 1 0 0 0,-1 0 0 0 0,0-1 0 0 0,0 0 0 0 0,0 1 0 0 0,0-1 0 0 0,-1 0 0 0 0,1 0 0 0 0,-1 0 0 0 0,1 0 0 0 0,-1 0 0 0 0,0 0 0 0 0,0 0 0 0 0,-1-1 0 0 0,1 1 0 0 0,-1 0 0 0 0,1 0 0 0 0,-1-1 0 0 0,0 1 0 0 0,-1-6 0 0 0,-9-43-213 0 0,10 50 388 0 0,0 2 4 0 0,0 0-1 0 0,0 0 1 0 0,0-1 0 0 0,-1 1-1 0 0,1 0 1 0 0,0-1 0 0 0,0 1-1 0 0,0 0 1 0 0,0 0 0 0 0,0-1-1 0 0,0 1 1 0 0,0 0 0 0 0,0-1-1 0 0,0 1 1 0 0,0 0 0 0 0,0 0-1 0 0,0-1 1 0 0,0 1 0 0 0,0 0-1 0 0,0 0 1 0 0,0-1 0 0 0,1 1-1 0 0,-1 0 1 0 0,0 0 0 0 0,0-1-1 0 0,0 1 1 0 0,0 0 0 0 0,0 0-1 0 0,1-1 1 0 0,5 3 53 0 0,1 0 0 0 0,-1 0 0 0 0,1 0 0 0 0,-1 1 0 0 0,0 0 0 0 0,0 0 0 0 0,0 1 0 0 0,-1-1 0 0 0,1 1 0 0 0,-1 1 0 0 0,0-1 0 0 0,0 1 0 0 0,0 0 0 0 0,-1 0 0 0 0,0 0 1 0 0,0 0-1 0 0,0 1 0 0 0,0 0 0 0 0,-1 0 0 0 0,0 0 0 0 0,0 0 0 0 0,-1 0 0 0 0,0 1 0 0 0,3 12 0 0 0,-5-15-43 0 0,0 1 0 0 0,-1-1 1 0 0,1 0-1 0 0,-1 1 0 0 0,0-1 0 0 0,0 0 1 0 0,-1 1-1 0 0,1-1 0 0 0,-1 0 1 0 0,0 0-1 0 0,0 0 0 0 0,0 0 0 0 0,-6 6 1 0 0,-3 4-268 0 0,-1 0 0 0 0,-13 12 0 0 0,14-16-488 0 0,7-6-736 0 0,-1 1 1319 0 0,-2-2-5945 0 0,-5 0 804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28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7 100 2300 0 0,'13'-14'6238'0'0,"18"-26"-1"0"0,-18 23-4310 0 0,-12 16-1629 0 0,-1 0-257 0 0,0 0 1 0 0,0 0 0 0 0,1 0-1 0 0,-1 0 1 0 0,0 0 0 0 0,1 0-1 0 0,-1 0 1 0 0,1 0 0 0 0,-1 0 0 0 0,1 0-1 0 0,-1 1 1 0 0,1-1 0 0 0,0 0-1 0 0,-1 0 1 0 0,1 1 0 0 0,0-1-1 0 0,0 1 1 0 0,0-1 0 0 0,-1 0-1 0 0,1 1 1 0 0,0-1 0 0 0,2 0 0 0 0,16-5 36 0 0,-12 5-78 0 0,0 0 0 0 0,-1 1 1 0 0,1 0-1 0 0,0 0 0 0 0,0 0 0 0 0,0 1 0 0 0,0 0 1 0 0,0 1-1 0 0,-1-1 0 0 0,1 1 0 0 0,-1 0 0 0 0,1 1 1 0 0,-1 0-1 0 0,0 0 0 0 0,0 0 0 0 0,0 1 0 0 0,0 0 0 0 0,-1 0 1 0 0,1 0-1 0 0,-1 1 0 0 0,0 0 0 0 0,-1 0 0 0 0,7 8 1 0 0,-9-11 9 0 0,-1 0 1 0 0,1 1 0 0 0,-1-1 0 0 0,0 0 0 0 0,0 1 0 0 0,0-1-1 0 0,0 0 1 0 0,0 1 0 0 0,0-1 0 0 0,-1 1 0 0 0,1-1 0 0 0,-1 1-1 0 0,0 0 1 0 0,1-1 0 0 0,-1 1 0 0 0,-1-1 0 0 0,1 1-1 0 0,0-1 1 0 0,-1 1 0 0 0,1 0 0 0 0,-1-1 0 0 0,0 0 0 0 0,1 1-1 0 0,-1-1 1 0 0,0 1 0 0 0,-1-1 0 0 0,1 0 0 0 0,0 0 0 0 0,-3 3-1 0 0,1 0 4 0 0,-2 2 0 0 0,-1 0 0 0 0,0 0 0 0 0,0 0 0 0 0,0-1 0 0 0,0 0 0 0 0,-12 8 0 0 0,-3 4 41 0 0,20-17-6 0 0,-1 5 180 0 0,2-6-219 0 0,0 0 1 0 0,0 1-1 0 0,-1-1 0 0 0,1 0 1 0 0,0 0-1 0 0,0 0 0 0 0,0 0 1 0 0,0 1-1 0 0,0-1 0 0 0,0 0 0 0 0,0 0 1 0 0,0 0-1 0 0,0 0 0 0 0,0 1 1 0 0,0-1-1 0 0,0 0 0 0 0,0 0 1 0 0,0 0-1 0 0,0 0 0 0 0,0 1 0 0 0,0-1 1 0 0,0 0-1 0 0,0 0 0 0 0,0 0 1 0 0,0 0-1 0 0,0 1 0 0 0,0-1 0 0 0,1 0 1 0 0,-1 0-1 0 0,0 0 0 0 0,0 0 1 0 0,0 1-1 0 0,0-1 0 0 0,0 0 1 0 0,0 0-1 0 0,1 0 0 0 0,-1 0 0 0 0,0 0 1 0 0,0 0-1 0 0,0 0 0 0 0,0 1 1 0 0,0-1-1 0 0,1 0 0 0 0,-1 0 1 0 0,0 0-1 0 0,0 0 0 0 0,2 1 67 0 0,13 0 34 0 0,-8 1-85 0 0,-1-1 0 0 0,1 2 0 0 0,-1-1 0 0 0,0 1 0 0 0,7 3 0 0 0,-7-3-24 0 0,4 2 6 0 0,0 1-1 0 0,-1 0 1 0 0,0 1 0 0 0,13 11-1 0 0,3 3 34 0 0,-23-20 14 0 0,-1 0 0 0 0,0 0 0 0 0,1 1 1 0 0,-1-1-1 0 0,0 1 0 0 0,1-1 0 0 0,-1 1 1 0 0,0-1-1 0 0,0 1 0 0 0,0 0 0 0 0,0-1 0 0 0,-1 1 1 0 0,1 0-1 0 0,0 0 0 0 0,-1 0 0 0 0,1-1 1 0 0,-1 1-1 0 0,0 0 0 0 0,0 0 0 0 0,0 0 0 0 0,0 0 1 0 0,0 0-1 0 0,0 0 0 0 0,0 0 0 0 0,0 0 0 0 0,-1 0 1 0 0,1-1-1 0 0,-1 1 0 0 0,1 0 0 0 0,-3 3 1 0 0,1 0 70 0 0,0-1 1 0 0,-1 1-1 0 0,1-1 1 0 0,-1 0-1 0 0,0 0 1 0 0,0 0-1 0 0,-1-1 1 0 0,1 1-1 0 0,-1-1 1 0 0,-6 5-1 0 0,-1-2-11 0 0,0 0 0 0 0,0-1 0 0 0,-1 0-1 0 0,0-1 1 0 0,0 0 0 0 0,0 0 0 0 0,0-2 0 0 0,0 0-1 0 0,-16 1 1 0 0,8-1-839 0 0,-33-3 0 0 0,-15-9-6652 0 0,54 5 2299 0 0,0 2-2589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30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1 688 2140 0 0,'0'0'1898'0'0,"15"16"5646"0"0,-13-1-6269 0 0,0-3-614 0 0,-1 0-1 0 0,7 22 1 0 0,-7-33-439 0 0,-1 0-187 0 0,0-1-1 0 0,0 1 1 0 0,0-1 0 0 0,0 1 0 0 0,0-1 0 0 0,0 1 0 0 0,0-1-1 0 0,0 0 1 0 0,1 1 0 0 0,-1-1 0 0 0,0 1 0 0 0,0-1 0 0 0,1 0-1 0 0,-1 1 1 0 0,0-1 0 0 0,0 1 0 0 0,1-1 0 0 0,-1 0 0 0 0,0 1 0 0 0,1-1-1 0 0,-1 0 1 0 0,0 0 0 0 0,1 1 0 0 0,-1-1 0 0 0,1 0 0 0 0,-1 0-1 0 0,1 0 1 0 0,-1 1 0 0 0,0-1 0 0 0,1 0 0 0 0,-1 0 0 0 0,1 0-1 0 0,-1 0 1 0 0,1 0 0 0 0,-1 0 0 0 0,1 0 0 0 0,-1 0 0 0 0,1 0-1 0 0,-1 0 1 0 0,1 0 0 0 0,-1 0 0 0 0,0 0 0 0 0,1 0 0 0 0,-1-1 0 0 0,1 1-1 0 0,0 0 1 0 0,19-9 713 0 0,-10 0-647 0 0,-1 0 0 0 0,-1-1 0 0 0,0 0 0 0 0,0 0 0 0 0,7-13 0 0 0,30-60 42 0 0,-32 56-87 0 0,162-383-10 0 0,-163 378-52 0 0,47-107-101 0 0,-59 138 101 0 0,0 0 0 0 0,0 0 0 0 0,1 0 0 0 0,-1 0 0 0 0,1 0 0 0 0,-1 0 0 0 0,1 0 0 0 0,-1 1-1 0 0,1-1 1 0 0,-1 0 0 0 0,1 0 0 0 0,0 1 0 0 0,0-1 0 0 0,-1 0 0 0 0,1 1 0 0 0,0-1 0 0 0,0 1 0 0 0,0-1-1 0 0,1 0 1 0 0,-1 1 4 0 0,0 0 1 0 0,0 0-1 0 0,-1 0 0 0 0,1 0 0 0 0,0 0 0 0 0,0 0 0 0 0,-1 0 0 0 0,1 0 0 0 0,0 1 0 0 0,0-1 1 0 0,-1 0-1 0 0,1 0 0 0 0,0 1 0 0 0,-1-1 0 0 0,1 1 0 0 0,0-1 0 0 0,-1 0 0 0 0,1 1 0 0 0,0 0 1 0 0,3 3 2 0 0,-1 0 0 0 0,0-1 1 0 0,0 1-1 0 0,-1 0 1 0 0,1 1-1 0 0,2 5 0 0 0,0 3 15 0 0,-1-1-1 0 0,0 1 1 0 0,-1 0 0 0 0,3 23-1 0 0,-1 58 101 0 0,-3-57-110 0 0,-9 256 109 0 0,2-191-62 0 0,0 8 100 0 0,-14-124-1531 0 0,-20-64-8215 0 0,31 60 4413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32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53 262 1428 0 0,'0'0'1233'0'0,"-2"0"-16"0"0,-8 1-129 0 0,7-1-51 0 0,-13-2 2349 0 0,15 2-3310 0 0,0 0-1 0 0,0 0 1 0 0,0 0 0 0 0,0 0-1 0 0,1-1 1 0 0,-1 1 0 0 0,0 0-1 0 0,0-1 1 0 0,0 1 0 0 0,0-1-1 0 0,0 1 1 0 0,1-1 0 0 0,-1 1 0 0 0,0-1-1 0 0,0 1 1 0 0,1-1 0 0 0,-1 0-1 0 0,1 1 1 0 0,-1-1 0 0 0,0 0-1 0 0,1 0 1 0 0,-1 0 0 0 0,1 1 0 0 0,-1-3-1 0 0,0 1 75 0 0,1 0 1 0 0,-1-1-1 0 0,1 1 0 0 0,-1-1 1 0 0,1 1-1 0 0,0-1 0 0 0,0 1 0 0 0,0-1 1 0 0,1-3-1 0 0,1-2 153 0 0,-1 1 0 0 0,1-1 1 0 0,1 1-1 0 0,0-1 0 0 0,6-12 0 0 0,-4 13-222 0 0,-1 0-1 0 0,1 1 0 0 0,0 0 1 0 0,0 0-1 0 0,1 0 1 0 0,-1 1-1 0 0,1 0 0 0 0,1 0 1 0 0,-1 0-1 0 0,1 1 1 0 0,-1 0-1 0 0,1 0 0 0 0,0 0 1 0 0,1 1-1 0 0,-1 1 0 0 0,1-1 1 0 0,-1 1-1 0 0,1 0 1 0 0,0 1-1 0 0,0-1 0 0 0,-1 2 1 0 0,1-1-1 0 0,14 2 0 0 0,-7 0-29 0 0,-1 0-1 0 0,1 2 0 0 0,-1 0 0 0 0,1 0 0 0 0,-1 2 0 0 0,0-1 0 0 0,-1 2 0 0 0,1 0 0 0 0,-1 1 0 0 0,0 0 0 0 0,22 16 1 0 0,-11-2 14 0 0,28 30 1 0 0,-33-30-17 0 0,37 29 1 0 0,-54-49-42 0 0,1 1 1 0 0,0-1-1 0 0,-1 0 1 0 0,1 0-1 0 0,0 0 1 0 0,0 0-1 0 0,0-1 1 0 0,0 1-1 0 0,0-1 0 0 0,0 0 1 0 0,0 0-1 0 0,0 0 1 0 0,0 0-1 0 0,0 0 1 0 0,0-1-1 0 0,0 1 1 0 0,0-1-1 0 0,0 0 1 0 0,0 0-1 0 0,3-1 1 0 0,1-1 4 0 0,1 0 0 0 0,-1-1-1 0 0,0 0 1 0 0,0 0 0 0 0,0 0 0 0 0,7-7 0 0 0,-5 3-8 0 0,-1 0 1 0 0,0 0-1 0 0,0-1 1 0 0,-1-1-1 0 0,0 1 0 0 0,0-1 1 0 0,8-18-1 0 0,-7 9 0 0 0,-1-1-1 0 0,0 0 0 0 0,6-35 0 0 0,-4 7 99 0 0,-9 47-105 0 0,-3 15 36 0 0,1 14 9 0 0,-8 42 0 0 0,3-20 12 0 0,0 5 38 0 0,-2 28 235 0 0,-32 127 1 0 0,40-208-101 0 0,-2 4 305 0 0,2-18-492 0 0,1 1 1 0 0,0-1-1 0 0,1 1 0 0 0,1-1 0 0 0,0 1 1 0 0,0-1-1 0 0,7-19 0 0 0,-1 11-33 0 0,0 1-1 0 0,0-1 1 0 0,18-26 0 0 0,-15 29-24 0 0,1 0 1 0 0,1 1-1 0 0,1 0 1 0 0,0 1-1 0 0,1 0 0 0 0,0 1 1 0 0,1 1-1 0 0,1 1 1 0 0,0 0-1 0 0,22-11 0 0 0,-38 22 15 0 0,0 1 0 0 0,0-1 0 0 0,0 1-1 0 0,0-1 1 0 0,0 1 0 0 0,0 0 0 0 0,0-1-1 0 0,0 1 1 0 0,0 0 0 0 0,0 0 0 0 0,1 0-1 0 0,-1 0 1 0 0,2 0 0 0 0,4 0 0 0 0,-4 0 3 0 0,-1 0 0 0 0,1 0 0 0 0,0 1 0 0 0,-1-1 0 0 0,0 1 0 0 0,1 0 0 0 0,-1-1 0 0 0,1 1 0 0 0,-1 0 0 0 0,0 1 0 0 0,0-1 0 0 0,1 0 0 0 0,-1 1 0 0 0,0-1-1 0 0,0 1 1 0 0,0-1 0 0 0,-1 1 0 0 0,1 0 0 0 0,0 0 0 0 0,-1 0 0 0 0,1 0 0 0 0,-1 0 0 0 0,0 0 0 0 0,1 0 0 0 0,-1 1 0 0 0,0-1 0 0 0,0 0 0 0 0,0 1 0 0 0,-1-1 0 0 0,1 1 0 0 0,-1-1 0 0 0,1 1 0 0 0,-1 4 0 0 0,9 102 9 0 0,-4-35-70 0 0,-5-72 60 0 0,0 0 1 0 0,0-1-1 0 0,0 1 1 0 0,1 0-1 0 0,-1-1 0 0 0,0 1 1 0 0,1 0-1 0 0,-1-1 0 0 0,1 1 1 0 0,0-1-1 0 0,0 1 0 0 0,-1-1 1 0 0,1 1-1 0 0,0-1 0 0 0,0 1 1 0 0,0-1-1 0 0,1 0 0 0 0,-1 0 1 0 0,0 1-1 0 0,0-1 0 0 0,1 0 1 0 0,2 1-1 0 0,-2-1 4 0 0,0 0 0 0 0,0-1 0 0 0,1 1 0 0 0,-1-1 0 0 0,0 0 0 0 0,1 0 0 0 0,-1 0 0 0 0,0 0 0 0 0,1 0 0 0 0,-1 0 0 0 0,0 0 0 0 0,1-1 0 0 0,-1 1 0 0 0,3-2 0 0 0,5-2 8 0 0,0 0-1 0 0,-1-1 0 0 0,0 0 0 0 0,0 0 1 0 0,0-1-1 0 0,9-8 0 0 0,7-9-11 0 0,-2-1-1 0 0,-1-1 1 0 0,-1-2 0 0 0,-1 0-1 0 0,-1 0 1 0 0,-2-2 0 0 0,24-51-1 0 0,-39 74 4 0 0,1 0-1 0 0,-1 0 0 0 0,0 0 0 0 0,0 0 1 0 0,-1 0-1 0 0,1-1 0 0 0,-1 1 0 0 0,-1 0 0 0 0,1-1 1 0 0,-2-7-1 0 0,1 13-4 0 0,-1 1 0 0 0,1-1 1 0 0,-1 0-1 0 0,0 0 0 0 0,1 1 0 0 0,-1-1 1 0 0,0 0-1 0 0,1 1 0 0 0,-1-1 0 0 0,0 0 1 0 0,0 1-1 0 0,0-1 0 0 0,0 1 0 0 0,0 0 0 0 0,0-1 1 0 0,0 1-1 0 0,0 0 0 0 0,1-1 0 0 0,-1 1 1 0 0,0 0-1 0 0,0 0 0 0 0,0 0 0 0 0,0 0 1 0 0,0 0-1 0 0,0 0 0 0 0,0 0 0 0 0,0 0 1 0 0,0 0-1 0 0,-2 1 0 0 0,-2 0 6 0 0,-1 0 0 0 0,0 1 0 0 0,1 0 0 0 0,0-1 0 0 0,-1 2-1 0 0,1-1 1 0 0,0 1 0 0 0,0 0 0 0 0,0 0 0 0 0,0 0 0 0 0,1 1 0 0 0,-7 5-1 0 0,10-7-3 0 0,0 0 0 0 0,0 0 0 0 0,0 0 0 0 0,0 1 0 0 0,0-1 0 0 0,1 1 0 0 0,-1-1 0 0 0,1 1 0 0 0,-1-1 0 0 0,1 1 0 0 0,0-1 0 0 0,0 1 0 0 0,0-1-1 0 0,0 1 1 0 0,0-1 0 0 0,1 1 0 0 0,-1-1 0 0 0,1 0 0 0 0,0 1 0 0 0,0-1 0 0 0,-1 1 0 0 0,3 2 0 0 0,3 5 4 0 0,1 0-1 0 0,0 0 1 0 0,1 0 0 0 0,0-1 0 0 0,13 12 0 0 0,51 38-23 0 0,-5-5 3 0 0,-62-50 13 0 0,0 1 0 0 0,-1-1 1 0 0,1 1-1 0 0,-1 0 0 0 0,0 1 0 0 0,0-1 1 0 0,4 9-1 0 0,-7-12 4 0 0,-1 0 1 0 0,1 0 0 0 0,0 0 0 0 0,-1 0-1 0 0,0 0 1 0 0,1 0 0 0 0,-1 0 0 0 0,0 1-1 0 0,0-1 1 0 0,0 0 0 0 0,0 0 0 0 0,-1 0-1 0 0,1 0 1 0 0,0 0 0 0 0,-1 0 0 0 0,0 0-1 0 0,1 0 1 0 0,-1 0 0 0 0,0 0 0 0 0,0 0-1 0 0,0 0 1 0 0,0-1 0 0 0,0 1 0 0 0,-1 0-1 0 0,1-1 1 0 0,0 1 0 0 0,-3 2 0 0 0,-4 2 7 0 0,1 0 0 0 0,-1 0 0 0 0,0 0 0 0 0,0-1 1 0 0,-1 0-1 0 0,0-1 0 0 0,0 0 0 0 0,-11 4 1 0 0,-9 1 34 0 0,-37 6 0 0 0,63-15-40 0 0,-9-1-475 0 0,11 1 343 0 0,0 0 0 0 0,1 0 0 0 0,-1 0 0 0 0,1 0 0 0 0,-1 0 0 0 0,0 0 0 0 0,1 0 0 0 0,-1 0 0 0 0,0 0 0 0 0,1 0 0 0 0,-1-1 0 0 0,1 1-1 0 0,-1 0 1 0 0,0 0 0 0 0,1-1 0 0 0,-1 1 0 0 0,1 0 0 0 0,-1-1 0 0 0,1 1 0 0 0,-1 0 0 0 0,1-1 0 0 0,-1 1 0 0 0,1-1 0 0 0,-1 1 0 0 0,1-1 0 0 0,0 1 0 0 0,-1-1 0 0 0,1 1 0 0 0,0-1 0 0 0,-1 0 0 0 0,1 1-1 0 0,-1-2 1 0 0,1 2-65 0 0,0-1 0 0 0,0 1 0 0 0,0-1 0 0 0,0 1 0 0 0,0-1 0 0 0,0 1 0 0 0,0-1 0 0 0,1 1 0 0 0,-1-1 0 0 0,0 1 0 0 0,0-1 0 0 0,0 1 0 0 0,0-1 0 0 0,0 1 0 0 0,1 0 0 0 0,-1-1 0 0 0,0 1 0 0 0,1-1 0 0 0,-1 1 0 0 0,0 0 0 0 0,0-1 0 0 0,1 0 0 0 0,1-1-3337 0 0,5-8-1669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32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2 968 0 0,'14'0'3156'0'0,"-11"0"1347"0"0,0 0-2774 0 0,2 0-872 0 0,11-1 5314 0 0,-9 3-5208 0 0,-4 4-4369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33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269 445 2608 0 0,'-22'-18'7296'0'0,"-5"-4"-780"0"0,25 21-6085 0 0,-1 3 69 0 0,3-2-489 0 0,0 0 1 0 0,0 0-1 0 0,-1 0 0 0 0,1 0 0 0 0,0 0 1 0 0,-1 0-1 0 0,1 1 0 0 0,0-1 1 0 0,-1 0-1 0 0,1 0 0 0 0,0 0 0 0 0,0 0 1 0 0,-1 0-1 0 0,1 1 0 0 0,0-1 1 0 0,0 0-1 0 0,0 0 0 0 0,-1 0 0 0 0,1 1 1 0 0,0-1-1 0 0,0 0 0 0 0,0 0 1 0 0,0 1-1 0 0,-1-1 0 0 0,1 0 0 0 0,0 1 1 0 0,0-1-1 0 0,0 0 0 0 0,0 1 1 0 0,-12 47 284 0 0,3 1 0 0 0,-5 81 0 0 0,-8 44-178 0 0,18-146-53 0 0,-6 23 71 0 0,9-47-104 0 0,0 0 0 0 0,0 0 0 0 0,0-1 0 0 0,-1 1 0 0 0,0 0-1 0 0,0-1 1 0 0,0 1 0 0 0,0-1 0 0 0,-4 5 0 0 0,5-7-27 0 0,0 0 0 0 0,0 0 0 0 0,1-1 0 0 0,-1 1 1 0 0,0-1-1 0 0,0 1 0 0 0,0-1 0 0 0,1 1 0 0 0,-1-1 0 0 0,0 1 1 0 0,0-1-1 0 0,0 0 0 0 0,0 1 0 0 0,0-1 0 0 0,0 0 1 0 0,0 0-1 0 0,0 0 0 0 0,0 0 0 0 0,0 1 0 0 0,0-2 0 0 0,0 1 1 0 0,0 0-1 0 0,-2 0 0 0 0,1-1-1 0 0,0 0 1 0 0,0 0-1 0 0,0 0 0 0 0,1 0 1 0 0,-1 0-1 0 0,0 0 0 0 0,0 0 1 0 0,1-1-1 0 0,-1 1 0 0 0,-2-4 1 0 0,-1-1 4 0 0,0-1 1 0 0,0 0 0 0 0,1-1 0 0 0,-5-9-1 0 0,2 1-3 0 0,2-1 0 0 0,0 1 0 0 0,0-1 0 0 0,2 0 0 0 0,-3-26 0 0 0,3-89 3 0 0,5 88-27 0 0,1 1 0 0 0,3-1 0 0 0,1 1 0 0 0,24-77 0 0 0,-22 94 9 0 0,0 2 0 0 0,2-1 1 0 0,0 1-1 0 0,2 1 0 0 0,1 0 0 0 0,0 1 0 0 0,2 0 1 0 0,1 1-1 0 0,23-23 0 0 0,-31 36 1 0 0,0 1-1 0 0,0 0 1 0 0,0 0-1 0 0,1 0 1 0 0,0 2 0 0 0,0-1-1 0 0,1 1 1 0 0,-1 1-1 0 0,1-1 1 0 0,0 2-1 0 0,20-5 1 0 0,-22 7 5 0 0,-1 1 0 0 0,0-1-1 0 0,1 1 1 0 0,-1 1 0 0 0,1-1 0 0 0,-1 2 0 0 0,1-1-1 0 0,-1 1 1 0 0,0 0 0 0 0,0 1 0 0 0,0-1 0 0 0,0 2 0 0 0,-1-1-1 0 0,1 1 1 0 0,-1 1 0 0 0,13 8 0 0 0,-13-8 9 0 0,-1 1-1 0 0,1-1 1 0 0,-1 2 0 0 0,0-1 0 0 0,-1 1-1 0 0,1-1 1 0 0,-1 1 0 0 0,0 1 0 0 0,-1-1-1 0 0,0 1 1 0 0,0 0 0 0 0,-1 0 0 0 0,0 0-1 0 0,0 0 1 0 0,-1 0 0 0 0,0 1 0 0 0,0-1-1 0 0,-1 1 1 0 0,0 0 0 0 0,-1-1 0 0 0,0 1-1 0 0,0 0 1 0 0,-1-1 0 0 0,0 1 0 0 0,0 0-1 0 0,-1-1 1 0 0,0 0 0 0 0,-1 1 0 0 0,0-1-1 0 0,0 0 1 0 0,0 0 0 0 0,-8 11 0 0 0,-1-1 6 0 0,0 0 1 0 0,-2 0-1 0 0,0-1 0 0 0,-1-1 1 0 0,-1 0-1 0 0,0-1 1 0 0,-32 21-1 0 0,22-18-3 0 0,-2-1 1 0 0,0-2-1 0 0,-1 0 1 0 0,-51 16-1 0 0,63-25-3 0 0,-1-1 0 0 0,1 0-1 0 0,-31 2 1 0 0,41-6-6 0 0,1-1 0 0 0,0 0 0 0 0,0 0 0 0 0,0-1 0 0 0,-1 1 0 0 0,1-1 0 0 0,0-1 0 0 0,0 1 0 0 0,0-1 0 0 0,1 0 0 0 0,-1-1 0 0 0,0 1 0 0 0,1-1 0 0 0,-8-5-1 0 0,12 7 0 0 0,-1 0 0 0 0,1 0 0 0 0,0 0 0 0 0,-1 0 0 0 0,1 0 0 0 0,0 0 0 0 0,0-1 0 0 0,0 1 1 0 0,0-1-1 0 0,0 1 0 0 0,0 0 0 0 0,0-1 0 0 0,0 0 0 0 0,1 1 0 0 0,-1-1 0 0 0,1 1 0 0 0,-1-1 0 0 0,1 0 0 0 0,-1 1 0 0 0,1-1 0 0 0,0 0 0 0 0,0 1 0 0 0,0-1 0 0 0,0 0 0 0 0,0 0 0 0 0,0 1 0 0 0,1-1 0 0 0,-1 0 0 0 0,0 1 0 0 0,1-1 0 0 0,0 0 0 0 0,-1 1 0 0 0,1-1 0 0 0,0 1 0 0 0,0-1 0 0 0,-1 1 0 0 0,3-2 0 0 0,-1-1-2 0 0,1 1-1 0 0,-1 1 1 0 0,1-1 0 0 0,-1 0 0 0 0,1 1 0 0 0,0-1 0 0 0,0 1 0 0 0,1 0-1 0 0,-1 0 1 0 0,0 0 0 0 0,1 0 0 0 0,-1 1 0 0 0,1-1 0 0 0,-1 1 0 0 0,8-2-1 0 0,-5 3 5 0 0,1-1-1 0 0,-1 1 0 0 0,0 0 0 0 0,1 1 1 0 0,-1-1-1 0 0,0 1 0 0 0,1 0 0 0 0,-1 1 1 0 0,0 0-1 0 0,0 0 0 0 0,9 4 1 0 0,-5 0 2 0 0,-1-1 0 0 0,1 1 1 0 0,-1 1-1 0 0,-1-1 0 0 0,0 2 1 0 0,9 8-1 0 0,6 11 5 0 0,-1 1 0 0 0,-2 1-1 0 0,19 35 1 0 0,-38-63-8 0 0,21 37 269 0 0,-8-12-1018 0 0,2 0 0 0 0,35 45 1 0 0,-45-64 182 0 0,1-1 1 0 0,-1 1 0 0 0,1-1 0 0 0,1-1-1 0 0,-1 1 1 0 0,1-1 0 0 0,0 0 0 0 0,0-1 0 0 0,0 0-1 0 0,0 0 1 0 0,1-1 0 0 0,0 0 0 0 0,17 3 0 0 0,0-2-2532 0 0,0-2-988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35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258 819 2104 0 0,'11'-14'1383'0'0,"0"1"0"0"0,-1-2 0 0 0,-1 1 0 0 0,-1-1 0 0 0,0-1 0 0 0,0 1 0 0 0,-2-1 0 0 0,0-1 0 0 0,-1 1 0 0 0,6-32 0 0 0,-11 47-1349 0 0,0 0 0 0 0,1 0 0 0 0,-1 0 0 0 0,0 0 0 0 0,0 0 0 0 0,1 0 0 0 0,-1 0 0 0 0,0 0 0 0 0,0 0 0 0 0,0 0 0 0 0,-1 0 0 0 0,1 0 1 0 0,0 0-1 0 0,0 0 0 0 0,0 0 0 0 0,-1 0 0 0 0,1 0 0 0 0,-1 0 0 0 0,1 0 0 0 0,-1 0 0 0 0,1 0 0 0 0,-1 0 0 0 0,1 0 0 0 0,-1 1 0 0 0,0-1 0 0 0,1 0 0 0 0,-1 0 0 0 0,0 1 0 0 0,0-1 0 0 0,0 0 0 0 0,1 1 0 0 0,-1-1 0 0 0,0 1 1 0 0,0-1-1 0 0,0 1 0 0 0,0-1 0 0 0,0 1 0 0 0,0 0 0 0 0,0 0 0 0 0,-1-1 0 0 0,-2 1-13 0 0,1 0 1 0 0,0 0 0 0 0,0 0-1 0 0,-1 1 1 0 0,1 0 0 0 0,0-1-1 0 0,-1 1 1 0 0,1 0-1 0 0,0 0 1 0 0,0 1 0 0 0,0-1-1 0 0,-3 3 1 0 0,-19 11-12 0 0,1 2 0 0 0,0 1 1 0 0,2 0-1 0 0,0 2 0 0 0,1 1 1 0 0,1 0-1 0 0,1 2 0 0 0,1 0 1 0 0,1 1-1 0 0,1 0 0 0 0,-19 39 1 0 0,31-54-6 0 0,0 1 0 0 0,1-1 1 0 0,0 0-1 0 0,0 1 0 0 0,1 0 0 0 0,-1 14 1 0 0,2-22-5 0 0,1 0 0 0 0,0 1 0 0 0,0-1 0 0 0,0 0 0 0 0,0 1 1 0 0,1-1-1 0 0,-1 1 0 0 0,1-1 0 0 0,-1 0 0 0 0,1 0 0 0 0,0 1 0 0 0,0-1 0 0 0,0 0 1 0 0,0 0-1 0 0,0 0 0 0 0,0 0 0 0 0,1 0 0 0 0,-1 0 0 0 0,1 0 0 0 0,-1-1 0 0 0,1 1 1 0 0,0 0-1 0 0,0-1 0 0 0,0 1 0 0 0,-1-1 0 0 0,2 0 0 0 0,-1 0 0 0 0,0 1 0 0 0,0-1 1 0 0,3 1-1 0 0,-1-2-4 0 0,-1 1 0 0 0,1 0 0 0 0,-1-1 0 0 0,1 0 0 0 0,-1 0 0 0 0,0 0 0 0 0,1 0 0 0 0,-1-1 0 0 0,1 1 0 0 0,-1-1 0 0 0,1 0 0 0 0,-1 0 0 0 0,0 0 0 0 0,0 0 0 0 0,1 0 0 0 0,-1-1 0 0 0,0 0-1 0 0,3-2 1 0 0,4-3-29 0 0,0 0-1 0 0,-1-1 0 0 0,14-14 1 0 0,-3-1-30 0 0,-1 0 0 0 0,-1-1 0 0 0,19-34-1 0 0,35-84 74 0 0,-47 96 63 0 0,-24 44-79 0 0,-1 3 5 0 0,1 0 1 0 0,0-1-1 0 0,-1 1 1 0 0,1 0-1 0 0,0-1 0 0 0,-1 1 1 0 0,1 0-1 0 0,-1 0 1 0 0,1-1-1 0 0,-1 1 0 0 0,1 0 1 0 0,-1 0-1 0 0,0 0 1 0 0,1 0-1 0 0,-1 0 0 0 0,0-1 1 0 0,0 1-1 0 0,0 0 0 0 0,0 0 1 0 0,0 0-1 0 0,0 0 1 0 0,0 0-1 0 0,0 1 0 0 0,2 31 15 0 0,-2-25-12 0 0,18 253-30 0 0,-14-246 73 0 0,-4-15-45 0 0,0 0-1 0 0,0 0 0 0 0,1 1 1 0 0,-1-1-1 0 0,0 0 0 0 0,0 0 0 0 0,0 0 1 0 0,0 0-1 0 0,0 1 0 0 0,1-1 0 0 0,-1 0 1 0 0,0 0-1 0 0,0 0 0 0 0,0 0 1 0 0,1 0-1 0 0,-1 0 0 0 0,0 0 0 0 0,0 0 1 0 0,0 0-1 0 0,1 1 0 0 0,-1-1 1 0 0,0 0-1 0 0,0 0 0 0 0,0 0 0 0 0,1 0 1 0 0,-1 0-1 0 0,0 0 0 0 0,0 0 0 0 0,1 0 1 0 0,-1-1-1 0 0,0 1 0 0 0,0 0 1 0 0,1 0-1 0 0,0-1 3 0 0,0 0 0 0 0,0 0-1 0 0,0 0 1 0 0,0 0 0 0 0,0-1 0 0 0,0 1 0 0 0,0 0 0 0 0,0-1 0 0 0,0 1 0 0 0,-1 0 0 0 0,1-1 0 0 0,0 1-1 0 0,-1-1 1 0 0,0 1 0 0 0,1-3 0 0 0,10-33 18 0 0,1 0 0 0 0,25-53 0 0 0,-29 73-30 0 0,1 1 0 0 0,1 0 0 0 0,1 0 0 0 0,0 1 0 0 0,0 0 0 0 0,2 1 0 0 0,17-16 0 0 0,-28 28 5 0 0,0 1 1 0 0,1-1 0 0 0,-1 0 0 0 0,0 0-1 0 0,1 1 1 0 0,-1 0 0 0 0,1-1-1 0 0,0 1 1 0 0,-1 0 0 0 0,1 0-1 0 0,0 1 1 0 0,0-1 0 0 0,0 0-1 0 0,-1 1 1 0 0,1 0 0 0 0,0 0 0 0 0,0 0-1 0 0,0 0 1 0 0,0 0 0 0 0,0 0-1 0 0,-1 1 1 0 0,5 0 0 0 0,-4 1 2 0 0,0-1 1 0 0,0 1-1 0 0,0-1 1 0 0,-1 1 0 0 0,1 0-1 0 0,-1 0 1 0 0,1 0-1 0 0,-1 0 1 0 0,0 1 0 0 0,0-1-1 0 0,0 1 1 0 0,0-1-1 0 0,0 1 1 0 0,0 0 0 0 0,-1-1-1 0 0,0 1 1 0 0,1 0-1 0 0,-1 0 1 0 0,0 0-1 0 0,1 5 1 0 0,2 8 17 0 0,-1 1 0 0 0,-1 0 0 0 0,0 0 0 0 0,-1 0 0 0 0,-1 0-1 0 0,-1 0 1 0 0,0 0 0 0 0,-1 0 0 0 0,-1 0 0 0 0,-1 0 0 0 0,0 0 0 0 0,-1-1 0 0 0,-12 26 0 0 0,16-39-8 0 0,0-1 0 0 0,-1 0 0 0 0,0 1 0 0 0,1-1 1 0 0,-1 0-1 0 0,0 0 0 0 0,0 0 0 0 0,0 0 0 0 0,0 0 0 0 0,0-1 0 0 0,0 1 1 0 0,-1-1-1 0 0,1 1 0 0 0,-5 1 0 0 0,5-2-12 0 0,1-2 5 0 0,0 1 0 0 0,0-1 0 0 0,0 1 0 0 0,0-1 0 0 0,0 1 0 0 0,0-1 0 0 0,0 0 0 0 0,0 1 0 0 0,0-1 0 0 0,1 0 0 0 0,-1 0 0 0 0,-1-1 0 0 0,1-5 3 0 0,-1-1-1 0 0,1 0 1 0 0,1 0 0 0 0,0 0 0 0 0,0 0-1 0 0,0 0 1 0 0,1 0 0 0 0,0 1 0 0 0,0-1-1 0 0,1 0 1 0 0,4-10 0 0 0,-1 2 5 0 0,1 0 0 0 0,1 0 0 0 0,0 1 1 0 0,15-22-1 0 0,-15 28-17 0 0,-1-1 1 0 0,2 1-1 0 0,-1 0 1 0 0,1 1-1 0 0,1 0 1 0 0,-1 0-1 0 0,1 1 1 0 0,1 0-1 0 0,0 0 1 0 0,-1 1-1 0 0,2 0 0 0 0,-1 1 1 0 0,13-4-1 0 0,-20 8 8 0 0,-1 0-1 0 0,0 0 1 0 0,0 0-1 0 0,1 1 0 0 0,-1-1 1 0 0,0 1-1 0 0,1 0 0 0 0,-1 0 1 0 0,0 0-1 0 0,1 0 0 0 0,-1 0 1 0 0,1 0-1 0 0,-1 0 0 0 0,0 1 1 0 0,0-1-1 0 0,1 1 1 0 0,-1 0-1 0 0,0 0 0 0 0,0 0 1 0 0,1 0-1 0 0,-1 0 0 0 0,0 0 1 0 0,0 1-1 0 0,-1-1 0 0 0,1 0 1 0 0,0 1-1 0 0,3 3 0 0 0,-1 3 3 0 0,0 0 0 0 0,0 0 0 0 0,-1 1 0 0 0,0-1 0 0 0,0 1 0 0 0,-1 0 0 0 0,0 0-1 0 0,-1 0 1 0 0,0 0 0 0 0,0 0 0 0 0,-1 1 0 0 0,-1 9 0 0 0,1-6 0 0 0,0-1 1 0 0,1 1-1 0 0,0-1 0 0 0,1 0 0 0 0,6 21 1 0 0,-8-31 0 0 0,1-1 0 0 0,0 1 0 0 0,-1-1 0 0 0,1 1 0 0 0,0-1 0 0 0,0 0 0 0 0,0 1 0 0 0,0-1 0 0 0,0 0 0 0 0,0 0 0 0 0,0 1 0 0 0,0-1-1 0 0,0 0 1 0 0,1 0 0 0 0,-1 0 0 0 0,0-1 0 0 0,1 1 0 0 0,-1 0 0 0 0,1 0 0 0 0,-1-1 0 0 0,1 1 0 0 0,2 0 0 0 0,-3-1 1 0 0,1 1-4 0 0,0 0-1 0 0,1-1 1 0 0,-1 1 0 0 0,0-1 0 0 0,0 0-1 0 0,0 1 1 0 0,1-1 0 0 0,-1 0 0 0 0,0 0-1 0 0,0-1 1 0 0,0 1 0 0 0,1 0 0 0 0,-1-1-1 0 0,3 0 1 0 0,29-13 2 0 0,-29 12-2 0 0,9-6 7 0 0,0-1-1 0 0,0 0 0 0 0,-1-1 1 0 0,0 0-1 0 0,-1-1 1 0 0,0-1-1 0 0,-1 0 1 0 0,0 0-1 0 0,18-26 1 0 0,-3-5-36 0 0,42-87 1 0 0,-48 84 28 0 0,-2-1 0 0 0,-2 0 0 0 0,-1-1 0 0 0,-3-1 0 0 0,-2 0 0 0 0,-3-1 0 0 0,-1 0 0 0 0,-2-82 0 0 0,-4 100 111 0 0,1 22-89 0 0,-1 0-1 0 0,-1 0 1 0 0,1 0-1 0 0,-4-15 1 0 0,2 25-21 0 0,1 1 0 0 0,0-1 0 0 0,0 1 0 0 0,0-1 0 0 0,0 1-1 0 0,0-1 1 0 0,0 1 0 0 0,0 0 0 0 0,0 0 0 0 0,0-1 0 0 0,1 1 0 0 0,-1 0 0 0 0,0 0-1 0 0,0 0 1 0 0,0 1 0 0 0,-8 14 2 0 0,1 1 0 0 0,1 0 0 0 0,0 0-1 0 0,-7 31 1 0 0,6-20-2 0 0,-21 77 95 0 0,-19 142 0 0 0,8 112 8 0 0,36-318-95 0 0,-10 94 211 0 0,13-129-187 0 0,1-6-31 0 0,0 0-1 0 0,0 0 0 0 0,0 0 0 0 0,0 0 1 0 0,0 0-1 0 0,-1-1 0 0 0,1 1 0 0 0,0 0 1 0 0,0 0-1 0 0,0 0 0 0 0,0 0 0 0 0,0 0 1 0 0,0 0-1 0 0,0 0 0 0 0,-1 0 0 0 0,1 0 1 0 0,0 0-1 0 0,0 0 0 0 0,0 0 0 0 0,0 0 1 0 0,0 0-1 0 0,-1 0 0 0 0,1 0 0 0 0,0 0 0 0 0,0 0 1 0 0,0 0-1 0 0,0 0 0 0 0,0 0 0 0 0,0 0 1 0 0,-1 0-1 0 0,1 0 0 0 0,0 0 0 0 0,0 0 1 0 0,0 0-1 0 0,0 0 0 0 0,0 0 0 0 0,0 0 1 0 0,-1 0-1 0 0,1 0 0 0 0,0 0 0 0 0,0 1 1 0 0,0-1-1 0 0,0 0 0 0 0,0 0 0 0 0,0 0 1 0 0,0 0-1 0 0,0 0 0 0 0,0 0 0 0 0,-1 0 0 0 0,1 1 1 0 0,0-1-1 0 0,0 0 0 0 0,0 0 0 0 0,0 0 1 0 0,0 0-1 0 0,0 0 0 0 0,0 0 0 0 0,0 1 1 0 0,0-1-1 0 0,0 0 0 0 0,0 0 0 0 0,0 0 1 0 0,0 0-1 0 0,-1 0-4 0 0,1-1 1 0 0,-1 0 1 0 0,1 0 0 0 0,-1 0-1 0 0,1 0 1 0 0,-1 0-1 0 0,1 0 1 0 0,0 0 0 0 0,0 0-1 0 0,-1 0 1 0 0,1 0-1 0 0,0 0 1 0 0,0 0 0 0 0,0 0-1 0 0,0 0 1 0 0,0 0-1 0 0,0-2 1 0 0,0 2 0 0 0,-1-28 8 0 0,0 0 0 0 0,2-1 0 0 0,2 1 0 0 0,0 0 0 0 0,2 1 0 0 0,1-1 0 0 0,1 1 0 0 0,2 0 0 0 0,0 0 0 0 0,2 1 1 0 0,1 1-1 0 0,2 0 0 0 0,25-39 0 0 0,-27 49-24 0 0,1 1-1 0 0,0 0 1 0 0,1 1 0 0 0,0 0-1 0 0,1 1 1 0 0,21-14 0 0 0,-25 19 3 0 0,1 2 1 0 0,-1-1 0 0 0,1 1 0 0 0,1 1 0 0 0,-1 0 0 0 0,1 1-1 0 0,0 0 1 0 0,0 1 0 0 0,0 0 0 0 0,16 0 0 0 0,-26 2 14 0 0,1 1-1 0 0,-1 0 1 0 0,1 1 0 0 0,0-1 0 0 0,-1 1 0 0 0,0-1 0 0 0,1 1-1 0 0,-1 0 1 0 0,1 0 0 0 0,-1 0 0 0 0,0 1 0 0 0,0-1-1 0 0,0 1 1 0 0,0 0 0 0 0,0 0 0 0 0,0 0 0 0 0,0 0 0 0 0,5 5-1 0 0,-7-4 8 0 0,1-1-1 0 0,0 1 1 0 0,-1-1-1 0 0,1 1 1 0 0,-1-1-1 0 0,0 1 1 0 0,0 0-1 0 0,0 0 0 0 0,0 0 1 0 0,-1-1-1 0 0,1 1 1 0 0,-1 0-1 0 0,1 0 1 0 0,-1 0-1 0 0,0 0 1 0 0,0 0-1 0 0,-1 0 1 0 0,1 0-1 0 0,0 0 0 0 0,-1 0 1 0 0,0 0-1 0 0,0-1 1 0 0,-1 4-1 0 0,-4 8 15 0 0,-1 0 1 0 0,0 0-1 0 0,-1-1 0 0 0,0 0 0 0 0,-1 0 1 0 0,-1-1-1 0 0,-20 21 0 0 0,3-8 5 0 0,-1-2 0 0 0,-37 25 0 0 0,56-41-5 0 0,-1-1 0 0 0,0 0 0 0 0,0-1-1 0 0,-1 0 1 0 0,-12 3 0 0 0,19-6-13 0 0,-1-1 0 0 0,1 0 1 0 0,0 0-1 0 0,-1-1 0 0 0,0 1 1 0 0,1-1-1 0 0,-1 0 0 0 0,1-1 0 0 0,-1 1 1 0 0,1-1-1 0 0,-1 1 0 0 0,1-1 1 0 0,0-1-1 0 0,-1 1 0 0 0,-6-4 1 0 0,10 5-7 0 0,1-1 3 0 0,-1 0-1 0 0,1 0 1 0 0,0 1 0 0 0,0-1-1 0 0,0 0 1 0 0,0 0-1 0 0,0 0 1 0 0,0 1 0 0 0,1-1-1 0 0,-1 0 1 0 0,0 0-1 0 0,0 0 1 0 0,0 1 0 0 0,1-1-1 0 0,-1 0 1 0 0,0 1-1 0 0,1-1 1 0 0,-1 0 0 0 0,1 1-1 0 0,-1-1 1 0 0,1 0-1 0 0,-1 1 1 0 0,1-1 0 0 0,-1 1-1 0 0,1-1 1 0 0,0 1-1 0 0,-1-1 1 0 0,1 1 0 0 0,0-1-1 0 0,-1 1 1 0 0,1 0-1 0 0,0-1 1 0 0,-1 1 0 0 0,1 0-1 0 0,0-1 1 0 0,0 1-1 0 0,0 0 1 0 0,-1 0 0 0 0,1 0-1 0 0,0 0 1 0 0,0 0-1 0 0,-1 0 1 0 0,1 0 0 0 0,0 0-1 0 0,0 0 1 0 0,0 0-1 0 0,0 1 1 0 0,10 1 51 0 0,-1 0 1 0 0,1 0-1 0 0,-1 1 1 0 0,0 1-1 0 0,0 0 0 0 0,0 0 1 0 0,0 1-1 0 0,8 6 1 0 0,78 56 25 0 0,-44-28-22 0 0,-16-14-49 0 0,10 8 66 0 0,72 37 0 0 0,-116-68-82 0 0,10 3 58 0 0,-1 1 0 0 0,19 5-1 0 0,-26-10-48 0 0,0 0-1 0 0,1 0 0 0 0,-1-1 1 0 0,0 0-1 0 0,1 1 1 0 0,-1-1-1 0 0,1-1 0 0 0,-1 1 1 0 0,0-1-1 0 0,6-1 0 0 0,-7 1-281 0 0,-1 0-1 0 0,1 0 0 0 0,-1 0 0 0 0,0-1 0 0 0,1 1 1 0 0,-1-1-1 0 0,0 0 0 0 0,0 1 0 0 0,0-1 0 0 0,0 0 1 0 0,0 0-1 0 0,-1 0 0 0 0,1-1 0 0 0,2-3 0 0 0,8-16-9693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2:35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53 329 1556 0 0,'0'0'4657'0'0,"-8"-7"-6"0"0,-34-5 4173 0 0,40 11-6445 0 0,4 0-2308 0 0,0-1 0 0 0,0 1 0 0 0,0 0 0 0 0,0 0 0 0 0,1 0 0 0 0,-1 0 0 0 0,0 0 0 0 0,5 0 0 0 0,277-58 598 0 0,-103 23-605 0 0,-157 31-52 0 0,-1-1 0 0 0,27-11 0 0 0,-45 15-56 0 0,1 0-1 0 0,-1 0 1 0 0,0-1-1 0 0,0 0 1 0 0,0 0-1 0 0,0 0 1 0 0,0-1-1 0 0,-1 1 1 0 0,1-1-1 0 0,-1 0 1 0 0,0-1 0 0 0,0 1-1 0 0,-1-1 1 0 0,6-8-1 0 0,-8 11 2 0 0,0-1-1 0 0,0 0 1 0 0,0 1 0 0 0,-1-1-1 0 0,1 0 1 0 0,-1 1 0 0 0,0-1 0 0 0,0 0-1 0 0,0 0 1 0 0,0 1 0 0 0,0-1-1 0 0,-1 0 1 0 0,1 1 0 0 0,-1-1-1 0 0,0 0 1 0 0,0 1 0 0 0,0-1-1 0 0,0 1 1 0 0,0-1 0 0 0,0 1-1 0 0,0-1 1 0 0,-1 1 0 0 0,0 0-1 0 0,1 0 1 0 0,-3-2 0 0 0,-3-4-38 0 0,0 1 1 0 0,0 1 0 0 0,-1 0-1 0 0,0 0 1 0 0,-12-8-1 0 0,18 13 52 0 0,-1 4-25 0 0,3-3 54 0 0,0 0-1 0 0,0 1 1 0 0,-1-1 0 0 0,1 0-1 0 0,0 0 1 0 0,0 0 0 0 0,0 0-1 0 0,0 0 1 0 0,-1 0 0 0 0,1 0 0 0 0,0 0-1 0 0,0 0 1 0 0,0 1 0 0 0,0-1-1 0 0,0 0 1 0 0,0 0 0 0 0,-1 0-1 0 0,1 0 1 0 0,0 0 0 0 0,0 1-1 0 0,0-1 1 0 0,0 0 0 0 0,0 0-1 0 0,0 0 1 0 0,0 1 0 0 0,0-1-1 0 0,0 0 1 0 0,0 0 0 0 0,0 0-1 0 0,0 0 1 0 0,0 1 0 0 0,0-1 0 0 0,0 0-1 0 0,0 0 1 0 0,0 0 0 0 0,0 1-1 0 0,0-1 1 0 0,5 16-6 0 0,0 0 1 0 0,-1 0-1 0 0,0 1 1 0 0,-2 0-1 0 0,2 21 1 0 0,-4-30 16 0 0,-1 0 1 0 0,0 0-1 0 0,0 0 0 0 0,0 0 1 0 0,-1 0-1 0 0,0-1 0 0 0,-1 1 0 0 0,1 0 1 0 0,-1-1-1 0 0,-1 0 0 0 0,0 1 1 0 0,0-1-1 0 0,-7 9 0 0 0,-5 3-760 0 0,0 0-1 0 0,-36 31 0 0 0,-12-1-8450 0 0,40-32 1824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3:00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70 1552 0 0,'0'0'1784'0'0,"-4"5"452"0"0,1-2 1097 0 0,-2 0-3130 0 0,-12 5 8635 0 0,10-9-8928 0 0,5 0 245 0 0,2-1-110 0 0,-1 1 0 0 0,1-1 0 0 0,0 0 0 0 0,-1 0 0 0 0,1 1 0 0 0,0-1 0 0 0,0 0 0 0 0,0 0 0 0 0,0 1 0 0 0,0-1 0 0 0,0 0 0 0 0,1 0 0 0 0,0-1 0 0 0,-1-2-8 0 0,1 2-25 0 0,0 1 1 0 0,0-1-1 0 0,1 0 0 0 0,-1 1 0 0 0,1-1 0 0 0,0 1 0 0 0,-1-1 0 0 0,1 1 0 0 0,0 0 0 0 0,5-4 0 0 0,-3 3-14 0 0,1 0 1 0 0,0 1-1 0 0,-1 0 0 0 0,1 0 1 0 0,0 0-1 0 0,0 0 0 0 0,0 1 0 0 0,6-1 1 0 0,19-3-3 0 0,-22 6 3 0 0,-2 1 1 0 0,0-1 1 0 0,0 0 1 0 0,-1 1-1 0 0,1 0 1 0 0,0 0-1 0 0,-1 0 0 0 0,0 0 1 0 0,1 1-1 0 0,-1 0 1 0 0,0 0-1 0 0,0 1 0 0 0,0-1 1 0 0,-1 1-1 0 0,1 0 1 0 0,-1 0-1 0 0,0 1 0 0 0,0-1 1 0 0,-1 1-1 0 0,1 0 1 0 0,-1 0-1 0 0,0 0 1 0 0,0 0-1 0 0,2 8 0 0 0,-1-4 11 0 0,-1 0 1 0 0,0 0-1 0 0,-1 0 0 0 0,0 0 0 0 0,0 1 0 0 0,-1-1 0 0 0,0 1 0 0 0,-1 0 1 0 0,0-1-1 0 0,-1 1 0 0 0,1-1 0 0 0,-5 18 0 0 0,-1-10 10 0 0,0 0-1 0 0,-2 0 1 0 0,0-1 0 0 0,0 0-1 0 0,-2 0 1 0 0,0-1 0 0 0,0 0-1 0 0,-15 14 1 0 0,-108 103 96 0 0,125-125-121 0 0,-126 102-11 0 0,6-6 791 0 0,112-89 250 0 0,14-12-373 0 0,21 1-260 0 0,118-22 32 0 0,161-16-328 0 0,-276 33-180 0 0,38-3-435 0 0,116 7 0 0 0,-174-2 225 0 0,0 0 1 0 0,0 0-1 0 0,-1 0 1 0 0,1 1-1 0 0,0-1 0 0 0,0 1 1 0 0,0-1-1 0 0,0 1 1 0 0,0 0-1 0 0,-1 0 1 0 0,1 0-1 0 0,0 0 1 0 0,2 2-1 0 0,0 6-4247 0 0,-4-6 320 0 0,-4 4-2074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3:02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25 791 612 0 0,'-2'-2'2734'0'0,"-17"-37"6569"0"0,18 37-8681 0 0,1 2-552 0 0,-1 0 0 0 0,1 0 0 0 0,0-1-1 0 0,0 1 1 0 0,0 0 0 0 0,-1 0 0 0 0,1-1 0 0 0,0 1-1 0 0,0 0 1 0 0,0-1 0 0 0,0 1 0 0 0,0 0-1 0 0,0 0 1 0 0,0-1 0 0 0,0 1 0 0 0,-1 0 0 0 0,1-1-1 0 0,0 1 1 0 0,0 0 0 0 0,0-1 0 0 0,1 1 0 0 0,-1 0-1 0 0,0-1 1 0 0,0 1 0 0 0,0 0 0 0 0,0-1 0 0 0,0 1-1 0 0,0 0 1 0 0,0-1 0 0 0,0 1 0 0 0,1 0 0 0 0,-1 0-1 0 0,0-1 1 0 0,44 1 1406 0 0,-38 1-1354 0 0,1 0 0 0 0,0-1 1 0 0,-1 0-1 0 0,1 0 0 0 0,0-1 1 0 0,-1 0-1 0 0,1 0 1 0 0,-1 0-1 0 0,1-1 0 0 0,-1 0 1 0 0,0 0-1 0 0,10-5 0 0 0,1-4-66 0 0,-1-1-1 0 0,-1-1 1 0 0,0 0-1 0 0,0-1 0 0 0,-1 0 1 0 0,-1-1-1 0 0,0-1 0 0 0,-1 0 1 0 0,11-20-1 0 0,9-23-67 0 0,35-88-1 0 0,-20 40 6 0 0,-27 64-24 0 0,0-1 7 0 0,2 1 1 0 0,34-52-1 0 0,-55 93 22 0 0,0 1 0 0 0,0-1 0 0 0,1 0 0 0 0,-1 1 0 0 0,0-1 0 0 0,1 1 0 0 0,-1-1 0 0 0,1 1 0 0 0,0 0 0 0 0,-1-1 0 0 0,1 1 0 0 0,0 0 0 0 0,0 0 0 0 0,-1 0 0 0 0,1 1 0 0 0,0-1 0 0 0,0 0 0 0 0,0 1 0 0 0,0-1 0 0 0,0 1 0 0 0,0-1 0 0 0,0 1 0 0 0,4 0 0 0 0,-3 1 20 0 0,-1 0 0 0 0,1 0 0 0 0,-1 0 0 0 0,0 0 0 0 0,0 0 0 0 0,0 0 0 0 0,1 1 0 0 0,-1-1 0 0 0,-1 1 0 0 0,1-1 0 0 0,0 1-1 0 0,0 0 1 0 0,0 0 0 0 0,-1 0 0 0 0,1 0 0 0 0,-1 0 0 0 0,0 0 0 0 0,1 0 0 0 0,0 4 0 0 0,4 7 98 0 0,-1 1-1 0 0,0-1 1 0 0,-1 1-1 0 0,-1-1 1 0 0,3 20-1 0 0,2 74 209 0 0,-4-47-185 0 0,0 316-29 0 0,-6-207-33 0 0,2-166-60 0 0,3 3 33 0 0,-2-23-65 0 0,-1 0 0 0 0,-1 0 1 0 0,0 0-1 0 0,-2 0 1 0 0,0 1-1 0 0,0-1 0 0 0,-2 1 1 0 0,0 0-1 0 0,-1 0 1 0 0,0 0-1 0 0,-2 1 0 0 0,1 0 1 0 0,-2 0-1 0 0,0 1 0 0 0,-1 0 1 0 0,0 1-1 0 0,-1 0 1 0 0,-1 0-1 0 0,0 1 0 0 0,0 1 1 0 0,-19-13-1 0 0,26 21 12 0 0,0 0 0 0 0,-1 0-1 0 0,0 0 1 0 0,1 1 0 0 0,-1 0 0 0 0,0 0-1 0 0,0 0 1 0 0,0 1 0 0 0,-1 0-1 0 0,1 0 1 0 0,0 1 0 0 0,0-1 0 0 0,-1 1-1 0 0,1 1 1 0 0,0-1 0 0 0,0 1-1 0 0,0 0 1 0 0,0 1 0 0 0,0-1 0 0 0,0 1-1 0 0,-6 3 1 0 0,5-2-1 0 0,0 1 0 0 0,0-1 0 0 0,0 1 1 0 0,1 1-1 0 0,0-1 0 0 0,0 1 0 0 0,0 1 0 0 0,0-1 0 0 0,1 1 0 0 0,0 0 0 0 0,0 0 1 0 0,0 0-1 0 0,1 1 0 0 0,0-1 0 0 0,0 1 0 0 0,-4 12 0 0 0,8-17 5 0 0,-1-1-1 0 0,0 1 0 0 0,1 0 1 0 0,-1 0-1 0 0,1 0 0 0 0,0 0 1 0 0,0 0-1 0 0,0-1 0 0 0,0 1 1 0 0,0 0-1 0 0,0 0 0 0 0,0 0 1 0 0,1 0-1 0 0,-1 0 0 0 0,2 3 1 0 0,-2-4-2 0 0,1 0 1 0 0,0 0-1 0 0,0 0 1 0 0,0 0-1 0 0,0 0 1 0 0,0 0-1 0 0,0-1 1 0 0,0 1-1 0 0,0 0 0 0 0,0 0 1 0 0,0-1-1 0 0,0 1 1 0 0,0-1-1 0 0,1 1 1 0 0,-1-1-1 0 0,0 1 1 0 0,0-1-1 0 0,1 0 1 0 0,-1 0-1 0 0,0 1 1 0 0,1-1-1 0 0,-1 0 0 0 0,0 0 1 0 0,1 0-1 0 0,-1-1 1 0 0,0 1-1 0 0,0 0 1 0 0,2-1-1 0 0,25-4 13 0 0,-1-1-1 0 0,0-1 1 0 0,42-18-1 0 0,81-44 28 0 0,-121 55-41 0 0,35-19 15 0 0,-26 13-43 0 0,0 2-1 0 0,47-16 0 0 0,-84 34 31 0 0,0 0 1 0 0,0-1-1 0 0,0 1 0 0 0,0 0 0 0 0,1 0 1 0 0,-1-1-1 0 0,0 1 0 0 0,0 0 0 0 0,0 0 1 0 0,1 1-1 0 0,-1-1 0 0 0,0 0 0 0 0,0 0 1 0 0,1 0-1 0 0,-1 1 0 0 0,0-1 0 0 0,0 1 1 0 0,0-1-1 0 0,0 1 0 0 0,0-1 0 0 0,0 1 1 0 0,2 1-1 0 0,-2-1 1 0 0,1 1-1 0 0,-1 0 1 0 0,0-1 0 0 0,0 1 0 0 0,1 0-1 0 0,-1 0 1 0 0,-1 0 0 0 0,1 0 0 0 0,0 0 0 0 0,0 0-1 0 0,0 4 1 0 0,0 2-1 0 0,0-1-1 0 0,0 1 1 0 0,-1 0 0 0 0,0 0-1 0 0,-1 12 1 0 0,-7 27-28 0 0,-1 0-1 0 0,-18 50 1 0 0,11-39 127 0 0,15-57-72 0 0,1-3 14 0 0,3-11-17 0 0,0 0-1 0 0,1 0 1 0 0,0 0 0 0 0,1 1-1 0 0,0-1 1 0 0,13-20 0 0 0,2 1-38 0 0,28-35 0 0 0,-41 58 3 0 0,-1 1-1 0 0,2 0 1 0 0,-1 0 0 0 0,1 1 0 0 0,0-1 0 0 0,1 2-1 0 0,-1-1 1 0 0,1 1 0 0 0,1 1 0 0 0,15-8 0 0 0,-22 12 14 0 0,0 1 1 0 0,-1-1-1 0 0,1 1 1 0 0,0-1-1 0 0,-1 1 1 0 0,1 0-1 0 0,0 0 1 0 0,0 0-1 0 0,-1 0 1 0 0,1 1-1 0 0,0-1 1 0 0,-1 1-1 0 0,1 0 1 0 0,0-1 0 0 0,-1 1-1 0 0,1 0 1 0 0,-1 1-1 0 0,1-1 1 0 0,-1 0-1 0 0,0 1 1 0 0,0-1-1 0 0,1 1 1 0 0,-1 0-1 0 0,0 0 1 0 0,0 0-1 0 0,-1 0 1 0 0,1 0-1 0 0,0 0 1 0 0,-1 0-1 0 0,1 0 1 0 0,-1 1 0 0 0,2 2-1 0 0,2 6 75 0 0,0-1 0 0 0,-1 1 0 0 0,0 0-1 0 0,0 0 1 0 0,3 23 0 0 0,3 67 473 0 0,2 7-180 0 0,-12-107-368 0 0,0 0 0 0 0,0 0 0 0 0,1-1 0 0 0,-1 1 0 0 0,1 0 0 0 0,-1-1 0 0 0,0 1 0 0 0,1-1 0 0 0,-1 1 0 0 0,1-1 0 0 0,0 1 0 0 0,-1 0 0 0 0,1-1 0 0 0,-1 0 0 0 0,1 1 0 0 0,0-1 0 0 0,-1 1 0 0 0,1-1 0 0 0,0 0 0 0 0,-1 0 0 0 0,1 1 0 0 0,0-1 0 0 0,0 0 0 0 0,-1 0 0 0 0,1 0 0 0 0,0 0 0 0 0,0 0 0 0 0,-1 0 0 0 0,1 0 0 0 0,0 0 0 0 0,0 0 0 0 0,-1 0 0 0 0,1 0 0 0 0,0 0 0 0 0,0-1 0 0 0,-1 1 0 0 0,1 0 0 0 0,0 0 0 0 0,-1-1 0 0 0,1 1 0 0 0,0-1 0 0 0,0 0 0 0 0,16-8 10 0 0,-1-2 0 0 0,-1 0 0 0 0,0 0 0 0 0,0-2 0 0 0,-1 0 0 0 0,-1 0 0 0 0,20-27 0 0 0,73-118 9 0 0,21-71-45 0 0,-127 228 22 0 0,1 1 0 0 0,-1-1-1 0 0,1 0 1 0 0,-1 0 0 0 0,1 0 0 0 0,-1 0 0 0 0,0 0 0 0 0,0 0-1 0 0,1 1 1 0 0,-1-1 0 0 0,0 0 0 0 0,0 0 0 0 0,0 0-1 0 0,0 0 1 0 0,0 0 0 0 0,0 0 0 0 0,0 0 0 0 0,0 0-1 0 0,0 0 1 0 0,-1-1 0 0 0,1 1 0 0 0,-1 1-1 0 0,0 0 0 0 0,1 0 1 0 0,-1 0-1 0 0,1-1 1 0 0,-1 1-1 0 0,1 0 1 0 0,-1 0-1 0 0,0 0 1 0 0,1 0-1 0 0,-1 0 0 0 0,1 0 1 0 0,-1 0-1 0 0,1 0 1 0 0,-1 1-1 0 0,0-1 1 0 0,1 0-1 0 0,-1 0 1 0 0,1 0-1 0 0,-1 1 0 0 0,1-1 1 0 0,-1 0-1 0 0,0 1 1 0 0,-4 2 2 0 0,0 0 1 0 0,-1 0 0 0 0,2 0-1 0 0,-1 1 1 0 0,-5 5-1 0 0,5-4 1 0 0,0 1-1 0 0,0-1 0 0 0,1 1 1 0 0,0 0-1 0 0,0 0 1 0 0,0 1-1 0 0,1-1 0 0 0,0 1 1 0 0,0-1-1 0 0,1 1 0 0 0,0 0 1 0 0,0 0-1 0 0,1 0 0 0 0,-1 0 1 0 0,2 1-1 0 0,-1-1 0 0 0,1 0 1 0 0,0 0-1 0 0,0 1 1 0 0,1-1-1 0 0,0 0 0 0 0,0 0 1 0 0,1 0-1 0 0,0 0 0 0 0,5 12 1 0 0,4 1-21 0 0,1 1 0 0 0,2-1 0 0 0,26 31 0 0 0,-22-30 538 0 0,-1 1-1 0 0,17 31 1 0 0,-32-51-387 0 0,0 1 1 0 0,-1-1-1 0 0,0 1 1 0 0,0 0-1 0 0,0 0 0 0 0,0 0 1 0 0,0 0-1 0 0,0 0 1 0 0,-1 0-1 0 0,1 0 1 0 0,-1 0-1 0 0,0 0 1 0 0,0 0-1 0 0,0 0 0 0 0,0 0 1 0 0,-1 0-1 0 0,1 0 1 0 0,-1 0-1 0 0,0 0 1 0 0,0-1-1 0 0,0 1 0 0 0,0 0 1 0 0,0 0-1 0 0,0-1 1 0 0,-1 1-1 0 0,-3 4 1 0 0,2-4-83 0 0,-1 1-1 0 0,0-1 1 0 0,1 0 0 0 0,-1 0 0 0 0,-1 0 0 0 0,1-1 0 0 0,0 1 0 0 0,-1-1 0 0 0,1 0 0 0 0,-1 0 0 0 0,0-1 0 0 0,0 1 0 0 0,1-1-1 0 0,-1 0 1 0 0,0-1 0 0 0,-8 1 0 0 0,0-1-183 0 0,-1 0-1 0 0,1-1 1 0 0,0 0-1 0 0,-1-1 1 0 0,-19-6-1 0 0,0-4-4900 0 0,3-3-6610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3:02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1040 0 0,'41'1'11989'0'0,"-34"-1"-11867"0"0,-4 0 1360 0 0,0 0-960 0 0,10 0-100 0 0,-10 0-90 0 0,15 7 60 0 0,-10-5-4079 0 0,0 0 2214 0 0,-4-4-2757 0 0,3-3-277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3:05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1199 1680 0 0,'-3'3'1086'0'0,"1"0"-1"0"0,0-1 1 0 0,0 1-1 0 0,0 0 1 0 0,1 0-1 0 0,-1 0 1 0 0,1 0-1 0 0,0 0 1 0 0,-1 1-1 0 0,2-1 0 0 0,-1 0 1 0 0,-1 6-1 0 0,2-8-30 0 0,7 13 3520 0 0,-5-13-3321 0 0,11-8 157 0 0,-5-8-1254 0 0,0-1 1 0 0,-1 0-1 0 0,-1 0 0 0 0,0-1 1 0 0,-2 1-1 0 0,4-22 0 0 0,12-112-174 0 0,-16 102 85 0 0,11-95 33 0 0,15-129-31 0 0,-19 204-170 0 0,39-129 0 0 0,-42 173 72 0 0,1-1 0 0 0,2 1 0 0 0,0 1 0 0 0,16-23 0 0 0,-22 38 23 0 0,0 0-1 0 0,1 1 1 0 0,0-1-1 0 0,0 1 1 0 0,1 1-1 0 0,-1-1 1 0 0,2 1-1 0 0,-1 1 0 0 0,1-1 1 0 0,-1 1-1 0 0,2 0 1 0 0,-1 1-1 0 0,0 0 1 0 0,14-4-1 0 0,-17 6 11 0 0,0 1 0 0 0,0 0 0 0 0,-1 1 0 0 0,1-1 0 0 0,1 1 0 0 0,-1 0 0 0 0,0 0 0 0 0,0 1 0 0 0,0-1 0 0 0,-1 1 0 0 0,1 0 0 0 0,0 1 0 0 0,0-1 0 0 0,8 4 0 0 0,-7-1 3 0 0,0-1-1 0 0,0 1 1 0 0,0 0-1 0 0,-1 1 1 0 0,0-1-1 0 0,1 1 1 0 0,-2 0-1 0 0,1 0 1 0 0,7 11-1 0 0,-6-6-6 0 0,0 0 0 0 0,-1 0 0 0 0,0 0 1 0 0,0 1-1 0 0,-1 0 0 0 0,-1 0 0 0 0,0 0 0 0 0,0 0 0 0 0,-1 1 0 0 0,-1-1 0 0 0,0 0 0 0 0,0 21 0 0 0,-5-6-10 0 0,0 0 0 0 0,-2-1 0 0 0,-1 0 0 0 0,-1 0-1 0 0,-1 0 1 0 0,-1-1 0 0 0,-1 0 0 0 0,-26 41 0 0 0,13-29-1 0 0,-2-1 1 0 0,-1-1-1 0 0,-2-2 1 0 0,-51 46-1 0 0,78-75 8 0 0,-54 42-6 0 0,50-41 9 0 0,0-1 0 0 0,1 1 0 0 0,-1-1 0 0 0,0-1 0 0 0,0 1 0 0 0,-1-1 0 0 0,1 0 0 0 0,-9 2 0 0 0,8-3-20 0 0,-9-2 25 0 0,14 1-6 0 0,-1-1 2 0 0,0 1-1 0 0,0-1 0 0 0,-1 0 1 0 0,1 0-1 0 0,0 0 0 0 0,0-1 0 0 0,0 1 1 0 0,-5-4-1 0 0,-3-12-24 0 0,8 12-6 0 0,2 3 11 0 0,1 0-1 0 0,5-9-20 0 0,-4 11 37 0 0,0-1 0 0 0,0 1 0 0 0,0-1 0 0 0,0 1 0 0 0,0 0-1 0 0,0 0 1 0 0,1 0 0 0 0,-1 0 0 0 0,0-1 0 0 0,0 1 0 0 0,0 1 0 0 0,0-1-1 0 0,1 0 1 0 0,-1 0 0 0 0,0 0 0 0 0,0 1 0 0 0,0-1 0 0 0,2 1 0 0 0,3 2 3 0 0,0-1 0 0 0,0 1 0 0 0,-1 0 0 0 0,1 0 1 0 0,-1 1-1 0 0,0-1 0 0 0,0 1 0 0 0,7 7 1 0 0,36 42 37 0 0,-39-42-37 0 0,47 58-161 0 0,-13-15 463 0 0,77 75 0 0 0,-105-115-681 0 0,1-1 1 0 0,0 0 0 0 0,1-1-1 0 0,1-1 1 0 0,0-1 0 0 0,0 0 0 0 0,1-1-1 0 0,0-1 1 0 0,33 9 0 0 0,-42-15-93 0 0,0 0 1 0 0,1-1-1 0 0,-1 0 1 0 0,1-1-1 0 0,-1 0 1 0 0,1 0-1 0 0,-1-1 1 0 0,1-1-1 0 0,13-3 0 0 0,-9 1 24 0 0,-1-1-1 0 0,0-1 1 0 0,0 0-1 0 0,0-1 1 0 0,23-15-1 0 0,-12 2 428 0 0,0 0 0 0 0,-1-1 0 0 0,-1-2 0 0 0,-1 0 0 0 0,28-40 0 0 0,-37 45 440 0 0,-2 0-1 0 0,0-1 0 0 0,-1 0 0 0 0,14-37 1 0 0,-20 45-180 0 0,-1 1 0 0 0,0-1 0 0 0,0 0-1 0 0,-1 0 1 0 0,-1 0 0 0 0,0-1 0 0 0,0 1 0 0 0,-1 0 0 0 0,-1 0 0 0 0,0 0 0 0 0,-3-12 0 0 0,4 21-198 0 0,0 0 0 0 0,-1 0-1 0 0,1 0 1 0 0,-1 0 0 0 0,1 0 0 0 0,-1 0 0 0 0,0 0 0 0 0,0 0-1 0 0,0 0 1 0 0,0 0 0 0 0,0 0 0 0 0,0 1 0 0 0,-1-1-1 0 0,1 0 1 0 0,-1 1 0 0 0,1-1 0 0 0,-1 1 0 0 0,1 0-1 0 0,-1-1 1 0 0,0 1 0 0 0,0 0 0 0 0,0 0 0 0 0,0 0-1 0 0,1 0 1 0 0,-1 1 0 0 0,0-1 0 0 0,0 0 0 0 0,-1 1-1 0 0,1 0 1 0 0,0-1 0 0 0,0 1 0 0 0,0 0 0 0 0,0 0-1 0 0,0 0 1 0 0,0 0 0 0 0,0 0 0 0 0,0 1 0 0 0,0-1-1 0 0,-1 1 1 0 0,1-1 0 0 0,0 1 0 0 0,-3 1 0 0 0,-5 3 109 0 0,-1-1 1 0 0,1 2 0 0 0,0 0 0 0 0,1 0 0 0 0,-1 0 0 0 0,-10 11-1 0 0,3-1-53 0 0,2 0 0 0 0,0 1-1 0 0,1 0 1 0 0,0 1 0 0 0,2 0-1 0 0,0 1 1 0 0,1 1-1 0 0,1 0 1 0 0,1 0 0 0 0,1 1-1 0 0,1 0 1 0 0,0 1 0 0 0,-3 23-1 0 0,9-39-73 0 0,0 1-1 0 0,1-1 1 0 0,0 0-1 0 0,0 1 1 0 0,1-1-1 0 0,0 8 1 0 0,0-13-20 0 0,-1 1 1 0 0,1 0 0 0 0,-1 0-1 0 0,1 0 1 0 0,-1 0 0 0 0,1-1-1 0 0,0 1 1 0 0,0 0 0 0 0,0-1-1 0 0,0 1 1 0 0,0-1 0 0 0,0 1-1 0 0,0-1 1 0 0,1 1 0 0 0,-1-1-1 0 0,1 0 1 0 0,-1 1 0 0 0,1-1-1 0 0,-1 0 1 0 0,1 0 0 0 0,-1 0-1 0 0,1-1 1 0 0,0 1 0 0 0,0 0-1 0 0,-1 0 1 0 0,4 0 0 0 0,1-1-7 0 0,-1 1-1 0 0,1-1 1 0 0,0 0 0 0 0,-1-1 0 0 0,1 1-1 0 0,0-1 1 0 0,-1 0 0 0 0,1-1 0 0 0,-1 1-1 0 0,1-1 1 0 0,-1 0 0 0 0,0-1 0 0 0,0 1 0 0 0,0-1-1 0 0,0 0 1 0 0,0 0 0 0 0,6-6 0 0 0,9-8-5 0 0,0-1 0 0 0,27-35 0 0 0,-7 8 1 0 0,15-10-98 0 0,-54 55 101 0 0,-1-1 0 0 0,1 1 1 0 0,-1-1-1 0 0,1 1 1 0 0,0-1-1 0 0,0 1 0 0 0,-1 0 1 0 0,1-1-1 0 0,0 1 1 0 0,0 0-1 0 0,-1 0 0 0 0,1 0 1 0 0,0-1-1 0 0,0 1 1 0 0,0 0-1 0 0,-1 0 0 0 0,1 0 1 0 0,0 0-1 0 0,0 0 1 0 0,0 0-1 0 0,-1 1 0 0 0,1-1 1 0 0,0 0-1 0 0,0 0 1 0 0,-1 1-1 0 0,1-1 0 0 0,0 0 1 0 0,0 1-1 0 0,-1-1 1 0 0,1 0-1 0 0,0 1 0 0 0,-1-1 1 0 0,1 1-1 0 0,-1 0 1 0 0,1-1-1 0 0,0 1 0 0 0,-1-1 1 0 0,1 1-1 0 0,-1 0 1 0 0,3 3-7 0 0,-1-1 0 0 0,1 1 1 0 0,-1 0-1 0 0,0 0 1 0 0,2 6-1 0 0,7 24 91 0 0,6 41-1 0 0,-5-22-48 0 0,-12-52-33 0 0,0-1 1 0 0,0 1 0 0 0,0-1 0 0 0,0 1 0 0 0,1 0 0 0 0,-1-1 0 0 0,0 1 0 0 0,0-1-1 0 0,0 1 1 0 0,1-1 0 0 0,-1 1 0 0 0,0 0 0 0 0,1-1 0 0 0,-1 1 0 0 0,0-1-1 0 0,1 0 1 0 0,-1 1 0 0 0,1-1 0 0 0,-1 1 0 0 0,1-1 0 0 0,-1 1 0 0 0,1-1 0 0 0,-1 0-1 0 0,1 1 1 0 0,-1-1 0 0 0,2 0 0 0 0,-2 0-2 0 0,1 0 0 0 0,0 0 1 0 0,-1 0-1 0 0,1-1 0 0 0,0 1 0 0 0,-1 0 0 0 0,1-1 0 0 0,0 1 0 0 0,-1 0 1 0 0,1-1-1 0 0,0 1 0 0 0,-1-1 0 0 0,1 1 0 0 0,-1-1 0 0 0,1 1 0 0 0,-1-1 1 0 0,1 0-1 0 0,16-29-35 0 0,12-43-16 0 0,-20 46 21 0 0,1 1 0 0 0,1 1 0 0 0,22-36 0 0 0,-31 57 25 0 0,1 1 1 0 0,-1 0-1 0 0,1 0 1 0 0,-1 0 0 0 0,1 0-1 0 0,0 1 1 0 0,0-1-1 0 0,0 1 1 0 0,0 0 0 0 0,5-3-1 0 0,-6 5 3 0 0,-1-1-1 0 0,0 0 1 0 0,1 1 0 0 0,0 0-1 0 0,-1-1 1 0 0,1 1-1 0 0,-1 0 1 0 0,1 0 0 0 0,-1-1-1 0 0,1 1 1 0 0,0 1-1 0 0,-1-1 1 0 0,1 0 0 0 0,-1 0-1 0 0,1 0 1 0 0,-1 1-1 0 0,1-1 1 0 0,-1 1-1 0 0,1-1 1 0 0,-1 1 0 0 0,1 0-1 0 0,-1 0 1 0 0,0-1-1 0 0,1 1 1 0 0,-1 0 0 0 0,2 2-1 0 0,2 2 4 0 0,-1 1 0 0 0,0-1-1 0 0,0 1 1 0 0,0 0 0 0 0,-1 0-1 0 0,0 0 1 0 0,0 0 0 0 0,0 1-1 0 0,-1-1 1 0 0,0 1 0 0 0,2 11-1 0 0,0 7 15 0 0,3 47 0 0 0,-6-42-3 0 0,-3 32 1 0 0,1-52 8 0 0,0-1 1 0 0,-1 0-1 0 0,1 0 0 0 0,-2 0 1 0 0,0 0-1 0 0,0-1 1 0 0,-7 15-1 0 0,9-21 8 0 0,0-4-40 0 0,-1-2 2 0 0,0 0 0 0 0,1 0-1 0 0,-1 0 1 0 0,1 0 0 0 0,0 0 0 0 0,0 0-1 0 0,1 0 1 0 0,-1 0 0 0 0,1-1 0 0 0,0 1-1 0 0,0 0 1 0 0,1-6 0 0 0,11-57-124 0 0,-7 44 102 0 0,-2 12 10 0 0,-1 0-1 0 0,1 1 1 0 0,1-1 0 0 0,0 1 0 0 0,0 0-1 0 0,1 0 1 0 0,0 0 0 0 0,1 1 0 0 0,0 0 0 0 0,1 0-1 0 0,0 0 1 0 0,0 1 0 0 0,1 0 0 0 0,0 0-1 0 0,0 1 1 0 0,0 0 0 0 0,12-6 0 0 0,-18 12 21 0 0,-1 0-1 0 0,1 1 1 0 0,0 0 0 0 0,0-1-1 0 0,0 1 1 0 0,0 0 0 0 0,0 0 0 0 0,0 0-1 0 0,0 0 1 0 0,0 0 0 0 0,0 1-1 0 0,0-1 1 0 0,0 1 0 0 0,0-1 0 0 0,0 1-1 0 0,0 0 1 0 0,-1-1 0 0 0,1 1-1 0 0,0 0 1 0 0,0 0 0 0 0,-1 0 0 0 0,1 1-1 0 0,-1-1 1 0 0,1 0 0 0 0,-1 1-1 0 0,2 1 1 0 0,2 3 15 0 0,-1 0-1 0 0,0 1 1 0 0,-1-1 0 0 0,0 1-1 0 0,0-1 1 0 0,0 1-1 0 0,2 9 1 0 0,9 57 172 0 0,-2-13-117 0 0,-9-51-60 0 0,-1 0-1 0 0,1-1 1 0 0,1 1-1 0 0,0-1 1 0 0,0 0-1 0 0,1 0 0 0 0,0 0 1 0 0,0-1-1 0 0,0 0 1 0 0,10 10-1 0 0,-12-15-6 0 0,0 1 1 0 0,0-1-1 0 0,0 1 0 0 0,0-1 0 0 0,1 0 0 0 0,-1 0 0 0 0,1-1 0 0 0,-1 1 1 0 0,1-1-1 0 0,0 1 0 0 0,-1-1 0 0 0,1 0 0 0 0,0-1 0 0 0,0 1 0 0 0,0-1 0 0 0,0 0 1 0 0,0 1-1 0 0,-1-2 0 0 0,1 1 0 0 0,0 0 0 0 0,0-1 0 0 0,0 0 0 0 0,0 0 0 0 0,-1 0 1 0 0,1 0-1 0 0,5-3 0 0 0,1-1-14 0 0,-1 0-1 0 0,-1-1 1 0 0,1 0 0 0 0,-1 0 0 0 0,0-1 0 0 0,-1 0-1 0 0,1 0 1 0 0,-1-1 0 0 0,-1 0 0 0 0,1 0-1 0 0,-1-1 1 0 0,5-10 0 0 0,7-15-425 0 0,26-70 0 0 0,-40 95 346 0 0,19-58-320 0 0,-2-1-1 0 0,11-73 1 0 0,10-143-48 0 0,-37 206 388 0 0,-7 68 58 0 0,-4 10 78 0 0,-5 16 141 0 0,-7 49 356 0 0,2 0 0 0 0,4 1 1 0 0,-6 78-1 0 0,10-75-236 0 0,-11 236 460 0 0,8-72-354 0 0,11-226-411 0 0,-1 0 0 0 0,1 0 0 0 0,-2 0 0 0 0,1 0-1 0 0,-1 0 1 0 0,0 0 0 0 0,0 0 0 0 0,-1 0 0 0 0,-4 8-1 0 0,6-14-21 0 0,1 0 0 0 0,-1-1 0 0 0,0 1 0 0 0,1 0 0 0 0,-1-1 0 0 0,0 1 0 0 0,1-1 0 0 0,-1 1 0 0 0,0-1 0 0 0,0 1 0 0 0,1-1 0 0 0,-1 1 0 0 0,0-1 0 0 0,0 0 0 0 0,0 0-1 0 0,0 1 1 0 0,1-1 0 0 0,-1 0 0 0 0,0 0 0 0 0,0 0 0 0 0,0 0 0 0 0,0 0 0 0 0,0 0 0 0 0,0 0 0 0 0,1 0 0 0 0,-1 0 0 0 0,0 0 0 0 0,0 0 0 0 0,0-1 0 0 0,0 1 0 0 0,0 0 0 0 0,1-1 0 0 0,-1 1 0 0 0,0-1-1 0 0,0 1 1 0 0,1-1 0 0 0,-1 1 0 0 0,0-1 0 0 0,0 0 0 0 0,-3-2-22 0 0,0 0 0 0 0,1-1 0 0 0,0 1-1 0 0,0-1 1 0 0,-4-5 0 0 0,-1-4-20 0 0,1 0-1 0 0,0-1 1 0 0,1 0-1 0 0,1 0 1 0 0,0-1 0 0 0,0 1-1 0 0,2-1 1 0 0,0 0-1 0 0,1 0 1 0 0,0 0 0 0 0,1-31-1 0 0,2 24 19 0 0,0 1 0 0 0,2-1 0 0 0,1 0 0 0 0,0 1-1 0 0,2 0 1 0 0,0 0 0 0 0,17-35 0 0 0,-15 39 9 0 0,1 2 0 0 0,0-1-1 0 0,1 1 1 0 0,1 1 0 0 0,19-21 0 0 0,-23 28 5 0 0,0 0 0 0 0,1 1 0 0 0,0 0 1 0 0,0 0-1 0 0,0 1 0 0 0,0 0 0 0 0,1 0 0 0 0,0 1 0 0 0,0 0 0 0 0,0 1 0 0 0,17-5 1 0 0,-22 7 3 0 0,1 1 0 0 0,-1-1 1 0 0,1 1-1 0 0,-1 0 1 0 0,1 0-1 0 0,-1 1 1 0 0,0-1-1 0 0,1 1 1 0 0,-1 0-1 0 0,0 0 1 0 0,1 1-1 0 0,-1-1 1 0 0,0 1-1 0 0,0 0 0 0 0,0 0 1 0 0,0 0-1 0 0,0 1 1 0 0,-1-1-1 0 0,1 1 1 0 0,-1 0-1 0 0,1 0 1 0 0,-1 0-1 0 0,0 0 1 0 0,0 1-1 0 0,-1-1 1 0 0,1 1-1 0 0,-1 0 0 0 0,0 0 1 0 0,0 0-1 0 0,0 0 1 0 0,0 0-1 0 0,-1 0 1 0 0,1 0-1 0 0,-1 1 1 0 0,0-1-1 0 0,0 0 1 0 0,-1 1-1 0 0,1-1 1 0 0,-1 1-1 0 0,0-1 0 0 0,0 1 1 0 0,-1-1-1 0 0,1 0 1 0 0,-1 1-1 0 0,0-1 1 0 0,-3 8-1 0 0,1-4 22 0 0,-1 1 0 0 0,-1-1-1 0 0,0 1 1 0 0,0-1 0 0 0,0-1 0 0 0,-1 1-1 0 0,0-1 1 0 0,0 0 0 0 0,-1 0 0 0 0,0-1-1 0 0,-9 7 1 0 0,5-5-9 0 0,-1-1-1 0 0,0 0 1 0 0,0-1 0 0 0,0 0 0 0 0,0-1-1 0 0,-27 7 1 0 0,37-12-5 0 0,-1 1 0 0 0,0-1 0 0 0,0 0 0 0 0,0 0 0 0 0,1 0 0 0 0,-1 0 0 0 0,0-1 0 0 0,0 1 0 0 0,0-1 0 0 0,-4-1 1 0 0,-5-1-97 0 0,13 2 45 0 0,-2 1 46 0 0,1-1 0 0 0,0 1 1 0 0,0-1-1 0 0,0 1 0 0 0,0 0 1 0 0,0-1-1 0 0,0 1 0 0 0,0-1 1 0 0,1 1-1 0 0,-1-1 0 0 0,0 1 1 0 0,0 0-1 0 0,0-1 0 0 0,0 1 1 0 0,0-1-1 0 0,1 1 0 0 0,-1 0 1 0 0,0-1-1 0 0,0 1 0 0 0,1 0 1 0 0,-1-1-1 0 0,0 1 0 0 0,1 0 1 0 0,-1-1-1 0 0,0 1 0 0 0,1 0 1 0 0,-1 0-1 0 0,0 0 0 0 0,1-1 1 0 0,-1 1-1 0 0,1 0 1 0 0,-1 0-1 0 0,0 0 0 0 0,1 0 1 0 0,-1-1-1 0 0,1 1 0 0 0,-1 0 1 0 0,1 0-1 0 0,1 0-1 0 0,0-1 1 0 0,-1 1-1 0 0,1-1 1 0 0,0 1-1 0 0,0 0 1 0 0,0 0-1 0 0,-1 0 1 0 0,1 0-1 0 0,0 0 1 0 0,0 0-1 0 0,-1 1 0 0 0,1-1 1 0 0,0 0-1 0 0,0 1 1 0 0,2 1-1 0 0,27 12 242 0 0,-26-11-90 0 0,22 15 453 0 0,0 1-1 0 0,-1 1 0 0 0,0 2 1 0 0,41 46-1 0 0,-9-10-97 0 0,-55-55-488 0 0,70 62 304 0 0,-64-59-295 0 0,0 1 1 0 0,0-1-1 0 0,1-1 0 0 0,-1 1 0 0 0,1-2 0 0 0,16 6 0 0 0,-23-9-191 0 0,0-1 0 0 0,0 1 0 0 0,0-1-1 0 0,0 0 1 0 0,-1 1 0 0 0,1-2 0 0 0,0 1 0 0 0,0 0-1 0 0,0-1 1 0 0,0 1 0 0 0,0-1 0 0 0,0 0 0 0 0,0 0-1 0 0,-1 0 1 0 0,1 0 0 0 0,0 0 0 0 0,-1-1 0 0 0,1 1-1 0 0,-1-1 1 0 0,1 0 0 0 0,-1 1 0 0 0,0-1-1 0 0,4-4 1 0 0,3-5-1861 0 0,0 0 0 0 0,0-1 0 0 0,12-22 0 0 0,-4 5-3278 0 0,-9 17 1577 0 0,-1 0-1423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3:05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46 223 252 0 0,'-8'-6'6588'0'0,"4"3"-5444"0"0,1 1 639 0 0,0-1-1 0 0,0 1 1 0 0,-1-1-1 0 0,1 1 1 0 0,-1 0-1 0 0,1 0 1 0 0,-8-2-1 0 0,13 1-1256 0 0,-2 3-513 0 0,0 0-1 0 0,0-1 1 0 0,1 1-1 0 0,-1 0 1 0 0,0 0-1 0 0,0-1 0 0 0,0 1 1 0 0,0 0-1 0 0,0 0 1 0 0,0-1-1 0 0,0 1 1 0 0,0 0-1 0 0,1 0 0 0 0,-1 0 1 0 0,0-1-1 0 0,0 1 1 0 0,0 0-1 0 0,0 0 1 0 0,1 0-1 0 0,-1-1 0 0 0,0 1 1 0 0,0 0-1 0 0,0 0 1 0 0,1 0-1 0 0,-1 0 1 0 0,0 0-1 0 0,0-1 0 0 0,1 1 1 0 0,-1 0-1 0 0,0 0 1 0 0,1 0-1 0 0,31-7 200 0 0,45-9-591 0 0,117-42-1 0 0,-193 57 226 0 0,1 1-1 0 0,-1-1 0 0 0,0 0 1 0 0,1 1-1 0 0,-1-1 0 0 0,0 0 1 0 0,0 0-1 0 0,0 0 0 0 0,0 0 1 0 0,0 0-1 0 0,0 0 0 0 0,0 0 1 0 0,0 0-1 0 0,0-1 0 0 0,0 1 1 0 0,0 0-1 0 0,-1 0 0 0 0,1-1 1 0 0,-1 1-1 0 0,1 0 0 0 0,-1-1 0 0 0,1 1 1 0 0,-1-1-1 0 0,0 1 0 0 0,0-1 1 0 0,1 1-1 0 0,-1-1 0 0 0,0 1 1 0 0,0 0-1 0 0,-1-1 0 0 0,1 1 1 0 0,0-1-1 0 0,-1-2 0 0 0,0 1-68 0 0,0-1-1 0 0,-1 1 1 0 0,1-1 0 0 0,-1 1-1 0 0,1 0 1 0 0,-1-1-1 0 0,0 1 1 0 0,0 0 0 0 0,-1 0-1 0 0,1 0 1 0 0,-1 1-1 0 0,-3-4 1 0 0,-7-4 74 0 0,12 9 227 0 0,-6-4 2899 0 0,20 17-2304 0 0,0 2 0 0 0,-2 0 0 0 0,1 0 0 0 0,-2 1 0 0 0,0 0 0 0 0,-1 1-1 0 0,10 21 1 0 0,-16-29-616 0 0,-1-1-1 0 0,1 0 1 0 0,-1 1-1 0 0,-1 0 1 0 0,1-1-1 0 0,-1 1 1 0 0,-1 0-1 0 0,0 0 1 0 0,0 0-1 0 0,0 0 1 0 0,-1-1-1 0 0,0 1 1 0 0,0 0-1 0 0,-1-1 1 0 0,0 1-1 0 0,-1-1 0 0 0,1 1 1 0 0,-2-1-1 0 0,-6 13 1 0 0,-1 0-506 0 0,-14 22 694 0 0,15-31-3570 0 0,-1-3-3380 0 0,4-15-4534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04T04:13:06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53 164 2340 0 0,'10'-36'11935'0'0,"-8"-18"-3678"0"0,-2 43-6940 0 0,0 9-1207 0 0,1 0 1 0 0,-1 0 0 0 0,0 0-1 0 0,1 0 1 0 0,-1-1-1 0 0,1 1 1 0 0,0 0-1 0 0,0 1 1 0 0,-1-1 0 0 0,1 0-1 0 0,1 0 1 0 0,-1 0-1 0 0,0 0 1 0 0,0 1-1 0 0,1-1 1 0 0,-1 1 0 0 0,1-1-1 0 0,-1 1 1 0 0,1-1-1 0 0,-1 1 1 0 0,1 0-1 0 0,3-2 1 0 0,2-1-77 0 0,0 1 1 0 0,1 0-1 0 0,-1 0 0 0 0,10-2 0 0 0,-14 4 60 0 0,2 0-82 0 0,0 1-1 0 0,0 0 1 0 0,0 0-1 0 0,0 0 1 0 0,0 0-1 0 0,0 1 1 0 0,0-1-1 0 0,0 1 1 0 0,0 1-1 0 0,0-1 1 0 0,0 1-1 0 0,-1-1 1 0 0,1 1 0 0 0,0 1-1 0 0,-1-1 1 0 0,5 4-1 0 0,-4-2 9 0 0,-1 0-1 0 0,0 0 0 0 0,0 0 1 0 0,0 1-1 0 0,0 0 1 0 0,-1-1-1 0 0,1 1 0 0 0,-1 0 1 0 0,-1 1-1 0 0,1-1 1 0 0,-1 1-1 0 0,0-1 0 0 0,0 1 1 0 0,0-1-1 0 0,0 9 1 0 0,-1-5 12 0 0,0-1 0 0 0,-1 1 0 0 0,-1 0 0 0 0,1 0 0 0 0,-2 0 0 0 0,1 0 0 0 0,-1-1 0 0 0,0 1 0 0 0,-5 10 0 0 0,-4 5 61 0 0,0 0-1 0 0,-2-1 1 0 0,0-1 0 0 0,-2 0-1 0 0,-34 39 1 0 0,-102 99 2955 0 0,150-159-2582 0 0,29-3-269 0 0,-1-1 1 0 0,1-1 0 0 0,50-16 0 0 0,7 0-214 0 0,-16 6-34 0 0,76-14-1369 0 0,-49 13-5381 0 0,-89 14 3836 0 0,0-1 0 0 0,0 1 0 0 0,-1-1 0 0 0,14-5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67A5D-85BE-77D9-7E5A-E475A851A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772F4-9817-B439-B78B-075EAB2DE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F1470-AFBC-E013-FADE-5F2227BBA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6005-7E52-D2E7-AF8B-AB0DC48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45100-5D81-AF0C-D879-1EBE04CB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57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E929-4CCE-E701-F126-AFD81F7CA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CF003-DB45-3DFF-61BA-924B7D5E9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9DD9E-4FFE-9567-188A-005867E0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0A817-0AB4-D024-B386-AD139A1E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DAB3C-2DB2-D00E-6848-D7E0AA6C9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039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D074-538B-C119-CAB6-7F12A3085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17F52-0996-C867-3C98-8893510CA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11EC-D119-0452-5FF2-BAB718BE7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7314D-FF6A-EDC2-49E9-4334E7A8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4D73-39AB-97E7-528D-FF3550364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59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2E4A0-0496-366B-44B4-D7823F1D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1CB4B-C393-5855-5BCB-0BCC542C2B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BBD66-A248-0FFB-4309-C3A43EFE2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6876A-1AE3-6BDC-83B8-01E0DEB46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616E3-9D7A-A0E7-3EFD-8CBD91062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290E4-AB1E-6251-6294-01203E4D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105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9AF9D-6712-D82B-029B-7B64D635D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B4E2D-AACE-E9AE-14CB-2D712506B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D3D74B-6DCD-B7C5-9336-80550E7F3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602002-04FD-1A80-BA95-8E86EF5240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B2412-F0B0-619E-8648-1BD12E901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B02C6-107E-10BC-D24F-6A5F6B6D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B01D3D-034E-528B-3048-277F7903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93628A-0F86-40D7-2DF5-0A5BE977F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188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16BF-7BAA-D6AD-6719-C8A35CAD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3AF525-8AFB-57AA-DAD7-2CBEC402F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FBE4A-66D1-B352-47E5-D6847DA3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187885-D2DA-F049-A77A-DC1EE529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887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A20DB-29EF-2314-3E3A-C7274DB4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2CBFD-0E32-5AAD-8CB0-2C6CC17A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03376-8968-64E9-A791-08F5E5179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76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8985-2A6B-33B1-DFB3-E67E2B2D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A055A-7489-DE1C-297B-D222C43F8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EF8194-8DDB-4518-01E6-C8D136134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99203-A50B-01B0-47FE-9389D1D3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06463-F3AB-1332-8FF8-5CDB96FAE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662CDF-8640-A71E-4FF2-9440963A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53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3FE81-7C02-E551-60CE-A1283F92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E8B49-3BC7-57F8-8F85-E3226835A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BDC9B2-1C7C-A6FD-3EB3-EFFB255B5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D99FC-8700-03A7-6A57-80060EC3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2D7C7-E1F8-6B86-AE15-39B091A3C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79FC1-15A8-B638-A8E2-2A4BB2DB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52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73F99-F812-BB44-D11E-C47F58191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39F23E-2411-5066-E017-E7FA708DB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B1444-4E78-BBB1-5179-F5CBE7877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12330-C3D9-2AFB-C7C9-82CA7743A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B08A9-15FF-1474-6367-B6BB945F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733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7E1983-1DF5-8612-5D45-55BB9F629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2002C-9299-B146-A3C9-3D477C6CE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2DE92-59B6-3EE7-3620-10661233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E9CAE-36D6-E2B8-61FD-4223769D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F3E7-E36B-E3A9-9F0A-A70DA596F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12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3D6F9-8BF6-B9A8-B0D5-6CA41362C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EA801-8011-A49B-001A-737DB292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D7E3B-61DD-5B4C-FCFD-FA0EAD03C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1DE882-EEAD-4BAD-A42E-DEB9AF2C2AC9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DD1AB-39FB-2DF2-C967-840405157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50ED6-FB69-0942-5818-8F3365332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B9B7C-3CFF-4BDE-BACD-F7E3CE2E3B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258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226" Type="http://schemas.openxmlformats.org/officeDocument/2006/relationships/customXml" Target="../ink/ink113.xml"/><Relationship Id="rId247" Type="http://schemas.openxmlformats.org/officeDocument/2006/relationships/image" Target="../media/image123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16" Type="http://schemas.openxmlformats.org/officeDocument/2006/relationships/customXml" Target="../ink/ink108.xml"/><Relationship Id="rId237" Type="http://schemas.openxmlformats.org/officeDocument/2006/relationships/image" Target="../media/image118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3.png"/><Relationship Id="rId248" Type="http://schemas.openxmlformats.org/officeDocument/2006/relationships/customXml" Target="../ink/ink124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217" Type="http://schemas.openxmlformats.org/officeDocument/2006/relationships/image" Target="../media/image108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228" Type="http://schemas.openxmlformats.org/officeDocument/2006/relationships/customXml" Target="../ink/ink114.xml"/><Relationship Id="rId249" Type="http://schemas.openxmlformats.org/officeDocument/2006/relationships/image" Target="../media/image124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18" Type="http://schemas.openxmlformats.org/officeDocument/2006/relationships/customXml" Target="../ink/ink109.xml"/><Relationship Id="rId239" Type="http://schemas.openxmlformats.org/officeDocument/2006/relationships/image" Target="../media/image119.png"/><Relationship Id="rId250" Type="http://schemas.openxmlformats.org/officeDocument/2006/relationships/customXml" Target="../ink/ink125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4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219" Type="http://schemas.openxmlformats.org/officeDocument/2006/relationships/image" Target="../media/image109.png"/><Relationship Id="rId230" Type="http://schemas.openxmlformats.org/officeDocument/2006/relationships/customXml" Target="../ink/ink115.xml"/><Relationship Id="rId251" Type="http://schemas.openxmlformats.org/officeDocument/2006/relationships/image" Target="../media/image125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220" Type="http://schemas.openxmlformats.org/officeDocument/2006/relationships/customXml" Target="../ink/ink110.xml"/><Relationship Id="rId241" Type="http://schemas.openxmlformats.org/officeDocument/2006/relationships/image" Target="../media/image120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78" Type="http://schemas.openxmlformats.org/officeDocument/2006/relationships/customXml" Target="../ink/ink39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64" Type="http://schemas.openxmlformats.org/officeDocument/2006/relationships/customXml" Target="../ink/ink82.xml"/><Relationship Id="rId185" Type="http://schemas.openxmlformats.org/officeDocument/2006/relationships/image" Target="../media/image92.png"/><Relationship Id="rId9" Type="http://schemas.openxmlformats.org/officeDocument/2006/relationships/image" Target="../media/image4.png"/><Relationship Id="rId210" Type="http://schemas.openxmlformats.org/officeDocument/2006/relationships/customXml" Target="../ink/ink105.xml"/><Relationship Id="rId26" Type="http://schemas.openxmlformats.org/officeDocument/2006/relationships/customXml" Target="../ink/ink13.xml"/><Relationship Id="rId231" Type="http://schemas.openxmlformats.org/officeDocument/2006/relationships/image" Target="../media/image115.png"/><Relationship Id="rId252" Type="http://schemas.openxmlformats.org/officeDocument/2006/relationships/customXml" Target="../ink/ink126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0.png"/><Relationship Id="rId242" Type="http://schemas.openxmlformats.org/officeDocument/2006/relationships/customXml" Target="../ink/ink121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11" Type="http://schemas.openxmlformats.org/officeDocument/2006/relationships/image" Target="../media/image105.png"/><Relationship Id="rId232" Type="http://schemas.openxmlformats.org/officeDocument/2006/relationships/customXml" Target="../ink/ink116.xml"/><Relationship Id="rId253" Type="http://schemas.openxmlformats.org/officeDocument/2006/relationships/image" Target="../media/image126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222" Type="http://schemas.openxmlformats.org/officeDocument/2006/relationships/customXml" Target="../ink/ink111.xml"/><Relationship Id="rId243" Type="http://schemas.openxmlformats.org/officeDocument/2006/relationships/image" Target="../media/image121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6.xml"/><Relationship Id="rId233" Type="http://schemas.openxmlformats.org/officeDocument/2006/relationships/image" Target="../media/image116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1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6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19" Type="http://schemas.openxmlformats.org/officeDocument/2006/relationships/image" Target="../media/image9.png"/><Relationship Id="rId224" Type="http://schemas.openxmlformats.org/officeDocument/2006/relationships/customXml" Target="../ink/ink112.xml"/><Relationship Id="rId245" Type="http://schemas.openxmlformats.org/officeDocument/2006/relationships/image" Target="../media/image122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14" Type="http://schemas.openxmlformats.org/officeDocument/2006/relationships/customXml" Target="../ink/ink107.xml"/><Relationship Id="rId235" Type="http://schemas.openxmlformats.org/officeDocument/2006/relationships/image" Target="../media/image117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image" Target="../media/image89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2.png"/><Relationship Id="rId246" Type="http://schemas.openxmlformats.org/officeDocument/2006/relationships/customXml" Target="../ink/ink123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169" Type="http://schemas.openxmlformats.org/officeDocument/2006/relationships/image" Target="../media/image84.png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15" Type="http://schemas.openxmlformats.org/officeDocument/2006/relationships/image" Target="../media/image107.png"/><Relationship Id="rId236" Type="http://schemas.openxmlformats.org/officeDocument/2006/relationships/customXml" Target="../ink/ink118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10.png"/><Relationship Id="rId21" Type="http://schemas.openxmlformats.org/officeDocument/2006/relationships/image" Target="../media/image2110.png"/><Relationship Id="rId63" Type="http://schemas.openxmlformats.org/officeDocument/2006/relationships/image" Target="../media/image4211.png"/><Relationship Id="rId159" Type="http://schemas.openxmlformats.org/officeDocument/2006/relationships/image" Target="../media/image9010.png"/><Relationship Id="rId170" Type="http://schemas.openxmlformats.org/officeDocument/2006/relationships/customXml" Target="../ink/ink211.xml"/><Relationship Id="rId226" Type="http://schemas.openxmlformats.org/officeDocument/2006/relationships/customXml" Target="../ink/ink239.xml"/><Relationship Id="rId268" Type="http://schemas.openxmlformats.org/officeDocument/2006/relationships/customXml" Target="../ink/ink260.xml"/><Relationship Id="rId32" Type="http://schemas.openxmlformats.org/officeDocument/2006/relationships/customXml" Target="../ink/ink142.xml"/><Relationship Id="rId74" Type="http://schemas.openxmlformats.org/officeDocument/2006/relationships/customXml" Target="../ink/ink163.xml"/><Relationship Id="rId128" Type="http://schemas.openxmlformats.org/officeDocument/2006/relationships/customXml" Target="../ink/ink190.xml"/><Relationship Id="rId5" Type="http://schemas.openxmlformats.org/officeDocument/2006/relationships/image" Target="../media/image1367.png"/><Relationship Id="rId181" Type="http://schemas.openxmlformats.org/officeDocument/2006/relationships/image" Target="../media/image10110.png"/><Relationship Id="rId237" Type="http://schemas.openxmlformats.org/officeDocument/2006/relationships/image" Target="../media/image129.png"/><Relationship Id="rId258" Type="http://schemas.openxmlformats.org/officeDocument/2006/relationships/customXml" Target="../ink/ink255.xml"/><Relationship Id="rId279" Type="http://schemas.openxmlformats.org/officeDocument/2006/relationships/image" Target="../media/image149.png"/><Relationship Id="rId22" Type="http://schemas.openxmlformats.org/officeDocument/2006/relationships/customXml" Target="../ink/ink137.xml"/><Relationship Id="rId43" Type="http://schemas.openxmlformats.org/officeDocument/2006/relationships/image" Target="../media/image3211.png"/><Relationship Id="rId64" Type="http://schemas.openxmlformats.org/officeDocument/2006/relationships/customXml" Target="../ink/ink158.xml"/><Relationship Id="rId118" Type="http://schemas.openxmlformats.org/officeDocument/2006/relationships/customXml" Target="../ink/ink185.xml"/><Relationship Id="rId139" Type="http://schemas.openxmlformats.org/officeDocument/2006/relationships/image" Target="../media/image8010.png"/><Relationship Id="rId85" Type="http://schemas.openxmlformats.org/officeDocument/2006/relationships/image" Target="../media/image5310.png"/><Relationship Id="rId150" Type="http://schemas.openxmlformats.org/officeDocument/2006/relationships/customXml" Target="../ink/ink201.xml"/><Relationship Id="rId171" Type="http://schemas.openxmlformats.org/officeDocument/2006/relationships/image" Target="../media/image9610.png"/><Relationship Id="rId192" Type="http://schemas.openxmlformats.org/officeDocument/2006/relationships/customXml" Target="../ink/ink222.xml"/><Relationship Id="rId206" Type="http://schemas.openxmlformats.org/officeDocument/2006/relationships/customXml" Target="../ink/ink229.xml"/><Relationship Id="rId227" Type="http://schemas.openxmlformats.org/officeDocument/2006/relationships/image" Target="../media/image12410.png"/><Relationship Id="rId248" Type="http://schemas.openxmlformats.org/officeDocument/2006/relationships/customXml" Target="../ink/ink250.xml"/><Relationship Id="rId269" Type="http://schemas.openxmlformats.org/officeDocument/2006/relationships/image" Target="../media/image145.png"/><Relationship Id="rId12" Type="http://schemas.openxmlformats.org/officeDocument/2006/relationships/customXml" Target="../ink/ink132.xml"/><Relationship Id="rId33" Type="http://schemas.openxmlformats.org/officeDocument/2006/relationships/image" Target="../media/image2710.png"/><Relationship Id="rId108" Type="http://schemas.openxmlformats.org/officeDocument/2006/relationships/customXml" Target="../ink/ink180.xml"/><Relationship Id="rId129" Type="http://schemas.openxmlformats.org/officeDocument/2006/relationships/image" Target="../media/image7510.png"/><Relationship Id="rId54" Type="http://schemas.openxmlformats.org/officeDocument/2006/relationships/customXml" Target="../ink/ink153.xml"/><Relationship Id="rId75" Type="http://schemas.openxmlformats.org/officeDocument/2006/relationships/image" Target="../media/image4810.png"/><Relationship Id="rId96" Type="http://schemas.openxmlformats.org/officeDocument/2006/relationships/customXml" Target="../ink/ink174.xml"/><Relationship Id="rId140" Type="http://schemas.openxmlformats.org/officeDocument/2006/relationships/customXml" Target="../ink/ink196.xml"/><Relationship Id="rId161" Type="http://schemas.openxmlformats.org/officeDocument/2006/relationships/image" Target="../media/image9110.png"/><Relationship Id="rId182" Type="http://schemas.openxmlformats.org/officeDocument/2006/relationships/customXml" Target="../ink/ink217.xml"/><Relationship Id="rId217" Type="http://schemas.openxmlformats.org/officeDocument/2006/relationships/image" Target="../media/image11910.png"/><Relationship Id="rId6" Type="http://schemas.openxmlformats.org/officeDocument/2006/relationships/customXml" Target="../ink/ink129.xml"/><Relationship Id="rId238" Type="http://schemas.openxmlformats.org/officeDocument/2006/relationships/customXml" Target="../ink/ink245.xml"/><Relationship Id="rId259" Type="http://schemas.openxmlformats.org/officeDocument/2006/relationships/image" Target="../media/image140.png"/><Relationship Id="rId23" Type="http://schemas.openxmlformats.org/officeDocument/2006/relationships/image" Target="../media/image2210.png"/><Relationship Id="rId119" Type="http://schemas.openxmlformats.org/officeDocument/2006/relationships/image" Target="../media/image7010.png"/><Relationship Id="rId270" Type="http://schemas.openxmlformats.org/officeDocument/2006/relationships/customXml" Target="../ink/ink261.xml"/><Relationship Id="rId44" Type="http://schemas.openxmlformats.org/officeDocument/2006/relationships/customXml" Target="../ink/ink148.xml"/><Relationship Id="rId65" Type="http://schemas.openxmlformats.org/officeDocument/2006/relationships/image" Target="../media/image4311.png"/><Relationship Id="rId86" Type="http://schemas.openxmlformats.org/officeDocument/2006/relationships/customXml" Target="../ink/ink169.xml"/><Relationship Id="rId130" Type="http://schemas.openxmlformats.org/officeDocument/2006/relationships/customXml" Target="../ink/ink191.xml"/><Relationship Id="rId151" Type="http://schemas.openxmlformats.org/officeDocument/2006/relationships/image" Target="../media/image8610.png"/><Relationship Id="rId172" Type="http://schemas.openxmlformats.org/officeDocument/2006/relationships/customXml" Target="../ink/ink212.xml"/><Relationship Id="rId193" Type="http://schemas.openxmlformats.org/officeDocument/2006/relationships/image" Target="../media/image10710.png"/><Relationship Id="rId207" Type="http://schemas.openxmlformats.org/officeDocument/2006/relationships/image" Target="../media/image11410.png"/><Relationship Id="rId228" Type="http://schemas.openxmlformats.org/officeDocument/2006/relationships/customXml" Target="../ink/ink240.xml"/><Relationship Id="rId249" Type="http://schemas.openxmlformats.org/officeDocument/2006/relationships/image" Target="../media/image135.png"/><Relationship Id="rId13" Type="http://schemas.openxmlformats.org/officeDocument/2006/relationships/image" Target="../media/image1710.png"/><Relationship Id="rId109" Type="http://schemas.openxmlformats.org/officeDocument/2006/relationships/image" Target="../media/image6510.png"/><Relationship Id="rId260" Type="http://schemas.openxmlformats.org/officeDocument/2006/relationships/customXml" Target="../ink/ink256.xml"/><Relationship Id="rId34" Type="http://schemas.openxmlformats.org/officeDocument/2006/relationships/customXml" Target="../ink/ink143.xml"/><Relationship Id="rId55" Type="http://schemas.openxmlformats.org/officeDocument/2006/relationships/image" Target="../media/image3811.png"/><Relationship Id="rId76" Type="http://schemas.openxmlformats.org/officeDocument/2006/relationships/customXml" Target="../ink/ink164.xml"/><Relationship Id="rId97" Type="http://schemas.openxmlformats.org/officeDocument/2006/relationships/image" Target="../media/image5910.png"/><Relationship Id="rId120" Type="http://schemas.openxmlformats.org/officeDocument/2006/relationships/customXml" Target="../ink/ink186.xml"/><Relationship Id="rId141" Type="http://schemas.openxmlformats.org/officeDocument/2006/relationships/image" Target="../media/image8110.png"/><Relationship Id="rId7" Type="http://schemas.openxmlformats.org/officeDocument/2006/relationships/image" Target="../media/image1411.png"/><Relationship Id="rId162" Type="http://schemas.openxmlformats.org/officeDocument/2006/relationships/customXml" Target="../ink/ink207.xml"/><Relationship Id="rId183" Type="http://schemas.openxmlformats.org/officeDocument/2006/relationships/image" Target="../media/image10210.png"/><Relationship Id="rId218" Type="http://schemas.openxmlformats.org/officeDocument/2006/relationships/customXml" Target="../ink/ink235.xml"/><Relationship Id="rId239" Type="http://schemas.openxmlformats.org/officeDocument/2006/relationships/image" Target="../media/image130.png"/><Relationship Id="rId250" Type="http://schemas.openxmlformats.org/officeDocument/2006/relationships/customXml" Target="../ink/ink251.xml"/><Relationship Id="rId271" Type="http://schemas.openxmlformats.org/officeDocument/2006/relationships/image" Target="../media/image146.png"/><Relationship Id="rId24" Type="http://schemas.openxmlformats.org/officeDocument/2006/relationships/customXml" Target="../ink/ink138.xml"/><Relationship Id="rId45" Type="http://schemas.openxmlformats.org/officeDocument/2006/relationships/image" Target="../media/image3311.png"/><Relationship Id="rId66" Type="http://schemas.openxmlformats.org/officeDocument/2006/relationships/customXml" Target="../ink/ink159.xml"/><Relationship Id="rId87" Type="http://schemas.openxmlformats.org/officeDocument/2006/relationships/image" Target="../media/image5410.png"/><Relationship Id="rId110" Type="http://schemas.openxmlformats.org/officeDocument/2006/relationships/customXml" Target="../ink/ink181.xml"/><Relationship Id="rId131" Type="http://schemas.openxmlformats.org/officeDocument/2006/relationships/image" Target="../media/image7610.png"/><Relationship Id="rId152" Type="http://schemas.openxmlformats.org/officeDocument/2006/relationships/customXml" Target="../ink/ink202.xml"/><Relationship Id="rId173" Type="http://schemas.openxmlformats.org/officeDocument/2006/relationships/image" Target="../media/image9710.png"/><Relationship Id="rId194" Type="http://schemas.openxmlformats.org/officeDocument/2006/relationships/customXml" Target="../ink/ink223.xml"/><Relationship Id="rId208" Type="http://schemas.openxmlformats.org/officeDocument/2006/relationships/customXml" Target="../ink/ink230.xml"/><Relationship Id="rId229" Type="http://schemas.openxmlformats.org/officeDocument/2006/relationships/image" Target="../media/image12510.png"/><Relationship Id="rId240" Type="http://schemas.openxmlformats.org/officeDocument/2006/relationships/customXml" Target="../ink/ink246.xml"/><Relationship Id="rId261" Type="http://schemas.openxmlformats.org/officeDocument/2006/relationships/image" Target="../media/image141.png"/><Relationship Id="rId14" Type="http://schemas.openxmlformats.org/officeDocument/2006/relationships/customXml" Target="../ink/ink133.xml"/><Relationship Id="rId35" Type="http://schemas.openxmlformats.org/officeDocument/2006/relationships/image" Target="../media/image2810.png"/><Relationship Id="rId56" Type="http://schemas.openxmlformats.org/officeDocument/2006/relationships/customXml" Target="../ink/ink154.xml"/><Relationship Id="rId77" Type="http://schemas.openxmlformats.org/officeDocument/2006/relationships/image" Target="../media/image4910.png"/><Relationship Id="rId100" Type="http://schemas.openxmlformats.org/officeDocument/2006/relationships/customXml" Target="../ink/ink176.xml"/><Relationship Id="rId8" Type="http://schemas.openxmlformats.org/officeDocument/2006/relationships/customXml" Target="../ink/ink130.xml"/><Relationship Id="rId98" Type="http://schemas.openxmlformats.org/officeDocument/2006/relationships/customXml" Target="../ink/ink175.xml"/><Relationship Id="rId121" Type="http://schemas.openxmlformats.org/officeDocument/2006/relationships/image" Target="../media/image7110.png"/><Relationship Id="rId142" Type="http://schemas.openxmlformats.org/officeDocument/2006/relationships/customXml" Target="../ink/ink197.xml"/><Relationship Id="rId163" Type="http://schemas.openxmlformats.org/officeDocument/2006/relationships/image" Target="../media/image9210.png"/><Relationship Id="rId184" Type="http://schemas.openxmlformats.org/officeDocument/2006/relationships/customXml" Target="../ink/ink218.xml"/><Relationship Id="rId219" Type="http://schemas.openxmlformats.org/officeDocument/2006/relationships/image" Target="../media/image12010.png"/><Relationship Id="rId230" Type="http://schemas.openxmlformats.org/officeDocument/2006/relationships/customXml" Target="../ink/ink241.xml"/><Relationship Id="rId251" Type="http://schemas.openxmlformats.org/officeDocument/2006/relationships/image" Target="../media/image136.png"/><Relationship Id="rId25" Type="http://schemas.openxmlformats.org/officeDocument/2006/relationships/image" Target="../media/image2310.png"/><Relationship Id="rId46" Type="http://schemas.openxmlformats.org/officeDocument/2006/relationships/customXml" Target="../ink/ink149.xml"/><Relationship Id="rId67" Type="http://schemas.openxmlformats.org/officeDocument/2006/relationships/image" Target="../media/image4411.png"/><Relationship Id="rId272" Type="http://schemas.openxmlformats.org/officeDocument/2006/relationships/customXml" Target="../ink/ink262.xml"/><Relationship Id="rId88" Type="http://schemas.openxmlformats.org/officeDocument/2006/relationships/customXml" Target="../ink/ink170.xml"/><Relationship Id="rId111" Type="http://schemas.openxmlformats.org/officeDocument/2006/relationships/image" Target="../media/image6610.png"/><Relationship Id="rId132" Type="http://schemas.openxmlformats.org/officeDocument/2006/relationships/customXml" Target="../ink/ink192.xml"/><Relationship Id="rId153" Type="http://schemas.openxmlformats.org/officeDocument/2006/relationships/image" Target="../media/image8710.png"/><Relationship Id="rId174" Type="http://schemas.openxmlformats.org/officeDocument/2006/relationships/customXml" Target="../ink/ink213.xml"/><Relationship Id="rId195" Type="http://schemas.openxmlformats.org/officeDocument/2006/relationships/image" Target="../media/image10810.png"/><Relationship Id="rId209" Type="http://schemas.openxmlformats.org/officeDocument/2006/relationships/image" Target="../media/image11510.png"/><Relationship Id="rId220" Type="http://schemas.openxmlformats.org/officeDocument/2006/relationships/customXml" Target="../ink/ink236.xml"/><Relationship Id="rId241" Type="http://schemas.openxmlformats.org/officeDocument/2006/relationships/image" Target="../media/image131.png"/><Relationship Id="rId15" Type="http://schemas.openxmlformats.org/officeDocument/2006/relationships/image" Target="../media/image1810.png"/><Relationship Id="rId36" Type="http://schemas.openxmlformats.org/officeDocument/2006/relationships/customXml" Target="../ink/ink144.xml"/><Relationship Id="rId57" Type="http://schemas.openxmlformats.org/officeDocument/2006/relationships/image" Target="../media/image3911.png"/><Relationship Id="rId262" Type="http://schemas.openxmlformats.org/officeDocument/2006/relationships/customXml" Target="../ink/ink257.xml"/><Relationship Id="rId78" Type="http://schemas.openxmlformats.org/officeDocument/2006/relationships/customXml" Target="../ink/ink165.xml"/><Relationship Id="rId99" Type="http://schemas.openxmlformats.org/officeDocument/2006/relationships/image" Target="../media/image6010.png"/><Relationship Id="rId101" Type="http://schemas.openxmlformats.org/officeDocument/2006/relationships/image" Target="../media/image6110.png"/><Relationship Id="rId122" Type="http://schemas.openxmlformats.org/officeDocument/2006/relationships/customXml" Target="../ink/ink187.xml"/><Relationship Id="rId143" Type="http://schemas.openxmlformats.org/officeDocument/2006/relationships/image" Target="../media/image8210.png"/><Relationship Id="rId164" Type="http://schemas.openxmlformats.org/officeDocument/2006/relationships/customXml" Target="../ink/ink208.xml"/><Relationship Id="rId185" Type="http://schemas.openxmlformats.org/officeDocument/2006/relationships/image" Target="../media/image10310.png"/><Relationship Id="rId9" Type="http://schemas.openxmlformats.org/officeDocument/2006/relationships/image" Target="../media/image1510.png"/><Relationship Id="rId210" Type="http://schemas.openxmlformats.org/officeDocument/2006/relationships/customXml" Target="../ink/ink231.xml"/><Relationship Id="rId26" Type="http://schemas.openxmlformats.org/officeDocument/2006/relationships/customXml" Target="../ink/ink139.xml"/><Relationship Id="rId231" Type="http://schemas.openxmlformats.org/officeDocument/2006/relationships/image" Target="../media/image12610.png"/><Relationship Id="rId252" Type="http://schemas.openxmlformats.org/officeDocument/2006/relationships/customXml" Target="../ink/ink252.xml"/><Relationship Id="rId273" Type="http://schemas.openxmlformats.org/officeDocument/2006/relationships/customXml" Target="../ink/ink263.xml"/><Relationship Id="rId47" Type="http://schemas.openxmlformats.org/officeDocument/2006/relationships/image" Target="../media/image3411.png"/><Relationship Id="rId68" Type="http://schemas.openxmlformats.org/officeDocument/2006/relationships/customXml" Target="../ink/ink160.xml"/><Relationship Id="rId89" Type="http://schemas.openxmlformats.org/officeDocument/2006/relationships/image" Target="../media/image5510.png"/><Relationship Id="rId112" Type="http://schemas.openxmlformats.org/officeDocument/2006/relationships/customXml" Target="../ink/ink182.xml"/><Relationship Id="rId133" Type="http://schemas.openxmlformats.org/officeDocument/2006/relationships/image" Target="../media/image7710.png"/><Relationship Id="rId154" Type="http://schemas.openxmlformats.org/officeDocument/2006/relationships/customXml" Target="../ink/ink203.xml"/><Relationship Id="rId175" Type="http://schemas.openxmlformats.org/officeDocument/2006/relationships/image" Target="../media/image9810.png"/><Relationship Id="rId196" Type="http://schemas.openxmlformats.org/officeDocument/2006/relationships/customXml" Target="../ink/ink224.xml"/><Relationship Id="rId200" Type="http://schemas.openxmlformats.org/officeDocument/2006/relationships/customXml" Target="../ink/ink226.xml"/><Relationship Id="rId16" Type="http://schemas.openxmlformats.org/officeDocument/2006/relationships/customXml" Target="../ink/ink134.xml"/><Relationship Id="rId221" Type="http://schemas.openxmlformats.org/officeDocument/2006/relationships/image" Target="../media/image12110.png"/><Relationship Id="rId242" Type="http://schemas.openxmlformats.org/officeDocument/2006/relationships/customXml" Target="../ink/ink247.xml"/><Relationship Id="rId263" Type="http://schemas.openxmlformats.org/officeDocument/2006/relationships/image" Target="../media/image142.png"/><Relationship Id="rId37" Type="http://schemas.openxmlformats.org/officeDocument/2006/relationships/image" Target="../media/image2910.png"/><Relationship Id="rId58" Type="http://schemas.openxmlformats.org/officeDocument/2006/relationships/customXml" Target="../ink/ink155.xml"/><Relationship Id="rId79" Type="http://schemas.openxmlformats.org/officeDocument/2006/relationships/image" Target="../media/image5010.png"/><Relationship Id="rId102" Type="http://schemas.openxmlformats.org/officeDocument/2006/relationships/customXml" Target="../ink/ink177.xml"/><Relationship Id="rId123" Type="http://schemas.openxmlformats.org/officeDocument/2006/relationships/image" Target="../media/image7210.png"/><Relationship Id="rId144" Type="http://schemas.openxmlformats.org/officeDocument/2006/relationships/customXml" Target="../ink/ink198.xml"/><Relationship Id="rId90" Type="http://schemas.openxmlformats.org/officeDocument/2006/relationships/customXml" Target="../ink/ink171.xml"/><Relationship Id="rId165" Type="http://schemas.openxmlformats.org/officeDocument/2006/relationships/image" Target="../media/image9310.png"/><Relationship Id="rId186" Type="http://schemas.openxmlformats.org/officeDocument/2006/relationships/customXml" Target="../ink/ink219.xml"/><Relationship Id="rId211" Type="http://schemas.openxmlformats.org/officeDocument/2006/relationships/image" Target="../media/image11610.png"/><Relationship Id="rId232" Type="http://schemas.openxmlformats.org/officeDocument/2006/relationships/customXml" Target="../ink/ink242.xml"/><Relationship Id="rId253" Type="http://schemas.openxmlformats.org/officeDocument/2006/relationships/image" Target="../media/image137.png"/><Relationship Id="rId274" Type="http://schemas.openxmlformats.org/officeDocument/2006/relationships/customXml" Target="../ink/ink264.xml"/><Relationship Id="rId27" Type="http://schemas.openxmlformats.org/officeDocument/2006/relationships/image" Target="../media/image2410.png"/><Relationship Id="rId48" Type="http://schemas.openxmlformats.org/officeDocument/2006/relationships/customXml" Target="../ink/ink150.xml"/><Relationship Id="rId69" Type="http://schemas.openxmlformats.org/officeDocument/2006/relationships/image" Target="../media/image4510.png"/><Relationship Id="rId113" Type="http://schemas.openxmlformats.org/officeDocument/2006/relationships/image" Target="../media/image6710.png"/><Relationship Id="rId134" Type="http://schemas.openxmlformats.org/officeDocument/2006/relationships/customXml" Target="../ink/ink193.xml"/><Relationship Id="rId80" Type="http://schemas.openxmlformats.org/officeDocument/2006/relationships/customXml" Target="../ink/ink166.xml"/><Relationship Id="rId155" Type="http://schemas.openxmlformats.org/officeDocument/2006/relationships/image" Target="../media/image8810.png"/><Relationship Id="rId176" Type="http://schemas.openxmlformats.org/officeDocument/2006/relationships/customXml" Target="../ink/ink214.xml"/><Relationship Id="rId197" Type="http://schemas.openxmlformats.org/officeDocument/2006/relationships/image" Target="../media/image10910.png"/><Relationship Id="rId201" Type="http://schemas.openxmlformats.org/officeDocument/2006/relationships/image" Target="../media/image11110.png"/><Relationship Id="rId222" Type="http://schemas.openxmlformats.org/officeDocument/2006/relationships/customXml" Target="../ink/ink237.xml"/><Relationship Id="rId243" Type="http://schemas.openxmlformats.org/officeDocument/2006/relationships/image" Target="../media/image132.png"/><Relationship Id="rId264" Type="http://schemas.openxmlformats.org/officeDocument/2006/relationships/customXml" Target="../ink/ink258.xml"/><Relationship Id="rId17" Type="http://schemas.openxmlformats.org/officeDocument/2006/relationships/image" Target="../media/image1910.png"/><Relationship Id="rId38" Type="http://schemas.openxmlformats.org/officeDocument/2006/relationships/customXml" Target="../ink/ink145.xml"/><Relationship Id="rId59" Type="http://schemas.openxmlformats.org/officeDocument/2006/relationships/image" Target="../media/image4011.png"/><Relationship Id="rId103" Type="http://schemas.openxmlformats.org/officeDocument/2006/relationships/image" Target="../media/image6210.png"/><Relationship Id="rId124" Type="http://schemas.openxmlformats.org/officeDocument/2006/relationships/customXml" Target="../ink/ink188.xml"/><Relationship Id="rId70" Type="http://schemas.openxmlformats.org/officeDocument/2006/relationships/customXml" Target="../ink/ink161.xml"/><Relationship Id="rId91" Type="http://schemas.openxmlformats.org/officeDocument/2006/relationships/image" Target="../media/image5610.png"/><Relationship Id="rId145" Type="http://schemas.openxmlformats.org/officeDocument/2006/relationships/image" Target="../media/image8310.png"/><Relationship Id="rId166" Type="http://schemas.openxmlformats.org/officeDocument/2006/relationships/customXml" Target="../ink/ink209.xml"/><Relationship Id="rId187" Type="http://schemas.openxmlformats.org/officeDocument/2006/relationships/image" Target="../media/image1041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32.xml"/><Relationship Id="rId233" Type="http://schemas.openxmlformats.org/officeDocument/2006/relationships/image" Target="../media/image127.png"/><Relationship Id="rId254" Type="http://schemas.openxmlformats.org/officeDocument/2006/relationships/customXml" Target="../ink/ink253.xml"/><Relationship Id="rId28" Type="http://schemas.openxmlformats.org/officeDocument/2006/relationships/customXml" Target="../ink/ink140.xml"/><Relationship Id="rId49" Type="http://schemas.openxmlformats.org/officeDocument/2006/relationships/image" Target="../media/image3511.png"/><Relationship Id="rId114" Type="http://schemas.openxmlformats.org/officeDocument/2006/relationships/customXml" Target="../ink/ink183.xml"/><Relationship Id="rId275" Type="http://schemas.openxmlformats.org/officeDocument/2006/relationships/image" Target="../media/image147.png"/><Relationship Id="rId60" Type="http://schemas.openxmlformats.org/officeDocument/2006/relationships/customXml" Target="../ink/ink156.xml"/><Relationship Id="rId81" Type="http://schemas.openxmlformats.org/officeDocument/2006/relationships/image" Target="../media/image5110.png"/><Relationship Id="rId135" Type="http://schemas.openxmlformats.org/officeDocument/2006/relationships/image" Target="../media/image7810.png"/><Relationship Id="rId156" Type="http://schemas.openxmlformats.org/officeDocument/2006/relationships/customXml" Target="../ink/ink204.xml"/><Relationship Id="rId177" Type="http://schemas.openxmlformats.org/officeDocument/2006/relationships/image" Target="../media/image9910.png"/><Relationship Id="rId198" Type="http://schemas.openxmlformats.org/officeDocument/2006/relationships/customXml" Target="../ink/ink225.xml"/><Relationship Id="rId202" Type="http://schemas.openxmlformats.org/officeDocument/2006/relationships/customXml" Target="../ink/ink227.xml"/><Relationship Id="rId223" Type="http://schemas.openxmlformats.org/officeDocument/2006/relationships/image" Target="../media/image12210.png"/><Relationship Id="rId244" Type="http://schemas.openxmlformats.org/officeDocument/2006/relationships/customXml" Target="../ink/ink248.xml"/><Relationship Id="rId18" Type="http://schemas.openxmlformats.org/officeDocument/2006/relationships/customXml" Target="../ink/ink135.xml"/><Relationship Id="rId39" Type="http://schemas.openxmlformats.org/officeDocument/2006/relationships/image" Target="../media/image3010.png"/><Relationship Id="rId265" Type="http://schemas.openxmlformats.org/officeDocument/2006/relationships/image" Target="../media/image143.png"/><Relationship Id="rId50" Type="http://schemas.openxmlformats.org/officeDocument/2006/relationships/customXml" Target="../ink/ink151.xml"/><Relationship Id="rId104" Type="http://schemas.openxmlformats.org/officeDocument/2006/relationships/customXml" Target="../ink/ink178.xml"/><Relationship Id="rId125" Type="http://schemas.openxmlformats.org/officeDocument/2006/relationships/image" Target="../media/image7310.png"/><Relationship Id="rId146" Type="http://schemas.openxmlformats.org/officeDocument/2006/relationships/customXml" Target="../ink/ink199.xml"/><Relationship Id="rId167" Type="http://schemas.openxmlformats.org/officeDocument/2006/relationships/image" Target="../media/image9410.png"/><Relationship Id="rId188" Type="http://schemas.openxmlformats.org/officeDocument/2006/relationships/customXml" Target="../ink/ink220.xml"/><Relationship Id="rId71" Type="http://schemas.openxmlformats.org/officeDocument/2006/relationships/image" Target="../media/image4610.png"/><Relationship Id="rId92" Type="http://schemas.openxmlformats.org/officeDocument/2006/relationships/customXml" Target="../ink/ink172.xml"/><Relationship Id="rId213" Type="http://schemas.openxmlformats.org/officeDocument/2006/relationships/image" Target="../media/image11710.png"/><Relationship Id="rId234" Type="http://schemas.openxmlformats.org/officeDocument/2006/relationships/customXml" Target="../ink/ink243.xml"/><Relationship Id="rId2" Type="http://schemas.openxmlformats.org/officeDocument/2006/relationships/customXml" Target="../ink/ink127.xml"/><Relationship Id="rId29" Type="http://schemas.openxmlformats.org/officeDocument/2006/relationships/image" Target="../media/image2510.png"/><Relationship Id="rId255" Type="http://schemas.openxmlformats.org/officeDocument/2006/relationships/image" Target="../media/image138.png"/><Relationship Id="rId276" Type="http://schemas.openxmlformats.org/officeDocument/2006/relationships/customXml" Target="../ink/ink265.xml"/><Relationship Id="rId40" Type="http://schemas.openxmlformats.org/officeDocument/2006/relationships/customXml" Target="../ink/ink146.xml"/><Relationship Id="rId115" Type="http://schemas.openxmlformats.org/officeDocument/2006/relationships/image" Target="../media/image6810.png"/><Relationship Id="rId136" Type="http://schemas.openxmlformats.org/officeDocument/2006/relationships/customXml" Target="../ink/ink194.xml"/><Relationship Id="rId157" Type="http://schemas.openxmlformats.org/officeDocument/2006/relationships/image" Target="../media/image8910.png"/><Relationship Id="rId178" Type="http://schemas.openxmlformats.org/officeDocument/2006/relationships/customXml" Target="../ink/ink215.xml"/><Relationship Id="rId61" Type="http://schemas.openxmlformats.org/officeDocument/2006/relationships/image" Target="../media/image4111.png"/><Relationship Id="rId82" Type="http://schemas.openxmlformats.org/officeDocument/2006/relationships/customXml" Target="../ink/ink167.xml"/><Relationship Id="rId199" Type="http://schemas.openxmlformats.org/officeDocument/2006/relationships/image" Target="../media/image11010.png"/><Relationship Id="rId203" Type="http://schemas.openxmlformats.org/officeDocument/2006/relationships/image" Target="../media/image11210.png"/><Relationship Id="rId19" Type="http://schemas.openxmlformats.org/officeDocument/2006/relationships/image" Target="../media/image2010.png"/><Relationship Id="rId224" Type="http://schemas.openxmlformats.org/officeDocument/2006/relationships/customXml" Target="../ink/ink238.xml"/><Relationship Id="rId245" Type="http://schemas.openxmlformats.org/officeDocument/2006/relationships/image" Target="../media/image133.png"/><Relationship Id="rId266" Type="http://schemas.openxmlformats.org/officeDocument/2006/relationships/customXml" Target="../ink/ink259.xml"/><Relationship Id="rId30" Type="http://schemas.openxmlformats.org/officeDocument/2006/relationships/customXml" Target="../ink/ink141.xml"/><Relationship Id="rId105" Type="http://schemas.openxmlformats.org/officeDocument/2006/relationships/image" Target="../media/image6310.png"/><Relationship Id="rId126" Type="http://schemas.openxmlformats.org/officeDocument/2006/relationships/customXml" Target="../ink/ink189.xml"/><Relationship Id="rId147" Type="http://schemas.openxmlformats.org/officeDocument/2006/relationships/image" Target="../media/image8410.png"/><Relationship Id="rId168" Type="http://schemas.openxmlformats.org/officeDocument/2006/relationships/customXml" Target="../ink/ink210.xml"/><Relationship Id="rId51" Type="http://schemas.openxmlformats.org/officeDocument/2006/relationships/image" Target="../media/image3611.png"/><Relationship Id="rId72" Type="http://schemas.openxmlformats.org/officeDocument/2006/relationships/customXml" Target="../ink/ink162.xml"/><Relationship Id="rId93" Type="http://schemas.openxmlformats.org/officeDocument/2006/relationships/image" Target="../media/image5710.png"/><Relationship Id="rId189" Type="http://schemas.openxmlformats.org/officeDocument/2006/relationships/image" Target="../media/image10510.png"/><Relationship Id="rId3" Type="http://schemas.openxmlformats.org/officeDocument/2006/relationships/image" Target="../media/image12100.png"/><Relationship Id="rId214" Type="http://schemas.openxmlformats.org/officeDocument/2006/relationships/customXml" Target="../ink/ink233.xml"/><Relationship Id="rId235" Type="http://schemas.openxmlformats.org/officeDocument/2006/relationships/image" Target="../media/image128.png"/><Relationship Id="rId256" Type="http://schemas.openxmlformats.org/officeDocument/2006/relationships/customXml" Target="../ink/ink254.xml"/><Relationship Id="rId277" Type="http://schemas.openxmlformats.org/officeDocument/2006/relationships/image" Target="../media/image148.png"/><Relationship Id="rId116" Type="http://schemas.openxmlformats.org/officeDocument/2006/relationships/customXml" Target="../ink/ink184.xml"/><Relationship Id="rId137" Type="http://schemas.openxmlformats.org/officeDocument/2006/relationships/image" Target="../media/image7910.png"/><Relationship Id="rId158" Type="http://schemas.openxmlformats.org/officeDocument/2006/relationships/customXml" Target="../ink/ink205.xml"/><Relationship Id="rId20" Type="http://schemas.openxmlformats.org/officeDocument/2006/relationships/customXml" Target="../ink/ink136.xml"/><Relationship Id="rId41" Type="http://schemas.openxmlformats.org/officeDocument/2006/relationships/image" Target="../media/image3111.png"/><Relationship Id="rId62" Type="http://schemas.openxmlformats.org/officeDocument/2006/relationships/customXml" Target="../ink/ink157.xml"/><Relationship Id="rId83" Type="http://schemas.openxmlformats.org/officeDocument/2006/relationships/image" Target="../media/image5210.png"/><Relationship Id="rId179" Type="http://schemas.openxmlformats.org/officeDocument/2006/relationships/image" Target="../media/image10010.png"/><Relationship Id="rId190" Type="http://schemas.openxmlformats.org/officeDocument/2006/relationships/customXml" Target="../ink/ink221.xml"/><Relationship Id="rId204" Type="http://schemas.openxmlformats.org/officeDocument/2006/relationships/customXml" Target="../ink/ink228.xml"/><Relationship Id="rId225" Type="http://schemas.openxmlformats.org/officeDocument/2006/relationships/image" Target="../media/image12310.png"/><Relationship Id="rId246" Type="http://schemas.openxmlformats.org/officeDocument/2006/relationships/customXml" Target="../ink/ink249.xml"/><Relationship Id="rId267" Type="http://schemas.openxmlformats.org/officeDocument/2006/relationships/image" Target="../media/image144.png"/><Relationship Id="rId106" Type="http://schemas.openxmlformats.org/officeDocument/2006/relationships/customXml" Target="../ink/ink179.xml"/><Relationship Id="rId127" Type="http://schemas.openxmlformats.org/officeDocument/2006/relationships/image" Target="../media/image7410.png"/><Relationship Id="rId10" Type="http://schemas.openxmlformats.org/officeDocument/2006/relationships/customXml" Target="../ink/ink131.xml"/><Relationship Id="rId31" Type="http://schemas.openxmlformats.org/officeDocument/2006/relationships/image" Target="../media/image2610.png"/><Relationship Id="rId52" Type="http://schemas.openxmlformats.org/officeDocument/2006/relationships/customXml" Target="../ink/ink152.xml"/><Relationship Id="rId73" Type="http://schemas.openxmlformats.org/officeDocument/2006/relationships/image" Target="../media/image4710.png"/><Relationship Id="rId94" Type="http://schemas.openxmlformats.org/officeDocument/2006/relationships/customXml" Target="../ink/ink173.xml"/><Relationship Id="rId148" Type="http://schemas.openxmlformats.org/officeDocument/2006/relationships/customXml" Target="../ink/ink200.xml"/><Relationship Id="rId169" Type="http://schemas.openxmlformats.org/officeDocument/2006/relationships/image" Target="../media/image9510.png"/><Relationship Id="rId4" Type="http://schemas.openxmlformats.org/officeDocument/2006/relationships/customXml" Target="../ink/ink128.xml"/><Relationship Id="rId180" Type="http://schemas.openxmlformats.org/officeDocument/2006/relationships/customXml" Target="../ink/ink216.xml"/><Relationship Id="rId215" Type="http://schemas.openxmlformats.org/officeDocument/2006/relationships/image" Target="../media/image11810.png"/><Relationship Id="rId236" Type="http://schemas.openxmlformats.org/officeDocument/2006/relationships/customXml" Target="../ink/ink244.xml"/><Relationship Id="rId257" Type="http://schemas.openxmlformats.org/officeDocument/2006/relationships/image" Target="../media/image139.png"/><Relationship Id="rId278" Type="http://schemas.openxmlformats.org/officeDocument/2006/relationships/customXml" Target="../ink/ink266.xml"/><Relationship Id="rId42" Type="http://schemas.openxmlformats.org/officeDocument/2006/relationships/customXml" Target="../ink/ink147.xml"/><Relationship Id="rId84" Type="http://schemas.openxmlformats.org/officeDocument/2006/relationships/customXml" Target="../ink/ink168.xml"/><Relationship Id="rId138" Type="http://schemas.openxmlformats.org/officeDocument/2006/relationships/customXml" Target="../ink/ink195.xml"/><Relationship Id="rId191" Type="http://schemas.openxmlformats.org/officeDocument/2006/relationships/image" Target="../media/image10610.png"/><Relationship Id="rId205" Type="http://schemas.openxmlformats.org/officeDocument/2006/relationships/image" Target="../media/image11310.png"/><Relationship Id="rId247" Type="http://schemas.openxmlformats.org/officeDocument/2006/relationships/image" Target="../media/image134.png"/><Relationship Id="rId107" Type="http://schemas.openxmlformats.org/officeDocument/2006/relationships/image" Target="../media/image6410.png"/><Relationship Id="rId11" Type="http://schemas.openxmlformats.org/officeDocument/2006/relationships/image" Target="../media/image1610.png"/><Relationship Id="rId53" Type="http://schemas.openxmlformats.org/officeDocument/2006/relationships/image" Target="../media/image3711.png"/><Relationship Id="rId149" Type="http://schemas.openxmlformats.org/officeDocument/2006/relationships/image" Target="../media/image8510.png"/><Relationship Id="rId95" Type="http://schemas.openxmlformats.org/officeDocument/2006/relationships/image" Target="../media/image5810.png"/><Relationship Id="rId160" Type="http://schemas.openxmlformats.org/officeDocument/2006/relationships/customXml" Target="../ink/ink206.xml"/><Relationship Id="rId216" Type="http://schemas.openxmlformats.org/officeDocument/2006/relationships/customXml" Target="../ink/ink23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9.png"/><Relationship Id="rId299" Type="http://schemas.openxmlformats.org/officeDocument/2006/relationships/image" Target="../media/image280.png"/><Relationship Id="rId21" Type="http://schemas.openxmlformats.org/officeDocument/2006/relationships/image" Target="../media/image1410.png"/><Relationship Id="rId63" Type="http://schemas.openxmlformats.org/officeDocument/2006/relationships/image" Target="../media/image162.png"/><Relationship Id="rId159" Type="http://schemas.openxmlformats.org/officeDocument/2006/relationships/image" Target="../media/image210.png"/><Relationship Id="rId324" Type="http://schemas.openxmlformats.org/officeDocument/2006/relationships/customXml" Target="../ink/ink428.xml"/><Relationship Id="rId366" Type="http://schemas.openxmlformats.org/officeDocument/2006/relationships/customXml" Target="../ink/ink449.xml"/><Relationship Id="rId170" Type="http://schemas.openxmlformats.org/officeDocument/2006/relationships/customXml" Target="../ink/ink351.xml"/><Relationship Id="rId226" Type="http://schemas.openxmlformats.org/officeDocument/2006/relationships/customXml" Target="../ink/ink379.xml"/><Relationship Id="rId268" Type="http://schemas.openxmlformats.org/officeDocument/2006/relationships/customXml" Target="../ink/ink400.xml"/><Relationship Id="rId32" Type="http://schemas.openxmlformats.org/officeDocument/2006/relationships/customXml" Target="../ink/ink282.xml"/><Relationship Id="rId74" Type="http://schemas.openxmlformats.org/officeDocument/2006/relationships/customXml" Target="../ink/ink303.xml"/><Relationship Id="rId128" Type="http://schemas.openxmlformats.org/officeDocument/2006/relationships/customXml" Target="../ink/ink330.xml"/><Relationship Id="rId335" Type="http://schemas.openxmlformats.org/officeDocument/2006/relationships/image" Target="../media/image298.png"/><Relationship Id="rId5" Type="http://schemas.openxmlformats.org/officeDocument/2006/relationships/image" Target="../media/image13310.png"/><Relationship Id="rId181" Type="http://schemas.openxmlformats.org/officeDocument/2006/relationships/image" Target="../media/image221.png"/><Relationship Id="rId237" Type="http://schemas.openxmlformats.org/officeDocument/2006/relationships/image" Target="../media/image249.png"/><Relationship Id="rId279" Type="http://schemas.openxmlformats.org/officeDocument/2006/relationships/image" Target="../media/image270.png"/><Relationship Id="rId43" Type="http://schemas.openxmlformats.org/officeDocument/2006/relationships/image" Target="../media/image152.png"/><Relationship Id="rId139" Type="http://schemas.openxmlformats.org/officeDocument/2006/relationships/image" Target="../media/image200.png"/><Relationship Id="rId290" Type="http://schemas.openxmlformats.org/officeDocument/2006/relationships/customXml" Target="../ink/ink411.xml"/><Relationship Id="rId304" Type="http://schemas.openxmlformats.org/officeDocument/2006/relationships/customXml" Target="../ink/ink418.xml"/><Relationship Id="rId346" Type="http://schemas.openxmlformats.org/officeDocument/2006/relationships/customXml" Target="../ink/ink439.xml"/><Relationship Id="rId85" Type="http://schemas.openxmlformats.org/officeDocument/2006/relationships/image" Target="../media/image173.png"/><Relationship Id="rId150" Type="http://schemas.openxmlformats.org/officeDocument/2006/relationships/customXml" Target="../ink/ink341.xml"/><Relationship Id="rId192" Type="http://schemas.openxmlformats.org/officeDocument/2006/relationships/customXml" Target="../ink/ink362.xml"/><Relationship Id="rId206" Type="http://schemas.openxmlformats.org/officeDocument/2006/relationships/customXml" Target="../ink/ink369.xml"/><Relationship Id="rId248" Type="http://schemas.openxmlformats.org/officeDocument/2006/relationships/customXml" Target="../ink/ink390.xml"/><Relationship Id="rId12" Type="http://schemas.openxmlformats.org/officeDocument/2006/relationships/customXml" Target="../ink/ink272.xml"/><Relationship Id="rId108" Type="http://schemas.openxmlformats.org/officeDocument/2006/relationships/customXml" Target="../ink/ink320.xml"/><Relationship Id="rId315" Type="http://schemas.openxmlformats.org/officeDocument/2006/relationships/image" Target="../media/image288.png"/><Relationship Id="rId357" Type="http://schemas.openxmlformats.org/officeDocument/2006/relationships/image" Target="../media/image309.png"/><Relationship Id="rId54" Type="http://schemas.openxmlformats.org/officeDocument/2006/relationships/customXml" Target="../ink/ink293.xml"/><Relationship Id="rId96" Type="http://schemas.openxmlformats.org/officeDocument/2006/relationships/customXml" Target="../ink/ink314.xml"/><Relationship Id="rId161" Type="http://schemas.openxmlformats.org/officeDocument/2006/relationships/image" Target="../media/image211.png"/><Relationship Id="rId217" Type="http://schemas.openxmlformats.org/officeDocument/2006/relationships/image" Target="../media/image239.png"/><Relationship Id="rId259" Type="http://schemas.openxmlformats.org/officeDocument/2006/relationships/image" Target="../media/image260.png"/><Relationship Id="rId23" Type="http://schemas.openxmlformats.org/officeDocument/2006/relationships/image" Target="../media/image1420.png"/><Relationship Id="rId119" Type="http://schemas.openxmlformats.org/officeDocument/2006/relationships/image" Target="../media/image190.png"/><Relationship Id="rId270" Type="http://schemas.openxmlformats.org/officeDocument/2006/relationships/customXml" Target="../ink/ink401.xml"/><Relationship Id="rId326" Type="http://schemas.openxmlformats.org/officeDocument/2006/relationships/customXml" Target="../ink/ink429.xml"/><Relationship Id="rId65" Type="http://schemas.openxmlformats.org/officeDocument/2006/relationships/image" Target="../media/image163.png"/><Relationship Id="rId130" Type="http://schemas.openxmlformats.org/officeDocument/2006/relationships/customXml" Target="../ink/ink331.xml"/><Relationship Id="rId368" Type="http://schemas.openxmlformats.org/officeDocument/2006/relationships/customXml" Target="../ink/ink450.xml"/><Relationship Id="rId172" Type="http://schemas.openxmlformats.org/officeDocument/2006/relationships/customXml" Target="../ink/ink352.xml"/><Relationship Id="rId228" Type="http://schemas.openxmlformats.org/officeDocument/2006/relationships/customXml" Target="../ink/ink380.xml"/><Relationship Id="rId281" Type="http://schemas.openxmlformats.org/officeDocument/2006/relationships/image" Target="../media/image271.png"/><Relationship Id="rId337" Type="http://schemas.openxmlformats.org/officeDocument/2006/relationships/image" Target="../media/image299.png"/><Relationship Id="rId34" Type="http://schemas.openxmlformats.org/officeDocument/2006/relationships/customXml" Target="../ink/ink283.xml"/><Relationship Id="rId76" Type="http://schemas.openxmlformats.org/officeDocument/2006/relationships/customXml" Target="../ink/ink304.xml"/><Relationship Id="rId141" Type="http://schemas.openxmlformats.org/officeDocument/2006/relationships/image" Target="../media/image201.png"/><Relationship Id="rId7" Type="http://schemas.openxmlformats.org/officeDocument/2006/relationships/image" Target="../media/image1344.png"/><Relationship Id="rId183" Type="http://schemas.openxmlformats.org/officeDocument/2006/relationships/image" Target="../media/image222.png"/><Relationship Id="rId239" Type="http://schemas.openxmlformats.org/officeDocument/2006/relationships/image" Target="../media/image250.png"/><Relationship Id="rId250" Type="http://schemas.openxmlformats.org/officeDocument/2006/relationships/customXml" Target="../ink/ink391.xml"/><Relationship Id="rId292" Type="http://schemas.openxmlformats.org/officeDocument/2006/relationships/customXml" Target="../ink/ink412.xml"/><Relationship Id="rId306" Type="http://schemas.openxmlformats.org/officeDocument/2006/relationships/customXml" Target="../ink/ink419.xml"/><Relationship Id="rId45" Type="http://schemas.openxmlformats.org/officeDocument/2006/relationships/image" Target="../media/image153.png"/><Relationship Id="rId87" Type="http://schemas.openxmlformats.org/officeDocument/2006/relationships/image" Target="../media/image174.png"/><Relationship Id="rId110" Type="http://schemas.openxmlformats.org/officeDocument/2006/relationships/customXml" Target="../ink/ink321.xml"/><Relationship Id="rId348" Type="http://schemas.openxmlformats.org/officeDocument/2006/relationships/customXml" Target="../ink/ink440.xml"/><Relationship Id="rId152" Type="http://schemas.openxmlformats.org/officeDocument/2006/relationships/customXml" Target="../ink/ink342.xml"/><Relationship Id="rId194" Type="http://schemas.openxmlformats.org/officeDocument/2006/relationships/customXml" Target="../ink/ink363.xml"/><Relationship Id="rId208" Type="http://schemas.openxmlformats.org/officeDocument/2006/relationships/customXml" Target="../ink/ink370.xml"/><Relationship Id="rId261" Type="http://schemas.openxmlformats.org/officeDocument/2006/relationships/image" Target="../media/image261.png"/><Relationship Id="rId14" Type="http://schemas.openxmlformats.org/officeDocument/2006/relationships/customXml" Target="../ink/ink273.xml"/><Relationship Id="rId56" Type="http://schemas.openxmlformats.org/officeDocument/2006/relationships/customXml" Target="../ink/ink294.xml"/><Relationship Id="rId317" Type="http://schemas.openxmlformats.org/officeDocument/2006/relationships/image" Target="../media/image289.png"/><Relationship Id="rId359" Type="http://schemas.openxmlformats.org/officeDocument/2006/relationships/image" Target="../media/image310.png"/><Relationship Id="rId98" Type="http://schemas.openxmlformats.org/officeDocument/2006/relationships/customXml" Target="../ink/ink315.xml"/><Relationship Id="rId121" Type="http://schemas.openxmlformats.org/officeDocument/2006/relationships/image" Target="../media/image191.png"/><Relationship Id="rId163" Type="http://schemas.openxmlformats.org/officeDocument/2006/relationships/image" Target="../media/image212.png"/><Relationship Id="rId219" Type="http://schemas.openxmlformats.org/officeDocument/2006/relationships/image" Target="../media/image240.png"/><Relationship Id="rId370" Type="http://schemas.openxmlformats.org/officeDocument/2006/relationships/customXml" Target="../ink/ink451.xml"/><Relationship Id="rId230" Type="http://schemas.openxmlformats.org/officeDocument/2006/relationships/customXml" Target="../ink/ink381.xml"/><Relationship Id="rId25" Type="http://schemas.openxmlformats.org/officeDocument/2006/relationships/image" Target="../media/image1430.png"/><Relationship Id="rId67" Type="http://schemas.openxmlformats.org/officeDocument/2006/relationships/image" Target="../media/image164.png"/><Relationship Id="rId272" Type="http://schemas.openxmlformats.org/officeDocument/2006/relationships/customXml" Target="../ink/ink402.xml"/><Relationship Id="rId328" Type="http://schemas.openxmlformats.org/officeDocument/2006/relationships/customXml" Target="../ink/ink430.xml"/><Relationship Id="rId132" Type="http://schemas.openxmlformats.org/officeDocument/2006/relationships/customXml" Target="../ink/ink332.xml"/><Relationship Id="rId174" Type="http://schemas.openxmlformats.org/officeDocument/2006/relationships/customXml" Target="../ink/ink353.xml"/><Relationship Id="rId241" Type="http://schemas.openxmlformats.org/officeDocument/2006/relationships/image" Target="../media/image251.png"/><Relationship Id="rId15" Type="http://schemas.openxmlformats.org/officeDocument/2006/relationships/image" Target="../media/image1380.png"/><Relationship Id="rId36" Type="http://schemas.openxmlformats.org/officeDocument/2006/relationships/customXml" Target="../ink/ink284.xml"/><Relationship Id="rId57" Type="http://schemas.openxmlformats.org/officeDocument/2006/relationships/image" Target="../media/image159.png"/><Relationship Id="rId262" Type="http://schemas.openxmlformats.org/officeDocument/2006/relationships/customXml" Target="../ink/ink397.xml"/><Relationship Id="rId283" Type="http://schemas.openxmlformats.org/officeDocument/2006/relationships/image" Target="../media/image272.png"/><Relationship Id="rId318" Type="http://schemas.openxmlformats.org/officeDocument/2006/relationships/customXml" Target="../ink/ink425.xml"/><Relationship Id="rId339" Type="http://schemas.openxmlformats.org/officeDocument/2006/relationships/image" Target="../media/image300.png"/><Relationship Id="rId78" Type="http://schemas.openxmlformats.org/officeDocument/2006/relationships/customXml" Target="../ink/ink305.xml"/><Relationship Id="rId99" Type="http://schemas.openxmlformats.org/officeDocument/2006/relationships/image" Target="../media/image180.png"/><Relationship Id="rId101" Type="http://schemas.openxmlformats.org/officeDocument/2006/relationships/image" Target="../media/image181.png"/><Relationship Id="rId122" Type="http://schemas.openxmlformats.org/officeDocument/2006/relationships/customXml" Target="../ink/ink327.xml"/><Relationship Id="rId143" Type="http://schemas.openxmlformats.org/officeDocument/2006/relationships/image" Target="../media/image202.png"/><Relationship Id="rId164" Type="http://schemas.openxmlformats.org/officeDocument/2006/relationships/customXml" Target="../ink/ink348.xml"/><Relationship Id="rId185" Type="http://schemas.openxmlformats.org/officeDocument/2006/relationships/image" Target="../media/image223.png"/><Relationship Id="rId350" Type="http://schemas.openxmlformats.org/officeDocument/2006/relationships/customXml" Target="../ink/ink441.xml"/><Relationship Id="rId371" Type="http://schemas.openxmlformats.org/officeDocument/2006/relationships/image" Target="../media/image316.png"/><Relationship Id="rId9" Type="http://schemas.openxmlformats.org/officeDocument/2006/relationships/image" Target="../media/image1350.png"/><Relationship Id="rId210" Type="http://schemas.openxmlformats.org/officeDocument/2006/relationships/customXml" Target="../ink/ink371.xml"/><Relationship Id="rId26" Type="http://schemas.openxmlformats.org/officeDocument/2006/relationships/customXml" Target="../ink/ink279.xml"/><Relationship Id="rId231" Type="http://schemas.openxmlformats.org/officeDocument/2006/relationships/image" Target="../media/image246.png"/><Relationship Id="rId252" Type="http://schemas.openxmlformats.org/officeDocument/2006/relationships/customXml" Target="../ink/ink392.xml"/><Relationship Id="rId273" Type="http://schemas.openxmlformats.org/officeDocument/2006/relationships/image" Target="../media/image267.png"/><Relationship Id="rId294" Type="http://schemas.openxmlformats.org/officeDocument/2006/relationships/customXml" Target="../ink/ink413.xml"/><Relationship Id="rId308" Type="http://schemas.openxmlformats.org/officeDocument/2006/relationships/customXml" Target="../ink/ink420.xml"/><Relationship Id="rId329" Type="http://schemas.openxmlformats.org/officeDocument/2006/relationships/image" Target="../media/image295.png"/><Relationship Id="rId47" Type="http://schemas.openxmlformats.org/officeDocument/2006/relationships/image" Target="../media/image154.png"/><Relationship Id="rId68" Type="http://schemas.openxmlformats.org/officeDocument/2006/relationships/customXml" Target="../ink/ink300.xml"/><Relationship Id="rId89" Type="http://schemas.openxmlformats.org/officeDocument/2006/relationships/image" Target="../media/image175.png"/><Relationship Id="rId112" Type="http://schemas.openxmlformats.org/officeDocument/2006/relationships/customXml" Target="../ink/ink322.xml"/><Relationship Id="rId133" Type="http://schemas.openxmlformats.org/officeDocument/2006/relationships/image" Target="../media/image197.png"/><Relationship Id="rId154" Type="http://schemas.openxmlformats.org/officeDocument/2006/relationships/customXml" Target="../ink/ink343.xml"/><Relationship Id="rId175" Type="http://schemas.openxmlformats.org/officeDocument/2006/relationships/image" Target="../media/image218.png"/><Relationship Id="rId340" Type="http://schemas.openxmlformats.org/officeDocument/2006/relationships/customXml" Target="../ink/ink436.xml"/><Relationship Id="rId361" Type="http://schemas.openxmlformats.org/officeDocument/2006/relationships/image" Target="../media/image311.png"/><Relationship Id="rId196" Type="http://schemas.openxmlformats.org/officeDocument/2006/relationships/customXml" Target="../ink/ink364.xml"/><Relationship Id="rId200" Type="http://schemas.openxmlformats.org/officeDocument/2006/relationships/customXml" Target="../ink/ink366.xml"/><Relationship Id="rId16" Type="http://schemas.openxmlformats.org/officeDocument/2006/relationships/customXml" Target="../ink/ink274.xml"/><Relationship Id="rId221" Type="http://schemas.openxmlformats.org/officeDocument/2006/relationships/image" Target="../media/image241.png"/><Relationship Id="rId242" Type="http://schemas.openxmlformats.org/officeDocument/2006/relationships/customXml" Target="../ink/ink387.xml"/><Relationship Id="rId263" Type="http://schemas.openxmlformats.org/officeDocument/2006/relationships/image" Target="../media/image262.png"/><Relationship Id="rId284" Type="http://schemas.openxmlformats.org/officeDocument/2006/relationships/customXml" Target="../ink/ink408.xml"/><Relationship Id="rId319" Type="http://schemas.openxmlformats.org/officeDocument/2006/relationships/image" Target="../media/image290.png"/><Relationship Id="rId37" Type="http://schemas.openxmlformats.org/officeDocument/2006/relationships/image" Target="../media/image1490.png"/><Relationship Id="rId58" Type="http://schemas.openxmlformats.org/officeDocument/2006/relationships/customXml" Target="../ink/ink295.xml"/><Relationship Id="rId79" Type="http://schemas.openxmlformats.org/officeDocument/2006/relationships/image" Target="../media/image170.png"/><Relationship Id="rId102" Type="http://schemas.openxmlformats.org/officeDocument/2006/relationships/customXml" Target="../ink/ink317.xml"/><Relationship Id="rId123" Type="http://schemas.openxmlformats.org/officeDocument/2006/relationships/image" Target="../media/image192.png"/><Relationship Id="rId144" Type="http://schemas.openxmlformats.org/officeDocument/2006/relationships/customXml" Target="../ink/ink338.xml"/><Relationship Id="rId330" Type="http://schemas.openxmlformats.org/officeDocument/2006/relationships/customXml" Target="../ink/ink431.xml"/><Relationship Id="rId90" Type="http://schemas.openxmlformats.org/officeDocument/2006/relationships/customXml" Target="../ink/ink311.xml"/><Relationship Id="rId165" Type="http://schemas.openxmlformats.org/officeDocument/2006/relationships/image" Target="../media/image213.png"/><Relationship Id="rId186" Type="http://schemas.openxmlformats.org/officeDocument/2006/relationships/customXml" Target="../ink/ink359.xml"/><Relationship Id="rId351" Type="http://schemas.openxmlformats.org/officeDocument/2006/relationships/image" Target="../media/image306.png"/><Relationship Id="rId211" Type="http://schemas.openxmlformats.org/officeDocument/2006/relationships/image" Target="../media/image236.png"/><Relationship Id="rId232" Type="http://schemas.openxmlformats.org/officeDocument/2006/relationships/customXml" Target="../ink/ink382.xml"/><Relationship Id="rId253" Type="http://schemas.openxmlformats.org/officeDocument/2006/relationships/image" Target="../media/image257.png"/><Relationship Id="rId274" Type="http://schemas.openxmlformats.org/officeDocument/2006/relationships/customXml" Target="../ink/ink403.xml"/><Relationship Id="rId295" Type="http://schemas.openxmlformats.org/officeDocument/2006/relationships/image" Target="../media/image278.png"/><Relationship Id="rId309" Type="http://schemas.openxmlformats.org/officeDocument/2006/relationships/image" Target="../media/image285.png"/><Relationship Id="rId27" Type="http://schemas.openxmlformats.org/officeDocument/2006/relationships/image" Target="../media/image1440.png"/><Relationship Id="rId48" Type="http://schemas.openxmlformats.org/officeDocument/2006/relationships/customXml" Target="../ink/ink290.xml"/><Relationship Id="rId69" Type="http://schemas.openxmlformats.org/officeDocument/2006/relationships/image" Target="../media/image165.png"/><Relationship Id="rId113" Type="http://schemas.openxmlformats.org/officeDocument/2006/relationships/image" Target="../media/image187.png"/><Relationship Id="rId134" Type="http://schemas.openxmlformats.org/officeDocument/2006/relationships/customXml" Target="../ink/ink333.xml"/><Relationship Id="rId320" Type="http://schemas.openxmlformats.org/officeDocument/2006/relationships/customXml" Target="../ink/ink426.xml"/><Relationship Id="rId80" Type="http://schemas.openxmlformats.org/officeDocument/2006/relationships/customXml" Target="../ink/ink306.xml"/><Relationship Id="rId155" Type="http://schemas.openxmlformats.org/officeDocument/2006/relationships/image" Target="../media/image208.png"/><Relationship Id="rId176" Type="http://schemas.openxmlformats.org/officeDocument/2006/relationships/customXml" Target="../ink/ink354.xml"/><Relationship Id="rId197" Type="http://schemas.openxmlformats.org/officeDocument/2006/relationships/image" Target="../media/image229.png"/><Relationship Id="rId341" Type="http://schemas.openxmlformats.org/officeDocument/2006/relationships/image" Target="../media/image301.png"/><Relationship Id="rId362" Type="http://schemas.openxmlformats.org/officeDocument/2006/relationships/customXml" Target="../ink/ink447.xml"/><Relationship Id="rId201" Type="http://schemas.openxmlformats.org/officeDocument/2006/relationships/image" Target="../media/image231.png"/><Relationship Id="rId222" Type="http://schemas.openxmlformats.org/officeDocument/2006/relationships/customXml" Target="../ink/ink377.xml"/><Relationship Id="rId243" Type="http://schemas.openxmlformats.org/officeDocument/2006/relationships/image" Target="../media/image252.png"/><Relationship Id="rId264" Type="http://schemas.openxmlformats.org/officeDocument/2006/relationships/customXml" Target="../ink/ink398.xml"/><Relationship Id="rId285" Type="http://schemas.openxmlformats.org/officeDocument/2006/relationships/image" Target="../media/image273.png"/><Relationship Id="rId17" Type="http://schemas.openxmlformats.org/officeDocument/2006/relationships/image" Target="../media/image1390.png"/><Relationship Id="rId38" Type="http://schemas.openxmlformats.org/officeDocument/2006/relationships/customXml" Target="../ink/ink285.xml"/><Relationship Id="rId59" Type="http://schemas.openxmlformats.org/officeDocument/2006/relationships/image" Target="../media/image160.png"/><Relationship Id="rId103" Type="http://schemas.openxmlformats.org/officeDocument/2006/relationships/image" Target="../media/image182.png"/><Relationship Id="rId124" Type="http://schemas.openxmlformats.org/officeDocument/2006/relationships/customXml" Target="../ink/ink328.xml"/><Relationship Id="rId310" Type="http://schemas.openxmlformats.org/officeDocument/2006/relationships/customXml" Target="../ink/ink421.xml"/><Relationship Id="rId70" Type="http://schemas.openxmlformats.org/officeDocument/2006/relationships/customXml" Target="../ink/ink301.xml"/><Relationship Id="rId91" Type="http://schemas.openxmlformats.org/officeDocument/2006/relationships/image" Target="../media/image176.png"/><Relationship Id="rId145" Type="http://schemas.openxmlformats.org/officeDocument/2006/relationships/image" Target="../media/image203.png"/><Relationship Id="rId166" Type="http://schemas.openxmlformats.org/officeDocument/2006/relationships/customXml" Target="../ink/ink349.xml"/><Relationship Id="rId187" Type="http://schemas.openxmlformats.org/officeDocument/2006/relationships/image" Target="../media/image224.png"/><Relationship Id="rId331" Type="http://schemas.openxmlformats.org/officeDocument/2006/relationships/image" Target="../media/image296.png"/><Relationship Id="rId352" Type="http://schemas.openxmlformats.org/officeDocument/2006/relationships/customXml" Target="../ink/ink442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72.xml"/><Relationship Id="rId233" Type="http://schemas.openxmlformats.org/officeDocument/2006/relationships/image" Target="../media/image247.png"/><Relationship Id="rId254" Type="http://schemas.openxmlformats.org/officeDocument/2006/relationships/customXml" Target="../ink/ink393.xml"/><Relationship Id="rId28" Type="http://schemas.openxmlformats.org/officeDocument/2006/relationships/customXml" Target="../ink/ink280.xml"/><Relationship Id="rId49" Type="http://schemas.openxmlformats.org/officeDocument/2006/relationships/image" Target="../media/image155.png"/><Relationship Id="rId114" Type="http://schemas.openxmlformats.org/officeDocument/2006/relationships/customXml" Target="../ink/ink323.xml"/><Relationship Id="rId275" Type="http://schemas.openxmlformats.org/officeDocument/2006/relationships/image" Target="../media/image268.png"/><Relationship Id="rId296" Type="http://schemas.openxmlformats.org/officeDocument/2006/relationships/customXml" Target="../ink/ink414.xml"/><Relationship Id="rId300" Type="http://schemas.openxmlformats.org/officeDocument/2006/relationships/customXml" Target="../ink/ink416.xml"/><Relationship Id="rId60" Type="http://schemas.openxmlformats.org/officeDocument/2006/relationships/customXml" Target="../ink/ink296.xml"/><Relationship Id="rId81" Type="http://schemas.openxmlformats.org/officeDocument/2006/relationships/image" Target="../media/image171.png"/><Relationship Id="rId135" Type="http://schemas.openxmlformats.org/officeDocument/2006/relationships/image" Target="../media/image198.png"/><Relationship Id="rId156" Type="http://schemas.openxmlformats.org/officeDocument/2006/relationships/customXml" Target="../ink/ink344.xml"/><Relationship Id="rId177" Type="http://schemas.openxmlformats.org/officeDocument/2006/relationships/image" Target="../media/image219.png"/><Relationship Id="rId198" Type="http://schemas.openxmlformats.org/officeDocument/2006/relationships/customXml" Target="../ink/ink365.xml"/><Relationship Id="rId321" Type="http://schemas.openxmlformats.org/officeDocument/2006/relationships/image" Target="../media/image291.png"/><Relationship Id="rId342" Type="http://schemas.openxmlformats.org/officeDocument/2006/relationships/customXml" Target="../ink/ink437.xml"/><Relationship Id="rId363" Type="http://schemas.openxmlformats.org/officeDocument/2006/relationships/image" Target="../media/image312.png"/><Relationship Id="rId202" Type="http://schemas.openxmlformats.org/officeDocument/2006/relationships/customXml" Target="../ink/ink367.xml"/><Relationship Id="rId223" Type="http://schemas.openxmlformats.org/officeDocument/2006/relationships/image" Target="../media/image242.png"/><Relationship Id="rId244" Type="http://schemas.openxmlformats.org/officeDocument/2006/relationships/customXml" Target="../ink/ink388.xml"/><Relationship Id="rId18" Type="http://schemas.openxmlformats.org/officeDocument/2006/relationships/customXml" Target="../ink/ink275.xml"/><Relationship Id="rId39" Type="http://schemas.openxmlformats.org/officeDocument/2006/relationships/image" Target="../media/image150.png"/><Relationship Id="rId265" Type="http://schemas.openxmlformats.org/officeDocument/2006/relationships/image" Target="../media/image263.png"/><Relationship Id="rId286" Type="http://schemas.openxmlformats.org/officeDocument/2006/relationships/customXml" Target="../ink/ink409.xml"/><Relationship Id="rId50" Type="http://schemas.openxmlformats.org/officeDocument/2006/relationships/customXml" Target="../ink/ink291.xml"/><Relationship Id="rId104" Type="http://schemas.openxmlformats.org/officeDocument/2006/relationships/customXml" Target="../ink/ink318.xml"/><Relationship Id="rId125" Type="http://schemas.openxmlformats.org/officeDocument/2006/relationships/image" Target="../media/image193.png"/><Relationship Id="rId146" Type="http://schemas.openxmlformats.org/officeDocument/2006/relationships/customXml" Target="../ink/ink339.xml"/><Relationship Id="rId167" Type="http://schemas.openxmlformats.org/officeDocument/2006/relationships/image" Target="../media/image214.png"/><Relationship Id="rId188" Type="http://schemas.openxmlformats.org/officeDocument/2006/relationships/customXml" Target="../ink/ink360.xml"/><Relationship Id="rId311" Type="http://schemas.openxmlformats.org/officeDocument/2006/relationships/image" Target="../media/image286.png"/><Relationship Id="rId332" Type="http://schemas.openxmlformats.org/officeDocument/2006/relationships/customXml" Target="../ink/ink432.xml"/><Relationship Id="rId353" Type="http://schemas.openxmlformats.org/officeDocument/2006/relationships/image" Target="../media/image307.png"/><Relationship Id="rId71" Type="http://schemas.openxmlformats.org/officeDocument/2006/relationships/image" Target="../media/image166.png"/><Relationship Id="rId92" Type="http://schemas.openxmlformats.org/officeDocument/2006/relationships/customXml" Target="../ink/ink312.xml"/><Relationship Id="rId213" Type="http://schemas.openxmlformats.org/officeDocument/2006/relationships/image" Target="../media/image237.png"/><Relationship Id="rId234" Type="http://schemas.openxmlformats.org/officeDocument/2006/relationships/customXml" Target="../ink/ink383.xml"/><Relationship Id="rId2" Type="http://schemas.openxmlformats.org/officeDocument/2006/relationships/customXml" Target="../ink/ink267.xml"/><Relationship Id="rId29" Type="http://schemas.openxmlformats.org/officeDocument/2006/relationships/image" Target="../media/image1450.png"/><Relationship Id="rId255" Type="http://schemas.openxmlformats.org/officeDocument/2006/relationships/image" Target="../media/image258.png"/><Relationship Id="rId276" Type="http://schemas.openxmlformats.org/officeDocument/2006/relationships/customXml" Target="../ink/ink404.xml"/><Relationship Id="rId297" Type="http://schemas.openxmlformats.org/officeDocument/2006/relationships/image" Target="../media/image279.png"/><Relationship Id="rId40" Type="http://schemas.openxmlformats.org/officeDocument/2006/relationships/customXml" Target="../ink/ink286.xml"/><Relationship Id="rId115" Type="http://schemas.openxmlformats.org/officeDocument/2006/relationships/image" Target="../media/image188.png"/><Relationship Id="rId136" Type="http://schemas.openxmlformats.org/officeDocument/2006/relationships/customXml" Target="../ink/ink334.xml"/><Relationship Id="rId157" Type="http://schemas.openxmlformats.org/officeDocument/2006/relationships/image" Target="../media/image209.png"/><Relationship Id="rId178" Type="http://schemas.openxmlformats.org/officeDocument/2006/relationships/customXml" Target="../ink/ink355.xml"/><Relationship Id="rId301" Type="http://schemas.openxmlformats.org/officeDocument/2006/relationships/image" Target="../media/image281.png"/><Relationship Id="rId322" Type="http://schemas.openxmlformats.org/officeDocument/2006/relationships/customXml" Target="../ink/ink427.xml"/><Relationship Id="rId343" Type="http://schemas.openxmlformats.org/officeDocument/2006/relationships/image" Target="../media/image302.png"/><Relationship Id="rId364" Type="http://schemas.openxmlformats.org/officeDocument/2006/relationships/customXml" Target="../ink/ink448.xml"/><Relationship Id="rId61" Type="http://schemas.openxmlformats.org/officeDocument/2006/relationships/image" Target="../media/image161.png"/><Relationship Id="rId82" Type="http://schemas.openxmlformats.org/officeDocument/2006/relationships/customXml" Target="../ink/ink307.xml"/><Relationship Id="rId199" Type="http://schemas.openxmlformats.org/officeDocument/2006/relationships/image" Target="../media/image230.png"/><Relationship Id="rId203" Type="http://schemas.openxmlformats.org/officeDocument/2006/relationships/image" Target="../media/image232.png"/><Relationship Id="rId19" Type="http://schemas.openxmlformats.org/officeDocument/2006/relationships/image" Target="../media/image1400.png"/><Relationship Id="rId224" Type="http://schemas.openxmlformats.org/officeDocument/2006/relationships/customXml" Target="../ink/ink378.xml"/><Relationship Id="rId245" Type="http://schemas.openxmlformats.org/officeDocument/2006/relationships/image" Target="../media/image253.png"/><Relationship Id="rId266" Type="http://schemas.openxmlformats.org/officeDocument/2006/relationships/customXml" Target="../ink/ink399.xml"/><Relationship Id="rId287" Type="http://schemas.openxmlformats.org/officeDocument/2006/relationships/image" Target="../media/image274.png"/><Relationship Id="rId30" Type="http://schemas.openxmlformats.org/officeDocument/2006/relationships/customXml" Target="../ink/ink281.xml"/><Relationship Id="rId105" Type="http://schemas.openxmlformats.org/officeDocument/2006/relationships/image" Target="../media/image183.png"/><Relationship Id="rId126" Type="http://schemas.openxmlformats.org/officeDocument/2006/relationships/customXml" Target="../ink/ink329.xml"/><Relationship Id="rId147" Type="http://schemas.openxmlformats.org/officeDocument/2006/relationships/image" Target="../media/image204.png"/><Relationship Id="rId168" Type="http://schemas.openxmlformats.org/officeDocument/2006/relationships/customXml" Target="../ink/ink350.xml"/><Relationship Id="rId312" Type="http://schemas.openxmlformats.org/officeDocument/2006/relationships/customXml" Target="../ink/ink422.xml"/><Relationship Id="rId333" Type="http://schemas.openxmlformats.org/officeDocument/2006/relationships/image" Target="../media/image297.png"/><Relationship Id="rId354" Type="http://schemas.openxmlformats.org/officeDocument/2006/relationships/customXml" Target="../ink/ink443.xml"/><Relationship Id="rId51" Type="http://schemas.openxmlformats.org/officeDocument/2006/relationships/image" Target="../media/image156.png"/><Relationship Id="rId72" Type="http://schemas.openxmlformats.org/officeDocument/2006/relationships/customXml" Target="../ink/ink302.xml"/><Relationship Id="rId93" Type="http://schemas.openxmlformats.org/officeDocument/2006/relationships/image" Target="../media/image177.png"/><Relationship Id="rId189" Type="http://schemas.openxmlformats.org/officeDocument/2006/relationships/image" Target="../media/image225.png"/><Relationship Id="rId3" Type="http://schemas.openxmlformats.org/officeDocument/2006/relationships/image" Target="../media/image13210.png"/><Relationship Id="rId214" Type="http://schemas.openxmlformats.org/officeDocument/2006/relationships/customXml" Target="../ink/ink373.xml"/><Relationship Id="rId235" Type="http://schemas.openxmlformats.org/officeDocument/2006/relationships/image" Target="../media/image248.png"/><Relationship Id="rId256" Type="http://schemas.openxmlformats.org/officeDocument/2006/relationships/customXml" Target="../ink/ink394.xml"/><Relationship Id="rId277" Type="http://schemas.openxmlformats.org/officeDocument/2006/relationships/image" Target="../media/image269.png"/><Relationship Id="rId298" Type="http://schemas.openxmlformats.org/officeDocument/2006/relationships/customXml" Target="../ink/ink415.xml"/><Relationship Id="rId116" Type="http://schemas.openxmlformats.org/officeDocument/2006/relationships/customXml" Target="../ink/ink324.xml"/><Relationship Id="rId137" Type="http://schemas.openxmlformats.org/officeDocument/2006/relationships/image" Target="../media/image199.png"/><Relationship Id="rId158" Type="http://schemas.openxmlformats.org/officeDocument/2006/relationships/customXml" Target="../ink/ink345.xml"/><Relationship Id="rId302" Type="http://schemas.openxmlformats.org/officeDocument/2006/relationships/customXml" Target="../ink/ink417.xml"/><Relationship Id="rId323" Type="http://schemas.openxmlformats.org/officeDocument/2006/relationships/image" Target="../media/image292.png"/><Relationship Id="rId344" Type="http://schemas.openxmlformats.org/officeDocument/2006/relationships/customXml" Target="../ink/ink438.xml"/><Relationship Id="rId20" Type="http://schemas.openxmlformats.org/officeDocument/2006/relationships/customXml" Target="../ink/ink276.xml"/><Relationship Id="rId41" Type="http://schemas.openxmlformats.org/officeDocument/2006/relationships/image" Target="../media/image151.png"/><Relationship Id="rId62" Type="http://schemas.openxmlformats.org/officeDocument/2006/relationships/customXml" Target="../ink/ink297.xml"/><Relationship Id="rId83" Type="http://schemas.openxmlformats.org/officeDocument/2006/relationships/image" Target="../media/image172.png"/><Relationship Id="rId179" Type="http://schemas.openxmlformats.org/officeDocument/2006/relationships/image" Target="../media/image220.png"/><Relationship Id="rId365" Type="http://schemas.openxmlformats.org/officeDocument/2006/relationships/image" Target="../media/image313.png"/><Relationship Id="rId190" Type="http://schemas.openxmlformats.org/officeDocument/2006/relationships/customXml" Target="../ink/ink361.xml"/><Relationship Id="rId204" Type="http://schemas.openxmlformats.org/officeDocument/2006/relationships/customXml" Target="../ink/ink368.xml"/><Relationship Id="rId225" Type="http://schemas.openxmlformats.org/officeDocument/2006/relationships/image" Target="../media/image243.png"/><Relationship Id="rId246" Type="http://schemas.openxmlformats.org/officeDocument/2006/relationships/customXml" Target="../ink/ink389.xml"/><Relationship Id="rId267" Type="http://schemas.openxmlformats.org/officeDocument/2006/relationships/image" Target="../media/image264.png"/><Relationship Id="rId288" Type="http://schemas.openxmlformats.org/officeDocument/2006/relationships/customXml" Target="../ink/ink410.xml"/><Relationship Id="rId106" Type="http://schemas.openxmlformats.org/officeDocument/2006/relationships/customXml" Target="../ink/ink319.xml"/><Relationship Id="rId127" Type="http://schemas.openxmlformats.org/officeDocument/2006/relationships/image" Target="../media/image194.png"/><Relationship Id="rId313" Type="http://schemas.openxmlformats.org/officeDocument/2006/relationships/image" Target="../media/image287.png"/><Relationship Id="rId10" Type="http://schemas.openxmlformats.org/officeDocument/2006/relationships/customXml" Target="../ink/ink271.xml"/><Relationship Id="rId31" Type="http://schemas.openxmlformats.org/officeDocument/2006/relationships/image" Target="../media/image1460.png"/><Relationship Id="rId52" Type="http://schemas.openxmlformats.org/officeDocument/2006/relationships/customXml" Target="../ink/ink292.xml"/><Relationship Id="rId73" Type="http://schemas.openxmlformats.org/officeDocument/2006/relationships/image" Target="../media/image167.png"/><Relationship Id="rId94" Type="http://schemas.openxmlformats.org/officeDocument/2006/relationships/customXml" Target="../ink/ink313.xml"/><Relationship Id="rId148" Type="http://schemas.openxmlformats.org/officeDocument/2006/relationships/customXml" Target="../ink/ink340.xml"/><Relationship Id="rId169" Type="http://schemas.openxmlformats.org/officeDocument/2006/relationships/image" Target="../media/image215.png"/><Relationship Id="rId334" Type="http://schemas.openxmlformats.org/officeDocument/2006/relationships/customXml" Target="../ink/ink433.xml"/><Relationship Id="rId355" Type="http://schemas.openxmlformats.org/officeDocument/2006/relationships/image" Target="../media/image308.png"/><Relationship Id="rId4" Type="http://schemas.openxmlformats.org/officeDocument/2006/relationships/customXml" Target="../ink/ink268.xml"/><Relationship Id="rId180" Type="http://schemas.openxmlformats.org/officeDocument/2006/relationships/customXml" Target="../ink/ink356.xml"/><Relationship Id="rId215" Type="http://schemas.openxmlformats.org/officeDocument/2006/relationships/image" Target="../media/image238.png"/><Relationship Id="rId236" Type="http://schemas.openxmlformats.org/officeDocument/2006/relationships/customXml" Target="../ink/ink384.xml"/><Relationship Id="rId257" Type="http://schemas.openxmlformats.org/officeDocument/2006/relationships/image" Target="../media/image259.png"/><Relationship Id="rId278" Type="http://schemas.openxmlformats.org/officeDocument/2006/relationships/customXml" Target="../ink/ink405.xml"/><Relationship Id="rId303" Type="http://schemas.openxmlformats.org/officeDocument/2006/relationships/image" Target="../media/image282.png"/><Relationship Id="rId42" Type="http://schemas.openxmlformats.org/officeDocument/2006/relationships/customXml" Target="../ink/ink287.xml"/><Relationship Id="rId84" Type="http://schemas.openxmlformats.org/officeDocument/2006/relationships/customXml" Target="../ink/ink308.xml"/><Relationship Id="rId138" Type="http://schemas.openxmlformats.org/officeDocument/2006/relationships/customXml" Target="../ink/ink335.xml"/><Relationship Id="rId345" Type="http://schemas.openxmlformats.org/officeDocument/2006/relationships/image" Target="../media/image303.png"/><Relationship Id="rId191" Type="http://schemas.openxmlformats.org/officeDocument/2006/relationships/image" Target="../media/image226.png"/><Relationship Id="rId205" Type="http://schemas.openxmlformats.org/officeDocument/2006/relationships/image" Target="../media/image233.png"/><Relationship Id="rId247" Type="http://schemas.openxmlformats.org/officeDocument/2006/relationships/image" Target="../media/image254.png"/><Relationship Id="rId107" Type="http://schemas.openxmlformats.org/officeDocument/2006/relationships/image" Target="../media/image184.png"/><Relationship Id="rId289" Type="http://schemas.openxmlformats.org/officeDocument/2006/relationships/image" Target="../media/image275.png"/><Relationship Id="rId11" Type="http://schemas.openxmlformats.org/officeDocument/2006/relationships/image" Target="../media/image1360.png"/><Relationship Id="rId53" Type="http://schemas.openxmlformats.org/officeDocument/2006/relationships/image" Target="../media/image157.png"/><Relationship Id="rId149" Type="http://schemas.openxmlformats.org/officeDocument/2006/relationships/image" Target="../media/image205.png"/><Relationship Id="rId314" Type="http://schemas.openxmlformats.org/officeDocument/2006/relationships/customXml" Target="../ink/ink423.xml"/><Relationship Id="rId356" Type="http://schemas.openxmlformats.org/officeDocument/2006/relationships/customXml" Target="../ink/ink444.xml"/><Relationship Id="rId95" Type="http://schemas.openxmlformats.org/officeDocument/2006/relationships/image" Target="../media/image178.png"/><Relationship Id="rId160" Type="http://schemas.openxmlformats.org/officeDocument/2006/relationships/customXml" Target="../ink/ink346.xml"/><Relationship Id="rId216" Type="http://schemas.openxmlformats.org/officeDocument/2006/relationships/customXml" Target="../ink/ink374.xml"/><Relationship Id="rId258" Type="http://schemas.openxmlformats.org/officeDocument/2006/relationships/customXml" Target="../ink/ink395.xml"/><Relationship Id="rId22" Type="http://schemas.openxmlformats.org/officeDocument/2006/relationships/customXml" Target="../ink/ink277.xml"/><Relationship Id="rId64" Type="http://schemas.openxmlformats.org/officeDocument/2006/relationships/customXml" Target="../ink/ink298.xml"/><Relationship Id="rId118" Type="http://schemas.openxmlformats.org/officeDocument/2006/relationships/customXml" Target="../ink/ink325.xml"/><Relationship Id="rId325" Type="http://schemas.openxmlformats.org/officeDocument/2006/relationships/image" Target="../media/image293.png"/><Relationship Id="rId367" Type="http://schemas.openxmlformats.org/officeDocument/2006/relationships/image" Target="../media/image314.png"/><Relationship Id="rId171" Type="http://schemas.openxmlformats.org/officeDocument/2006/relationships/image" Target="../media/image216.png"/><Relationship Id="rId227" Type="http://schemas.openxmlformats.org/officeDocument/2006/relationships/image" Target="../media/image244.png"/><Relationship Id="rId269" Type="http://schemas.openxmlformats.org/officeDocument/2006/relationships/image" Target="../media/image265.png"/><Relationship Id="rId33" Type="http://schemas.openxmlformats.org/officeDocument/2006/relationships/image" Target="../media/image1470.png"/><Relationship Id="rId129" Type="http://schemas.openxmlformats.org/officeDocument/2006/relationships/image" Target="../media/image195.png"/><Relationship Id="rId280" Type="http://schemas.openxmlformats.org/officeDocument/2006/relationships/customXml" Target="../ink/ink406.xml"/><Relationship Id="rId336" Type="http://schemas.openxmlformats.org/officeDocument/2006/relationships/customXml" Target="../ink/ink434.xml"/><Relationship Id="rId75" Type="http://schemas.openxmlformats.org/officeDocument/2006/relationships/image" Target="../media/image168.png"/><Relationship Id="rId140" Type="http://schemas.openxmlformats.org/officeDocument/2006/relationships/customXml" Target="../ink/ink336.xml"/><Relationship Id="rId182" Type="http://schemas.openxmlformats.org/officeDocument/2006/relationships/customXml" Target="../ink/ink357.xml"/><Relationship Id="rId6" Type="http://schemas.openxmlformats.org/officeDocument/2006/relationships/customXml" Target="../ink/ink269.xml"/><Relationship Id="rId238" Type="http://schemas.openxmlformats.org/officeDocument/2006/relationships/customXml" Target="../ink/ink385.xml"/><Relationship Id="rId291" Type="http://schemas.openxmlformats.org/officeDocument/2006/relationships/image" Target="../media/image276.png"/><Relationship Id="rId305" Type="http://schemas.openxmlformats.org/officeDocument/2006/relationships/image" Target="../media/image283.png"/><Relationship Id="rId347" Type="http://schemas.openxmlformats.org/officeDocument/2006/relationships/image" Target="../media/image304.png"/><Relationship Id="rId44" Type="http://schemas.openxmlformats.org/officeDocument/2006/relationships/customXml" Target="../ink/ink288.xml"/><Relationship Id="rId86" Type="http://schemas.openxmlformats.org/officeDocument/2006/relationships/customXml" Target="../ink/ink309.xml"/><Relationship Id="rId151" Type="http://schemas.openxmlformats.org/officeDocument/2006/relationships/image" Target="../media/image206.png"/><Relationship Id="rId193" Type="http://schemas.openxmlformats.org/officeDocument/2006/relationships/image" Target="../media/image227.png"/><Relationship Id="rId207" Type="http://schemas.openxmlformats.org/officeDocument/2006/relationships/image" Target="../media/image234.png"/><Relationship Id="rId249" Type="http://schemas.openxmlformats.org/officeDocument/2006/relationships/image" Target="../media/image255.png"/><Relationship Id="rId13" Type="http://schemas.openxmlformats.org/officeDocument/2006/relationships/image" Target="../media/image1370.png"/><Relationship Id="rId109" Type="http://schemas.openxmlformats.org/officeDocument/2006/relationships/image" Target="../media/image185.png"/><Relationship Id="rId260" Type="http://schemas.openxmlformats.org/officeDocument/2006/relationships/customXml" Target="../ink/ink396.xml"/><Relationship Id="rId316" Type="http://schemas.openxmlformats.org/officeDocument/2006/relationships/customXml" Target="../ink/ink424.xml"/><Relationship Id="rId55" Type="http://schemas.openxmlformats.org/officeDocument/2006/relationships/image" Target="../media/image158.png"/><Relationship Id="rId97" Type="http://schemas.openxmlformats.org/officeDocument/2006/relationships/image" Target="../media/image179.png"/><Relationship Id="rId120" Type="http://schemas.openxmlformats.org/officeDocument/2006/relationships/customXml" Target="../ink/ink326.xml"/><Relationship Id="rId358" Type="http://schemas.openxmlformats.org/officeDocument/2006/relationships/customXml" Target="../ink/ink445.xml"/><Relationship Id="rId162" Type="http://schemas.openxmlformats.org/officeDocument/2006/relationships/customXml" Target="../ink/ink347.xml"/><Relationship Id="rId218" Type="http://schemas.openxmlformats.org/officeDocument/2006/relationships/customXml" Target="../ink/ink375.xml"/><Relationship Id="rId271" Type="http://schemas.openxmlformats.org/officeDocument/2006/relationships/image" Target="../media/image266.png"/><Relationship Id="rId24" Type="http://schemas.openxmlformats.org/officeDocument/2006/relationships/customXml" Target="../ink/ink278.xml"/><Relationship Id="rId66" Type="http://schemas.openxmlformats.org/officeDocument/2006/relationships/customXml" Target="../ink/ink299.xml"/><Relationship Id="rId131" Type="http://schemas.openxmlformats.org/officeDocument/2006/relationships/image" Target="../media/image196.png"/><Relationship Id="rId327" Type="http://schemas.openxmlformats.org/officeDocument/2006/relationships/image" Target="../media/image294.png"/><Relationship Id="rId369" Type="http://schemas.openxmlformats.org/officeDocument/2006/relationships/image" Target="../media/image315.png"/><Relationship Id="rId173" Type="http://schemas.openxmlformats.org/officeDocument/2006/relationships/image" Target="../media/image217.png"/><Relationship Id="rId229" Type="http://schemas.openxmlformats.org/officeDocument/2006/relationships/image" Target="../media/image245.png"/><Relationship Id="rId240" Type="http://schemas.openxmlformats.org/officeDocument/2006/relationships/customXml" Target="../ink/ink386.xml"/><Relationship Id="rId35" Type="http://schemas.openxmlformats.org/officeDocument/2006/relationships/image" Target="../media/image1480.png"/><Relationship Id="rId77" Type="http://schemas.openxmlformats.org/officeDocument/2006/relationships/image" Target="../media/image169.png"/><Relationship Id="rId100" Type="http://schemas.openxmlformats.org/officeDocument/2006/relationships/customXml" Target="../ink/ink316.xml"/><Relationship Id="rId282" Type="http://schemas.openxmlformats.org/officeDocument/2006/relationships/customXml" Target="../ink/ink407.xml"/><Relationship Id="rId338" Type="http://schemas.openxmlformats.org/officeDocument/2006/relationships/customXml" Target="../ink/ink435.xml"/><Relationship Id="rId8" Type="http://schemas.openxmlformats.org/officeDocument/2006/relationships/customXml" Target="../ink/ink270.xml"/><Relationship Id="rId142" Type="http://schemas.openxmlformats.org/officeDocument/2006/relationships/customXml" Target="../ink/ink337.xml"/><Relationship Id="rId184" Type="http://schemas.openxmlformats.org/officeDocument/2006/relationships/customXml" Target="../ink/ink358.xml"/><Relationship Id="rId251" Type="http://schemas.openxmlformats.org/officeDocument/2006/relationships/image" Target="../media/image256.png"/><Relationship Id="rId46" Type="http://schemas.openxmlformats.org/officeDocument/2006/relationships/customXml" Target="../ink/ink289.xml"/><Relationship Id="rId293" Type="http://schemas.openxmlformats.org/officeDocument/2006/relationships/image" Target="../media/image277.png"/><Relationship Id="rId307" Type="http://schemas.openxmlformats.org/officeDocument/2006/relationships/image" Target="../media/image284.png"/><Relationship Id="rId349" Type="http://schemas.openxmlformats.org/officeDocument/2006/relationships/image" Target="../media/image305.png"/><Relationship Id="rId88" Type="http://schemas.openxmlformats.org/officeDocument/2006/relationships/customXml" Target="../ink/ink310.xml"/><Relationship Id="rId111" Type="http://schemas.openxmlformats.org/officeDocument/2006/relationships/image" Target="../media/image186.png"/><Relationship Id="rId153" Type="http://schemas.openxmlformats.org/officeDocument/2006/relationships/image" Target="../media/image207.png"/><Relationship Id="rId195" Type="http://schemas.openxmlformats.org/officeDocument/2006/relationships/image" Target="../media/image228.png"/><Relationship Id="rId209" Type="http://schemas.openxmlformats.org/officeDocument/2006/relationships/image" Target="../media/image235.png"/><Relationship Id="rId360" Type="http://schemas.openxmlformats.org/officeDocument/2006/relationships/customXml" Target="../ink/ink446.xml"/><Relationship Id="rId220" Type="http://schemas.openxmlformats.org/officeDocument/2006/relationships/customXml" Target="../ink/ink37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3.png"/><Relationship Id="rId21" Type="http://schemas.openxmlformats.org/officeDocument/2006/relationships/image" Target="../media/image509.png"/><Relationship Id="rId63" Type="http://schemas.openxmlformats.org/officeDocument/2006/relationships/image" Target="../media/image336.png"/><Relationship Id="rId159" Type="http://schemas.openxmlformats.org/officeDocument/2006/relationships/image" Target="../media/image384.png"/><Relationship Id="rId170" Type="http://schemas.openxmlformats.org/officeDocument/2006/relationships/customXml" Target="../ink/ink536.xml"/><Relationship Id="rId226" Type="http://schemas.openxmlformats.org/officeDocument/2006/relationships/customXml" Target="../ink/ink564.xml"/><Relationship Id="rId268" Type="http://schemas.openxmlformats.org/officeDocument/2006/relationships/customXml" Target="../ink/ink585.xml"/><Relationship Id="rId32" Type="http://schemas.openxmlformats.org/officeDocument/2006/relationships/customXml" Target="../ink/ink467.xml"/><Relationship Id="rId74" Type="http://schemas.openxmlformats.org/officeDocument/2006/relationships/customXml" Target="../ink/ink488.xml"/><Relationship Id="rId128" Type="http://schemas.openxmlformats.org/officeDocument/2006/relationships/customXml" Target="../ink/ink515.xml"/><Relationship Id="rId5" Type="http://schemas.openxmlformats.org/officeDocument/2006/relationships/image" Target="../media/image501.png"/><Relationship Id="rId181" Type="http://schemas.openxmlformats.org/officeDocument/2006/relationships/image" Target="../media/image395.png"/><Relationship Id="rId237" Type="http://schemas.openxmlformats.org/officeDocument/2006/relationships/image" Target="../media/image423.png"/><Relationship Id="rId279" Type="http://schemas.openxmlformats.org/officeDocument/2006/relationships/image" Target="../media/image444.png"/><Relationship Id="rId43" Type="http://schemas.openxmlformats.org/officeDocument/2006/relationships/image" Target="../media/image326.png"/><Relationship Id="rId139" Type="http://schemas.openxmlformats.org/officeDocument/2006/relationships/image" Target="../media/image374.png"/><Relationship Id="rId290" Type="http://schemas.openxmlformats.org/officeDocument/2006/relationships/customXml" Target="../ink/ink596.xml"/><Relationship Id="rId85" Type="http://schemas.openxmlformats.org/officeDocument/2006/relationships/image" Target="../media/image347.png"/><Relationship Id="rId150" Type="http://schemas.openxmlformats.org/officeDocument/2006/relationships/customXml" Target="../ink/ink526.xml"/><Relationship Id="rId192" Type="http://schemas.openxmlformats.org/officeDocument/2006/relationships/customXml" Target="../ink/ink547.xml"/><Relationship Id="rId206" Type="http://schemas.openxmlformats.org/officeDocument/2006/relationships/customXml" Target="../ink/ink554.xml"/><Relationship Id="rId248" Type="http://schemas.openxmlformats.org/officeDocument/2006/relationships/customXml" Target="../ink/ink575.xml"/><Relationship Id="rId12" Type="http://schemas.openxmlformats.org/officeDocument/2006/relationships/customXml" Target="../ink/ink457.xml"/><Relationship Id="rId33" Type="http://schemas.openxmlformats.org/officeDocument/2006/relationships/image" Target="../media/image321.png"/><Relationship Id="rId108" Type="http://schemas.openxmlformats.org/officeDocument/2006/relationships/customXml" Target="../ink/ink505.xml"/><Relationship Id="rId129" Type="http://schemas.openxmlformats.org/officeDocument/2006/relationships/image" Target="../media/image369.png"/><Relationship Id="rId280" Type="http://schemas.openxmlformats.org/officeDocument/2006/relationships/customXml" Target="../ink/ink591.xml"/><Relationship Id="rId54" Type="http://schemas.openxmlformats.org/officeDocument/2006/relationships/customXml" Target="../ink/ink478.xml"/><Relationship Id="rId75" Type="http://schemas.openxmlformats.org/officeDocument/2006/relationships/image" Target="../media/image342.png"/><Relationship Id="rId96" Type="http://schemas.openxmlformats.org/officeDocument/2006/relationships/customXml" Target="../ink/ink499.xml"/><Relationship Id="rId140" Type="http://schemas.openxmlformats.org/officeDocument/2006/relationships/customXml" Target="../ink/ink521.xml"/><Relationship Id="rId161" Type="http://schemas.openxmlformats.org/officeDocument/2006/relationships/image" Target="../media/image385.png"/><Relationship Id="rId182" Type="http://schemas.openxmlformats.org/officeDocument/2006/relationships/customXml" Target="../ink/ink542.xml"/><Relationship Id="rId217" Type="http://schemas.openxmlformats.org/officeDocument/2006/relationships/image" Target="../media/image413.png"/><Relationship Id="rId6" Type="http://schemas.openxmlformats.org/officeDocument/2006/relationships/customXml" Target="../ink/ink454.xml"/><Relationship Id="rId238" Type="http://schemas.openxmlformats.org/officeDocument/2006/relationships/customXml" Target="../ink/ink570.xml"/><Relationship Id="rId259" Type="http://schemas.openxmlformats.org/officeDocument/2006/relationships/image" Target="../media/image434.png"/><Relationship Id="rId23" Type="http://schemas.openxmlformats.org/officeDocument/2006/relationships/image" Target="../media/image510.png"/><Relationship Id="rId119" Type="http://schemas.openxmlformats.org/officeDocument/2006/relationships/image" Target="../media/image364.png"/><Relationship Id="rId270" Type="http://schemas.openxmlformats.org/officeDocument/2006/relationships/customXml" Target="../ink/ink586.xml"/><Relationship Id="rId291" Type="http://schemas.openxmlformats.org/officeDocument/2006/relationships/image" Target="../media/image315.png"/><Relationship Id="rId44" Type="http://schemas.openxmlformats.org/officeDocument/2006/relationships/customXml" Target="../ink/ink473.xml"/><Relationship Id="rId65" Type="http://schemas.openxmlformats.org/officeDocument/2006/relationships/image" Target="../media/image337.png"/><Relationship Id="rId86" Type="http://schemas.openxmlformats.org/officeDocument/2006/relationships/customXml" Target="../ink/ink494.xml"/><Relationship Id="rId130" Type="http://schemas.openxmlformats.org/officeDocument/2006/relationships/customXml" Target="../ink/ink516.xml"/><Relationship Id="rId151" Type="http://schemas.openxmlformats.org/officeDocument/2006/relationships/image" Target="../media/image380.png"/><Relationship Id="rId172" Type="http://schemas.openxmlformats.org/officeDocument/2006/relationships/customXml" Target="../ink/ink537.xml"/><Relationship Id="rId193" Type="http://schemas.openxmlformats.org/officeDocument/2006/relationships/image" Target="../media/image401.png"/><Relationship Id="rId207" Type="http://schemas.openxmlformats.org/officeDocument/2006/relationships/image" Target="../media/image408.png"/><Relationship Id="rId228" Type="http://schemas.openxmlformats.org/officeDocument/2006/relationships/customXml" Target="../ink/ink565.xml"/><Relationship Id="rId249" Type="http://schemas.openxmlformats.org/officeDocument/2006/relationships/image" Target="../media/image429.png"/><Relationship Id="rId13" Type="http://schemas.openxmlformats.org/officeDocument/2006/relationships/image" Target="../media/image505.png"/><Relationship Id="rId109" Type="http://schemas.openxmlformats.org/officeDocument/2006/relationships/image" Target="../media/image359.png"/><Relationship Id="rId260" Type="http://schemas.openxmlformats.org/officeDocument/2006/relationships/customXml" Target="../ink/ink581.xml"/><Relationship Id="rId281" Type="http://schemas.openxmlformats.org/officeDocument/2006/relationships/image" Target="../media/image445.png"/><Relationship Id="rId34" Type="http://schemas.openxmlformats.org/officeDocument/2006/relationships/customXml" Target="../ink/ink468.xml"/><Relationship Id="rId55" Type="http://schemas.openxmlformats.org/officeDocument/2006/relationships/image" Target="../media/image332.png"/><Relationship Id="rId76" Type="http://schemas.openxmlformats.org/officeDocument/2006/relationships/customXml" Target="../ink/ink489.xml"/><Relationship Id="rId97" Type="http://schemas.openxmlformats.org/officeDocument/2006/relationships/image" Target="../media/image353.png"/><Relationship Id="rId120" Type="http://schemas.openxmlformats.org/officeDocument/2006/relationships/customXml" Target="../ink/ink511.xml"/><Relationship Id="rId141" Type="http://schemas.openxmlformats.org/officeDocument/2006/relationships/image" Target="../media/image375.png"/><Relationship Id="rId7" Type="http://schemas.openxmlformats.org/officeDocument/2006/relationships/image" Target="../media/image502.png"/><Relationship Id="rId162" Type="http://schemas.openxmlformats.org/officeDocument/2006/relationships/customXml" Target="../ink/ink532.xml"/><Relationship Id="rId183" Type="http://schemas.openxmlformats.org/officeDocument/2006/relationships/image" Target="../media/image396.png"/><Relationship Id="rId218" Type="http://schemas.openxmlformats.org/officeDocument/2006/relationships/customXml" Target="../ink/ink560.xml"/><Relationship Id="rId239" Type="http://schemas.openxmlformats.org/officeDocument/2006/relationships/image" Target="../media/image424.png"/><Relationship Id="rId250" Type="http://schemas.openxmlformats.org/officeDocument/2006/relationships/customXml" Target="../ink/ink576.xml"/><Relationship Id="rId271" Type="http://schemas.openxmlformats.org/officeDocument/2006/relationships/image" Target="../media/image440.png"/><Relationship Id="rId292" Type="http://schemas.openxmlformats.org/officeDocument/2006/relationships/customXml" Target="../ink/ink597.xml"/><Relationship Id="rId24" Type="http://schemas.openxmlformats.org/officeDocument/2006/relationships/customXml" Target="../ink/ink463.xml"/><Relationship Id="rId45" Type="http://schemas.openxmlformats.org/officeDocument/2006/relationships/image" Target="../media/image327.png"/><Relationship Id="rId66" Type="http://schemas.openxmlformats.org/officeDocument/2006/relationships/customXml" Target="../ink/ink484.xml"/><Relationship Id="rId87" Type="http://schemas.openxmlformats.org/officeDocument/2006/relationships/image" Target="../media/image348.png"/><Relationship Id="rId110" Type="http://schemas.openxmlformats.org/officeDocument/2006/relationships/customXml" Target="../ink/ink506.xml"/><Relationship Id="rId131" Type="http://schemas.openxmlformats.org/officeDocument/2006/relationships/image" Target="../media/image370.png"/><Relationship Id="rId152" Type="http://schemas.openxmlformats.org/officeDocument/2006/relationships/customXml" Target="../ink/ink527.xml"/><Relationship Id="rId173" Type="http://schemas.openxmlformats.org/officeDocument/2006/relationships/image" Target="../media/image391.png"/><Relationship Id="rId194" Type="http://schemas.openxmlformats.org/officeDocument/2006/relationships/customXml" Target="../ink/ink548.xml"/><Relationship Id="rId208" Type="http://schemas.openxmlformats.org/officeDocument/2006/relationships/customXml" Target="../ink/ink555.xml"/><Relationship Id="rId229" Type="http://schemas.openxmlformats.org/officeDocument/2006/relationships/image" Target="../media/image419.png"/><Relationship Id="rId240" Type="http://schemas.openxmlformats.org/officeDocument/2006/relationships/customXml" Target="../ink/ink571.xml"/><Relationship Id="rId261" Type="http://schemas.openxmlformats.org/officeDocument/2006/relationships/image" Target="../media/image435.png"/><Relationship Id="rId14" Type="http://schemas.openxmlformats.org/officeDocument/2006/relationships/customXml" Target="../ink/ink458.xml"/><Relationship Id="rId35" Type="http://schemas.openxmlformats.org/officeDocument/2006/relationships/image" Target="../media/image322.png"/><Relationship Id="rId56" Type="http://schemas.openxmlformats.org/officeDocument/2006/relationships/customXml" Target="../ink/ink479.xml"/><Relationship Id="rId77" Type="http://schemas.openxmlformats.org/officeDocument/2006/relationships/image" Target="../media/image343.png"/><Relationship Id="rId100" Type="http://schemas.openxmlformats.org/officeDocument/2006/relationships/customXml" Target="../ink/ink501.xml"/><Relationship Id="rId282" Type="http://schemas.openxmlformats.org/officeDocument/2006/relationships/customXml" Target="../ink/ink592.xml"/><Relationship Id="rId8" Type="http://schemas.openxmlformats.org/officeDocument/2006/relationships/customXml" Target="../ink/ink455.xml"/><Relationship Id="rId98" Type="http://schemas.openxmlformats.org/officeDocument/2006/relationships/customXml" Target="../ink/ink500.xml"/><Relationship Id="rId121" Type="http://schemas.openxmlformats.org/officeDocument/2006/relationships/image" Target="../media/image365.png"/><Relationship Id="rId142" Type="http://schemas.openxmlformats.org/officeDocument/2006/relationships/customXml" Target="../ink/ink522.xml"/><Relationship Id="rId163" Type="http://schemas.openxmlformats.org/officeDocument/2006/relationships/image" Target="../media/image386.png"/><Relationship Id="rId184" Type="http://schemas.openxmlformats.org/officeDocument/2006/relationships/customXml" Target="../ink/ink543.xml"/><Relationship Id="rId219" Type="http://schemas.openxmlformats.org/officeDocument/2006/relationships/image" Target="../media/image414.png"/><Relationship Id="rId230" Type="http://schemas.openxmlformats.org/officeDocument/2006/relationships/customXml" Target="../ink/ink566.xml"/><Relationship Id="rId251" Type="http://schemas.openxmlformats.org/officeDocument/2006/relationships/image" Target="../media/image430.png"/><Relationship Id="rId25" Type="http://schemas.openxmlformats.org/officeDocument/2006/relationships/image" Target="../media/image317.png"/><Relationship Id="rId46" Type="http://schemas.openxmlformats.org/officeDocument/2006/relationships/customXml" Target="../ink/ink474.xml"/><Relationship Id="rId67" Type="http://schemas.openxmlformats.org/officeDocument/2006/relationships/image" Target="../media/image338.png"/><Relationship Id="rId272" Type="http://schemas.openxmlformats.org/officeDocument/2006/relationships/customXml" Target="../ink/ink587.xml"/><Relationship Id="rId293" Type="http://schemas.openxmlformats.org/officeDocument/2006/relationships/image" Target="../media/image450.png"/><Relationship Id="rId88" Type="http://schemas.openxmlformats.org/officeDocument/2006/relationships/customXml" Target="../ink/ink495.xml"/><Relationship Id="rId111" Type="http://schemas.openxmlformats.org/officeDocument/2006/relationships/image" Target="../media/image360.png"/><Relationship Id="rId132" Type="http://schemas.openxmlformats.org/officeDocument/2006/relationships/customXml" Target="../ink/ink517.xml"/><Relationship Id="rId153" Type="http://schemas.openxmlformats.org/officeDocument/2006/relationships/image" Target="../media/image381.png"/><Relationship Id="rId174" Type="http://schemas.openxmlformats.org/officeDocument/2006/relationships/customXml" Target="../ink/ink538.xml"/><Relationship Id="rId195" Type="http://schemas.openxmlformats.org/officeDocument/2006/relationships/image" Target="../media/image402.png"/><Relationship Id="rId209" Type="http://schemas.openxmlformats.org/officeDocument/2006/relationships/image" Target="../media/image409.png"/><Relationship Id="rId220" Type="http://schemas.openxmlformats.org/officeDocument/2006/relationships/customXml" Target="../ink/ink561.xml"/><Relationship Id="rId241" Type="http://schemas.openxmlformats.org/officeDocument/2006/relationships/image" Target="../media/image425.png"/><Relationship Id="rId15" Type="http://schemas.openxmlformats.org/officeDocument/2006/relationships/image" Target="../media/image506.png"/><Relationship Id="rId36" Type="http://schemas.openxmlformats.org/officeDocument/2006/relationships/customXml" Target="../ink/ink469.xml"/><Relationship Id="rId57" Type="http://schemas.openxmlformats.org/officeDocument/2006/relationships/image" Target="../media/image333.png"/><Relationship Id="rId262" Type="http://schemas.openxmlformats.org/officeDocument/2006/relationships/customXml" Target="../ink/ink582.xml"/><Relationship Id="rId283" Type="http://schemas.openxmlformats.org/officeDocument/2006/relationships/image" Target="../media/image446.png"/><Relationship Id="rId78" Type="http://schemas.openxmlformats.org/officeDocument/2006/relationships/customXml" Target="../ink/ink490.xml"/><Relationship Id="rId99" Type="http://schemas.openxmlformats.org/officeDocument/2006/relationships/image" Target="../media/image354.png"/><Relationship Id="rId101" Type="http://schemas.openxmlformats.org/officeDocument/2006/relationships/image" Target="../media/image355.png"/><Relationship Id="rId122" Type="http://schemas.openxmlformats.org/officeDocument/2006/relationships/customXml" Target="../ink/ink512.xml"/><Relationship Id="rId143" Type="http://schemas.openxmlformats.org/officeDocument/2006/relationships/image" Target="../media/image376.png"/><Relationship Id="rId164" Type="http://schemas.openxmlformats.org/officeDocument/2006/relationships/customXml" Target="../ink/ink533.xml"/><Relationship Id="rId185" Type="http://schemas.openxmlformats.org/officeDocument/2006/relationships/image" Target="../media/image397.png"/><Relationship Id="rId9" Type="http://schemas.openxmlformats.org/officeDocument/2006/relationships/image" Target="../media/image503.png"/><Relationship Id="rId210" Type="http://schemas.openxmlformats.org/officeDocument/2006/relationships/customXml" Target="../ink/ink556.xml"/><Relationship Id="rId26" Type="http://schemas.openxmlformats.org/officeDocument/2006/relationships/customXml" Target="../ink/ink464.xml"/><Relationship Id="rId231" Type="http://schemas.openxmlformats.org/officeDocument/2006/relationships/image" Target="../media/image420.png"/><Relationship Id="rId252" Type="http://schemas.openxmlformats.org/officeDocument/2006/relationships/customXml" Target="../ink/ink577.xml"/><Relationship Id="rId273" Type="http://schemas.openxmlformats.org/officeDocument/2006/relationships/image" Target="../media/image441.png"/><Relationship Id="rId47" Type="http://schemas.openxmlformats.org/officeDocument/2006/relationships/image" Target="../media/image328.png"/><Relationship Id="rId68" Type="http://schemas.openxmlformats.org/officeDocument/2006/relationships/customXml" Target="../ink/ink485.xml"/><Relationship Id="rId89" Type="http://schemas.openxmlformats.org/officeDocument/2006/relationships/image" Target="../media/image349.png"/><Relationship Id="rId112" Type="http://schemas.openxmlformats.org/officeDocument/2006/relationships/customXml" Target="../ink/ink507.xml"/><Relationship Id="rId133" Type="http://schemas.openxmlformats.org/officeDocument/2006/relationships/image" Target="../media/image371.png"/><Relationship Id="rId154" Type="http://schemas.openxmlformats.org/officeDocument/2006/relationships/customXml" Target="../ink/ink528.xml"/><Relationship Id="rId175" Type="http://schemas.openxmlformats.org/officeDocument/2006/relationships/image" Target="../media/image392.png"/><Relationship Id="rId196" Type="http://schemas.openxmlformats.org/officeDocument/2006/relationships/customXml" Target="../ink/ink549.xml"/><Relationship Id="rId200" Type="http://schemas.openxmlformats.org/officeDocument/2006/relationships/customXml" Target="../ink/ink551.xml"/><Relationship Id="rId16" Type="http://schemas.openxmlformats.org/officeDocument/2006/relationships/customXml" Target="../ink/ink459.xml"/><Relationship Id="rId221" Type="http://schemas.openxmlformats.org/officeDocument/2006/relationships/image" Target="../media/image415.png"/><Relationship Id="rId242" Type="http://schemas.openxmlformats.org/officeDocument/2006/relationships/customXml" Target="../ink/ink572.xml"/><Relationship Id="rId263" Type="http://schemas.openxmlformats.org/officeDocument/2006/relationships/image" Target="../media/image436.png"/><Relationship Id="rId284" Type="http://schemas.openxmlformats.org/officeDocument/2006/relationships/customXml" Target="../ink/ink593.xml"/><Relationship Id="rId37" Type="http://schemas.openxmlformats.org/officeDocument/2006/relationships/image" Target="../media/image323.png"/><Relationship Id="rId58" Type="http://schemas.openxmlformats.org/officeDocument/2006/relationships/customXml" Target="../ink/ink480.xml"/><Relationship Id="rId79" Type="http://schemas.openxmlformats.org/officeDocument/2006/relationships/image" Target="../media/image344.png"/><Relationship Id="rId102" Type="http://schemas.openxmlformats.org/officeDocument/2006/relationships/customXml" Target="../ink/ink502.xml"/><Relationship Id="rId123" Type="http://schemas.openxmlformats.org/officeDocument/2006/relationships/image" Target="../media/image366.png"/><Relationship Id="rId144" Type="http://schemas.openxmlformats.org/officeDocument/2006/relationships/customXml" Target="../ink/ink523.xml"/><Relationship Id="rId90" Type="http://schemas.openxmlformats.org/officeDocument/2006/relationships/customXml" Target="../ink/ink496.xml"/><Relationship Id="rId165" Type="http://schemas.openxmlformats.org/officeDocument/2006/relationships/image" Target="../media/image387.png"/><Relationship Id="rId186" Type="http://schemas.openxmlformats.org/officeDocument/2006/relationships/customXml" Target="../ink/ink544.xml"/><Relationship Id="rId211" Type="http://schemas.openxmlformats.org/officeDocument/2006/relationships/image" Target="../media/image410.png"/><Relationship Id="rId232" Type="http://schemas.openxmlformats.org/officeDocument/2006/relationships/customXml" Target="../ink/ink567.xml"/><Relationship Id="rId253" Type="http://schemas.openxmlformats.org/officeDocument/2006/relationships/image" Target="../media/image431.png"/><Relationship Id="rId274" Type="http://schemas.openxmlformats.org/officeDocument/2006/relationships/customXml" Target="../ink/ink588.xml"/><Relationship Id="rId27" Type="http://schemas.openxmlformats.org/officeDocument/2006/relationships/image" Target="../media/image318.png"/><Relationship Id="rId48" Type="http://schemas.openxmlformats.org/officeDocument/2006/relationships/customXml" Target="../ink/ink475.xml"/><Relationship Id="rId69" Type="http://schemas.openxmlformats.org/officeDocument/2006/relationships/image" Target="../media/image339.png"/><Relationship Id="rId113" Type="http://schemas.openxmlformats.org/officeDocument/2006/relationships/image" Target="../media/image361.png"/><Relationship Id="rId134" Type="http://schemas.openxmlformats.org/officeDocument/2006/relationships/customXml" Target="../ink/ink518.xml"/><Relationship Id="rId80" Type="http://schemas.openxmlformats.org/officeDocument/2006/relationships/customXml" Target="../ink/ink491.xml"/><Relationship Id="rId155" Type="http://schemas.openxmlformats.org/officeDocument/2006/relationships/image" Target="../media/image382.png"/><Relationship Id="rId176" Type="http://schemas.openxmlformats.org/officeDocument/2006/relationships/customXml" Target="../ink/ink539.xml"/><Relationship Id="rId197" Type="http://schemas.openxmlformats.org/officeDocument/2006/relationships/image" Target="../media/image403.png"/><Relationship Id="rId201" Type="http://schemas.openxmlformats.org/officeDocument/2006/relationships/image" Target="../media/image405.png"/><Relationship Id="rId222" Type="http://schemas.openxmlformats.org/officeDocument/2006/relationships/customXml" Target="../ink/ink562.xml"/><Relationship Id="rId243" Type="http://schemas.openxmlformats.org/officeDocument/2006/relationships/image" Target="../media/image426.png"/><Relationship Id="rId264" Type="http://schemas.openxmlformats.org/officeDocument/2006/relationships/customXml" Target="../ink/ink583.xml"/><Relationship Id="rId285" Type="http://schemas.openxmlformats.org/officeDocument/2006/relationships/image" Target="../media/image447.png"/><Relationship Id="rId17" Type="http://schemas.openxmlformats.org/officeDocument/2006/relationships/image" Target="../media/image507.png"/><Relationship Id="rId38" Type="http://schemas.openxmlformats.org/officeDocument/2006/relationships/customXml" Target="../ink/ink470.xml"/><Relationship Id="rId59" Type="http://schemas.openxmlformats.org/officeDocument/2006/relationships/image" Target="../media/image334.png"/><Relationship Id="rId103" Type="http://schemas.openxmlformats.org/officeDocument/2006/relationships/image" Target="../media/image356.png"/><Relationship Id="rId124" Type="http://schemas.openxmlformats.org/officeDocument/2006/relationships/customXml" Target="../ink/ink513.xml"/><Relationship Id="rId70" Type="http://schemas.openxmlformats.org/officeDocument/2006/relationships/customXml" Target="../ink/ink486.xml"/><Relationship Id="rId91" Type="http://schemas.openxmlformats.org/officeDocument/2006/relationships/image" Target="../media/image350.png"/><Relationship Id="rId145" Type="http://schemas.openxmlformats.org/officeDocument/2006/relationships/image" Target="../media/image377.png"/><Relationship Id="rId166" Type="http://schemas.openxmlformats.org/officeDocument/2006/relationships/customXml" Target="../ink/ink534.xml"/><Relationship Id="rId187" Type="http://schemas.openxmlformats.org/officeDocument/2006/relationships/image" Target="../media/image39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557.xml"/><Relationship Id="rId233" Type="http://schemas.openxmlformats.org/officeDocument/2006/relationships/image" Target="../media/image421.png"/><Relationship Id="rId254" Type="http://schemas.openxmlformats.org/officeDocument/2006/relationships/customXml" Target="../ink/ink578.xml"/><Relationship Id="rId28" Type="http://schemas.openxmlformats.org/officeDocument/2006/relationships/customXml" Target="../ink/ink465.xml"/><Relationship Id="rId49" Type="http://schemas.openxmlformats.org/officeDocument/2006/relationships/image" Target="../media/image329.png"/><Relationship Id="rId114" Type="http://schemas.openxmlformats.org/officeDocument/2006/relationships/customXml" Target="../ink/ink508.xml"/><Relationship Id="rId275" Type="http://schemas.openxmlformats.org/officeDocument/2006/relationships/image" Target="../media/image442.png"/><Relationship Id="rId60" Type="http://schemas.openxmlformats.org/officeDocument/2006/relationships/customXml" Target="../ink/ink481.xml"/><Relationship Id="rId81" Type="http://schemas.openxmlformats.org/officeDocument/2006/relationships/image" Target="../media/image345.png"/><Relationship Id="rId135" Type="http://schemas.openxmlformats.org/officeDocument/2006/relationships/image" Target="../media/image372.png"/><Relationship Id="rId156" Type="http://schemas.openxmlformats.org/officeDocument/2006/relationships/customXml" Target="../ink/ink529.xml"/><Relationship Id="rId177" Type="http://schemas.openxmlformats.org/officeDocument/2006/relationships/image" Target="../media/image393.png"/><Relationship Id="rId198" Type="http://schemas.openxmlformats.org/officeDocument/2006/relationships/customXml" Target="../ink/ink550.xml"/><Relationship Id="rId202" Type="http://schemas.openxmlformats.org/officeDocument/2006/relationships/customXml" Target="../ink/ink552.xml"/><Relationship Id="rId223" Type="http://schemas.openxmlformats.org/officeDocument/2006/relationships/image" Target="../media/image416.png"/><Relationship Id="rId244" Type="http://schemas.openxmlformats.org/officeDocument/2006/relationships/customXml" Target="../ink/ink573.xml"/><Relationship Id="rId18" Type="http://schemas.openxmlformats.org/officeDocument/2006/relationships/customXml" Target="../ink/ink460.xml"/><Relationship Id="rId39" Type="http://schemas.openxmlformats.org/officeDocument/2006/relationships/image" Target="../media/image324.png"/><Relationship Id="rId265" Type="http://schemas.openxmlformats.org/officeDocument/2006/relationships/image" Target="../media/image437.png"/><Relationship Id="rId286" Type="http://schemas.openxmlformats.org/officeDocument/2006/relationships/customXml" Target="../ink/ink594.xml"/><Relationship Id="rId50" Type="http://schemas.openxmlformats.org/officeDocument/2006/relationships/customXml" Target="../ink/ink476.xml"/><Relationship Id="rId104" Type="http://schemas.openxmlformats.org/officeDocument/2006/relationships/customXml" Target="../ink/ink503.xml"/><Relationship Id="rId125" Type="http://schemas.openxmlformats.org/officeDocument/2006/relationships/image" Target="../media/image367.png"/><Relationship Id="rId146" Type="http://schemas.openxmlformats.org/officeDocument/2006/relationships/customXml" Target="../ink/ink524.xml"/><Relationship Id="rId167" Type="http://schemas.openxmlformats.org/officeDocument/2006/relationships/image" Target="../media/image388.png"/><Relationship Id="rId188" Type="http://schemas.openxmlformats.org/officeDocument/2006/relationships/customXml" Target="../ink/ink545.xml"/><Relationship Id="rId71" Type="http://schemas.openxmlformats.org/officeDocument/2006/relationships/image" Target="../media/image340.png"/><Relationship Id="rId92" Type="http://schemas.openxmlformats.org/officeDocument/2006/relationships/customXml" Target="../ink/ink497.xml"/><Relationship Id="rId213" Type="http://schemas.openxmlformats.org/officeDocument/2006/relationships/image" Target="../media/image411.png"/><Relationship Id="rId234" Type="http://schemas.openxmlformats.org/officeDocument/2006/relationships/customXml" Target="../ink/ink568.xml"/><Relationship Id="rId2" Type="http://schemas.openxmlformats.org/officeDocument/2006/relationships/customXml" Target="../ink/ink452.xml"/><Relationship Id="rId29" Type="http://schemas.openxmlformats.org/officeDocument/2006/relationships/image" Target="../media/image319.png"/><Relationship Id="rId255" Type="http://schemas.openxmlformats.org/officeDocument/2006/relationships/image" Target="../media/image432.png"/><Relationship Id="rId276" Type="http://schemas.openxmlformats.org/officeDocument/2006/relationships/customXml" Target="../ink/ink589.xml"/><Relationship Id="rId40" Type="http://schemas.openxmlformats.org/officeDocument/2006/relationships/customXml" Target="../ink/ink471.xml"/><Relationship Id="rId115" Type="http://schemas.openxmlformats.org/officeDocument/2006/relationships/image" Target="../media/image362.png"/><Relationship Id="rId136" Type="http://schemas.openxmlformats.org/officeDocument/2006/relationships/customXml" Target="../ink/ink519.xml"/><Relationship Id="rId157" Type="http://schemas.openxmlformats.org/officeDocument/2006/relationships/image" Target="../media/image383.png"/><Relationship Id="rId178" Type="http://schemas.openxmlformats.org/officeDocument/2006/relationships/customXml" Target="../ink/ink540.xml"/><Relationship Id="rId61" Type="http://schemas.openxmlformats.org/officeDocument/2006/relationships/image" Target="../media/image335.png"/><Relationship Id="rId82" Type="http://schemas.openxmlformats.org/officeDocument/2006/relationships/customXml" Target="../ink/ink492.xml"/><Relationship Id="rId199" Type="http://schemas.openxmlformats.org/officeDocument/2006/relationships/image" Target="../media/image404.png"/><Relationship Id="rId203" Type="http://schemas.openxmlformats.org/officeDocument/2006/relationships/image" Target="../media/image406.png"/><Relationship Id="rId19" Type="http://schemas.openxmlformats.org/officeDocument/2006/relationships/image" Target="../media/image508.png"/><Relationship Id="rId224" Type="http://schemas.openxmlformats.org/officeDocument/2006/relationships/customXml" Target="../ink/ink563.xml"/><Relationship Id="rId245" Type="http://schemas.openxmlformats.org/officeDocument/2006/relationships/image" Target="../media/image427.png"/><Relationship Id="rId266" Type="http://schemas.openxmlformats.org/officeDocument/2006/relationships/customXml" Target="../ink/ink584.xml"/><Relationship Id="rId287" Type="http://schemas.openxmlformats.org/officeDocument/2006/relationships/image" Target="../media/image448.png"/><Relationship Id="rId30" Type="http://schemas.openxmlformats.org/officeDocument/2006/relationships/customXml" Target="../ink/ink466.xml"/><Relationship Id="rId105" Type="http://schemas.openxmlformats.org/officeDocument/2006/relationships/image" Target="../media/image357.png"/><Relationship Id="rId126" Type="http://schemas.openxmlformats.org/officeDocument/2006/relationships/customXml" Target="../ink/ink514.xml"/><Relationship Id="rId147" Type="http://schemas.openxmlformats.org/officeDocument/2006/relationships/image" Target="../media/image378.png"/><Relationship Id="rId168" Type="http://schemas.openxmlformats.org/officeDocument/2006/relationships/customXml" Target="../ink/ink535.xml"/><Relationship Id="rId51" Type="http://schemas.openxmlformats.org/officeDocument/2006/relationships/image" Target="../media/image330.png"/><Relationship Id="rId72" Type="http://schemas.openxmlformats.org/officeDocument/2006/relationships/customXml" Target="../ink/ink487.xml"/><Relationship Id="rId93" Type="http://schemas.openxmlformats.org/officeDocument/2006/relationships/image" Target="../media/image351.png"/><Relationship Id="rId189" Type="http://schemas.openxmlformats.org/officeDocument/2006/relationships/image" Target="../media/image399.png"/><Relationship Id="rId3" Type="http://schemas.openxmlformats.org/officeDocument/2006/relationships/image" Target="../media/image500.png"/><Relationship Id="rId214" Type="http://schemas.openxmlformats.org/officeDocument/2006/relationships/customXml" Target="../ink/ink558.xml"/><Relationship Id="rId235" Type="http://schemas.openxmlformats.org/officeDocument/2006/relationships/image" Target="../media/image422.png"/><Relationship Id="rId256" Type="http://schemas.openxmlformats.org/officeDocument/2006/relationships/customXml" Target="../ink/ink579.xml"/><Relationship Id="rId277" Type="http://schemas.openxmlformats.org/officeDocument/2006/relationships/image" Target="../media/image443.png"/><Relationship Id="rId116" Type="http://schemas.openxmlformats.org/officeDocument/2006/relationships/customXml" Target="../ink/ink509.xml"/><Relationship Id="rId137" Type="http://schemas.openxmlformats.org/officeDocument/2006/relationships/image" Target="../media/image373.png"/><Relationship Id="rId158" Type="http://schemas.openxmlformats.org/officeDocument/2006/relationships/customXml" Target="../ink/ink530.xml"/><Relationship Id="rId20" Type="http://schemas.openxmlformats.org/officeDocument/2006/relationships/customXml" Target="../ink/ink461.xml"/><Relationship Id="rId41" Type="http://schemas.openxmlformats.org/officeDocument/2006/relationships/image" Target="../media/image325.png"/><Relationship Id="rId62" Type="http://schemas.openxmlformats.org/officeDocument/2006/relationships/customXml" Target="../ink/ink482.xml"/><Relationship Id="rId83" Type="http://schemas.openxmlformats.org/officeDocument/2006/relationships/image" Target="../media/image346.png"/><Relationship Id="rId179" Type="http://schemas.openxmlformats.org/officeDocument/2006/relationships/image" Target="../media/image394.png"/><Relationship Id="rId190" Type="http://schemas.openxmlformats.org/officeDocument/2006/relationships/customXml" Target="../ink/ink546.xml"/><Relationship Id="rId204" Type="http://schemas.openxmlformats.org/officeDocument/2006/relationships/customXml" Target="../ink/ink553.xml"/><Relationship Id="rId225" Type="http://schemas.openxmlformats.org/officeDocument/2006/relationships/image" Target="../media/image417.png"/><Relationship Id="rId246" Type="http://schemas.openxmlformats.org/officeDocument/2006/relationships/customXml" Target="../ink/ink574.xml"/><Relationship Id="rId267" Type="http://schemas.openxmlformats.org/officeDocument/2006/relationships/image" Target="../media/image438.png"/><Relationship Id="rId288" Type="http://schemas.openxmlformats.org/officeDocument/2006/relationships/customXml" Target="../ink/ink595.xml"/><Relationship Id="rId106" Type="http://schemas.openxmlformats.org/officeDocument/2006/relationships/customXml" Target="../ink/ink504.xml"/><Relationship Id="rId127" Type="http://schemas.openxmlformats.org/officeDocument/2006/relationships/image" Target="../media/image368.png"/><Relationship Id="rId10" Type="http://schemas.openxmlformats.org/officeDocument/2006/relationships/customXml" Target="../ink/ink456.xml"/><Relationship Id="rId31" Type="http://schemas.openxmlformats.org/officeDocument/2006/relationships/image" Target="../media/image320.png"/><Relationship Id="rId52" Type="http://schemas.openxmlformats.org/officeDocument/2006/relationships/customXml" Target="../ink/ink477.xml"/><Relationship Id="rId73" Type="http://schemas.openxmlformats.org/officeDocument/2006/relationships/image" Target="../media/image341.png"/><Relationship Id="rId94" Type="http://schemas.openxmlformats.org/officeDocument/2006/relationships/customXml" Target="../ink/ink498.xml"/><Relationship Id="rId148" Type="http://schemas.openxmlformats.org/officeDocument/2006/relationships/customXml" Target="../ink/ink525.xml"/><Relationship Id="rId169" Type="http://schemas.openxmlformats.org/officeDocument/2006/relationships/image" Target="../media/image389.png"/><Relationship Id="rId4" Type="http://schemas.openxmlformats.org/officeDocument/2006/relationships/customXml" Target="../ink/ink453.xml"/><Relationship Id="rId180" Type="http://schemas.openxmlformats.org/officeDocument/2006/relationships/customXml" Target="../ink/ink541.xml"/><Relationship Id="rId215" Type="http://schemas.openxmlformats.org/officeDocument/2006/relationships/image" Target="../media/image412.png"/><Relationship Id="rId236" Type="http://schemas.openxmlformats.org/officeDocument/2006/relationships/customXml" Target="../ink/ink569.xml"/><Relationship Id="rId257" Type="http://schemas.openxmlformats.org/officeDocument/2006/relationships/image" Target="../media/image433.png"/><Relationship Id="rId278" Type="http://schemas.openxmlformats.org/officeDocument/2006/relationships/customXml" Target="../ink/ink590.xml"/><Relationship Id="rId42" Type="http://schemas.openxmlformats.org/officeDocument/2006/relationships/customXml" Target="../ink/ink472.xml"/><Relationship Id="rId84" Type="http://schemas.openxmlformats.org/officeDocument/2006/relationships/customXml" Target="../ink/ink493.xml"/><Relationship Id="rId138" Type="http://schemas.openxmlformats.org/officeDocument/2006/relationships/customXml" Target="../ink/ink520.xml"/><Relationship Id="rId191" Type="http://schemas.openxmlformats.org/officeDocument/2006/relationships/image" Target="../media/image400.png"/><Relationship Id="rId205" Type="http://schemas.openxmlformats.org/officeDocument/2006/relationships/image" Target="../media/image407.png"/><Relationship Id="rId247" Type="http://schemas.openxmlformats.org/officeDocument/2006/relationships/image" Target="../media/image428.png"/><Relationship Id="rId107" Type="http://schemas.openxmlformats.org/officeDocument/2006/relationships/image" Target="../media/image358.png"/><Relationship Id="rId289" Type="http://schemas.openxmlformats.org/officeDocument/2006/relationships/image" Target="../media/image449.png"/><Relationship Id="rId11" Type="http://schemas.openxmlformats.org/officeDocument/2006/relationships/image" Target="../media/image504.png"/><Relationship Id="rId53" Type="http://schemas.openxmlformats.org/officeDocument/2006/relationships/image" Target="../media/image331.png"/><Relationship Id="rId149" Type="http://schemas.openxmlformats.org/officeDocument/2006/relationships/image" Target="../media/image379.png"/><Relationship Id="rId95" Type="http://schemas.openxmlformats.org/officeDocument/2006/relationships/image" Target="../media/image352.png"/><Relationship Id="rId160" Type="http://schemas.openxmlformats.org/officeDocument/2006/relationships/customXml" Target="../ink/ink531.xml"/><Relationship Id="rId216" Type="http://schemas.openxmlformats.org/officeDocument/2006/relationships/customXml" Target="../ink/ink559.xml"/><Relationship Id="rId258" Type="http://schemas.openxmlformats.org/officeDocument/2006/relationships/customXml" Target="../ink/ink580.xml"/><Relationship Id="rId22" Type="http://schemas.openxmlformats.org/officeDocument/2006/relationships/customXml" Target="../ink/ink462.xml"/><Relationship Id="rId64" Type="http://schemas.openxmlformats.org/officeDocument/2006/relationships/customXml" Target="../ink/ink483.xml"/><Relationship Id="rId118" Type="http://schemas.openxmlformats.org/officeDocument/2006/relationships/customXml" Target="../ink/ink510.xml"/><Relationship Id="rId171" Type="http://schemas.openxmlformats.org/officeDocument/2006/relationships/image" Target="../media/image390.png"/><Relationship Id="rId227" Type="http://schemas.openxmlformats.org/officeDocument/2006/relationships/image" Target="../media/image418.png"/><Relationship Id="rId269" Type="http://schemas.openxmlformats.org/officeDocument/2006/relationships/image" Target="../media/image439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620.png"/><Relationship Id="rId299" Type="http://schemas.openxmlformats.org/officeDocument/2006/relationships/image" Target="../media/image453.png"/><Relationship Id="rId21" Type="http://schemas.openxmlformats.org/officeDocument/2006/relationships/image" Target="../media/image3140.png"/><Relationship Id="rId63" Type="http://schemas.openxmlformats.org/officeDocument/2006/relationships/image" Target="../media/image3350.png"/><Relationship Id="rId159" Type="http://schemas.openxmlformats.org/officeDocument/2006/relationships/image" Target="../media/image3830.png"/><Relationship Id="rId324" Type="http://schemas.openxmlformats.org/officeDocument/2006/relationships/customXml" Target="../ink/ink759.xml"/><Relationship Id="rId366" Type="http://schemas.openxmlformats.org/officeDocument/2006/relationships/image" Target="../media/image486.png"/><Relationship Id="rId170" Type="http://schemas.openxmlformats.org/officeDocument/2006/relationships/customXml" Target="../ink/ink682.xml"/><Relationship Id="rId226" Type="http://schemas.openxmlformats.org/officeDocument/2006/relationships/customXml" Target="../ink/ink710.xml"/><Relationship Id="rId433" Type="http://schemas.openxmlformats.org/officeDocument/2006/relationships/image" Target="../media/image530.png"/><Relationship Id="rId268" Type="http://schemas.openxmlformats.org/officeDocument/2006/relationships/customXml" Target="../ink/ink731.xml"/><Relationship Id="rId32" Type="http://schemas.openxmlformats.org/officeDocument/2006/relationships/customXml" Target="../ink/ink613.xml"/><Relationship Id="rId74" Type="http://schemas.openxmlformats.org/officeDocument/2006/relationships/customXml" Target="../ink/ink634.xml"/><Relationship Id="rId128" Type="http://schemas.openxmlformats.org/officeDocument/2006/relationships/customXml" Target="../ink/ink661.xml"/><Relationship Id="rId335" Type="http://schemas.openxmlformats.org/officeDocument/2006/relationships/image" Target="../media/image471.png"/><Relationship Id="rId377" Type="http://schemas.openxmlformats.org/officeDocument/2006/relationships/customXml" Target="../ink/ink786.xml"/><Relationship Id="rId5" Type="http://schemas.openxmlformats.org/officeDocument/2006/relationships/image" Target="../media/image3060.png"/><Relationship Id="rId181" Type="http://schemas.openxmlformats.org/officeDocument/2006/relationships/image" Target="../media/image3940.png"/><Relationship Id="rId237" Type="http://schemas.openxmlformats.org/officeDocument/2006/relationships/image" Target="../media/image4220.png"/><Relationship Id="rId402" Type="http://schemas.openxmlformats.org/officeDocument/2006/relationships/customXml" Target="../ink/ink799.xml"/><Relationship Id="rId279" Type="http://schemas.openxmlformats.org/officeDocument/2006/relationships/image" Target="../media/image4430.png"/><Relationship Id="rId444" Type="http://schemas.openxmlformats.org/officeDocument/2006/relationships/customXml" Target="../ink/ink820.xml"/><Relationship Id="rId43" Type="http://schemas.openxmlformats.org/officeDocument/2006/relationships/image" Target="../media/image3250.png"/><Relationship Id="rId139" Type="http://schemas.openxmlformats.org/officeDocument/2006/relationships/image" Target="../media/image3730.png"/><Relationship Id="rId290" Type="http://schemas.openxmlformats.org/officeDocument/2006/relationships/customXml" Target="../ink/ink742.xml"/><Relationship Id="rId304" Type="http://schemas.openxmlformats.org/officeDocument/2006/relationships/customXml" Target="../ink/ink749.xml"/><Relationship Id="rId346" Type="http://schemas.openxmlformats.org/officeDocument/2006/relationships/customXml" Target="../ink/ink770.xml"/><Relationship Id="rId388" Type="http://schemas.openxmlformats.org/officeDocument/2006/relationships/image" Target="../media/image497.png"/><Relationship Id="rId85" Type="http://schemas.openxmlformats.org/officeDocument/2006/relationships/image" Target="../media/image3460.png"/><Relationship Id="rId150" Type="http://schemas.openxmlformats.org/officeDocument/2006/relationships/customXml" Target="../ink/ink672.xml"/><Relationship Id="rId192" Type="http://schemas.openxmlformats.org/officeDocument/2006/relationships/customXml" Target="../ink/ink693.xml"/><Relationship Id="rId206" Type="http://schemas.openxmlformats.org/officeDocument/2006/relationships/customXml" Target="../ink/ink700.xml"/><Relationship Id="rId413" Type="http://schemas.openxmlformats.org/officeDocument/2006/relationships/image" Target="../media/image520.png"/><Relationship Id="rId248" Type="http://schemas.openxmlformats.org/officeDocument/2006/relationships/customXml" Target="../ink/ink721.xml"/><Relationship Id="rId12" Type="http://schemas.openxmlformats.org/officeDocument/2006/relationships/customXml" Target="../ink/ink603.xml"/><Relationship Id="rId108" Type="http://schemas.openxmlformats.org/officeDocument/2006/relationships/customXml" Target="../ink/ink651.xml"/><Relationship Id="rId315" Type="http://schemas.openxmlformats.org/officeDocument/2006/relationships/image" Target="../media/image461.png"/><Relationship Id="rId357" Type="http://schemas.openxmlformats.org/officeDocument/2006/relationships/customXml" Target="../ink/ink776.xml"/><Relationship Id="rId54" Type="http://schemas.openxmlformats.org/officeDocument/2006/relationships/customXml" Target="../ink/ink624.xml"/><Relationship Id="rId96" Type="http://schemas.openxmlformats.org/officeDocument/2006/relationships/customXml" Target="../ink/ink645.xml"/><Relationship Id="rId161" Type="http://schemas.openxmlformats.org/officeDocument/2006/relationships/image" Target="../media/image3840.png"/><Relationship Id="rId217" Type="http://schemas.openxmlformats.org/officeDocument/2006/relationships/image" Target="../media/image4120.png"/><Relationship Id="rId399" Type="http://schemas.openxmlformats.org/officeDocument/2006/relationships/image" Target="../media/image513.png"/><Relationship Id="rId259" Type="http://schemas.openxmlformats.org/officeDocument/2006/relationships/image" Target="../media/image4330.png"/><Relationship Id="rId424" Type="http://schemas.openxmlformats.org/officeDocument/2006/relationships/customXml" Target="../ink/ink810.xml"/><Relationship Id="rId23" Type="http://schemas.openxmlformats.org/officeDocument/2006/relationships/image" Target="../media/image3150.png"/><Relationship Id="rId119" Type="http://schemas.openxmlformats.org/officeDocument/2006/relationships/image" Target="../media/image3630.png"/><Relationship Id="rId270" Type="http://schemas.openxmlformats.org/officeDocument/2006/relationships/customXml" Target="../ink/ink732.xml"/><Relationship Id="rId326" Type="http://schemas.openxmlformats.org/officeDocument/2006/relationships/customXml" Target="../ink/ink760.xml"/><Relationship Id="rId65" Type="http://schemas.openxmlformats.org/officeDocument/2006/relationships/image" Target="../media/image3360.png"/><Relationship Id="rId130" Type="http://schemas.openxmlformats.org/officeDocument/2006/relationships/customXml" Target="../ink/ink662.xml"/><Relationship Id="rId368" Type="http://schemas.openxmlformats.org/officeDocument/2006/relationships/image" Target="../media/image487.png"/><Relationship Id="rId172" Type="http://schemas.openxmlformats.org/officeDocument/2006/relationships/customXml" Target="../ink/ink683.xml"/><Relationship Id="rId228" Type="http://schemas.openxmlformats.org/officeDocument/2006/relationships/customXml" Target="../ink/ink711.xml"/><Relationship Id="rId435" Type="http://schemas.openxmlformats.org/officeDocument/2006/relationships/image" Target="../media/image531.png"/><Relationship Id="rId281" Type="http://schemas.openxmlformats.org/officeDocument/2006/relationships/image" Target="../media/image4440.png"/><Relationship Id="rId337" Type="http://schemas.openxmlformats.org/officeDocument/2006/relationships/image" Target="../media/image472.png"/><Relationship Id="rId34" Type="http://schemas.openxmlformats.org/officeDocument/2006/relationships/customXml" Target="../ink/ink614.xml"/><Relationship Id="rId76" Type="http://schemas.openxmlformats.org/officeDocument/2006/relationships/customXml" Target="../ink/ink635.xml"/><Relationship Id="rId141" Type="http://schemas.openxmlformats.org/officeDocument/2006/relationships/image" Target="../media/image3740.png"/><Relationship Id="rId379" Type="http://schemas.openxmlformats.org/officeDocument/2006/relationships/customXml" Target="../ink/ink787.xml"/><Relationship Id="rId7" Type="http://schemas.openxmlformats.org/officeDocument/2006/relationships/image" Target="../media/image3070.png"/><Relationship Id="rId183" Type="http://schemas.openxmlformats.org/officeDocument/2006/relationships/image" Target="../media/image3950.png"/><Relationship Id="rId239" Type="http://schemas.openxmlformats.org/officeDocument/2006/relationships/image" Target="../media/image4230.png"/><Relationship Id="rId390" Type="http://schemas.openxmlformats.org/officeDocument/2006/relationships/image" Target="../media/image498.png"/><Relationship Id="rId404" Type="http://schemas.openxmlformats.org/officeDocument/2006/relationships/customXml" Target="../ink/ink800.xml"/><Relationship Id="rId446" Type="http://schemas.openxmlformats.org/officeDocument/2006/relationships/customXml" Target="../ink/ink821.xml"/><Relationship Id="rId250" Type="http://schemas.openxmlformats.org/officeDocument/2006/relationships/customXml" Target="../ink/ink722.xml"/><Relationship Id="rId292" Type="http://schemas.openxmlformats.org/officeDocument/2006/relationships/customXml" Target="../ink/ink743.xml"/><Relationship Id="rId306" Type="http://schemas.openxmlformats.org/officeDocument/2006/relationships/customXml" Target="../ink/ink750.xml"/><Relationship Id="rId45" Type="http://schemas.openxmlformats.org/officeDocument/2006/relationships/image" Target="../media/image3260.png"/><Relationship Id="rId87" Type="http://schemas.openxmlformats.org/officeDocument/2006/relationships/image" Target="../media/image3470.png"/><Relationship Id="rId110" Type="http://schemas.openxmlformats.org/officeDocument/2006/relationships/customXml" Target="../ink/ink652.xml"/><Relationship Id="rId348" Type="http://schemas.openxmlformats.org/officeDocument/2006/relationships/customXml" Target="../ink/ink771.xml"/><Relationship Id="rId152" Type="http://schemas.openxmlformats.org/officeDocument/2006/relationships/customXml" Target="../ink/ink673.xml"/><Relationship Id="rId194" Type="http://schemas.openxmlformats.org/officeDocument/2006/relationships/customXml" Target="../ink/ink694.xml"/><Relationship Id="rId208" Type="http://schemas.openxmlformats.org/officeDocument/2006/relationships/customXml" Target="../ink/ink701.xml"/><Relationship Id="rId415" Type="http://schemas.openxmlformats.org/officeDocument/2006/relationships/image" Target="../media/image521.png"/><Relationship Id="rId261" Type="http://schemas.openxmlformats.org/officeDocument/2006/relationships/image" Target="../media/image4340.png"/><Relationship Id="rId14" Type="http://schemas.openxmlformats.org/officeDocument/2006/relationships/customXml" Target="../ink/ink604.xml"/><Relationship Id="rId56" Type="http://schemas.openxmlformats.org/officeDocument/2006/relationships/customXml" Target="../ink/ink625.xml"/><Relationship Id="rId317" Type="http://schemas.openxmlformats.org/officeDocument/2006/relationships/image" Target="../media/image462.png"/><Relationship Id="rId359" Type="http://schemas.openxmlformats.org/officeDocument/2006/relationships/customXml" Target="../ink/ink777.xml"/><Relationship Id="rId98" Type="http://schemas.openxmlformats.org/officeDocument/2006/relationships/customXml" Target="../ink/ink646.xml"/><Relationship Id="rId121" Type="http://schemas.openxmlformats.org/officeDocument/2006/relationships/image" Target="../media/image3640.png"/><Relationship Id="rId163" Type="http://schemas.openxmlformats.org/officeDocument/2006/relationships/image" Target="../media/image3850.png"/><Relationship Id="rId219" Type="http://schemas.openxmlformats.org/officeDocument/2006/relationships/image" Target="../media/image4130.png"/><Relationship Id="rId370" Type="http://schemas.openxmlformats.org/officeDocument/2006/relationships/image" Target="../media/image488.png"/><Relationship Id="rId426" Type="http://schemas.openxmlformats.org/officeDocument/2006/relationships/customXml" Target="../ink/ink811.xml"/><Relationship Id="rId230" Type="http://schemas.openxmlformats.org/officeDocument/2006/relationships/customXml" Target="../ink/ink712.xml"/><Relationship Id="rId25" Type="http://schemas.openxmlformats.org/officeDocument/2006/relationships/image" Target="../media/image3160.png"/><Relationship Id="rId67" Type="http://schemas.openxmlformats.org/officeDocument/2006/relationships/image" Target="../media/image3370.png"/><Relationship Id="rId272" Type="http://schemas.openxmlformats.org/officeDocument/2006/relationships/customXml" Target="../ink/ink733.xml"/><Relationship Id="rId328" Type="http://schemas.openxmlformats.org/officeDocument/2006/relationships/customXml" Target="../ink/ink761.xml"/><Relationship Id="rId132" Type="http://schemas.openxmlformats.org/officeDocument/2006/relationships/customXml" Target="../ink/ink663.xml"/><Relationship Id="rId174" Type="http://schemas.openxmlformats.org/officeDocument/2006/relationships/customXml" Target="../ink/ink684.xml"/><Relationship Id="rId381" Type="http://schemas.openxmlformats.org/officeDocument/2006/relationships/customXml" Target="../ink/ink788.xml"/><Relationship Id="rId241" Type="http://schemas.openxmlformats.org/officeDocument/2006/relationships/image" Target="../media/image4240.png"/><Relationship Id="rId437" Type="http://schemas.openxmlformats.org/officeDocument/2006/relationships/image" Target="../media/image532.png"/><Relationship Id="rId36" Type="http://schemas.openxmlformats.org/officeDocument/2006/relationships/customXml" Target="../ink/ink615.xml"/><Relationship Id="rId283" Type="http://schemas.openxmlformats.org/officeDocument/2006/relationships/image" Target="../media/image4450.png"/><Relationship Id="rId339" Type="http://schemas.openxmlformats.org/officeDocument/2006/relationships/image" Target="../media/image473.png"/><Relationship Id="rId78" Type="http://schemas.openxmlformats.org/officeDocument/2006/relationships/customXml" Target="../ink/ink636.xml"/><Relationship Id="rId101" Type="http://schemas.openxmlformats.org/officeDocument/2006/relationships/image" Target="../media/image3540.png"/><Relationship Id="rId143" Type="http://schemas.openxmlformats.org/officeDocument/2006/relationships/image" Target="../media/image3750.png"/><Relationship Id="rId185" Type="http://schemas.openxmlformats.org/officeDocument/2006/relationships/image" Target="../media/image3960.png"/><Relationship Id="rId350" Type="http://schemas.openxmlformats.org/officeDocument/2006/relationships/customXml" Target="../ink/ink772.xml"/><Relationship Id="rId406" Type="http://schemas.openxmlformats.org/officeDocument/2006/relationships/customXml" Target="../ink/ink801.xml"/><Relationship Id="rId9" Type="http://schemas.openxmlformats.org/officeDocument/2006/relationships/image" Target="../media/image3080.png"/><Relationship Id="rId210" Type="http://schemas.openxmlformats.org/officeDocument/2006/relationships/customXml" Target="../ink/ink702.xml"/><Relationship Id="rId392" Type="http://schemas.openxmlformats.org/officeDocument/2006/relationships/image" Target="../media/image499.png"/><Relationship Id="rId448" Type="http://schemas.openxmlformats.org/officeDocument/2006/relationships/customXml" Target="../ink/ink822.xml"/><Relationship Id="rId252" Type="http://schemas.openxmlformats.org/officeDocument/2006/relationships/customXml" Target="../ink/ink723.xml"/><Relationship Id="rId294" Type="http://schemas.openxmlformats.org/officeDocument/2006/relationships/customXml" Target="../ink/ink744.xml"/><Relationship Id="rId308" Type="http://schemas.openxmlformats.org/officeDocument/2006/relationships/customXml" Target="../ink/ink751.xml"/><Relationship Id="rId47" Type="http://schemas.openxmlformats.org/officeDocument/2006/relationships/image" Target="../media/image3270.png"/><Relationship Id="rId89" Type="http://schemas.openxmlformats.org/officeDocument/2006/relationships/image" Target="../media/image3480.png"/><Relationship Id="rId112" Type="http://schemas.openxmlformats.org/officeDocument/2006/relationships/customXml" Target="../ink/ink653.xml"/><Relationship Id="rId154" Type="http://schemas.openxmlformats.org/officeDocument/2006/relationships/customXml" Target="../ink/ink674.xml"/><Relationship Id="rId361" Type="http://schemas.openxmlformats.org/officeDocument/2006/relationships/customXml" Target="../ink/ink778.xml"/><Relationship Id="rId196" Type="http://schemas.openxmlformats.org/officeDocument/2006/relationships/customXml" Target="../ink/ink695.xml"/><Relationship Id="rId417" Type="http://schemas.openxmlformats.org/officeDocument/2006/relationships/image" Target="../media/image522.png"/><Relationship Id="rId16" Type="http://schemas.openxmlformats.org/officeDocument/2006/relationships/customXml" Target="../ink/ink605.xml"/><Relationship Id="rId221" Type="http://schemas.openxmlformats.org/officeDocument/2006/relationships/image" Target="../media/image4140.png"/><Relationship Id="rId263" Type="http://schemas.openxmlformats.org/officeDocument/2006/relationships/image" Target="../media/image4350.png"/><Relationship Id="rId319" Type="http://schemas.openxmlformats.org/officeDocument/2006/relationships/image" Target="../media/image463.png"/><Relationship Id="rId58" Type="http://schemas.openxmlformats.org/officeDocument/2006/relationships/customXml" Target="../ink/ink626.xml"/><Relationship Id="rId123" Type="http://schemas.openxmlformats.org/officeDocument/2006/relationships/image" Target="../media/image3650.png"/><Relationship Id="rId330" Type="http://schemas.openxmlformats.org/officeDocument/2006/relationships/customXml" Target="../ink/ink762.xml"/><Relationship Id="rId165" Type="http://schemas.openxmlformats.org/officeDocument/2006/relationships/image" Target="../media/image3860.png"/><Relationship Id="rId372" Type="http://schemas.openxmlformats.org/officeDocument/2006/relationships/image" Target="../media/image489.png"/><Relationship Id="rId428" Type="http://schemas.openxmlformats.org/officeDocument/2006/relationships/customXml" Target="../ink/ink812.xml"/><Relationship Id="rId232" Type="http://schemas.openxmlformats.org/officeDocument/2006/relationships/customXml" Target="../ink/ink713.xml"/><Relationship Id="rId274" Type="http://schemas.openxmlformats.org/officeDocument/2006/relationships/customXml" Target="../ink/ink734.xml"/><Relationship Id="rId27" Type="http://schemas.openxmlformats.org/officeDocument/2006/relationships/image" Target="../media/image3170.png"/><Relationship Id="rId69" Type="http://schemas.openxmlformats.org/officeDocument/2006/relationships/image" Target="../media/image3380.png"/><Relationship Id="rId134" Type="http://schemas.openxmlformats.org/officeDocument/2006/relationships/customXml" Target="../ink/ink664.xml"/><Relationship Id="rId80" Type="http://schemas.openxmlformats.org/officeDocument/2006/relationships/customXml" Target="../ink/ink637.xml"/><Relationship Id="rId176" Type="http://schemas.openxmlformats.org/officeDocument/2006/relationships/customXml" Target="../ink/ink685.xml"/><Relationship Id="rId341" Type="http://schemas.openxmlformats.org/officeDocument/2006/relationships/image" Target="../media/image474.png"/><Relationship Id="rId383" Type="http://schemas.openxmlformats.org/officeDocument/2006/relationships/customXml" Target="../ink/ink789.xml"/><Relationship Id="rId439" Type="http://schemas.openxmlformats.org/officeDocument/2006/relationships/image" Target="../media/image533.png"/><Relationship Id="rId201" Type="http://schemas.openxmlformats.org/officeDocument/2006/relationships/image" Target="../media/image4040.png"/><Relationship Id="rId243" Type="http://schemas.openxmlformats.org/officeDocument/2006/relationships/image" Target="../media/image4250.png"/><Relationship Id="rId285" Type="http://schemas.openxmlformats.org/officeDocument/2006/relationships/image" Target="../media/image4460.png"/><Relationship Id="rId450" Type="http://schemas.openxmlformats.org/officeDocument/2006/relationships/customXml" Target="../ink/ink823.xml"/><Relationship Id="rId38" Type="http://schemas.openxmlformats.org/officeDocument/2006/relationships/customXml" Target="../ink/ink616.xml"/><Relationship Id="rId103" Type="http://schemas.openxmlformats.org/officeDocument/2006/relationships/image" Target="../media/image3550.png"/><Relationship Id="rId310" Type="http://schemas.openxmlformats.org/officeDocument/2006/relationships/customXml" Target="../ink/ink752.xml"/><Relationship Id="rId91" Type="http://schemas.openxmlformats.org/officeDocument/2006/relationships/image" Target="../media/image3490.png"/><Relationship Id="rId145" Type="http://schemas.openxmlformats.org/officeDocument/2006/relationships/image" Target="../media/image3760.png"/><Relationship Id="rId187" Type="http://schemas.openxmlformats.org/officeDocument/2006/relationships/image" Target="../media/image3970.png"/><Relationship Id="rId352" Type="http://schemas.openxmlformats.org/officeDocument/2006/relationships/customXml" Target="../ink/ink773.xml"/><Relationship Id="rId394" Type="http://schemas.openxmlformats.org/officeDocument/2006/relationships/customXml" Target="../ink/ink795.xml"/><Relationship Id="rId408" Type="http://schemas.openxmlformats.org/officeDocument/2006/relationships/customXml" Target="../ink/ink802.xml"/><Relationship Id="rId212" Type="http://schemas.openxmlformats.org/officeDocument/2006/relationships/customXml" Target="../ink/ink703.xml"/><Relationship Id="rId254" Type="http://schemas.openxmlformats.org/officeDocument/2006/relationships/customXml" Target="../ink/ink724.xml"/><Relationship Id="rId49" Type="http://schemas.openxmlformats.org/officeDocument/2006/relationships/image" Target="../media/image3280.png"/><Relationship Id="rId114" Type="http://schemas.openxmlformats.org/officeDocument/2006/relationships/customXml" Target="../ink/ink654.xml"/><Relationship Id="rId296" Type="http://schemas.openxmlformats.org/officeDocument/2006/relationships/customXml" Target="../ink/ink745.xml"/><Relationship Id="rId60" Type="http://schemas.openxmlformats.org/officeDocument/2006/relationships/customXml" Target="../ink/ink627.xml"/><Relationship Id="rId156" Type="http://schemas.openxmlformats.org/officeDocument/2006/relationships/customXml" Target="../ink/ink675.xml"/><Relationship Id="rId198" Type="http://schemas.openxmlformats.org/officeDocument/2006/relationships/customXml" Target="../ink/ink696.xml"/><Relationship Id="rId321" Type="http://schemas.openxmlformats.org/officeDocument/2006/relationships/image" Target="../media/image464.png"/><Relationship Id="rId363" Type="http://schemas.openxmlformats.org/officeDocument/2006/relationships/customXml" Target="../ink/ink779.xml"/><Relationship Id="rId419" Type="http://schemas.openxmlformats.org/officeDocument/2006/relationships/image" Target="../media/image523.png"/><Relationship Id="rId223" Type="http://schemas.openxmlformats.org/officeDocument/2006/relationships/image" Target="../media/image4150.png"/><Relationship Id="rId430" Type="http://schemas.openxmlformats.org/officeDocument/2006/relationships/customXml" Target="../ink/ink813.xml"/><Relationship Id="rId18" Type="http://schemas.openxmlformats.org/officeDocument/2006/relationships/customXml" Target="../ink/ink606.xml"/><Relationship Id="rId265" Type="http://schemas.openxmlformats.org/officeDocument/2006/relationships/image" Target="../media/image4360.png"/><Relationship Id="rId125" Type="http://schemas.openxmlformats.org/officeDocument/2006/relationships/image" Target="../media/image3660.png"/><Relationship Id="rId167" Type="http://schemas.openxmlformats.org/officeDocument/2006/relationships/image" Target="../media/image3870.png"/><Relationship Id="rId332" Type="http://schemas.openxmlformats.org/officeDocument/2006/relationships/customXml" Target="../ink/ink763.xml"/><Relationship Id="rId374" Type="http://schemas.openxmlformats.org/officeDocument/2006/relationships/image" Target="../media/image490.png"/><Relationship Id="rId71" Type="http://schemas.openxmlformats.org/officeDocument/2006/relationships/image" Target="../media/image3390.png"/><Relationship Id="rId92" Type="http://schemas.openxmlformats.org/officeDocument/2006/relationships/customXml" Target="../ink/ink643.xml"/><Relationship Id="rId213" Type="http://schemas.openxmlformats.org/officeDocument/2006/relationships/image" Target="../media/image4100.png"/><Relationship Id="rId234" Type="http://schemas.openxmlformats.org/officeDocument/2006/relationships/customXml" Target="../ink/ink714.xml"/><Relationship Id="rId420" Type="http://schemas.openxmlformats.org/officeDocument/2006/relationships/customXml" Target="../ink/ink808.xml"/><Relationship Id="rId2" Type="http://schemas.openxmlformats.org/officeDocument/2006/relationships/customXml" Target="../ink/ink598.xml"/><Relationship Id="rId29" Type="http://schemas.openxmlformats.org/officeDocument/2006/relationships/image" Target="../media/image3180.png"/><Relationship Id="rId255" Type="http://schemas.openxmlformats.org/officeDocument/2006/relationships/image" Target="../media/image4310.png"/><Relationship Id="rId276" Type="http://schemas.openxmlformats.org/officeDocument/2006/relationships/customXml" Target="../ink/ink735.xml"/><Relationship Id="rId297" Type="http://schemas.openxmlformats.org/officeDocument/2006/relationships/image" Target="../media/image452.png"/><Relationship Id="rId441" Type="http://schemas.openxmlformats.org/officeDocument/2006/relationships/image" Target="../media/image534.png"/><Relationship Id="rId40" Type="http://schemas.openxmlformats.org/officeDocument/2006/relationships/customXml" Target="../ink/ink617.xml"/><Relationship Id="rId115" Type="http://schemas.openxmlformats.org/officeDocument/2006/relationships/image" Target="../media/image3610.png"/><Relationship Id="rId136" Type="http://schemas.openxmlformats.org/officeDocument/2006/relationships/customXml" Target="../ink/ink665.xml"/><Relationship Id="rId157" Type="http://schemas.openxmlformats.org/officeDocument/2006/relationships/image" Target="../media/image3820.png"/><Relationship Id="rId178" Type="http://schemas.openxmlformats.org/officeDocument/2006/relationships/customXml" Target="../ink/ink686.xml"/><Relationship Id="rId301" Type="http://schemas.openxmlformats.org/officeDocument/2006/relationships/image" Target="../media/image454.png"/><Relationship Id="rId322" Type="http://schemas.openxmlformats.org/officeDocument/2006/relationships/customXml" Target="../ink/ink758.xml"/><Relationship Id="rId343" Type="http://schemas.openxmlformats.org/officeDocument/2006/relationships/image" Target="../media/image475.png"/><Relationship Id="rId364" Type="http://schemas.openxmlformats.org/officeDocument/2006/relationships/image" Target="../media/image485.png"/><Relationship Id="rId61" Type="http://schemas.openxmlformats.org/officeDocument/2006/relationships/image" Target="../media/image3340.png"/><Relationship Id="rId82" Type="http://schemas.openxmlformats.org/officeDocument/2006/relationships/customXml" Target="../ink/ink638.xml"/><Relationship Id="rId199" Type="http://schemas.openxmlformats.org/officeDocument/2006/relationships/image" Target="../media/image4030.png"/><Relationship Id="rId203" Type="http://schemas.openxmlformats.org/officeDocument/2006/relationships/image" Target="../media/image4050.png"/><Relationship Id="rId385" Type="http://schemas.openxmlformats.org/officeDocument/2006/relationships/customXml" Target="../ink/ink790.xml"/><Relationship Id="rId19" Type="http://schemas.openxmlformats.org/officeDocument/2006/relationships/image" Target="../media/image3130.png"/><Relationship Id="rId224" Type="http://schemas.openxmlformats.org/officeDocument/2006/relationships/customXml" Target="../ink/ink709.xml"/><Relationship Id="rId245" Type="http://schemas.openxmlformats.org/officeDocument/2006/relationships/image" Target="../media/image4260.png"/><Relationship Id="rId266" Type="http://schemas.openxmlformats.org/officeDocument/2006/relationships/customXml" Target="../ink/ink730.xml"/><Relationship Id="rId287" Type="http://schemas.openxmlformats.org/officeDocument/2006/relationships/image" Target="../media/image4470.png"/><Relationship Id="rId410" Type="http://schemas.openxmlformats.org/officeDocument/2006/relationships/customXml" Target="../ink/ink803.xml"/><Relationship Id="rId431" Type="http://schemas.openxmlformats.org/officeDocument/2006/relationships/image" Target="../media/image529.png"/><Relationship Id="rId452" Type="http://schemas.openxmlformats.org/officeDocument/2006/relationships/customXml" Target="../ink/ink824.xml"/><Relationship Id="rId30" Type="http://schemas.openxmlformats.org/officeDocument/2006/relationships/customXml" Target="../ink/ink612.xml"/><Relationship Id="rId105" Type="http://schemas.openxmlformats.org/officeDocument/2006/relationships/image" Target="../media/image3560.png"/><Relationship Id="rId126" Type="http://schemas.openxmlformats.org/officeDocument/2006/relationships/customXml" Target="../ink/ink660.xml"/><Relationship Id="rId147" Type="http://schemas.openxmlformats.org/officeDocument/2006/relationships/image" Target="../media/image3770.png"/><Relationship Id="rId168" Type="http://schemas.openxmlformats.org/officeDocument/2006/relationships/customXml" Target="../ink/ink681.xml"/><Relationship Id="rId312" Type="http://schemas.openxmlformats.org/officeDocument/2006/relationships/customXml" Target="../ink/ink753.xml"/><Relationship Id="rId333" Type="http://schemas.openxmlformats.org/officeDocument/2006/relationships/image" Target="../media/image470.png"/><Relationship Id="rId354" Type="http://schemas.openxmlformats.org/officeDocument/2006/relationships/customXml" Target="../ink/ink774.xml"/><Relationship Id="rId51" Type="http://schemas.openxmlformats.org/officeDocument/2006/relationships/image" Target="../media/image3290.png"/><Relationship Id="rId72" Type="http://schemas.openxmlformats.org/officeDocument/2006/relationships/customXml" Target="../ink/ink633.xml"/><Relationship Id="rId93" Type="http://schemas.openxmlformats.org/officeDocument/2006/relationships/image" Target="../media/image3500.png"/><Relationship Id="rId189" Type="http://schemas.openxmlformats.org/officeDocument/2006/relationships/image" Target="../media/image3980.png"/><Relationship Id="rId375" Type="http://schemas.openxmlformats.org/officeDocument/2006/relationships/customXml" Target="../ink/ink785.xml"/><Relationship Id="rId396" Type="http://schemas.openxmlformats.org/officeDocument/2006/relationships/customXml" Target="../ink/ink796.xml"/><Relationship Id="rId3" Type="http://schemas.openxmlformats.org/officeDocument/2006/relationships/image" Target="../media/image3050.png"/><Relationship Id="rId214" Type="http://schemas.openxmlformats.org/officeDocument/2006/relationships/customXml" Target="../ink/ink704.xml"/><Relationship Id="rId235" Type="http://schemas.openxmlformats.org/officeDocument/2006/relationships/image" Target="../media/image4210.png"/><Relationship Id="rId256" Type="http://schemas.openxmlformats.org/officeDocument/2006/relationships/customXml" Target="../ink/ink725.xml"/><Relationship Id="rId277" Type="http://schemas.openxmlformats.org/officeDocument/2006/relationships/image" Target="../media/image4420.png"/><Relationship Id="rId298" Type="http://schemas.openxmlformats.org/officeDocument/2006/relationships/customXml" Target="../ink/ink746.xml"/><Relationship Id="rId400" Type="http://schemas.openxmlformats.org/officeDocument/2006/relationships/customXml" Target="../ink/ink798.xml"/><Relationship Id="rId421" Type="http://schemas.openxmlformats.org/officeDocument/2006/relationships/image" Target="../media/image524.png"/><Relationship Id="rId442" Type="http://schemas.openxmlformats.org/officeDocument/2006/relationships/customXml" Target="../ink/ink819.xml"/><Relationship Id="rId116" Type="http://schemas.openxmlformats.org/officeDocument/2006/relationships/customXml" Target="../ink/ink655.xml"/><Relationship Id="rId137" Type="http://schemas.openxmlformats.org/officeDocument/2006/relationships/image" Target="../media/image3720.png"/><Relationship Id="rId158" Type="http://schemas.openxmlformats.org/officeDocument/2006/relationships/customXml" Target="../ink/ink676.xml"/><Relationship Id="rId302" Type="http://schemas.openxmlformats.org/officeDocument/2006/relationships/customXml" Target="../ink/ink748.xml"/><Relationship Id="rId323" Type="http://schemas.openxmlformats.org/officeDocument/2006/relationships/image" Target="../media/image465.png"/><Relationship Id="rId344" Type="http://schemas.openxmlformats.org/officeDocument/2006/relationships/customXml" Target="../ink/ink769.xml"/><Relationship Id="rId20" Type="http://schemas.openxmlformats.org/officeDocument/2006/relationships/customXml" Target="../ink/ink607.xml"/><Relationship Id="rId41" Type="http://schemas.openxmlformats.org/officeDocument/2006/relationships/image" Target="../media/image3240.png"/><Relationship Id="rId62" Type="http://schemas.openxmlformats.org/officeDocument/2006/relationships/customXml" Target="../ink/ink628.xml"/><Relationship Id="rId83" Type="http://schemas.openxmlformats.org/officeDocument/2006/relationships/image" Target="../media/image3450.png"/><Relationship Id="rId179" Type="http://schemas.openxmlformats.org/officeDocument/2006/relationships/image" Target="../media/image3930.png"/><Relationship Id="rId365" Type="http://schemas.openxmlformats.org/officeDocument/2006/relationships/customXml" Target="../ink/ink780.xml"/><Relationship Id="rId386" Type="http://schemas.openxmlformats.org/officeDocument/2006/relationships/image" Target="../media/image496.png"/><Relationship Id="rId190" Type="http://schemas.openxmlformats.org/officeDocument/2006/relationships/customXml" Target="../ink/ink692.xml"/><Relationship Id="rId204" Type="http://schemas.openxmlformats.org/officeDocument/2006/relationships/customXml" Target="../ink/ink699.xml"/><Relationship Id="rId225" Type="http://schemas.openxmlformats.org/officeDocument/2006/relationships/image" Target="../media/image4160.png"/><Relationship Id="rId246" Type="http://schemas.openxmlformats.org/officeDocument/2006/relationships/customXml" Target="../ink/ink720.xml"/><Relationship Id="rId267" Type="http://schemas.openxmlformats.org/officeDocument/2006/relationships/image" Target="../media/image4370.png"/><Relationship Id="rId288" Type="http://schemas.openxmlformats.org/officeDocument/2006/relationships/customXml" Target="../ink/ink741.xml"/><Relationship Id="rId411" Type="http://schemas.openxmlformats.org/officeDocument/2006/relationships/image" Target="../media/image519.png"/><Relationship Id="rId432" Type="http://schemas.openxmlformats.org/officeDocument/2006/relationships/customXml" Target="../ink/ink814.xml"/><Relationship Id="rId453" Type="http://schemas.openxmlformats.org/officeDocument/2006/relationships/image" Target="../media/image540.png"/><Relationship Id="rId106" Type="http://schemas.openxmlformats.org/officeDocument/2006/relationships/customXml" Target="../ink/ink650.xml"/><Relationship Id="rId127" Type="http://schemas.openxmlformats.org/officeDocument/2006/relationships/image" Target="../media/image3670.png"/><Relationship Id="rId313" Type="http://schemas.openxmlformats.org/officeDocument/2006/relationships/image" Target="../media/image460.png"/><Relationship Id="rId10" Type="http://schemas.openxmlformats.org/officeDocument/2006/relationships/customXml" Target="../ink/ink602.xml"/><Relationship Id="rId31" Type="http://schemas.openxmlformats.org/officeDocument/2006/relationships/image" Target="../media/image3190.png"/><Relationship Id="rId52" Type="http://schemas.openxmlformats.org/officeDocument/2006/relationships/customXml" Target="../ink/ink623.xml"/><Relationship Id="rId73" Type="http://schemas.openxmlformats.org/officeDocument/2006/relationships/image" Target="../media/image3400.png"/><Relationship Id="rId94" Type="http://schemas.openxmlformats.org/officeDocument/2006/relationships/customXml" Target="../ink/ink644.xml"/><Relationship Id="rId148" Type="http://schemas.openxmlformats.org/officeDocument/2006/relationships/customXml" Target="../ink/ink671.xml"/><Relationship Id="rId169" Type="http://schemas.openxmlformats.org/officeDocument/2006/relationships/image" Target="../media/image3880.png"/><Relationship Id="rId334" Type="http://schemas.openxmlformats.org/officeDocument/2006/relationships/customXml" Target="../ink/ink764.xml"/><Relationship Id="rId355" Type="http://schemas.openxmlformats.org/officeDocument/2006/relationships/image" Target="../media/image481.png"/><Relationship Id="rId376" Type="http://schemas.openxmlformats.org/officeDocument/2006/relationships/image" Target="../media/image491.png"/><Relationship Id="rId397" Type="http://schemas.openxmlformats.org/officeDocument/2006/relationships/image" Target="../media/image512.png"/><Relationship Id="rId4" Type="http://schemas.openxmlformats.org/officeDocument/2006/relationships/customXml" Target="../ink/ink599.xml"/><Relationship Id="rId180" Type="http://schemas.openxmlformats.org/officeDocument/2006/relationships/customXml" Target="../ink/ink687.xml"/><Relationship Id="rId215" Type="http://schemas.openxmlformats.org/officeDocument/2006/relationships/image" Target="../media/image4110.png"/><Relationship Id="rId236" Type="http://schemas.openxmlformats.org/officeDocument/2006/relationships/customXml" Target="../ink/ink715.xml"/><Relationship Id="rId257" Type="http://schemas.openxmlformats.org/officeDocument/2006/relationships/image" Target="../media/image4320.png"/><Relationship Id="rId278" Type="http://schemas.openxmlformats.org/officeDocument/2006/relationships/customXml" Target="../ink/ink736.xml"/><Relationship Id="rId401" Type="http://schemas.openxmlformats.org/officeDocument/2006/relationships/image" Target="../media/image514.png"/><Relationship Id="rId422" Type="http://schemas.openxmlformats.org/officeDocument/2006/relationships/customXml" Target="../ink/ink809.xml"/><Relationship Id="rId443" Type="http://schemas.openxmlformats.org/officeDocument/2006/relationships/image" Target="../media/image535.png"/><Relationship Id="rId303" Type="http://schemas.openxmlformats.org/officeDocument/2006/relationships/image" Target="../media/image455.png"/><Relationship Id="rId42" Type="http://schemas.openxmlformats.org/officeDocument/2006/relationships/customXml" Target="../ink/ink618.xml"/><Relationship Id="rId84" Type="http://schemas.openxmlformats.org/officeDocument/2006/relationships/customXml" Target="../ink/ink639.xml"/><Relationship Id="rId138" Type="http://schemas.openxmlformats.org/officeDocument/2006/relationships/customXml" Target="../ink/ink666.xml"/><Relationship Id="rId345" Type="http://schemas.openxmlformats.org/officeDocument/2006/relationships/image" Target="../media/image476.png"/><Relationship Id="rId387" Type="http://schemas.openxmlformats.org/officeDocument/2006/relationships/customXml" Target="../ink/ink791.xml"/><Relationship Id="rId191" Type="http://schemas.openxmlformats.org/officeDocument/2006/relationships/image" Target="../media/image3990.png"/><Relationship Id="rId205" Type="http://schemas.openxmlformats.org/officeDocument/2006/relationships/image" Target="../media/image4060.png"/><Relationship Id="rId247" Type="http://schemas.openxmlformats.org/officeDocument/2006/relationships/image" Target="../media/image4270.png"/><Relationship Id="rId412" Type="http://schemas.openxmlformats.org/officeDocument/2006/relationships/customXml" Target="../ink/ink804.xml"/><Relationship Id="rId107" Type="http://schemas.openxmlformats.org/officeDocument/2006/relationships/image" Target="../media/image3570.png"/><Relationship Id="rId289" Type="http://schemas.openxmlformats.org/officeDocument/2006/relationships/image" Target="../media/image4480.png"/><Relationship Id="rId454" Type="http://schemas.openxmlformats.org/officeDocument/2006/relationships/customXml" Target="../ink/ink825.xml"/><Relationship Id="rId11" Type="http://schemas.openxmlformats.org/officeDocument/2006/relationships/image" Target="../media/image3090.png"/><Relationship Id="rId53" Type="http://schemas.openxmlformats.org/officeDocument/2006/relationships/image" Target="../media/image3300.png"/><Relationship Id="rId149" Type="http://schemas.openxmlformats.org/officeDocument/2006/relationships/image" Target="../media/image3780.png"/><Relationship Id="rId314" Type="http://schemas.openxmlformats.org/officeDocument/2006/relationships/customXml" Target="../ink/ink754.xml"/><Relationship Id="rId356" Type="http://schemas.openxmlformats.org/officeDocument/2006/relationships/customXml" Target="../ink/ink775.xml"/><Relationship Id="rId398" Type="http://schemas.openxmlformats.org/officeDocument/2006/relationships/customXml" Target="../ink/ink797.xml"/><Relationship Id="rId95" Type="http://schemas.openxmlformats.org/officeDocument/2006/relationships/image" Target="../media/image3510.png"/><Relationship Id="rId160" Type="http://schemas.openxmlformats.org/officeDocument/2006/relationships/customXml" Target="../ink/ink677.xml"/><Relationship Id="rId216" Type="http://schemas.openxmlformats.org/officeDocument/2006/relationships/customXml" Target="../ink/ink705.xml"/><Relationship Id="rId423" Type="http://schemas.openxmlformats.org/officeDocument/2006/relationships/image" Target="../media/image525.png"/><Relationship Id="rId258" Type="http://schemas.openxmlformats.org/officeDocument/2006/relationships/customXml" Target="../ink/ink726.xml"/><Relationship Id="rId22" Type="http://schemas.openxmlformats.org/officeDocument/2006/relationships/customXml" Target="../ink/ink608.xml"/><Relationship Id="rId64" Type="http://schemas.openxmlformats.org/officeDocument/2006/relationships/customXml" Target="../ink/ink629.xml"/><Relationship Id="rId118" Type="http://schemas.openxmlformats.org/officeDocument/2006/relationships/customXml" Target="../ink/ink656.xml"/><Relationship Id="rId325" Type="http://schemas.openxmlformats.org/officeDocument/2006/relationships/image" Target="../media/image466.png"/><Relationship Id="rId367" Type="http://schemas.openxmlformats.org/officeDocument/2006/relationships/customXml" Target="../ink/ink781.xml"/><Relationship Id="rId171" Type="http://schemas.openxmlformats.org/officeDocument/2006/relationships/image" Target="../media/image3890.png"/><Relationship Id="rId227" Type="http://schemas.openxmlformats.org/officeDocument/2006/relationships/image" Target="../media/image4170.png"/><Relationship Id="rId269" Type="http://schemas.openxmlformats.org/officeDocument/2006/relationships/image" Target="../media/image4380.png"/><Relationship Id="rId434" Type="http://schemas.openxmlformats.org/officeDocument/2006/relationships/customXml" Target="../ink/ink815.xml"/><Relationship Id="rId33" Type="http://schemas.openxmlformats.org/officeDocument/2006/relationships/image" Target="../media/image3200.png"/><Relationship Id="rId129" Type="http://schemas.openxmlformats.org/officeDocument/2006/relationships/image" Target="../media/image3680.png"/><Relationship Id="rId280" Type="http://schemas.openxmlformats.org/officeDocument/2006/relationships/customXml" Target="../ink/ink737.xml"/><Relationship Id="rId336" Type="http://schemas.openxmlformats.org/officeDocument/2006/relationships/customXml" Target="../ink/ink765.xml"/><Relationship Id="rId75" Type="http://schemas.openxmlformats.org/officeDocument/2006/relationships/image" Target="../media/image3410.png"/><Relationship Id="rId140" Type="http://schemas.openxmlformats.org/officeDocument/2006/relationships/customXml" Target="../ink/ink667.xml"/><Relationship Id="rId182" Type="http://schemas.openxmlformats.org/officeDocument/2006/relationships/customXml" Target="../ink/ink688.xml"/><Relationship Id="rId378" Type="http://schemas.openxmlformats.org/officeDocument/2006/relationships/image" Target="../media/image492.png"/><Relationship Id="rId403" Type="http://schemas.openxmlformats.org/officeDocument/2006/relationships/image" Target="../media/image515.png"/><Relationship Id="rId6" Type="http://schemas.openxmlformats.org/officeDocument/2006/relationships/customXml" Target="../ink/ink600.xml"/><Relationship Id="rId238" Type="http://schemas.openxmlformats.org/officeDocument/2006/relationships/customXml" Target="../ink/ink716.xml"/><Relationship Id="rId445" Type="http://schemas.openxmlformats.org/officeDocument/2006/relationships/image" Target="../media/image536.png"/><Relationship Id="rId291" Type="http://schemas.openxmlformats.org/officeDocument/2006/relationships/image" Target="../media/image4490.png"/><Relationship Id="rId305" Type="http://schemas.openxmlformats.org/officeDocument/2006/relationships/image" Target="../media/image456.png"/><Relationship Id="rId347" Type="http://schemas.openxmlformats.org/officeDocument/2006/relationships/image" Target="../media/image477.png"/><Relationship Id="rId44" Type="http://schemas.openxmlformats.org/officeDocument/2006/relationships/customXml" Target="../ink/ink619.xml"/><Relationship Id="rId86" Type="http://schemas.openxmlformats.org/officeDocument/2006/relationships/customXml" Target="../ink/ink640.xml"/><Relationship Id="rId151" Type="http://schemas.openxmlformats.org/officeDocument/2006/relationships/image" Target="../media/image3790.png"/><Relationship Id="rId389" Type="http://schemas.openxmlformats.org/officeDocument/2006/relationships/customXml" Target="../ink/ink792.xml"/><Relationship Id="rId193" Type="http://schemas.openxmlformats.org/officeDocument/2006/relationships/image" Target="../media/image4000.png"/><Relationship Id="rId207" Type="http://schemas.openxmlformats.org/officeDocument/2006/relationships/image" Target="../media/image4070.png"/><Relationship Id="rId249" Type="http://schemas.openxmlformats.org/officeDocument/2006/relationships/image" Target="../media/image4280.png"/><Relationship Id="rId414" Type="http://schemas.openxmlformats.org/officeDocument/2006/relationships/customXml" Target="../ink/ink805.xml"/><Relationship Id="rId13" Type="http://schemas.openxmlformats.org/officeDocument/2006/relationships/image" Target="../media/image3100.png"/><Relationship Id="rId109" Type="http://schemas.openxmlformats.org/officeDocument/2006/relationships/image" Target="../media/image3580.png"/><Relationship Id="rId260" Type="http://schemas.openxmlformats.org/officeDocument/2006/relationships/customXml" Target="../ink/ink727.xml"/><Relationship Id="rId316" Type="http://schemas.openxmlformats.org/officeDocument/2006/relationships/customXml" Target="../ink/ink755.xml"/><Relationship Id="rId55" Type="http://schemas.openxmlformats.org/officeDocument/2006/relationships/image" Target="../media/image3310.png"/><Relationship Id="rId97" Type="http://schemas.openxmlformats.org/officeDocument/2006/relationships/image" Target="../media/image3520.png"/><Relationship Id="rId120" Type="http://schemas.openxmlformats.org/officeDocument/2006/relationships/customXml" Target="../ink/ink657.xml"/><Relationship Id="rId358" Type="http://schemas.openxmlformats.org/officeDocument/2006/relationships/image" Target="../media/image482.png"/><Relationship Id="rId162" Type="http://schemas.openxmlformats.org/officeDocument/2006/relationships/customXml" Target="../ink/ink678.xml"/><Relationship Id="rId218" Type="http://schemas.openxmlformats.org/officeDocument/2006/relationships/customXml" Target="../ink/ink706.xml"/><Relationship Id="rId425" Type="http://schemas.openxmlformats.org/officeDocument/2006/relationships/image" Target="../media/image526.png"/><Relationship Id="rId271" Type="http://schemas.openxmlformats.org/officeDocument/2006/relationships/image" Target="../media/image4390.png"/><Relationship Id="rId24" Type="http://schemas.openxmlformats.org/officeDocument/2006/relationships/customXml" Target="../ink/ink609.xml"/><Relationship Id="rId66" Type="http://schemas.openxmlformats.org/officeDocument/2006/relationships/customXml" Target="../ink/ink630.xml"/><Relationship Id="rId131" Type="http://schemas.openxmlformats.org/officeDocument/2006/relationships/image" Target="../media/image3690.png"/><Relationship Id="rId327" Type="http://schemas.openxmlformats.org/officeDocument/2006/relationships/image" Target="../media/image467.png"/><Relationship Id="rId369" Type="http://schemas.openxmlformats.org/officeDocument/2006/relationships/customXml" Target="../ink/ink782.xml"/><Relationship Id="rId173" Type="http://schemas.openxmlformats.org/officeDocument/2006/relationships/image" Target="../media/image3900.png"/><Relationship Id="rId229" Type="http://schemas.openxmlformats.org/officeDocument/2006/relationships/image" Target="../media/image4180.png"/><Relationship Id="rId380" Type="http://schemas.openxmlformats.org/officeDocument/2006/relationships/image" Target="../media/image493.png"/><Relationship Id="rId436" Type="http://schemas.openxmlformats.org/officeDocument/2006/relationships/customXml" Target="../ink/ink816.xml"/><Relationship Id="rId240" Type="http://schemas.openxmlformats.org/officeDocument/2006/relationships/customXml" Target="../ink/ink717.xml"/><Relationship Id="rId35" Type="http://schemas.openxmlformats.org/officeDocument/2006/relationships/image" Target="../media/image3210.png"/><Relationship Id="rId77" Type="http://schemas.openxmlformats.org/officeDocument/2006/relationships/image" Target="../media/image3420.png"/><Relationship Id="rId100" Type="http://schemas.openxmlformats.org/officeDocument/2006/relationships/customXml" Target="../ink/ink647.xml"/><Relationship Id="rId282" Type="http://schemas.openxmlformats.org/officeDocument/2006/relationships/customXml" Target="../ink/ink738.xml"/><Relationship Id="rId338" Type="http://schemas.openxmlformats.org/officeDocument/2006/relationships/customXml" Target="../ink/ink766.xml"/><Relationship Id="rId8" Type="http://schemas.openxmlformats.org/officeDocument/2006/relationships/customXml" Target="../ink/ink601.xml"/><Relationship Id="rId142" Type="http://schemas.openxmlformats.org/officeDocument/2006/relationships/customXml" Target="../ink/ink668.xml"/><Relationship Id="rId184" Type="http://schemas.openxmlformats.org/officeDocument/2006/relationships/customXml" Target="../ink/ink689.xml"/><Relationship Id="rId391" Type="http://schemas.openxmlformats.org/officeDocument/2006/relationships/customXml" Target="../ink/ink793.xml"/><Relationship Id="rId405" Type="http://schemas.openxmlformats.org/officeDocument/2006/relationships/image" Target="../media/image516.png"/><Relationship Id="rId447" Type="http://schemas.openxmlformats.org/officeDocument/2006/relationships/image" Target="../media/image537.png"/><Relationship Id="rId251" Type="http://schemas.openxmlformats.org/officeDocument/2006/relationships/image" Target="../media/image4290.png"/><Relationship Id="rId46" Type="http://schemas.openxmlformats.org/officeDocument/2006/relationships/customXml" Target="../ink/ink620.xml"/><Relationship Id="rId293" Type="http://schemas.openxmlformats.org/officeDocument/2006/relationships/image" Target="../media/image4500.png"/><Relationship Id="rId307" Type="http://schemas.openxmlformats.org/officeDocument/2006/relationships/image" Target="../media/image457.png"/><Relationship Id="rId349" Type="http://schemas.openxmlformats.org/officeDocument/2006/relationships/image" Target="../media/image478.png"/><Relationship Id="rId88" Type="http://schemas.openxmlformats.org/officeDocument/2006/relationships/customXml" Target="../ink/ink641.xml"/><Relationship Id="rId111" Type="http://schemas.openxmlformats.org/officeDocument/2006/relationships/image" Target="../media/image3590.png"/><Relationship Id="rId153" Type="http://schemas.openxmlformats.org/officeDocument/2006/relationships/image" Target="../media/image3800.png"/><Relationship Id="rId195" Type="http://schemas.openxmlformats.org/officeDocument/2006/relationships/image" Target="../media/image4010.png"/><Relationship Id="rId209" Type="http://schemas.openxmlformats.org/officeDocument/2006/relationships/image" Target="../media/image4080.png"/><Relationship Id="rId360" Type="http://schemas.openxmlformats.org/officeDocument/2006/relationships/image" Target="../media/image483.png"/><Relationship Id="rId416" Type="http://schemas.openxmlformats.org/officeDocument/2006/relationships/customXml" Target="../ink/ink806.xml"/><Relationship Id="rId220" Type="http://schemas.openxmlformats.org/officeDocument/2006/relationships/customXml" Target="../ink/ink707.xml"/><Relationship Id="rId15" Type="http://schemas.openxmlformats.org/officeDocument/2006/relationships/image" Target="../media/image3110.png"/><Relationship Id="rId57" Type="http://schemas.openxmlformats.org/officeDocument/2006/relationships/image" Target="../media/image3320.png"/><Relationship Id="rId262" Type="http://schemas.openxmlformats.org/officeDocument/2006/relationships/customXml" Target="../ink/ink728.xml"/><Relationship Id="rId318" Type="http://schemas.openxmlformats.org/officeDocument/2006/relationships/customXml" Target="../ink/ink756.xml"/><Relationship Id="rId99" Type="http://schemas.openxmlformats.org/officeDocument/2006/relationships/image" Target="../media/image3530.png"/><Relationship Id="rId122" Type="http://schemas.openxmlformats.org/officeDocument/2006/relationships/customXml" Target="../ink/ink658.xml"/><Relationship Id="rId164" Type="http://schemas.openxmlformats.org/officeDocument/2006/relationships/customXml" Target="../ink/ink679.xml"/><Relationship Id="rId371" Type="http://schemas.openxmlformats.org/officeDocument/2006/relationships/customXml" Target="../ink/ink783.xml"/><Relationship Id="rId427" Type="http://schemas.openxmlformats.org/officeDocument/2006/relationships/image" Target="../media/image527.png"/><Relationship Id="rId26" Type="http://schemas.openxmlformats.org/officeDocument/2006/relationships/customXml" Target="../ink/ink610.xml"/><Relationship Id="rId231" Type="http://schemas.openxmlformats.org/officeDocument/2006/relationships/image" Target="../media/image4190.png"/><Relationship Id="rId273" Type="http://schemas.openxmlformats.org/officeDocument/2006/relationships/image" Target="../media/image4400.png"/><Relationship Id="rId329" Type="http://schemas.openxmlformats.org/officeDocument/2006/relationships/image" Target="../media/image468.png"/><Relationship Id="rId68" Type="http://schemas.openxmlformats.org/officeDocument/2006/relationships/customXml" Target="../ink/ink631.xml"/><Relationship Id="rId133" Type="http://schemas.openxmlformats.org/officeDocument/2006/relationships/image" Target="../media/image3700.png"/><Relationship Id="rId175" Type="http://schemas.openxmlformats.org/officeDocument/2006/relationships/image" Target="../media/image3910.png"/><Relationship Id="rId340" Type="http://schemas.openxmlformats.org/officeDocument/2006/relationships/customXml" Target="../ink/ink767.xml"/><Relationship Id="rId200" Type="http://schemas.openxmlformats.org/officeDocument/2006/relationships/customXml" Target="../ink/ink697.xml"/><Relationship Id="rId382" Type="http://schemas.openxmlformats.org/officeDocument/2006/relationships/image" Target="../media/image494.png"/><Relationship Id="rId438" Type="http://schemas.openxmlformats.org/officeDocument/2006/relationships/customXml" Target="../ink/ink817.xml"/><Relationship Id="rId242" Type="http://schemas.openxmlformats.org/officeDocument/2006/relationships/customXml" Target="../ink/ink718.xml"/><Relationship Id="rId284" Type="http://schemas.openxmlformats.org/officeDocument/2006/relationships/customXml" Target="../ink/ink739.xml"/><Relationship Id="rId37" Type="http://schemas.openxmlformats.org/officeDocument/2006/relationships/image" Target="../media/image3220.png"/><Relationship Id="rId79" Type="http://schemas.openxmlformats.org/officeDocument/2006/relationships/image" Target="../media/image3430.png"/><Relationship Id="rId102" Type="http://schemas.openxmlformats.org/officeDocument/2006/relationships/customXml" Target="../ink/ink648.xml"/><Relationship Id="rId144" Type="http://schemas.openxmlformats.org/officeDocument/2006/relationships/customXml" Target="../ink/ink669.xml"/><Relationship Id="rId90" Type="http://schemas.openxmlformats.org/officeDocument/2006/relationships/customXml" Target="../ink/ink642.xml"/><Relationship Id="rId186" Type="http://schemas.openxmlformats.org/officeDocument/2006/relationships/customXml" Target="../ink/ink690.xml"/><Relationship Id="rId351" Type="http://schemas.openxmlformats.org/officeDocument/2006/relationships/image" Target="../media/image479.png"/><Relationship Id="rId393" Type="http://schemas.openxmlformats.org/officeDocument/2006/relationships/customXml" Target="../ink/ink794.xml"/><Relationship Id="rId407" Type="http://schemas.openxmlformats.org/officeDocument/2006/relationships/image" Target="../media/image517.png"/><Relationship Id="rId449" Type="http://schemas.openxmlformats.org/officeDocument/2006/relationships/image" Target="../media/image538.png"/><Relationship Id="rId211" Type="http://schemas.openxmlformats.org/officeDocument/2006/relationships/image" Target="../media/image4090.png"/><Relationship Id="rId253" Type="http://schemas.openxmlformats.org/officeDocument/2006/relationships/image" Target="../media/image4300.png"/><Relationship Id="rId295" Type="http://schemas.openxmlformats.org/officeDocument/2006/relationships/image" Target="../media/image451.png"/><Relationship Id="rId309" Type="http://schemas.openxmlformats.org/officeDocument/2006/relationships/image" Target="../media/image458.png"/><Relationship Id="rId48" Type="http://schemas.openxmlformats.org/officeDocument/2006/relationships/customXml" Target="../ink/ink621.xml"/><Relationship Id="rId113" Type="http://schemas.openxmlformats.org/officeDocument/2006/relationships/image" Target="../media/image3600.png"/><Relationship Id="rId320" Type="http://schemas.openxmlformats.org/officeDocument/2006/relationships/customXml" Target="../ink/ink757.xml"/><Relationship Id="rId155" Type="http://schemas.openxmlformats.org/officeDocument/2006/relationships/image" Target="../media/image3810.png"/><Relationship Id="rId197" Type="http://schemas.openxmlformats.org/officeDocument/2006/relationships/image" Target="../media/image4020.png"/><Relationship Id="rId362" Type="http://schemas.openxmlformats.org/officeDocument/2006/relationships/image" Target="../media/image484.png"/><Relationship Id="rId418" Type="http://schemas.openxmlformats.org/officeDocument/2006/relationships/customXml" Target="../ink/ink807.xml"/><Relationship Id="rId222" Type="http://schemas.openxmlformats.org/officeDocument/2006/relationships/customXml" Target="../ink/ink708.xml"/><Relationship Id="rId264" Type="http://schemas.openxmlformats.org/officeDocument/2006/relationships/customXml" Target="../ink/ink729.xml"/><Relationship Id="rId17" Type="http://schemas.openxmlformats.org/officeDocument/2006/relationships/image" Target="../media/image3120.png"/><Relationship Id="rId59" Type="http://schemas.openxmlformats.org/officeDocument/2006/relationships/image" Target="../media/image3330.png"/><Relationship Id="rId124" Type="http://schemas.openxmlformats.org/officeDocument/2006/relationships/customXml" Target="../ink/ink659.xml"/><Relationship Id="rId70" Type="http://schemas.openxmlformats.org/officeDocument/2006/relationships/customXml" Target="../ink/ink632.xml"/><Relationship Id="rId166" Type="http://schemas.openxmlformats.org/officeDocument/2006/relationships/customXml" Target="../ink/ink680.xml"/><Relationship Id="rId331" Type="http://schemas.openxmlformats.org/officeDocument/2006/relationships/image" Target="../media/image469.png"/><Relationship Id="rId373" Type="http://schemas.openxmlformats.org/officeDocument/2006/relationships/customXml" Target="../ink/ink784.xml"/><Relationship Id="rId429" Type="http://schemas.openxmlformats.org/officeDocument/2006/relationships/image" Target="../media/image52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4200.png"/><Relationship Id="rId440" Type="http://schemas.openxmlformats.org/officeDocument/2006/relationships/customXml" Target="../ink/ink818.xml"/><Relationship Id="rId28" Type="http://schemas.openxmlformats.org/officeDocument/2006/relationships/customXml" Target="../ink/ink611.xml"/><Relationship Id="rId275" Type="http://schemas.openxmlformats.org/officeDocument/2006/relationships/image" Target="../media/image4410.png"/><Relationship Id="rId300" Type="http://schemas.openxmlformats.org/officeDocument/2006/relationships/customXml" Target="../ink/ink747.xml"/><Relationship Id="rId81" Type="http://schemas.openxmlformats.org/officeDocument/2006/relationships/image" Target="../media/image3440.png"/><Relationship Id="rId135" Type="http://schemas.openxmlformats.org/officeDocument/2006/relationships/image" Target="../media/image3710.png"/><Relationship Id="rId177" Type="http://schemas.openxmlformats.org/officeDocument/2006/relationships/image" Target="../media/image3920.png"/><Relationship Id="rId342" Type="http://schemas.openxmlformats.org/officeDocument/2006/relationships/customXml" Target="../ink/ink768.xml"/><Relationship Id="rId384" Type="http://schemas.openxmlformats.org/officeDocument/2006/relationships/image" Target="../media/image495.png"/><Relationship Id="rId202" Type="http://schemas.openxmlformats.org/officeDocument/2006/relationships/customXml" Target="../ink/ink698.xml"/><Relationship Id="rId244" Type="http://schemas.openxmlformats.org/officeDocument/2006/relationships/customXml" Target="../ink/ink719.xml"/><Relationship Id="rId39" Type="http://schemas.openxmlformats.org/officeDocument/2006/relationships/image" Target="../media/image3230.png"/><Relationship Id="rId286" Type="http://schemas.openxmlformats.org/officeDocument/2006/relationships/customXml" Target="../ink/ink740.xml"/><Relationship Id="rId451" Type="http://schemas.openxmlformats.org/officeDocument/2006/relationships/image" Target="../media/image539.png"/><Relationship Id="rId50" Type="http://schemas.openxmlformats.org/officeDocument/2006/relationships/customXml" Target="../ink/ink622.xml"/><Relationship Id="rId104" Type="http://schemas.openxmlformats.org/officeDocument/2006/relationships/customXml" Target="../ink/ink649.xml"/><Relationship Id="rId146" Type="http://schemas.openxmlformats.org/officeDocument/2006/relationships/customXml" Target="../ink/ink670.xml"/><Relationship Id="rId188" Type="http://schemas.openxmlformats.org/officeDocument/2006/relationships/customXml" Target="../ink/ink691.xml"/><Relationship Id="rId311" Type="http://schemas.openxmlformats.org/officeDocument/2006/relationships/image" Target="../media/image459.png"/><Relationship Id="rId353" Type="http://schemas.openxmlformats.org/officeDocument/2006/relationships/image" Target="../media/image480.png"/><Relationship Id="rId395" Type="http://schemas.openxmlformats.org/officeDocument/2006/relationships/image" Target="../media/image511.png"/><Relationship Id="rId409" Type="http://schemas.openxmlformats.org/officeDocument/2006/relationships/image" Target="../media/image518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8.png"/><Relationship Id="rId299" Type="http://schemas.openxmlformats.org/officeDocument/2006/relationships/image" Target="../media/image687.png"/><Relationship Id="rId21" Type="http://schemas.openxmlformats.org/officeDocument/2006/relationships/image" Target="../media/image550.png"/><Relationship Id="rId63" Type="http://schemas.openxmlformats.org/officeDocument/2006/relationships/image" Target="../media/image571.png"/><Relationship Id="rId159" Type="http://schemas.openxmlformats.org/officeDocument/2006/relationships/image" Target="../media/image619.png"/><Relationship Id="rId324" Type="http://schemas.openxmlformats.org/officeDocument/2006/relationships/customXml" Target="../ink/ink987.xml"/><Relationship Id="rId366" Type="http://schemas.openxmlformats.org/officeDocument/2006/relationships/customXml" Target="../ink/ink1008.xml"/><Relationship Id="rId170" Type="http://schemas.openxmlformats.org/officeDocument/2006/relationships/customXml" Target="../ink/ink910.xml"/><Relationship Id="rId226" Type="http://schemas.openxmlformats.org/officeDocument/2006/relationships/customXml" Target="../ink/ink938.xml"/><Relationship Id="rId268" Type="http://schemas.openxmlformats.org/officeDocument/2006/relationships/customXml" Target="../ink/ink959.xml"/><Relationship Id="rId32" Type="http://schemas.openxmlformats.org/officeDocument/2006/relationships/customXml" Target="../ink/ink841.xml"/><Relationship Id="rId74" Type="http://schemas.openxmlformats.org/officeDocument/2006/relationships/customXml" Target="../ink/ink862.xml"/><Relationship Id="rId128" Type="http://schemas.openxmlformats.org/officeDocument/2006/relationships/customXml" Target="../ink/ink889.xml"/><Relationship Id="rId335" Type="http://schemas.openxmlformats.org/officeDocument/2006/relationships/image" Target="../media/image705.png"/><Relationship Id="rId377" Type="http://schemas.openxmlformats.org/officeDocument/2006/relationships/image" Target="../media/image726.png"/><Relationship Id="rId5" Type="http://schemas.openxmlformats.org/officeDocument/2006/relationships/image" Target="../media/image542.png"/><Relationship Id="rId181" Type="http://schemas.openxmlformats.org/officeDocument/2006/relationships/image" Target="../media/image630.png"/><Relationship Id="rId237" Type="http://schemas.openxmlformats.org/officeDocument/2006/relationships/image" Target="../media/image657.png"/><Relationship Id="rId402" Type="http://schemas.openxmlformats.org/officeDocument/2006/relationships/image" Target="../media/image738.png"/><Relationship Id="rId279" Type="http://schemas.openxmlformats.org/officeDocument/2006/relationships/image" Target="../media/image678.png"/><Relationship Id="rId43" Type="http://schemas.openxmlformats.org/officeDocument/2006/relationships/image" Target="../media/image561.png"/><Relationship Id="rId139" Type="http://schemas.openxmlformats.org/officeDocument/2006/relationships/image" Target="../media/image609.png"/><Relationship Id="rId290" Type="http://schemas.openxmlformats.org/officeDocument/2006/relationships/customXml" Target="../ink/ink970.xml"/><Relationship Id="rId304" Type="http://schemas.openxmlformats.org/officeDocument/2006/relationships/customXml" Target="../ink/ink977.xml"/><Relationship Id="rId346" Type="http://schemas.openxmlformats.org/officeDocument/2006/relationships/customXml" Target="../ink/ink998.xml"/><Relationship Id="rId388" Type="http://schemas.openxmlformats.org/officeDocument/2006/relationships/customXml" Target="../ink/ink1019.xml"/><Relationship Id="rId85" Type="http://schemas.openxmlformats.org/officeDocument/2006/relationships/image" Target="../media/image582.png"/><Relationship Id="rId150" Type="http://schemas.openxmlformats.org/officeDocument/2006/relationships/customXml" Target="../ink/ink900.xml"/><Relationship Id="rId192" Type="http://schemas.openxmlformats.org/officeDocument/2006/relationships/customXml" Target="../ink/ink921.xml"/><Relationship Id="rId206" Type="http://schemas.openxmlformats.org/officeDocument/2006/relationships/customXml" Target="../ink/ink928.xml"/><Relationship Id="rId248" Type="http://schemas.openxmlformats.org/officeDocument/2006/relationships/customXml" Target="../ink/ink949.xml"/><Relationship Id="rId12" Type="http://schemas.openxmlformats.org/officeDocument/2006/relationships/customXml" Target="../ink/ink831.xml"/><Relationship Id="rId108" Type="http://schemas.openxmlformats.org/officeDocument/2006/relationships/customXml" Target="../ink/ink879.xml"/><Relationship Id="rId315" Type="http://schemas.openxmlformats.org/officeDocument/2006/relationships/image" Target="../media/image695.png"/><Relationship Id="rId357" Type="http://schemas.openxmlformats.org/officeDocument/2006/relationships/image" Target="../media/image716.png"/><Relationship Id="rId54" Type="http://schemas.openxmlformats.org/officeDocument/2006/relationships/customXml" Target="../ink/ink852.xml"/><Relationship Id="rId96" Type="http://schemas.openxmlformats.org/officeDocument/2006/relationships/customXml" Target="../ink/ink873.xml"/><Relationship Id="rId161" Type="http://schemas.openxmlformats.org/officeDocument/2006/relationships/image" Target="../media/image620.png"/><Relationship Id="rId217" Type="http://schemas.openxmlformats.org/officeDocument/2006/relationships/image" Target="../media/image647.png"/><Relationship Id="rId399" Type="http://schemas.openxmlformats.org/officeDocument/2006/relationships/customXml" Target="../ink/ink1025.xml"/><Relationship Id="rId259" Type="http://schemas.openxmlformats.org/officeDocument/2006/relationships/image" Target="../media/image668.png"/><Relationship Id="rId23" Type="http://schemas.openxmlformats.org/officeDocument/2006/relationships/image" Target="../media/image551.png"/><Relationship Id="rId119" Type="http://schemas.openxmlformats.org/officeDocument/2006/relationships/image" Target="../media/image599.png"/><Relationship Id="rId270" Type="http://schemas.openxmlformats.org/officeDocument/2006/relationships/customXml" Target="../ink/ink960.xml"/><Relationship Id="rId326" Type="http://schemas.openxmlformats.org/officeDocument/2006/relationships/customXml" Target="../ink/ink988.xml"/><Relationship Id="rId65" Type="http://schemas.openxmlformats.org/officeDocument/2006/relationships/image" Target="../media/image572.png"/><Relationship Id="rId130" Type="http://schemas.openxmlformats.org/officeDocument/2006/relationships/customXml" Target="../ink/ink890.xml"/><Relationship Id="rId368" Type="http://schemas.openxmlformats.org/officeDocument/2006/relationships/customXml" Target="../ink/ink1009.xml"/><Relationship Id="rId172" Type="http://schemas.openxmlformats.org/officeDocument/2006/relationships/customXml" Target="../ink/ink911.xml"/><Relationship Id="rId228" Type="http://schemas.openxmlformats.org/officeDocument/2006/relationships/customXml" Target="../ink/ink939.xml"/><Relationship Id="rId281" Type="http://schemas.openxmlformats.org/officeDocument/2006/relationships/image" Target="../media/image679.png"/><Relationship Id="rId337" Type="http://schemas.openxmlformats.org/officeDocument/2006/relationships/image" Target="../media/image706.png"/><Relationship Id="rId34" Type="http://schemas.openxmlformats.org/officeDocument/2006/relationships/customXml" Target="../ink/ink842.xml"/><Relationship Id="rId76" Type="http://schemas.openxmlformats.org/officeDocument/2006/relationships/customXml" Target="../ink/ink863.xml"/><Relationship Id="rId141" Type="http://schemas.openxmlformats.org/officeDocument/2006/relationships/image" Target="../media/image610.png"/><Relationship Id="rId379" Type="http://schemas.openxmlformats.org/officeDocument/2006/relationships/image" Target="../media/image727.png"/><Relationship Id="rId7" Type="http://schemas.openxmlformats.org/officeDocument/2006/relationships/image" Target="../media/image543.png"/><Relationship Id="rId183" Type="http://schemas.openxmlformats.org/officeDocument/2006/relationships/image" Target="../media/image631.png"/><Relationship Id="rId239" Type="http://schemas.openxmlformats.org/officeDocument/2006/relationships/image" Target="../media/image658.png"/><Relationship Id="rId390" Type="http://schemas.openxmlformats.org/officeDocument/2006/relationships/customXml" Target="../ink/ink1020.xml"/><Relationship Id="rId404" Type="http://schemas.openxmlformats.org/officeDocument/2006/relationships/image" Target="../media/image739.png"/><Relationship Id="rId250" Type="http://schemas.openxmlformats.org/officeDocument/2006/relationships/customXml" Target="../ink/ink950.xml"/><Relationship Id="rId292" Type="http://schemas.openxmlformats.org/officeDocument/2006/relationships/customXml" Target="../ink/ink971.xml"/><Relationship Id="rId306" Type="http://schemas.openxmlformats.org/officeDocument/2006/relationships/customXml" Target="../ink/ink978.xml"/><Relationship Id="rId45" Type="http://schemas.openxmlformats.org/officeDocument/2006/relationships/image" Target="../media/image562.png"/><Relationship Id="rId87" Type="http://schemas.openxmlformats.org/officeDocument/2006/relationships/image" Target="../media/image583.png"/><Relationship Id="rId110" Type="http://schemas.openxmlformats.org/officeDocument/2006/relationships/customXml" Target="../ink/ink880.xml"/><Relationship Id="rId348" Type="http://schemas.openxmlformats.org/officeDocument/2006/relationships/customXml" Target="../ink/ink999.xml"/><Relationship Id="rId152" Type="http://schemas.openxmlformats.org/officeDocument/2006/relationships/customXml" Target="../ink/ink901.xml"/><Relationship Id="rId194" Type="http://schemas.openxmlformats.org/officeDocument/2006/relationships/customXml" Target="../ink/ink922.xml"/><Relationship Id="rId208" Type="http://schemas.openxmlformats.org/officeDocument/2006/relationships/customXml" Target="../ink/ink929.xml"/><Relationship Id="rId261" Type="http://schemas.openxmlformats.org/officeDocument/2006/relationships/image" Target="../media/image669.png"/><Relationship Id="rId14" Type="http://schemas.openxmlformats.org/officeDocument/2006/relationships/customXml" Target="../ink/ink832.xml"/><Relationship Id="rId56" Type="http://schemas.openxmlformats.org/officeDocument/2006/relationships/customXml" Target="../ink/ink853.xml"/><Relationship Id="rId317" Type="http://schemas.openxmlformats.org/officeDocument/2006/relationships/image" Target="../media/image696.png"/><Relationship Id="rId359" Type="http://schemas.openxmlformats.org/officeDocument/2006/relationships/image" Target="../media/image717.png"/><Relationship Id="rId98" Type="http://schemas.openxmlformats.org/officeDocument/2006/relationships/customXml" Target="../ink/ink874.xml"/><Relationship Id="rId121" Type="http://schemas.openxmlformats.org/officeDocument/2006/relationships/image" Target="../media/image600.png"/><Relationship Id="rId163" Type="http://schemas.openxmlformats.org/officeDocument/2006/relationships/image" Target="../media/image621.png"/><Relationship Id="rId219" Type="http://schemas.openxmlformats.org/officeDocument/2006/relationships/image" Target="../media/image648.png"/><Relationship Id="rId370" Type="http://schemas.openxmlformats.org/officeDocument/2006/relationships/customXml" Target="../ink/ink1010.xml"/><Relationship Id="rId230" Type="http://schemas.openxmlformats.org/officeDocument/2006/relationships/customXml" Target="../ink/ink940.xml"/><Relationship Id="rId25" Type="http://schemas.openxmlformats.org/officeDocument/2006/relationships/image" Target="../media/image552.png"/><Relationship Id="rId67" Type="http://schemas.openxmlformats.org/officeDocument/2006/relationships/image" Target="../media/image573.png"/><Relationship Id="rId272" Type="http://schemas.openxmlformats.org/officeDocument/2006/relationships/customXml" Target="../ink/ink961.xml"/><Relationship Id="rId328" Type="http://schemas.openxmlformats.org/officeDocument/2006/relationships/customXml" Target="../ink/ink989.xml"/><Relationship Id="rId132" Type="http://schemas.openxmlformats.org/officeDocument/2006/relationships/customXml" Target="../ink/ink891.xml"/><Relationship Id="rId174" Type="http://schemas.openxmlformats.org/officeDocument/2006/relationships/customXml" Target="../ink/ink912.xml"/><Relationship Id="rId381" Type="http://schemas.openxmlformats.org/officeDocument/2006/relationships/image" Target="../media/image728.png"/><Relationship Id="rId241" Type="http://schemas.openxmlformats.org/officeDocument/2006/relationships/image" Target="../media/image659.png"/><Relationship Id="rId36" Type="http://schemas.openxmlformats.org/officeDocument/2006/relationships/customXml" Target="../ink/ink843.xml"/><Relationship Id="rId283" Type="http://schemas.openxmlformats.org/officeDocument/2006/relationships/image" Target="../media/image680.png"/><Relationship Id="rId339" Type="http://schemas.openxmlformats.org/officeDocument/2006/relationships/image" Target="../media/image707.png"/><Relationship Id="rId78" Type="http://schemas.openxmlformats.org/officeDocument/2006/relationships/customXml" Target="../ink/ink864.xml"/><Relationship Id="rId101" Type="http://schemas.openxmlformats.org/officeDocument/2006/relationships/image" Target="../media/image590.png"/><Relationship Id="rId143" Type="http://schemas.openxmlformats.org/officeDocument/2006/relationships/image" Target="../media/image611.png"/><Relationship Id="rId185" Type="http://schemas.openxmlformats.org/officeDocument/2006/relationships/image" Target="../media/image632.png"/><Relationship Id="rId350" Type="http://schemas.openxmlformats.org/officeDocument/2006/relationships/customXml" Target="../ink/ink1000.xml"/><Relationship Id="rId9" Type="http://schemas.openxmlformats.org/officeDocument/2006/relationships/image" Target="../media/image544.png"/><Relationship Id="rId210" Type="http://schemas.openxmlformats.org/officeDocument/2006/relationships/customXml" Target="../ink/ink930.xml"/><Relationship Id="rId392" Type="http://schemas.openxmlformats.org/officeDocument/2006/relationships/image" Target="../media/image733.png"/><Relationship Id="rId252" Type="http://schemas.openxmlformats.org/officeDocument/2006/relationships/customXml" Target="../ink/ink951.xml"/><Relationship Id="rId294" Type="http://schemas.openxmlformats.org/officeDocument/2006/relationships/customXml" Target="../ink/ink972.xml"/><Relationship Id="rId308" Type="http://schemas.openxmlformats.org/officeDocument/2006/relationships/customXml" Target="../ink/ink979.xml"/><Relationship Id="rId47" Type="http://schemas.openxmlformats.org/officeDocument/2006/relationships/image" Target="../media/image563.png"/><Relationship Id="rId89" Type="http://schemas.openxmlformats.org/officeDocument/2006/relationships/image" Target="../media/image584.png"/><Relationship Id="rId112" Type="http://schemas.openxmlformats.org/officeDocument/2006/relationships/customXml" Target="../ink/ink881.xml"/><Relationship Id="rId154" Type="http://schemas.openxmlformats.org/officeDocument/2006/relationships/customXml" Target="../ink/ink902.xml"/><Relationship Id="rId361" Type="http://schemas.openxmlformats.org/officeDocument/2006/relationships/image" Target="../media/image718.png"/><Relationship Id="rId196" Type="http://schemas.openxmlformats.org/officeDocument/2006/relationships/customXml" Target="../ink/ink923.xml"/><Relationship Id="rId16" Type="http://schemas.openxmlformats.org/officeDocument/2006/relationships/customXml" Target="../ink/ink833.xml"/><Relationship Id="rId221" Type="http://schemas.openxmlformats.org/officeDocument/2006/relationships/image" Target="../media/image649.png"/><Relationship Id="rId263" Type="http://schemas.openxmlformats.org/officeDocument/2006/relationships/image" Target="../media/image670.png"/><Relationship Id="rId319" Type="http://schemas.openxmlformats.org/officeDocument/2006/relationships/image" Target="../media/image697.png"/><Relationship Id="rId58" Type="http://schemas.openxmlformats.org/officeDocument/2006/relationships/customXml" Target="../ink/ink854.xml"/><Relationship Id="rId123" Type="http://schemas.openxmlformats.org/officeDocument/2006/relationships/image" Target="../media/image601.png"/><Relationship Id="rId330" Type="http://schemas.openxmlformats.org/officeDocument/2006/relationships/customXml" Target="../ink/ink990.xml"/><Relationship Id="rId90" Type="http://schemas.openxmlformats.org/officeDocument/2006/relationships/customXml" Target="../ink/ink870.xml"/><Relationship Id="rId165" Type="http://schemas.openxmlformats.org/officeDocument/2006/relationships/image" Target="../media/image622.png"/><Relationship Id="rId186" Type="http://schemas.openxmlformats.org/officeDocument/2006/relationships/customXml" Target="../ink/ink918.xml"/><Relationship Id="rId351" Type="http://schemas.openxmlformats.org/officeDocument/2006/relationships/image" Target="../media/image713.png"/><Relationship Id="rId372" Type="http://schemas.openxmlformats.org/officeDocument/2006/relationships/customXml" Target="../ink/ink1011.xml"/><Relationship Id="rId393" Type="http://schemas.openxmlformats.org/officeDocument/2006/relationships/customXml" Target="../ink/ink1022.xml"/><Relationship Id="rId211" Type="http://schemas.openxmlformats.org/officeDocument/2006/relationships/image" Target="../media/image644.png"/><Relationship Id="rId232" Type="http://schemas.openxmlformats.org/officeDocument/2006/relationships/customXml" Target="../ink/ink941.xml"/><Relationship Id="rId253" Type="http://schemas.openxmlformats.org/officeDocument/2006/relationships/image" Target="../media/image665.png"/><Relationship Id="rId274" Type="http://schemas.openxmlformats.org/officeDocument/2006/relationships/customXml" Target="../ink/ink962.xml"/><Relationship Id="rId295" Type="http://schemas.openxmlformats.org/officeDocument/2006/relationships/image" Target="../media/image685.png"/><Relationship Id="rId309" Type="http://schemas.openxmlformats.org/officeDocument/2006/relationships/image" Target="../media/image692.png"/><Relationship Id="rId27" Type="http://schemas.openxmlformats.org/officeDocument/2006/relationships/image" Target="../media/image553.png"/><Relationship Id="rId48" Type="http://schemas.openxmlformats.org/officeDocument/2006/relationships/customXml" Target="../ink/ink849.xml"/><Relationship Id="rId69" Type="http://schemas.openxmlformats.org/officeDocument/2006/relationships/image" Target="../media/image574.png"/><Relationship Id="rId113" Type="http://schemas.openxmlformats.org/officeDocument/2006/relationships/image" Target="../media/image596.png"/><Relationship Id="rId134" Type="http://schemas.openxmlformats.org/officeDocument/2006/relationships/customXml" Target="../ink/ink892.xml"/><Relationship Id="rId320" Type="http://schemas.openxmlformats.org/officeDocument/2006/relationships/customXml" Target="../ink/ink985.xml"/><Relationship Id="rId80" Type="http://schemas.openxmlformats.org/officeDocument/2006/relationships/customXml" Target="../ink/ink865.xml"/><Relationship Id="rId155" Type="http://schemas.openxmlformats.org/officeDocument/2006/relationships/image" Target="../media/image617.png"/><Relationship Id="rId176" Type="http://schemas.openxmlformats.org/officeDocument/2006/relationships/customXml" Target="../ink/ink913.xml"/><Relationship Id="rId197" Type="http://schemas.openxmlformats.org/officeDocument/2006/relationships/image" Target="../media/image637.png"/><Relationship Id="rId341" Type="http://schemas.openxmlformats.org/officeDocument/2006/relationships/image" Target="../media/image708.png"/><Relationship Id="rId362" Type="http://schemas.openxmlformats.org/officeDocument/2006/relationships/customXml" Target="../ink/ink1006.xml"/><Relationship Id="rId383" Type="http://schemas.openxmlformats.org/officeDocument/2006/relationships/image" Target="../media/image729.png"/><Relationship Id="rId201" Type="http://schemas.openxmlformats.org/officeDocument/2006/relationships/image" Target="../media/image639.png"/><Relationship Id="rId222" Type="http://schemas.openxmlformats.org/officeDocument/2006/relationships/customXml" Target="../ink/ink936.xml"/><Relationship Id="rId243" Type="http://schemas.openxmlformats.org/officeDocument/2006/relationships/image" Target="../media/image660.png"/><Relationship Id="rId264" Type="http://schemas.openxmlformats.org/officeDocument/2006/relationships/customXml" Target="../ink/ink957.xml"/><Relationship Id="rId285" Type="http://schemas.openxmlformats.org/officeDocument/2006/relationships/image" Target="../media/image681.png"/><Relationship Id="rId17" Type="http://schemas.openxmlformats.org/officeDocument/2006/relationships/image" Target="../media/image548.png"/><Relationship Id="rId38" Type="http://schemas.openxmlformats.org/officeDocument/2006/relationships/customXml" Target="../ink/ink844.xml"/><Relationship Id="rId59" Type="http://schemas.openxmlformats.org/officeDocument/2006/relationships/image" Target="../media/image569.png"/><Relationship Id="rId103" Type="http://schemas.openxmlformats.org/officeDocument/2006/relationships/image" Target="../media/image591.png"/><Relationship Id="rId124" Type="http://schemas.openxmlformats.org/officeDocument/2006/relationships/customXml" Target="../ink/ink887.xml"/><Relationship Id="rId310" Type="http://schemas.openxmlformats.org/officeDocument/2006/relationships/customXml" Target="../ink/ink980.xml"/><Relationship Id="rId70" Type="http://schemas.openxmlformats.org/officeDocument/2006/relationships/customXml" Target="../ink/ink860.xml"/><Relationship Id="rId91" Type="http://schemas.openxmlformats.org/officeDocument/2006/relationships/image" Target="../media/image585.png"/><Relationship Id="rId145" Type="http://schemas.openxmlformats.org/officeDocument/2006/relationships/image" Target="../media/image612.png"/><Relationship Id="rId166" Type="http://schemas.openxmlformats.org/officeDocument/2006/relationships/customXml" Target="../ink/ink908.xml"/><Relationship Id="rId187" Type="http://schemas.openxmlformats.org/officeDocument/2006/relationships/image" Target="../media/image339.png"/><Relationship Id="rId331" Type="http://schemas.openxmlformats.org/officeDocument/2006/relationships/image" Target="../media/image703.png"/><Relationship Id="rId352" Type="http://schemas.openxmlformats.org/officeDocument/2006/relationships/customXml" Target="../ink/ink1001.xml"/><Relationship Id="rId373" Type="http://schemas.openxmlformats.org/officeDocument/2006/relationships/image" Target="../media/image724.png"/><Relationship Id="rId394" Type="http://schemas.openxmlformats.org/officeDocument/2006/relationships/image" Target="../media/image73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31.xml"/><Relationship Id="rId233" Type="http://schemas.openxmlformats.org/officeDocument/2006/relationships/image" Target="../media/image655.png"/><Relationship Id="rId254" Type="http://schemas.openxmlformats.org/officeDocument/2006/relationships/customXml" Target="../ink/ink952.xml"/><Relationship Id="rId28" Type="http://schemas.openxmlformats.org/officeDocument/2006/relationships/customXml" Target="../ink/ink839.xml"/><Relationship Id="rId49" Type="http://schemas.openxmlformats.org/officeDocument/2006/relationships/image" Target="../media/image564.png"/><Relationship Id="rId114" Type="http://schemas.openxmlformats.org/officeDocument/2006/relationships/customXml" Target="../ink/ink882.xml"/><Relationship Id="rId275" Type="http://schemas.openxmlformats.org/officeDocument/2006/relationships/image" Target="../media/image676.png"/><Relationship Id="rId296" Type="http://schemas.openxmlformats.org/officeDocument/2006/relationships/customXml" Target="../ink/ink973.xml"/><Relationship Id="rId300" Type="http://schemas.openxmlformats.org/officeDocument/2006/relationships/customXml" Target="../ink/ink975.xml"/><Relationship Id="rId60" Type="http://schemas.openxmlformats.org/officeDocument/2006/relationships/customXml" Target="../ink/ink855.xml"/><Relationship Id="rId81" Type="http://schemas.openxmlformats.org/officeDocument/2006/relationships/image" Target="../media/image580.png"/><Relationship Id="rId135" Type="http://schemas.openxmlformats.org/officeDocument/2006/relationships/image" Target="../media/image607.png"/><Relationship Id="rId156" Type="http://schemas.openxmlformats.org/officeDocument/2006/relationships/customXml" Target="../ink/ink903.xml"/><Relationship Id="rId177" Type="http://schemas.openxmlformats.org/officeDocument/2006/relationships/image" Target="../media/image628.png"/><Relationship Id="rId198" Type="http://schemas.openxmlformats.org/officeDocument/2006/relationships/customXml" Target="../ink/ink924.xml"/><Relationship Id="rId321" Type="http://schemas.openxmlformats.org/officeDocument/2006/relationships/image" Target="../media/image698.png"/><Relationship Id="rId342" Type="http://schemas.openxmlformats.org/officeDocument/2006/relationships/customXml" Target="../ink/ink996.xml"/><Relationship Id="rId363" Type="http://schemas.openxmlformats.org/officeDocument/2006/relationships/image" Target="../media/image719.png"/><Relationship Id="rId384" Type="http://schemas.openxmlformats.org/officeDocument/2006/relationships/customXml" Target="../ink/ink1017.xml"/><Relationship Id="rId202" Type="http://schemas.openxmlformats.org/officeDocument/2006/relationships/customXml" Target="../ink/ink926.xml"/><Relationship Id="rId223" Type="http://schemas.openxmlformats.org/officeDocument/2006/relationships/image" Target="../media/image650.png"/><Relationship Id="rId244" Type="http://schemas.openxmlformats.org/officeDocument/2006/relationships/customXml" Target="../ink/ink947.xml"/><Relationship Id="rId18" Type="http://schemas.openxmlformats.org/officeDocument/2006/relationships/customXml" Target="../ink/ink834.xml"/><Relationship Id="rId39" Type="http://schemas.openxmlformats.org/officeDocument/2006/relationships/image" Target="../media/image559.png"/><Relationship Id="rId265" Type="http://schemas.openxmlformats.org/officeDocument/2006/relationships/image" Target="../media/image671.png"/><Relationship Id="rId286" Type="http://schemas.openxmlformats.org/officeDocument/2006/relationships/customXml" Target="../ink/ink968.xml"/><Relationship Id="rId50" Type="http://schemas.openxmlformats.org/officeDocument/2006/relationships/customXml" Target="../ink/ink850.xml"/><Relationship Id="rId104" Type="http://schemas.openxmlformats.org/officeDocument/2006/relationships/customXml" Target="../ink/ink877.xml"/><Relationship Id="rId125" Type="http://schemas.openxmlformats.org/officeDocument/2006/relationships/image" Target="../media/image602.png"/><Relationship Id="rId146" Type="http://schemas.openxmlformats.org/officeDocument/2006/relationships/customXml" Target="../ink/ink898.xml"/><Relationship Id="rId167" Type="http://schemas.openxmlformats.org/officeDocument/2006/relationships/image" Target="../media/image623.png"/><Relationship Id="rId188" Type="http://schemas.openxmlformats.org/officeDocument/2006/relationships/customXml" Target="../ink/ink919.xml"/><Relationship Id="rId311" Type="http://schemas.openxmlformats.org/officeDocument/2006/relationships/image" Target="../media/image693.png"/><Relationship Id="rId332" Type="http://schemas.openxmlformats.org/officeDocument/2006/relationships/customXml" Target="../ink/ink991.xml"/><Relationship Id="rId353" Type="http://schemas.openxmlformats.org/officeDocument/2006/relationships/image" Target="../media/image714.png"/><Relationship Id="rId374" Type="http://schemas.openxmlformats.org/officeDocument/2006/relationships/customXml" Target="../ink/ink1012.xml"/><Relationship Id="rId395" Type="http://schemas.openxmlformats.org/officeDocument/2006/relationships/customXml" Target="../ink/ink1023.xml"/><Relationship Id="rId71" Type="http://schemas.openxmlformats.org/officeDocument/2006/relationships/image" Target="../media/image575.png"/><Relationship Id="rId92" Type="http://schemas.openxmlformats.org/officeDocument/2006/relationships/customXml" Target="../ink/ink871.xml"/><Relationship Id="rId213" Type="http://schemas.openxmlformats.org/officeDocument/2006/relationships/image" Target="../media/image645.png"/><Relationship Id="rId234" Type="http://schemas.openxmlformats.org/officeDocument/2006/relationships/customXml" Target="../ink/ink942.xml"/><Relationship Id="rId2" Type="http://schemas.openxmlformats.org/officeDocument/2006/relationships/customXml" Target="../ink/ink826.xml"/><Relationship Id="rId29" Type="http://schemas.openxmlformats.org/officeDocument/2006/relationships/image" Target="../media/image554.png"/><Relationship Id="rId255" Type="http://schemas.openxmlformats.org/officeDocument/2006/relationships/image" Target="../media/image666.png"/><Relationship Id="rId276" Type="http://schemas.openxmlformats.org/officeDocument/2006/relationships/customXml" Target="../ink/ink963.xml"/><Relationship Id="rId297" Type="http://schemas.openxmlformats.org/officeDocument/2006/relationships/image" Target="../media/image686.png"/><Relationship Id="rId40" Type="http://schemas.openxmlformats.org/officeDocument/2006/relationships/customXml" Target="../ink/ink845.xml"/><Relationship Id="rId115" Type="http://schemas.openxmlformats.org/officeDocument/2006/relationships/image" Target="../media/image597.png"/><Relationship Id="rId136" Type="http://schemas.openxmlformats.org/officeDocument/2006/relationships/customXml" Target="../ink/ink893.xml"/><Relationship Id="rId157" Type="http://schemas.openxmlformats.org/officeDocument/2006/relationships/image" Target="../media/image618.png"/><Relationship Id="rId178" Type="http://schemas.openxmlformats.org/officeDocument/2006/relationships/customXml" Target="../ink/ink914.xml"/><Relationship Id="rId301" Type="http://schemas.openxmlformats.org/officeDocument/2006/relationships/image" Target="../media/image688.png"/><Relationship Id="rId322" Type="http://schemas.openxmlformats.org/officeDocument/2006/relationships/customXml" Target="../ink/ink986.xml"/><Relationship Id="rId343" Type="http://schemas.openxmlformats.org/officeDocument/2006/relationships/image" Target="../media/image709.png"/><Relationship Id="rId364" Type="http://schemas.openxmlformats.org/officeDocument/2006/relationships/customXml" Target="../ink/ink1007.xml"/><Relationship Id="rId61" Type="http://schemas.openxmlformats.org/officeDocument/2006/relationships/image" Target="../media/image570.png"/><Relationship Id="rId82" Type="http://schemas.openxmlformats.org/officeDocument/2006/relationships/customXml" Target="../ink/ink866.xml"/><Relationship Id="rId199" Type="http://schemas.openxmlformats.org/officeDocument/2006/relationships/image" Target="../media/image638.png"/><Relationship Id="rId203" Type="http://schemas.openxmlformats.org/officeDocument/2006/relationships/image" Target="../media/image640.png"/><Relationship Id="rId385" Type="http://schemas.openxmlformats.org/officeDocument/2006/relationships/image" Target="../media/image730.png"/><Relationship Id="rId19" Type="http://schemas.openxmlformats.org/officeDocument/2006/relationships/image" Target="../media/image549.png"/><Relationship Id="rId224" Type="http://schemas.openxmlformats.org/officeDocument/2006/relationships/customXml" Target="../ink/ink937.xml"/><Relationship Id="rId245" Type="http://schemas.openxmlformats.org/officeDocument/2006/relationships/image" Target="../media/image661.png"/><Relationship Id="rId266" Type="http://schemas.openxmlformats.org/officeDocument/2006/relationships/customXml" Target="../ink/ink958.xml"/><Relationship Id="rId287" Type="http://schemas.openxmlformats.org/officeDocument/2006/relationships/image" Target="../media/image682.png"/><Relationship Id="rId30" Type="http://schemas.openxmlformats.org/officeDocument/2006/relationships/customXml" Target="../ink/ink840.xml"/><Relationship Id="rId105" Type="http://schemas.openxmlformats.org/officeDocument/2006/relationships/image" Target="../media/image592.png"/><Relationship Id="rId126" Type="http://schemas.openxmlformats.org/officeDocument/2006/relationships/customXml" Target="../ink/ink888.xml"/><Relationship Id="rId147" Type="http://schemas.openxmlformats.org/officeDocument/2006/relationships/image" Target="../media/image613.png"/><Relationship Id="rId168" Type="http://schemas.openxmlformats.org/officeDocument/2006/relationships/customXml" Target="../ink/ink909.xml"/><Relationship Id="rId312" Type="http://schemas.openxmlformats.org/officeDocument/2006/relationships/customXml" Target="../ink/ink981.xml"/><Relationship Id="rId333" Type="http://schemas.openxmlformats.org/officeDocument/2006/relationships/image" Target="../media/image704.png"/><Relationship Id="rId354" Type="http://schemas.openxmlformats.org/officeDocument/2006/relationships/customXml" Target="../ink/ink1002.xml"/><Relationship Id="rId51" Type="http://schemas.openxmlformats.org/officeDocument/2006/relationships/image" Target="../media/image565.png"/><Relationship Id="rId72" Type="http://schemas.openxmlformats.org/officeDocument/2006/relationships/customXml" Target="../ink/ink861.xml"/><Relationship Id="rId93" Type="http://schemas.openxmlformats.org/officeDocument/2006/relationships/image" Target="../media/image586.png"/><Relationship Id="rId189" Type="http://schemas.openxmlformats.org/officeDocument/2006/relationships/image" Target="../media/image633.png"/><Relationship Id="rId375" Type="http://schemas.openxmlformats.org/officeDocument/2006/relationships/image" Target="../media/image725.png"/><Relationship Id="rId396" Type="http://schemas.openxmlformats.org/officeDocument/2006/relationships/image" Target="../media/image735.png"/><Relationship Id="rId3" Type="http://schemas.openxmlformats.org/officeDocument/2006/relationships/image" Target="../media/image541.png"/><Relationship Id="rId214" Type="http://schemas.openxmlformats.org/officeDocument/2006/relationships/customXml" Target="../ink/ink932.xml"/><Relationship Id="rId235" Type="http://schemas.openxmlformats.org/officeDocument/2006/relationships/image" Target="../media/image656.png"/><Relationship Id="rId256" Type="http://schemas.openxmlformats.org/officeDocument/2006/relationships/customXml" Target="../ink/ink953.xml"/><Relationship Id="rId277" Type="http://schemas.openxmlformats.org/officeDocument/2006/relationships/image" Target="../media/image677.png"/><Relationship Id="rId298" Type="http://schemas.openxmlformats.org/officeDocument/2006/relationships/customXml" Target="../ink/ink974.xml"/><Relationship Id="rId400" Type="http://schemas.openxmlformats.org/officeDocument/2006/relationships/image" Target="../media/image737.png"/><Relationship Id="rId116" Type="http://schemas.openxmlformats.org/officeDocument/2006/relationships/customXml" Target="../ink/ink883.xml"/><Relationship Id="rId137" Type="http://schemas.openxmlformats.org/officeDocument/2006/relationships/image" Target="../media/image608.png"/><Relationship Id="rId158" Type="http://schemas.openxmlformats.org/officeDocument/2006/relationships/customXml" Target="../ink/ink904.xml"/><Relationship Id="rId302" Type="http://schemas.openxmlformats.org/officeDocument/2006/relationships/customXml" Target="../ink/ink976.xml"/><Relationship Id="rId323" Type="http://schemas.openxmlformats.org/officeDocument/2006/relationships/image" Target="../media/image699.png"/><Relationship Id="rId344" Type="http://schemas.openxmlformats.org/officeDocument/2006/relationships/customXml" Target="../ink/ink997.xml"/><Relationship Id="rId20" Type="http://schemas.openxmlformats.org/officeDocument/2006/relationships/customXml" Target="../ink/ink835.xml"/><Relationship Id="rId41" Type="http://schemas.openxmlformats.org/officeDocument/2006/relationships/image" Target="../media/image560.png"/><Relationship Id="rId62" Type="http://schemas.openxmlformats.org/officeDocument/2006/relationships/customXml" Target="../ink/ink856.xml"/><Relationship Id="rId83" Type="http://schemas.openxmlformats.org/officeDocument/2006/relationships/image" Target="../media/image581.png"/><Relationship Id="rId179" Type="http://schemas.openxmlformats.org/officeDocument/2006/relationships/image" Target="../media/image629.png"/><Relationship Id="rId365" Type="http://schemas.openxmlformats.org/officeDocument/2006/relationships/image" Target="../media/image720.png"/><Relationship Id="rId386" Type="http://schemas.openxmlformats.org/officeDocument/2006/relationships/customXml" Target="../ink/ink1018.xml"/><Relationship Id="rId190" Type="http://schemas.openxmlformats.org/officeDocument/2006/relationships/customXml" Target="../ink/ink920.xml"/><Relationship Id="rId204" Type="http://schemas.openxmlformats.org/officeDocument/2006/relationships/customXml" Target="../ink/ink927.xml"/><Relationship Id="rId225" Type="http://schemas.openxmlformats.org/officeDocument/2006/relationships/image" Target="../media/image651.png"/><Relationship Id="rId246" Type="http://schemas.openxmlformats.org/officeDocument/2006/relationships/customXml" Target="../ink/ink948.xml"/><Relationship Id="rId267" Type="http://schemas.openxmlformats.org/officeDocument/2006/relationships/image" Target="../media/image672.png"/><Relationship Id="rId288" Type="http://schemas.openxmlformats.org/officeDocument/2006/relationships/customXml" Target="../ink/ink969.xml"/><Relationship Id="rId106" Type="http://schemas.openxmlformats.org/officeDocument/2006/relationships/customXml" Target="../ink/ink878.xml"/><Relationship Id="rId127" Type="http://schemas.openxmlformats.org/officeDocument/2006/relationships/image" Target="../media/image603.png"/><Relationship Id="rId313" Type="http://schemas.openxmlformats.org/officeDocument/2006/relationships/image" Target="../media/image694.png"/><Relationship Id="rId10" Type="http://schemas.openxmlformats.org/officeDocument/2006/relationships/customXml" Target="../ink/ink830.xml"/><Relationship Id="rId31" Type="http://schemas.openxmlformats.org/officeDocument/2006/relationships/image" Target="../media/image555.png"/><Relationship Id="rId52" Type="http://schemas.openxmlformats.org/officeDocument/2006/relationships/customXml" Target="../ink/ink851.xml"/><Relationship Id="rId73" Type="http://schemas.openxmlformats.org/officeDocument/2006/relationships/image" Target="../media/image576.png"/><Relationship Id="rId94" Type="http://schemas.openxmlformats.org/officeDocument/2006/relationships/customXml" Target="../ink/ink872.xml"/><Relationship Id="rId148" Type="http://schemas.openxmlformats.org/officeDocument/2006/relationships/customXml" Target="../ink/ink899.xml"/><Relationship Id="rId169" Type="http://schemas.openxmlformats.org/officeDocument/2006/relationships/image" Target="../media/image624.png"/><Relationship Id="rId334" Type="http://schemas.openxmlformats.org/officeDocument/2006/relationships/customXml" Target="../ink/ink992.xml"/><Relationship Id="rId355" Type="http://schemas.openxmlformats.org/officeDocument/2006/relationships/image" Target="../media/image715.png"/><Relationship Id="rId376" Type="http://schemas.openxmlformats.org/officeDocument/2006/relationships/customXml" Target="../ink/ink1013.xml"/><Relationship Id="rId397" Type="http://schemas.openxmlformats.org/officeDocument/2006/relationships/customXml" Target="../ink/ink1024.xml"/><Relationship Id="rId4" Type="http://schemas.openxmlformats.org/officeDocument/2006/relationships/customXml" Target="../ink/ink827.xml"/><Relationship Id="rId180" Type="http://schemas.openxmlformats.org/officeDocument/2006/relationships/customXml" Target="../ink/ink915.xml"/><Relationship Id="rId215" Type="http://schemas.openxmlformats.org/officeDocument/2006/relationships/image" Target="../media/image646.png"/><Relationship Id="rId236" Type="http://schemas.openxmlformats.org/officeDocument/2006/relationships/customXml" Target="../ink/ink943.xml"/><Relationship Id="rId257" Type="http://schemas.openxmlformats.org/officeDocument/2006/relationships/image" Target="../media/image667.png"/><Relationship Id="rId278" Type="http://schemas.openxmlformats.org/officeDocument/2006/relationships/customXml" Target="../ink/ink964.xml"/><Relationship Id="rId401" Type="http://schemas.openxmlformats.org/officeDocument/2006/relationships/customXml" Target="../ink/ink1026.xml"/><Relationship Id="rId303" Type="http://schemas.openxmlformats.org/officeDocument/2006/relationships/image" Target="../media/image689.png"/><Relationship Id="rId42" Type="http://schemas.openxmlformats.org/officeDocument/2006/relationships/customXml" Target="../ink/ink846.xml"/><Relationship Id="rId84" Type="http://schemas.openxmlformats.org/officeDocument/2006/relationships/customXml" Target="../ink/ink867.xml"/><Relationship Id="rId138" Type="http://schemas.openxmlformats.org/officeDocument/2006/relationships/customXml" Target="../ink/ink894.xml"/><Relationship Id="rId345" Type="http://schemas.openxmlformats.org/officeDocument/2006/relationships/image" Target="../media/image710.png"/><Relationship Id="rId387" Type="http://schemas.openxmlformats.org/officeDocument/2006/relationships/image" Target="../media/image731.png"/><Relationship Id="rId191" Type="http://schemas.openxmlformats.org/officeDocument/2006/relationships/image" Target="../media/image634.png"/><Relationship Id="rId205" Type="http://schemas.openxmlformats.org/officeDocument/2006/relationships/image" Target="../media/image641.png"/><Relationship Id="rId247" Type="http://schemas.openxmlformats.org/officeDocument/2006/relationships/image" Target="../media/image662.png"/><Relationship Id="rId107" Type="http://schemas.openxmlformats.org/officeDocument/2006/relationships/image" Target="../media/image593.png"/><Relationship Id="rId289" Type="http://schemas.openxmlformats.org/officeDocument/2006/relationships/image" Target="../media/image683.png"/><Relationship Id="rId11" Type="http://schemas.openxmlformats.org/officeDocument/2006/relationships/image" Target="../media/image545.png"/><Relationship Id="rId53" Type="http://schemas.openxmlformats.org/officeDocument/2006/relationships/image" Target="../media/image566.png"/><Relationship Id="rId149" Type="http://schemas.openxmlformats.org/officeDocument/2006/relationships/image" Target="../media/image614.png"/><Relationship Id="rId314" Type="http://schemas.openxmlformats.org/officeDocument/2006/relationships/customXml" Target="../ink/ink982.xml"/><Relationship Id="rId356" Type="http://schemas.openxmlformats.org/officeDocument/2006/relationships/customXml" Target="../ink/ink1003.xml"/><Relationship Id="rId398" Type="http://schemas.openxmlformats.org/officeDocument/2006/relationships/image" Target="../media/image736.png"/><Relationship Id="rId95" Type="http://schemas.openxmlformats.org/officeDocument/2006/relationships/image" Target="../media/image587.png"/><Relationship Id="rId160" Type="http://schemas.openxmlformats.org/officeDocument/2006/relationships/customXml" Target="../ink/ink905.xml"/><Relationship Id="rId216" Type="http://schemas.openxmlformats.org/officeDocument/2006/relationships/customXml" Target="../ink/ink933.xml"/><Relationship Id="rId258" Type="http://schemas.openxmlformats.org/officeDocument/2006/relationships/customXml" Target="../ink/ink954.xml"/><Relationship Id="rId22" Type="http://schemas.openxmlformats.org/officeDocument/2006/relationships/customXml" Target="../ink/ink836.xml"/><Relationship Id="rId64" Type="http://schemas.openxmlformats.org/officeDocument/2006/relationships/customXml" Target="../ink/ink857.xml"/><Relationship Id="rId118" Type="http://schemas.openxmlformats.org/officeDocument/2006/relationships/customXml" Target="../ink/ink884.xml"/><Relationship Id="rId325" Type="http://schemas.openxmlformats.org/officeDocument/2006/relationships/image" Target="../media/image700.png"/><Relationship Id="rId367" Type="http://schemas.openxmlformats.org/officeDocument/2006/relationships/image" Target="../media/image721.png"/><Relationship Id="rId171" Type="http://schemas.openxmlformats.org/officeDocument/2006/relationships/image" Target="../media/image625.png"/><Relationship Id="rId227" Type="http://schemas.openxmlformats.org/officeDocument/2006/relationships/image" Target="../media/image652.png"/><Relationship Id="rId269" Type="http://schemas.openxmlformats.org/officeDocument/2006/relationships/image" Target="../media/image673.png"/><Relationship Id="rId33" Type="http://schemas.openxmlformats.org/officeDocument/2006/relationships/image" Target="../media/image556.png"/><Relationship Id="rId129" Type="http://schemas.openxmlformats.org/officeDocument/2006/relationships/image" Target="../media/image604.png"/><Relationship Id="rId280" Type="http://schemas.openxmlformats.org/officeDocument/2006/relationships/customXml" Target="../ink/ink965.xml"/><Relationship Id="rId336" Type="http://schemas.openxmlformats.org/officeDocument/2006/relationships/customXml" Target="../ink/ink993.xml"/><Relationship Id="rId75" Type="http://schemas.openxmlformats.org/officeDocument/2006/relationships/image" Target="../media/image577.png"/><Relationship Id="rId140" Type="http://schemas.openxmlformats.org/officeDocument/2006/relationships/customXml" Target="../ink/ink895.xml"/><Relationship Id="rId182" Type="http://schemas.openxmlformats.org/officeDocument/2006/relationships/customXml" Target="../ink/ink916.xml"/><Relationship Id="rId378" Type="http://schemas.openxmlformats.org/officeDocument/2006/relationships/customXml" Target="../ink/ink1014.xml"/><Relationship Id="rId403" Type="http://schemas.openxmlformats.org/officeDocument/2006/relationships/customXml" Target="../ink/ink1027.xml"/><Relationship Id="rId6" Type="http://schemas.openxmlformats.org/officeDocument/2006/relationships/customXml" Target="../ink/ink828.xml"/><Relationship Id="rId238" Type="http://schemas.openxmlformats.org/officeDocument/2006/relationships/customXml" Target="../ink/ink944.xml"/><Relationship Id="rId291" Type="http://schemas.openxmlformats.org/officeDocument/2006/relationships/image" Target="../media/image305.png"/><Relationship Id="rId305" Type="http://schemas.openxmlformats.org/officeDocument/2006/relationships/image" Target="../media/image690.png"/><Relationship Id="rId347" Type="http://schemas.openxmlformats.org/officeDocument/2006/relationships/image" Target="../media/image711.png"/><Relationship Id="rId44" Type="http://schemas.openxmlformats.org/officeDocument/2006/relationships/customXml" Target="../ink/ink847.xml"/><Relationship Id="rId86" Type="http://schemas.openxmlformats.org/officeDocument/2006/relationships/customXml" Target="../ink/ink868.xml"/><Relationship Id="rId151" Type="http://schemas.openxmlformats.org/officeDocument/2006/relationships/image" Target="../media/image615.png"/><Relationship Id="rId389" Type="http://schemas.openxmlformats.org/officeDocument/2006/relationships/image" Target="../media/image732.png"/><Relationship Id="rId193" Type="http://schemas.openxmlformats.org/officeDocument/2006/relationships/image" Target="../media/image635.png"/><Relationship Id="rId207" Type="http://schemas.openxmlformats.org/officeDocument/2006/relationships/image" Target="../media/image642.png"/><Relationship Id="rId249" Type="http://schemas.openxmlformats.org/officeDocument/2006/relationships/image" Target="../media/image663.png"/><Relationship Id="rId13" Type="http://schemas.openxmlformats.org/officeDocument/2006/relationships/image" Target="../media/image546.png"/><Relationship Id="rId109" Type="http://schemas.openxmlformats.org/officeDocument/2006/relationships/image" Target="../media/image594.png"/><Relationship Id="rId260" Type="http://schemas.openxmlformats.org/officeDocument/2006/relationships/customXml" Target="../ink/ink955.xml"/><Relationship Id="rId316" Type="http://schemas.openxmlformats.org/officeDocument/2006/relationships/customXml" Target="../ink/ink983.xml"/><Relationship Id="rId55" Type="http://schemas.openxmlformats.org/officeDocument/2006/relationships/image" Target="../media/image567.png"/><Relationship Id="rId97" Type="http://schemas.openxmlformats.org/officeDocument/2006/relationships/image" Target="../media/image588.png"/><Relationship Id="rId120" Type="http://schemas.openxmlformats.org/officeDocument/2006/relationships/customXml" Target="../ink/ink885.xml"/><Relationship Id="rId358" Type="http://schemas.openxmlformats.org/officeDocument/2006/relationships/customXml" Target="../ink/ink1004.xml"/><Relationship Id="rId162" Type="http://schemas.openxmlformats.org/officeDocument/2006/relationships/customXml" Target="../ink/ink906.xml"/><Relationship Id="rId218" Type="http://schemas.openxmlformats.org/officeDocument/2006/relationships/customXml" Target="../ink/ink934.xml"/><Relationship Id="rId271" Type="http://schemas.openxmlformats.org/officeDocument/2006/relationships/image" Target="../media/image674.png"/><Relationship Id="rId24" Type="http://schemas.openxmlformats.org/officeDocument/2006/relationships/customXml" Target="../ink/ink837.xml"/><Relationship Id="rId66" Type="http://schemas.openxmlformats.org/officeDocument/2006/relationships/customXml" Target="../ink/ink858.xml"/><Relationship Id="rId131" Type="http://schemas.openxmlformats.org/officeDocument/2006/relationships/image" Target="../media/image605.png"/><Relationship Id="rId327" Type="http://schemas.openxmlformats.org/officeDocument/2006/relationships/image" Target="../media/image701.png"/><Relationship Id="rId369" Type="http://schemas.openxmlformats.org/officeDocument/2006/relationships/image" Target="../media/image722.png"/><Relationship Id="rId173" Type="http://schemas.openxmlformats.org/officeDocument/2006/relationships/image" Target="../media/image626.png"/><Relationship Id="rId229" Type="http://schemas.openxmlformats.org/officeDocument/2006/relationships/image" Target="../media/image653.png"/><Relationship Id="rId380" Type="http://schemas.openxmlformats.org/officeDocument/2006/relationships/customXml" Target="../ink/ink1015.xml"/><Relationship Id="rId240" Type="http://schemas.openxmlformats.org/officeDocument/2006/relationships/customXml" Target="../ink/ink945.xml"/><Relationship Id="rId35" Type="http://schemas.openxmlformats.org/officeDocument/2006/relationships/image" Target="../media/image557.png"/><Relationship Id="rId77" Type="http://schemas.openxmlformats.org/officeDocument/2006/relationships/image" Target="../media/image578.png"/><Relationship Id="rId100" Type="http://schemas.openxmlformats.org/officeDocument/2006/relationships/customXml" Target="../ink/ink875.xml"/><Relationship Id="rId282" Type="http://schemas.openxmlformats.org/officeDocument/2006/relationships/customXml" Target="../ink/ink966.xml"/><Relationship Id="rId338" Type="http://schemas.openxmlformats.org/officeDocument/2006/relationships/customXml" Target="../ink/ink994.xml"/><Relationship Id="rId8" Type="http://schemas.openxmlformats.org/officeDocument/2006/relationships/customXml" Target="../ink/ink829.xml"/><Relationship Id="rId142" Type="http://schemas.openxmlformats.org/officeDocument/2006/relationships/customXml" Target="../ink/ink896.xml"/><Relationship Id="rId184" Type="http://schemas.openxmlformats.org/officeDocument/2006/relationships/customXml" Target="../ink/ink917.xml"/><Relationship Id="rId391" Type="http://schemas.openxmlformats.org/officeDocument/2006/relationships/customXml" Target="../ink/ink1021.xml"/><Relationship Id="rId251" Type="http://schemas.openxmlformats.org/officeDocument/2006/relationships/image" Target="../media/image664.png"/><Relationship Id="rId46" Type="http://schemas.openxmlformats.org/officeDocument/2006/relationships/customXml" Target="../ink/ink848.xml"/><Relationship Id="rId293" Type="http://schemas.openxmlformats.org/officeDocument/2006/relationships/image" Target="../media/image684.png"/><Relationship Id="rId307" Type="http://schemas.openxmlformats.org/officeDocument/2006/relationships/image" Target="../media/image691.png"/><Relationship Id="rId349" Type="http://schemas.openxmlformats.org/officeDocument/2006/relationships/image" Target="../media/image712.png"/><Relationship Id="rId88" Type="http://schemas.openxmlformats.org/officeDocument/2006/relationships/customXml" Target="../ink/ink869.xml"/><Relationship Id="rId111" Type="http://schemas.openxmlformats.org/officeDocument/2006/relationships/image" Target="../media/image595.png"/><Relationship Id="rId153" Type="http://schemas.openxmlformats.org/officeDocument/2006/relationships/image" Target="../media/image616.png"/><Relationship Id="rId195" Type="http://schemas.openxmlformats.org/officeDocument/2006/relationships/image" Target="../media/image636.png"/><Relationship Id="rId209" Type="http://schemas.openxmlformats.org/officeDocument/2006/relationships/image" Target="../media/image643.png"/><Relationship Id="rId360" Type="http://schemas.openxmlformats.org/officeDocument/2006/relationships/customXml" Target="../ink/ink1005.xml"/><Relationship Id="rId220" Type="http://schemas.openxmlformats.org/officeDocument/2006/relationships/customXml" Target="../ink/ink935.xml"/><Relationship Id="rId15" Type="http://schemas.openxmlformats.org/officeDocument/2006/relationships/image" Target="../media/image547.png"/><Relationship Id="rId57" Type="http://schemas.openxmlformats.org/officeDocument/2006/relationships/image" Target="../media/image568.png"/><Relationship Id="rId262" Type="http://schemas.openxmlformats.org/officeDocument/2006/relationships/customXml" Target="../ink/ink956.xml"/><Relationship Id="rId318" Type="http://schemas.openxmlformats.org/officeDocument/2006/relationships/customXml" Target="../ink/ink984.xml"/><Relationship Id="rId99" Type="http://schemas.openxmlformats.org/officeDocument/2006/relationships/image" Target="../media/image589.png"/><Relationship Id="rId122" Type="http://schemas.openxmlformats.org/officeDocument/2006/relationships/customXml" Target="../ink/ink886.xml"/><Relationship Id="rId164" Type="http://schemas.openxmlformats.org/officeDocument/2006/relationships/customXml" Target="../ink/ink907.xml"/><Relationship Id="rId371" Type="http://schemas.openxmlformats.org/officeDocument/2006/relationships/image" Target="../media/image723.png"/><Relationship Id="rId26" Type="http://schemas.openxmlformats.org/officeDocument/2006/relationships/customXml" Target="../ink/ink838.xml"/><Relationship Id="rId231" Type="http://schemas.openxmlformats.org/officeDocument/2006/relationships/image" Target="../media/image654.png"/><Relationship Id="rId273" Type="http://schemas.openxmlformats.org/officeDocument/2006/relationships/image" Target="../media/image675.png"/><Relationship Id="rId329" Type="http://schemas.openxmlformats.org/officeDocument/2006/relationships/image" Target="../media/image702.png"/><Relationship Id="rId68" Type="http://schemas.openxmlformats.org/officeDocument/2006/relationships/customXml" Target="../ink/ink859.xml"/><Relationship Id="rId133" Type="http://schemas.openxmlformats.org/officeDocument/2006/relationships/image" Target="../media/image606.png"/><Relationship Id="rId175" Type="http://schemas.openxmlformats.org/officeDocument/2006/relationships/image" Target="../media/image627.png"/><Relationship Id="rId340" Type="http://schemas.openxmlformats.org/officeDocument/2006/relationships/customXml" Target="../ink/ink995.xml"/><Relationship Id="rId200" Type="http://schemas.openxmlformats.org/officeDocument/2006/relationships/customXml" Target="../ink/ink925.xml"/><Relationship Id="rId382" Type="http://schemas.openxmlformats.org/officeDocument/2006/relationships/customXml" Target="../ink/ink1016.xml"/><Relationship Id="rId242" Type="http://schemas.openxmlformats.org/officeDocument/2006/relationships/customXml" Target="../ink/ink946.xml"/><Relationship Id="rId284" Type="http://schemas.openxmlformats.org/officeDocument/2006/relationships/customXml" Target="../ink/ink967.xml"/><Relationship Id="rId37" Type="http://schemas.openxmlformats.org/officeDocument/2006/relationships/image" Target="../media/image558.png"/><Relationship Id="rId79" Type="http://schemas.openxmlformats.org/officeDocument/2006/relationships/image" Target="../media/image579.png"/><Relationship Id="rId102" Type="http://schemas.openxmlformats.org/officeDocument/2006/relationships/customXml" Target="../ink/ink876.xml"/><Relationship Id="rId144" Type="http://schemas.openxmlformats.org/officeDocument/2006/relationships/customXml" Target="../ink/ink89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7.png"/><Relationship Id="rId299" Type="http://schemas.openxmlformats.org/officeDocument/2006/relationships/image" Target="../media/image881.png"/><Relationship Id="rId21" Type="http://schemas.openxmlformats.org/officeDocument/2006/relationships/image" Target="../media/image749.png"/><Relationship Id="rId63" Type="http://schemas.openxmlformats.org/officeDocument/2006/relationships/image" Target="../media/image770.png"/><Relationship Id="rId159" Type="http://schemas.openxmlformats.org/officeDocument/2006/relationships/customXml" Target="../ink/ink1107.xml"/><Relationship Id="rId324" Type="http://schemas.openxmlformats.org/officeDocument/2006/relationships/customXml" Target="../ink/ink1191.xml"/><Relationship Id="rId170" Type="http://schemas.openxmlformats.org/officeDocument/2006/relationships/customXml" Target="../ink/ink1114.xml"/><Relationship Id="rId226" Type="http://schemas.openxmlformats.org/officeDocument/2006/relationships/customXml" Target="../ink/ink1142.xml"/><Relationship Id="rId268" Type="http://schemas.openxmlformats.org/officeDocument/2006/relationships/customXml" Target="../ink/ink1163.xml"/><Relationship Id="rId32" Type="http://schemas.openxmlformats.org/officeDocument/2006/relationships/customXml" Target="../ink/ink1043.xml"/><Relationship Id="rId74" Type="http://schemas.openxmlformats.org/officeDocument/2006/relationships/customXml" Target="../ink/ink1064.xml"/><Relationship Id="rId128" Type="http://schemas.openxmlformats.org/officeDocument/2006/relationships/customXml" Target="../ink/ink1091.xml"/><Relationship Id="rId335" Type="http://schemas.openxmlformats.org/officeDocument/2006/relationships/customXml" Target="../ink/ink1197.xml"/><Relationship Id="rId5" Type="http://schemas.openxmlformats.org/officeDocument/2006/relationships/image" Target="../media/image741.png"/><Relationship Id="rId181" Type="http://schemas.openxmlformats.org/officeDocument/2006/relationships/image" Target="../media/image822.png"/><Relationship Id="rId237" Type="http://schemas.openxmlformats.org/officeDocument/2006/relationships/image" Target="../media/image850.png"/><Relationship Id="rId279" Type="http://schemas.openxmlformats.org/officeDocument/2006/relationships/image" Target="../media/image871.png"/><Relationship Id="rId43" Type="http://schemas.openxmlformats.org/officeDocument/2006/relationships/image" Target="../media/image760.png"/><Relationship Id="rId139" Type="http://schemas.openxmlformats.org/officeDocument/2006/relationships/image" Target="../media/image808.png"/><Relationship Id="rId290" Type="http://schemas.openxmlformats.org/officeDocument/2006/relationships/customXml" Target="../ink/ink1174.xml"/><Relationship Id="rId304" Type="http://schemas.openxmlformats.org/officeDocument/2006/relationships/customXml" Target="../ink/ink1181.xml"/><Relationship Id="rId85" Type="http://schemas.openxmlformats.org/officeDocument/2006/relationships/image" Target="../media/image781.png"/><Relationship Id="rId150" Type="http://schemas.openxmlformats.org/officeDocument/2006/relationships/customXml" Target="../ink/ink1102.xml"/><Relationship Id="rId192" Type="http://schemas.openxmlformats.org/officeDocument/2006/relationships/customXml" Target="../ink/ink1125.xml"/><Relationship Id="rId206" Type="http://schemas.openxmlformats.org/officeDocument/2006/relationships/customXml" Target="../ink/ink1132.xml"/><Relationship Id="rId248" Type="http://schemas.openxmlformats.org/officeDocument/2006/relationships/customXml" Target="../ink/ink1153.xml"/><Relationship Id="rId12" Type="http://schemas.openxmlformats.org/officeDocument/2006/relationships/customXml" Target="../ink/ink1033.xml"/><Relationship Id="rId108" Type="http://schemas.openxmlformats.org/officeDocument/2006/relationships/customXml" Target="../ink/ink1081.xml"/><Relationship Id="rId315" Type="http://schemas.openxmlformats.org/officeDocument/2006/relationships/image" Target="../media/image889.png"/><Relationship Id="rId54" Type="http://schemas.openxmlformats.org/officeDocument/2006/relationships/customXml" Target="../ink/ink1054.xml"/><Relationship Id="rId96" Type="http://schemas.openxmlformats.org/officeDocument/2006/relationships/customXml" Target="../ink/ink1075.xml"/><Relationship Id="rId161" Type="http://schemas.openxmlformats.org/officeDocument/2006/relationships/customXml" Target="../ink/ink1108.xml"/><Relationship Id="rId217" Type="http://schemas.openxmlformats.org/officeDocument/2006/relationships/image" Target="../media/image840.png"/><Relationship Id="rId259" Type="http://schemas.openxmlformats.org/officeDocument/2006/relationships/image" Target="../media/image861.png"/><Relationship Id="rId23" Type="http://schemas.openxmlformats.org/officeDocument/2006/relationships/image" Target="../media/image750.png"/><Relationship Id="rId119" Type="http://schemas.openxmlformats.org/officeDocument/2006/relationships/image" Target="../media/image798.png"/><Relationship Id="rId270" Type="http://schemas.openxmlformats.org/officeDocument/2006/relationships/customXml" Target="../ink/ink1164.xml"/><Relationship Id="rId326" Type="http://schemas.openxmlformats.org/officeDocument/2006/relationships/customXml" Target="../ink/ink1192.xml"/><Relationship Id="rId65" Type="http://schemas.openxmlformats.org/officeDocument/2006/relationships/image" Target="../media/image771.png"/><Relationship Id="rId130" Type="http://schemas.openxmlformats.org/officeDocument/2006/relationships/customXml" Target="../ink/ink1092.xml"/><Relationship Id="rId172" Type="http://schemas.openxmlformats.org/officeDocument/2006/relationships/customXml" Target="../ink/ink1115.xml"/><Relationship Id="rId228" Type="http://schemas.openxmlformats.org/officeDocument/2006/relationships/customXml" Target="../ink/ink1143.xml"/><Relationship Id="rId281" Type="http://schemas.openxmlformats.org/officeDocument/2006/relationships/image" Target="../media/image872.png"/><Relationship Id="rId337" Type="http://schemas.openxmlformats.org/officeDocument/2006/relationships/customXml" Target="../ink/ink1198.xml"/><Relationship Id="rId34" Type="http://schemas.openxmlformats.org/officeDocument/2006/relationships/customXml" Target="../ink/ink1044.xml"/><Relationship Id="rId76" Type="http://schemas.openxmlformats.org/officeDocument/2006/relationships/customXml" Target="../ink/ink1065.xml"/><Relationship Id="rId141" Type="http://schemas.openxmlformats.org/officeDocument/2006/relationships/image" Target="../media/image809.png"/><Relationship Id="rId7" Type="http://schemas.openxmlformats.org/officeDocument/2006/relationships/image" Target="../media/image742.png"/><Relationship Id="rId183" Type="http://schemas.openxmlformats.org/officeDocument/2006/relationships/image" Target="../media/image823.png"/><Relationship Id="rId239" Type="http://schemas.openxmlformats.org/officeDocument/2006/relationships/image" Target="../media/image851.png"/><Relationship Id="rId250" Type="http://schemas.openxmlformats.org/officeDocument/2006/relationships/customXml" Target="../ink/ink1154.xml"/><Relationship Id="rId292" Type="http://schemas.openxmlformats.org/officeDocument/2006/relationships/customXml" Target="../ink/ink1175.xml"/><Relationship Id="rId306" Type="http://schemas.openxmlformats.org/officeDocument/2006/relationships/customXml" Target="../ink/ink1182.xml"/><Relationship Id="rId45" Type="http://schemas.openxmlformats.org/officeDocument/2006/relationships/image" Target="../media/image761.png"/><Relationship Id="rId87" Type="http://schemas.openxmlformats.org/officeDocument/2006/relationships/image" Target="../media/image782.png"/><Relationship Id="rId110" Type="http://schemas.openxmlformats.org/officeDocument/2006/relationships/customXml" Target="../ink/ink1082.xml"/><Relationship Id="rId152" Type="http://schemas.openxmlformats.org/officeDocument/2006/relationships/customXml" Target="../ink/ink1103.xml"/><Relationship Id="rId194" Type="http://schemas.openxmlformats.org/officeDocument/2006/relationships/customXml" Target="../ink/ink1126.xml"/><Relationship Id="rId208" Type="http://schemas.openxmlformats.org/officeDocument/2006/relationships/customXml" Target="../ink/ink1133.xml"/><Relationship Id="rId240" Type="http://schemas.openxmlformats.org/officeDocument/2006/relationships/customXml" Target="../ink/ink1149.xml"/><Relationship Id="rId261" Type="http://schemas.openxmlformats.org/officeDocument/2006/relationships/image" Target="../media/image862.png"/><Relationship Id="rId14" Type="http://schemas.openxmlformats.org/officeDocument/2006/relationships/customXml" Target="../ink/ink1034.xml"/><Relationship Id="rId35" Type="http://schemas.openxmlformats.org/officeDocument/2006/relationships/image" Target="../media/image756.png"/><Relationship Id="rId56" Type="http://schemas.openxmlformats.org/officeDocument/2006/relationships/customXml" Target="../ink/ink1055.xml"/><Relationship Id="rId77" Type="http://schemas.openxmlformats.org/officeDocument/2006/relationships/image" Target="../media/image777.png"/><Relationship Id="rId100" Type="http://schemas.openxmlformats.org/officeDocument/2006/relationships/customXml" Target="../ink/ink1077.xml"/><Relationship Id="rId282" Type="http://schemas.openxmlformats.org/officeDocument/2006/relationships/customXml" Target="../ink/ink1170.xml"/><Relationship Id="rId317" Type="http://schemas.openxmlformats.org/officeDocument/2006/relationships/image" Target="../media/image890.png"/><Relationship Id="rId338" Type="http://schemas.openxmlformats.org/officeDocument/2006/relationships/image" Target="../media/image900.png"/><Relationship Id="rId8" Type="http://schemas.openxmlformats.org/officeDocument/2006/relationships/customXml" Target="../ink/ink1031.xml"/><Relationship Id="rId98" Type="http://schemas.openxmlformats.org/officeDocument/2006/relationships/customXml" Target="../ink/ink1076.xml"/><Relationship Id="rId121" Type="http://schemas.openxmlformats.org/officeDocument/2006/relationships/image" Target="../media/image799.png"/><Relationship Id="rId142" Type="http://schemas.openxmlformats.org/officeDocument/2006/relationships/customXml" Target="../ink/ink1098.xml"/><Relationship Id="rId163" Type="http://schemas.openxmlformats.org/officeDocument/2006/relationships/image" Target="../media/image732.png"/><Relationship Id="rId184" Type="http://schemas.openxmlformats.org/officeDocument/2006/relationships/customXml" Target="../ink/ink1121.xml"/><Relationship Id="rId219" Type="http://schemas.openxmlformats.org/officeDocument/2006/relationships/image" Target="../media/image841.png"/><Relationship Id="rId230" Type="http://schemas.openxmlformats.org/officeDocument/2006/relationships/customXml" Target="../ink/ink1144.xml"/><Relationship Id="rId251" Type="http://schemas.openxmlformats.org/officeDocument/2006/relationships/image" Target="../media/image857.png"/><Relationship Id="rId25" Type="http://schemas.openxmlformats.org/officeDocument/2006/relationships/image" Target="../media/image751.png"/><Relationship Id="rId46" Type="http://schemas.openxmlformats.org/officeDocument/2006/relationships/customXml" Target="../ink/ink1050.xml"/><Relationship Id="rId67" Type="http://schemas.openxmlformats.org/officeDocument/2006/relationships/image" Target="../media/image772.png"/><Relationship Id="rId272" Type="http://schemas.openxmlformats.org/officeDocument/2006/relationships/customXml" Target="../ink/ink1165.xml"/><Relationship Id="rId293" Type="http://schemas.openxmlformats.org/officeDocument/2006/relationships/image" Target="../media/image878.png"/><Relationship Id="rId307" Type="http://schemas.openxmlformats.org/officeDocument/2006/relationships/image" Target="../media/image885.png"/><Relationship Id="rId328" Type="http://schemas.openxmlformats.org/officeDocument/2006/relationships/customXml" Target="../ink/ink1193.xml"/><Relationship Id="rId88" Type="http://schemas.openxmlformats.org/officeDocument/2006/relationships/customXml" Target="../ink/ink1071.xml"/><Relationship Id="rId111" Type="http://schemas.openxmlformats.org/officeDocument/2006/relationships/image" Target="../media/image794.png"/><Relationship Id="rId132" Type="http://schemas.openxmlformats.org/officeDocument/2006/relationships/customXml" Target="../ink/ink1093.xml"/><Relationship Id="rId153" Type="http://schemas.openxmlformats.org/officeDocument/2006/relationships/customXml" Target="../ink/ink1104.xml"/><Relationship Id="rId174" Type="http://schemas.openxmlformats.org/officeDocument/2006/relationships/customXml" Target="../ink/ink1116.xml"/><Relationship Id="rId195" Type="http://schemas.openxmlformats.org/officeDocument/2006/relationships/image" Target="../media/image829.png"/><Relationship Id="rId209" Type="http://schemas.openxmlformats.org/officeDocument/2006/relationships/image" Target="../media/image836.png"/><Relationship Id="rId220" Type="http://schemas.openxmlformats.org/officeDocument/2006/relationships/customXml" Target="../ink/ink1139.xml"/><Relationship Id="rId241" Type="http://schemas.openxmlformats.org/officeDocument/2006/relationships/image" Target="../media/image852.png"/><Relationship Id="rId15" Type="http://schemas.openxmlformats.org/officeDocument/2006/relationships/image" Target="../media/image746.png"/><Relationship Id="rId36" Type="http://schemas.openxmlformats.org/officeDocument/2006/relationships/customXml" Target="../ink/ink1045.xml"/><Relationship Id="rId57" Type="http://schemas.openxmlformats.org/officeDocument/2006/relationships/image" Target="../media/image767.png"/><Relationship Id="rId262" Type="http://schemas.openxmlformats.org/officeDocument/2006/relationships/customXml" Target="../ink/ink1160.xml"/><Relationship Id="rId283" Type="http://schemas.openxmlformats.org/officeDocument/2006/relationships/image" Target="../media/image873.png"/><Relationship Id="rId318" Type="http://schemas.openxmlformats.org/officeDocument/2006/relationships/customXml" Target="../ink/ink1188.xml"/><Relationship Id="rId339" Type="http://schemas.openxmlformats.org/officeDocument/2006/relationships/customXml" Target="../ink/ink1199.xml"/><Relationship Id="rId78" Type="http://schemas.openxmlformats.org/officeDocument/2006/relationships/customXml" Target="../ink/ink1066.xml"/><Relationship Id="rId99" Type="http://schemas.openxmlformats.org/officeDocument/2006/relationships/image" Target="../media/image788.png"/><Relationship Id="rId101" Type="http://schemas.openxmlformats.org/officeDocument/2006/relationships/image" Target="../media/image789.png"/><Relationship Id="rId122" Type="http://schemas.openxmlformats.org/officeDocument/2006/relationships/customXml" Target="../ink/ink1088.xml"/><Relationship Id="rId143" Type="http://schemas.openxmlformats.org/officeDocument/2006/relationships/image" Target="../media/image314.png"/><Relationship Id="rId164" Type="http://schemas.openxmlformats.org/officeDocument/2006/relationships/customXml" Target="../ink/ink1110.xml"/><Relationship Id="rId185" Type="http://schemas.openxmlformats.org/officeDocument/2006/relationships/image" Target="../media/image824.png"/><Relationship Id="rId9" Type="http://schemas.openxmlformats.org/officeDocument/2006/relationships/image" Target="../media/image743.png"/><Relationship Id="rId210" Type="http://schemas.openxmlformats.org/officeDocument/2006/relationships/customXml" Target="../ink/ink1134.xml"/><Relationship Id="rId26" Type="http://schemas.openxmlformats.org/officeDocument/2006/relationships/customXml" Target="../ink/ink1040.xml"/><Relationship Id="rId231" Type="http://schemas.openxmlformats.org/officeDocument/2006/relationships/image" Target="../media/image847.png"/><Relationship Id="rId252" Type="http://schemas.openxmlformats.org/officeDocument/2006/relationships/customXml" Target="../ink/ink1155.xml"/><Relationship Id="rId273" Type="http://schemas.openxmlformats.org/officeDocument/2006/relationships/image" Target="../media/image868.png"/><Relationship Id="rId294" Type="http://schemas.openxmlformats.org/officeDocument/2006/relationships/customXml" Target="../ink/ink1176.xml"/><Relationship Id="rId308" Type="http://schemas.openxmlformats.org/officeDocument/2006/relationships/customXml" Target="../ink/ink1183.xml"/><Relationship Id="rId329" Type="http://schemas.openxmlformats.org/officeDocument/2006/relationships/customXml" Target="../ink/ink1194.xml"/><Relationship Id="rId47" Type="http://schemas.openxmlformats.org/officeDocument/2006/relationships/image" Target="../media/image762.png"/><Relationship Id="rId68" Type="http://schemas.openxmlformats.org/officeDocument/2006/relationships/customXml" Target="../ink/ink1061.xml"/><Relationship Id="rId89" Type="http://schemas.openxmlformats.org/officeDocument/2006/relationships/image" Target="../media/image783.png"/><Relationship Id="rId112" Type="http://schemas.openxmlformats.org/officeDocument/2006/relationships/customXml" Target="../ink/ink1083.xml"/><Relationship Id="rId133" Type="http://schemas.openxmlformats.org/officeDocument/2006/relationships/image" Target="../media/image805.png"/><Relationship Id="rId154" Type="http://schemas.openxmlformats.org/officeDocument/2006/relationships/image" Target="../media/image315.png"/><Relationship Id="rId175" Type="http://schemas.openxmlformats.org/officeDocument/2006/relationships/image" Target="../media/image819.png"/><Relationship Id="rId340" Type="http://schemas.openxmlformats.org/officeDocument/2006/relationships/image" Target="../media/image901.png"/><Relationship Id="rId196" Type="http://schemas.openxmlformats.org/officeDocument/2006/relationships/customXml" Target="../ink/ink1127.xml"/><Relationship Id="rId200" Type="http://schemas.openxmlformats.org/officeDocument/2006/relationships/customXml" Target="../ink/ink1129.xml"/><Relationship Id="rId16" Type="http://schemas.openxmlformats.org/officeDocument/2006/relationships/customXml" Target="../ink/ink1035.xml"/><Relationship Id="rId221" Type="http://schemas.openxmlformats.org/officeDocument/2006/relationships/image" Target="../media/image842.png"/><Relationship Id="rId242" Type="http://schemas.openxmlformats.org/officeDocument/2006/relationships/customXml" Target="../ink/ink1150.xml"/><Relationship Id="rId263" Type="http://schemas.openxmlformats.org/officeDocument/2006/relationships/image" Target="../media/image863.png"/><Relationship Id="rId284" Type="http://schemas.openxmlformats.org/officeDocument/2006/relationships/customXml" Target="../ink/ink1171.xml"/><Relationship Id="rId319" Type="http://schemas.openxmlformats.org/officeDocument/2006/relationships/image" Target="../media/image891.png"/><Relationship Id="rId37" Type="http://schemas.openxmlformats.org/officeDocument/2006/relationships/image" Target="../media/image757.png"/><Relationship Id="rId58" Type="http://schemas.openxmlformats.org/officeDocument/2006/relationships/customXml" Target="../ink/ink1056.xml"/><Relationship Id="rId79" Type="http://schemas.openxmlformats.org/officeDocument/2006/relationships/image" Target="../media/image778.png"/><Relationship Id="rId102" Type="http://schemas.openxmlformats.org/officeDocument/2006/relationships/customXml" Target="../ink/ink1078.xml"/><Relationship Id="rId123" Type="http://schemas.openxmlformats.org/officeDocument/2006/relationships/image" Target="../media/image800.png"/><Relationship Id="rId144" Type="http://schemas.openxmlformats.org/officeDocument/2006/relationships/customXml" Target="../ink/ink1099.xml"/><Relationship Id="rId330" Type="http://schemas.openxmlformats.org/officeDocument/2006/relationships/image" Target="../media/image896.png"/><Relationship Id="rId90" Type="http://schemas.openxmlformats.org/officeDocument/2006/relationships/customXml" Target="../ink/ink1072.xml"/><Relationship Id="rId165" Type="http://schemas.openxmlformats.org/officeDocument/2006/relationships/customXml" Target="../ink/ink1111.xml"/><Relationship Id="rId186" Type="http://schemas.openxmlformats.org/officeDocument/2006/relationships/customXml" Target="../ink/ink1122.xml"/><Relationship Id="rId211" Type="http://schemas.openxmlformats.org/officeDocument/2006/relationships/image" Target="../media/image837.png"/><Relationship Id="rId232" Type="http://schemas.openxmlformats.org/officeDocument/2006/relationships/customXml" Target="../ink/ink1145.xml"/><Relationship Id="rId253" Type="http://schemas.openxmlformats.org/officeDocument/2006/relationships/image" Target="../media/image858.png"/><Relationship Id="rId274" Type="http://schemas.openxmlformats.org/officeDocument/2006/relationships/customXml" Target="../ink/ink1166.xml"/><Relationship Id="rId295" Type="http://schemas.openxmlformats.org/officeDocument/2006/relationships/image" Target="../media/image879.png"/><Relationship Id="rId309" Type="http://schemas.openxmlformats.org/officeDocument/2006/relationships/image" Target="../media/image886.png"/><Relationship Id="rId27" Type="http://schemas.openxmlformats.org/officeDocument/2006/relationships/image" Target="../media/image752.png"/><Relationship Id="rId48" Type="http://schemas.openxmlformats.org/officeDocument/2006/relationships/customXml" Target="../ink/ink1051.xml"/><Relationship Id="rId69" Type="http://schemas.openxmlformats.org/officeDocument/2006/relationships/image" Target="../media/image773.png"/><Relationship Id="rId113" Type="http://schemas.openxmlformats.org/officeDocument/2006/relationships/image" Target="../media/image795.png"/><Relationship Id="rId134" Type="http://schemas.openxmlformats.org/officeDocument/2006/relationships/customXml" Target="../ink/ink1094.xml"/><Relationship Id="rId320" Type="http://schemas.openxmlformats.org/officeDocument/2006/relationships/customXml" Target="../ink/ink1189.xml"/><Relationship Id="rId80" Type="http://schemas.openxmlformats.org/officeDocument/2006/relationships/customXml" Target="../ink/ink1067.xml"/><Relationship Id="rId155" Type="http://schemas.openxmlformats.org/officeDocument/2006/relationships/customXml" Target="../ink/ink1105.xml"/><Relationship Id="rId176" Type="http://schemas.openxmlformats.org/officeDocument/2006/relationships/customXml" Target="../ink/ink1117.xml"/><Relationship Id="rId197" Type="http://schemas.openxmlformats.org/officeDocument/2006/relationships/image" Target="../media/image830.png"/><Relationship Id="rId341" Type="http://schemas.openxmlformats.org/officeDocument/2006/relationships/customXml" Target="../ink/ink1200.xml"/><Relationship Id="rId201" Type="http://schemas.openxmlformats.org/officeDocument/2006/relationships/image" Target="../media/image832.png"/><Relationship Id="rId222" Type="http://schemas.openxmlformats.org/officeDocument/2006/relationships/customXml" Target="../ink/ink1140.xml"/><Relationship Id="rId243" Type="http://schemas.openxmlformats.org/officeDocument/2006/relationships/image" Target="../media/image853.png"/><Relationship Id="rId264" Type="http://schemas.openxmlformats.org/officeDocument/2006/relationships/customXml" Target="../ink/ink1161.xml"/><Relationship Id="rId285" Type="http://schemas.openxmlformats.org/officeDocument/2006/relationships/image" Target="../media/image874.png"/><Relationship Id="rId17" Type="http://schemas.openxmlformats.org/officeDocument/2006/relationships/image" Target="../media/image747.png"/><Relationship Id="rId38" Type="http://schemas.openxmlformats.org/officeDocument/2006/relationships/customXml" Target="../ink/ink1046.xml"/><Relationship Id="rId59" Type="http://schemas.openxmlformats.org/officeDocument/2006/relationships/image" Target="../media/image768.png"/><Relationship Id="rId103" Type="http://schemas.openxmlformats.org/officeDocument/2006/relationships/image" Target="../media/image790.png"/><Relationship Id="rId124" Type="http://schemas.openxmlformats.org/officeDocument/2006/relationships/customXml" Target="../ink/ink1089.xml"/><Relationship Id="rId310" Type="http://schemas.openxmlformats.org/officeDocument/2006/relationships/customXml" Target="../ink/ink1184.xml"/><Relationship Id="rId70" Type="http://schemas.openxmlformats.org/officeDocument/2006/relationships/customXml" Target="../ink/ink1062.xml"/><Relationship Id="rId91" Type="http://schemas.openxmlformats.org/officeDocument/2006/relationships/image" Target="../media/image784.png"/><Relationship Id="rId145" Type="http://schemas.openxmlformats.org/officeDocument/2006/relationships/image" Target="../media/image615.png"/><Relationship Id="rId166" Type="http://schemas.openxmlformats.org/officeDocument/2006/relationships/customXml" Target="../ink/ink1112.xml"/><Relationship Id="rId187" Type="http://schemas.openxmlformats.org/officeDocument/2006/relationships/image" Target="../media/image825.png"/><Relationship Id="rId331" Type="http://schemas.openxmlformats.org/officeDocument/2006/relationships/customXml" Target="../ink/ink1195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35.xml"/><Relationship Id="rId233" Type="http://schemas.openxmlformats.org/officeDocument/2006/relationships/image" Target="../media/image848.png"/><Relationship Id="rId254" Type="http://schemas.openxmlformats.org/officeDocument/2006/relationships/customXml" Target="../ink/ink1156.xml"/><Relationship Id="rId28" Type="http://schemas.openxmlformats.org/officeDocument/2006/relationships/customXml" Target="../ink/ink1041.xml"/><Relationship Id="rId49" Type="http://schemas.openxmlformats.org/officeDocument/2006/relationships/image" Target="../media/image763.png"/><Relationship Id="rId114" Type="http://schemas.openxmlformats.org/officeDocument/2006/relationships/customXml" Target="../ink/ink1084.xml"/><Relationship Id="rId275" Type="http://schemas.openxmlformats.org/officeDocument/2006/relationships/image" Target="../media/image869.png"/><Relationship Id="rId296" Type="http://schemas.openxmlformats.org/officeDocument/2006/relationships/customXml" Target="../ink/ink1177.xml"/><Relationship Id="rId300" Type="http://schemas.openxmlformats.org/officeDocument/2006/relationships/customXml" Target="../ink/ink1179.xml"/><Relationship Id="rId60" Type="http://schemas.openxmlformats.org/officeDocument/2006/relationships/customXml" Target="../ink/ink1057.xml"/><Relationship Id="rId81" Type="http://schemas.openxmlformats.org/officeDocument/2006/relationships/image" Target="../media/image779.png"/><Relationship Id="rId135" Type="http://schemas.openxmlformats.org/officeDocument/2006/relationships/image" Target="../media/image806.png"/><Relationship Id="rId156" Type="http://schemas.openxmlformats.org/officeDocument/2006/relationships/image" Target="../media/image813.png"/><Relationship Id="rId177" Type="http://schemas.openxmlformats.org/officeDocument/2006/relationships/image" Target="../media/image820.png"/><Relationship Id="rId198" Type="http://schemas.openxmlformats.org/officeDocument/2006/relationships/customXml" Target="../ink/ink1128.xml"/><Relationship Id="rId321" Type="http://schemas.openxmlformats.org/officeDocument/2006/relationships/image" Target="../media/image892.png"/><Relationship Id="rId342" Type="http://schemas.openxmlformats.org/officeDocument/2006/relationships/image" Target="../media/image902.png"/><Relationship Id="rId202" Type="http://schemas.openxmlformats.org/officeDocument/2006/relationships/customXml" Target="../ink/ink1130.xml"/><Relationship Id="rId223" Type="http://schemas.openxmlformats.org/officeDocument/2006/relationships/image" Target="../media/image843.png"/><Relationship Id="rId244" Type="http://schemas.openxmlformats.org/officeDocument/2006/relationships/customXml" Target="../ink/ink1151.xml"/><Relationship Id="rId18" Type="http://schemas.openxmlformats.org/officeDocument/2006/relationships/customXml" Target="../ink/ink1036.xml"/><Relationship Id="rId39" Type="http://schemas.openxmlformats.org/officeDocument/2006/relationships/image" Target="../media/image758.png"/><Relationship Id="rId265" Type="http://schemas.openxmlformats.org/officeDocument/2006/relationships/image" Target="../media/image864.png"/><Relationship Id="rId286" Type="http://schemas.openxmlformats.org/officeDocument/2006/relationships/customXml" Target="../ink/ink1172.xml"/><Relationship Id="rId50" Type="http://schemas.openxmlformats.org/officeDocument/2006/relationships/customXml" Target="../ink/ink1052.xml"/><Relationship Id="rId104" Type="http://schemas.openxmlformats.org/officeDocument/2006/relationships/customXml" Target="../ink/ink1079.xml"/><Relationship Id="rId125" Type="http://schemas.openxmlformats.org/officeDocument/2006/relationships/image" Target="../media/image801.png"/><Relationship Id="rId146" Type="http://schemas.openxmlformats.org/officeDocument/2006/relationships/customXml" Target="../ink/ink1100.xml"/><Relationship Id="rId167" Type="http://schemas.openxmlformats.org/officeDocument/2006/relationships/image" Target="../media/image305.png"/><Relationship Id="rId188" Type="http://schemas.openxmlformats.org/officeDocument/2006/relationships/customXml" Target="../ink/ink1123.xml"/><Relationship Id="rId311" Type="http://schemas.openxmlformats.org/officeDocument/2006/relationships/image" Target="../media/image887.png"/><Relationship Id="rId332" Type="http://schemas.openxmlformats.org/officeDocument/2006/relationships/image" Target="../media/image897.png"/><Relationship Id="rId71" Type="http://schemas.openxmlformats.org/officeDocument/2006/relationships/image" Target="../media/image774.png"/><Relationship Id="rId92" Type="http://schemas.openxmlformats.org/officeDocument/2006/relationships/customXml" Target="../ink/ink1073.xml"/><Relationship Id="rId213" Type="http://schemas.openxmlformats.org/officeDocument/2006/relationships/image" Target="../media/image838.png"/><Relationship Id="rId234" Type="http://schemas.openxmlformats.org/officeDocument/2006/relationships/customXml" Target="../ink/ink1146.xml"/><Relationship Id="rId2" Type="http://schemas.openxmlformats.org/officeDocument/2006/relationships/customXml" Target="../ink/ink1028.xml"/><Relationship Id="rId29" Type="http://schemas.openxmlformats.org/officeDocument/2006/relationships/image" Target="../media/image753.png"/><Relationship Id="rId255" Type="http://schemas.openxmlformats.org/officeDocument/2006/relationships/image" Target="../media/image859.png"/><Relationship Id="rId276" Type="http://schemas.openxmlformats.org/officeDocument/2006/relationships/customXml" Target="../ink/ink1167.xml"/><Relationship Id="rId297" Type="http://schemas.openxmlformats.org/officeDocument/2006/relationships/image" Target="../media/image880.png"/><Relationship Id="rId40" Type="http://schemas.openxmlformats.org/officeDocument/2006/relationships/customXml" Target="../ink/ink1047.xml"/><Relationship Id="rId115" Type="http://schemas.openxmlformats.org/officeDocument/2006/relationships/image" Target="../media/image796.png"/><Relationship Id="rId136" Type="http://schemas.openxmlformats.org/officeDocument/2006/relationships/customXml" Target="../ink/ink1095.xml"/><Relationship Id="rId157" Type="http://schemas.openxmlformats.org/officeDocument/2006/relationships/customXml" Target="../ink/ink1106.xml"/><Relationship Id="rId178" Type="http://schemas.openxmlformats.org/officeDocument/2006/relationships/customXml" Target="../ink/ink1118.xml"/><Relationship Id="rId301" Type="http://schemas.openxmlformats.org/officeDocument/2006/relationships/image" Target="../media/image882.png"/><Relationship Id="rId322" Type="http://schemas.openxmlformats.org/officeDocument/2006/relationships/customXml" Target="../ink/ink1190.xml"/><Relationship Id="rId61" Type="http://schemas.openxmlformats.org/officeDocument/2006/relationships/image" Target="../media/image769.png"/><Relationship Id="rId82" Type="http://schemas.openxmlformats.org/officeDocument/2006/relationships/customXml" Target="../ink/ink1068.xml"/><Relationship Id="rId199" Type="http://schemas.openxmlformats.org/officeDocument/2006/relationships/image" Target="../media/image831.png"/><Relationship Id="rId203" Type="http://schemas.openxmlformats.org/officeDocument/2006/relationships/image" Target="../media/image833.png"/><Relationship Id="rId19" Type="http://schemas.openxmlformats.org/officeDocument/2006/relationships/image" Target="../media/image748.png"/><Relationship Id="rId224" Type="http://schemas.openxmlformats.org/officeDocument/2006/relationships/customXml" Target="../ink/ink1141.xml"/><Relationship Id="rId245" Type="http://schemas.openxmlformats.org/officeDocument/2006/relationships/image" Target="../media/image854.png"/><Relationship Id="rId266" Type="http://schemas.openxmlformats.org/officeDocument/2006/relationships/customXml" Target="../ink/ink1162.xml"/><Relationship Id="rId287" Type="http://schemas.openxmlformats.org/officeDocument/2006/relationships/image" Target="../media/image875.png"/><Relationship Id="rId30" Type="http://schemas.openxmlformats.org/officeDocument/2006/relationships/customXml" Target="../ink/ink1042.xml"/><Relationship Id="rId105" Type="http://schemas.openxmlformats.org/officeDocument/2006/relationships/image" Target="../media/image791.png"/><Relationship Id="rId126" Type="http://schemas.openxmlformats.org/officeDocument/2006/relationships/customXml" Target="../ink/ink1090.xml"/><Relationship Id="rId147" Type="http://schemas.openxmlformats.org/officeDocument/2006/relationships/image" Target="../media/image810.png"/><Relationship Id="rId168" Type="http://schemas.openxmlformats.org/officeDocument/2006/relationships/customXml" Target="../ink/ink1113.xml"/><Relationship Id="rId312" Type="http://schemas.openxmlformats.org/officeDocument/2006/relationships/customXml" Target="../ink/ink1185.xml"/><Relationship Id="rId333" Type="http://schemas.openxmlformats.org/officeDocument/2006/relationships/customXml" Target="../ink/ink1196.xml"/><Relationship Id="rId51" Type="http://schemas.openxmlformats.org/officeDocument/2006/relationships/image" Target="../media/image764.png"/><Relationship Id="rId72" Type="http://schemas.openxmlformats.org/officeDocument/2006/relationships/customXml" Target="../ink/ink1063.xml"/><Relationship Id="rId93" Type="http://schemas.openxmlformats.org/officeDocument/2006/relationships/image" Target="../media/image785.png"/><Relationship Id="rId189" Type="http://schemas.openxmlformats.org/officeDocument/2006/relationships/image" Target="../media/image826.png"/><Relationship Id="rId3" Type="http://schemas.openxmlformats.org/officeDocument/2006/relationships/image" Target="../media/image740.png"/><Relationship Id="rId214" Type="http://schemas.openxmlformats.org/officeDocument/2006/relationships/customXml" Target="../ink/ink1136.xml"/><Relationship Id="rId235" Type="http://schemas.openxmlformats.org/officeDocument/2006/relationships/image" Target="../media/image849.png"/><Relationship Id="rId256" Type="http://schemas.openxmlformats.org/officeDocument/2006/relationships/customXml" Target="../ink/ink1157.xml"/><Relationship Id="rId277" Type="http://schemas.openxmlformats.org/officeDocument/2006/relationships/image" Target="../media/image870.png"/><Relationship Id="rId298" Type="http://schemas.openxmlformats.org/officeDocument/2006/relationships/customXml" Target="../ink/ink1178.xml"/><Relationship Id="rId116" Type="http://schemas.openxmlformats.org/officeDocument/2006/relationships/customXml" Target="../ink/ink1085.xml"/><Relationship Id="rId137" Type="http://schemas.openxmlformats.org/officeDocument/2006/relationships/image" Target="../media/image807.png"/><Relationship Id="rId158" Type="http://schemas.openxmlformats.org/officeDocument/2006/relationships/image" Target="../media/image814.png"/><Relationship Id="rId302" Type="http://schemas.openxmlformats.org/officeDocument/2006/relationships/customXml" Target="../ink/ink1180.xml"/><Relationship Id="rId323" Type="http://schemas.openxmlformats.org/officeDocument/2006/relationships/image" Target="../media/image893.png"/><Relationship Id="rId20" Type="http://schemas.openxmlformats.org/officeDocument/2006/relationships/customXml" Target="../ink/ink1037.xml"/><Relationship Id="rId41" Type="http://schemas.openxmlformats.org/officeDocument/2006/relationships/image" Target="../media/image759.png"/><Relationship Id="rId62" Type="http://schemas.openxmlformats.org/officeDocument/2006/relationships/customXml" Target="../ink/ink1058.xml"/><Relationship Id="rId83" Type="http://schemas.openxmlformats.org/officeDocument/2006/relationships/image" Target="../media/image780.png"/><Relationship Id="rId179" Type="http://schemas.openxmlformats.org/officeDocument/2006/relationships/image" Target="../media/image821.png"/><Relationship Id="rId190" Type="http://schemas.openxmlformats.org/officeDocument/2006/relationships/customXml" Target="../ink/ink1124.xml"/><Relationship Id="rId204" Type="http://schemas.openxmlformats.org/officeDocument/2006/relationships/customXml" Target="../ink/ink1131.xml"/><Relationship Id="rId225" Type="http://schemas.openxmlformats.org/officeDocument/2006/relationships/image" Target="../media/image844.png"/><Relationship Id="rId246" Type="http://schemas.openxmlformats.org/officeDocument/2006/relationships/customXml" Target="../ink/ink1152.xml"/><Relationship Id="rId267" Type="http://schemas.openxmlformats.org/officeDocument/2006/relationships/image" Target="../media/image865.png"/><Relationship Id="rId288" Type="http://schemas.openxmlformats.org/officeDocument/2006/relationships/customXml" Target="../ink/ink1173.xml"/><Relationship Id="rId106" Type="http://schemas.openxmlformats.org/officeDocument/2006/relationships/customXml" Target="../ink/ink1080.xml"/><Relationship Id="rId127" Type="http://schemas.openxmlformats.org/officeDocument/2006/relationships/image" Target="../media/image802.png"/><Relationship Id="rId313" Type="http://schemas.openxmlformats.org/officeDocument/2006/relationships/image" Target="../media/image888.png"/><Relationship Id="rId10" Type="http://schemas.openxmlformats.org/officeDocument/2006/relationships/customXml" Target="../ink/ink1032.xml"/><Relationship Id="rId31" Type="http://schemas.openxmlformats.org/officeDocument/2006/relationships/image" Target="../media/image754.png"/><Relationship Id="rId52" Type="http://schemas.openxmlformats.org/officeDocument/2006/relationships/customXml" Target="../ink/ink1053.xml"/><Relationship Id="rId73" Type="http://schemas.openxmlformats.org/officeDocument/2006/relationships/image" Target="../media/image775.png"/><Relationship Id="rId94" Type="http://schemas.openxmlformats.org/officeDocument/2006/relationships/customXml" Target="../ink/ink1074.xml"/><Relationship Id="rId148" Type="http://schemas.openxmlformats.org/officeDocument/2006/relationships/customXml" Target="../ink/ink1101.xml"/><Relationship Id="rId169" Type="http://schemas.openxmlformats.org/officeDocument/2006/relationships/image" Target="../media/image816.png"/><Relationship Id="rId334" Type="http://schemas.openxmlformats.org/officeDocument/2006/relationships/image" Target="../media/image898.png"/><Relationship Id="rId4" Type="http://schemas.openxmlformats.org/officeDocument/2006/relationships/customXml" Target="../ink/ink1029.xml"/><Relationship Id="rId180" Type="http://schemas.openxmlformats.org/officeDocument/2006/relationships/customXml" Target="../ink/ink1119.xml"/><Relationship Id="rId215" Type="http://schemas.openxmlformats.org/officeDocument/2006/relationships/image" Target="../media/image839.png"/><Relationship Id="rId236" Type="http://schemas.openxmlformats.org/officeDocument/2006/relationships/customXml" Target="../ink/ink1147.xml"/><Relationship Id="rId257" Type="http://schemas.openxmlformats.org/officeDocument/2006/relationships/image" Target="../media/image860.png"/><Relationship Id="rId278" Type="http://schemas.openxmlformats.org/officeDocument/2006/relationships/customXml" Target="../ink/ink1168.xml"/><Relationship Id="rId303" Type="http://schemas.openxmlformats.org/officeDocument/2006/relationships/image" Target="../media/image883.png"/><Relationship Id="rId42" Type="http://schemas.openxmlformats.org/officeDocument/2006/relationships/customXml" Target="../ink/ink1048.xml"/><Relationship Id="rId84" Type="http://schemas.openxmlformats.org/officeDocument/2006/relationships/customXml" Target="../ink/ink1069.xml"/><Relationship Id="rId138" Type="http://schemas.openxmlformats.org/officeDocument/2006/relationships/customXml" Target="../ink/ink1096.xml"/><Relationship Id="rId191" Type="http://schemas.openxmlformats.org/officeDocument/2006/relationships/image" Target="../media/image827.png"/><Relationship Id="rId205" Type="http://schemas.openxmlformats.org/officeDocument/2006/relationships/image" Target="../media/image834.png"/><Relationship Id="rId247" Type="http://schemas.openxmlformats.org/officeDocument/2006/relationships/image" Target="../media/image855.png"/><Relationship Id="rId107" Type="http://schemas.openxmlformats.org/officeDocument/2006/relationships/image" Target="../media/image792.png"/><Relationship Id="rId289" Type="http://schemas.openxmlformats.org/officeDocument/2006/relationships/image" Target="../media/image876.png"/><Relationship Id="rId11" Type="http://schemas.openxmlformats.org/officeDocument/2006/relationships/image" Target="../media/image744.png"/><Relationship Id="rId53" Type="http://schemas.openxmlformats.org/officeDocument/2006/relationships/image" Target="../media/image765.png"/><Relationship Id="rId149" Type="http://schemas.openxmlformats.org/officeDocument/2006/relationships/image" Target="../media/image811.png"/><Relationship Id="rId314" Type="http://schemas.openxmlformats.org/officeDocument/2006/relationships/customXml" Target="../ink/ink1186.xml"/><Relationship Id="rId95" Type="http://schemas.openxmlformats.org/officeDocument/2006/relationships/image" Target="../media/image786.png"/><Relationship Id="rId160" Type="http://schemas.openxmlformats.org/officeDocument/2006/relationships/image" Target="../media/image815.png"/><Relationship Id="rId216" Type="http://schemas.openxmlformats.org/officeDocument/2006/relationships/customXml" Target="../ink/ink1137.xml"/><Relationship Id="rId258" Type="http://schemas.openxmlformats.org/officeDocument/2006/relationships/customXml" Target="../ink/ink1158.xml"/><Relationship Id="rId22" Type="http://schemas.openxmlformats.org/officeDocument/2006/relationships/customXml" Target="../ink/ink1038.xml"/><Relationship Id="rId64" Type="http://schemas.openxmlformats.org/officeDocument/2006/relationships/customXml" Target="../ink/ink1059.xml"/><Relationship Id="rId118" Type="http://schemas.openxmlformats.org/officeDocument/2006/relationships/customXml" Target="../ink/ink1086.xml"/><Relationship Id="rId325" Type="http://schemas.openxmlformats.org/officeDocument/2006/relationships/image" Target="../media/image894.png"/><Relationship Id="rId171" Type="http://schemas.openxmlformats.org/officeDocument/2006/relationships/image" Target="../media/image817.png"/><Relationship Id="rId227" Type="http://schemas.openxmlformats.org/officeDocument/2006/relationships/image" Target="../media/image845.png"/><Relationship Id="rId269" Type="http://schemas.openxmlformats.org/officeDocument/2006/relationships/image" Target="../media/image866.png"/><Relationship Id="rId33" Type="http://schemas.openxmlformats.org/officeDocument/2006/relationships/image" Target="../media/image755.png"/><Relationship Id="rId129" Type="http://schemas.openxmlformats.org/officeDocument/2006/relationships/image" Target="../media/image803.png"/><Relationship Id="rId280" Type="http://schemas.openxmlformats.org/officeDocument/2006/relationships/customXml" Target="../ink/ink1169.xml"/><Relationship Id="rId336" Type="http://schemas.openxmlformats.org/officeDocument/2006/relationships/image" Target="../media/image899.png"/><Relationship Id="rId75" Type="http://schemas.openxmlformats.org/officeDocument/2006/relationships/image" Target="../media/image776.png"/><Relationship Id="rId140" Type="http://schemas.openxmlformats.org/officeDocument/2006/relationships/customXml" Target="../ink/ink1097.xml"/><Relationship Id="rId182" Type="http://schemas.openxmlformats.org/officeDocument/2006/relationships/customXml" Target="../ink/ink1120.xml"/><Relationship Id="rId6" Type="http://schemas.openxmlformats.org/officeDocument/2006/relationships/customXml" Target="../ink/ink1030.xml"/><Relationship Id="rId238" Type="http://schemas.openxmlformats.org/officeDocument/2006/relationships/customXml" Target="../ink/ink1148.xml"/><Relationship Id="rId291" Type="http://schemas.openxmlformats.org/officeDocument/2006/relationships/image" Target="../media/image877.png"/><Relationship Id="rId305" Type="http://schemas.openxmlformats.org/officeDocument/2006/relationships/image" Target="../media/image884.png"/><Relationship Id="rId44" Type="http://schemas.openxmlformats.org/officeDocument/2006/relationships/customXml" Target="../ink/ink1049.xml"/><Relationship Id="rId86" Type="http://schemas.openxmlformats.org/officeDocument/2006/relationships/customXml" Target="../ink/ink1070.xml"/><Relationship Id="rId151" Type="http://schemas.openxmlformats.org/officeDocument/2006/relationships/image" Target="../media/image812.png"/><Relationship Id="rId193" Type="http://schemas.openxmlformats.org/officeDocument/2006/relationships/image" Target="../media/image828.png"/><Relationship Id="rId207" Type="http://schemas.openxmlformats.org/officeDocument/2006/relationships/image" Target="../media/image835.png"/><Relationship Id="rId249" Type="http://schemas.openxmlformats.org/officeDocument/2006/relationships/image" Target="../media/image856.png"/><Relationship Id="rId13" Type="http://schemas.openxmlformats.org/officeDocument/2006/relationships/image" Target="../media/image745.png"/><Relationship Id="rId109" Type="http://schemas.openxmlformats.org/officeDocument/2006/relationships/image" Target="../media/image793.png"/><Relationship Id="rId260" Type="http://schemas.openxmlformats.org/officeDocument/2006/relationships/customXml" Target="../ink/ink1159.xml"/><Relationship Id="rId316" Type="http://schemas.openxmlformats.org/officeDocument/2006/relationships/customXml" Target="../ink/ink1187.xml"/><Relationship Id="rId55" Type="http://schemas.openxmlformats.org/officeDocument/2006/relationships/image" Target="../media/image766.png"/><Relationship Id="rId97" Type="http://schemas.openxmlformats.org/officeDocument/2006/relationships/image" Target="../media/image787.png"/><Relationship Id="rId120" Type="http://schemas.openxmlformats.org/officeDocument/2006/relationships/customXml" Target="../ink/ink1087.xml"/><Relationship Id="rId162" Type="http://schemas.openxmlformats.org/officeDocument/2006/relationships/customXml" Target="../ink/ink1109.xml"/><Relationship Id="rId218" Type="http://schemas.openxmlformats.org/officeDocument/2006/relationships/customXml" Target="../ink/ink1138.xml"/><Relationship Id="rId271" Type="http://schemas.openxmlformats.org/officeDocument/2006/relationships/image" Target="../media/image867.png"/><Relationship Id="rId24" Type="http://schemas.openxmlformats.org/officeDocument/2006/relationships/customXml" Target="../ink/ink1039.xml"/><Relationship Id="rId66" Type="http://schemas.openxmlformats.org/officeDocument/2006/relationships/customXml" Target="../ink/ink1060.xml"/><Relationship Id="rId131" Type="http://schemas.openxmlformats.org/officeDocument/2006/relationships/image" Target="../media/image804.png"/><Relationship Id="rId327" Type="http://schemas.openxmlformats.org/officeDocument/2006/relationships/image" Target="../media/image895.png"/><Relationship Id="rId173" Type="http://schemas.openxmlformats.org/officeDocument/2006/relationships/image" Target="../media/image818.png"/><Relationship Id="rId229" Type="http://schemas.openxmlformats.org/officeDocument/2006/relationships/image" Target="../media/image846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60.png"/><Relationship Id="rId21" Type="http://schemas.openxmlformats.org/officeDocument/2006/relationships/image" Target="../media/image912.png"/><Relationship Id="rId42" Type="http://schemas.openxmlformats.org/officeDocument/2006/relationships/customXml" Target="../ink/ink1221.xml"/><Relationship Id="rId63" Type="http://schemas.openxmlformats.org/officeDocument/2006/relationships/image" Target="../media/image933.png"/><Relationship Id="rId84" Type="http://schemas.openxmlformats.org/officeDocument/2006/relationships/customXml" Target="../ink/ink1242.xml"/><Relationship Id="rId138" Type="http://schemas.openxmlformats.org/officeDocument/2006/relationships/customXml" Target="../ink/ink1269.xml"/><Relationship Id="rId159" Type="http://schemas.openxmlformats.org/officeDocument/2006/relationships/image" Target="../media/image981.png"/><Relationship Id="rId170" Type="http://schemas.openxmlformats.org/officeDocument/2006/relationships/customXml" Target="../ink/ink1285.xml"/><Relationship Id="rId191" Type="http://schemas.openxmlformats.org/officeDocument/2006/relationships/image" Target="../media/image997.png"/><Relationship Id="rId205" Type="http://schemas.openxmlformats.org/officeDocument/2006/relationships/image" Target="../media/image315.png"/><Relationship Id="rId107" Type="http://schemas.openxmlformats.org/officeDocument/2006/relationships/image" Target="../media/image955.png"/><Relationship Id="rId11" Type="http://schemas.openxmlformats.org/officeDocument/2006/relationships/image" Target="../media/image907.png"/><Relationship Id="rId32" Type="http://schemas.openxmlformats.org/officeDocument/2006/relationships/customXml" Target="../ink/ink1216.xml"/><Relationship Id="rId53" Type="http://schemas.openxmlformats.org/officeDocument/2006/relationships/image" Target="../media/image928.png"/><Relationship Id="rId74" Type="http://schemas.openxmlformats.org/officeDocument/2006/relationships/customXml" Target="../ink/ink1237.xml"/><Relationship Id="rId128" Type="http://schemas.openxmlformats.org/officeDocument/2006/relationships/customXml" Target="../ink/ink1264.xml"/><Relationship Id="rId149" Type="http://schemas.openxmlformats.org/officeDocument/2006/relationships/image" Target="../media/image976.png"/><Relationship Id="rId5" Type="http://schemas.openxmlformats.org/officeDocument/2006/relationships/image" Target="../media/image904.png"/><Relationship Id="rId95" Type="http://schemas.openxmlformats.org/officeDocument/2006/relationships/image" Target="../media/image949.png"/><Relationship Id="rId160" Type="http://schemas.openxmlformats.org/officeDocument/2006/relationships/customXml" Target="../ink/ink1280.xml"/><Relationship Id="rId181" Type="http://schemas.openxmlformats.org/officeDocument/2006/relationships/image" Target="../media/image992.png"/><Relationship Id="rId22" Type="http://schemas.openxmlformats.org/officeDocument/2006/relationships/customXml" Target="../ink/ink1211.xml"/><Relationship Id="rId43" Type="http://schemas.openxmlformats.org/officeDocument/2006/relationships/image" Target="../media/image923.png"/><Relationship Id="rId64" Type="http://schemas.openxmlformats.org/officeDocument/2006/relationships/customXml" Target="../ink/ink1232.xml"/><Relationship Id="rId118" Type="http://schemas.openxmlformats.org/officeDocument/2006/relationships/customXml" Target="../ink/ink1259.xml"/><Relationship Id="rId139" Type="http://schemas.openxmlformats.org/officeDocument/2006/relationships/image" Target="../media/image971.png"/><Relationship Id="rId85" Type="http://schemas.openxmlformats.org/officeDocument/2006/relationships/image" Target="../media/image944.png"/><Relationship Id="rId150" Type="http://schemas.openxmlformats.org/officeDocument/2006/relationships/customXml" Target="../ink/ink1275.xml"/><Relationship Id="rId171" Type="http://schemas.openxmlformats.org/officeDocument/2006/relationships/image" Target="../media/image987.png"/><Relationship Id="rId192" Type="http://schemas.openxmlformats.org/officeDocument/2006/relationships/customXml" Target="../ink/ink1296.xml"/><Relationship Id="rId206" Type="http://schemas.openxmlformats.org/officeDocument/2006/relationships/customXml" Target="../ink/ink1303.xml"/><Relationship Id="rId12" Type="http://schemas.openxmlformats.org/officeDocument/2006/relationships/customXml" Target="../ink/ink1206.xml"/><Relationship Id="rId33" Type="http://schemas.openxmlformats.org/officeDocument/2006/relationships/image" Target="../media/image918.png"/><Relationship Id="rId108" Type="http://schemas.openxmlformats.org/officeDocument/2006/relationships/customXml" Target="../ink/ink1254.xml"/><Relationship Id="rId129" Type="http://schemas.openxmlformats.org/officeDocument/2006/relationships/image" Target="../media/image966.png"/><Relationship Id="rId54" Type="http://schemas.openxmlformats.org/officeDocument/2006/relationships/customXml" Target="../ink/ink1227.xml"/><Relationship Id="rId75" Type="http://schemas.openxmlformats.org/officeDocument/2006/relationships/image" Target="../media/image939.png"/><Relationship Id="rId96" Type="http://schemas.openxmlformats.org/officeDocument/2006/relationships/customXml" Target="../ink/ink1248.xml"/><Relationship Id="rId140" Type="http://schemas.openxmlformats.org/officeDocument/2006/relationships/customXml" Target="../ink/ink1270.xml"/><Relationship Id="rId161" Type="http://schemas.openxmlformats.org/officeDocument/2006/relationships/image" Target="../media/image982.png"/><Relationship Id="rId182" Type="http://schemas.openxmlformats.org/officeDocument/2006/relationships/customXml" Target="../ink/ink1291.xml"/><Relationship Id="rId6" Type="http://schemas.openxmlformats.org/officeDocument/2006/relationships/customXml" Target="../ink/ink1203.xml"/><Relationship Id="rId23" Type="http://schemas.openxmlformats.org/officeDocument/2006/relationships/image" Target="../media/image913.png"/><Relationship Id="rId119" Type="http://schemas.openxmlformats.org/officeDocument/2006/relationships/image" Target="../media/image961.png"/><Relationship Id="rId44" Type="http://schemas.openxmlformats.org/officeDocument/2006/relationships/customXml" Target="../ink/ink1222.xml"/><Relationship Id="rId65" Type="http://schemas.openxmlformats.org/officeDocument/2006/relationships/image" Target="../media/image934.png"/><Relationship Id="rId86" Type="http://schemas.openxmlformats.org/officeDocument/2006/relationships/customXml" Target="../ink/ink1243.xml"/><Relationship Id="rId130" Type="http://schemas.openxmlformats.org/officeDocument/2006/relationships/customXml" Target="../ink/ink1265.xml"/><Relationship Id="rId151" Type="http://schemas.openxmlformats.org/officeDocument/2006/relationships/image" Target="../media/image977.png"/><Relationship Id="rId172" Type="http://schemas.openxmlformats.org/officeDocument/2006/relationships/customXml" Target="../ink/ink1286.xml"/><Relationship Id="rId193" Type="http://schemas.openxmlformats.org/officeDocument/2006/relationships/image" Target="../media/image998.png"/><Relationship Id="rId207" Type="http://schemas.openxmlformats.org/officeDocument/2006/relationships/customXml" Target="../ink/ink1304.xml"/><Relationship Id="rId13" Type="http://schemas.openxmlformats.org/officeDocument/2006/relationships/image" Target="../media/image908.png"/><Relationship Id="rId109" Type="http://schemas.openxmlformats.org/officeDocument/2006/relationships/image" Target="../media/image956.png"/><Relationship Id="rId34" Type="http://schemas.openxmlformats.org/officeDocument/2006/relationships/customXml" Target="../ink/ink1217.xml"/><Relationship Id="rId55" Type="http://schemas.openxmlformats.org/officeDocument/2006/relationships/image" Target="../media/image929.png"/><Relationship Id="rId76" Type="http://schemas.openxmlformats.org/officeDocument/2006/relationships/customXml" Target="../ink/ink1238.xml"/><Relationship Id="rId97" Type="http://schemas.openxmlformats.org/officeDocument/2006/relationships/image" Target="../media/image950.png"/><Relationship Id="rId120" Type="http://schemas.openxmlformats.org/officeDocument/2006/relationships/customXml" Target="../ink/ink1260.xml"/><Relationship Id="rId141" Type="http://schemas.openxmlformats.org/officeDocument/2006/relationships/image" Target="../media/image972.png"/><Relationship Id="rId7" Type="http://schemas.openxmlformats.org/officeDocument/2006/relationships/image" Target="../media/image905.png"/><Relationship Id="rId162" Type="http://schemas.openxmlformats.org/officeDocument/2006/relationships/customXml" Target="../ink/ink1281.xml"/><Relationship Id="rId183" Type="http://schemas.openxmlformats.org/officeDocument/2006/relationships/image" Target="../media/image993.png"/><Relationship Id="rId24" Type="http://schemas.openxmlformats.org/officeDocument/2006/relationships/customXml" Target="../ink/ink1212.xml"/><Relationship Id="rId40" Type="http://schemas.openxmlformats.org/officeDocument/2006/relationships/customXml" Target="../ink/ink1220.xml"/><Relationship Id="rId45" Type="http://schemas.openxmlformats.org/officeDocument/2006/relationships/image" Target="../media/image924.png"/><Relationship Id="rId66" Type="http://schemas.openxmlformats.org/officeDocument/2006/relationships/customXml" Target="../ink/ink1233.xml"/><Relationship Id="rId87" Type="http://schemas.openxmlformats.org/officeDocument/2006/relationships/image" Target="../media/image945.png"/><Relationship Id="rId110" Type="http://schemas.openxmlformats.org/officeDocument/2006/relationships/customXml" Target="../ink/ink1255.xml"/><Relationship Id="rId115" Type="http://schemas.openxmlformats.org/officeDocument/2006/relationships/image" Target="../media/image959.png"/><Relationship Id="rId131" Type="http://schemas.openxmlformats.org/officeDocument/2006/relationships/image" Target="../media/image967.png"/><Relationship Id="rId136" Type="http://schemas.openxmlformats.org/officeDocument/2006/relationships/customXml" Target="../ink/ink1268.xml"/><Relationship Id="rId157" Type="http://schemas.openxmlformats.org/officeDocument/2006/relationships/image" Target="../media/image980.png"/><Relationship Id="rId178" Type="http://schemas.openxmlformats.org/officeDocument/2006/relationships/customXml" Target="../ink/ink1289.xml"/><Relationship Id="rId61" Type="http://schemas.openxmlformats.org/officeDocument/2006/relationships/image" Target="../media/image932.png"/><Relationship Id="rId82" Type="http://schemas.openxmlformats.org/officeDocument/2006/relationships/customXml" Target="../ink/ink1241.xml"/><Relationship Id="rId152" Type="http://schemas.openxmlformats.org/officeDocument/2006/relationships/customXml" Target="../ink/ink1276.xml"/><Relationship Id="rId173" Type="http://schemas.openxmlformats.org/officeDocument/2006/relationships/image" Target="../media/image988.png"/><Relationship Id="rId194" Type="http://schemas.openxmlformats.org/officeDocument/2006/relationships/customXml" Target="../ink/ink1297.xml"/><Relationship Id="rId199" Type="http://schemas.openxmlformats.org/officeDocument/2006/relationships/image" Target="../media/image1001.png"/><Relationship Id="rId203" Type="http://schemas.openxmlformats.org/officeDocument/2006/relationships/image" Target="../media/image1003.png"/><Relationship Id="rId208" Type="http://schemas.openxmlformats.org/officeDocument/2006/relationships/image" Target="../media/image1004.png"/><Relationship Id="rId19" Type="http://schemas.openxmlformats.org/officeDocument/2006/relationships/image" Target="../media/image911.png"/><Relationship Id="rId14" Type="http://schemas.openxmlformats.org/officeDocument/2006/relationships/customXml" Target="../ink/ink1207.xml"/><Relationship Id="rId30" Type="http://schemas.openxmlformats.org/officeDocument/2006/relationships/customXml" Target="../ink/ink1215.xml"/><Relationship Id="rId35" Type="http://schemas.openxmlformats.org/officeDocument/2006/relationships/image" Target="../media/image919.png"/><Relationship Id="rId56" Type="http://schemas.openxmlformats.org/officeDocument/2006/relationships/customXml" Target="../ink/ink1228.xml"/><Relationship Id="rId77" Type="http://schemas.openxmlformats.org/officeDocument/2006/relationships/image" Target="../media/image940.png"/><Relationship Id="rId100" Type="http://schemas.openxmlformats.org/officeDocument/2006/relationships/customXml" Target="../ink/ink1250.xml"/><Relationship Id="rId105" Type="http://schemas.openxmlformats.org/officeDocument/2006/relationships/image" Target="../media/image954.png"/><Relationship Id="rId126" Type="http://schemas.openxmlformats.org/officeDocument/2006/relationships/customXml" Target="../ink/ink1263.xml"/><Relationship Id="rId147" Type="http://schemas.openxmlformats.org/officeDocument/2006/relationships/image" Target="../media/image975.png"/><Relationship Id="rId168" Type="http://schemas.openxmlformats.org/officeDocument/2006/relationships/customXml" Target="../ink/ink1284.xml"/><Relationship Id="rId8" Type="http://schemas.openxmlformats.org/officeDocument/2006/relationships/customXml" Target="../ink/ink1204.xml"/><Relationship Id="rId51" Type="http://schemas.openxmlformats.org/officeDocument/2006/relationships/image" Target="../media/image927.png"/><Relationship Id="rId72" Type="http://schemas.openxmlformats.org/officeDocument/2006/relationships/customXml" Target="../ink/ink1236.xml"/><Relationship Id="rId93" Type="http://schemas.openxmlformats.org/officeDocument/2006/relationships/image" Target="../media/image948.png"/><Relationship Id="rId98" Type="http://schemas.openxmlformats.org/officeDocument/2006/relationships/customXml" Target="../ink/ink1249.xml"/><Relationship Id="rId121" Type="http://schemas.openxmlformats.org/officeDocument/2006/relationships/image" Target="../media/image962.png"/><Relationship Id="rId142" Type="http://schemas.openxmlformats.org/officeDocument/2006/relationships/customXml" Target="../ink/ink1271.xml"/><Relationship Id="rId163" Type="http://schemas.openxmlformats.org/officeDocument/2006/relationships/image" Target="../media/image983.png"/><Relationship Id="rId184" Type="http://schemas.openxmlformats.org/officeDocument/2006/relationships/customXml" Target="../ink/ink1292.xml"/><Relationship Id="rId189" Type="http://schemas.openxmlformats.org/officeDocument/2006/relationships/image" Target="../media/image996.png"/><Relationship Id="rId3" Type="http://schemas.openxmlformats.org/officeDocument/2006/relationships/image" Target="../media/image903.png"/><Relationship Id="rId25" Type="http://schemas.openxmlformats.org/officeDocument/2006/relationships/image" Target="../media/image914.png"/><Relationship Id="rId46" Type="http://schemas.openxmlformats.org/officeDocument/2006/relationships/customXml" Target="../ink/ink1223.xml"/><Relationship Id="rId67" Type="http://schemas.openxmlformats.org/officeDocument/2006/relationships/image" Target="../media/image935.png"/><Relationship Id="rId116" Type="http://schemas.openxmlformats.org/officeDocument/2006/relationships/customXml" Target="../ink/ink1258.xml"/><Relationship Id="rId137" Type="http://schemas.openxmlformats.org/officeDocument/2006/relationships/image" Target="../media/image970.png"/><Relationship Id="rId158" Type="http://schemas.openxmlformats.org/officeDocument/2006/relationships/customXml" Target="../ink/ink1279.xml"/><Relationship Id="rId20" Type="http://schemas.openxmlformats.org/officeDocument/2006/relationships/customXml" Target="../ink/ink1210.xml"/><Relationship Id="rId41" Type="http://schemas.openxmlformats.org/officeDocument/2006/relationships/image" Target="../media/image922.png"/><Relationship Id="rId62" Type="http://schemas.openxmlformats.org/officeDocument/2006/relationships/customXml" Target="../ink/ink1231.xml"/><Relationship Id="rId83" Type="http://schemas.openxmlformats.org/officeDocument/2006/relationships/image" Target="../media/image943.png"/><Relationship Id="rId88" Type="http://schemas.openxmlformats.org/officeDocument/2006/relationships/customXml" Target="../ink/ink1244.xml"/><Relationship Id="rId111" Type="http://schemas.openxmlformats.org/officeDocument/2006/relationships/image" Target="../media/image957.png"/><Relationship Id="rId132" Type="http://schemas.openxmlformats.org/officeDocument/2006/relationships/customXml" Target="../ink/ink1266.xml"/><Relationship Id="rId153" Type="http://schemas.openxmlformats.org/officeDocument/2006/relationships/image" Target="../media/image978.png"/><Relationship Id="rId174" Type="http://schemas.openxmlformats.org/officeDocument/2006/relationships/customXml" Target="../ink/ink1287.xml"/><Relationship Id="rId179" Type="http://schemas.openxmlformats.org/officeDocument/2006/relationships/image" Target="../media/image991.png"/><Relationship Id="rId195" Type="http://schemas.openxmlformats.org/officeDocument/2006/relationships/image" Target="../media/image999.png"/><Relationship Id="rId190" Type="http://schemas.openxmlformats.org/officeDocument/2006/relationships/customXml" Target="../ink/ink1295.xml"/><Relationship Id="rId204" Type="http://schemas.openxmlformats.org/officeDocument/2006/relationships/customXml" Target="../ink/ink1302.xml"/><Relationship Id="rId15" Type="http://schemas.openxmlformats.org/officeDocument/2006/relationships/image" Target="../media/image909.png"/><Relationship Id="rId36" Type="http://schemas.openxmlformats.org/officeDocument/2006/relationships/customXml" Target="../ink/ink1218.xml"/><Relationship Id="rId57" Type="http://schemas.openxmlformats.org/officeDocument/2006/relationships/image" Target="../media/image930.png"/><Relationship Id="rId106" Type="http://schemas.openxmlformats.org/officeDocument/2006/relationships/customXml" Target="../ink/ink1253.xml"/><Relationship Id="rId127" Type="http://schemas.openxmlformats.org/officeDocument/2006/relationships/image" Target="../media/image965.png"/><Relationship Id="rId10" Type="http://schemas.openxmlformats.org/officeDocument/2006/relationships/customXml" Target="../ink/ink1205.xml"/><Relationship Id="rId31" Type="http://schemas.openxmlformats.org/officeDocument/2006/relationships/image" Target="../media/image917.png"/><Relationship Id="rId52" Type="http://schemas.openxmlformats.org/officeDocument/2006/relationships/customXml" Target="../ink/ink1226.xml"/><Relationship Id="rId73" Type="http://schemas.openxmlformats.org/officeDocument/2006/relationships/image" Target="../media/image938.png"/><Relationship Id="rId78" Type="http://schemas.openxmlformats.org/officeDocument/2006/relationships/customXml" Target="../ink/ink1239.xml"/><Relationship Id="rId94" Type="http://schemas.openxmlformats.org/officeDocument/2006/relationships/customXml" Target="../ink/ink1247.xml"/><Relationship Id="rId99" Type="http://schemas.openxmlformats.org/officeDocument/2006/relationships/image" Target="../media/image951.png"/><Relationship Id="rId101" Type="http://schemas.openxmlformats.org/officeDocument/2006/relationships/image" Target="../media/image952.png"/><Relationship Id="rId122" Type="http://schemas.openxmlformats.org/officeDocument/2006/relationships/customXml" Target="../ink/ink1261.xml"/><Relationship Id="rId143" Type="http://schemas.openxmlformats.org/officeDocument/2006/relationships/image" Target="../media/image973.png"/><Relationship Id="rId148" Type="http://schemas.openxmlformats.org/officeDocument/2006/relationships/customXml" Target="../ink/ink1274.xml"/><Relationship Id="rId164" Type="http://schemas.openxmlformats.org/officeDocument/2006/relationships/customXml" Target="../ink/ink1282.xml"/><Relationship Id="rId169" Type="http://schemas.openxmlformats.org/officeDocument/2006/relationships/image" Target="../media/image986.png"/><Relationship Id="rId185" Type="http://schemas.openxmlformats.org/officeDocument/2006/relationships/image" Target="../media/image994.png"/><Relationship Id="rId4" Type="http://schemas.openxmlformats.org/officeDocument/2006/relationships/customXml" Target="../ink/ink1202.xml"/><Relationship Id="rId9" Type="http://schemas.openxmlformats.org/officeDocument/2006/relationships/image" Target="../media/image906.png"/><Relationship Id="rId180" Type="http://schemas.openxmlformats.org/officeDocument/2006/relationships/customXml" Target="../ink/ink1290.xml"/><Relationship Id="rId26" Type="http://schemas.openxmlformats.org/officeDocument/2006/relationships/customXml" Target="../ink/ink1213.xml"/><Relationship Id="rId47" Type="http://schemas.openxmlformats.org/officeDocument/2006/relationships/image" Target="../media/image925.png"/><Relationship Id="rId68" Type="http://schemas.openxmlformats.org/officeDocument/2006/relationships/customXml" Target="../ink/ink1234.xml"/><Relationship Id="rId89" Type="http://schemas.openxmlformats.org/officeDocument/2006/relationships/image" Target="../media/image946.png"/><Relationship Id="rId112" Type="http://schemas.openxmlformats.org/officeDocument/2006/relationships/customXml" Target="../ink/ink1256.xml"/><Relationship Id="rId133" Type="http://schemas.openxmlformats.org/officeDocument/2006/relationships/image" Target="../media/image968.png"/><Relationship Id="rId154" Type="http://schemas.openxmlformats.org/officeDocument/2006/relationships/customXml" Target="../ink/ink1277.xml"/><Relationship Id="rId175" Type="http://schemas.openxmlformats.org/officeDocument/2006/relationships/image" Target="../media/image989.png"/><Relationship Id="rId196" Type="http://schemas.openxmlformats.org/officeDocument/2006/relationships/customXml" Target="../ink/ink1298.xml"/><Relationship Id="rId200" Type="http://schemas.openxmlformats.org/officeDocument/2006/relationships/customXml" Target="../ink/ink1300.xml"/><Relationship Id="rId16" Type="http://schemas.openxmlformats.org/officeDocument/2006/relationships/customXml" Target="../ink/ink1208.xml"/><Relationship Id="rId37" Type="http://schemas.openxmlformats.org/officeDocument/2006/relationships/image" Target="../media/image920.png"/><Relationship Id="rId58" Type="http://schemas.openxmlformats.org/officeDocument/2006/relationships/customXml" Target="../ink/ink1229.xml"/><Relationship Id="rId79" Type="http://schemas.openxmlformats.org/officeDocument/2006/relationships/image" Target="../media/image941.png"/><Relationship Id="rId102" Type="http://schemas.openxmlformats.org/officeDocument/2006/relationships/customXml" Target="../ink/ink1251.xml"/><Relationship Id="rId123" Type="http://schemas.openxmlformats.org/officeDocument/2006/relationships/image" Target="../media/image963.png"/><Relationship Id="rId144" Type="http://schemas.openxmlformats.org/officeDocument/2006/relationships/customXml" Target="../ink/ink1272.xml"/><Relationship Id="rId90" Type="http://schemas.openxmlformats.org/officeDocument/2006/relationships/customXml" Target="../ink/ink1245.xml"/><Relationship Id="rId165" Type="http://schemas.openxmlformats.org/officeDocument/2006/relationships/image" Target="../media/image984.png"/><Relationship Id="rId186" Type="http://schemas.openxmlformats.org/officeDocument/2006/relationships/customXml" Target="../ink/ink1293.xml"/><Relationship Id="rId27" Type="http://schemas.openxmlformats.org/officeDocument/2006/relationships/image" Target="../media/image915.png"/><Relationship Id="rId48" Type="http://schemas.openxmlformats.org/officeDocument/2006/relationships/customXml" Target="../ink/ink1224.xml"/><Relationship Id="rId69" Type="http://schemas.openxmlformats.org/officeDocument/2006/relationships/image" Target="../media/image936.png"/><Relationship Id="rId113" Type="http://schemas.openxmlformats.org/officeDocument/2006/relationships/image" Target="../media/image958.png"/><Relationship Id="rId134" Type="http://schemas.openxmlformats.org/officeDocument/2006/relationships/customXml" Target="../ink/ink1267.xml"/><Relationship Id="rId80" Type="http://schemas.openxmlformats.org/officeDocument/2006/relationships/customXml" Target="../ink/ink1240.xml"/><Relationship Id="rId155" Type="http://schemas.openxmlformats.org/officeDocument/2006/relationships/image" Target="../media/image979.png"/><Relationship Id="rId176" Type="http://schemas.openxmlformats.org/officeDocument/2006/relationships/customXml" Target="../ink/ink1288.xml"/><Relationship Id="rId197" Type="http://schemas.openxmlformats.org/officeDocument/2006/relationships/image" Target="../media/image1000.png"/><Relationship Id="rId201" Type="http://schemas.openxmlformats.org/officeDocument/2006/relationships/image" Target="../media/image1002.png"/><Relationship Id="rId17" Type="http://schemas.openxmlformats.org/officeDocument/2006/relationships/image" Target="../media/image910.png"/><Relationship Id="rId38" Type="http://schemas.openxmlformats.org/officeDocument/2006/relationships/customXml" Target="../ink/ink1219.xml"/><Relationship Id="rId59" Type="http://schemas.openxmlformats.org/officeDocument/2006/relationships/image" Target="../media/image931.png"/><Relationship Id="rId103" Type="http://schemas.openxmlformats.org/officeDocument/2006/relationships/image" Target="../media/image953.png"/><Relationship Id="rId124" Type="http://schemas.openxmlformats.org/officeDocument/2006/relationships/customXml" Target="../ink/ink1262.xml"/><Relationship Id="rId70" Type="http://schemas.openxmlformats.org/officeDocument/2006/relationships/customXml" Target="../ink/ink1235.xml"/><Relationship Id="rId91" Type="http://schemas.openxmlformats.org/officeDocument/2006/relationships/image" Target="../media/image947.png"/><Relationship Id="rId145" Type="http://schemas.openxmlformats.org/officeDocument/2006/relationships/image" Target="../media/image974.png"/><Relationship Id="rId166" Type="http://schemas.openxmlformats.org/officeDocument/2006/relationships/customXml" Target="../ink/ink1283.xml"/><Relationship Id="rId187" Type="http://schemas.openxmlformats.org/officeDocument/2006/relationships/image" Target="../media/image995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214.xml"/><Relationship Id="rId49" Type="http://schemas.openxmlformats.org/officeDocument/2006/relationships/image" Target="../media/image926.png"/><Relationship Id="rId114" Type="http://schemas.openxmlformats.org/officeDocument/2006/relationships/customXml" Target="../ink/ink1257.xml"/><Relationship Id="rId60" Type="http://schemas.openxmlformats.org/officeDocument/2006/relationships/customXml" Target="../ink/ink1230.xml"/><Relationship Id="rId81" Type="http://schemas.openxmlformats.org/officeDocument/2006/relationships/image" Target="../media/image942.png"/><Relationship Id="rId135" Type="http://schemas.openxmlformats.org/officeDocument/2006/relationships/image" Target="../media/image969.png"/><Relationship Id="rId156" Type="http://schemas.openxmlformats.org/officeDocument/2006/relationships/customXml" Target="../ink/ink1278.xml"/><Relationship Id="rId177" Type="http://schemas.openxmlformats.org/officeDocument/2006/relationships/image" Target="../media/image990.png"/><Relationship Id="rId198" Type="http://schemas.openxmlformats.org/officeDocument/2006/relationships/customXml" Target="../ink/ink1299.xml"/><Relationship Id="rId202" Type="http://schemas.openxmlformats.org/officeDocument/2006/relationships/customXml" Target="../ink/ink1301.xml"/><Relationship Id="rId18" Type="http://schemas.openxmlformats.org/officeDocument/2006/relationships/customXml" Target="../ink/ink1209.xml"/><Relationship Id="rId39" Type="http://schemas.openxmlformats.org/officeDocument/2006/relationships/image" Target="../media/image921.png"/><Relationship Id="rId50" Type="http://schemas.openxmlformats.org/officeDocument/2006/relationships/customXml" Target="../ink/ink1225.xml"/><Relationship Id="rId104" Type="http://schemas.openxmlformats.org/officeDocument/2006/relationships/customXml" Target="../ink/ink1252.xml"/><Relationship Id="rId125" Type="http://schemas.openxmlformats.org/officeDocument/2006/relationships/image" Target="../media/image964.png"/><Relationship Id="rId146" Type="http://schemas.openxmlformats.org/officeDocument/2006/relationships/customXml" Target="../ink/ink1273.xml"/><Relationship Id="rId167" Type="http://schemas.openxmlformats.org/officeDocument/2006/relationships/image" Target="../media/image985.png"/><Relationship Id="rId188" Type="http://schemas.openxmlformats.org/officeDocument/2006/relationships/customXml" Target="../ink/ink1294.xml"/><Relationship Id="rId71" Type="http://schemas.openxmlformats.org/officeDocument/2006/relationships/image" Target="../media/image937.png"/><Relationship Id="rId92" Type="http://schemas.openxmlformats.org/officeDocument/2006/relationships/customXml" Target="../ink/ink1246.xml"/><Relationship Id="rId2" Type="http://schemas.openxmlformats.org/officeDocument/2006/relationships/customXml" Target="../ink/ink1201.xml"/><Relationship Id="rId29" Type="http://schemas.openxmlformats.org/officeDocument/2006/relationships/image" Target="../media/image916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62.png"/><Relationship Id="rId21" Type="http://schemas.openxmlformats.org/officeDocument/2006/relationships/image" Target="../media/image1014.png"/><Relationship Id="rId42" Type="http://schemas.openxmlformats.org/officeDocument/2006/relationships/customXml" Target="../ink/ink1325.xml"/><Relationship Id="rId63" Type="http://schemas.openxmlformats.org/officeDocument/2006/relationships/image" Target="../media/image1035.png"/><Relationship Id="rId84" Type="http://schemas.openxmlformats.org/officeDocument/2006/relationships/customXml" Target="../ink/ink1346.xml"/><Relationship Id="rId138" Type="http://schemas.openxmlformats.org/officeDocument/2006/relationships/customXml" Target="../ink/ink1373.xml"/><Relationship Id="rId159" Type="http://schemas.openxmlformats.org/officeDocument/2006/relationships/image" Target="../media/image1083.png"/><Relationship Id="rId170" Type="http://schemas.openxmlformats.org/officeDocument/2006/relationships/customXml" Target="../ink/ink1389.xml"/><Relationship Id="rId191" Type="http://schemas.openxmlformats.org/officeDocument/2006/relationships/image" Target="../media/image1099.png"/><Relationship Id="rId205" Type="http://schemas.openxmlformats.org/officeDocument/2006/relationships/image" Target="../media/image1106.png"/><Relationship Id="rId107" Type="http://schemas.openxmlformats.org/officeDocument/2006/relationships/image" Target="../media/image1057.png"/><Relationship Id="rId11" Type="http://schemas.openxmlformats.org/officeDocument/2006/relationships/image" Target="../media/image1009.png"/><Relationship Id="rId32" Type="http://schemas.openxmlformats.org/officeDocument/2006/relationships/customXml" Target="../ink/ink1320.xml"/><Relationship Id="rId53" Type="http://schemas.openxmlformats.org/officeDocument/2006/relationships/image" Target="../media/image1030.png"/><Relationship Id="rId74" Type="http://schemas.openxmlformats.org/officeDocument/2006/relationships/customXml" Target="../ink/ink1341.xml"/><Relationship Id="rId128" Type="http://schemas.openxmlformats.org/officeDocument/2006/relationships/customXml" Target="../ink/ink1368.xml"/><Relationship Id="rId149" Type="http://schemas.openxmlformats.org/officeDocument/2006/relationships/image" Target="../media/image1078.png"/><Relationship Id="rId5" Type="http://schemas.openxmlformats.org/officeDocument/2006/relationships/image" Target="../media/image1006.png"/><Relationship Id="rId95" Type="http://schemas.openxmlformats.org/officeDocument/2006/relationships/image" Target="../media/image1051.png"/><Relationship Id="rId160" Type="http://schemas.openxmlformats.org/officeDocument/2006/relationships/customXml" Target="../ink/ink1384.xml"/><Relationship Id="rId181" Type="http://schemas.openxmlformats.org/officeDocument/2006/relationships/image" Target="../media/image1094.png"/><Relationship Id="rId22" Type="http://schemas.openxmlformats.org/officeDocument/2006/relationships/customXml" Target="../ink/ink1315.xml"/><Relationship Id="rId43" Type="http://schemas.openxmlformats.org/officeDocument/2006/relationships/image" Target="../media/image1025.png"/><Relationship Id="rId64" Type="http://schemas.openxmlformats.org/officeDocument/2006/relationships/customXml" Target="../ink/ink1336.xml"/><Relationship Id="rId118" Type="http://schemas.openxmlformats.org/officeDocument/2006/relationships/customXml" Target="../ink/ink1363.xml"/><Relationship Id="rId139" Type="http://schemas.openxmlformats.org/officeDocument/2006/relationships/image" Target="../media/image1073.png"/><Relationship Id="rId85" Type="http://schemas.openxmlformats.org/officeDocument/2006/relationships/image" Target="../media/image1046.png"/><Relationship Id="rId150" Type="http://schemas.openxmlformats.org/officeDocument/2006/relationships/customXml" Target="../ink/ink1379.xml"/><Relationship Id="rId171" Type="http://schemas.openxmlformats.org/officeDocument/2006/relationships/image" Target="../media/image1089.png"/><Relationship Id="rId192" Type="http://schemas.openxmlformats.org/officeDocument/2006/relationships/customXml" Target="../ink/ink1400.xml"/><Relationship Id="rId206" Type="http://schemas.openxmlformats.org/officeDocument/2006/relationships/customXml" Target="../ink/ink1407.xml"/><Relationship Id="rId12" Type="http://schemas.openxmlformats.org/officeDocument/2006/relationships/customXml" Target="../ink/ink1310.xml"/><Relationship Id="rId33" Type="http://schemas.openxmlformats.org/officeDocument/2006/relationships/image" Target="../media/image1020.png"/><Relationship Id="rId108" Type="http://schemas.openxmlformats.org/officeDocument/2006/relationships/customXml" Target="../ink/ink1358.xml"/><Relationship Id="rId129" Type="http://schemas.openxmlformats.org/officeDocument/2006/relationships/image" Target="../media/image1068.png"/><Relationship Id="rId54" Type="http://schemas.openxmlformats.org/officeDocument/2006/relationships/customXml" Target="../ink/ink1331.xml"/><Relationship Id="rId75" Type="http://schemas.openxmlformats.org/officeDocument/2006/relationships/image" Target="../media/image1041.png"/><Relationship Id="rId96" Type="http://schemas.openxmlformats.org/officeDocument/2006/relationships/customXml" Target="../ink/ink1352.xml"/><Relationship Id="rId140" Type="http://schemas.openxmlformats.org/officeDocument/2006/relationships/customXml" Target="../ink/ink1374.xml"/><Relationship Id="rId161" Type="http://schemas.openxmlformats.org/officeDocument/2006/relationships/image" Target="../media/image1084.png"/><Relationship Id="rId182" Type="http://schemas.openxmlformats.org/officeDocument/2006/relationships/customXml" Target="../ink/ink1395.xml"/><Relationship Id="rId6" Type="http://schemas.openxmlformats.org/officeDocument/2006/relationships/customXml" Target="../ink/ink1307.xml"/><Relationship Id="rId23" Type="http://schemas.openxmlformats.org/officeDocument/2006/relationships/image" Target="../media/image1015.png"/><Relationship Id="rId119" Type="http://schemas.openxmlformats.org/officeDocument/2006/relationships/image" Target="../media/image1063.png"/><Relationship Id="rId44" Type="http://schemas.openxmlformats.org/officeDocument/2006/relationships/customXml" Target="../ink/ink1326.xml"/><Relationship Id="rId65" Type="http://schemas.openxmlformats.org/officeDocument/2006/relationships/image" Target="../media/image1036.png"/><Relationship Id="rId86" Type="http://schemas.openxmlformats.org/officeDocument/2006/relationships/customXml" Target="../ink/ink1347.xml"/><Relationship Id="rId130" Type="http://schemas.openxmlformats.org/officeDocument/2006/relationships/customXml" Target="../ink/ink1369.xml"/><Relationship Id="rId151" Type="http://schemas.openxmlformats.org/officeDocument/2006/relationships/image" Target="../media/image1079.png"/><Relationship Id="rId172" Type="http://schemas.openxmlformats.org/officeDocument/2006/relationships/customXml" Target="../ink/ink1390.xml"/><Relationship Id="rId193" Type="http://schemas.openxmlformats.org/officeDocument/2006/relationships/image" Target="../media/image1100.png"/><Relationship Id="rId207" Type="http://schemas.openxmlformats.org/officeDocument/2006/relationships/image" Target="../media/image1107.png"/><Relationship Id="rId13" Type="http://schemas.openxmlformats.org/officeDocument/2006/relationships/image" Target="../media/image1010.png"/><Relationship Id="rId109" Type="http://schemas.openxmlformats.org/officeDocument/2006/relationships/image" Target="../media/image1058.png"/><Relationship Id="rId34" Type="http://schemas.openxmlformats.org/officeDocument/2006/relationships/customXml" Target="../ink/ink1321.xml"/><Relationship Id="rId55" Type="http://schemas.openxmlformats.org/officeDocument/2006/relationships/image" Target="../media/image1031.png"/><Relationship Id="rId76" Type="http://schemas.openxmlformats.org/officeDocument/2006/relationships/customXml" Target="../ink/ink1342.xml"/><Relationship Id="rId97" Type="http://schemas.openxmlformats.org/officeDocument/2006/relationships/image" Target="../media/image1052.png"/><Relationship Id="rId120" Type="http://schemas.openxmlformats.org/officeDocument/2006/relationships/customXml" Target="../ink/ink1364.xml"/><Relationship Id="rId141" Type="http://schemas.openxmlformats.org/officeDocument/2006/relationships/image" Target="../media/image1074.png"/><Relationship Id="rId7" Type="http://schemas.openxmlformats.org/officeDocument/2006/relationships/image" Target="../media/image1007.png"/><Relationship Id="rId162" Type="http://schemas.openxmlformats.org/officeDocument/2006/relationships/customXml" Target="../ink/ink1385.xml"/><Relationship Id="rId183" Type="http://schemas.openxmlformats.org/officeDocument/2006/relationships/image" Target="../media/image1095.png"/><Relationship Id="rId24" Type="http://schemas.openxmlformats.org/officeDocument/2006/relationships/customXml" Target="../ink/ink1316.xml"/><Relationship Id="rId45" Type="http://schemas.openxmlformats.org/officeDocument/2006/relationships/image" Target="../media/image1026.png"/><Relationship Id="rId66" Type="http://schemas.openxmlformats.org/officeDocument/2006/relationships/customXml" Target="../ink/ink1337.xml"/><Relationship Id="rId87" Type="http://schemas.openxmlformats.org/officeDocument/2006/relationships/image" Target="../media/image1047.png"/><Relationship Id="rId110" Type="http://schemas.openxmlformats.org/officeDocument/2006/relationships/customXml" Target="../ink/ink1359.xml"/><Relationship Id="rId131" Type="http://schemas.openxmlformats.org/officeDocument/2006/relationships/image" Target="../media/image1069.png"/><Relationship Id="rId152" Type="http://schemas.openxmlformats.org/officeDocument/2006/relationships/customXml" Target="../ink/ink1380.xml"/><Relationship Id="rId173" Type="http://schemas.openxmlformats.org/officeDocument/2006/relationships/image" Target="../media/image1090.png"/><Relationship Id="rId194" Type="http://schemas.openxmlformats.org/officeDocument/2006/relationships/customXml" Target="../ink/ink1401.xml"/><Relationship Id="rId208" Type="http://schemas.openxmlformats.org/officeDocument/2006/relationships/customXml" Target="../ink/ink1408.xml"/><Relationship Id="rId19" Type="http://schemas.openxmlformats.org/officeDocument/2006/relationships/image" Target="../media/image1013.png"/><Relationship Id="rId14" Type="http://schemas.openxmlformats.org/officeDocument/2006/relationships/customXml" Target="../ink/ink1311.xml"/><Relationship Id="rId30" Type="http://schemas.openxmlformats.org/officeDocument/2006/relationships/customXml" Target="../ink/ink1319.xml"/><Relationship Id="rId35" Type="http://schemas.openxmlformats.org/officeDocument/2006/relationships/image" Target="../media/image1021.png"/><Relationship Id="rId56" Type="http://schemas.openxmlformats.org/officeDocument/2006/relationships/customXml" Target="../ink/ink1332.xml"/><Relationship Id="rId77" Type="http://schemas.openxmlformats.org/officeDocument/2006/relationships/image" Target="../media/image1042.png"/><Relationship Id="rId100" Type="http://schemas.openxmlformats.org/officeDocument/2006/relationships/customXml" Target="../ink/ink1354.xml"/><Relationship Id="rId105" Type="http://schemas.openxmlformats.org/officeDocument/2006/relationships/image" Target="../media/image1056.png"/><Relationship Id="rId126" Type="http://schemas.openxmlformats.org/officeDocument/2006/relationships/customXml" Target="../ink/ink1367.xml"/><Relationship Id="rId147" Type="http://schemas.openxmlformats.org/officeDocument/2006/relationships/image" Target="../media/image1077.png"/><Relationship Id="rId168" Type="http://schemas.openxmlformats.org/officeDocument/2006/relationships/customXml" Target="../ink/ink1388.xml"/><Relationship Id="rId8" Type="http://schemas.openxmlformats.org/officeDocument/2006/relationships/customXml" Target="../ink/ink1308.xml"/><Relationship Id="rId51" Type="http://schemas.openxmlformats.org/officeDocument/2006/relationships/image" Target="../media/image1029.png"/><Relationship Id="rId72" Type="http://schemas.openxmlformats.org/officeDocument/2006/relationships/customXml" Target="../ink/ink1340.xml"/><Relationship Id="rId93" Type="http://schemas.openxmlformats.org/officeDocument/2006/relationships/image" Target="../media/image1050.png"/><Relationship Id="rId98" Type="http://schemas.openxmlformats.org/officeDocument/2006/relationships/customXml" Target="../ink/ink1353.xml"/><Relationship Id="rId121" Type="http://schemas.openxmlformats.org/officeDocument/2006/relationships/image" Target="../media/image1064.png"/><Relationship Id="rId142" Type="http://schemas.openxmlformats.org/officeDocument/2006/relationships/customXml" Target="../ink/ink1375.xml"/><Relationship Id="rId163" Type="http://schemas.openxmlformats.org/officeDocument/2006/relationships/image" Target="../media/image1085.png"/><Relationship Id="rId184" Type="http://schemas.openxmlformats.org/officeDocument/2006/relationships/customXml" Target="../ink/ink1396.xml"/><Relationship Id="rId189" Type="http://schemas.openxmlformats.org/officeDocument/2006/relationships/image" Target="../media/image1098.png"/><Relationship Id="rId3" Type="http://schemas.openxmlformats.org/officeDocument/2006/relationships/image" Target="../media/image1005.png"/><Relationship Id="rId214" Type="http://schemas.openxmlformats.org/officeDocument/2006/relationships/customXml" Target="../ink/ink1411.xml"/><Relationship Id="rId25" Type="http://schemas.openxmlformats.org/officeDocument/2006/relationships/image" Target="../media/image1016.png"/><Relationship Id="rId46" Type="http://schemas.openxmlformats.org/officeDocument/2006/relationships/customXml" Target="../ink/ink1327.xml"/><Relationship Id="rId67" Type="http://schemas.openxmlformats.org/officeDocument/2006/relationships/image" Target="../media/image1037.png"/><Relationship Id="rId116" Type="http://schemas.openxmlformats.org/officeDocument/2006/relationships/customXml" Target="../ink/ink1362.xml"/><Relationship Id="rId137" Type="http://schemas.openxmlformats.org/officeDocument/2006/relationships/image" Target="../media/image1072.png"/><Relationship Id="rId158" Type="http://schemas.openxmlformats.org/officeDocument/2006/relationships/customXml" Target="../ink/ink1383.xml"/><Relationship Id="rId20" Type="http://schemas.openxmlformats.org/officeDocument/2006/relationships/customXml" Target="../ink/ink1314.xml"/><Relationship Id="rId41" Type="http://schemas.openxmlformats.org/officeDocument/2006/relationships/image" Target="../media/image1024.png"/><Relationship Id="rId62" Type="http://schemas.openxmlformats.org/officeDocument/2006/relationships/customXml" Target="../ink/ink1335.xml"/><Relationship Id="rId83" Type="http://schemas.openxmlformats.org/officeDocument/2006/relationships/image" Target="../media/image1045.png"/><Relationship Id="rId88" Type="http://schemas.openxmlformats.org/officeDocument/2006/relationships/customXml" Target="../ink/ink1348.xml"/><Relationship Id="rId111" Type="http://schemas.openxmlformats.org/officeDocument/2006/relationships/image" Target="../media/image1059.png"/><Relationship Id="rId132" Type="http://schemas.openxmlformats.org/officeDocument/2006/relationships/customXml" Target="../ink/ink1370.xml"/><Relationship Id="rId153" Type="http://schemas.openxmlformats.org/officeDocument/2006/relationships/image" Target="../media/image1080.png"/><Relationship Id="rId174" Type="http://schemas.openxmlformats.org/officeDocument/2006/relationships/customXml" Target="../ink/ink1391.xml"/><Relationship Id="rId179" Type="http://schemas.openxmlformats.org/officeDocument/2006/relationships/image" Target="../media/image1093.png"/><Relationship Id="rId195" Type="http://schemas.openxmlformats.org/officeDocument/2006/relationships/image" Target="../media/image1101.png"/><Relationship Id="rId209" Type="http://schemas.openxmlformats.org/officeDocument/2006/relationships/image" Target="../media/image1108.png"/><Relationship Id="rId190" Type="http://schemas.openxmlformats.org/officeDocument/2006/relationships/customXml" Target="../ink/ink1399.xml"/><Relationship Id="rId204" Type="http://schemas.openxmlformats.org/officeDocument/2006/relationships/customXml" Target="../ink/ink1406.xml"/><Relationship Id="rId15" Type="http://schemas.openxmlformats.org/officeDocument/2006/relationships/image" Target="../media/image1011.png"/><Relationship Id="rId36" Type="http://schemas.openxmlformats.org/officeDocument/2006/relationships/customXml" Target="../ink/ink1322.xml"/><Relationship Id="rId57" Type="http://schemas.openxmlformats.org/officeDocument/2006/relationships/image" Target="../media/image1032.png"/><Relationship Id="rId106" Type="http://schemas.openxmlformats.org/officeDocument/2006/relationships/customXml" Target="../ink/ink1357.xml"/><Relationship Id="rId127" Type="http://schemas.openxmlformats.org/officeDocument/2006/relationships/image" Target="../media/image1067.png"/><Relationship Id="rId10" Type="http://schemas.openxmlformats.org/officeDocument/2006/relationships/customXml" Target="../ink/ink1309.xml"/><Relationship Id="rId31" Type="http://schemas.openxmlformats.org/officeDocument/2006/relationships/image" Target="../media/image1019.png"/><Relationship Id="rId52" Type="http://schemas.openxmlformats.org/officeDocument/2006/relationships/customXml" Target="../ink/ink1330.xml"/><Relationship Id="rId73" Type="http://schemas.openxmlformats.org/officeDocument/2006/relationships/image" Target="../media/image1040.png"/><Relationship Id="rId78" Type="http://schemas.openxmlformats.org/officeDocument/2006/relationships/customXml" Target="../ink/ink1343.xml"/><Relationship Id="rId94" Type="http://schemas.openxmlformats.org/officeDocument/2006/relationships/customXml" Target="../ink/ink1351.xml"/><Relationship Id="rId99" Type="http://schemas.openxmlformats.org/officeDocument/2006/relationships/image" Target="../media/image1053.png"/><Relationship Id="rId101" Type="http://schemas.openxmlformats.org/officeDocument/2006/relationships/image" Target="../media/image1054.png"/><Relationship Id="rId122" Type="http://schemas.openxmlformats.org/officeDocument/2006/relationships/customXml" Target="../ink/ink1365.xml"/><Relationship Id="rId143" Type="http://schemas.openxmlformats.org/officeDocument/2006/relationships/image" Target="../media/image1075.png"/><Relationship Id="rId148" Type="http://schemas.openxmlformats.org/officeDocument/2006/relationships/customXml" Target="../ink/ink1378.xml"/><Relationship Id="rId164" Type="http://schemas.openxmlformats.org/officeDocument/2006/relationships/customXml" Target="../ink/ink1386.xml"/><Relationship Id="rId169" Type="http://schemas.openxmlformats.org/officeDocument/2006/relationships/image" Target="../media/image1088.png"/><Relationship Id="rId185" Type="http://schemas.openxmlformats.org/officeDocument/2006/relationships/image" Target="../media/image1096.png"/><Relationship Id="rId4" Type="http://schemas.openxmlformats.org/officeDocument/2006/relationships/customXml" Target="../ink/ink1306.xml"/><Relationship Id="rId9" Type="http://schemas.openxmlformats.org/officeDocument/2006/relationships/image" Target="../media/image1008.png"/><Relationship Id="rId180" Type="http://schemas.openxmlformats.org/officeDocument/2006/relationships/customXml" Target="../ink/ink1394.xml"/><Relationship Id="rId210" Type="http://schemas.openxmlformats.org/officeDocument/2006/relationships/customXml" Target="../ink/ink1409.xml"/><Relationship Id="rId215" Type="http://schemas.openxmlformats.org/officeDocument/2006/relationships/image" Target="../media/image1111.png"/><Relationship Id="rId26" Type="http://schemas.openxmlformats.org/officeDocument/2006/relationships/customXml" Target="../ink/ink1317.xml"/><Relationship Id="rId47" Type="http://schemas.openxmlformats.org/officeDocument/2006/relationships/image" Target="../media/image1027.png"/><Relationship Id="rId68" Type="http://schemas.openxmlformats.org/officeDocument/2006/relationships/customXml" Target="../ink/ink1338.xml"/><Relationship Id="rId89" Type="http://schemas.openxmlformats.org/officeDocument/2006/relationships/image" Target="../media/image1048.png"/><Relationship Id="rId112" Type="http://schemas.openxmlformats.org/officeDocument/2006/relationships/customXml" Target="../ink/ink1360.xml"/><Relationship Id="rId133" Type="http://schemas.openxmlformats.org/officeDocument/2006/relationships/image" Target="../media/image1070.png"/><Relationship Id="rId154" Type="http://schemas.openxmlformats.org/officeDocument/2006/relationships/customXml" Target="../ink/ink1381.xml"/><Relationship Id="rId175" Type="http://schemas.openxmlformats.org/officeDocument/2006/relationships/image" Target="../media/image1091.png"/><Relationship Id="rId196" Type="http://schemas.openxmlformats.org/officeDocument/2006/relationships/customXml" Target="../ink/ink1402.xml"/><Relationship Id="rId200" Type="http://schemas.openxmlformats.org/officeDocument/2006/relationships/customXml" Target="../ink/ink1404.xml"/><Relationship Id="rId16" Type="http://schemas.openxmlformats.org/officeDocument/2006/relationships/customXml" Target="../ink/ink1312.xml"/><Relationship Id="rId37" Type="http://schemas.openxmlformats.org/officeDocument/2006/relationships/image" Target="../media/image1022.png"/><Relationship Id="rId58" Type="http://schemas.openxmlformats.org/officeDocument/2006/relationships/customXml" Target="../ink/ink1333.xml"/><Relationship Id="rId79" Type="http://schemas.openxmlformats.org/officeDocument/2006/relationships/image" Target="../media/image1043.png"/><Relationship Id="rId102" Type="http://schemas.openxmlformats.org/officeDocument/2006/relationships/customXml" Target="../ink/ink1355.xml"/><Relationship Id="rId123" Type="http://schemas.openxmlformats.org/officeDocument/2006/relationships/image" Target="../media/image1065.png"/><Relationship Id="rId144" Type="http://schemas.openxmlformats.org/officeDocument/2006/relationships/customXml" Target="../ink/ink1376.xml"/><Relationship Id="rId90" Type="http://schemas.openxmlformats.org/officeDocument/2006/relationships/customXml" Target="../ink/ink1349.xml"/><Relationship Id="rId165" Type="http://schemas.openxmlformats.org/officeDocument/2006/relationships/image" Target="../media/image1086.png"/><Relationship Id="rId186" Type="http://schemas.openxmlformats.org/officeDocument/2006/relationships/customXml" Target="../ink/ink1397.xml"/><Relationship Id="rId211" Type="http://schemas.openxmlformats.org/officeDocument/2006/relationships/image" Target="../media/image1109.png"/><Relationship Id="rId27" Type="http://schemas.openxmlformats.org/officeDocument/2006/relationships/image" Target="../media/image1017.png"/><Relationship Id="rId48" Type="http://schemas.openxmlformats.org/officeDocument/2006/relationships/customXml" Target="../ink/ink1328.xml"/><Relationship Id="rId69" Type="http://schemas.openxmlformats.org/officeDocument/2006/relationships/image" Target="../media/image1038.png"/><Relationship Id="rId113" Type="http://schemas.openxmlformats.org/officeDocument/2006/relationships/image" Target="../media/image1060.png"/><Relationship Id="rId134" Type="http://schemas.openxmlformats.org/officeDocument/2006/relationships/customXml" Target="../ink/ink1371.xml"/><Relationship Id="rId80" Type="http://schemas.openxmlformats.org/officeDocument/2006/relationships/customXml" Target="../ink/ink1344.xml"/><Relationship Id="rId155" Type="http://schemas.openxmlformats.org/officeDocument/2006/relationships/image" Target="../media/image1081.png"/><Relationship Id="rId176" Type="http://schemas.openxmlformats.org/officeDocument/2006/relationships/customXml" Target="../ink/ink1392.xml"/><Relationship Id="rId197" Type="http://schemas.openxmlformats.org/officeDocument/2006/relationships/image" Target="../media/image1102.png"/><Relationship Id="rId201" Type="http://schemas.openxmlformats.org/officeDocument/2006/relationships/image" Target="../media/image1104.png"/><Relationship Id="rId17" Type="http://schemas.openxmlformats.org/officeDocument/2006/relationships/image" Target="../media/image1012.png"/><Relationship Id="rId38" Type="http://schemas.openxmlformats.org/officeDocument/2006/relationships/customXml" Target="../ink/ink1323.xml"/><Relationship Id="rId59" Type="http://schemas.openxmlformats.org/officeDocument/2006/relationships/image" Target="../media/image1033.png"/><Relationship Id="rId103" Type="http://schemas.openxmlformats.org/officeDocument/2006/relationships/image" Target="../media/image1055.png"/><Relationship Id="rId124" Type="http://schemas.openxmlformats.org/officeDocument/2006/relationships/customXml" Target="../ink/ink1366.xml"/><Relationship Id="rId70" Type="http://schemas.openxmlformats.org/officeDocument/2006/relationships/customXml" Target="../ink/ink1339.xml"/><Relationship Id="rId91" Type="http://schemas.openxmlformats.org/officeDocument/2006/relationships/image" Target="../media/image1049.png"/><Relationship Id="rId145" Type="http://schemas.openxmlformats.org/officeDocument/2006/relationships/image" Target="../media/image1076.png"/><Relationship Id="rId166" Type="http://schemas.openxmlformats.org/officeDocument/2006/relationships/customXml" Target="../ink/ink1387.xml"/><Relationship Id="rId187" Type="http://schemas.openxmlformats.org/officeDocument/2006/relationships/image" Target="../media/image109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410.xml"/><Relationship Id="rId28" Type="http://schemas.openxmlformats.org/officeDocument/2006/relationships/customXml" Target="../ink/ink1318.xml"/><Relationship Id="rId49" Type="http://schemas.openxmlformats.org/officeDocument/2006/relationships/image" Target="../media/image1028.png"/><Relationship Id="rId114" Type="http://schemas.openxmlformats.org/officeDocument/2006/relationships/customXml" Target="../ink/ink1361.xml"/><Relationship Id="rId60" Type="http://schemas.openxmlformats.org/officeDocument/2006/relationships/customXml" Target="../ink/ink1334.xml"/><Relationship Id="rId81" Type="http://schemas.openxmlformats.org/officeDocument/2006/relationships/image" Target="../media/image1044.png"/><Relationship Id="rId135" Type="http://schemas.openxmlformats.org/officeDocument/2006/relationships/image" Target="../media/image1071.png"/><Relationship Id="rId156" Type="http://schemas.openxmlformats.org/officeDocument/2006/relationships/customXml" Target="../ink/ink1382.xml"/><Relationship Id="rId177" Type="http://schemas.openxmlformats.org/officeDocument/2006/relationships/image" Target="../media/image1092.png"/><Relationship Id="rId198" Type="http://schemas.openxmlformats.org/officeDocument/2006/relationships/customXml" Target="../ink/ink1403.xml"/><Relationship Id="rId202" Type="http://schemas.openxmlformats.org/officeDocument/2006/relationships/customXml" Target="../ink/ink1405.xml"/><Relationship Id="rId18" Type="http://schemas.openxmlformats.org/officeDocument/2006/relationships/customXml" Target="../ink/ink1313.xml"/><Relationship Id="rId39" Type="http://schemas.openxmlformats.org/officeDocument/2006/relationships/image" Target="../media/image1023.png"/><Relationship Id="rId50" Type="http://schemas.openxmlformats.org/officeDocument/2006/relationships/customXml" Target="../ink/ink1329.xml"/><Relationship Id="rId104" Type="http://schemas.openxmlformats.org/officeDocument/2006/relationships/customXml" Target="../ink/ink1356.xml"/><Relationship Id="rId125" Type="http://schemas.openxmlformats.org/officeDocument/2006/relationships/image" Target="../media/image1066.png"/><Relationship Id="rId146" Type="http://schemas.openxmlformats.org/officeDocument/2006/relationships/customXml" Target="../ink/ink1377.xml"/><Relationship Id="rId167" Type="http://schemas.openxmlformats.org/officeDocument/2006/relationships/image" Target="../media/image1087.png"/><Relationship Id="rId188" Type="http://schemas.openxmlformats.org/officeDocument/2006/relationships/customXml" Target="../ink/ink1398.xml"/><Relationship Id="rId71" Type="http://schemas.openxmlformats.org/officeDocument/2006/relationships/image" Target="../media/image1039.png"/><Relationship Id="rId92" Type="http://schemas.openxmlformats.org/officeDocument/2006/relationships/customXml" Target="../ink/ink1350.xml"/><Relationship Id="rId213" Type="http://schemas.openxmlformats.org/officeDocument/2006/relationships/image" Target="../media/image1110.png"/><Relationship Id="rId2" Type="http://schemas.openxmlformats.org/officeDocument/2006/relationships/customXml" Target="../ink/ink1305.xml"/><Relationship Id="rId29" Type="http://schemas.openxmlformats.org/officeDocument/2006/relationships/image" Target="../media/image1018.png"/><Relationship Id="rId40" Type="http://schemas.openxmlformats.org/officeDocument/2006/relationships/customXml" Target="../ink/ink1324.xml"/><Relationship Id="rId115" Type="http://schemas.openxmlformats.org/officeDocument/2006/relationships/image" Target="../media/image1061.png"/><Relationship Id="rId136" Type="http://schemas.openxmlformats.org/officeDocument/2006/relationships/customXml" Target="../ink/ink1372.xml"/><Relationship Id="rId157" Type="http://schemas.openxmlformats.org/officeDocument/2006/relationships/image" Target="../media/image1082.png"/><Relationship Id="rId178" Type="http://schemas.openxmlformats.org/officeDocument/2006/relationships/customXml" Target="../ink/ink1393.xml"/><Relationship Id="rId61" Type="http://schemas.openxmlformats.org/officeDocument/2006/relationships/image" Target="../media/image1034.png"/><Relationship Id="rId82" Type="http://schemas.openxmlformats.org/officeDocument/2006/relationships/customXml" Target="../ink/ink1345.xml"/><Relationship Id="rId199" Type="http://schemas.openxmlformats.org/officeDocument/2006/relationships/image" Target="../media/image1103.png"/><Relationship Id="rId203" Type="http://schemas.openxmlformats.org/officeDocument/2006/relationships/image" Target="../media/image1105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69.png"/><Relationship Id="rId299" Type="http://schemas.openxmlformats.org/officeDocument/2006/relationships/image" Target="../media/image1259.png"/><Relationship Id="rId21" Type="http://schemas.openxmlformats.org/officeDocument/2006/relationships/image" Target="../media/image1121.png"/><Relationship Id="rId63" Type="http://schemas.openxmlformats.org/officeDocument/2006/relationships/image" Target="../media/image1142.png"/><Relationship Id="rId159" Type="http://schemas.openxmlformats.org/officeDocument/2006/relationships/image" Target="../media/image1190.png"/><Relationship Id="rId324" Type="http://schemas.openxmlformats.org/officeDocument/2006/relationships/customXml" Target="../ink/ink1573.xml"/><Relationship Id="rId170" Type="http://schemas.openxmlformats.org/officeDocument/2006/relationships/customXml" Target="../ink/ink1496.xml"/><Relationship Id="rId226" Type="http://schemas.openxmlformats.org/officeDocument/2006/relationships/customXml" Target="../ink/ink1524.xml"/><Relationship Id="rId268" Type="http://schemas.openxmlformats.org/officeDocument/2006/relationships/customXml" Target="../ink/ink1545.xml"/><Relationship Id="rId32" Type="http://schemas.openxmlformats.org/officeDocument/2006/relationships/customXml" Target="../ink/ink1427.xml"/><Relationship Id="rId74" Type="http://schemas.openxmlformats.org/officeDocument/2006/relationships/customXml" Target="../ink/ink1448.xml"/><Relationship Id="rId128" Type="http://schemas.openxmlformats.org/officeDocument/2006/relationships/customXml" Target="../ink/ink1475.xml"/><Relationship Id="rId335" Type="http://schemas.openxmlformats.org/officeDocument/2006/relationships/image" Target="../media/image1277.png"/><Relationship Id="rId5" Type="http://schemas.openxmlformats.org/officeDocument/2006/relationships/image" Target="../media/image1113.png"/><Relationship Id="rId181" Type="http://schemas.openxmlformats.org/officeDocument/2006/relationships/image" Target="../media/image1201.png"/><Relationship Id="rId237" Type="http://schemas.openxmlformats.org/officeDocument/2006/relationships/image" Target="../media/image1228.png"/><Relationship Id="rId279" Type="http://schemas.openxmlformats.org/officeDocument/2006/relationships/image" Target="../media/image1249.png"/><Relationship Id="rId43" Type="http://schemas.openxmlformats.org/officeDocument/2006/relationships/image" Target="../media/image1132.png"/><Relationship Id="rId139" Type="http://schemas.openxmlformats.org/officeDocument/2006/relationships/image" Target="../media/image1180.png"/><Relationship Id="rId290" Type="http://schemas.openxmlformats.org/officeDocument/2006/relationships/customXml" Target="../ink/ink1556.xml"/><Relationship Id="rId304" Type="http://schemas.openxmlformats.org/officeDocument/2006/relationships/customXml" Target="../ink/ink1563.xml"/><Relationship Id="rId85" Type="http://schemas.openxmlformats.org/officeDocument/2006/relationships/image" Target="../media/image1153.png"/><Relationship Id="rId150" Type="http://schemas.openxmlformats.org/officeDocument/2006/relationships/customXml" Target="../ink/ink1486.xml"/><Relationship Id="rId192" Type="http://schemas.openxmlformats.org/officeDocument/2006/relationships/customXml" Target="../ink/ink1507.xml"/><Relationship Id="rId206" Type="http://schemas.openxmlformats.org/officeDocument/2006/relationships/customXml" Target="../ink/ink1514.xml"/><Relationship Id="rId248" Type="http://schemas.openxmlformats.org/officeDocument/2006/relationships/customXml" Target="../ink/ink1535.xml"/><Relationship Id="rId12" Type="http://schemas.openxmlformats.org/officeDocument/2006/relationships/customXml" Target="../ink/ink1417.xml"/><Relationship Id="rId108" Type="http://schemas.openxmlformats.org/officeDocument/2006/relationships/customXml" Target="../ink/ink1465.xml"/><Relationship Id="rId315" Type="http://schemas.openxmlformats.org/officeDocument/2006/relationships/image" Target="../media/image1267.png"/><Relationship Id="rId54" Type="http://schemas.openxmlformats.org/officeDocument/2006/relationships/customXml" Target="../ink/ink1438.xml"/><Relationship Id="rId96" Type="http://schemas.openxmlformats.org/officeDocument/2006/relationships/customXml" Target="../ink/ink1459.xml"/><Relationship Id="rId161" Type="http://schemas.openxmlformats.org/officeDocument/2006/relationships/image" Target="../media/image1191.png"/><Relationship Id="rId217" Type="http://schemas.openxmlformats.org/officeDocument/2006/relationships/image" Target="../media/image1218.png"/><Relationship Id="rId259" Type="http://schemas.openxmlformats.org/officeDocument/2006/relationships/image" Target="../media/image1239.png"/><Relationship Id="rId23" Type="http://schemas.openxmlformats.org/officeDocument/2006/relationships/image" Target="../media/image1122.png"/><Relationship Id="rId119" Type="http://schemas.openxmlformats.org/officeDocument/2006/relationships/image" Target="../media/image1170.png"/><Relationship Id="rId270" Type="http://schemas.openxmlformats.org/officeDocument/2006/relationships/customXml" Target="../ink/ink1546.xml"/><Relationship Id="rId326" Type="http://schemas.openxmlformats.org/officeDocument/2006/relationships/customXml" Target="../ink/ink1574.xml"/><Relationship Id="rId65" Type="http://schemas.openxmlformats.org/officeDocument/2006/relationships/image" Target="../media/image1143.png"/><Relationship Id="rId130" Type="http://schemas.openxmlformats.org/officeDocument/2006/relationships/customXml" Target="../ink/ink1476.xml"/><Relationship Id="rId172" Type="http://schemas.openxmlformats.org/officeDocument/2006/relationships/customXml" Target="../ink/ink1497.xml"/><Relationship Id="rId228" Type="http://schemas.openxmlformats.org/officeDocument/2006/relationships/customXml" Target="../ink/ink1525.xml"/><Relationship Id="rId281" Type="http://schemas.openxmlformats.org/officeDocument/2006/relationships/image" Target="../media/image1250.png"/><Relationship Id="rId337" Type="http://schemas.openxmlformats.org/officeDocument/2006/relationships/image" Target="../media/image1278.png"/><Relationship Id="rId34" Type="http://schemas.openxmlformats.org/officeDocument/2006/relationships/customXml" Target="../ink/ink1428.xml"/><Relationship Id="rId76" Type="http://schemas.openxmlformats.org/officeDocument/2006/relationships/customXml" Target="../ink/ink1449.xml"/><Relationship Id="rId141" Type="http://schemas.openxmlformats.org/officeDocument/2006/relationships/image" Target="../media/image1181.png"/><Relationship Id="rId7" Type="http://schemas.openxmlformats.org/officeDocument/2006/relationships/image" Target="../media/image1114.png"/><Relationship Id="rId183" Type="http://schemas.openxmlformats.org/officeDocument/2006/relationships/image" Target="../media/image1202.png"/><Relationship Id="rId239" Type="http://schemas.openxmlformats.org/officeDocument/2006/relationships/image" Target="../media/image1229.png"/><Relationship Id="rId250" Type="http://schemas.openxmlformats.org/officeDocument/2006/relationships/customXml" Target="../ink/ink1536.xml"/><Relationship Id="rId292" Type="http://schemas.openxmlformats.org/officeDocument/2006/relationships/customXml" Target="../ink/ink1557.xml"/><Relationship Id="rId306" Type="http://schemas.openxmlformats.org/officeDocument/2006/relationships/customXml" Target="../ink/ink1564.xml"/><Relationship Id="rId45" Type="http://schemas.openxmlformats.org/officeDocument/2006/relationships/image" Target="../media/image1133.png"/><Relationship Id="rId87" Type="http://schemas.openxmlformats.org/officeDocument/2006/relationships/image" Target="../media/image1154.png"/><Relationship Id="rId110" Type="http://schemas.openxmlformats.org/officeDocument/2006/relationships/customXml" Target="../ink/ink1466.xml"/><Relationship Id="rId152" Type="http://schemas.openxmlformats.org/officeDocument/2006/relationships/customXml" Target="../ink/ink1487.xml"/><Relationship Id="rId194" Type="http://schemas.openxmlformats.org/officeDocument/2006/relationships/customXml" Target="../ink/ink1508.xml"/><Relationship Id="rId208" Type="http://schemas.openxmlformats.org/officeDocument/2006/relationships/customXml" Target="../ink/ink1515.xml"/><Relationship Id="rId240" Type="http://schemas.openxmlformats.org/officeDocument/2006/relationships/customXml" Target="../ink/ink1531.xml"/><Relationship Id="rId261" Type="http://schemas.openxmlformats.org/officeDocument/2006/relationships/image" Target="../media/image1240.png"/><Relationship Id="rId14" Type="http://schemas.openxmlformats.org/officeDocument/2006/relationships/customXml" Target="../ink/ink1418.xml"/><Relationship Id="rId35" Type="http://schemas.openxmlformats.org/officeDocument/2006/relationships/image" Target="../media/image1128.png"/><Relationship Id="rId56" Type="http://schemas.openxmlformats.org/officeDocument/2006/relationships/customXml" Target="../ink/ink1439.xml"/><Relationship Id="rId77" Type="http://schemas.openxmlformats.org/officeDocument/2006/relationships/image" Target="../media/image1149.png"/><Relationship Id="rId100" Type="http://schemas.openxmlformats.org/officeDocument/2006/relationships/customXml" Target="../ink/ink1461.xml"/><Relationship Id="rId282" Type="http://schemas.openxmlformats.org/officeDocument/2006/relationships/customXml" Target="../ink/ink1552.xml"/><Relationship Id="rId317" Type="http://schemas.openxmlformats.org/officeDocument/2006/relationships/image" Target="../media/image1268.png"/><Relationship Id="rId338" Type="http://schemas.openxmlformats.org/officeDocument/2006/relationships/customXml" Target="../ink/ink1580.xml"/><Relationship Id="rId8" Type="http://schemas.openxmlformats.org/officeDocument/2006/relationships/customXml" Target="../ink/ink1415.xml"/><Relationship Id="rId98" Type="http://schemas.openxmlformats.org/officeDocument/2006/relationships/customXml" Target="../ink/ink1460.xml"/><Relationship Id="rId121" Type="http://schemas.openxmlformats.org/officeDocument/2006/relationships/image" Target="../media/image1171.png"/><Relationship Id="rId142" Type="http://schemas.openxmlformats.org/officeDocument/2006/relationships/customXml" Target="../ink/ink1482.xml"/><Relationship Id="rId163" Type="http://schemas.openxmlformats.org/officeDocument/2006/relationships/image" Target="../media/image1192.png"/><Relationship Id="rId184" Type="http://schemas.openxmlformats.org/officeDocument/2006/relationships/customXml" Target="../ink/ink1503.xml"/><Relationship Id="rId219" Type="http://schemas.openxmlformats.org/officeDocument/2006/relationships/image" Target="../media/image1219.png"/><Relationship Id="rId230" Type="http://schemas.openxmlformats.org/officeDocument/2006/relationships/customXml" Target="../ink/ink1526.xml"/><Relationship Id="rId251" Type="http://schemas.openxmlformats.org/officeDocument/2006/relationships/image" Target="../media/image1235.png"/><Relationship Id="rId25" Type="http://schemas.openxmlformats.org/officeDocument/2006/relationships/image" Target="../media/image1123.png"/><Relationship Id="rId46" Type="http://schemas.openxmlformats.org/officeDocument/2006/relationships/customXml" Target="../ink/ink1434.xml"/><Relationship Id="rId67" Type="http://schemas.openxmlformats.org/officeDocument/2006/relationships/image" Target="../media/image1144.png"/><Relationship Id="rId272" Type="http://schemas.openxmlformats.org/officeDocument/2006/relationships/customXml" Target="../ink/ink1547.xml"/><Relationship Id="rId293" Type="http://schemas.openxmlformats.org/officeDocument/2006/relationships/image" Target="../media/image1256.png"/><Relationship Id="rId307" Type="http://schemas.openxmlformats.org/officeDocument/2006/relationships/image" Target="../media/image1263.png"/><Relationship Id="rId328" Type="http://schemas.openxmlformats.org/officeDocument/2006/relationships/customXml" Target="../ink/ink1575.xml"/><Relationship Id="rId88" Type="http://schemas.openxmlformats.org/officeDocument/2006/relationships/customXml" Target="../ink/ink1455.xml"/><Relationship Id="rId111" Type="http://schemas.openxmlformats.org/officeDocument/2006/relationships/image" Target="../media/image1166.png"/><Relationship Id="rId132" Type="http://schemas.openxmlformats.org/officeDocument/2006/relationships/customXml" Target="../ink/ink1477.xml"/><Relationship Id="rId153" Type="http://schemas.openxmlformats.org/officeDocument/2006/relationships/image" Target="../media/image1187.png"/><Relationship Id="rId174" Type="http://schemas.openxmlformats.org/officeDocument/2006/relationships/customXml" Target="../ink/ink1498.xml"/><Relationship Id="rId195" Type="http://schemas.openxmlformats.org/officeDocument/2006/relationships/image" Target="../media/image1207.png"/><Relationship Id="rId209" Type="http://schemas.openxmlformats.org/officeDocument/2006/relationships/image" Target="../media/image1214.png"/><Relationship Id="rId220" Type="http://schemas.openxmlformats.org/officeDocument/2006/relationships/customXml" Target="../ink/ink1521.xml"/><Relationship Id="rId241" Type="http://schemas.openxmlformats.org/officeDocument/2006/relationships/image" Target="../media/image1230.png"/><Relationship Id="rId15" Type="http://schemas.openxmlformats.org/officeDocument/2006/relationships/image" Target="../media/image1118.png"/><Relationship Id="rId36" Type="http://schemas.openxmlformats.org/officeDocument/2006/relationships/customXml" Target="../ink/ink1429.xml"/><Relationship Id="rId57" Type="http://schemas.openxmlformats.org/officeDocument/2006/relationships/image" Target="../media/image1139.png"/><Relationship Id="rId262" Type="http://schemas.openxmlformats.org/officeDocument/2006/relationships/customXml" Target="../ink/ink1542.xml"/><Relationship Id="rId283" Type="http://schemas.openxmlformats.org/officeDocument/2006/relationships/image" Target="../media/image1251.png"/><Relationship Id="rId318" Type="http://schemas.openxmlformats.org/officeDocument/2006/relationships/customXml" Target="../ink/ink1570.xml"/><Relationship Id="rId339" Type="http://schemas.openxmlformats.org/officeDocument/2006/relationships/image" Target="../media/image1279.png"/><Relationship Id="rId78" Type="http://schemas.openxmlformats.org/officeDocument/2006/relationships/customXml" Target="../ink/ink1450.xml"/><Relationship Id="rId99" Type="http://schemas.openxmlformats.org/officeDocument/2006/relationships/image" Target="../media/image1160.png"/><Relationship Id="rId101" Type="http://schemas.openxmlformats.org/officeDocument/2006/relationships/image" Target="../media/image1161.png"/><Relationship Id="rId122" Type="http://schemas.openxmlformats.org/officeDocument/2006/relationships/customXml" Target="../ink/ink1472.xml"/><Relationship Id="rId143" Type="http://schemas.openxmlformats.org/officeDocument/2006/relationships/image" Target="../media/image1182.png"/><Relationship Id="rId164" Type="http://schemas.openxmlformats.org/officeDocument/2006/relationships/customXml" Target="../ink/ink1493.xml"/><Relationship Id="rId185" Type="http://schemas.openxmlformats.org/officeDocument/2006/relationships/image" Target="../media/image1203.png"/><Relationship Id="rId9" Type="http://schemas.openxmlformats.org/officeDocument/2006/relationships/image" Target="../media/image1115.png"/><Relationship Id="rId210" Type="http://schemas.openxmlformats.org/officeDocument/2006/relationships/customXml" Target="../ink/ink1516.xml"/><Relationship Id="rId26" Type="http://schemas.openxmlformats.org/officeDocument/2006/relationships/customXml" Target="../ink/ink1424.xml"/><Relationship Id="rId231" Type="http://schemas.openxmlformats.org/officeDocument/2006/relationships/image" Target="../media/image1225.png"/><Relationship Id="rId252" Type="http://schemas.openxmlformats.org/officeDocument/2006/relationships/customXml" Target="../ink/ink1537.xml"/><Relationship Id="rId273" Type="http://schemas.openxmlformats.org/officeDocument/2006/relationships/image" Target="../media/image1246.png"/><Relationship Id="rId294" Type="http://schemas.openxmlformats.org/officeDocument/2006/relationships/customXml" Target="../ink/ink1558.xml"/><Relationship Id="rId308" Type="http://schemas.openxmlformats.org/officeDocument/2006/relationships/customXml" Target="../ink/ink1565.xml"/><Relationship Id="rId329" Type="http://schemas.openxmlformats.org/officeDocument/2006/relationships/image" Target="../media/image1274.png"/><Relationship Id="rId47" Type="http://schemas.openxmlformats.org/officeDocument/2006/relationships/image" Target="../media/image1134.png"/><Relationship Id="rId68" Type="http://schemas.openxmlformats.org/officeDocument/2006/relationships/customXml" Target="../ink/ink1445.xml"/><Relationship Id="rId89" Type="http://schemas.openxmlformats.org/officeDocument/2006/relationships/image" Target="../media/image1155.png"/><Relationship Id="rId112" Type="http://schemas.openxmlformats.org/officeDocument/2006/relationships/customXml" Target="../ink/ink1467.xml"/><Relationship Id="rId133" Type="http://schemas.openxmlformats.org/officeDocument/2006/relationships/image" Target="../media/image1177.png"/><Relationship Id="rId154" Type="http://schemas.openxmlformats.org/officeDocument/2006/relationships/customXml" Target="../ink/ink1488.xml"/><Relationship Id="rId175" Type="http://schemas.openxmlformats.org/officeDocument/2006/relationships/image" Target="../media/image1198.png"/><Relationship Id="rId340" Type="http://schemas.openxmlformats.org/officeDocument/2006/relationships/customXml" Target="../ink/ink1581.xml"/><Relationship Id="rId196" Type="http://schemas.openxmlformats.org/officeDocument/2006/relationships/customXml" Target="../ink/ink1509.xml"/><Relationship Id="rId200" Type="http://schemas.openxmlformats.org/officeDocument/2006/relationships/customXml" Target="../ink/ink1511.xml"/><Relationship Id="rId16" Type="http://schemas.openxmlformats.org/officeDocument/2006/relationships/customXml" Target="../ink/ink1419.xml"/><Relationship Id="rId221" Type="http://schemas.openxmlformats.org/officeDocument/2006/relationships/image" Target="../media/image1220.png"/><Relationship Id="rId242" Type="http://schemas.openxmlformats.org/officeDocument/2006/relationships/customXml" Target="../ink/ink1532.xml"/><Relationship Id="rId263" Type="http://schemas.openxmlformats.org/officeDocument/2006/relationships/image" Target="../media/image1241.png"/><Relationship Id="rId284" Type="http://schemas.openxmlformats.org/officeDocument/2006/relationships/customXml" Target="../ink/ink1553.xml"/><Relationship Id="rId319" Type="http://schemas.openxmlformats.org/officeDocument/2006/relationships/image" Target="../media/image1269.png"/><Relationship Id="rId37" Type="http://schemas.openxmlformats.org/officeDocument/2006/relationships/image" Target="../media/image1129.png"/><Relationship Id="rId58" Type="http://schemas.openxmlformats.org/officeDocument/2006/relationships/customXml" Target="../ink/ink1440.xml"/><Relationship Id="rId79" Type="http://schemas.openxmlformats.org/officeDocument/2006/relationships/image" Target="../media/image1150.png"/><Relationship Id="rId102" Type="http://schemas.openxmlformats.org/officeDocument/2006/relationships/customXml" Target="../ink/ink1462.xml"/><Relationship Id="rId123" Type="http://schemas.openxmlformats.org/officeDocument/2006/relationships/image" Target="../media/image1172.png"/><Relationship Id="rId144" Type="http://schemas.openxmlformats.org/officeDocument/2006/relationships/customXml" Target="../ink/ink1483.xml"/><Relationship Id="rId330" Type="http://schemas.openxmlformats.org/officeDocument/2006/relationships/customXml" Target="../ink/ink1576.xml"/><Relationship Id="rId90" Type="http://schemas.openxmlformats.org/officeDocument/2006/relationships/customXml" Target="../ink/ink1456.xml"/><Relationship Id="rId165" Type="http://schemas.openxmlformats.org/officeDocument/2006/relationships/image" Target="../media/image1193.png"/><Relationship Id="rId186" Type="http://schemas.openxmlformats.org/officeDocument/2006/relationships/customXml" Target="../ink/ink1504.xml"/><Relationship Id="rId211" Type="http://schemas.openxmlformats.org/officeDocument/2006/relationships/image" Target="../media/image1215.png"/><Relationship Id="rId232" Type="http://schemas.openxmlformats.org/officeDocument/2006/relationships/customXml" Target="../ink/ink1527.xml"/><Relationship Id="rId253" Type="http://schemas.openxmlformats.org/officeDocument/2006/relationships/image" Target="../media/image1236.png"/><Relationship Id="rId274" Type="http://schemas.openxmlformats.org/officeDocument/2006/relationships/customXml" Target="../ink/ink1548.xml"/><Relationship Id="rId295" Type="http://schemas.openxmlformats.org/officeDocument/2006/relationships/image" Target="../media/image1257.png"/><Relationship Id="rId309" Type="http://schemas.openxmlformats.org/officeDocument/2006/relationships/image" Target="../media/image1264.png"/><Relationship Id="rId27" Type="http://schemas.openxmlformats.org/officeDocument/2006/relationships/image" Target="../media/image1124.png"/><Relationship Id="rId48" Type="http://schemas.openxmlformats.org/officeDocument/2006/relationships/customXml" Target="../ink/ink1435.xml"/><Relationship Id="rId69" Type="http://schemas.openxmlformats.org/officeDocument/2006/relationships/image" Target="../media/image1145.png"/><Relationship Id="rId113" Type="http://schemas.openxmlformats.org/officeDocument/2006/relationships/image" Target="../media/image1167.png"/><Relationship Id="rId134" Type="http://schemas.openxmlformats.org/officeDocument/2006/relationships/customXml" Target="../ink/ink1478.xml"/><Relationship Id="rId320" Type="http://schemas.openxmlformats.org/officeDocument/2006/relationships/customXml" Target="../ink/ink1571.xml"/><Relationship Id="rId80" Type="http://schemas.openxmlformats.org/officeDocument/2006/relationships/customXml" Target="../ink/ink1451.xml"/><Relationship Id="rId155" Type="http://schemas.openxmlformats.org/officeDocument/2006/relationships/image" Target="../media/image1188.png"/><Relationship Id="rId176" Type="http://schemas.openxmlformats.org/officeDocument/2006/relationships/customXml" Target="../ink/ink1499.xml"/><Relationship Id="rId197" Type="http://schemas.openxmlformats.org/officeDocument/2006/relationships/image" Target="../media/image1208.png"/><Relationship Id="rId341" Type="http://schemas.openxmlformats.org/officeDocument/2006/relationships/image" Target="../media/image1280.png"/><Relationship Id="rId201" Type="http://schemas.openxmlformats.org/officeDocument/2006/relationships/image" Target="../media/image1210.png"/><Relationship Id="rId222" Type="http://schemas.openxmlformats.org/officeDocument/2006/relationships/customXml" Target="../ink/ink1522.xml"/><Relationship Id="rId243" Type="http://schemas.openxmlformats.org/officeDocument/2006/relationships/image" Target="../media/image1231.png"/><Relationship Id="rId264" Type="http://schemas.openxmlformats.org/officeDocument/2006/relationships/customXml" Target="../ink/ink1543.xml"/><Relationship Id="rId285" Type="http://schemas.openxmlformats.org/officeDocument/2006/relationships/image" Target="../media/image1252.png"/><Relationship Id="rId17" Type="http://schemas.openxmlformats.org/officeDocument/2006/relationships/image" Target="../media/image1119.png"/><Relationship Id="rId38" Type="http://schemas.openxmlformats.org/officeDocument/2006/relationships/customXml" Target="../ink/ink1430.xml"/><Relationship Id="rId59" Type="http://schemas.openxmlformats.org/officeDocument/2006/relationships/image" Target="../media/image1140.png"/><Relationship Id="rId103" Type="http://schemas.openxmlformats.org/officeDocument/2006/relationships/image" Target="../media/image1162.png"/><Relationship Id="rId124" Type="http://schemas.openxmlformats.org/officeDocument/2006/relationships/customXml" Target="../ink/ink1473.xml"/><Relationship Id="rId310" Type="http://schemas.openxmlformats.org/officeDocument/2006/relationships/customXml" Target="../ink/ink1566.xml"/><Relationship Id="rId70" Type="http://schemas.openxmlformats.org/officeDocument/2006/relationships/customXml" Target="../ink/ink1446.xml"/><Relationship Id="rId91" Type="http://schemas.openxmlformats.org/officeDocument/2006/relationships/image" Target="../media/image1156.png"/><Relationship Id="rId145" Type="http://schemas.openxmlformats.org/officeDocument/2006/relationships/image" Target="../media/image1183.png"/><Relationship Id="rId166" Type="http://schemas.openxmlformats.org/officeDocument/2006/relationships/customXml" Target="../ink/ink1494.xml"/><Relationship Id="rId187" Type="http://schemas.openxmlformats.org/officeDocument/2006/relationships/image" Target="../media/image1204.png"/><Relationship Id="rId331" Type="http://schemas.openxmlformats.org/officeDocument/2006/relationships/image" Target="../media/image127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17.xml"/><Relationship Id="rId233" Type="http://schemas.openxmlformats.org/officeDocument/2006/relationships/image" Target="../media/image1226.png"/><Relationship Id="rId254" Type="http://schemas.openxmlformats.org/officeDocument/2006/relationships/customXml" Target="../ink/ink1538.xml"/><Relationship Id="rId28" Type="http://schemas.openxmlformats.org/officeDocument/2006/relationships/customXml" Target="../ink/ink1425.xml"/><Relationship Id="rId49" Type="http://schemas.openxmlformats.org/officeDocument/2006/relationships/image" Target="../media/image1135.png"/><Relationship Id="rId114" Type="http://schemas.openxmlformats.org/officeDocument/2006/relationships/customXml" Target="../ink/ink1468.xml"/><Relationship Id="rId275" Type="http://schemas.openxmlformats.org/officeDocument/2006/relationships/image" Target="../media/image1247.png"/><Relationship Id="rId296" Type="http://schemas.openxmlformats.org/officeDocument/2006/relationships/customXml" Target="../ink/ink1559.xml"/><Relationship Id="rId300" Type="http://schemas.openxmlformats.org/officeDocument/2006/relationships/customXml" Target="../ink/ink1561.xml"/><Relationship Id="rId60" Type="http://schemas.openxmlformats.org/officeDocument/2006/relationships/customXml" Target="../ink/ink1441.xml"/><Relationship Id="rId81" Type="http://schemas.openxmlformats.org/officeDocument/2006/relationships/image" Target="../media/image1151.png"/><Relationship Id="rId135" Type="http://schemas.openxmlformats.org/officeDocument/2006/relationships/image" Target="../media/image1178.png"/><Relationship Id="rId156" Type="http://schemas.openxmlformats.org/officeDocument/2006/relationships/customXml" Target="../ink/ink1489.xml"/><Relationship Id="rId177" Type="http://schemas.openxmlformats.org/officeDocument/2006/relationships/image" Target="../media/image1199.png"/><Relationship Id="rId198" Type="http://schemas.openxmlformats.org/officeDocument/2006/relationships/customXml" Target="../ink/ink1510.xml"/><Relationship Id="rId321" Type="http://schemas.openxmlformats.org/officeDocument/2006/relationships/image" Target="../media/image1270.png"/><Relationship Id="rId342" Type="http://schemas.openxmlformats.org/officeDocument/2006/relationships/customXml" Target="../ink/ink1582.xml"/><Relationship Id="rId202" Type="http://schemas.openxmlformats.org/officeDocument/2006/relationships/customXml" Target="../ink/ink1512.xml"/><Relationship Id="rId223" Type="http://schemas.openxmlformats.org/officeDocument/2006/relationships/image" Target="../media/image1221.png"/><Relationship Id="rId244" Type="http://schemas.openxmlformats.org/officeDocument/2006/relationships/customXml" Target="../ink/ink1533.xml"/><Relationship Id="rId18" Type="http://schemas.openxmlformats.org/officeDocument/2006/relationships/customXml" Target="../ink/ink1420.xml"/><Relationship Id="rId39" Type="http://schemas.openxmlformats.org/officeDocument/2006/relationships/image" Target="../media/image1130.png"/><Relationship Id="rId265" Type="http://schemas.openxmlformats.org/officeDocument/2006/relationships/image" Target="../media/image1242.png"/><Relationship Id="rId286" Type="http://schemas.openxmlformats.org/officeDocument/2006/relationships/customXml" Target="../ink/ink1554.xml"/><Relationship Id="rId50" Type="http://schemas.openxmlformats.org/officeDocument/2006/relationships/customXml" Target="../ink/ink1436.xml"/><Relationship Id="rId104" Type="http://schemas.openxmlformats.org/officeDocument/2006/relationships/customXml" Target="../ink/ink1463.xml"/><Relationship Id="rId125" Type="http://schemas.openxmlformats.org/officeDocument/2006/relationships/image" Target="../media/image1173.png"/><Relationship Id="rId146" Type="http://schemas.openxmlformats.org/officeDocument/2006/relationships/customXml" Target="../ink/ink1484.xml"/><Relationship Id="rId167" Type="http://schemas.openxmlformats.org/officeDocument/2006/relationships/image" Target="../media/image1194.png"/><Relationship Id="rId188" Type="http://schemas.openxmlformats.org/officeDocument/2006/relationships/customXml" Target="../ink/ink1505.xml"/><Relationship Id="rId311" Type="http://schemas.openxmlformats.org/officeDocument/2006/relationships/image" Target="../media/image1265.png"/><Relationship Id="rId332" Type="http://schemas.openxmlformats.org/officeDocument/2006/relationships/customXml" Target="../ink/ink1577.xml"/><Relationship Id="rId71" Type="http://schemas.openxmlformats.org/officeDocument/2006/relationships/image" Target="../media/image1146.png"/><Relationship Id="rId92" Type="http://schemas.openxmlformats.org/officeDocument/2006/relationships/customXml" Target="../ink/ink1457.xml"/><Relationship Id="rId213" Type="http://schemas.openxmlformats.org/officeDocument/2006/relationships/image" Target="../media/image1216.png"/><Relationship Id="rId234" Type="http://schemas.openxmlformats.org/officeDocument/2006/relationships/customXml" Target="../ink/ink1528.xml"/><Relationship Id="rId2" Type="http://schemas.openxmlformats.org/officeDocument/2006/relationships/customXml" Target="../ink/ink1412.xml"/><Relationship Id="rId29" Type="http://schemas.openxmlformats.org/officeDocument/2006/relationships/image" Target="../media/image1125.png"/><Relationship Id="rId255" Type="http://schemas.openxmlformats.org/officeDocument/2006/relationships/image" Target="../media/image1237.png"/><Relationship Id="rId276" Type="http://schemas.openxmlformats.org/officeDocument/2006/relationships/customXml" Target="../ink/ink1549.xml"/><Relationship Id="rId297" Type="http://schemas.openxmlformats.org/officeDocument/2006/relationships/image" Target="../media/image1258.png"/><Relationship Id="rId40" Type="http://schemas.openxmlformats.org/officeDocument/2006/relationships/customXml" Target="../ink/ink1431.xml"/><Relationship Id="rId115" Type="http://schemas.openxmlformats.org/officeDocument/2006/relationships/image" Target="../media/image1168.png"/><Relationship Id="rId136" Type="http://schemas.openxmlformats.org/officeDocument/2006/relationships/customXml" Target="../ink/ink1479.xml"/><Relationship Id="rId157" Type="http://schemas.openxmlformats.org/officeDocument/2006/relationships/image" Target="../media/image1189.png"/><Relationship Id="rId178" Type="http://schemas.openxmlformats.org/officeDocument/2006/relationships/customXml" Target="../ink/ink1500.xml"/><Relationship Id="rId301" Type="http://schemas.openxmlformats.org/officeDocument/2006/relationships/image" Target="../media/image1260.png"/><Relationship Id="rId322" Type="http://schemas.openxmlformats.org/officeDocument/2006/relationships/customXml" Target="../ink/ink1572.xml"/><Relationship Id="rId343" Type="http://schemas.openxmlformats.org/officeDocument/2006/relationships/image" Target="../media/image1281.png"/><Relationship Id="rId61" Type="http://schemas.openxmlformats.org/officeDocument/2006/relationships/image" Target="../media/image1141.png"/><Relationship Id="rId82" Type="http://schemas.openxmlformats.org/officeDocument/2006/relationships/customXml" Target="../ink/ink1452.xml"/><Relationship Id="rId199" Type="http://schemas.openxmlformats.org/officeDocument/2006/relationships/image" Target="../media/image1209.png"/><Relationship Id="rId203" Type="http://schemas.openxmlformats.org/officeDocument/2006/relationships/image" Target="../media/image1211.png"/><Relationship Id="rId19" Type="http://schemas.openxmlformats.org/officeDocument/2006/relationships/image" Target="../media/image1120.png"/><Relationship Id="rId224" Type="http://schemas.openxmlformats.org/officeDocument/2006/relationships/customXml" Target="../ink/ink1523.xml"/><Relationship Id="rId245" Type="http://schemas.openxmlformats.org/officeDocument/2006/relationships/image" Target="../media/image1232.png"/><Relationship Id="rId266" Type="http://schemas.openxmlformats.org/officeDocument/2006/relationships/customXml" Target="../ink/ink1544.xml"/><Relationship Id="rId287" Type="http://schemas.openxmlformats.org/officeDocument/2006/relationships/image" Target="../media/image1253.png"/><Relationship Id="rId30" Type="http://schemas.openxmlformats.org/officeDocument/2006/relationships/customXml" Target="../ink/ink1426.xml"/><Relationship Id="rId105" Type="http://schemas.openxmlformats.org/officeDocument/2006/relationships/image" Target="../media/image1163.png"/><Relationship Id="rId126" Type="http://schemas.openxmlformats.org/officeDocument/2006/relationships/customXml" Target="../ink/ink1474.xml"/><Relationship Id="rId147" Type="http://schemas.openxmlformats.org/officeDocument/2006/relationships/image" Target="../media/image1184.png"/><Relationship Id="rId168" Type="http://schemas.openxmlformats.org/officeDocument/2006/relationships/customXml" Target="../ink/ink1495.xml"/><Relationship Id="rId312" Type="http://schemas.openxmlformats.org/officeDocument/2006/relationships/customXml" Target="../ink/ink1567.xml"/><Relationship Id="rId333" Type="http://schemas.openxmlformats.org/officeDocument/2006/relationships/image" Target="../media/image1276.png"/><Relationship Id="rId51" Type="http://schemas.openxmlformats.org/officeDocument/2006/relationships/image" Target="../media/image1136.png"/><Relationship Id="rId72" Type="http://schemas.openxmlformats.org/officeDocument/2006/relationships/customXml" Target="../ink/ink1447.xml"/><Relationship Id="rId93" Type="http://schemas.openxmlformats.org/officeDocument/2006/relationships/image" Target="../media/image1157.png"/><Relationship Id="rId189" Type="http://schemas.openxmlformats.org/officeDocument/2006/relationships/image" Target="../media/image1205.png"/><Relationship Id="rId3" Type="http://schemas.openxmlformats.org/officeDocument/2006/relationships/image" Target="../media/image1112.png"/><Relationship Id="rId214" Type="http://schemas.openxmlformats.org/officeDocument/2006/relationships/customXml" Target="../ink/ink1518.xml"/><Relationship Id="rId235" Type="http://schemas.openxmlformats.org/officeDocument/2006/relationships/image" Target="../media/image1227.png"/><Relationship Id="rId256" Type="http://schemas.openxmlformats.org/officeDocument/2006/relationships/customXml" Target="../ink/ink1539.xml"/><Relationship Id="rId277" Type="http://schemas.openxmlformats.org/officeDocument/2006/relationships/image" Target="../media/image1248.png"/><Relationship Id="rId298" Type="http://schemas.openxmlformats.org/officeDocument/2006/relationships/customXml" Target="../ink/ink1560.xml"/><Relationship Id="rId116" Type="http://schemas.openxmlformats.org/officeDocument/2006/relationships/customXml" Target="../ink/ink1469.xml"/><Relationship Id="rId137" Type="http://schemas.openxmlformats.org/officeDocument/2006/relationships/image" Target="../media/image1179.png"/><Relationship Id="rId158" Type="http://schemas.openxmlformats.org/officeDocument/2006/relationships/customXml" Target="../ink/ink1490.xml"/><Relationship Id="rId302" Type="http://schemas.openxmlformats.org/officeDocument/2006/relationships/customXml" Target="../ink/ink1562.xml"/><Relationship Id="rId323" Type="http://schemas.openxmlformats.org/officeDocument/2006/relationships/image" Target="../media/image1271.png"/><Relationship Id="rId20" Type="http://schemas.openxmlformats.org/officeDocument/2006/relationships/customXml" Target="../ink/ink1421.xml"/><Relationship Id="rId41" Type="http://schemas.openxmlformats.org/officeDocument/2006/relationships/image" Target="../media/image1131.png"/><Relationship Id="rId62" Type="http://schemas.openxmlformats.org/officeDocument/2006/relationships/customXml" Target="../ink/ink1442.xml"/><Relationship Id="rId83" Type="http://schemas.openxmlformats.org/officeDocument/2006/relationships/image" Target="../media/image1152.png"/><Relationship Id="rId179" Type="http://schemas.openxmlformats.org/officeDocument/2006/relationships/image" Target="../media/image1200.png"/><Relationship Id="rId190" Type="http://schemas.openxmlformats.org/officeDocument/2006/relationships/customXml" Target="../ink/ink1506.xml"/><Relationship Id="rId204" Type="http://schemas.openxmlformats.org/officeDocument/2006/relationships/customXml" Target="../ink/ink1513.xml"/><Relationship Id="rId225" Type="http://schemas.openxmlformats.org/officeDocument/2006/relationships/image" Target="../media/image1222.png"/><Relationship Id="rId246" Type="http://schemas.openxmlformats.org/officeDocument/2006/relationships/customXml" Target="../ink/ink1534.xml"/><Relationship Id="rId267" Type="http://schemas.openxmlformats.org/officeDocument/2006/relationships/image" Target="../media/image1243.png"/><Relationship Id="rId288" Type="http://schemas.openxmlformats.org/officeDocument/2006/relationships/customXml" Target="../ink/ink1555.xml"/><Relationship Id="rId106" Type="http://schemas.openxmlformats.org/officeDocument/2006/relationships/customXml" Target="../ink/ink1464.xml"/><Relationship Id="rId127" Type="http://schemas.openxmlformats.org/officeDocument/2006/relationships/image" Target="../media/image1174.png"/><Relationship Id="rId313" Type="http://schemas.openxmlformats.org/officeDocument/2006/relationships/image" Target="../media/image1266.png"/><Relationship Id="rId10" Type="http://schemas.openxmlformats.org/officeDocument/2006/relationships/customXml" Target="../ink/ink1416.xml"/><Relationship Id="rId31" Type="http://schemas.openxmlformats.org/officeDocument/2006/relationships/image" Target="../media/image1126.png"/><Relationship Id="rId52" Type="http://schemas.openxmlformats.org/officeDocument/2006/relationships/customXml" Target="../ink/ink1437.xml"/><Relationship Id="rId73" Type="http://schemas.openxmlformats.org/officeDocument/2006/relationships/image" Target="../media/image1147.png"/><Relationship Id="rId94" Type="http://schemas.openxmlformats.org/officeDocument/2006/relationships/customXml" Target="../ink/ink1458.xml"/><Relationship Id="rId148" Type="http://schemas.openxmlformats.org/officeDocument/2006/relationships/customXml" Target="../ink/ink1485.xml"/><Relationship Id="rId169" Type="http://schemas.openxmlformats.org/officeDocument/2006/relationships/image" Target="../media/image1195.png"/><Relationship Id="rId334" Type="http://schemas.openxmlformats.org/officeDocument/2006/relationships/customXml" Target="../ink/ink1578.xml"/><Relationship Id="rId4" Type="http://schemas.openxmlformats.org/officeDocument/2006/relationships/customXml" Target="../ink/ink1413.xml"/><Relationship Id="rId180" Type="http://schemas.openxmlformats.org/officeDocument/2006/relationships/customXml" Target="../ink/ink1501.xml"/><Relationship Id="rId215" Type="http://schemas.openxmlformats.org/officeDocument/2006/relationships/image" Target="../media/image1217.png"/><Relationship Id="rId236" Type="http://schemas.openxmlformats.org/officeDocument/2006/relationships/customXml" Target="../ink/ink1529.xml"/><Relationship Id="rId257" Type="http://schemas.openxmlformats.org/officeDocument/2006/relationships/image" Target="../media/image1238.png"/><Relationship Id="rId278" Type="http://schemas.openxmlformats.org/officeDocument/2006/relationships/customXml" Target="../ink/ink1550.xml"/><Relationship Id="rId303" Type="http://schemas.openxmlformats.org/officeDocument/2006/relationships/image" Target="../media/image1261.png"/><Relationship Id="rId42" Type="http://schemas.openxmlformats.org/officeDocument/2006/relationships/customXml" Target="../ink/ink1432.xml"/><Relationship Id="rId84" Type="http://schemas.openxmlformats.org/officeDocument/2006/relationships/customXml" Target="../ink/ink1453.xml"/><Relationship Id="rId138" Type="http://schemas.openxmlformats.org/officeDocument/2006/relationships/customXml" Target="../ink/ink1480.xml"/><Relationship Id="rId191" Type="http://schemas.openxmlformats.org/officeDocument/2006/relationships/image" Target="../media/image1206.png"/><Relationship Id="rId205" Type="http://schemas.openxmlformats.org/officeDocument/2006/relationships/image" Target="../media/image1212.png"/><Relationship Id="rId247" Type="http://schemas.openxmlformats.org/officeDocument/2006/relationships/image" Target="../media/image1233.png"/><Relationship Id="rId107" Type="http://schemas.openxmlformats.org/officeDocument/2006/relationships/image" Target="../media/image1164.png"/><Relationship Id="rId289" Type="http://schemas.openxmlformats.org/officeDocument/2006/relationships/image" Target="../media/image1254.png"/><Relationship Id="rId11" Type="http://schemas.openxmlformats.org/officeDocument/2006/relationships/image" Target="../media/image1116.png"/><Relationship Id="rId53" Type="http://schemas.openxmlformats.org/officeDocument/2006/relationships/image" Target="../media/image1137.png"/><Relationship Id="rId149" Type="http://schemas.openxmlformats.org/officeDocument/2006/relationships/image" Target="../media/image1185.png"/><Relationship Id="rId314" Type="http://schemas.openxmlformats.org/officeDocument/2006/relationships/customXml" Target="../ink/ink1568.xml"/><Relationship Id="rId95" Type="http://schemas.openxmlformats.org/officeDocument/2006/relationships/image" Target="../media/image1158.png"/><Relationship Id="rId160" Type="http://schemas.openxmlformats.org/officeDocument/2006/relationships/customXml" Target="../ink/ink1491.xml"/><Relationship Id="rId216" Type="http://schemas.openxmlformats.org/officeDocument/2006/relationships/customXml" Target="../ink/ink1519.xml"/><Relationship Id="rId258" Type="http://schemas.openxmlformats.org/officeDocument/2006/relationships/customXml" Target="../ink/ink1540.xml"/><Relationship Id="rId22" Type="http://schemas.openxmlformats.org/officeDocument/2006/relationships/customXml" Target="../ink/ink1422.xml"/><Relationship Id="rId64" Type="http://schemas.openxmlformats.org/officeDocument/2006/relationships/customXml" Target="../ink/ink1443.xml"/><Relationship Id="rId118" Type="http://schemas.openxmlformats.org/officeDocument/2006/relationships/customXml" Target="../ink/ink1470.xml"/><Relationship Id="rId325" Type="http://schemas.openxmlformats.org/officeDocument/2006/relationships/image" Target="../media/image1272.png"/><Relationship Id="rId171" Type="http://schemas.openxmlformats.org/officeDocument/2006/relationships/image" Target="../media/image1196.png"/><Relationship Id="rId227" Type="http://schemas.openxmlformats.org/officeDocument/2006/relationships/image" Target="../media/image1223.png"/><Relationship Id="rId269" Type="http://schemas.openxmlformats.org/officeDocument/2006/relationships/image" Target="../media/image1244.png"/><Relationship Id="rId33" Type="http://schemas.openxmlformats.org/officeDocument/2006/relationships/image" Target="../media/image1127.png"/><Relationship Id="rId129" Type="http://schemas.openxmlformats.org/officeDocument/2006/relationships/image" Target="../media/image1175.png"/><Relationship Id="rId280" Type="http://schemas.openxmlformats.org/officeDocument/2006/relationships/customXml" Target="../ink/ink1551.xml"/><Relationship Id="rId336" Type="http://schemas.openxmlformats.org/officeDocument/2006/relationships/customXml" Target="../ink/ink1579.xml"/><Relationship Id="rId75" Type="http://schemas.openxmlformats.org/officeDocument/2006/relationships/image" Target="../media/image1148.png"/><Relationship Id="rId140" Type="http://schemas.openxmlformats.org/officeDocument/2006/relationships/customXml" Target="../ink/ink1481.xml"/><Relationship Id="rId182" Type="http://schemas.openxmlformats.org/officeDocument/2006/relationships/customXml" Target="../ink/ink1502.xml"/><Relationship Id="rId6" Type="http://schemas.openxmlformats.org/officeDocument/2006/relationships/customXml" Target="../ink/ink1414.xml"/><Relationship Id="rId238" Type="http://schemas.openxmlformats.org/officeDocument/2006/relationships/customXml" Target="../ink/ink1530.xml"/><Relationship Id="rId291" Type="http://schemas.openxmlformats.org/officeDocument/2006/relationships/image" Target="../media/image1255.png"/><Relationship Id="rId305" Type="http://schemas.openxmlformats.org/officeDocument/2006/relationships/image" Target="../media/image1262.png"/><Relationship Id="rId44" Type="http://schemas.openxmlformats.org/officeDocument/2006/relationships/customXml" Target="../ink/ink1433.xml"/><Relationship Id="rId86" Type="http://schemas.openxmlformats.org/officeDocument/2006/relationships/customXml" Target="../ink/ink1454.xml"/><Relationship Id="rId151" Type="http://schemas.openxmlformats.org/officeDocument/2006/relationships/image" Target="../media/image1186.png"/><Relationship Id="rId193" Type="http://schemas.openxmlformats.org/officeDocument/2006/relationships/image" Target="../media/image305.png"/><Relationship Id="rId207" Type="http://schemas.openxmlformats.org/officeDocument/2006/relationships/image" Target="../media/image1213.png"/><Relationship Id="rId249" Type="http://schemas.openxmlformats.org/officeDocument/2006/relationships/image" Target="../media/image1234.png"/><Relationship Id="rId13" Type="http://schemas.openxmlformats.org/officeDocument/2006/relationships/image" Target="../media/image1117.png"/><Relationship Id="rId109" Type="http://schemas.openxmlformats.org/officeDocument/2006/relationships/image" Target="../media/image1165.png"/><Relationship Id="rId260" Type="http://schemas.openxmlformats.org/officeDocument/2006/relationships/customXml" Target="../ink/ink1541.xml"/><Relationship Id="rId316" Type="http://schemas.openxmlformats.org/officeDocument/2006/relationships/customXml" Target="../ink/ink1569.xml"/><Relationship Id="rId55" Type="http://schemas.openxmlformats.org/officeDocument/2006/relationships/image" Target="../media/image1138.png"/><Relationship Id="rId97" Type="http://schemas.openxmlformats.org/officeDocument/2006/relationships/image" Target="../media/image1159.png"/><Relationship Id="rId120" Type="http://schemas.openxmlformats.org/officeDocument/2006/relationships/customXml" Target="../ink/ink1471.xml"/><Relationship Id="rId162" Type="http://schemas.openxmlformats.org/officeDocument/2006/relationships/customXml" Target="../ink/ink1492.xml"/><Relationship Id="rId218" Type="http://schemas.openxmlformats.org/officeDocument/2006/relationships/customXml" Target="../ink/ink1520.xml"/><Relationship Id="rId271" Type="http://schemas.openxmlformats.org/officeDocument/2006/relationships/image" Target="../media/image1245.png"/><Relationship Id="rId24" Type="http://schemas.openxmlformats.org/officeDocument/2006/relationships/customXml" Target="../ink/ink1423.xml"/><Relationship Id="rId66" Type="http://schemas.openxmlformats.org/officeDocument/2006/relationships/customXml" Target="../ink/ink1444.xml"/><Relationship Id="rId131" Type="http://schemas.openxmlformats.org/officeDocument/2006/relationships/image" Target="../media/image1176.png"/><Relationship Id="rId327" Type="http://schemas.openxmlformats.org/officeDocument/2006/relationships/image" Target="../media/image1273.png"/><Relationship Id="rId173" Type="http://schemas.openxmlformats.org/officeDocument/2006/relationships/image" Target="../media/image1197.png"/><Relationship Id="rId229" Type="http://schemas.openxmlformats.org/officeDocument/2006/relationships/image" Target="../media/image1224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38.png"/><Relationship Id="rId21" Type="http://schemas.openxmlformats.org/officeDocument/2006/relationships/image" Target="../media/image1290.png"/><Relationship Id="rId42" Type="http://schemas.openxmlformats.org/officeDocument/2006/relationships/customXml" Target="../ink/ink1603.xml"/><Relationship Id="rId63" Type="http://schemas.openxmlformats.org/officeDocument/2006/relationships/image" Target="../media/image1311.png"/><Relationship Id="rId84" Type="http://schemas.openxmlformats.org/officeDocument/2006/relationships/customXml" Target="../ink/ink1624.xml"/><Relationship Id="rId138" Type="http://schemas.openxmlformats.org/officeDocument/2006/relationships/customXml" Target="../ink/ink1651.xml"/><Relationship Id="rId159" Type="http://schemas.openxmlformats.org/officeDocument/2006/relationships/image" Target="../media/image1362.png"/><Relationship Id="rId107" Type="http://schemas.openxmlformats.org/officeDocument/2006/relationships/image" Target="../media/image1333.png"/><Relationship Id="rId11" Type="http://schemas.openxmlformats.org/officeDocument/2006/relationships/image" Target="../media/image1285.png"/><Relationship Id="rId32" Type="http://schemas.openxmlformats.org/officeDocument/2006/relationships/customXml" Target="../ink/ink1598.xml"/><Relationship Id="rId53" Type="http://schemas.openxmlformats.org/officeDocument/2006/relationships/image" Target="../media/image1306.png"/><Relationship Id="rId74" Type="http://schemas.openxmlformats.org/officeDocument/2006/relationships/customXml" Target="../ink/ink1619.xml"/><Relationship Id="rId128" Type="http://schemas.openxmlformats.org/officeDocument/2006/relationships/customXml" Target="../ink/ink1646.xml"/><Relationship Id="rId149" Type="http://schemas.openxmlformats.org/officeDocument/2006/relationships/image" Target="../media/image1356.png"/><Relationship Id="rId5" Type="http://schemas.openxmlformats.org/officeDocument/2006/relationships/image" Target="../media/image1282.png"/><Relationship Id="rId95" Type="http://schemas.openxmlformats.org/officeDocument/2006/relationships/image" Target="../media/image1327.png"/><Relationship Id="rId160" Type="http://schemas.openxmlformats.org/officeDocument/2006/relationships/customXml" Target="../ink/ink1662.xml"/><Relationship Id="rId22" Type="http://schemas.openxmlformats.org/officeDocument/2006/relationships/customXml" Target="../ink/ink1593.xml"/><Relationship Id="rId43" Type="http://schemas.openxmlformats.org/officeDocument/2006/relationships/image" Target="../media/image1301.png"/><Relationship Id="rId64" Type="http://schemas.openxmlformats.org/officeDocument/2006/relationships/customXml" Target="../ink/ink1614.xml"/><Relationship Id="rId118" Type="http://schemas.openxmlformats.org/officeDocument/2006/relationships/customXml" Target="../ink/ink1641.xml"/><Relationship Id="rId139" Type="http://schemas.openxmlformats.org/officeDocument/2006/relationships/image" Target="../media/image1351.png"/><Relationship Id="rId85" Type="http://schemas.openxmlformats.org/officeDocument/2006/relationships/image" Target="../media/image1322.png"/><Relationship Id="rId150" Type="http://schemas.openxmlformats.org/officeDocument/2006/relationships/customXml" Target="../ink/ink1657.xml"/><Relationship Id="rId12" Type="http://schemas.openxmlformats.org/officeDocument/2006/relationships/customXml" Target="../ink/ink1588.xml"/><Relationship Id="rId17" Type="http://schemas.openxmlformats.org/officeDocument/2006/relationships/image" Target="../media/image1288.png"/><Relationship Id="rId33" Type="http://schemas.openxmlformats.org/officeDocument/2006/relationships/image" Target="../media/image1296.png"/><Relationship Id="rId38" Type="http://schemas.openxmlformats.org/officeDocument/2006/relationships/customXml" Target="../ink/ink1601.xml"/><Relationship Id="rId59" Type="http://schemas.openxmlformats.org/officeDocument/2006/relationships/image" Target="../media/image1309.png"/><Relationship Id="rId103" Type="http://schemas.openxmlformats.org/officeDocument/2006/relationships/image" Target="../media/image1331.png"/><Relationship Id="rId108" Type="http://schemas.openxmlformats.org/officeDocument/2006/relationships/customXml" Target="../ink/ink1636.xml"/><Relationship Id="rId124" Type="http://schemas.openxmlformats.org/officeDocument/2006/relationships/customXml" Target="../ink/ink1644.xml"/><Relationship Id="rId129" Type="http://schemas.openxmlformats.org/officeDocument/2006/relationships/image" Target="../media/image1345.png"/><Relationship Id="rId54" Type="http://schemas.openxmlformats.org/officeDocument/2006/relationships/customXml" Target="../ink/ink1609.xml"/><Relationship Id="rId70" Type="http://schemas.openxmlformats.org/officeDocument/2006/relationships/customXml" Target="../ink/ink1617.xml"/><Relationship Id="rId75" Type="http://schemas.openxmlformats.org/officeDocument/2006/relationships/image" Target="../media/image1317.png"/><Relationship Id="rId91" Type="http://schemas.openxmlformats.org/officeDocument/2006/relationships/image" Target="../media/image1325.png"/><Relationship Id="rId96" Type="http://schemas.openxmlformats.org/officeDocument/2006/relationships/customXml" Target="../ink/ink1630.xml"/><Relationship Id="rId140" Type="http://schemas.openxmlformats.org/officeDocument/2006/relationships/customXml" Target="../ink/ink1652.xml"/><Relationship Id="rId145" Type="http://schemas.openxmlformats.org/officeDocument/2006/relationships/image" Target="../media/image1354.png"/><Relationship Id="rId161" Type="http://schemas.openxmlformats.org/officeDocument/2006/relationships/image" Target="../media/image1363.png"/><Relationship Id="rId166" Type="http://schemas.openxmlformats.org/officeDocument/2006/relationships/customXml" Target="../ink/ink166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85.xml"/><Relationship Id="rId23" Type="http://schemas.openxmlformats.org/officeDocument/2006/relationships/image" Target="../media/image1291.png"/><Relationship Id="rId28" Type="http://schemas.openxmlformats.org/officeDocument/2006/relationships/customXml" Target="../ink/ink1596.xml"/><Relationship Id="rId49" Type="http://schemas.openxmlformats.org/officeDocument/2006/relationships/image" Target="../media/image1304.png"/><Relationship Id="rId114" Type="http://schemas.openxmlformats.org/officeDocument/2006/relationships/customXml" Target="../ink/ink1639.xml"/><Relationship Id="rId119" Type="http://schemas.openxmlformats.org/officeDocument/2006/relationships/image" Target="../media/image1339.png"/><Relationship Id="rId44" Type="http://schemas.openxmlformats.org/officeDocument/2006/relationships/customXml" Target="../ink/ink1604.xml"/><Relationship Id="rId60" Type="http://schemas.openxmlformats.org/officeDocument/2006/relationships/customXml" Target="../ink/ink1612.xml"/><Relationship Id="rId65" Type="http://schemas.openxmlformats.org/officeDocument/2006/relationships/image" Target="../media/image1312.png"/><Relationship Id="rId81" Type="http://schemas.openxmlformats.org/officeDocument/2006/relationships/image" Target="../media/image1320.png"/><Relationship Id="rId86" Type="http://schemas.openxmlformats.org/officeDocument/2006/relationships/customXml" Target="../ink/ink1625.xml"/><Relationship Id="rId130" Type="http://schemas.openxmlformats.org/officeDocument/2006/relationships/customXml" Target="../ink/ink1647.xml"/><Relationship Id="rId135" Type="http://schemas.openxmlformats.org/officeDocument/2006/relationships/image" Target="../media/image1348.png"/><Relationship Id="rId151" Type="http://schemas.openxmlformats.org/officeDocument/2006/relationships/image" Target="../media/image1357.png"/><Relationship Id="rId156" Type="http://schemas.openxmlformats.org/officeDocument/2006/relationships/customXml" Target="../ink/ink1660.xml"/><Relationship Id="rId13" Type="http://schemas.openxmlformats.org/officeDocument/2006/relationships/image" Target="../media/image1286.png"/><Relationship Id="rId18" Type="http://schemas.openxmlformats.org/officeDocument/2006/relationships/customXml" Target="../ink/ink1591.xml"/><Relationship Id="rId39" Type="http://schemas.openxmlformats.org/officeDocument/2006/relationships/image" Target="../media/image1299.png"/><Relationship Id="rId109" Type="http://schemas.openxmlformats.org/officeDocument/2006/relationships/image" Target="../media/image1334.png"/><Relationship Id="rId34" Type="http://schemas.openxmlformats.org/officeDocument/2006/relationships/customXml" Target="../ink/ink1599.xml"/><Relationship Id="rId50" Type="http://schemas.openxmlformats.org/officeDocument/2006/relationships/customXml" Target="../ink/ink1607.xml"/><Relationship Id="rId55" Type="http://schemas.openxmlformats.org/officeDocument/2006/relationships/image" Target="../media/image1307.png"/><Relationship Id="rId76" Type="http://schemas.openxmlformats.org/officeDocument/2006/relationships/customXml" Target="../ink/ink1620.xml"/><Relationship Id="rId97" Type="http://schemas.openxmlformats.org/officeDocument/2006/relationships/image" Target="../media/image1328.png"/><Relationship Id="rId104" Type="http://schemas.openxmlformats.org/officeDocument/2006/relationships/customXml" Target="../ink/ink1634.xml"/><Relationship Id="rId120" Type="http://schemas.openxmlformats.org/officeDocument/2006/relationships/customXml" Target="../ink/ink1642.xml"/><Relationship Id="rId125" Type="http://schemas.openxmlformats.org/officeDocument/2006/relationships/image" Target="../media/image1342.png"/><Relationship Id="rId141" Type="http://schemas.openxmlformats.org/officeDocument/2006/relationships/image" Target="../media/image1352.png"/><Relationship Id="rId146" Type="http://schemas.openxmlformats.org/officeDocument/2006/relationships/customXml" Target="../ink/ink1655.xml"/><Relationship Id="rId167" Type="http://schemas.openxmlformats.org/officeDocument/2006/relationships/image" Target="../media/image1366.png"/><Relationship Id="rId7" Type="http://schemas.openxmlformats.org/officeDocument/2006/relationships/image" Target="../media/image1283.png"/><Relationship Id="rId71" Type="http://schemas.openxmlformats.org/officeDocument/2006/relationships/image" Target="../media/image1315.png"/><Relationship Id="rId92" Type="http://schemas.openxmlformats.org/officeDocument/2006/relationships/customXml" Target="../ink/ink1628.xml"/><Relationship Id="rId162" Type="http://schemas.openxmlformats.org/officeDocument/2006/relationships/customXml" Target="../ink/ink1663.xml"/><Relationship Id="rId2" Type="http://schemas.openxmlformats.org/officeDocument/2006/relationships/customXml" Target="../ink/ink1583.xml"/><Relationship Id="rId29" Type="http://schemas.openxmlformats.org/officeDocument/2006/relationships/image" Target="../media/image1294.png"/><Relationship Id="rId24" Type="http://schemas.openxmlformats.org/officeDocument/2006/relationships/customXml" Target="../ink/ink1594.xml"/><Relationship Id="rId40" Type="http://schemas.openxmlformats.org/officeDocument/2006/relationships/customXml" Target="../ink/ink1602.xml"/><Relationship Id="rId45" Type="http://schemas.openxmlformats.org/officeDocument/2006/relationships/image" Target="../media/image1302.png"/><Relationship Id="rId66" Type="http://schemas.openxmlformats.org/officeDocument/2006/relationships/customXml" Target="../ink/ink1615.xml"/><Relationship Id="rId87" Type="http://schemas.openxmlformats.org/officeDocument/2006/relationships/image" Target="../media/image1323.png"/><Relationship Id="rId110" Type="http://schemas.openxmlformats.org/officeDocument/2006/relationships/customXml" Target="../ink/ink1637.xml"/><Relationship Id="rId115" Type="http://schemas.openxmlformats.org/officeDocument/2006/relationships/image" Target="../media/image1337.png"/><Relationship Id="rId131" Type="http://schemas.openxmlformats.org/officeDocument/2006/relationships/image" Target="../media/image1346.png"/><Relationship Id="rId136" Type="http://schemas.openxmlformats.org/officeDocument/2006/relationships/customXml" Target="../ink/ink1650.xml"/><Relationship Id="rId157" Type="http://schemas.openxmlformats.org/officeDocument/2006/relationships/image" Target="../media/image1361.png"/><Relationship Id="rId61" Type="http://schemas.openxmlformats.org/officeDocument/2006/relationships/image" Target="../media/image1310.png"/><Relationship Id="rId82" Type="http://schemas.openxmlformats.org/officeDocument/2006/relationships/customXml" Target="../ink/ink1623.xml"/><Relationship Id="rId152" Type="http://schemas.openxmlformats.org/officeDocument/2006/relationships/customXml" Target="../ink/ink1658.xml"/><Relationship Id="rId19" Type="http://schemas.openxmlformats.org/officeDocument/2006/relationships/image" Target="../media/image1289.png"/><Relationship Id="rId14" Type="http://schemas.openxmlformats.org/officeDocument/2006/relationships/customXml" Target="../ink/ink1589.xml"/><Relationship Id="rId30" Type="http://schemas.openxmlformats.org/officeDocument/2006/relationships/customXml" Target="../ink/ink1597.xml"/><Relationship Id="rId35" Type="http://schemas.openxmlformats.org/officeDocument/2006/relationships/image" Target="../media/image1297.png"/><Relationship Id="rId56" Type="http://schemas.openxmlformats.org/officeDocument/2006/relationships/customXml" Target="../ink/ink1610.xml"/><Relationship Id="rId77" Type="http://schemas.openxmlformats.org/officeDocument/2006/relationships/image" Target="../media/image1318.png"/><Relationship Id="rId100" Type="http://schemas.openxmlformats.org/officeDocument/2006/relationships/customXml" Target="../ink/ink1632.xml"/><Relationship Id="rId105" Type="http://schemas.openxmlformats.org/officeDocument/2006/relationships/image" Target="../media/image1332.png"/><Relationship Id="rId126" Type="http://schemas.openxmlformats.org/officeDocument/2006/relationships/customXml" Target="../ink/ink1645.xml"/><Relationship Id="rId147" Type="http://schemas.openxmlformats.org/officeDocument/2006/relationships/image" Target="../media/image1355.png"/><Relationship Id="rId8" Type="http://schemas.openxmlformats.org/officeDocument/2006/relationships/customXml" Target="../ink/ink1586.xml"/><Relationship Id="rId51" Type="http://schemas.openxmlformats.org/officeDocument/2006/relationships/image" Target="../media/image1305.png"/><Relationship Id="rId72" Type="http://schemas.openxmlformats.org/officeDocument/2006/relationships/customXml" Target="../ink/ink1618.xml"/><Relationship Id="rId93" Type="http://schemas.openxmlformats.org/officeDocument/2006/relationships/image" Target="../media/image1326.png"/><Relationship Id="rId98" Type="http://schemas.openxmlformats.org/officeDocument/2006/relationships/customXml" Target="../ink/ink1631.xml"/><Relationship Id="rId121" Type="http://schemas.openxmlformats.org/officeDocument/2006/relationships/image" Target="../media/image1340.png"/><Relationship Id="rId142" Type="http://schemas.openxmlformats.org/officeDocument/2006/relationships/customXml" Target="../ink/ink1653.xml"/><Relationship Id="rId163" Type="http://schemas.openxmlformats.org/officeDocument/2006/relationships/image" Target="../media/image1364.png"/><Relationship Id="rId3" Type="http://schemas.openxmlformats.org/officeDocument/2006/relationships/image" Target="../media/image12810.png"/><Relationship Id="rId25" Type="http://schemas.openxmlformats.org/officeDocument/2006/relationships/image" Target="../media/image1292.png"/><Relationship Id="rId46" Type="http://schemas.openxmlformats.org/officeDocument/2006/relationships/customXml" Target="../ink/ink1605.xml"/><Relationship Id="rId67" Type="http://schemas.openxmlformats.org/officeDocument/2006/relationships/image" Target="../media/image1313.png"/><Relationship Id="rId116" Type="http://schemas.openxmlformats.org/officeDocument/2006/relationships/customXml" Target="../ink/ink1640.xml"/><Relationship Id="rId137" Type="http://schemas.openxmlformats.org/officeDocument/2006/relationships/image" Target="../media/image1349.png"/><Relationship Id="rId158" Type="http://schemas.openxmlformats.org/officeDocument/2006/relationships/customXml" Target="../ink/ink1661.xml"/><Relationship Id="rId20" Type="http://schemas.openxmlformats.org/officeDocument/2006/relationships/customXml" Target="../ink/ink1592.xml"/><Relationship Id="rId41" Type="http://schemas.openxmlformats.org/officeDocument/2006/relationships/image" Target="../media/image1300.png"/><Relationship Id="rId62" Type="http://schemas.openxmlformats.org/officeDocument/2006/relationships/customXml" Target="../ink/ink1613.xml"/><Relationship Id="rId83" Type="http://schemas.openxmlformats.org/officeDocument/2006/relationships/image" Target="../media/image1321.png"/><Relationship Id="rId88" Type="http://schemas.openxmlformats.org/officeDocument/2006/relationships/customXml" Target="../ink/ink1626.xml"/><Relationship Id="rId111" Type="http://schemas.openxmlformats.org/officeDocument/2006/relationships/image" Target="../media/image1335.png"/><Relationship Id="rId132" Type="http://schemas.openxmlformats.org/officeDocument/2006/relationships/customXml" Target="../ink/ink1648.xml"/><Relationship Id="rId153" Type="http://schemas.openxmlformats.org/officeDocument/2006/relationships/image" Target="../media/image1358.png"/><Relationship Id="rId15" Type="http://schemas.openxmlformats.org/officeDocument/2006/relationships/image" Target="../media/image1287.png"/><Relationship Id="rId36" Type="http://schemas.openxmlformats.org/officeDocument/2006/relationships/customXml" Target="../ink/ink1600.xml"/><Relationship Id="rId57" Type="http://schemas.openxmlformats.org/officeDocument/2006/relationships/image" Target="../media/image1308.png"/><Relationship Id="rId106" Type="http://schemas.openxmlformats.org/officeDocument/2006/relationships/customXml" Target="../ink/ink1635.xml"/><Relationship Id="rId127" Type="http://schemas.openxmlformats.org/officeDocument/2006/relationships/image" Target="../media/image1343.png"/><Relationship Id="rId10" Type="http://schemas.openxmlformats.org/officeDocument/2006/relationships/customXml" Target="../ink/ink1587.xml"/><Relationship Id="rId31" Type="http://schemas.openxmlformats.org/officeDocument/2006/relationships/image" Target="../media/image1295.png"/><Relationship Id="rId52" Type="http://schemas.openxmlformats.org/officeDocument/2006/relationships/customXml" Target="../ink/ink1608.xml"/><Relationship Id="rId73" Type="http://schemas.openxmlformats.org/officeDocument/2006/relationships/image" Target="../media/image1316.png"/><Relationship Id="rId78" Type="http://schemas.openxmlformats.org/officeDocument/2006/relationships/customXml" Target="../ink/ink1621.xml"/><Relationship Id="rId94" Type="http://schemas.openxmlformats.org/officeDocument/2006/relationships/customXml" Target="../ink/ink1629.xml"/><Relationship Id="rId99" Type="http://schemas.openxmlformats.org/officeDocument/2006/relationships/image" Target="../media/image1329.png"/><Relationship Id="rId101" Type="http://schemas.openxmlformats.org/officeDocument/2006/relationships/image" Target="../media/image1330.png"/><Relationship Id="rId122" Type="http://schemas.openxmlformats.org/officeDocument/2006/relationships/customXml" Target="../ink/ink1643.xml"/><Relationship Id="rId143" Type="http://schemas.openxmlformats.org/officeDocument/2006/relationships/image" Target="../media/image1353.png"/><Relationship Id="rId148" Type="http://schemas.openxmlformats.org/officeDocument/2006/relationships/customXml" Target="../ink/ink1656.xml"/><Relationship Id="rId164" Type="http://schemas.openxmlformats.org/officeDocument/2006/relationships/customXml" Target="../ink/ink1664.xml"/><Relationship Id="rId4" Type="http://schemas.openxmlformats.org/officeDocument/2006/relationships/customXml" Target="../ink/ink1584.xml"/><Relationship Id="rId9" Type="http://schemas.openxmlformats.org/officeDocument/2006/relationships/image" Target="../media/image1284.png"/><Relationship Id="rId26" Type="http://schemas.openxmlformats.org/officeDocument/2006/relationships/customXml" Target="../ink/ink1595.xml"/><Relationship Id="rId47" Type="http://schemas.openxmlformats.org/officeDocument/2006/relationships/image" Target="../media/image1303.png"/><Relationship Id="rId68" Type="http://schemas.openxmlformats.org/officeDocument/2006/relationships/customXml" Target="../ink/ink1616.xml"/><Relationship Id="rId89" Type="http://schemas.openxmlformats.org/officeDocument/2006/relationships/image" Target="../media/image1324.png"/><Relationship Id="rId112" Type="http://schemas.openxmlformats.org/officeDocument/2006/relationships/customXml" Target="../ink/ink1638.xml"/><Relationship Id="rId133" Type="http://schemas.openxmlformats.org/officeDocument/2006/relationships/image" Target="../media/image1347.png"/><Relationship Id="rId154" Type="http://schemas.openxmlformats.org/officeDocument/2006/relationships/customXml" Target="../ink/ink1659.xml"/><Relationship Id="rId16" Type="http://schemas.openxmlformats.org/officeDocument/2006/relationships/customXml" Target="../ink/ink1590.xml"/><Relationship Id="rId37" Type="http://schemas.openxmlformats.org/officeDocument/2006/relationships/image" Target="../media/image1298.png"/><Relationship Id="rId58" Type="http://schemas.openxmlformats.org/officeDocument/2006/relationships/customXml" Target="../ink/ink1611.xml"/><Relationship Id="rId79" Type="http://schemas.openxmlformats.org/officeDocument/2006/relationships/image" Target="../media/image1319.png"/><Relationship Id="rId102" Type="http://schemas.openxmlformats.org/officeDocument/2006/relationships/customXml" Target="../ink/ink1633.xml"/><Relationship Id="rId123" Type="http://schemas.openxmlformats.org/officeDocument/2006/relationships/image" Target="../media/image1341.png"/><Relationship Id="rId144" Type="http://schemas.openxmlformats.org/officeDocument/2006/relationships/customXml" Target="../ink/ink1654.xml"/><Relationship Id="rId90" Type="http://schemas.openxmlformats.org/officeDocument/2006/relationships/customXml" Target="../ink/ink1627.xml"/><Relationship Id="rId165" Type="http://schemas.openxmlformats.org/officeDocument/2006/relationships/image" Target="../media/image1365.png"/><Relationship Id="rId27" Type="http://schemas.openxmlformats.org/officeDocument/2006/relationships/image" Target="../media/image1293.png"/><Relationship Id="rId48" Type="http://schemas.openxmlformats.org/officeDocument/2006/relationships/customXml" Target="../ink/ink1606.xml"/><Relationship Id="rId69" Type="http://schemas.openxmlformats.org/officeDocument/2006/relationships/image" Target="../media/image1314.png"/><Relationship Id="rId113" Type="http://schemas.openxmlformats.org/officeDocument/2006/relationships/image" Target="../media/image1336.png"/><Relationship Id="rId134" Type="http://schemas.openxmlformats.org/officeDocument/2006/relationships/customXml" Target="../ink/ink1649.xml"/><Relationship Id="rId80" Type="http://schemas.openxmlformats.org/officeDocument/2006/relationships/customXml" Target="../ink/ink1622.xml"/><Relationship Id="rId155" Type="http://schemas.openxmlformats.org/officeDocument/2006/relationships/image" Target="../media/image13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522D8-CD88-5739-4EF8-D51769B39F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Rank of a Matrix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25A91-C1BF-9706-CCA7-033E8C9800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Niharika Kulshrestha</a:t>
            </a:r>
          </a:p>
          <a:p>
            <a:r>
              <a:rPr lang="en-US" dirty="0"/>
              <a:t>Assistant Professor</a:t>
            </a:r>
          </a:p>
          <a:p>
            <a:r>
              <a:rPr lang="en-US" dirty="0"/>
              <a:t>CDA-102</a:t>
            </a:r>
          </a:p>
          <a:p>
            <a:r>
              <a:rPr lang="en-US" dirty="0"/>
              <a:t>niharikakul@gmail.com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435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70F9D433-0D0E-AFA2-7D28-4CBB1443BE00}"/>
              </a:ext>
            </a:extLst>
          </p:cNvPr>
          <p:cNvGrpSpPr/>
          <p:nvPr/>
        </p:nvGrpSpPr>
        <p:grpSpPr>
          <a:xfrm>
            <a:off x="1457803" y="712461"/>
            <a:ext cx="2819160" cy="1547280"/>
            <a:chOff x="1457803" y="712461"/>
            <a:chExt cx="2819160" cy="15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E01501A-B47A-95D6-5E69-371AF9B56A71}"/>
                    </a:ext>
                  </a:extLst>
                </p14:cNvPr>
                <p14:cNvContentPartPr/>
                <p14:nvPr/>
              </p14:nvContentPartPr>
              <p14:xfrm>
                <a:off x="1457803" y="712461"/>
                <a:ext cx="658440" cy="998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E01501A-B47A-95D6-5E69-371AF9B56A7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40163" y="694461"/>
                  <a:ext cx="694080" cy="10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0382B0D-D344-6ADE-6BE3-043868A9E02E}"/>
                    </a:ext>
                  </a:extLst>
                </p14:cNvPr>
                <p14:cNvContentPartPr/>
                <p14:nvPr/>
              </p14:nvContentPartPr>
              <p14:xfrm>
                <a:off x="2091403" y="1218981"/>
                <a:ext cx="686520" cy="265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0382B0D-D344-6ADE-6BE3-043868A9E0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73763" y="1201341"/>
                  <a:ext cx="72216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C2A7FDE-36E2-03A7-75B4-C9948B18BCCB}"/>
                    </a:ext>
                  </a:extLst>
                </p14:cNvPr>
                <p14:cNvContentPartPr/>
                <p14:nvPr/>
              </p14:nvContentPartPr>
              <p14:xfrm>
                <a:off x="2836603" y="931341"/>
                <a:ext cx="414720" cy="587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C2A7FDE-36E2-03A7-75B4-C9948B18BCC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18963" y="913701"/>
                  <a:ext cx="450360" cy="62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BC6F07D-20FC-A097-5AB8-255ADF14A77E}"/>
                    </a:ext>
                  </a:extLst>
                </p14:cNvPr>
                <p14:cNvContentPartPr/>
                <p14:nvPr/>
              </p14:nvContentPartPr>
              <p14:xfrm>
                <a:off x="3641923" y="978501"/>
                <a:ext cx="635040" cy="1281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BC6F07D-20FC-A097-5AB8-255ADF14A77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24283" y="960861"/>
                  <a:ext cx="670680" cy="131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DA21F-C400-26F7-E203-129DC050F5C7}"/>
              </a:ext>
            </a:extLst>
          </p:cNvPr>
          <p:cNvGrpSpPr/>
          <p:nvPr/>
        </p:nvGrpSpPr>
        <p:grpSpPr>
          <a:xfrm>
            <a:off x="4906243" y="882741"/>
            <a:ext cx="2720520" cy="637200"/>
            <a:chOff x="4906243" y="882741"/>
            <a:chExt cx="2720520" cy="63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1664C11-8C22-101F-9112-381CB909A311}"/>
                    </a:ext>
                  </a:extLst>
                </p14:cNvPr>
                <p14:cNvContentPartPr/>
                <p14:nvPr/>
              </p14:nvContentPartPr>
              <p14:xfrm>
                <a:off x="4906243" y="1217181"/>
                <a:ext cx="286920" cy="243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1664C11-8C22-101F-9112-381CB909A3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88603" y="1199181"/>
                  <a:ext cx="32256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F92FD72-163E-9860-DA51-930BB26DC072}"/>
                    </a:ext>
                  </a:extLst>
                </p14:cNvPr>
                <p14:cNvContentPartPr/>
                <p14:nvPr/>
              </p14:nvContentPartPr>
              <p14:xfrm>
                <a:off x="5631643" y="963381"/>
                <a:ext cx="570240" cy="550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F92FD72-163E-9860-DA51-930BB26DC0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13643" y="945741"/>
                  <a:ext cx="60588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5C96386-309C-9E4F-03BC-42E7623235C1}"/>
                    </a:ext>
                  </a:extLst>
                </p14:cNvPr>
                <p14:cNvContentPartPr/>
                <p14:nvPr/>
              </p14:nvContentPartPr>
              <p14:xfrm>
                <a:off x="6207643" y="882741"/>
                <a:ext cx="1069200" cy="62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5C96386-309C-9E4F-03BC-42E7623235C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189643" y="865101"/>
                  <a:ext cx="1104840" cy="66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238BAD4-BE49-EE13-D7B4-212DBC31F989}"/>
                    </a:ext>
                  </a:extLst>
                </p14:cNvPr>
                <p14:cNvContentPartPr/>
                <p14:nvPr/>
              </p14:nvContentPartPr>
              <p14:xfrm>
                <a:off x="7441363" y="1261821"/>
                <a:ext cx="172440" cy="218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238BAD4-BE49-EE13-D7B4-212DBC31F98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23363" y="1244181"/>
                  <a:ext cx="208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137681-F7CD-0025-3118-425478163D40}"/>
                    </a:ext>
                  </a:extLst>
                </p14:cNvPr>
                <p14:cNvContentPartPr/>
                <p14:nvPr/>
              </p14:nvContentPartPr>
              <p14:xfrm>
                <a:off x="7391323" y="1290621"/>
                <a:ext cx="235440" cy="22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137681-F7CD-0025-3118-425478163D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73683" y="1272981"/>
                  <a:ext cx="271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4374E9A-B4E5-907E-7C4C-2698C4108691}"/>
                    </a:ext>
                  </a:extLst>
                </p14:cNvPr>
                <p14:cNvContentPartPr/>
                <p14:nvPr/>
              </p14:nvContentPartPr>
              <p14:xfrm>
                <a:off x="7270003" y="913341"/>
                <a:ext cx="77760" cy="129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4374E9A-B4E5-907E-7C4C-2698C410869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52363" y="895341"/>
                  <a:ext cx="1134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01B1D4-A6C0-985C-685D-9F31571FDFD3}"/>
                    </a:ext>
                  </a:extLst>
                </p14:cNvPr>
                <p14:cNvContentPartPr/>
                <p14:nvPr/>
              </p14:nvContentPartPr>
              <p14:xfrm>
                <a:off x="6450283" y="953661"/>
                <a:ext cx="627120" cy="32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01B1D4-A6C0-985C-685D-9F31571FDFD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32643" y="936021"/>
                  <a:ext cx="66276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8C80CBF-62BA-84B5-6645-A6B60BA63F85}"/>
              </a:ext>
            </a:extLst>
          </p:cNvPr>
          <p:cNvGrpSpPr/>
          <p:nvPr/>
        </p:nvGrpSpPr>
        <p:grpSpPr>
          <a:xfrm>
            <a:off x="503886" y="2135103"/>
            <a:ext cx="4377960" cy="925200"/>
            <a:chOff x="503886" y="2135103"/>
            <a:chExt cx="4377960" cy="9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0E2F37-87D5-40BB-66B2-BCB73B46DF55}"/>
                    </a:ext>
                  </a:extLst>
                </p14:cNvPr>
                <p14:cNvContentPartPr/>
                <p14:nvPr/>
              </p14:nvContentPartPr>
              <p14:xfrm>
                <a:off x="503886" y="2145183"/>
                <a:ext cx="386640" cy="114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0E2F37-87D5-40BB-66B2-BCB73B46DF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9566" y="2140863"/>
                  <a:ext cx="395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2D862FA-7CC1-8139-9151-57E390F2D683}"/>
                    </a:ext>
                  </a:extLst>
                </p14:cNvPr>
                <p14:cNvContentPartPr/>
                <p14:nvPr/>
              </p14:nvContentPartPr>
              <p14:xfrm>
                <a:off x="660126" y="2157063"/>
                <a:ext cx="45720" cy="3355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2D862FA-7CC1-8139-9151-57E390F2D68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5806" y="2152743"/>
                  <a:ext cx="54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EAC2B31-FA9C-A887-4853-EAF39BB383F7}"/>
                    </a:ext>
                  </a:extLst>
                </p14:cNvPr>
                <p14:cNvContentPartPr/>
                <p14:nvPr/>
              </p14:nvContentPartPr>
              <p14:xfrm>
                <a:off x="725646" y="2168943"/>
                <a:ext cx="382320" cy="3013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EAC2B31-FA9C-A887-4853-EAF39BB383F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1326" y="2164623"/>
                  <a:ext cx="39096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81A30A-3D84-5BF4-D3DF-34680E5EC128}"/>
                    </a:ext>
                  </a:extLst>
                </p14:cNvPr>
                <p14:cNvContentPartPr/>
                <p14:nvPr/>
              </p14:nvContentPartPr>
              <p14:xfrm>
                <a:off x="1351686" y="2148063"/>
                <a:ext cx="885960" cy="4100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81A30A-3D84-5BF4-D3DF-34680E5EC1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47366" y="2143743"/>
                  <a:ext cx="8946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AF113B-1C0B-BEA8-4E97-C6CB2392C3FB}"/>
                    </a:ext>
                  </a:extLst>
                </p14:cNvPr>
                <p14:cNvContentPartPr/>
                <p14:nvPr/>
              </p14:nvContentPartPr>
              <p14:xfrm>
                <a:off x="2456166" y="2206023"/>
                <a:ext cx="426960" cy="854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AF113B-1C0B-BEA8-4E97-C6CB2392C3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51846" y="2201703"/>
                  <a:ext cx="43560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4B3496-862B-D262-6C0E-862C24DB8370}"/>
                    </a:ext>
                  </a:extLst>
                </p14:cNvPr>
                <p14:cNvContentPartPr/>
                <p14:nvPr/>
              </p14:nvContentPartPr>
              <p14:xfrm>
                <a:off x="3177246" y="2330223"/>
                <a:ext cx="196200" cy="144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4B3496-862B-D262-6C0E-862C24DB837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72926" y="2325903"/>
                  <a:ext cx="2048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0B824FA-5251-F60B-858C-88F829F2D50B}"/>
                    </a:ext>
                  </a:extLst>
                </p14:cNvPr>
                <p14:cNvContentPartPr/>
                <p14:nvPr/>
              </p14:nvContentPartPr>
              <p14:xfrm>
                <a:off x="3673686" y="2378103"/>
                <a:ext cx="267840" cy="138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0B824FA-5251-F60B-858C-88F829F2D50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69366" y="2373783"/>
                  <a:ext cx="2764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D3AE96-2B2B-0DF6-C657-82DD3CEC109F}"/>
                    </a:ext>
                  </a:extLst>
                </p14:cNvPr>
                <p14:cNvContentPartPr/>
                <p14:nvPr/>
              </p14:nvContentPartPr>
              <p14:xfrm>
                <a:off x="4010286" y="2135103"/>
                <a:ext cx="663840" cy="384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D3AE96-2B2B-0DF6-C657-82DD3CEC109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05966" y="2130783"/>
                  <a:ext cx="6724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FB4791-11F1-6A8E-784E-31AEE6B7D015}"/>
                    </a:ext>
                  </a:extLst>
                </p14:cNvPr>
                <p14:cNvContentPartPr/>
                <p14:nvPr/>
              </p14:nvContentPartPr>
              <p14:xfrm>
                <a:off x="4738566" y="2322303"/>
                <a:ext cx="143280" cy="172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FB4791-11F1-6A8E-784E-31AEE6B7D0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34246" y="2317983"/>
                  <a:ext cx="1519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26A14D-644B-83E8-C92E-B4AF334E40B8}"/>
                    </a:ext>
                  </a:extLst>
                </p14:cNvPr>
                <p14:cNvContentPartPr/>
                <p14:nvPr/>
              </p14:nvContentPartPr>
              <p14:xfrm>
                <a:off x="4552446" y="2166063"/>
                <a:ext cx="66960" cy="2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26A14D-644B-83E8-C92E-B4AF334E40B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48126" y="2161743"/>
                  <a:ext cx="75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479D81B-A1E4-8ECB-8D8D-7F12AB4DC52F}"/>
                    </a:ext>
                  </a:extLst>
                </p14:cNvPr>
                <p14:cNvContentPartPr/>
                <p14:nvPr/>
              </p14:nvContentPartPr>
              <p14:xfrm>
                <a:off x="4072566" y="2195943"/>
                <a:ext cx="227160" cy="16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479D81B-A1E4-8ECB-8D8D-7F12AB4DC52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68246" y="2191623"/>
                  <a:ext cx="23580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FF92F10-4386-2675-57E1-CA4B804D4FA4}"/>
              </a:ext>
            </a:extLst>
          </p:cNvPr>
          <p:cNvGrpSpPr/>
          <p:nvPr/>
        </p:nvGrpSpPr>
        <p:grpSpPr>
          <a:xfrm>
            <a:off x="5263806" y="2259663"/>
            <a:ext cx="314640" cy="195840"/>
            <a:chOff x="5263806" y="2259663"/>
            <a:chExt cx="314640" cy="19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D80314-7521-925A-81A6-05823B5E0D58}"/>
                    </a:ext>
                  </a:extLst>
                </p14:cNvPr>
                <p14:cNvContentPartPr/>
                <p14:nvPr/>
              </p14:nvContentPartPr>
              <p14:xfrm>
                <a:off x="5263806" y="2264703"/>
                <a:ext cx="151920" cy="190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D80314-7521-925A-81A6-05823B5E0D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259486" y="2260383"/>
                  <a:ext cx="1605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1D1BB6D-739B-3ABA-092F-9854D355551F}"/>
                    </a:ext>
                  </a:extLst>
                </p14:cNvPr>
                <p14:cNvContentPartPr/>
                <p14:nvPr/>
              </p14:nvContentPartPr>
              <p14:xfrm>
                <a:off x="5497086" y="2259663"/>
                <a:ext cx="81360" cy="163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1D1BB6D-739B-3ABA-092F-9854D355551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492766" y="2255343"/>
                  <a:ext cx="90000" cy="171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9BBF522-5EA4-6755-7148-6CEE6138B254}"/>
                  </a:ext>
                </a:extLst>
              </p14:cNvPr>
              <p14:cNvContentPartPr/>
              <p14:nvPr/>
            </p14:nvContentPartPr>
            <p14:xfrm>
              <a:off x="5480166" y="2089743"/>
              <a:ext cx="9720" cy="26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9BBF522-5EA4-6755-7148-6CEE6138B25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75846" y="2085423"/>
                <a:ext cx="1836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0050984E-7C37-0EC5-98CE-8B0BEDD9E0C9}"/>
              </a:ext>
            </a:extLst>
          </p:cNvPr>
          <p:cNvGrpSpPr/>
          <p:nvPr/>
        </p:nvGrpSpPr>
        <p:grpSpPr>
          <a:xfrm>
            <a:off x="5905326" y="2087943"/>
            <a:ext cx="654120" cy="388080"/>
            <a:chOff x="5905326" y="2087943"/>
            <a:chExt cx="654120" cy="38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66D54BE-5B7F-D433-C162-A533060E1C93}"/>
                    </a:ext>
                  </a:extLst>
                </p14:cNvPr>
                <p14:cNvContentPartPr/>
                <p14:nvPr/>
              </p14:nvContentPartPr>
              <p14:xfrm>
                <a:off x="5919366" y="2087943"/>
                <a:ext cx="640080" cy="388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66D54BE-5B7F-D433-C162-A533060E1C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915046" y="2083623"/>
                  <a:ext cx="6487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CFC472A-70E9-F95D-2AD2-A0480043BBA5}"/>
                    </a:ext>
                  </a:extLst>
                </p14:cNvPr>
                <p14:cNvContentPartPr/>
                <p14:nvPr/>
              </p14:nvContentPartPr>
              <p14:xfrm>
                <a:off x="5905326" y="2239143"/>
                <a:ext cx="136440" cy="11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CFC472A-70E9-F95D-2AD2-A0480043BB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01006" y="2234823"/>
                  <a:ext cx="14508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9C64D63-D8BA-847F-A9B9-E9DA5C2AF28D}"/>
              </a:ext>
            </a:extLst>
          </p:cNvPr>
          <p:cNvGrpSpPr/>
          <p:nvPr/>
        </p:nvGrpSpPr>
        <p:grpSpPr>
          <a:xfrm>
            <a:off x="6984966" y="2017743"/>
            <a:ext cx="5061240" cy="771480"/>
            <a:chOff x="6984966" y="2017743"/>
            <a:chExt cx="5061240" cy="77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784B6EB-5E12-CD0C-5197-C09791DF79F4}"/>
                    </a:ext>
                  </a:extLst>
                </p14:cNvPr>
                <p14:cNvContentPartPr/>
                <p14:nvPr/>
              </p14:nvContentPartPr>
              <p14:xfrm>
                <a:off x="6984966" y="2268663"/>
                <a:ext cx="271800" cy="1587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784B6EB-5E12-CD0C-5197-C09791DF79F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80646" y="2264343"/>
                  <a:ext cx="280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423C7EB-3D4A-4260-495B-55AA8CCC7333}"/>
                    </a:ext>
                  </a:extLst>
                </p14:cNvPr>
                <p14:cNvContentPartPr/>
                <p14:nvPr/>
              </p14:nvContentPartPr>
              <p14:xfrm>
                <a:off x="7287366" y="2276223"/>
                <a:ext cx="141840" cy="143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423C7EB-3D4A-4260-495B-55AA8CCC733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83046" y="2271903"/>
                  <a:ext cx="150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8B8B9A-1247-69AA-BBCC-0852EEAF12B2}"/>
                    </a:ext>
                  </a:extLst>
                </p14:cNvPr>
                <p14:cNvContentPartPr/>
                <p14:nvPr/>
              </p14:nvContentPartPr>
              <p14:xfrm>
                <a:off x="7440006" y="2271543"/>
                <a:ext cx="290880" cy="1540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8B8B9A-1247-69AA-BBCC-0852EEAF12B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35686" y="2267223"/>
                  <a:ext cx="2995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65B50F8-B5C8-FE79-1EAF-F9016CF0AA07}"/>
                    </a:ext>
                  </a:extLst>
                </p14:cNvPr>
                <p14:cNvContentPartPr/>
                <p14:nvPr/>
              </p14:nvContentPartPr>
              <p14:xfrm>
                <a:off x="7672926" y="2120343"/>
                <a:ext cx="37080" cy="37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65B50F8-B5C8-FE79-1EAF-F9016CF0AA0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668606" y="2116023"/>
                  <a:ext cx="457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7E2082A-D1E5-8F12-A94B-9EAB2FC47BD0}"/>
                    </a:ext>
                  </a:extLst>
                </p14:cNvPr>
                <p14:cNvContentPartPr/>
                <p14:nvPr/>
              </p14:nvContentPartPr>
              <p14:xfrm>
                <a:off x="7695966" y="2291343"/>
                <a:ext cx="522000" cy="1443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7E2082A-D1E5-8F12-A94B-9EAB2FC47BD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91646" y="2287023"/>
                  <a:ext cx="530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0E8D8C8-5EDB-9A7B-A6E8-978300E50888}"/>
                    </a:ext>
                  </a:extLst>
                </p14:cNvPr>
                <p14:cNvContentPartPr/>
                <p14:nvPr/>
              </p14:nvContentPartPr>
              <p14:xfrm>
                <a:off x="8252526" y="2262543"/>
                <a:ext cx="267480" cy="1526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0E8D8C8-5EDB-9A7B-A6E8-978300E5088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48206" y="2258223"/>
                  <a:ext cx="2761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8285309-2627-79D0-BD15-7A0D74F5FA80}"/>
                    </a:ext>
                  </a:extLst>
                </p14:cNvPr>
                <p14:cNvContentPartPr/>
                <p14:nvPr/>
              </p14:nvContentPartPr>
              <p14:xfrm>
                <a:off x="8723766" y="2255703"/>
                <a:ext cx="366120" cy="1501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8285309-2627-79D0-BD15-7A0D74F5FA8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19446" y="2251383"/>
                  <a:ext cx="374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C690F29-79E4-1AC9-0C85-D27E051EA4AC}"/>
                    </a:ext>
                  </a:extLst>
                </p14:cNvPr>
                <p14:cNvContentPartPr/>
                <p14:nvPr/>
              </p14:nvContentPartPr>
              <p14:xfrm>
                <a:off x="9145326" y="2257503"/>
                <a:ext cx="258480" cy="1558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C690F29-79E4-1AC9-0C85-D27E051EA4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41006" y="2253183"/>
                  <a:ext cx="2671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BD1E8FE-6075-481E-3C58-C66EB3F7734E}"/>
                    </a:ext>
                  </a:extLst>
                </p14:cNvPr>
                <p14:cNvContentPartPr/>
                <p14:nvPr/>
              </p14:nvContentPartPr>
              <p14:xfrm>
                <a:off x="9415686" y="2127903"/>
                <a:ext cx="137880" cy="263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BD1E8FE-6075-481E-3C58-C66EB3F7734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411366" y="2123583"/>
                  <a:ext cx="1465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4CBCB6F-08E7-77C8-1EB7-7994863D36EB}"/>
                    </a:ext>
                  </a:extLst>
                </p14:cNvPr>
                <p14:cNvContentPartPr/>
                <p14:nvPr/>
              </p14:nvContentPartPr>
              <p14:xfrm>
                <a:off x="9607566" y="2229423"/>
                <a:ext cx="300600" cy="165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4CBCB6F-08E7-77C8-1EB7-7994863D36E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603246" y="2225103"/>
                  <a:ext cx="30924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D399A6-9525-DE20-242C-F8784C3F23EB}"/>
                    </a:ext>
                  </a:extLst>
                </p14:cNvPr>
                <p14:cNvContentPartPr/>
                <p14:nvPr/>
              </p14:nvContentPartPr>
              <p14:xfrm>
                <a:off x="10095726" y="2123223"/>
                <a:ext cx="342720" cy="666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D399A6-9525-DE20-242C-F8784C3F23E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91406" y="2118903"/>
                  <a:ext cx="35136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0F09B76-3461-4AE8-D044-34DD76C4818F}"/>
                    </a:ext>
                  </a:extLst>
                </p14:cNvPr>
                <p14:cNvContentPartPr/>
                <p14:nvPr/>
              </p14:nvContentPartPr>
              <p14:xfrm>
                <a:off x="10553646" y="2078943"/>
                <a:ext cx="377640" cy="348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0F09B76-3461-4AE8-D044-34DD76C4818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549326" y="2074623"/>
                  <a:ext cx="3862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A2CEC0-4DEB-75C1-69F0-60EEA07ED3A3}"/>
                    </a:ext>
                  </a:extLst>
                </p14:cNvPr>
                <p14:cNvContentPartPr/>
                <p14:nvPr/>
              </p14:nvContentPartPr>
              <p14:xfrm>
                <a:off x="10910046" y="2107023"/>
                <a:ext cx="26640" cy="180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A2CEC0-4DEB-75C1-69F0-60EEA07ED3A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05726" y="2102703"/>
                  <a:ext cx="35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4F6FA4D-6137-89CA-84FC-005C12709D46}"/>
                    </a:ext>
                  </a:extLst>
                </p14:cNvPr>
                <p14:cNvContentPartPr/>
                <p14:nvPr/>
              </p14:nvContentPartPr>
              <p14:xfrm>
                <a:off x="10948926" y="2247423"/>
                <a:ext cx="120960" cy="1310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4F6FA4D-6137-89CA-84FC-005C12709D4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944606" y="2243103"/>
                  <a:ext cx="129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E2C3B7E-A30D-B8CB-9DAD-EB273C80D517}"/>
                    </a:ext>
                  </a:extLst>
                </p14:cNvPr>
                <p14:cNvContentPartPr/>
                <p14:nvPr/>
              </p14:nvContentPartPr>
              <p14:xfrm>
                <a:off x="11102646" y="2236263"/>
                <a:ext cx="133560" cy="1432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E2C3B7E-A30D-B8CB-9DAD-EB273C80D5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098326" y="2231943"/>
                  <a:ext cx="1422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44F447-1CFE-81FB-71B5-3D2DF1C95E3B}"/>
                    </a:ext>
                  </a:extLst>
                </p14:cNvPr>
                <p14:cNvContentPartPr/>
                <p14:nvPr/>
              </p14:nvContentPartPr>
              <p14:xfrm>
                <a:off x="11284086" y="2017743"/>
                <a:ext cx="762120" cy="73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44F447-1CFE-81FB-71B5-3D2DF1C95E3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279766" y="2013423"/>
                  <a:ext cx="770760" cy="74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488F26F-CF41-24EF-1302-02B311F9CCD7}"/>
              </a:ext>
            </a:extLst>
          </p:cNvPr>
          <p:cNvGrpSpPr/>
          <p:nvPr/>
        </p:nvGrpSpPr>
        <p:grpSpPr>
          <a:xfrm>
            <a:off x="626286" y="2817303"/>
            <a:ext cx="1804320" cy="614880"/>
            <a:chOff x="626286" y="2817303"/>
            <a:chExt cx="1804320" cy="61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6254408-1FAD-264C-1FCC-55B52C9C472A}"/>
                    </a:ext>
                  </a:extLst>
                </p14:cNvPr>
                <p14:cNvContentPartPr/>
                <p14:nvPr/>
              </p14:nvContentPartPr>
              <p14:xfrm>
                <a:off x="626286" y="2969943"/>
                <a:ext cx="47880" cy="1573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6254408-1FAD-264C-1FCC-55B52C9C472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1966" y="2965623"/>
                  <a:ext cx="56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F64334F-2082-6E8A-4331-898F2CAADA4C}"/>
                    </a:ext>
                  </a:extLst>
                </p14:cNvPr>
                <p14:cNvContentPartPr/>
                <p14:nvPr/>
              </p14:nvContentPartPr>
              <p14:xfrm>
                <a:off x="658686" y="2821263"/>
                <a:ext cx="29880" cy="41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F64334F-2082-6E8A-4331-898F2CAADA4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4366" y="2816943"/>
                  <a:ext cx="38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87078EB-061E-9FD8-6451-B9A9E9CC0BA3}"/>
                    </a:ext>
                  </a:extLst>
                </p14:cNvPr>
                <p14:cNvContentPartPr/>
                <p14:nvPr/>
              </p14:nvContentPartPr>
              <p14:xfrm>
                <a:off x="724566" y="2974983"/>
                <a:ext cx="137520" cy="133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87078EB-061E-9FD8-6451-B9A9E9CC0B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0246" y="2970663"/>
                  <a:ext cx="1461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5BBD0F-0E22-DA1D-3D14-3E05DDBCCC0C}"/>
                    </a:ext>
                  </a:extLst>
                </p14:cNvPr>
                <p14:cNvContentPartPr/>
                <p14:nvPr/>
              </p14:nvContentPartPr>
              <p14:xfrm>
                <a:off x="862446" y="2837103"/>
                <a:ext cx="509760" cy="595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5BBD0F-0E22-DA1D-3D14-3E05DDBCCC0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8126" y="2832783"/>
                  <a:ext cx="51840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D679F18-5C23-74FD-AB44-2939AA5757F4}"/>
                    </a:ext>
                  </a:extLst>
                </p14:cNvPr>
                <p14:cNvContentPartPr/>
                <p14:nvPr/>
              </p14:nvContentPartPr>
              <p14:xfrm>
                <a:off x="1251606" y="3007743"/>
                <a:ext cx="188280" cy="135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D679F18-5C23-74FD-AB44-2939AA5757F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47286" y="3003423"/>
                  <a:ext cx="1969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434A86F-8CBA-5117-8D6A-D3DB39B2AFF5}"/>
                    </a:ext>
                  </a:extLst>
                </p14:cNvPr>
                <p14:cNvContentPartPr/>
                <p14:nvPr/>
              </p14:nvContentPartPr>
              <p14:xfrm>
                <a:off x="1465806" y="2986143"/>
                <a:ext cx="295920" cy="148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434A86F-8CBA-5117-8D6A-D3DB39B2AFF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61486" y="2981823"/>
                  <a:ext cx="3045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BEED0E-3259-5281-0657-69F0BC50954E}"/>
                    </a:ext>
                  </a:extLst>
                </p14:cNvPr>
                <p14:cNvContentPartPr/>
                <p14:nvPr/>
              </p14:nvContentPartPr>
              <p14:xfrm>
                <a:off x="1769646" y="2852583"/>
                <a:ext cx="543960" cy="261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BEED0E-3259-5281-0657-69F0BC50954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65326" y="2848263"/>
                  <a:ext cx="5526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E66AE88-6720-3AF8-656D-F3D84419CB20}"/>
                    </a:ext>
                  </a:extLst>
                </p14:cNvPr>
                <p14:cNvContentPartPr/>
                <p14:nvPr/>
              </p14:nvContentPartPr>
              <p14:xfrm>
                <a:off x="2316126" y="2817303"/>
                <a:ext cx="114480" cy="271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E66AE88-6720-3AF8-656D-F3D84419CB2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311806" y="2812983"/>
                  <a:ext cx="1231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CFCFEF5-BADB-C28E-5C78-5096C5F54852}"/>
                    </a:ext>
                  </a:extLst>
                </p14:cNvPr>
                <p14:cNvContentPartPr/>
                <p14:nvPr/>
              </p14:nvContentPartPr>
              <p14:xfrm>
                <a:off x="2228286" y="2877063"/>
                <a:ext cx="146160" cy="151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CFCFEF5-BADB-C28E-5C78-5096C5F548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223966" y="2872743"/>
                  <a:ext cx="15480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06BE9E6-0621-5AE8-CC78-485D607C4AC1}"/>
              </a:ext>
            </a:extLst>
          </p:cNvPr>
          <p:cNvGrpSpPr/>
          <p:nvPr/>
        </p:nvGrpSpPr>
        <p:grpSpPr>
          <a:xfrm>
            <a:off x="2824446" y="2925303"/>
            <a:ext cx="911160" cy="199440"/>
            <a:chOff x="2824446" y="2925303"/>
            <a:chExt cx="91116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B7C6D97-E148-E979-7A67-389CF99EE675}"/>
                    </a:ext>
                  </a:extLst>
                </p14:cNvPr>
                <p14:cNvContentPartPr/>
                <p14:nvPr/>
              </p14:nvContentPartPr>
              <p14:xfrm>
                <a:off x="2824446" y="2943303"/>
                <a:ext cx="450000" cy="181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B7C6D97-E148-E979-7A67-389CF99EE6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0126" y="2938983"/>
                  <a:ext cx="4586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FCDA96A-62B1-2EAF-1340-2E9C051CFAD6}"/>
                    </a:ext>
                  </a:extLst>
                </p14:cNvPr>
                <p14:cNvContentPartPr/>
                <p14:nvPr/>
              </p14:nvContentPartPr>
              <p14:xfrm>
                <a:off x="3323046" y="2925303"/>
                <a:ext cx="412560" cy="136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FCDA96A-62B1-2EAF-1340-2E9C051CFAD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18726" y="2920983"/>
                  <a:ext cx="42120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407EA28-CE7F-E59A-F56C-C617BE597C9E}"/>
              </a:ext>
            </a:extLst>
          </p:cNvPr>
          <p:cNvGrpSpPr/>
          <p:nvPr/>
        </p:nvGrpSpPr>
        <p:grpSpPr>
          <a:xfrm>
            <a:off x="4188846" y="2895783"/>
            <a:ext cx="1725840" cy="254880"/>
            <a:chOff x="4188846" y="2895783"/>
            <a:chExt cx="172584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88526B4-3C2C-F61D-EBCC-A0129CF74954}"/>
                    </a:ext>
                  </a:extLst>
                </p14:cNvPr>
                <p14:cNvContentPartPr/>
                <p14:nvPr/>
              </p14:nvContentPartPr>
              <p14:xfrm>
                <a:off x="4188846" y="2895783"/>
                <a:ext cx="387720" cy="2163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88526B4-3C2C-F61D-EBCC-A0129CF749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184526" y="2891463"/>
                  <a:ext cx="3963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D9BC3AD-E673-D564-195B-226C7E3A2CDE}"/>
                    </a:ext>
                  </a:extLst>
                </p14:cNvPr>
                <p14:cNvContentPartPr/>
                <p14:nvPr/>
              </p14:nvContentPartPr>
              <p14:xfrm>
                <a:off x="4776006" y="2897223"/>
                <a:ext cx="779400" cy="253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D9BC3AD-E673-D564-195B-226C7E3A2CD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71686" y="2892903"/>
                  <a:ext cx="788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B77DAB2-1C0A-2226-0945-2C302C5917A2}"/>
                    </a:ext>
                  </a:extLst>
                </p14:cNvPr>
                <p14:cNvContentPartPr/>
                <p14:nvPr/>
              </p14:nvContentPartPr>
              <p14:xfrm>
                <a:off x="5651166" y="2945463"/>
                <a:ext cx="263520" cy="151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B77DAB2-1C0A-2226-0945-2C302C5917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46846" y="2941143"/>
                  <a:ext cx="27216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A3EB977-E626-45D4-DE28-261C5ECB00AF}"/>
                  </a:ext>
                </a:extLst>
              </p14:cNvPr>
              <p14:cNvContentPartPr/>
              <p14:nvPr/>
            </p14:nvContentPartPr>
            <p14:xfrm>
              <a:off x="6288366" y="2984703"/>
              <a:ext cx="372960" cy="1789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A3EB977-E626-45D4-DE28-261C5ECB00AF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284046" y="2980383"/>
                <a:ext cx="38160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A09C96F-1F02-0B2F-2868-3F04C8F38ECC}"/>
                  </a:ext>
                </a:extLst>
              </p14:cNvPr>
              <p14:cNvContentPartPr/>
              <p14:nvPr/>
            </p14:nvContentPartPr>
            <p14:xfrm>
              <a:off x="6299526" y="2860503"/>
              <a:ext cx="55800" cy="30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A09C96F-1F02-0B2F-2868-3F04C8F38ECC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95206" y="2856183"/>
                <a:ext cx="644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4FB8C5A-8E5C-36D9-8133-2625723296B0}"/>
                  </a:ext>
                </a:extLst>
              </p14:cNvPr>
              <p14:cNvContentPartPr/>
              <p14:nvPr/>
            </p14:nvContentPartPr>
            <p14:xfrm>
              <a:off x="6961206" y="2879223"/>
              <a:ext cx="200520" cy="2005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4FB8C5A-8E5C-36D9-8133-2625723296B0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956886" y="2874903"/>
                <a:ext cx="209160" cy="20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8EF544C2-544A-688E-2987-43F95B889951}"/>
              </a:ext>
            </a:extLst>
          </p:cNvPr>
          <p:cNvGrpSpPr/>
          <p:nvPr/>
        </p:nvGrpSpPr>
        <p:grpSpPr>
          <a:xfrm>
            <a:off x="7424886" y="2722263"/>
            <a:ext cx="947160" cy="329400"/>
            <a:chOff x="7424886" y="2722263"/>
            <a:chExt cx="947160" cy="32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06F0473-401A-4D0D-41F6-178A0B9B466B}"/>
                    </a:ext>
                  </a:extLst>
                </p14:cNvPr>
                <p14:cNvContentPartPr/>
                <p14:nvPr/>
              </p14:nvContentPartPr>
              <p14:xfrm>
                <a:off x="7424886" y="2909103"/>
                <a:ext cx="192600" cy="142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06F0473-401A-4D0D-41F6-178A0B9B46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420566" y="2904783"/>
                  <a:ext cx="201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4EFD42-7541-5792-D842-36F756C63586}"/>
                    </a:ext>
                  </a:extLst>
                </p14:cNvPr>
                <p14:cNvContentPartPr/>
                <p14:nvPr/>
              </p14:nvContentPartPr>
              <p14:xfrm>
                <a:off x="7658166" y="2722263"/>
                <a:ext cx="538560" cy="329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4EFD42-7541-5792-D842-36F756C6358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653846" y="2717943"/>
                  <a:ext cx="547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45B983-801F-C2A4-C4D1-4411636CEF6A}"/>
                    </a:ext>
                  </a:extLst>
                </p14:cNvPr>
                <p14:cNvContentPartPr/>
                <p14:nvPr/>
              </p14:nvContentPartPr>
              <p14:xfrm>
                <a:off x="8232366" y="2897943"/>
                <a:ext cx="139680" cy="107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45B983-801F-C2A4-C4D1-4411636CEF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28046" y="2893623"/>
                  <a:ext cx="148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0A7DEE0-86FA-FED8-43D7-72940AD63F3D}"/>
                    </a:ext>
                  </a:extLst>
                </p14:cNvPr>
                <p14:cNvContentPartPr/>
                <p14:nvPr/>
              </p14:nvContentPartPr>
              <p14:xfrm>
                <a:off x="8248566" y="2753943"/>
                <a:ext cx="48240" cy="338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0A7DEE0-86FA-FED8-43D7-72940AD63F3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44246" y="2749623"/>
                  <a:ext cx="56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7D85E34-B33C-5078-A0F0-B2E9FEB63D09}"/>
                    </a:ext>
                  </a:extLst>
                </p14:cNvPr>
                <p14:cNvContentPartPr/>
                <p14:nvPr/>
              </p14:nvContentPartPr>
              <p14:xfrm>
                <a:off x="7643406" y="2820903"/>
                <a:ext cx="448200" cy="208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7D85E34-B33C-5078-A0F0-B2E9FEB63D0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639086" y="2816583"/>
                  <a:ext cx="45684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8133AD53-241D-A532-AF97-FB13C5EDC221}"/>
                  </a:ext>
                </a:extLst>
              </p14:cNvPr>
              <p14:cNvContentPartPr/>
              <p14:nvPr/>
            </p14:nvContentPartPr>
            <p14:xfrm>
              <a:off x="8906286" y="3011343"/>
              <a:ext cx="7200" cy="828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8133AD53-241D-A532-AF97-FB13C5EDC221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901966" y="3007023"/>
                <a:ext cx="15840" cy="1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16AA3855-F7C4-ECF2-71D6-8ADA041EA90E}"/>
              </a:ext>
            </a:extLst>
          </p:cNvPr>
          <p:cNvGrpSpPr/>
          <p:nvPr/>
        </p:nvGrpSpPr>
        <p:grpSpPr>
          <a:xfrm>
            <a:off x="9102126" y="2816583"/>
            <a:ext cx="447120" cy="262080"/>
            <a:chOff x="9102126" y="2816583"/>
            <a:chExt cx="44712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6865CE6-62B2-6200-A59D-3411B82C8F98}"/>
                    </a:ext>
                  </a:extLst>
                </p14:cNvPr>
                <p14:cNvContentPartPr/>
                <p14:nvPr/>
              </p14:nvContentPartPr>
              <p14:xfrm>
                <a:off x="9102126" y="2820543"/>
                <a:ext cx="210600" cy="2581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6865CE6-62B2-6200-A59D-3411B82C8F9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97806" y="2816223"/>
                  <a:ext cx="21924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AAA9BFE-8923-2321-5F47-B1547FC4F137}"/>
                    </a:ext>
                  </a:extLst>
                </p14:cNvPr>
                <p14:cNvContentPartPr/>
                <p14:nvPr/>
              </p14:nvContentPartPr>
              <p14:xfrm>
                <a:off x="9434766" y="2816583"/>
                <a:ext cx="111240" cy="257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AAA9BFE-8923-2321-5F47-B1547FC4F13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430446" y="2812263"/>
                  <a:ext cx="1198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E2D81B4-D102-D2B7-54ED-7454778D195C}"/>
                    </a:ext>
                  </a:extLst>
                </p14:cNvPr>
                <p14:cNvContentPartPr/>
                <p14:nvPr/>
              </p14:nvContentPartPr>
              <p14:xfrm>
                <a:off x="9339726" y="2895423"/>
                <a:ext cx="209520" cy="460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E2D81B4-D102-D2B7-54ED-7454778D195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335406" y="2891103"/>
                  <a:ext cx="21816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0A377FF-325F-DD36-63C2-421BC136A260}"/>
              </a:ext>
            </a:extLst>
          </p:cNvPr>
          <p:cNvGrpSpPr/>
          <p:nvPr/>
        </p:nvGrpSpPr>
        <p:grpSpPr>
          <a:xfrm>
            <a:off x="10036326" y="2756103"/>
            <a:ext cx="1661040" cy="333000"/>
            <a:chOff x="10036326" y="2756103"/>
            <a:chExt cx="1661040" cy="33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611C6C9-904F-9FB8-9E7A-92A4912419BF}"/>
                    </a:ext>
                  </a:extLst>
                </p14:cNvPr>
                <p14:cNvContentPartPr/>
                <p14:nvPr/>
              </p14:nvContentPartPr>
              <p14:xfrm>
                <a:off x="10036326" y="2785983"/>
                <a:ext cx="372240" cy="303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611C6C9-904F-9FB8-9E7A-92A4912419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032006" y="2781663"/>
                  <a:ext cx="380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75CC123-9566-3412-41EC-71D9E437739B}"/>
                    </a:ext>
                  </a:extLst>
                </p14:cNvPr>
                <p14:cNvContentPartPr/>
                <p14:nvPr/>
              </p14:nvContentPartPr>
              <p14:xfrm>
                <a:off x="10445286" y="2756103"/>
                <a:ext cx="89640" cy="3240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75CC123-9566-3412-41EC-71D9E437739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40966" y="2751783"/>
                  <a:ext cx="982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81EFF03-0365-E7F9-176B-212902809021}"/>
                    </a:ext>
                  </a:extLst>
                </p14:cNvPr>
                <p14:cNvContentPartPr/>
                <p14:nvPr/>
              </p14:nvContentPartPr>
              <p14:xfrm>
                <a:off x="10346646" y="2892543"/>
                <a:ext cx="163440" cy="20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81EFF03-0365-E7F9-176B-21290280902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342326" y="2888223"/>
                  <a:ext cx="172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D7B14D2-0F90-814E-2307-502B1197C13A}"/>
                    </a:ext>
                  </a:extLst>
                </p14:cNvPr>
                <p14:cNvContentPartPr/>
                <p14:nvPr/>
              </p14:nvContentPartPr>
              <p14:xfrm>
                <a:off x="10529886" y="2919543"/>
                <a:ext cx="82440" cy="1407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D7B14D2-0F90-814E-2307-502B1197C13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525566" y="2915223"/>
                  <a:ext cx="9108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EAC8A39-DC82-756D-2C0A-8B7E60354BAE}"/>
                    </a:ext>
                  </a:extLst>
                </p14:cNvPr>
                <p14:cNvContentPartPr/>
                <p14:nvPr/>
              </p14:nvContentPartPr>
              <p14:xfrm>
                <a:off x="10688286" y="2906223"/>
                <a:ext cx="153000" cy="138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EAC8A39-DC82-756D-2C0A-8B7E60354BA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83966" y="2901903"/>
                  <a:ext cx="161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A7085563-4AAC-25C6-F1AA-25CD2C4B879B}"/>
                    </a:ext>
                  </a:extLst>
                </p14:cNvPr>
                <p14:cNvContentPartPr/>
                <p14:nvPr/>
              </p14:nvContentPartPr>
              <p14:xfrm>
                <a:off x="10845246" y="2878863"/>
                <a:ext cx="239040" cy="163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A7085563-4AAC-25C6-F1AA-25CD2C4B879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840926" y="2874543"/>
                  <a:ext cx="2476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0B28DE9-5510-07CA-1B56-0DB39179937E}"/>
                    </a:ext>
                  </a:extLst>
                </p14:cNvPr>
                <p14:cNvContentPartPr/>
                <p14:nvPr/>
              </p14:nvContentPartPr>
              <p14:xfrm>
                <a:off x="11140446" y="2926743"/>
                <a:ext cx="72360" cy="96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0B28DE9-5510-07CA-1B56-0DB39179937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136126" y="2922423"/>
                  <a:ext cx="81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3BCE3D5-FEF8-1F6F-0C41-4964CE549B0E}"/>
                    </a:ext>
                  </a:extLst>
                </p14:cNvPr>
                <p14:cNvContentPartPr/>
                <p14:nvPr/>
              </p14:nvContentPartPr>
              <p14:xfrm>
                <a:off x="11140446" y="2806143"/>
                <a:ext cx="47880" cy="20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3BCE3D5-FEF8-1F6F-0C41-4964CE549B0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136126" y="2801823"/>
                  <a:ext cx="56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50125FC-874C-0E57-93A4-074E395AEDCC}"/>
                    </a:ext>
                  </a:extLst>
                </p14:cNvPr>
                <p14:cNvContentPartPr/>
                <p14:nvPr/>
              </p14:nvContentPartPr>
              <p14:xfrm>
                <a:off x="11234046" y="2918463"/>
                <a:ext cx="191880" cy="109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50125FC-874C-0E57-93A4-074E395AEDC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229726" y="2914143"/>
                  <a:ext cx="200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945D0E4-499B-1DB9-B442-B99AF96304A3}"/>
                    </a:ext>
                  </a:extLst>
                </p14:cNvPr>
                <p14:cNvContentPartPr/>
                <p14:nvPr/>
              </p14:nvContentPartPr>
              <p14:xfrm>
                <a:off x="11416926" y="2870583"/>
                <a:ext cx="280440" cy="170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945D0E4-499B-1DB9-B442-B99AF96304A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412606" y="2866263"/>
                  <a:ext cx="28908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34704637-F642-DBF1-B4B9-BE4935F3F51E}"/>
              </a:ext>
            </a:extLst>
          </p:cNvPr>
          <p:cNvGrpSpPr/>
          <p:nvPr/>
        </p:nvGrpSpPr>
        <p:grpSpPr>
          <a:xfrm>
            <a:off x="607566" y="3562863"/>
            <a:ext cx="521280" cy="259560"/>
            <a:chOff x="607566" y="3562863"/>
            <a:chExt cx="521280" cy="25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FD9A3C8-C4D7-9AE7-3942-5D747CB8C063}"/>
                    </a:ext>
                  </a:extLst>
                </p14:cNvPr>
                <p14:cNvContentPartPr/>
                <p14:nvPr/>
              </p14:nvContentPartPr>
              <p14:xfrm>
                <a:off x="667326" y="3581943"/>
                <a:ext cx="32400" cy="240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FD9A3C8-C4D7-9AE7-3942-5D747CB8C06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63006" y="3577623"/>
                  <a:ext cx="41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7606854-DDD6-6329-3C68-59FD209E8887}"/>
                    </a:ext>
                  </a:extLst>
                </p14:cNvPr>
                <p14:cNvContentPartPr/>
                <p14:nvPr/>
              </p14:nvContentPartPr>
              <p14:xfrm>
                <a:off x="607566" y="3562863"/>
                <a:ext cx="521280" cy="2534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7606854-DDD6-6329-3C68-59FD209E888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03246" y="3558543"/>
                  <a:ext cx="529920" cy="26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34C0F8E1-8240-8A34-2466-54100D439BC9}"/>
              </a:ext>
            </a:extLst>
          </p:cNvPr>
          <p:cNvGrpSpPr/>
          <p:nvPr/>
        </p:nvGrpSpPr>
        <p:grpSpPr>
          <a:xfrm>
            <a:off x="1463286" y="3499143"/>
            <a:ext cx="2433600" cy="678960"/>
            <a:chOff x="1463286" y="3499143"/>
            <a:chExt cx="2433600" cy="67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335FF8B-006F-65BF-02FF-198A1A519AB0}"/>
                    </a:ext>
                  </a:extLst>
                </p14:cNvPr>
                <p14:cNvContentPartPr/>
                <p14:nvPr/>
              </p14:nvContentPartPr>
              <p14:xfrm>
                <a:off x="1463286" y="3576543"/>
                <a:ext cx="378360" cy="288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335FF8B-006F-65BF-02FF-198A1A519A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58966" y="3572223"/>
                  <a:ext cx="3870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B98D23C-2D1A-E92A-9DEF-2EE3D8D93586}"/>
                    </a:ext>
                  </a:extLst>
                </p14:cNvPr>
                <p14:cNvContentPartPr/>
                <p14:nvPr/>
              </p14:nvContentPartPr>
              <p14:xfrm>
                <a:off x="1783326" y="3592383"/>
                <a:ext cx="54000" cy="504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B98D23C-2D1A-E92A-9DEF-2EE3D8D9358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79006" y="3588063"/>
                  <a:ext cx="626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713BF13-FF5D-EDD1-6354-8F62BE91C0DF}"/>
                    </a:ext>
                  </a:extLst>
                </p14:cNvPr>
                <p14:cNvContentPartPr/>
                <p14:nvPr/>
              </p14:nvContentPartPr>
              <p14:xfrm>
                <a:off x="1862526" y="3740703"/>
                <a:ext cx="218880" cy="126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713BF13-FF5D-EDD1-6354-8F62BE91C0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858206" y="3736383"/>
                  <a:ext cx="227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06A42B2-C7B0-5648-A99E-29A8CD42D907}"/>
                    </a:ext>
                  </a:extLst>
                </p14:cNvPr>
                <p14:cNvContentPartPr/>
                <p14:nvPr/>
              </p14:nvContentPartPr>
              <p14:xfrm>
                <a:off x="2141166" y="3680943"/>
                <a:ext cx="492840" cy="164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06A42B2-C7B0-5648-A99E-29A8CD42D90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136846" y="3676623"/>
                  <a:ext cx="5014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A2342A5-9951-DFAE-82EA-6047E52F03DE}"/>
                    </a:ext>
                  </a:extLst>
                </p14:cNvPr>
                <p14:cNvContentPartPr/>
                <p14:nvPr/>
              </p14:nvContentPartPr>
              <p14:xfrm>
                <a:off x="2704566" y="3690663"/>
                <a:ext cx="48240" cy="1321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A2342A5-9951-DFAE-82EA-6047E52F03D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700246" y="3686343"/>
                  <a:ext cx="56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80A325-9C72-6CEF-D38A-7751C43AA9F7}"/>
                    </a:ext>
                  </a:extLst>
                </p14:cNvPr>
                <p14:cNvContentPartPr/>
                <p14:nvPr/>
              </p14:nvContentPartPr>
              <p14:xfrm>
                <a:off x="2732286" y="3606783"/>
                <a:ext cx="34560" cy="48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80A325-9C72-6CEF-D38A-7751C43AA9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727966" y="3602463"/>
                  <a:ext cx="432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EC33161-E229-9E84-F681-A87371952F73}"/>
                    </a:ext>
                  </a:extLst>
                </p14:cNvPr>
                <p14:cNvContentPartPr/>
                <p14:nvPr/>
              </p14:nvContentPartPr>
              <p14:xfrm>
                <a:off x="2800686" y="3665103"/>
                <a:ext cx="318240" cy="15264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EC33161-E229-9E84-F681-A87371952F73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796366" y="3660783"/>
                  <a:ext cx="32688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E29C51E-F651-BD0C-5FAB-C01E171CBB30}"/>
                    </a:ext>
                  </a:extLst>
                </p14:cNvPr>
                <p14:cNvContentPartPr/>
                <p14:nvPr/>
              </p14:nvContentPartPr>
              <p14:xfrm>
                <a:off x="3157806" y="3523983"/>
                <a:ext cx="435600" cy="2890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E29C51E-F651-BD0C-5FAB-C01E171CBB3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153486" y="3519663"/>
                  <a:ext cx="44424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E3968B9-B4C5-5912-B616-AFA237C71914}"/>
                    </a:ext>
                  </a:extLst>
                </p14:cNvPr>
                <p14:cNvContentPartPr/>
                <p14:nvPr/>
              </p14:nvContentPartPr>
              <p14:xfrm>
                <a:off x="3574686" y="3499143"/>
                <a:ext cx="40680" cy="594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E3968B9-B4C5-5912-B616-AFA237C7191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70366" y="3494823"/>
                  <a:ext cx="493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F271E00-09FE-9999-A30C-18E3AC65E6B1}"/>
                    </a:ext>
                  </a:extLst>
                </p14:cNvPr>
                <p14:cNvContentPartPr/>
                <p14:nvPr/>
              </p14:nvContentPartPr>
              <p14:xfrm>
                <a:off x="3649566" y="3504903"/>
                <a:ext cx="36360" cy="252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F271E00-09FE-9999-A30C-18E3AC65E6B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645246" y="3500583"/>
                  <a:ext cx="450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413B04D-147E-F853-3122-F35B46CF7698}"/>
                    </a:ext>
                  </a:extLst>
                </p14:cNvPr>
                <p14:cNvContentPartPr/>
                <p14:nvPr/>
              </p14:nvContentPartPr>
              <p14:xfrm>
                <a:off x="3589806" y="3592383"/>
                <a:ext cx="307080" cy="585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413B04D-147E-F853-3122-F35B46CF769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85486" y="3588063"/>
                  <a:ext cx="315720" cy="59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8135BC5-4FE6-E438-DBB1-E0585F8F035F}"/>
                  </a:ext>
                </a:extLst>
              </p14:cNvPr>
              <p14:cNvContentPartPr/>
              <p14:nvPr/>
            </p14:nvContentPartPr>
            <p14:xfrm>
              <a:off x="4387566" y="3542703"/>
              <a:ext cx="417240" cy="6141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8135BC5-4FE6-E438-DBB1-E0585F8F035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383246" y="3538383"/>
                <a:ext cx="425880" cy="62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596B59C-F4B5-48C9-DE38-0240BE448AA1}"/>
              </a:ext>
            </a:extLst>
          </p:cNvPr>
          <p:cNvGrpSpPr/>
          <p:nvPr/>
        </p:nvGrpSpPr>
        <p:grpSpPr>
          <a:xfrm>
            <a:off x="10144686" y="3410943"/>
            <a:ext cx="1283760" cy="597240"/>
            <a:chOff x="10144686" y="3410943"/>
            <a:chExt cx="1283760" cy="59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1DFB6BD-379B-68A1-E3AD-C15F07B653FA}"/>
                    </a:ext>
                  </a:extLst>
                </p14:cNvPr>
                <p14:cNvContentPartPr/>
                <p14:nvPr/>
              </p14:nvContentPartPr>
              <p14:xfrm>
                <a:off x="10144686" y="3410943"/>
                <a:ext cx="146160" cy="321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1DFB6BD-379B-68A1-E3AD-C15F07B653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140366" y="3406623"/>
                  <a:ext cx="1548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E344D82-6F50-CE04-8D18-4155253D3DBB}"/>
                    </a:ext>
                  </a:extLst>
                </p14:cNvPr>
                <p14:cNvContentPartPr/>
                <p14:nvPr/>
              </p14:nvContentPartPr>
              <p14:xfrm>
                <a:off x="10215966" y="3525063"/>
                <a:ext cx="289080" cy="483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E344D82-6F50-CE04-8D18-4155253D3DB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211646" y="3520743"/>
                  <a:ext cx="2977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6615E03-DD90-7F1A-F2C4-CC7AB0D47A4E}"/>
                    </a:ext>
                  </a:extLst>
                </p14:cNvPr>
                <p14:cNvContentPartPr/>
                <p14:nvPr/>
              </p14:nvContentPartPr>
              <p14:xfrm>
                <a:off x="10722846" y="3433623"/>
                <a:ext cx="705600" cy="3481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6615E03-DD90-7F1A-F2C4-CC7AB0D47A4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718526" y="3429303"/>
                  <a:ext cx="7142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B431553-724E-9701-5725-75C94887DB14}"/>
                    </a:ext>
                  </a:extLst>
                </p14:cNvPr>
                <p14:cNvContentPartPr/>
                <p14:nvPr/>
              </p14:nvContentPartPr>
              <p14:xfrm>
                <a:off x="10631046" y="3511743"/>
                <a:ext cx="264600" cy="1728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B431553-724E-9701-5725-75C94887DB1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626726" y="3507423"/>
                  <a:ext cx="27324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1CC9D205-CF96-E46E-DE80-65B757F1FCAB}"/>
                  </a:ext>
                </a:extLst>
              </p14:cNvPr>
              <p14:cNvContentPartPr/>
              <p14:nvPr/>
            </p14:nvContentPartPr>
            <p14:xfrm>
              <a:off x="413166" y="4396623"/>
              <a:ext cx="1129320" cy="2440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1CC9D205-CF96-E46E-DE80-65B757F1FCAB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08846" y="4392303"/>
                <a:ext cx="1137960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F7525191-EBB9-CB3E-F8FE-D2DC47434036}"/>
                  </a:ext>
                </a:extLst>
              </p14:cNvPr>
              <p14:cNvContentPartPr/>
              <p14:nvPr/>
            </p14:nvContentPartPr>
            <p14:xfrm>
              <a:off x="2085366" y="4278903"/>
              <a:ext cx="494640" cy="65700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F7525191-EBB9-CB3E-F8FE-D2DC4743403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2081046" y="4274583"/>
                <a:ext cx="503280" cy="66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FAD7057-29B4-3CFC-6BF7-C9C86D2FA1DB}"/>
              </a:ext>
            </a:extLst>
          </p:cNvPr>
          <p:cNvGrpSpPr/>
          <p:nvPr/>
        </p:nvGrpSpPr>
        <p:grpSpPr>
          <a:xfrm>
            <a:off x="3025326" y="4294383"/>
            <a:ext cx="1549800" cy="293760"/>
            <a:chOff x="3025326" y="4294383"/>
            <a:chExt cx="1549800" cy="29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7154CD7-915D-D2EB-4B35-D8639EC32CBA}"/>
                    </a:ext>
                  </a:extLst>
                </p14:cNvPr>
                <p14:cNvContentPartPr/>
                <p14:nvPr/>
              </p14:nvContentPartPr>
              <p14:xfrm>
                <a:off x="3025326" y="4294383"/>
                <a:ext cx="878040" cy="2937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7154CD7-915D-D2EB-4B35-D8639EC32CB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021006" y="4290063"/>
                  <a:ext cx="8866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88C5CBE-6DFB-9CF9-210F-ABFB9F60E15F}"/>
                    </a:ext>
                  </a:extLst>
                </p14:cNvPr>
                <p14:cNvContentPartPr/>
                <p14:nvPr/>
              </p14:nvContentPartPr>
              <p14:xfrm>
                <a:off x="3939006" y="4426143"/>
                <a:ext cx="242640" cy="120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88C5CBE-6DFB-9CF9-210F-ABFB9F60E15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934686" y="4421823"/>
                  <a:ext cx="2512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5CFF27F-0168-CB2F-291E-9C8F4E5752C8}"/>
                    </a:ext>
                  </a:extLst>
                </p14:cNvPr>
                <p14:cNvContentPartPr/>
                <p14:nvPr/>
              </p14:nvContentPartPr>
              <p14:xfrm>
                <a:off x="4215846" y="4376463"/>
                <a:ext cx="359280" cy="1656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5CFF27F-0168-CB2F-291E-9C8F4E5752C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11526" y="4372143"/>
                  <a:ext cx="36792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9ABEE18-CB0F-DAA7-1933-74ECC911BF34}"/>
              </a:ext>
            </a:extLst>
          </p:cNvPr>
          <p:cNvGrpSpPr/>
          <p:nvPr/>
        </p:nvGrpSpPr>
        <p:grpSpPr>
          <a:xfrm>
            <a:off x="5155806" y="3368463"/>
            <a:ext cx="4704120" cy="1565280"/>
            <a:chOff x="5155806" y="3368463"/>
            <a:chExt cx="4704120" cy="156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D3B6219-178D-4176-660D-AC10D80FF4E3}"/>
                    </a:ext>
                  </a:extLst>
                </p14:cNvPr>
                <p14:cNvContentPartPr/>
                <p14:nvPr/>
              </p14:nvContentPartPr>
              <p14:xfrm>
                <a:off x="5162646" y="3522183"/>
                <a:ext cx="587160" cy="3020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D3B6219-178D-4176-660D-AC10D80FF4E3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57966" y="3517863"/>
                  <a:ext cx="5958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21CCB58-5FB9-D274-D872-976582F4B08C}"/>
                    </a:ext>
                  </a:extLst>
                </p14:cNvPr>
                <p14:cNvContentPartPr/>
                <p14:nvPr/>
              </p14:nvContentPartPr>
              <p14:xfrm>
                <a:off x="5155806" y="3598503"/>
                <a:ext cx="201600" cy="36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21CCB58-5FB9-D274-D872-976582F4B08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51486" y="3594183"/>
                  <a:ext cx="210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7ECED7F-E2FB-2350-5C19-5597B96B1FDC}"/>
                    </a:ext>
                  </a:extLst>
                </p14:cNvPr>
                <p14:cNvContentPartPr/>
                <p14:nvPr/>
              </p14:nvContentPartPr>
              <p14:xfrm>
                <a:off x="5977326" y="3648543"/>
                <a:ext cx="361800" cy="1915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7ECED7F-E2FB-2350-5C19-5597B96B1FD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973006" y="3644223"/>
                  <a:ext cx="3704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E34BCDB-13B7-6FEC-CCEE-19693BF01512}"/>
                    </a:ext>
                  </a:extLst>
                </p14:cNvPr>
                <p14:cNvContentPartPr/>
                <p14:nvPr/>
              </p14:nvContentPartPr>
              <p14:xfrm>
                <a:off x="6338766" y="3643143"/>
                <a:ext cx="111960" cy="165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E34BCDB-13B7-6FEC-CCEE-19693BF0151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34446" y="3638823"/>
                  <a:ext cx="1206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BF571C-F968-8F9F-EAC9-A5B49129F522}"/>
                    </a:ext>
                  </a:extLst>
                </p14:cNvPr>
                <p14:cNvContentPartPr/>
                <p14:nvPr/>
              </p14:nvContentPartPr>
              <p14:xfrm>
                <a:off x="6541446" y="3414543"/>
                <a:ext cx="225000" cy="3776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BF571C-F968-8F9F-EAC9-A5B49129F52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37126" y="3410223"/>
                  <a:ext cx="2336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2E56A3E-8794-7226-CB55-DA6A4B8F450B}"/>
                    </a:ext>
                  </a:extLst>
                </p14:cNvPr>
                <p14:cNvContentPartPr/>
                <p14:nvPr/>
              </p14:nvContentPartPr>
              <p14:xfrm>
                <a:off x="6777606" y="3621903"/>
                <a:ext cx="219960" cy="133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2E56A3E-8794-7226-CB55-DA6A4B8F450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73286" y="3617583"/>
                  <a:ext cx="228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1764328-8DB1-DF0E-7A55-DDEEE7FD6684}"/>
                    </a:ext>
                  </a:extLst>
                </p14:cNvPr>
                <p14:cNvContentPartPr/>
                <p14:nvPr/>
              </p14:nvContentPartPr>
              <p14:xfrm>
                <a:off x="6527406" y="3492303"/>
                <a:ext cx="376920" cy="356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1764328-8DB1-DF0E-7A55-DDEEE7FD668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23086" y="3487983"/>
                  <a:ext cx="3855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4C6C323-50D9-DBAF-3367-D74A44670C98}"/>
                    </a:ext>
                  </a:extLst>
                </p14:cNvPr>
                <p14:cNvContentPartPr/>
                <p14:nvPr/>
              </p14:nvContentPartPr>
              <p14:xfrm>
                <a:off x="7255326" y="3593463"/>
                <a:ext cx="226440" cy="26352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4C6C323-50D9-DBAF-3367-D74A44670C9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251006" y="3589143"/>
                  <a:ext cx="2350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6CB6D75-CEF1-2461-1806-FA3AED372B12}"/>
                    </a:ext>
                  </a:extLst>
                </p14:cNvPr>
                <p14:cNvContentPartPr/>
                <p14:nvPr/>
              </p14:nvContentPartPr>
              <p14:xfrm>
                <a:off x="7408686" y="3610743"/>
                <a:ext cx="236160" cy="7549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6CB6D75-CEF1-2461-1806-FA3AED372B1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404366" y="3606423"/>
                  <a:ext cx="244800" cy="76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E3A5626-9182-0272-1BAA-0B7056C74700}"/>
                    </a:ext>
                  </a:extLst>
                </p14:cNvPr>
                <p14:cNvContentPartPr/>
                <p14:nvPr/>
              </p14:nvContentPartPr>
              <p14:xfrm>
                <a:off x="7719006" y="3671583"/>
                <a:ext cx="145080" cy="1267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E3A5626-9182-0272-1BAA-0B7056C7470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714686" y="3667263"/>
                  <a:ext cx="153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61B712A-1C27-253F-4D15-3EF7B0C17C48}"/>
                    </a:ext>
                  </a:extLst>
                </p14:cNvPr>
                <p14:cNvContentPartPr/>
                <p14:nvPr/>
              </p14:nvContentPartPr>
              <p14:xfrm>
                <a:off x="7964886" y="3639183"/>
                <a:ext cx="267840" cy="139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61B712A-1C27-253F-4D15-3EF7B0C17C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960566" y="3634863"/>
                  <a:ext cx="276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2E3CE6B-10D8-EA28-D994-928936A96AF1}"/>
                    </a:ext>
                  </a:extLst>
                </p14:cNvPr>
                <p14:cNvContentPartPr/>
                <p14:nvPr/>
              </p14:nvContentPartPr>
              <p14:xfrm>
                <a:off x="8452326" y="3400863"/>
                <a:ext cx="267480" cy="918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2E3CE6B-10D8-EA28-D994-928936A96AF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48006" y="3396543"/>
                  <a:ext cx="276120" cy="9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2011F2A-B137-3001-53FB-EFE53A7D0FB4}"/>
                    </a:ext>
                  </a:extLst>
                </p14:cNvPr>
                <p14:cNvContentPartPr/>
                <p14:nvPr/>
              </p14:nvContentPartPr>
              <p14:xfrm>
                <a:off x="8712246" y="3604983"/>
                <a:ext cx="291960" cy="1630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2011F2A-B137-3001-53FB-EFE53A7D0FB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07926" y="3600663"/>
                  <a:ext cx="300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557A743-104F-A38C-2F8F-25DF80F572C5}"/>
                    </a:ext>
                  </a:extLst>
                </p14:cNvPr>
                <p14:cNvContentPartPr/>
                <p14:nvPr/>
              </p14:nvContentPartPr>
              <p14:xfrm>
                <a:off x="9074046" y="3600303"/>
                <a:ext cx="444960" cy="1566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557A743-104F-A38C-2F8F-25DF80F572C5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069726" y="3595983"/>
                  <a:ext cx="453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7CF2218-0BE8-5B71-98D2-8C0710BF95C6}"/>
                    </a:ext>
                  </a:extLst>
                </p14:cNvPr>
                <p14:cNvContentPartPr/>
                <p14:nvPr/>
              </p14:nvContentPartPr>
              <p14:xfrm>
                <a:off x="9580926" y="3368463"/>
                <a:ext cx="279000" cy="3744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7CF2218-0BE8-5B71-98D2-8C0710BF95C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576606" y="3364143"/>
                  <a:ext cx="2876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C55FD4-C691-F6F6-63F4-1ECAE3C3B3AB}"/>
                    </a:ext>
                  </a:extLst>
                </p14:cNvPr>
                <p14:cNvContentPartPr/>
                <p14:nvPr/>
              </p14:nvContentPartPr>
              <p14:xfrm>
                <a:off x="5180646" y="4292943"/>
                <a:ext cx="440640" cy="6408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C55FD4-C691-F6F6-63F4-1ECAE3C3B3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176326" y="4288623"/>
                  <a:ext cx="44928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B1F1A82-6AFA-112B-0B63-B196FA9F9031}"/>
                    </a:ext>
                  </a:extLst>
                </p14:cNvPr>
                <p14:cNvContentPartPr/>
                <p14:nvPr/>
              </p14:nvContentPartPr>
              <p14:xfrm>
                <a:off x="6054726" y="4257303"/>
                <a:ext cx="692640" cy="3103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B1F1A82-6AFA-112B-0B63-B196FA9F903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50406" y="4252983"/>
                  <a:ext cx="70128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A6A5E78-9193-3E63-4BA0-CF4F5C2FDCE6}"/>
                    </a:ext>
                  </a:extLst>
                </p14:cNvPr>
                <p14:cNvContentPartPr/>
                <p14:nvPr/>
              </p14:nvContentPartPr>
              <p14:xfrm>
                <a:off x="5976606" y="4345503"/>
                <a:ext cx="231840" cy="388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A6A5E78-9193-3E63-4BA0-CF4F5C2FDCE6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72286" y="4341183"/>
                  <a:ext cx="2404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31BAD67-5512-18B6-9550-AEAF71F6A4AB}"/>
                    </a:ext>
                  </a:extLst>
                </p14:cNvPr>
                <p14:cNvContentPartPr/>
                <p14:nvPr/>
              </p14:nvContentPartPr>
              <p14:xfrm>
                <a:off x="7243806" y="4366383"/>
                <a:ext cx="279000" cy="209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31BAD67-5512-18B6-9550-AEAF71F6A4A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239486" y="4362063"/>
                  <a:ext cx="287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7D1627F-B5A5-E9A0-86FF-6AB8C9FAB822}"/>
                    </a:ext>
                  </a:extLst>
                </p14:cNvPr>
                <p14:cNvContentPartPr/>
                <p14:nvPr/>
              </p14:nvContentPartPr>
              <p14:xfrm>
                <a:off x="7566726" y="4210863"/>
                <a:ext cx="566640" cy="358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7D1627F-B5A5-E9A0-86FF-6AB8C9FAB82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562406" y="4206543"/>
                  <a:ext cx="57528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D50F18A-96BC-F581-4E8F-804AC9C8C431}"/>
                    </a:ext>
                  </a:extLst>
                </p14:cNvPr>
                <p14:cNvContentPartPr/>
                <p14:nvPr/>
              </p14:nvContentPartPr>
              <p14:xfrm>
                <a:off x="8190246" y="4387623"/>
                <a:ext cx="163800" cy="16992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D50F18A-96BC-F581-4E8F-804AC9C8C43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185926" y="4383303"/>
                  <a:ext cx="172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6040ED8-179B-CFBC-93D3-209F886995CB}"/>
                    </a:ext>
                  </a:extLst>
                </p14:cNvPr>
                <p14:cNvContentPartPr/>
                <p14:nvPr/>
              </p14:nvContentPartPr>
              <p14:xfrm>
                <a:off x="7998006" y="4268463"/>
                <a:ext cx="110880" cy="475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6040ED8-179B-CFBC-93D3-209F886995C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993686" y="4264143"/>
                  <a:ext cx="119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BF5688B-8454-2B27-F8A7-E139AAC0C09E}"/>
                    </a:ext>
                  </a:extLst>
                </p14:cNvPr>
                <p14:cNvContentPartPr/>
                <p14:nvPr/>
              </p14:nvContentPartPr>
              <p14:xfrm>
                <a:off x="7610646" y="4294023"/>
                <a:ext cx="480600" cy="172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BF5688B-8454-2B27-F8A7-E139AAC0C09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06326" y="4289703"/>
                  <a:ext cx="489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3AD9FFF-487B-6EA5-6C25-0F6ED3FFEAF6}"/>
                    </a:ext>
                  </a:extLst>
                </p14:cNvPr>
                <p14:cNvContentPartPr/>
                <p14:nvPr/>
              </p14:nvContentPartPr>
              <p14:xfrm>
                <a:off x="8676606" y="4450263"/>
                <a:ext cx="36360" cy="136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3AD9FFF-487B-6EA5-6C25-0F6ED3FFEAF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672286" y="4445943"/>
                  <a:ext cx="45000" cy="22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13216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FB2FF5-3A5B-8A1A-51A0-A2D4698F35C0}"/>
                  </a:ext>
                </a:extLst>
              </p14:cNvPr>
              <p14:cNvContentPartPr/>
              <p14:nvPr/>
            </p14:nvContentPartPr>
            <p14:xfrm>
              <a:off x="658603" y="337701"/>
              <a:ext cx="432720" cy="52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FB2FF5-3A5B-8A1A-51A0-A2D4698F35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963" y="319701"/>
                <a:ext cx="468360" cy="56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613E106-8422-CE7B-763B-B3C4A2CE5580}"/>
                  </a:ext>
                </a:extLst>
              </p14:cNvPr>
              <p14:cNvContentPartPr/>
              <p14:nvPr/>
            </p14:nvContentPartPr>
            <p14:xfrm>
              <a:off x="1327483" y="363621"/>
              <a:ext cx="181440" cy="44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613E106-8422-CE7B-763B-B3C4A2CE558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9843" y="345981"/>
                <a:ext cx="217080" cy="47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488BDF-9634-DF9B-90A3-D6A06A38DE3C}"/>
                  </a:ext>
                </a:extLst>
              </p14:cNvPr>
              <p14:cNvContentPartPr/>
              <p14:nvPr/>
            </p14:nvContentPartPr>
            <p14:xfrm>
              <a:off x="1224163" y="513021"/>
              <a:ext cx="281520" cy="61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488BDF-9634-DF9B-90A3-D6A06A38DE3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6523" y="495381"/>
                <a:ext cx="31716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A5CD2E-7EAF-360B-AC08-B6F20079453F}"/>
                  </a:ext>
                </a:extLst>
              </p14:cNvPr>
              <p14:cNvContentPartPr/>
              <p14:nvPr/>
            </p14:nvContentPartPr>
            <p14:xfrm>
              <a:off x="2051083" y="533901"/>
              <a:ext cx="189000" cy="246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A5CD2E-7EAF-360B-AC08-B6F2007945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33083" y="515901"/>
                <a:ext cx="2246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0811A0-E51E-E4BD-A613-8DF2B00F0DB1}"/>
                  </a:ext>
                </a:extLst>
              </p14:cNvPr>
              <p14:cNvContentPartPr/>
              <p14:nvPr/>
            </p14:nvContentPartPr>
            <p14:xfrm>
              <a:off x="2294803" y="555861"/>
              <a:ext cx="198000" cy="20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0811A0-E51E-E4BD-A613-8DF2B00F0DB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77163" y="537861"/>
                <a:ext cx="233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6423182-5E5A-8BE7-CB2F-E27F8F7835B4}"/>
                  </a:ext>
                </a:extLst>
              </p14:cNvPr>
              <p14:cNvContentPartPr/>
              <p14:nvPr/>
            </p14:nvContentPartPr>
            <p14:xfrm>
              <a:off x="2626723" y="568821"/>
              <a:ext cx="268920" cy="172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6423182-5E5A-8BE7-CB2F-E27F8F7835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08723" y="551181"/>
                <a:ext cx="3045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9D268F-C024-1EFF-49E3-0044889F3793}"/>
                  </a:ext>
                </a:extLst>
              </p14:cNvPr>
              <p14:cNvContentPartPr/>
              <p14:nvPr/>
            </p14:nvContentPartPr>
            <p14:xfrm>
              <a:off x="3580003" y="400701"/>
              <a:ext cx="208080" cy="386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9D268F-C024-1EFF-49E3-0044889F379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62363" y="383061"/>
                <a:ext cx="24372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502C243-B986-DD3E-E2CF-11B00BC536E1}"/>
                  </a:ext>
                </a:extLst>
              </p14:cNvPr>
              <p14:cNvContentPartPr/>
              <p14:nvPr/>
            </p14:nvContentPartPr>
            <p14:xfrm>
              <a:off x="4107763" y="535701"/>
              <a:ext cx="283320" cy="264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502C243-B986-DD3E-E2CF-11B00BC536E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90123" y="518061"/>
                <a:ext cx="3189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B9AE599-C8C9-6367-17DB-15B7746DF9C7}"/>
                  </a:ext>
                </a:extLst>
              </p14:cNvPr>
              <p14:cNvContentPartPr/>
              <p14:nvPr/>
            </p14:nvContentPartPr>
            <p14:xfrm>
              <a:off x="5201443" y="517701"/>
              <a:ext cx="262800" cy="2880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B9AE599-C8C9-6367-17DB-15B7746DF9C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83803" y="500061"/>
                <a:ext cx="29844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3F41646-2FE9-58BE-84D2-C75161E66969}"/>
                  </a:ext>
                </a:extLst>
              </p14:cNvPr>
              <p14:cNvContentPartPr/>
              <p14:nvPr/>
            </p14:nvContentPartPr>
            <p14:xfrm>
              <a:off x="5556043" y="299541"/>
              <a:ext cx="413280" cy="478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3F41646-2FE9-58BE-84D2-C75161E6696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38043" y="281901"/>
                <a:ext cx="448920" cy="51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1D4B92E-D2F0-3AC4-6216-24C1C7B75059}"/>
                  </a:ext>
                </a:extLst>
              </p14:cNvPr>
              <p14:cNvContentPartPr/>
              <p14:nvPr/>
            </p14:nvContentPartPr>
            <p14:xfrm>
              <a:off x="6049243" y="566661"/>
              <a:ext cx="120240" cy="249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1D4B92E-D2F0-3AC4-6216-24C1C7B7505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031243" y="549021"/>
                <a:ext cx="15588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C0D7DDA-6109-D599-8D1A-1C784E8572C1}"/>
                  </a:ext>
                </a:extLst>
              </p14:cNvPr>
              <p14:cNvContentPartPr/>
              <p14:nvPr/>
            </p14:nvContentPartPr>
            <p14:xfrm>
              <a:off x="6276403" y="573501"/>
              <a:ext cx="60840" cy="227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C0D7DDA-6109-D599-8D1A-1C784E8572C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258763" y="555501"/>
                <a:ext cx="964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419179A-DE1F-F4E7-C523-4718798FCBBC}"/>
                  </a:ext>
                </a:extLst>
              </p14:cNvPr>
              <p14:cNvContentPartPr/>
              <p14:nvPr/>
            </p14:nvContentPartPr>
            <p14:xfrm>
              <a:off x="6460723" y="321141"/>
              <a:ext cx="339480" cy="542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419179A-DE1F-F4E7-C523-4718798FCBB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443083" y="303141"/>
                <a:ext cx="375120" cy="57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F76F690-24A6-0BBE-0BF7-EA5B9C040757}"/>
                  </a:ext>
                </a:extLst>
              </p14:cNvPr>
              <p14:cNvContentPartPr/>
              <p14:nvPr/>
            </p14:nvContentPartPr>
            <p14:xfrm>
              <a:off x="6872203" y="621021"/>
              <a:ext cx="205560" cy="218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F76F690-24A6-0BBE-0BF7-EA5B9C04075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854563" y="603381"/>
                <a:ext cx="24120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093343E-AAF2-E924-4B15-4CE4EF763A1D}"/>
                  </a:ext>
                </a:extLst>
              </p14:cNvPr>
              <p14:cNvContentPartPr/>
              <p14:nvPr/>
            </p14:nvContentPartPr>
            <p14:xfrm>
              <a:off x="6279283" y="560901"/>
              <a:ext cx="297360" cy="238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093343E-AAF2-E924-4B15-4CE4EF763A1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261283" y="542901"/>
                <a:ext cx="333000" cy="2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EA3554-429F-6257-5959-B4FA3EAC971D}"/>
                  </a:ext>
                </a:extLst>
              </p14:cNvPr>
              <p14:cNvContentPartPr/>
              <p14:nvPr/>
            </p14:nvContentPartPr>
            <p14:xfrm>
              <a:off x="7153003" y="402501"/>
              <a:ext cx="379080" cy="441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EA3554-429F-6257-5959-B4FA3EAC971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35363" y="384861"/>
                <a:ext cx="414720" cy="4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B529DEF-A9B2-3BE2-89FA-909FE2A6907D}"/>
                  </a:ext>
                </a:extLst>
              </p14:cNvPr>
              <p14:cNvContentPartPr/>
              <p14:nvPr/>
            </p14:nvContentPartPr>
            <p14:xfrm>
              <a:off x="7491403" y="367941"/>
              <a:ext cx="321120" cy="473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B529DEF-A9B2-3BE2-89FA-909FE2A6907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73763" y="350301"/>
                <a:ext cx="35676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AA59AD0-C3DE-BD35-B5DA-E6CC85D9DFDC}"/>
                  </a:ext>
                </a:extLst>
              </p14:cNvPr>
              <p14:cNvContentPartPr/>
              <p14:nvPr/>
            </p14:nvContentPartPr>
            <p14:xfrm>
              <a:off x="7145803" y="480621"/>
              <a:ext cx="345960" cy="180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AA59AD0-C3DE-BD35-B5DA-E6CC85D9DFD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28163" y="462621"/>
                <a:ext cx="381600" cy="5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63B47114-8291-ADE4-09A4-897E7FDD49B0}"/>
              </a:ext>
            </a:extLst>
          </p:cNvPr>
          <p:cNvGrpSpPr/>
          <p:nvPr/>
        </p:nvGrpSpPr>
        <p:grpSpPr>
          <a:xfrm>
            <a:off x="8214283" y="403941"/>
            <a:ext cx="520560" cy="380160"/>
            <a:chOff x="8214283" y="403941"/>
            <a:chExt cx="52056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316EA33-213A-A078-6A04-79383E2A1F14}"/>
                    </a:ext>
                  </a:extLst>
                </p14:cNvPr>
                <p14:cNvContentPartPr/>
                <p14:nvPr/>
              </p14:nvContentPartPr>
              <p14:xfrm>
                <a:off x="8214283" y="543261"/>
                <a:ext cx="186840" cy="240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316EA33-213A-A078-6A04-79383E2A1F1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96283" y="525621"/>
                  <a:ext cx="2224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D04146-706D-F029-800B-41DEEEB54586}"/>
                    </a:ext>
                  </a:extLst>
                </p14:cNvPr>
                <p14:cNvContentPartPr/>
                <p14:nvPr/>
              </p14:nvContentPartPr>
              <p14:xfrm>
                <a:off x="8468803" y="556221"/>
                <a:ext cx="266040" cy="19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D04146-706D-F029-800B-41DEEEB5458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51163" y="538581"/>
                  <a:ext cx="301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ED09B3D-D327-C19B-A5E5-935E8719C824}"/>
                    </a:ext>
                  </a:extLst>
                </p14:cNvPr>
                <p14:cNvContentPartPr/>
                <p14:nvPr/>
              </p14:nvContentPartPr>
              <p14:xfrm>
                <a:off x="8393923" y="403941"/>
                <a:ext cx="86400" cy="27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ED09B3D-D327-C19B-A5E5-935E8719C82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75923" y="385941"/>
                  <a:ext cx="1220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0751D94-256D-195C-7454-6C9FE587F22B}"/>
              </a:ext>
            </a:extLst>
          </p:cNvPr>
          <p:cNvGrpSpPr/>
          <p:nvPr/>
        </p:nvGrpSpPr>
        <p:grpSpPr>
          <a:xfrm>
            <a:off x="9351163" y="314661"/>
            <a:ext cx="2838600" cy="826920"/>
            <a:chOff x="9351163" y="314661"/>
            <a:chExt cx="2838600" cy="82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AD952D-96A2-E14C-BB02-C56799FC5381}"/>
                    </a:ext>
                  </a:extLst>
                </p14:cNvPr>
                <p14:cNvContentPartPr/>
                <p14:nvPr/>
              </p14:nvContentPartPr>
              <p14:xfrm>
                <a:off x="9351163" y="314661"/>
                <a:ext cx="1390320" cy="47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AD952D-96A2-E14C-BB02-C56799FC538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333523" y="297021"/>
                  <a:ext cx="142596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999596A-CF8D-05C7-084C-A1EF08432086}"/>
                    </a:ext>
                  </a:extLst>
                </p14:cNvPr>
                <p14:cNvContentPartPr/>
                <p14:nvPr/>
              </p14:nvContentPartPr>
              <p14:xfrm>
                <a:off x="9362683" y="501501"/>
                <a:ext cx="292320" cy="19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999596A-CF8D-05C7-084C-A1EF0843208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344683" y="483501"/>
                  <a:ext cx="3279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1EABC0-17F9-9D78-8793-732C1B509F88}"/>
                    </a:ext>
                  </a:extLst>
                </p14:cNvPr>
                <p14:cNvContentPartPr/>
                <p14:nvPr/>
              </p14:nvContentPartPr>
              <p14:xfrm>
                <a:off x="11148283" y="529221"/>
                <a:ext cx="273960" cy="2203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1EABC0-17F9-9D78-8793-732C1B509F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130283" y="511221"/>
                  <a:ext cx="3096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741587F-2384-5349-E2FD-40A47BD6D53B}"/>
                    </a:ext>
                  </a:extLst>
                </p14:cNvPr>
                <p14:cNvContentPartPr/>
                <p14:nvPr/>
              </p14:nvContentPartPr>
              <p14:xfrm>
                <a:off x="11479843" y="521661"/>
                <a:ext cx="583560" cy="619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741587F-2384-5349-E2FD-40A47BD6D53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461843" y="504021"/>
                  <a:ext cx="61920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2620CC5-34D1-14E5-180D-1595DFCB8245}"/>
                    </a:ext>
                  </a:extLst>
                </p14:cNvPr>
                <p14:cNvContentPartPr/>
                <p14:nvPr/>
              </p14:nvContentPartPr>
              <p14:xfrm>
                <a:off x="12172843" y="545061"/>
                <a:ext cx="16920" cy="61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2620CC5-34D1-14E5-180D-1595DFCB824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2155203" y="527421"/>
                  <a:ext cx="525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8E209D-7FA1-C9F7-D80D-C8EFBAF6E31D}"/>
                    </a:ext>
                  </a:extLst>
                </p14:cNvPr>
                <p14:cNvContentPartPr/>
                <p14:nvPr/>
              </p14:nvContentPartPr>
              <p14:xfrm>
                <a:off x="12128923" y="716061"/>
                <a:ext cx="6480" cy="417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8E209D-7FA1-C9F7-D80D-C8EFBAF6E31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110923" y="698061"/>
                  <a:ext cx="421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E0F048E-BC97-3753-1470-DC98B9769DB9}"/>
              </a:ext>
            </a:extLst>
          </p:cNvPr>
          <p:cNvGrpSpPr/>
          <p:nvPr/>
        </p:nvGrpSpPr>
        <p:grpSpPr>
          <a:xfrm>
            <a:off x="74323" y="1352541"/>
            <a:ext cx="293760" cy="808920"/>
            <a:chOff x="74323" y="1352541"/>
            <a:chExt cx="293760" cy="80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9C5E18C-C205-EF2C-E556-7F1ABC762CC3}"/>
                    </a:ext>
                  </a:extLst>
                </p14:cNvPr>
                <p14:cNvContentPartPr/>
                <p14:nvPr/>
              </p14:nvContentPartPr>
              <p14:xfrm>
                <a:off x="143083" y="1483581"/>
                <a:ext cx="47520" cy="307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9C5E18C-C205-EF2C-E556-7F1ABC762CC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5443" y="1465941"/>
                  <a:ext cx="83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7D92EBA-8992-2BC3-6198-0387B5B66041}"/>
                    </a:ext>
                  </a:extLst>
                </p14:cNvPr>
                <p14:cNvContentPartPr/>
                <p14:nvPr/>
              </p14:nvContentPartPr>
              <p14:xfrm>
                <a:off x="74323" y="1352541"/>
                <a:ext cx="293760" cy="808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7D92EBA-8992-2BC3-6198-0387B5B6604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6323" y="1334541"/>
                  <a:ext cx="329400" cy="84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337198B-68B9-0364-5B92-3FAE59676463}"/>
              </a:ext>
            </a:extLst>
          </p:cNvPr>
          <p:cNvGrpSpPr/>
          <p:nvPr/>
        </p:nvGrpSpPr>
        <p:grpSpPr>
          <a:xfrm>
            <a:off x="1088443" y="1438581"/>
            <a:ext cx="938520" cy="394200"/>
            <a:chOff x="1088443" y="1438581"/>
            <a:chExt cx="93852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B243AD4-6A35-1DAD-58D4-5C8BC00C0DD1}"/>
                    </a:ext>
                  </a:extLst>
                </p14:cNvPr>
                <p14:cNvContentPartPr/>
                <p14:nvPr/>
              </p14:nvContentPartPr>
              <p14:xfrm>
                <a:off x="1088443" y="1499781"/>
                <a:ext cx="356040" cy="3330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B243AD4-6A35-1DAD-58D4-5C8BC00C0D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70803" y="1481781"/>
                  <a:ext cx="3916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11B2609-7D25-CC7E-C986-295776227281}"/>
                    </a:ext>
                  </a:extLst>
                </p14:cNvPr>
                <p14:cNvContentPartPr/>
                <p14:nvPr/>
              </p14:nvContentPartPr>
              <p14:xfrm>
                <a:off x="1539883" y="1438581"/>
                <a:ext cx="200880" cy="363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11B2609-7D25-CC7E-C986-29577622728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21883" y="1420581"/>
                  <a:ext cx="23652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269E42A-DAD8-E77D-4CF8-E5C27C214176}"/>
                    </a:ext>
                  </a:extLst>
                </p14:cNvPr>
                <p14:cNvContentPartPr/>
                <p14:nvPr/>
              </p14:nvContentPartPr>
              <p14:xfrm>
                <a:off x="1300123" y="1567101"/>
                <a:ext cx="272160" cy="46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269E42A-DAD8-E77D-4CF8-E5C27C21417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282123" y="1549101"/>
                  <a:ext cx="307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AE4A61F-EEAC-A7FD-492C-5F0E2251E020}"/>
                    </a:ext>
                  </a:extLst>
                </p14:cNvPr>
                <p14:cNvContentPartPr/>
                <p14:nvPr/>
              </p14:nvContentPartPr>
              <p14:xfrm>
                <a:off x="1821403" y="1610661"/>
                <a:ext cx="205560" cy="200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AE4A61F-EEAC-A7FD-492C-5F0E2251E02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803403" y="1593021"/>
                  <a:ext cx="24120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CAD0589-E85F-E2C3-0FFB-A3B805878DFC}"/>
              </a:ext>
            </a:extLst>
          </p:cNvPr>
          <p:cNvGrpSpPr/>
          <p:nvPr/>
        </p:nvGrpSpPr>
        <p:grpSpPr>
          <a:xfrm>
            <a:off x="2635003" y="1402941"/>
            <a:ext cx="1020960" cy="896400"/>
            <a:chOff x="2635003" y="1402941"/>
            <a:chExt cx="102096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01C83C0-CF65-F5B6-AE11-0133667D1753}"/>
                    </a:ext>
                  </a:extLst>
                </p14:cNvPr>
                <p14:cNvContentPartPr/>
                <p14:nvPr/>
              </p14:nvContentPartPr>
              <p14:xfrm>
                <a:off x="2635003" y="1402941"/>
                <a:ext cx="272880" cy="896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01C83C0-CF65-F5B6-AE11-0133667D175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17363" y="1384941"/>
                  <a:ext cx="308520" cy="9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C119606-7532-60A9-F387-4543FF26B2AF}"/>
                    </a:ext>
                  </a:extLst>
                </p14:cNvPr>
                <p14:cNvContentPartPr/>
                <p14:nvPr/>
              </p14:nvContentPartPr>
              <p14:xfrm>
                <a:off x="2968723" y="1618221"/>
                <a:ext cx="141480" cy="222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C119606-7532-60A9-F387-4543FF26B2A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50723" y="1600221"/>
                  <a:ext cx="177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7C43A60-A669-4730-6116-41EC582D11BF}"/>
                    </a:ext>
                  </a:extLst>
                </p14:cNvPr>
                <p14:cNvContentPartPr/>
                <p14:nvPr/>
              </p14:nvContentPartPr>
              <p14:xfrm>
                <a:off x="3024883" y="1490421"/>
                <a:ext cx="86400" cy="56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7C43A60-A669-4730-6116-41EC582D11B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883" y="1472421"/>
                  <a:ext cx="122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17854AB-82E7-A4E2-AE1C-43C202923562}"/>
                    </a:ext>
                  </a:extLst>
                </p14:cNvPr>
                <p14:cNvContentPartPr/>
                <p14:nvPr/>
              </p14:nvContentPartPr>
              <p14:xfrm>
                <a:off x="3105883" y="1592661"/>
                <a:ext cx="271440" cy="201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17854AB-82E7-A4E2-AE1C-43C20292356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88243" y="1574661"/>
                  <a:ext cx="3070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AA3891-FFD6-15E4-CFFC-71F833F6840E}"/>
                    </a:ext>
                  </a:extLst>
                </p14:cNvPr>
                <p14:cNvContentPartPr/>
                <p14:nvPr/>
              </p14:nvContentPartPr>
              <p14:xfrm>
                <a:off x="3529963" y="1428501"/>
                <a:ext cx="126000" cy="351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AA3891-FFD6-15E4-CFFC-71F833F6840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512323" y="1410501"/>
                  <a:ext cx="16164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C80E4E-419A-47ED-CC1D-BEE74A1955E6}"/>
                    </a:ext>
                  </a:extLst>
                </p14:cNvPr>
                <p14:cNvContentPartPr/>
                <p14:nvPr/>
              </p14:nvContentPartPr>
              <p14:xfrm>
                <a:off x="3448963" y="1512021"/>
                <a:ext cx="195480" cy="32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C80E4E-419A-47ED-CC1D-BEE74A1955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31323" y="1494381"/>
                  <a:ext cx="23112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7FD33B6-B00C-5DD7-3559-464D61CAE11C}"/>
              </a:ext>
            </a:extLst>
          </p:cNvPr>
          <p:cNvGrpSpPr/>
          <p:nvPr/>
        </p:nvGrpSpPr>
        <p:grpSpPr>
          <a:xfrm>
            <a:off x="4026043" y="1365861"/>
            <a:ext cx="1770120" cy="418320"/>
            <a:chOff x="4026043" y="1365861"/>
            <a:chExt cx="1770120" cy="4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91157B6-EAD7-2A31-A7A9-BCFD01993B00}"/>
                    </a:ext>
                  </a:extLst>
                </p14:cNvPr>
                <p14:cNvContentPartPr/>
                <p14:nvPr/>
              </p14:nvContentPartPr>
              <p14:xfrm>
                <a:off x="4026043" y="1574301"/>
                <a:ext cx="656280" cy="180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91157B6-EAD7-2A31-A7A9-BCFD01993B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08403" y="1556301"/>
                  <a:ext cx="691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59FE4F8-5E7E-5B42-66F4-038911A2FAA3}"/>
                    </a:ext>
                  </a:extLst>
                </p14:cNvPr>
                <p14:cNvContentPartPr/>
                <p14:nvPr/>
              </p14:nvContentPartPr>
              <p14:xfrm>
                <a:off x="4712203" y="1372341"/>
                <a:ext cx="387720" cy="411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59FE4F8-5E7E-5B42-66F4-038911A2FA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94203" y="1354341"/>
                  <a:ext cx="42336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6B16FD9-5122-5063-BE71-664F8B328AB3}"/>
                    </a:ext>
                  </a:extLst>
                </p14:cNvPr>
                <p14:cNvContentPartPr/>
                <p14:nvPr/>
              </p14:nvContentPartPr>
              <p14:xfrm>
                <a:off x="5237083" y="1576821"/>
                <a:ext cx="166320" cy="190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6B16FD9-5122-5063-BE71-664F8B328AB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19083" y="1558821"/>
                  <a:ext cx="201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3F63023-2B6F-7A00-74BB-E5A8AB4B6106}"/>
                    </a:ext>
                  </a:extLst>
                </p14:cNvPr>
                <p14:cNvContentPartPr/>
                <p14:nvPr/>
              </p14:nvContentPartPr>
              <p14:xfrm>
                <a:off x="5531923" y="1365861"/>
                <a:ext cx="264240" cy="402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3F63023-2B6F-7A00-74BB-E5A8AB4B61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13923" y="1347861"/>
                  <a:ext cx="2998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3579EA2-81B5-CA46-BC6E-DD3F263E4E3B}"/>
                    </a:ext>
                  </a:extLst>
                </p14:cNvPr>
                <p14:cNvContentPartPr/>
                <p14:nvPr/>
              </p14:nvContentPartPr>
              <p14:xfrm>
                <a:off x="4640203" y="1495101"/>
                <a:ext cx="228960" cy="154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3579EA2-81B5-CA46-BC6E-DD3F263E4E3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22203" y="1477101"/>
                  <a:ext cx="264600" cy="5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71CA62E-1D1D-489A-8EE3-5C741A0F12E5}"/>
                  </a:ext>
                </a:extLst>
              </p14:cNvPr>
              <p14:cNvContentPartPr/>
              <p14:nvPr/>
            </p14:nvContentPartPr>
            <p14:xfrm>
              <a:off x="6793003" y="1514541"/>
              <a:ext cx="378360" cy="244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71CA62E-1D1D-489A-8EE3-5C741A0F12E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775003" y="1496541"/>
                <a:ext cx="41400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710FAC3D-2566-074D-7581-6B950D706278}"/>
              </a:ext>
            </a:extLst>
          </p:cNvPr>
          <p:cNvGrpSpPr/>
          <p:nvPr/>
        </p:nvGrpSpPr>
        <p:grpSpPr>
          <a:xfrm>
            <a:off x="7764957" y="1435983"/>
            <a:ext cx="792720" cy="327960"/>
            <a:chOff x="7764957" y="1435983"/>
            <a:chExt cx="79272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7FD00EF-BA4C-AADD-28F0-80AFB9D4B5A7}"/>
                    </a:ext>
                  </a:extLst>
                </p14:cNvPr>
                <p14:cNvContentPartPr/>
                <p14:nvPr/>
              </p14:nvContentPartPr>
              <p14:xfrm>
                <a:off x="7764957" y="1435983"/>
                <a:ext cx="792720" cy="32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7FD00EF-BA4C-AADD-28F0-80AFB9D4B5A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46957" y="1418343"/>
                  <a:ext cx="8283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2A530AEB-E4A8-41AD-9F14-5248A4E93F0F}"/>
                    </a:ext>
                  </a:extLst>
                </p14:cNvPr>
                <p14:cNvContentPartPr/>
                <p14:nvPr/>
              </p14:nvContentPartPr>
              <p14:xfrm>
                <a:off x="7872957" y="1555143"/>
                <a:ext cx="218880" cy="16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2A530AEB-E4A8-41AD-9F14-5248A4E93F0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54957" y="1537503"/>
                  <a:ext cx="25452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965DB6B-D24C-371D-030E-049268171364}"/>
              </a:ext>
            </a:extLst>
          </p:cNvPr>
          <p:cNvGrpSpPr/>
          <p:nvPr/>
        </p:nvGrpSpPr>
        <p:grpSpPr>
          <a:xfrm>
            <a:off x="9048357" y="1347063"/>
            <a:ext cx="2274480" cy="703080"/>
            <a:chOff x="9048357" y="1347063"/>
            <a:chExt cx="2274480" cy="70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9E3E8A-966E-59FE-6FA1-2145A4856407}"/>
                    </a:ext>
                  </a:extLst>
                </p14:cNvPr>
                <p14:cNvContentPartPr/>
                <p14:nvPr/>
              </p14:nvContentPartPr>
              <p14:xfrm>
                <a:off x="9048357" y="1601583"/>
                <a:ext cx="278640" cy="115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9E3E8A-966E-59FE-6FA1-2145A48564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30357" y="1583583"/>
                  <a:ext cx="314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AE959F-D826-B5F4-1CFB-F85B682AFF04}"/>
                    </a:ext>
                  </a:extLst>
                </p14:cNvPr>
                <p14:cNvContentPartPr/>
                <p14:nvPr/>
              </p14:nvContentPartPr>
              <p14:xfrm>
                <a:off x="9392517" y="1589703"/>
                <a:ext cx="299520" cy="1422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AE959F-D826-B5F4-1CFB-F85B682AFF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374877" y="1572063"/>
                  <a:ext cx="3351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63EC437-BD4F-89F3-BA48-EB1CF95256EB}"/>
                    </a:ext>
                  </a:extLst>
                </p14:cNvPr>
                <p14:cNvContentPartPr/>
                <p14:nvPr/>
              </p14:nvContentPartPr>
              <p14:xfrm>
                <a:off x="9693477" y="1347063"/>
                <a:ext cx="504360" cy="393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63EC437-BD4F-89F3-BA48-EB1CF95256E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75837" y="1329063"/>
                  <a:ext cx="5400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A5A80FE-3397-0E3D-1CC6-FD304AB369C0}"/>
                    </a:ext>
                  </a:extLst>
                </p14:cNvPr>
                <p14:cNvContentPartPr/>
                <p14:nvPr/>
              </p14:nvContentPartPr>
              <p14:xfrm>
                <a:off x="10237797" y="1425183"/>
                <a:ext cx="47160" cy="435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A5A80FE-3397-0E3D-1CC6-FD304AB369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20157" y="1407543"/>
                  <a:ext cx="828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E2C316F-9904-0231-7A4E-D742C892C158}"/>
                    </a:ext>
                  </a:extLst>
                </p14:cNvPr>
                <p14:cNvContentPartPr/>
                <p14:nvPr/>
              </p14:nvContentPartPr>
              <p14:xfrm>
                <a:off x="9639117" y="1454343"/>
                <a:ext cx="170640" cy="6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E2C316F-9904-0231-7A4E-D742C892C15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21477" y="1436703"/>
                  <a:ext cx="2062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EBE2AC-3285-F237-2D88-FD616DEB74C4}"/>
                    </a:ext>
                  </a:extLst>
                </p14:cNvPr>
                <p14:cNvContentPartPr/>
                <p14:nvPr/>
              </p14:nvContentPartPr>
              <p14:xfrm>
                <a:off x="10299357" y="1550823"/>
                <a:ext cx="247680" cy="126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EBE2AC-3285-F237-2D88-FD616DEB74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81717" y="1533183"/>
                  <a:ext cx="283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4D5205C-9865-4220-213B-3BE58546BAD0}"/>
                    </a:ext>
                  </a:extLst>
                </p14:cNvPr>
                <p14:cNvContentPartPr/>
                <p14:nvPr/>
              </p14:nvContentPartPr>
              <p14:xfrm>
                <a:off x="10886517" y="1412223"/>
                <a:ext cx="436320" cy="637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4D5205C-9865-4220-213B-3BE58546BAD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868517" y="1394583"/>
                  <a:ext cx="471960" cy="67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7A7E02C1-357F-9579-7A8A-98E86D0F7AC9}"/>
              </a:ext>
            </a:extLst>
          </p:cNvPr>
          <p:cNvGrpSpPr/>
          <p:nvPr/>
        </p:nvGrpSpPr>
        <p:grpSpPr>
          <a:xfrm>
            <a:off x="799677" y="2134383"/>
            <a:ext cx="2024640" cy="630000"/>
            <a:chOff x="799677" y="2134383"/>
            <a:chExt cx="2024640" cy="63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69B83CA-6ABE-CDC3-FCC0-2FBCD7E74D41}"/>
                    </a:ext>
                  </a:extLst>
                </p14:cNvPr>
                <p14:cNvContentPartPr/>
                <p14:nvPr/>
              </p14:nvContentPartPr>
              <p14:xfrm>
                <a:off x="799677" y="2402223"/>
                <a:ext cx="171720" cy="274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69B83CA-6ABE-CDC3-FCC0-2FBCD7E74D4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1677" y="2384583"/>
                  <a:ext cx="20736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E52AC73-A89A-9B7A-07FE-3DDFECD7FB77}"/>
                    </a:ext>
                  </a:extLst>
                </p14:cNvPr>
                <p14:cNvContentPartPr/>
                <p14:nvPr/>
              </p14:nvContentPartPr>
              <p14:xfrm>
                <a:off x="1039437" y="2279103"/>
                <a:ext cx="181800" cy="142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E52AC73-A89A-9B7A-07FE-3DDFECD7FB7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21437" y="2261103"/>
                  <a:ext cx="217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8271549-F033-91A9-C4D4-147D8DBB96B1}"/>
                    </a:ext>
                  </a:extLst>
                </p14:cNvPr>
                <p14:cNvContentPartPr/>
                <p14:nvPr/>
              </p14:nvContentPartPr>
              <p14:xfrm>
                <a:off x="1226277" y="2134383"/>
                <a:ext cx="237240" cy="349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8271549-F033-91A9-C4D4-147D8DBB96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08277" y="2116383"/>
                  <a:ext cx="2728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285237D-ED64-90EB-3125-15CDE4B30168}"/>
                    </a:ext>
                  </a:extLst>
                </p14:cNvPr>
                <p14:cNvContentPartPr/>
                <p14:nvPr/>
              </p14:nvContentPartPr>
              <p14:xfrm>
                <a:off x="1750077" y="2496543"/>
                <a:ext cx="367920" cy="242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285237D-ED64-90EB-3125-15CDE4B3016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32077" y="2478543"/>
                  <a:ext cx="40356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B16295E-BB02-5B70-D9FC-A162486ED60D}"/>
                    </a:ext>
                  </a:extLst>
                </p14:cNvPr>
                <p14:cNvContentPartPr/>
                <p14:nvPr/>
              </p14:nvContentPartPr>
              <p14:xfrm>
                <a:off x="2144997" y="2352903"/>
                <a:ext cx="679320" cy="411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B16295E-BB02-5B70-D9FC-A162486ED60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126997" y="2335263"/>
                  <a:ext cx="714960" cy="44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5812497-1289-D2E4-63C4-45DA1029AD15}"/>
                  </a:ext>
                </a:extLst>
              </p14:cNvPr>
              <p14:cNvContentPartPr/>
              <p14:nvPr/>
            </p14:nvContentPartPr>
            <p14:xfrm>
              <a:off x="3385197" y="2293143"/>
              <a:ext cx="767160" cy="78912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5812497-1289-D2E4-63C4-45DA1029AD1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367197" y="2275503"/>
                <a:ext cx="802800" cy="82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9F4B1740-8B52-BA6F-2606-681B2EEE8ABB}"/>
                  </a:ext>
                </a:extLst>
              </p14:cNvPr>
              <p14:cNvContentPartPr/>
              <p14:nvPr/>
            </p14:nvContentPartPr>
            <p14:xfrm>
              <a:off x="4588317" y="2698863"/>
              <a:ext cx="46080" cy="126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9F4B1740-8B52-BA6F-2606-681B2EEE8AB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570317" y="2680863"/>
                <a:ext cx="8172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1EC33523-D140-EA8F-14C9-BD08C3EA9ACD}"/>
              </a:ext>
            </a:extLst>
          </p:cNvPr>
          <p:cNvGrpSpPr/>
          <p:nvPr/>
        </p:nvGrpSpPr>
        <p:grpSpPr>
          <a:xfrm>
            <a:off x="158157" y="3228423"/>
            <a:ext cx="271440" cy="545040"/>
            <a:chOff x="158157" y="3228423"/>
            <a:chExt cx="271440" cy="54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4D15148-631C-C86D-F29B-88E5255FFA9E}"/>
                    </a:ext>
                  </a:extLst>
                </p14:cNvPr>
                <p14:cNvContentPartPr/>
                <p14:nvPr/>
              </p14:nvContentPartPr>
              <p14:xfrm>
                <a:off x="158157" y="3390063"/>
                <a:ext cx="17640" cy="151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4D15148-631C-C86D-F29B-88E5255FFA9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40517" y="3372423"/>
                  <a:ext cx="53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2167521-B1FD-1091-C538-ECEFD119C84B}"/>
                    </a:ext>
                  </a:extLst>
                </p14:cNvPr>
                <p14:cNvContentPartPr/>
                <p14:nvPr/>
              </p14:nvContentPartPr>
              <p14:xfrm>
                <a:off x="250677" y="3401943"/>
                <a:ext cx="22680" cy="1897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2167521-B1FD-1091-C538-ECEFD119C84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3037" y="3383943"/>
                  <a:ext cx="583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BD1886-5387-E57F-8439-E7485DF2A7A9}"/>
                    </a:ext>
                  </a:extLst>
                </p14:cNvPr>
                <p14:cNvContentPartPr/>
                <p14:nvPr/>
              </p14:nvContentPartPr>
              <p14:xfrm>
                <a:off x="330597" y="3228423"/>
                <a:ext cx="99000" cy="545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BD1886-5387-E57F-8439-E7485DF2A7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12957" y="3210423"/>
                  <a:ext cx="134640" cy="58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DA94651-2AD0-042B-F719-C16EC103ABCF}"/>
                  </a:ext>
                </a:extLst>
              </p14:cNvPr>
              <p14:cNvContentPartPr/>
              <p14:nvPr/>
            </p14:nvContentPartPr>
            <p14:xfrm>
              <a:off x="200277" y="4015743"/>
              <a:ext cx="12600" cy="16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DA94651-2AD0-042B-F719-C16EC103ABC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82277" y="3998103"/>
                <a:ext cx="4824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DA8BE4C-9ADD-DE90-C0B2-B038A0A8251C}"/>
              </a:ext>
            </a:extLst>
          </p:cNvPr>
          <p:cNvGrpSpPr/>
          <p:nvPr/>
        </p:nvGrpSpPr>
        <p:grpSpPr>
          <a:xfrm>
            <a:off x="1095597" y="3235263"/>
            <a:ext cx="2224080" cy="747360"/>
            <a:chOff x="1095597" y="3235263"/>
            <a:chExt cx="2224080" cy="74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24803E-0AB5-6578-6ABB-4F8849363042}"/>
                    </a:ext>
                  </a:extLst>
                </p14:cNvPr>
                <p14:cNvContentPartPr/>
                <p14:nvPr/>
              </p14:nvContentPartPr>
              <p14:xfrm>
                <a:off x="1095597" y="3279903"/>
                <a:ext cx="1352520" cy="379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24803E-0AB5-6578-6ABB-4F884936304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77957" y="3261903"/>
                  <a:ext cx="138816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2C7FA69-F985-BA3E-F32D-FDC39C404D02}"/>
                    </a:ext>
                  </a:extLst>
                </p14:cNvPr>
                <p14:cNvContentPartPr/>
                <p14:nvPr/>
              </p14:nvContentPartPr>
              <p14:xfrm>
                <a:off x="2488077" y="3235263"/>
                <a:ext cx="164160" cy="3834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2C7FA69-F985-BA3E-F32D-FDC39C404D0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470077" y="3217623"/>
                  <a:ext cx="19980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1DED89B-BECC-D4A0-83CC-F682DD8B7812}"/>
                    </a:ext>
                  </a:extLst>
                </p14:cNvPr>
                <p14:cNvContentPartPr/>
                <p14:nvPr/>
              </p14:nvContentPartPr>
              <p14:xfrm>
                <a:off x="2423997" y="3332463"/>
                <a:ext cx="254880" cy="29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1DED89B-BECC-D4A0-83CC-F682DD8B781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05997" y="3314463"/>
                  <a:ext cx="2905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B5EB412-C1FB-DFBF-FC39-5FDDC562A310}"/>
                    </a:ext>
                  </a:extLst>
                </p14:cNvPr>
                <p14:cNvContentPartPr/>
                <p14:nvPr/>
              </p14:nvContentPartPr>
              <p14:xfrm>
                <a:off x="2622357" y="3408783"/>
                <a:ext cx="697320" cy="573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B5EB412-C1FB-DFBF-FC39-5FDDC562A3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04717" y="3390783"/>
                  <a:ext cx="732960" cy="60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8D41AD2-8B5F-5BAF-DE0C-1A36FB3689BF}"/>
              </a:ext>
            </a:extLst>
          </p:cNvPr>
          <p:cNvGrpSpPr/>
          <p:nvPr/>
        </p:nvGrpSpPr>
        <p:grpSpPr>
          <a:xfrm>
            <a:off x="4023837" y="3151743"/>
            <a:ext cx="3005280" cy="865440"/>
            <a:chOff x="4023837" y="3151743"/>
            <a:chExt cx="3005280" cy="86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411FBD2-E54C-B688-9F3E-5D32DD69C948}"/>
                    </a:ext>
                  </a:extLst>
                </p14:cNvPr>
                <p14:cNvContentPartPr/>
                <p14:nvPr/>
              </p14:nvContentPartPr>
              <p14:xfrm>
                <a:off x="4070997" y="3171183"/>
                <a:ext cx="426960" cy="4590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411FBD2-E54C-B688-9F3E-5D32DD69C94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52997" y="3153543"/>
                  <a:ext cx="46260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A7EA6AF-955F-B1AF-541F-0960833DFFB8}"/>
                    </a:ext>
                  </a:extLst>
                </p14:cNvPr>
                <p14:cNvContentPartPr/>
                <p14:nvPr/>
              </p14:nvContentPartPr>
              <p14:xfrm>
                <a:off x="4489317" y="3438303"/>
                <a:ext cx="163080" cy="192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A7EA6AF-955F-B1AF-541F-0960833DFFB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71677" y="3420663"/>
                  <a:ext cx="1987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ED9AEDB-6B3B-48D9-5BD9-6CB032AAE898}"/>
                    </a:ext>
                  </a:extLst>
                </p14:cNvPr>
                <p14:cNvContentPartPr/>
                <p14:nvPr/>
              </p14:nvContentPartPr>
              <p14:xfrm>
                <a:off x="4679757" y="3442983"/>
                <a:ext cx="377640" cy="171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ED9AEDB-6B3B-48D9-5BD9-6CB032AAE8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62117" y="3424983"/>
                  <a:ext cx="4132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593BD68-5B5C-DFBC-1A29-1EA389799DB2}"/>
                    </a:ext>
                  </a:extLst>
                </p14:cNvPr>
                <p14:cNvContentPartPr/>
                <p14:nvPr/>
              </p14:nvContentPartPr>
              <p14:xfrm>
                <a:off x="5074317" y="3282063"/>
                <a:ext cx="155160" cy="735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593BD68-5B5C-DFBC-1A29-1EA389799DB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056677" y="3264423"/>
                  <a:ext cx="190800" cy="77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071FCFE-0E5E-E0D2-A02B-555CE333702A}"/>
                    </a:ext>
                  </a:extLst>
                </p14:cNvPr>
                <p14:cNvContentPartPr/>
                <p14:nvPr/>
              </p14:nvContentPartPr>
              <p14:xfrm>
                <a:off x="5215437" y="3441543"/>
                <a:ext cx="700560" cy="1800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071FCFE-0E5E-E0D2-A02B-555CE333702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97797" y="3423903"/>
                  <a:ext cx="736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063E5C-E79B-19DE-9779-85515F34AA1A}"/>
                    </a:ext>
                  </a:extLst>
                </p14:cNvPr>
                <p14:cNvContentPartPr/>
                <p14:nvPr/>
              </p14:nvContentPartPr>
              <p14:xfrm>
                <a:off x="5990157" y="3151743"/>
                <a:ext cx="1038960" cy="481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063E5C-E79B-19DE-9779-85515F34AA1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72517" y="3133743"/>
                  <a:ext cx="107460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0778F06-00AF-CFB2-BF99-820979C1EBAA}"/>
                    </a:ext>
                  </a:extLst>
                </p14:cNvPr>
                <p14:cNvContentPartPr/>
                <p14:nvPr/>
              </p14:nvContentPartPr>
              <p14:xfrm>
                <a:off x="6505317" y="3259023"/>
                <a:ext cx="131040" cy="21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0778F06-00AF-CFB2-BF99-820979C1EBA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87317" y="3241383"/>
                  <a:ext cx="166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17AE1BA-A256-F435-3AF3-4A9A57C07AEC}"/>
                    </a:ext>
                  </a:extLst>
                </p14:cNvPr>
                <p14:cNvContentPartPr/>
                <p14:nvPr/>
              </p14:nvContentPartPr>
              <p14:xfrm>
                <a:off x="6148557" y="3294663"/>
                <a:ext cx="258840" cy="23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17AE1BA-A256-F435-3AF3-4A9A57C07AE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30557" y="3276663"/>
                  <a:ext cx="2944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33C9E2E-59FD-9D5E-64A3-1F47E45C3EBD}"/>
                    </a:ext>
                  </a:extLst>
                </p14:cNvPr>
                <p14:cNvContentPartPr/>
                <p14:nvPr/>
              </p14:nvContentPartPr>
              <p14:xfrm>
                <a:off x="4023837" y="3306543"/>
                <a:ext cx="434880" cy="92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33C9E2E-59FD-9D5E-64A3-1F47E45C3EB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05837" y="3288903"/>
                  <a:ext cx="47052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98C097C4-E16D-DF99-1B9F-72A77DB2E1CD}"/>
                  </a:ext>
                </a:extLst>
              </p14:cNvPr>
              <p14:cNvContentPartPr/>
              <p14:nvPr/>
            </p14:nvContentPartPr>
            <p14:xfrm>
              <a:off x="8085357" y="3483663"/>
              <a:ext cx="27360" cy="1080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98C097C4-E16D-DF99-1B9F-72A77DB2E1CD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8067357" y="3466023"/>
                <a:ext cx="630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E177E39-C4D3-471D-59AC-1617F8F2B449}"/>
              </a:ext>
            </a:extLst>
          </p:cNvPr>
          <p:cNvGrpSpPr/>
          <p:nvPr/>
        </p:nvGrpSpPr>
        <p:grpSpPr>
          <a:xfrm>
            <a:off x="61677" y="4157943"/>
            <a:ext cx="359280" cy="849600"/>
            <a:chOff x="61677" y="4157943"/>
            <a:chExt cx="359280" cy="84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765CD34-CEBD-FF24-1614-D95937A32291}"/>
                    </a:ext>
                  </a:extLst>
                </p14:cNvPr>
                <p14:cNvContentPartPr/>
                <p14:nvPr/>
              </p14:nvContentPartPr>
              <p14:xfrm>
                <a:off x="61677" y="4361703"/>
                <a:ext cx="55440" cy="210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765CD34-CEBD-FF24-1614-D95937A3229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677" y="4344063"/>
                  <a:ext cx="91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4E7652F-715B-A840-A8A7-056286AFDA24}"/>
                    </a:ext>
                  </a:extLst>
                </p14:cNvPr>
                <p14:cNvContentPartPr/>
                <p14:nvPr/>
              </p14:nvContentPartPr>
              <p14:xfrm>
                <a:off x="159237" y="4384023"/>
                <a:ext cx="47520" cy="162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4E7652F-715B-A840-A8A7-056286AFDA2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41597" y="4366023"/>
                  <a:ext cx="83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78DF27-CB2A-562F-EF67-F3CEE3A348F3}"/>
                    </a:ext>
                  </a:extLst>
                </p14:cNvPr>
                <p14:cNvContentPartPr/>
                <p14:nvPr/>
              </p14:nvContentPartPr>
              <p14:xfrm>
                <a:off x="248157" y="4409583"/>
                <a:ext cx="59400" cy="173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78DF27-CB2A-562F-EF67-F3CEE3A348F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30517" y="4391583"/>
                  <a:ext cx="95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3EB7B73-8C75-76E9-E9C4-40DE24AE5119}"/>
                    </a:ext>
                  </a:extLst>
                </p14:cNvPr>
                <p14:cNvContentPartPr/>
                <p14:nvPr/>
              </p14:nvContentPartPr>
              <p14:xfrm>
                <a:off x="256797" y="4157943"/>
                <a:ext cx="164160" cy="693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3EB7B73-8C75-76E9-E9C4-40DE24AE511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9157" y="4140303"/>
                  <a:ext cx="19980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163BD42-483E-56E6-F79A-FE6E650BD65F}"/>
                    </a:ext>
                  </a:extLst>
                </p14:cNvPr>
                <p14:cNvContentPartPr/>
                <p14:nvPr/>
              </p14:nvContentPartPr>
              <p14:xfrm>
                <a:off x="258237" y="4992423"/>
                <a:ext cx="30960" cy="15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163BD42-483E-56E6-F79A-FE6E650BD65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40237" y="4974423"/>
                  <a:ext cx="6660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DEB048C3-6C74-37F4-99F9-CE6002EC61AD}"/>
              </a:ext>
            </a:extLst>
          </p:cNvPr>
          <p:cNvGrpSpPr/>
          <p:nvPr/>
        </p:nvGrpSpPr>
        <p:grpSpPr>
          <a:xfrm>
            <a:off x="992277" y="4355943"/>
            <a:ext cx="384480" cy="785160"/>
            <a:chOff x="992277" y="4355943"/>
            <a:chExt cx="38448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7668730-4C20-FA04-10FE-34DBE8A80091}"/>
                    </a:ext>
                  </a:extLst>
                </p14:cNvPr>
                <p14:cNvContentPartPr/>
                <p14:nvPr/>
              </p14:nvContentPartPr>
              <p14:xfrm>
                <a:off x="1003437" y="4374663"/>
                <a:ext cx="86760" cy="302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7668730-4C20-FA04-10FE-34DBE8A8009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85797" y="4357023"/>
                  <a:ext cx="1224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727F174-4E36-5FF2-2C94-EAC3E849A33B}"/>
                    </a:ext>
                  </a:extLst>
                </p14:cNvPr>
                <p14:cNvContentPartPr/>
                <p14:nvPr/>
              </p14:nvContentPartPr>
              <p14:xfrm>
                <a:off x="992277" y="4355943"/>
                <a:ext cx="162720" cy="357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727F174-4E36-5FF2-2C94-EAC3E849A3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4637" y="4337943"/>
                  <a:ext cx="19836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F445D34-148A-909C-D722-F20A3D6966DF}"/>
                    </a:ext>
                  </a:extLst>
                </p14:cNvPr>
                <p14:cNvContentPartPr/>
                <p14:nvPr/>
              </p14:nvContentPartPr>
              <p14:xfrm>
                <a:off x="1099557" y="4526583"/>
                <a:ext cx="277200" cy="614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F445D34-148A-909C-D722-F20A3D6966D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81557" y="4508943"/>
                  <a:ext cx="312840" cy="65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A586C85-9D45-64B1-6667-235DCB6C529C}"/>
              </a:ext>
            </a:extLst>
          </p:cNvPr>
          <p:cNvGrpSpPr/>
          <p:nvPr/>
        </p:nvGrpSpPr>
        <p:grpSpPr>
          <a:xfrm>
            <a:off x="1833237" y="4398783"/>
            <a:ext cx="2032200" cy="742320"/>
            <a:chOff x="1833237" y="4398783"/>
            <a:chExt cx="2032200" cy="74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77FC401-BAA4-641C-0EA4-02C5F2A21BDA}"/>
                    </a:ext>
                  </a:extLst>
                </p14:cNvPr>
                <p14:cNvContentPartPr/>
                <p14:nvPr/>
              </p14:nvContentPartPr>
              <p14:xfrm>
                <a:off x="1833237" y="4492383"/>
                <a:ext cx="495720" cy="2242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77FC401-BAA4-641C-0EA4-02C5F2A21BD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815597" y="4474743"/>
                  <a:ext cx="5313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C2FAFC7-A898-ED5F-DEA7-0AA202858EE6}"/>
                    </a:ext>
                  </a:extLst>
                </p14:cNvPr>
                <p14:cNvContentPartPr/>
                <p14:nvPr/>
              </p14:nvContentPartPr>
              <p14:xfrm>
                <a:off x="2342997" y="4548183"/>
                <a:ext cx="85680" cy="165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C2FAFC7-A898-ED5F-DEA7-0AA202858EE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25357" y="4530183"/>
                  <a:ext cx="121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8160ACE-3BD2-889B-6DC9-ADE3B400746C}"/>
                    </a:ext>
                  </a:extLst>
                </p14:cNvPr>
                <p14:cNvContentPartPr/>
                <p14:nvPr/>
              </p14:nvContentPartPr>
              <p14:xfrm>
                <a:off x="2513997" y="4563663"/>
                <a:ext cx="75240" cy="1400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8160ACE-3BD2-889B-6DC9-ADE3B400746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495997" y="4545663"/>
                  <a:ext cx="110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295587A-55B6-6669-A15D-58B81A81507C}"/>
                    </a:ext>
                  </a:extLst>
                </p14:cNvPr>
                <p14:cNvContentPartPr/>
                <p14:nvPr/>
              </p14:nvContentPartPr>
              <p14:xfrm>
                <a:off x="2577357" y="4431903"/>
                <a:ext cx="48600" cy="35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295587A-55B6-6669-A15D-58B81A81507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559357" y="4414263"/>
                  <a:ext cx="84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FB74ADD-68B1-8C2A-0727-6C2FC8958029}"/>
                    </a:ext>
                  </a:extLst>
                </p14:cNvPr>
                <p14:cNvContentPartPr/>
                <p14:nvPr/>
              </p14:nvContentPartPr>
              <p14:xfrm>
                <a:off x="2619117" y="4398783"/>
                <a:ext cx="844560" cy="3470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FB74ADD-68B1-8C2A-0727-6C2FC895802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601117" y="4381143"/>
                  <a:ext cx="8802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6AA4DAA-356D-02DB-AFBF-B91A85EADF4D}"/>
                    </a:ext>
                  </a:extLst>
                </p14:cNvPr>
                <p14:cNvContentPartPr/>
                <p14:nvPr/>
              </p14:nvContentPartPr>
              <p14:xfrm>
                <a:off x="3427317" y="4405263"/>
                <a:ext cx="49320" cy="234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6AA4DAA-356D-02DB-AFBF-B91A85EADF4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409677" y="4387263"/>
                  <a:ext cx="84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18A6CA5-6B30-EC39-8CA4-EA299C4DE873}"/>
                    </a:ext>
                  </a:extLst>
                </p14:cNvPr>
                <p14:cNvContentPartPr/>
                <p14:nvPr/>
              </p14:nvContentPartPr>
              <p14:xfrm>
                <a:off x="3416157" y="4581663"/>
                <a:ext cx="228600" cy="16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18A6CA5-6B30-EC39-8CA4-EA299C4DE87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98517" y="4563663"/>
                  <a:ext cx="2642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08DC266-1638-B252-C71E-157DA28F76B0}"/>
                    </a:ext>
                  </a:extLst>
                </p14:cNvPr>
                <p14:cNvContentPartPr/>
                <p14:nvPr/>
              </p14:nvContentPartPr>
              <p14:xfrm>
                <a:off x="3602997" y="4573023"/>
                <a:ext cx="262440" cy="56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08DC266-1638-B252-C71E-157DA28F76B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84997" y="4555383"/>
                  <a:ext cx="298080" cy="60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0525DB4-0DDF-6655-F6E7-D40934034522}"/>
              </a:ext>
            </a:extLst>
          </p:cNvPr>
          <p:cNvGrpSpPr/>
          <p:nvPr/>
        </p:nvGrpSpPr>
        <p:grpSpPr>
          <a:xfrm>
            <a:off x="4272597" y="4381863"/>
            <a:ext cx="751320" cy="339120"/>
            <a:chOff x="4272597" y="4381863"/>
            <a:chExt cx="751320" cy="33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48D054B-3722-D7C0-00E4-B2FCF73C2D5F}"/>
                    </a:ext>
                  </a:extLst>
                </p14:cNvPr>
                <p14:cNvContentPartPr/>
                <p14:nvPr/>
              </p14:nvContentPartPr>
              <p14:xfrm>
                <a:off x="4301037" y="4411383"/>
                <a:ext cx="246240" cy="309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48D054B-3722-D7C0-00E4-B2FCF73C2D5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83037" y="4393383"/>
                  <a:ext cx="281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594A40B-6EB1-81C6-A2CA-5CD24FBFE3EC}"/>
                    </a:ext>
                  </a:extLst>
                </p14:cNvPr>
                <p14:cNvContentPartPr/>
                <p14:nvPr/>
              </p14:nvContentPartPr>
              <p14:xfrm>
                <a:off x="4598757" y="4381863"/>
                <a:ext cx="425160" cy="312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594A40B-6EB1-81C6-A2CA-5CD24FBFE3E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80757" y="4364223"/>
                  <a:ext cx="46080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3005F4B-0342-CB09-CF00-99E0745CEFD7}"/>
                    </a:ext>
                  </a:extLst>
                </p14:cNvPr>
                <p14:cNvContentPartPr/>
                <p14:nvPr/>
              </p14:nvContentPartPr>
              <p14:xfrm>
                <a:off x="4272597" y="4484463"/>
                <a:ext cx="198360" cy="17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3005F4B-0342-CB09-CF00-99E0745CEFD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54597" y="4466823"/>
                  <a:ext cx="234000" cy="5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FE853C0-4F10-1CE9-3A77-9744D634F0FD}"/>
              </a:ext>
            </a:extLst>
          </p:cNvPr>
          <p:cNvGrpSpPr/>
          <p:nvPr/>
        </p:nvGrpSpPr>
        <p:grpSpPr>
          <a:xfrm>
            <a:off x="5508117" y="4326423"/>
            <a:ext cx="2577960" cy="729360"/>
            <a:chOff x="5508117" y="4326423"/>
            <a:chExt cx="257796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5C274BC-825A-30DF-FC4D-02D2E5D9B30E}"/>
                    </a:ext>
                  </a:extLst>
                </p14:cNvPr>
                <p14:cNvContentPartPr/>
                <p14:nvPr/>
              </p14:nvContentPartPr>
              <p14:xfrm>
                <a:off x="5508117" y="4327863"/>
                <a:ext cx="334080" cy="360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5C274BC-825A-30DF-FC4D-02D2E5D9B30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90477" y="4310223"/>
                  <a:ext cx="36972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CE0038A-EA4D-BF01-0992-69AA513289D4}"/>
                    </a:ext>
                  </a:extLst>
                </p14:cNvPr>
                <p14:cNvContentPartPr/>
                <p14:nvPr/>
              </p14:nvContentPartPr>
              <p14:xfrm>
                <a:off x="5845797" y="4500303"/>
                <a:ext cx="133560" cy="155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CE0038A-EA4D-BF01-0992-69AA513289D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828157" y="4482663"/>
                  <a:ext cx="1692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434BD82-8BD9-4C29-465F-86223091E60D}"/>
                    </a:ext>
                  </a:extLst>
                </p14:cNvPr>
                <p14:cNvContentPartPr/>
                <p14:nvPr/>
              </p14:nvContentPartPr>
              <p14:xfrm>
                <a:off x="5962797" y="4519023"/>
                <a:ext cx="165600" cy="5367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434BD82-8BD9-4C29-465F-86223091E60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944797" y="4501023"/>
                  <a:ext cx="20124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9952BEA-289B-43C4-4B41-74559D0460D8}"/>
                    </a:ext>
                  </a:extLst>
                </p14:cNvPr>
                <p14:cNvContentPartPr/>
                <p14:nvPr/>
              </p14:nvContentPartPr>
              <p14:xfrm>
                <a:off x="6056757" y="4568703"/>
                <a:ext cx="158040" cy="1101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9952BEA-289B-43C4-4B41-74559D0460D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38757" y="4551063"/>
                  <a:ext cx="193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BACBC2-8C29-4BC5-A15B-40ACDAB23DE5}"/>
                    </a:ext>
                  </a:extLst>
                </p14:cNvPr>
                <p14:cNvContentPartPr/>
                <p14:nvPr/>
              </p14:nvContentPartPr>
              <p14:xfrm>
                <a:off x="6368517" y="4488423"/>
                <a:ext cx="169560" cy="141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BACBC2-8C29-4BC5-A15B-40ACDAB23DE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50517" y="4470783"/>
                  <a:ext cx="205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44ABD8E-C5D2-9414-10D7-02E11839F78A}"/>
                    </a:ext>
                  </a:extLst>
                </p14:cNvPr>
                <p14:cNvContentPartPr/>
                <p14:nvPr/>
              </p14:nvContentPartPr>
              <p14:xfrm>
                <a:off x="6587757" y="4499943"/>
                <a:ext cx="255240" cy="186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44ABD8E-C5D2-9414-10D7-02E11839F78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569757" y="4482303"/>
                  <a:ext cx="2908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50044FB-5D4A-D69D-CE0C-FA7436770A25}"/>
                    </a:ext>
                  </a:extLst>
                </p14:cNvPr>
                <p14:cNvContentPartPr/>
                <p14:nvPr/>
              </p14:nvContentPartPr>
              <p14:xfrm>
                <a:off x="6921117" y="4326423"/>
                <a:ext cx="676800" cy="320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50044FB-5D4A-D69D-CE0C-FA7436770A25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903477" y="4308783"/>
                  <a:ext cx="7124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015607D-F2A9-C775-5FA3-7707F75AABFD}"/>
                    </a:ext>
                  </a:extLst>
                </p14:cNvPr>
                <p14:cNvContentPartPr/>
                <p14:nvPr/>
              </p14:nvContentPartPr>
              <p14:xfrm>
                <a:off x="7695117" y="4465023"/>
                <a:ext cx="390960" cy="174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015607D-F2A9-C775-5FA3-7707F75AABF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677477" y="4447383"/>
                  <a:ext cx="426600" cy="20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31AE0803-4E5F-6BC5-D23B-A7026016450A}"/>
              </a:ext>
            </a:extLst>
          </p:cNvPr>
          <p:cNvGrpSpPr/>
          <p:nvPr/>
        </p:nvGrpSpPr>
        <p:grpSpPr>
          <a:xfrm>
            <a:off x="8592597" y="4261983"/>
            <a:ext cx="784800" cy="347040"/>
            <a:chOff x="8592597" y="4261983"/>
            <a:chExt cx="784800" cy="34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9E1280C-0199-C670-93B9-93FE0204087F}"/>
                    </a:ext>
                  </a:extLst>
                </p14:cNvPr>
                <p14:cNvContentPartPr/>
                <p14:nvPr/>
              </p14:nvContentPartPr>
              <p14:xfrm>
                <a:off x="8592597" y="4441263"/>
                <a:ext cx="454680" cy="167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9E1280C-0199-C670-93B9-93FE0204087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574957" y="4423263"/>
                  <a:ext cx="490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D137066-9988-53C2-5C85-D0650D9A270E}"/>
                    </a:ext>
                  </a:extLst>
                </p14:cNvPr>
                <p14:cNvContentPartPr/>
                <p14:nvPr/>
              </p14:nvContentPartPr>
              <p14:xfrm>
                <a:off x="9131157" y="4261983"/>
                <a:ext cx="246240" cy="3063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D137066-9988-53C2-5C85-D0650D9A270E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13517" y="4243983"/>
                  <a:ext cx="28188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4B0CD11-512E-1CEE-3E31-3C3D85132866}"/>
              </a:ext>
            </a:extLst>
          </p:cNvPr>
          <p:cNvGrpSpPr/>
          <p:nvPr/>
        </p:nvGrpSpPr>
        <p:grpSpPr>
          <a:xfrm>
            <a:off x="10031157" y="4175583"/>
            <a:ext cx="2164320" cy="777960"/>
            <a:chOff x="10031157" y="4175583"/>
            <a:chExt cx="2164320" cy="77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B74951E-C5E8-31DE-843A-E1210A0CDEA3}"/>
                    </a:ext>
                  </a:extLst>
                </p14:cNvPr>
                <p14:cNvContentPartPr/>
                <p14:nvPr/>
              </p14:nvContentPartPr>
              <p14:xfrm>
                <a:off x="10031157" y="4213023"/>
                <a:ext cx="563760" cy="740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B74951E-C5E8-31DE-843A-E1210A0CDEA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013157" y="4195023"/>
                  <a:ext cx="599400" cy="77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0A819CF-B08D-BE85-38EB-9C52A144EB82}"/>
                    </a:ext>
                  </a:extLst>
                </p14:cNvPr>
                <p14:cNvContentPartPr/>
                <p14:nvPr/>
              </p14:nvContentPartPr>
              <p14:xfrm>
                <a:off x="10504557" y="4399143"/>
                <a:ext cx="179640" cy="156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0A819CF-B08D-BE85-38EB-9C52A144EB8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486557" y="4381503"/>
                  <a:ext cx="215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D13E77F-D72D-DF26-497B-A09527997EEF}"/>
                    </a:ext>
                  </a:extLst>
                </p14:cNvPr>
                <p14:cNvContentPartPr/>
                <p14:nvPr/>
              </p14:nvContentPartPr>
              <p14:xfrm>
                <a:off x="10748637" y="4358823"/>
                <a:ext cx="375480" cy="191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D13E77F-D72D-DF26-497B-A09527997EE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730637" y="4340823"/>
                  <a:ext cx="4111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34D5DA8-2AFB-0B7B-16AA-661E7F2F8F1C}"/>
                    </a:ext>
                  </a:extLst>
                </p14:cNvPr>
                <p14:cNvContentPartPr/>
                <p14:nvPr/>
              </p14:nvContentPartPr>
              <p14:xfrm>
                <a:off x="11198277" y="4175583"/>
                <a:ext cx="590400" cy="337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34D5DA8-2AFB-0B7B-16AA-661E7F2F8F1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180277" y="4157943"/>
                  <a:ext cx="62604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5F1F7A4-0092-D46E-FA81-28C763142A43}"/>
                    </a:ext>
                  </a:extLst>
                </p14:cNvPr>
                <p14:cNvContentPartPr/>
                <p14:nvPr/>
              </p14:nvContentPartPr>
              <p14:xfrm>
                <a:off x="11866797" y="4289703"/>
                <a:ext cx="328680" cy="2080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5F1F7A4-0092-D46E-FA81-28C763142A4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848797" y="4272063"/>
                  <a:ext cx="364320" cy="24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3747E002-1FD5-3926-CF6F-4C0CF837234B}"/>
                  </a:ext>
                </a:extLst>
              </p14:cNvPr>
              <p14:cNvContentPartPr/>
              <p14:nvPr/>
            </p14:nvContentPartPr>
            <p14:xfrm>
              <a:off x="1037277" y="5315343"/>
              <a:ext cx="315360" cy="714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3747E002-1FD5-3926-CF6F-4C0CF837234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19637" y="5297703"/>
                <a:ext cx="351000" cy="75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1A7E645-313D-F924-B645-E22345D659D1}"/>
              </a:ext>
            </a:extLst>
          </p:cNvPr>
          <p:cNvGrpSpPr/>
          <p:nvPr/>
        </p:nvGrpSpPr>
        <p:grpSpPr>
          <a:xfrm>
            <a:off x="1755837" y="5123463"/>
            <a:ext cx="1296720" cy="444240"/>
            <a:chOff x="1755837" y="5123463"/>
            <a:chExt cx="129672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B27DEC1-D011-0B6F-91D2-5405CE76D43D}"/>
                    </a:ext>
                  </a:extLst>
                </p14:cNvPr>
                <p14:cNvContentPartPr/>
                <p14:nvPr/>
              </p14:nvContentPartPr>
              <p14:xfrm>
                <a:off x="1755837" y="5398143"/>
                <a:ext cx="334080" cy="1695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B27DEC1-D011-0B6F-91D2-5405CE76D43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738197" y="5380503"/>
                  <a:ext cx="3697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9339251-2890-C5C0-6122-0B0DE9528CCE}"/>
                    </a:ext>
                  </a:extLst>
                </p14:cNvPr>
                <p14:cNvContentPartPr/>
                <p14:nvPr/>
              </p14:nvContentPartPr>
              <p14:xfrm>
                <a:off x="2166237" y="5376183"/>
                <a:ext cx="104040" cy="162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9339251-2890-C5C0-6122-0B0DE9528CC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148237" y="5358543"/>
                  <a:ext cx="139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3DDE1B8-10FD-10DF-F67F-27F6B2A751F4}"/>
                    </a:ext>
                  </a:extLst>
                </p14:cNvPr>
                <p14:cNvContentPartPr/>
                <p14:nvPr/>
              </p14:nvContentPartPr>
              <p14:xfrm>
                <a:off x="2417877" y="5123463"/>
                <a:ext cx="57240" cy="424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3DDE1B8-10FD-10DF-F67F-27F6B2A751F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00237" y="5105823"/>
                  <a:ext cx="9288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E816E39-EC12-9E33-2841-13A4579583D1}"/>
                    </a:ext>
                  </a:extLst>
                </p14:cNvPr>
                <p14:cNvContentPartPr/>
                <p14:nvPr/>
              </p14:nvContentPartPr>
              <p14:xfrm>
                <a:off x="2543517" y="5345223"/>
                <a:ext cx="509040" cy="2106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E816E39-EC12-9E33-2841-13A4579583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525877" y="5327583"/>
                  <a:ext cx="5446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9EBF4D1-EA37-FC2F-F183-251378610045}"/>
                    </a:ext>
                  </a:extLst>
                </p14:cNvPr>
                <p14:cNvContentPartPr/>
                <p14:nvPr/>
              </p14:nvContentPartPr>
              <p14:xfrm>
                <a:off x="2409957" y="5291583"/>
                <a:ext cx="284400" cy="255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9EBF4D1-EA37-FC2F-F183-25137861004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391957" y="5273943"/>
                  <a:ext cx="320040" cy="6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B0CEB02-EC1A-567A-D227-2EA91493A686}"/>
                  </a:ext>
                </a:extLst>
              </p14:cNvPr>
              <p14:cNvContentPartPr/>
              <p14:nvPr/>
            </p14:nvContentPartPr>
            <p14:xfrm>
              <a:off x="3681477" y="5445663"/>
              <a:ext cx="35280" cy="324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B0CEB02-EC1A-567A-D227-2EA91493A686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63477" y="5428023"/>
                <a:ext cx="70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4D40C09-D376-F3B0-1E87-6539CFB29FE7}"/>
                  </a:ext>
                </a:extLst>
              </p14:cNvPr>
              <p14:cNvContentPartPr/>
              <p14:nvPr/>
            </p14:nvContentPartPr>
            <p14:xfrm>
              <a:off x="7790517" y="1934223"/>
              <a:ext cx="15840" cy="31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4D40C09-D376-F3B0-1E87-6539CFB29FE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7786197" y="1929903"/>
                <a:ext cx="244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9D8522C0-0ACC-3675-B2D2-5F7C40742603}"/>
              </a:ext>
            </a:extLst>
          </p:cNvPr>
          <p:cNvGrpSpPr/>
          <p:nvPr/>
        </p:nvGrpSpPr>
        <p:grpSpPr>
          <a:xfrm>
            <a:off x="793197" y="2886423"/>
            <a:ext cx="2202840" cy="75960"/>
            <a:chOff x="793197" y="2886423"/>
            <a:chExt cx="220284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012E4C8-6BBC-5148-02B5-4DFCF0B9CD70}"/>
                    </a:ext>
                  </a:extLst>
                </p14:cNvPr>
                <p14:cNvContentPartPr/>
                <p14:nvPr/>
              </p14:nvContentPartPr>
              <p14:xfrm>
                <a:off x="793197" y="2917743"/>
                <a:ext cx="1568880" cy="44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012E4C8-6BBC-5148-02B5-4DFCF0B9CD7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88877" y="2913423"/>
                  <a:ext cx="15775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5C8BDBA-85EF-0503-B78C-71F8DFAC9A4C}"/>
                    </a:ext>
                  </a:extLst>
                </p14:cNvPr>
                <p14:cNvContentPartPr/>
                <p14:nvPr/>
              </p14:nvContentPartPr>
              <p14:xfrm>
                <a:off x="958797" y="2886423"/>
                <a:ext cx="2037240" cy="63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5C8BDBA-85EF-0503-B78C-71F8DFAC9A4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54477" y="2882103"/>
                  <a:ext cx="204588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C265547-7308-BB72-9D28-9982C668CFA2}"/>
              </a:ext>
            </a:extLst>
          </p:cNvPr>
          <p:cNvGrpSpPr/>
          <p:nvPr/>
        </p:nvGrpSpPr>
        <p:grpSpPr>
          <a:xfrm>
            <a:off x="1122957" y="3768783"/>
            <a:ext cx="5996520" cy="139320"/>
            <a:chOff x="1122957" y="3768783"/>
            <a:chExt cx="5996520" cy="13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60CE1D-6A22-8F07-939D-336CC5141011}"/>
                    </a:ext>
                  </a:extLst>
                </p14:cNvPr>
                <p14:cNvContentPartPr/>
                <p14:nvPr/>
              </p14:nvContentPartPr>
              <p14:xfrm>
                <a:off x="1174437" y="3768783"/>
                <a:ext cx="5945040" cy="104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60CE1D-6A22-8F07-939D-336CC514101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70117" y="3764463"/>
                  <a:ext cx="5953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B2A22A-465E-4A72-558D-3F39870BA947}"/>
                    </a:ext>
                  </a:extLst>
                </p14:cNvPr>
                <p14:cNvContentPartPr/>
                <p14:nvPr/>
              </p14:nvContentPartPr>
              <p14:xfrm>
                <a:off x="1138797" y="3877143"/>
                <a:ext cx="454320" cy="30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B2A22A-465E-4A72-558D-3F39870BA94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34477" y="3872823"/>
                  <a:ext cx="4629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F6B2B4-FA33-23D0-B498-4073073B9771}"/>
                    </a:ext>
                  </a:extLst>
                </p14:cNvPr>
                <p14:cNvContentPartPr/>
                <p14:nvPr/>
              </p14:nvContentPartPr>
              <p14:xfrm>
                <a:off x="1122957" y="3893343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F6B2B4-FA33-23D0-B498-4073073B977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18637" y="3889023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B447931-4D51-333D-CDF0-C4C305D6F762}"/>
                  </a:ext>
                </a:extLst>
              </p14:cNvPr>
              <p14:cNvContentPartPr/>
              <p14:nvPr/>
            </p14:nvContentPartPr>
            <p14:xfrm>
              <a:off x="1420677" y="3705063"/>
              <a:ext cx="8280" cy="8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B447931-4D51-333D-CDF0-C4C305D6F762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416357" y="3700743"/>
                <a:ext cx="1692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4B9E3C2-50D1-8CFD-7451-0C59AE7CF285}"/>
                  </a:ext>
                </a:extLst>
              </p14:cNvPr>
              <p14:cNvContentPartPr/>
              <p14:nvPr/>
            </p14:nvContentPartPr>
            <p14:xfrm>
              <a:off x="1317717" y="3804783"/>
              <a:ext cx="1440" cy="720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4B9E3C2-50D1-8CFD-7451-0C59AE7CF285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313397" y="3800463"/>
                <a:ext cx="1008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66FADE4A-7991-75A8-0D06-6A6F52C52B14}"/>
                  </a:ext>
                </a:extLst>
              </p14:cNvPr>
              <p14:cNvContentPartPr/>
              <p14:nvPr/>
            </p14:nvContentPartPr>
            <p14:xfrm>
              <a:off x="2193957" y="3946983"/>
              <a:ext cx="46800" cy="9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66FADE4A-7991-75A8-0D06-6A6F52C52B1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2189637" y="3942663"/>
                <a:ext cx="5544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77D3E77E-07A0-AA7D-E275-57F1FD042916}"/>
                  </a:ext>
                </a:extLst>
              </p14:cNvPr>
              <p14:cNvContentPartPr/>
              <p14:nvPr/>
            </p14:nvContentPartPr>
            <p14:xfrm>
              <a:off x="3307797" y="3993783"/>
              <a:ext cx="44640" cy="27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77D3E77E-07A0-AA7D-E275-57F1FD04291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303477" y="3989463"/>
                <a:ext cx="53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FCB1426-C4D4-4DD3-7C2E-369627C6CC64}"/>
                  </a:ext>
                </a:extLst>
              </p14:cNvPr>
              <p14:cNvContentPartPr/>
              <p14:nvPr/>
            </p14:nvContentPartPr>
            <p14:xfrm>
              <a:off x="4520997" y="2383863"/>
              <a:ext cx="632160" cy="3376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FCB1426-C4D4-4DD3-7C2E-369627C6CC6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4516677" y="2379543"/>
                <a:ext cx="64080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574BE12-DA7B-A903-A721-50B848F175C5}"/>
                  </a:ext>
                </a:extLst>
              </p14:cNvPr>
              <p14:cNvContentPartPr/>
              <p14:nvPr/>
            </p14:nvContentPartPr>
            <p14:xfrm>
              <a:off x="1557477" y="3804063"/>
              <a:ext cx="4680" cy="5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574BE12-DA7B-A903-A721-50B848F175C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553157" y="3799743"/>
                <a:ext cx="1332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4357F82-F2BC-F406-CDBA-BC0E3711070D}"/>
                  </a:ext>
                </a:extLst>
              </p14:cNvPr>
              <p14:cNvContentPartPr/>
              <p14:nvPr/>
            </p14:nvContentPartPr>
            <p14:xfrm>
              <a:off x="2881917" y="3558183"/>
              <a:ext cx="22320" cy="187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4357F82-F2BC-F406-CDBA-BC0E3711070D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877597" y="3553863"/>
                <a:ext cx="309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9443B013-BD9E-FCEB-D614-175BD81E9C0E}"/>
                  </a:ext>
                </a:extLst>
              </p14:cNvPr>
              <p14:cNvContentPartPr/>
              <p14:nvPr/>
            </p14:nvContentPartPr>
            <p14:xfrm>
              <a:off x="5084397" y="3648543"/>
              <a:ext cx="16200" cy="1152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9443B013-BD9E-FCEB-D614-175BD81E9C0E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5080077" y="3644223"/>
                <a:ext cx="248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48323A6-A07D-2E15-B3C8-EA43DA6ECAC9}"/>
                  </a:ext>
                </a:extLst>
              </p14:cNvPr>
              <p14:cNvContentPartPr/>
              <p14:nvPr/>
            </p14:nvContentPartPr>
            <p14:xfrm>
              <a:off x="6805557" y="3682023"/>
              <a:ext cx="9000" cy="1512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48323A6-A07D-2E15-B3C8-EA43DA6ECAC9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801237" y="3677703"/>
                <a:ext cx="17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9C871A7-C811-10FF-68D6-A48D0E761A17}"/>
                  </a:ext>
                </a:extLst>
              </p14:cNvPr>
              <p14:cNvContentPartPr/>
              <p14:nvPr/>
            </p14:nvContentPartPr>
            <p14:xfrm>
              <a:off x="6163317" y="4922583"/>
              <a:ext cx="3240" cy="21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9C871A7-C811-10FF-68D6-A48D0E761A17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158997" y="4918263"/>
                <a:ext cx="11880" cy="1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7B983C2-DF41-C548-241A-44155B013DD2}"/>
                  </a:ext>
                </a:extLst>
              </p14:cNvPr>
              <p14:cNvContentPartPr/>
              <p14:nvPr/>
            </p14:nvContentPartPr>
            <p14:xfrm>
              <a:off x="9406557" y="4936263"/>
              <a:ext cx="2160" cy="28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7B983C2-DF41-C548-241A-44155B013DD2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9402237" y="4931943"/>
                <a:ext cx="1080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0432AD12-9BBB-727D-0F28-41D965055055}"/>
                  </a:ext>
                </a:extLst>
              </p14:cNvPr>
              <p14:cNvContentPartPr/>
              <p14:nvPr/>
            </p14:nvContentPartPr>
            <p14:xfrm>
              <a:off x="9721917" y="4375743"/>
              <a:ext cx="320760" cy="1868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0432AD12-9BBB-727D-0F28-41D96505505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717597" y="4371423"/>
                <a:ext cx="3294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8E9BEB8-52D1-EBB5-9DD2-2FC8624753CC}"/>
                  </a:ext>
                </a:extLst>
              </p14:cNvPr>
              <p14:cNvContentPartPr/>
              <p14:nvPr/>
            </p14:nvContentPartPr>
            <p14:xfrm>
              <a:off x="9833157" y="4205463"/>
              <a:ext cx="11520" cy="3384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8E9BEB8-52D1-EBB5-9DD2-2FC8624753C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828837" y="4201143"/>
                <a:ext cx="201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6E750AD-2607-224F-381C-BEBCD0B097BF}"/>
                  </a:ext>
                </a:extLst>
              </p14:cNvPr>
              <p14:cNvContentPartPr/>
              <p14:nvPr/>
            </p14:nvContentPartPr>
            <p14:xfrm>
              <a:off x="7278957" y="4774623"/>
              <a:ext cx="25560" cy="35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6E750AD-2607-224F-381C-BEBCD0B097BF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261317" y="4756623"/>
                <a:ext cx="61200" cy="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649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C905817-797E-96FE-C10B-6119A2A24E2E}"/>
                  </a:ext>
                </a:extLst>
              </p14:cNvPr>
              <p14:cNvContentPartPr/>
              <p14:nvPr/>
            </p14:nvContentPartPr>
            <p14:xfrm>
              <a:off x="5935926" y="528783"/>
              <a:ext cx="35640" cy="11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C905817-797E-96FE-C10B-6119A2A24E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7926" y="510783"/>
                <a:ext cx="71280" cy="4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070D791-84E3-74F0-FC16-1ED457A5B76A}"/>
              </a:ext>
            </a:extLst>
          </p:cNvPr>
          <p:cNvGrpSpPr/>
          <p:nvPr/>
        </p:nvGrpSpPr>
        <p:grpSpPr>
          <a:xfrm>
            <a:off x="425766" y="147183"/>
            <a:ext cx="4862160" cy="1041480"/>
            <a:chOff x="425766" y="147183"/>
            <a:chExt cx="4862160" cy="10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DBF3240-3A9A-056A-EBE3-B65CA1084156}"/>
                    </a:ext>
                  </a:extLst>
                </p14:cNvPr>
                <p14:cNvContentPartPr/>
                <p14:nvPr/>
              </p14:nvContentPartPr>
              <p14:xfrm>
                <a:off x="425766" y="260223"/>
                <a:ext cx="555120" cy="4266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DBF3240-3A9A-056A-EBE3-B65CA108415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8126" y="242583"/>
                  <a:ext cx="59076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D01AE82-4A5C-7494-5C6C-B02DE35F8E3C}"/>
                    </a:ext>
                  </a:extLst>
                </p14:cNvPr>
                <p14:cNvContentPartPr/>
                <p14:nvPr/>
              </p14:nvContentPartPr>
              <p14:xfrm>
                <a:off x="938406" y="317823"/>
                <a:ext cx="48960" cy="59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D01AE82-4A5C-7494-5C6C-B02DE35F8E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0406" y="300183"/>
                  <a:ext cx="846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CBA1476-C82E-6B56-5031-27C3A2B7166C}"/>
                    </a:ext>
                  </a:extLst>
                </p14:cNvPr>
                <p14:cNvContentPartPr/>
                <p14:nvPr/>
              </p14:nvContentPartPr>
              <p14:xfrm>
                <a:off x="990966" y="491703"/>
                <a:ext cx="192600" cy="14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CBA1476-C82E-6B56-5031-27C3A2B7166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72966" y="473703"/>
                  <a:ext cx="2282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BCE2EC-E8A9-496D-0807-810BD26B7100}"/>
                    </a:ext>
                  </a:extLst>
                </p14:cNvPr>
                <p14:cNvContentPartPr/>
                <p14:nvPr/>
              </p14:nvContentPartPr>
              <p14:xfrm>
                <a:off x="1260246" y="448143"/>
                <a:ext cx="122760" cy="1900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BCE2EC-E8A9-496D-0807-810BD26B71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42246" y="430143"/>
                  <a:ext cx="1584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4FDBD2B-39B7-7797-9A05-39ADC7CC0821}"/>
                    </a:ext>
                  </a:extLst>
                </p14:cNvPr>
                <p14:cNvContentPartPr/>
                <p14:nvPr/>
              </p14:nvContentPartPr>
              <p14:xfrm>
                <a:off x="1481286" y="468663"/>
                <a:ext cx="153720" cy="193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4FDBD2B-39B7-7797-9A05-39ADC7CC08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3286" y="451023"/>
                  <a:ext cx="189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8B37D6-FAA7-FC04-303D-EF2C7508DFD5}"/>
                    </a:ext>
                  </a:extLst>
                </p14:cNvPr>
                <p14:cNvContentPartPr/>
                <p14:nvPr/>
              </p14:nvContentPartPr>
              <p14:xfrm>
                <a:off x="2019126" y="336903"/>
                <a:ext cx="470160" cy="851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8B37D6-FAA7-FC04-303D-EF2C7508DFD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1126" y="318903"/>
                  <a:ext cx="505800" cy="8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9DC583-BEA9-97F7-3612-DBDE336A8147}"/>
                    </a:ext>
                  </a:extLst>
                </p14:cNvPr>
                <p14:cNvContentPartPr/>
                <p14:nvPr/>
              </p14:nvContentPartPr>
              <p14:xfrm>
                <a:off x="3055206" y="438423"/>
                <a:ext cx="248760" cy="183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9DC583-BEA9-97F7-3612-DBDE336A81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37206" y="420783"/>
                  <a:ext cx="2844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1CFE7AD-E824-AC9F-BDCF-F12E94724221}"/>
                    </a:ext>
                  </a:extLst>
                </p14:cNvPr>
                <p14:cNvContentPartPr/>
                <p14:nvPr/>
              </p14:nvContentPartPr>
              <p14:xfrm>
                <a:off x="3714366" y="282183"/>
                <a:ext cx="428040" cy="3866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1CFE7AD-E824-AC9F-BDCF-F12E947242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96366" y="264183"/>
                  <a:ext cx="4636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105774-7153-F0BF-F36A-8CA28BCA957C}"/>
                    </a:ext>
                  </a:extLst>
                </p14:cNvPr>
                <p14:cNvContentPartPr/>
                <p14:nvPr/>
              </p14:nvContentPartPr>
              <p14:xfrm>
                <a:off x="4127646" y="258423"/>
                <a:ext cx="810360" cy="37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105774-7153-F0BF-F36A-8CA28BCA957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09646" y="240423"/>
                  <a:ext cx="8460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C28ADAD-3919-DE52-DE44-701B0207A5EB}"/>
                    </a:ext>
                  </a:extLst>
                </p14:cNvPr>
                <p14:cNvContentPartPr/>
                <p14:nvPr/>
              </p14:nvContentPartPr>
              <p14:xfrm>
                <a:off x="5000286" y="470103"/>
                <a:ext cx="95760" cy="111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C28ADAD-3919-DE52-DE44-701B0207A5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982286" y="452103"/>
                  <a:ext cx="131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C02046-00BA-8CA2-B5A3-1921BA878E32}"/>
                    </a:ext>
                  </a:extLst>
                </p14:cNvPr>
                <p14:cNvContentPartPr/>
                <p14:nvPr/>
              </p14:nvContentPartPr>
              <p14:xfrm>
                <a:off x="4959246" y="432663"/>
                <a:ext cx="153000" cy="169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C02046-00BA-8CA2-B5A3-1921BA878E3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941246" y="415023"/>
                  <a:ext cx="188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F873C2-C8BA-64DB-E655-E5D985E830DC}"/>
                    </a:ext>
                  </a:extLst>
                </p14:cNvPr>
                <p14:cNvContentPartPr/>
                <p14:nvPr/>
              </p14:nvContentPartPr>
              <p14:xfrm>
                <a:off x="4884366" y="264903"/>
                <a:ext cx="32040" cy="55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F873C2-C8BA-64DB-E655-E5D985E830D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66726" y="247263"/>
                  <a:ext cx="67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C4CCEA3-8014-3CAC-447C-A98DE07C1AC8}"/>
                    </a:ext>
                  </a:extLst>
                </p14:cNvPr>
                <p14:cNvContentPartPr/>
                <p14:nvPr/>
              </p14:nvContentPartPr>
              <p14:xfrm>
                <a:off x="4097046" y="314583"/>
                <a:ext cx="301680" cy="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C4CCEA3-8014-3CAC-447C-A98DE07C1A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79046" y="296583"/>
                  <a:ext cx="3373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286EB64-FD5D-A1F3-DC78-17DC299989B8}"/>
                    </a:ext>
                  </a:extLst>
                </p14:cNvPr>
                <p14:cNvContentPartPr/>
                <p14:nvPr/>
              </p14:nvContentPartPr>
              <p14:xfrm>
                <a:off x="669486" y="726423"/>
                <a:ext cx="4618440" cy="212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286EB64-FD5D-A1F3-DC78-17DC299989B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1846" y="708783"/>
                  <a:ext cx="4654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FF8A89C-A0F0-D54C-6147-1D875F0E6904}"/>
                    </a:ext>
                  </a:extLst>
                </p14:cNvPr>
                <p14:cNvContentPartPr/>
                <p14:nvPr/>
              </p14:nvContentPartPr>
              <p14:xfrm>
                <a:off x="4338966" y="278583"/>
                <a:ext cx="296640" cy="28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FF8A89C-A0F0-D54C-6147-1D875F0E69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20966" y="260943"/>
                  <a:ext cx="332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6A8446E-C3A2-3997-6679-EE397143D509}"/>
                    </a:ext>
                  </a:extLst>
                </p14:cNvPr>
                <p14:cNvContentPartPr/>
                <p14:nvPr/>
              </p14:nvContentPartPr>
              <p14:xfrm>
                <a:off x="4465326" y="147183"/>
                <a:ext cx="64080" cy="329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6A8446E-C3A2-3997-6679-EE397143D5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47326" y="129543"/>
                  <a:ext cx="99720" cy="36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0FE54D8-8E6F-6E42-84B2-0EA59663C7A9}"/>
              </a:ext>
            </a:extLst>
          </p:cNvPr>
          <p:cNvGrpSpPr/>
          <p:nvPr/>
        </p:nvGrpSpPr>
        <p:grpSpPr>
          <a:xfrm>
            <a:off x="371046" y="1279023"/>
            <a:ext cx="621360" cy="430920"/>
            <a:chOff x="371046" y="1279023"/>
            <a:chExt cx="621360" cy="43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CC4309-ED8B-B803-83CB-F951287A138A}"/>
                    </a:ext>
                  </a:extLst>
                </p14:cNvPr>
                <p14:cNvContentPartPr/>
                <p14:nvPr/>
              </p14:nvContentPartPr>
              <p14:xfrm>
                <a:off x="371046" y="1279023"/>
                <a:ext cx="621360" cy="430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CC4309-ED8B-B803-83CB-F951287A13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3046" y="1261383"/>
                  <a:ext cx="657000" cy="46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CA1FB13-8A10-9BC8-D6BE-24487123CE03}"/>
                    </a:ext>
                  </a:extLst>
                </p14:cNvPr>
                <p14:cNvContentPartPr/>
                <p14:nvPr/>
              </p14:nvContentPartPr>
              <p14:xfrm>
                <a:off x="844806" y="1416543"/>
                <a:ext cx="12132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CA1FB13-8A10-9BC8-D6BE-24487123CE0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26806" y="1398903"/>
                  <a:ext cx="15696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2500CF5-323F-1252-6215-4016A5A782AD}"/>
              </a:ext>
            </a:extLst>
          </p:cNvPr>
          <p:cNvGrpSpPr/>
          <p:nvPr/>
        </p:nvGrpSpPr>
        <p:grpSpPr>
          <a:xfrm>
            <a:off x="1568046" y="1345623"/>
            <a:ext cx="1063440" cy="340560"/>
            <a:chOff x="1568046" y="1345623"/>
            <a:chExt cx="1063440" cy="3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1B3FE14-1506-603B-BCFC-4723C7893672}"/>
                    </a:ext>
                  </a:extLst>
                </p14:cNvPr>
                <p14:cNvContentPartPr/>
                <p14:nvPr/>
              </p14:nvContentPartPr>
              <p14:xfrm>
                <a:off x="1568046" y="1345623"/>
                <a:ext cx="299880" cy="340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1B3FE14-1506-603B-BCFC-4723C78936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550046" y="1327623"/>
                  <a:ext cx="33552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A887E97-C9D4-10A1-C8B5-B779224A5202}"/>
                    </a:ext>
                  </a:extLst>
                </p14:cNvPr>
                <p14:cNvContentPartPr/>
                <p14:nvPr/>
              </p14:nvContentPartPr>
              <p14:xfrm>
                <a:off x="1686846" y="1474143"/>
                <a:ext cx="207720" cy="39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A887E97-C9D4-10A1-C8B5-B779224A520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669206" y="1456143"/>
                  <a:ext cx="243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9BB8FA-F75C-F1D8-D743-3EC61D9DDB65}"/>
                    </a:ext>
                  </a:extLst>
                </p14:cNvPr>
                <p14:cNvContentPartPr/>
                <p14:nvPr/>
              </p14:nvContentPartPr>
              <p14:xfrm>
                <a:off x="2274726" y="1347063"/>
                <a:ext cx="135360" cy="319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9BB8FA-F75C-F1D8-D743-3EC61D9DDB6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257086" y="1329063"/>
                  <a:ext cx="1710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ED56F51-68EB-2257-F0F9-48032EA6422A}"/>
                    </a:ext>
                  </a:extLst>
                </p14:cNvPr>
                <p14:cNvContentPartPr/>
                <p14:nvPr/>
              </p14:nvContentPartPr>
              <p14:xfrm>
                <a:off x="2487126" y="1507263"/>
                <a:ext cx="144360" cy="157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ED56F51-68EB-2257-F0F9-48032EA642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69486" y="1489263"/>
                  <a:ext cx="1800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CC86F34-777B-622C-4614-3D55416B38ED}"/>
              </a:ext>
            </a:extLst>
          </p:cNvPr>
          <p:cNvGrpSpPr/>
          <p:nvPr/>
        </p:nvGrpSpPr>
        <p:grpSpPr>
          <a:xfrm>
            <a:off x="3105966" y="1466583"/>
            <a:ext cx="546480" cy="191880"/>
            <a:chOff x="3105966" y="1466583"/>
            <a:chExt cx="54648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DA03EE-0A57-27EC-44CC-0B79D7510725}"/>
                    </a:ext>
                  </a:extLst>
                </p14:cNvPr>
                <p14:cNvContentPartPr/>
                <p14:nvPr/>
              </p14:nvContentPartPr>
              <p14:xfrm>
                <a:off x="3105966" y="1483143"/>
                <a:ext cx="157680" cy="175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DA03EE-0A57-27EC-44CC-0B79D751072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87966" y="1465503"/>
                  <a:ext cx="193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5AA46C-B272-157A-8C20-B86F1C478C9E}"/>
                    </a:ext>
                  </a:extLst>
                </p14:cNvPr>
                <p14:cNvContentPartPr/>
                <p14:nvPr/>
              </p14:nvContentPartPr>
              <p14:xfrm>
                <a:off x="3309006" y="1466583"/>
                <a:ext cx="343440" cy="154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5AA46C-B272-157A-8C20-B86F1C478C9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91366" y="1448583"/>
                  <a:ext cx="37908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9EA07E3-EA57-FBEC-1584-EE47F7B76DAC}"/>
              </a:ext>
            </a:extLst>
          </p:cNvPr>
          <p:cNvGrpSpPr/>
          <p:nvPr/>
        </p:nvGrpSpPr>
        <p:grpSpPr>
          <a:xfrm>
            <a:off x="4117566" y="1468383"/>
            <a:ext cx="850680" cy="214560"/>
            <a:chOff x="4117566" y="1468383"/>
            <a:chExt cx="850680" cy="21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E43F31-6EA0-FEED-C919-D1A5B142B760}"/>
                    </a:ext>
                  </a:extLst>
                </p14:cNvPr>
                <p14:cNvContentPartPr/>
                <p14:nvPr/>
              </p14:nvContentPartPr>
              <p14:xfrm>
                <a:off x="4117566" y="1479543"/>
                <a:ext cx="300240" cy="138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E43F31-6EA0-FEED-C919-D1A5B142B7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99926" y="1461903"/>
                  <a:ext cx="3358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E12520-20C3-00FE-2D28-5E1F305CBBC1}"/>
                    </a:ext>
                  </a:extLst>
                </p14:cNvPr>
                <p14:cNvContentPartPr/>
                <p14:nvPr/>
              </p14:nvContentPartPr>
              <p14:xfrm>
                <a:off x="4504206" y="1541103"/>
                <a:ext cx="85680" cy="83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E12520-20C3-00FE-2D28-5E1F305CBBC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86206" y="1523103"/>
                  <a:ext cx="1213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C5B5C44-EF0C-712D-2EE5-8E9CAF6D1312}"/>
                    </a:ext>
                  </a:extLst>
                </p14:cNvPr>
                <p14:cNvContentPartPr/>
                <p14:nvPr/>
              </p14:nvContentPartPr>
              <p14:xfrm>
                <a:off x="4482606" y="1495383"/>
                <a:ext cx="144000" cy="187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C5B5C44-EF0C-712D-2EE5-8E9CAF6D13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64606" y="1477383"/>
                  <a:ext cx="1796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242D3BE-3326-3C67-A82B-A4DD8F5D7FF0}"/>
                    </a:ext>
                  </a:extLst>
                </p14:cNvPr>
                <p14:cNvContentPartPr/>
                <p14:nvPr/>
              </p14:nvContentPartPr>
              <p14:xfrm>
                <a:off x="4745766" y="1468383"/>
                <a:ext cx="222480" cy="144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242D3BE-3326-3C67-A82B-A4DD8F5D7FF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728126" y="1450383"/>
                  <a:ext cx="25812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874DC8F-63A9-E597-EB0B-531A18BBFB5F}"/>
              </a:ext>
            </a:extLst>
          </p:cNvPr>
          <p:cNvGrpSpPr/>
          <p:nvPr/>
        </p:nvGrpSpPr>
        <p:grpSpPr>
          <a:xfrm>
            <a:off x="5426166" y="1172463"/>
            <a:ext cx="1408320" cy="420480"/>
            <a:chOff x="5426166" y="1172463"/>
            <a:chExt cx="140832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5EDCBE-DC0E-AB0E-33C3-E4E559488902}"/>
                    </a:ext>
                  </a:extLst>
                </p14:cNvPr>
                <p14:cNvContentPartPr/>
                <p14:nvPr/>
              </p14:nvContentPartPr>
              <p14:xfrm>
                <a:off x="5426166" y="1436343"/>
                <a:ext cx="293400" cy="126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5EDCBE-DC0E-AB0E-33C3-E4E5594889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08526" y="1418343"/>
                  <a:ext cx="329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A9134E5-7C46-D29D-0F0E-438060A7E638}"/>
                    </a:ext>
                  </a:extLst>
                </p14:cNvPr>
                <p14:cNvContentPartPr/>
                <p14:nvPr/>
              </p14:nvContentPartPr>
              <p14:xfrm>
                <a:off x="5779686" y="1172463"/>
                <a:ext cx="649800" cy="420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A9134E5-7C46-D29D-0F0E-438060A7E63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62046" y="1154823"/>
                  <a:ext cx="68544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55D2D0D-C885-9A0A-0976-8EAEA723458A}"/>
                    </a:ext>
                  </a:extLst>
                </p14:cNvPr>
                <p14:cNvContentPartPr/>
                <p14:nvPr/>
              </p14:nvContentPartPr>
              <p14:xfrm>
                <a:off x="6471606" y="1422663"/>
                <a:ext cx="50400" cy="170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55D2D0D-C885-9A0A-0976-8EAEA723458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453966" y="1405023"/>
                  <a:ext cx="860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C2447B4-AC47-A415-2F76-D623978F0BBA}"/>
                    </a:ext>
                  </a:extLst>
                </p14:cNvPr>
                <p14:cNvContentPartPr/>
                <p14:nvPr/>
              </p14:nvContentPartPr>
              <p14:xfrm>
                <a:off x="6605526" y="1396023"/>
                <a:ext cx="228960" cy="171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C2447B4-AC47-A415-2F76-D623978F0BB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7526" y="1378383"/>
                  <a:ext cx="2646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EAF3648-F856-F076-0F47-9D8646FF3D9F}"/>
                    </a:ext>
                  </a:extLst>
                </p14:cNvPr>
                <p14:cNvContentPartPr/>
                <p14:nvPr/>
              </p14:nvContentPartPr>
              <p14:xfrm>
                <a:off x="6547566" y="1233303"/>
                <a:ext cx="64080" cy="47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EAF3648-F856-F076-0F47-9D8646FF3D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29926" y="1215303"/>
                  <a:ext cx="997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9323650-D028-B1E1-690B-224058AE279F}"/>
                    </a:ext>
                  </a:extLst>
                </p14:cNvPr>
                <p14:cNvContentPartPr/>
                <p14:nvPr/>
              </p14:nvContentPartPr>
              <p14:xfrm>
                <a:off x="5876526" y="1240863"/>
                <a:ext cx="354960" cy="2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9323650-D028-B1E1-690B-224058AE279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58886" y="1222863"/>
                  <a:ext cx="39060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6E9491C-0850-893C-ADA3-DED85DEA78D3}"/>
                  </a:ext>
                </a:extLst>
              </p14:cNvPr>
              <p14:cNvContentPartPr/>
              <p14:nvPr/>
            </p14:nvContentPartPr>
            <p14:xfrm>
              <a:off x="7340646" y="1599063"/>
              <a:ext cx="7920" cy="612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6E9491C-0850-893C-ADA3-DED85DEA78D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323006" y="1581423"/>
                <a:ext cx="4356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4D2F90D7-8E7A-65A8-5B18-2A6C232C97B0}"/>
              </a:ext>
            </a:extLst>
          </p:cNvPr>
          <p:cNvGrpSpPr/>
          <p:nvPr/>
        </p:nvGrpSpPr>
        <p:grpSpPr>
          <a:xfrm>
            <a:off x="7834926" y="1152663"/>
            <a:ext cx="405000" cy="745200"/>
            <a:chOff x="7834926" y="1152663"/>
            <a:chExt cx="405000" cy="74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4AAF115-AB61-1CA2-E32B-ABD33DB1C214}"/>
                    </a:ext>
                  </a:extLst>
                </p14:cNvPr>
                <p14:cNvContentPartPr/>
                <p14:nvPr/>
              </p14:nvContentPartPr>
              <p14:xfrm>
                <a:off x="7834926" y="1152663"/>
                <a:ext cx="211320" cy="347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4AAF115-AB61-1CA2-E32B-ABD33DB1C21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817286" y="1135023"/>
                  <a:ext cx="24696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8BCE63-21EF-E01B-025E-D8195A3ED729}"/>
                    </a:ext>
                  </a:extLst>
                </p14:cNvPr>
                <p14:cNvContentPartPr/>
                <p14:nvPr/>
              </p14:nvContentPartPr>
              <p14:xfrm>
                <a:off x="8081526" y="1174983"/>
                <a:ext cx="158400" cy="72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8BCE63-21EF-E01B-025E-D8195A3ED72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63526" y="1156983"/>
                  <a:ext cx="194040" cy="75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44CA261-019C-9439-F5C1-63F834FE5352}"/>
              </a:ext>
            </a:extLst>
          </p:cNvPr>
          <p:cNvGrpSpPr/>
          <p:nvPr/>
        </p:nvGrpSpPr>
        <p:grpSpPr>
          <a:xfrm>
            <a:off x="8820246" y="1099023"/>
            <a:ext cx="1092960" cy="716400"/>
            <a:chOff x="8820246" y="1099023"/>
            <a:chExt cx="1092960" cy="71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2221008-BB79-0ECD-C5D1-3A44FB694D8F}"/>
                    </a:ext>
                  </a:extLst>
                </p14:cNvPr>
                <p14:cNvContentPartPr/>
                <p14:nvPr/>
              </p14:nvContentPartPr>
              <p14:xfrm>
                <a:off x="8820246" y="1099023"/>
                <a:ext cx="281160" cy="716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2221008-BB79-0ECD-C5D1-3A44FB694D8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02606" y="1081383"/>
                  <a:ext cx="31680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FE0CD4A-DFA7-C9D4-0861-7398344891C7}"/>
                    </a:ext>
                  </a:extLst>
                </p14:cNvPr>
                <p14:cNvContentPartPr/>
                <p14:nvPr/>
              </p14:nvContentPartPr>
              <p14:xfrm>
                <a:off x="9232086" y="1227543"/>
                <a:ext cx="297000" cy="184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FE0CD4A-DFA7-C9D4-0861-7398344891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214446" y="1209543"/>
                  <a:ext cx="3326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F88593F-C1E5-5270-2045-8D7F7288284D}"/>
                    </a:ext>
                  </a:extLst>
                </p14:cNvPr>
                <p14:cNvContentPartPr/>
                <p14:nvPr/>
              </p14:nvContentPartPr>
              <p14:xfrm>
                <a:off x="9621606" y="1213863"/>
                <a:ext cx="291600" cy="138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F88593F-C1E5-5270-2045-8D7F7288284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03606" y="1196223"/>
                  <a:ext cx="327240" cy="17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6BDFDE4-0430-DC7F-6E7F-DE93B186822F}"/>
              </a:ext>
            </a:extLst>
          </p:cNvPr>
          <p:cNvGrpSpPr/>
          <p:nvPr/>
        </p:nvGrpSpPr>
        <p:grpSpPr>
          <a:xfrm>
            <a:off x="10289046" y="1036023"/>
            <a:ext cx="782640" cy="307080"/>
            <a:chOff x="10289046" y="1036023"/>
            <a:chExt cx="78264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7A6C90-D50B-DCD6-C2A8-F667DFB359B2}"/>
                    </a:ext>
                  </a:extLst>
                </p14:cNvPr>
                <p14:cNvContentPartPr/>
                <p14:nvPr/>
              </p14:nvContentPartPr>
              <p14:xfrm>
                <a:off x="10316046" y="1299543"/>
                <a:ext cx="2160" cy="2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7A6C90-D50B-DCD6-C2A8-F667DFB359B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98046" y="1281543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186B108-C0DD-9C32-AF38-068CE8A0CAD3}"/>
                    </a:ext>
                  </a:extLst>
                </p14:cNvPr>
                <p14:cNvContentPartPr/>
                <p14:nvPr/>
              </p14:nvContentPartPr>
              <p14:xfrm>
                <a:off x="10329366" y="1036023"/>
                <a:ext cx="742320" cy="307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186B108-C0DD-9C32-AF38-068CE8A0CAD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11726" y="1018383"/>
                  <a:ext cx="7779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9AFF6B-52FD-8768-CFEB-EE214D64F362}"/>
                    </a:ext>
                  </a:extLst>
                </p14:cNvPr>
                <p14:cNvContentPartPr/>
                <p14:nvPr/>
              </p14:nvContentPartPr>
              <p14:xfrm>
                <a:off x="10289046" y="1141503"/>
                <a:ext cx="236520" cy="35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9AFF6B-52FD-8768-CFEB-EE214D64F36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71406" y="1123503"/>
                  <a:ext cx="27216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E7BD541D-1D57-92EF-8986-83577E92F16F}"/>
              </a:ext>
            </a:extLst>
          </p:cNvPr>
          <p:cNvGrpSpPr/>
          <p:nvPr/>
        </p:nvGrpSpPr>
        <p:grpSpPr>
          <a:xfrm>
            <a:off x="232446" y="2143383"/>
            <a:ext cx="1227960" cy="386280"/>
            <a:chOff x="232446" y="2143383"/>
            <a:chExt cx="122796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CA3AD08-F2E8-D0EE-5648-E96C6756B268}"/>
                    </a:ext>
                  </a:extLst>
                </p14:cNvPr>
                <p14:cNvContentPartPr/>
                <p14:nvPr/>
              </p14:nvContentPartPr>
              <p14:xfrm>
                <a:off x="232446" y="2281983"/>
                <a:ext cx="311040" cy="19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CA3AD08-F2E8-D0EE-5648-E96C6756B26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4806" y="2264343"/>
                  <a:ext cx="34668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9A3F3E8-98A7-E7D2-64AA-1746EE995AE5}"/>
                    </a:ext>
                  </a:extLst>
                </p14:cNvPr>
                <p14:cNvContentPartPr/>
                <p14:nvPr/>
              </p14:nvContentPartPr>
              <p14:xfrm>
                <a:off x="606126" y="2143383"/>
                <a:ext cx="619200" cy="38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9A3F3E8-98A7-E7D2-64AA-1746EE995AE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8486" y="2125743"/>
                  <a:ext cx="6548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450755-958F-0789-ED18-AEB1DADD93CF}"/>
                    </a:ext>
                  </a:extLst>
                </p14:cNvPr>
                <p14:cNvContentPartPr/>
                <p14:nvPr/>
              </p14:nvContentPartPr>
              <p14:xfrm>
                <a:off x="1305606" y="2357223"/>
                <a:ext cx="115200" cy="145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450755-958F-0789-ED18-AEB1DADD93C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287606" y="2339223"/>
                  <a:ext cx="1508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DD40D8E-27F7-CE69-BE91-43A0A3A9B4E3}"/>
                    </a:ext>
                  </a:extLst>
                </p14:cNvPr>
                <p14:cNvContentPartPr/>
                <p14:nvPr/>
              </p14:nvContentPartPr>
              <p14:xfrm>
                <a:off x="1320366" y="2331303"/>
                <a:ext cx="140040" cy="198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DD40D8E-27F7-CE69-BE91-43A0A3A9B4E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302366" y="2313303"/>
                  <a:ext cx="175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DBF64942-7FDD-0F28-4332-0D8B259B424D}"/>
                    </a:ext>
                  </a:extLst>
                </p14:cNvPr>
                <p14:cNvContentPartPr/>
                <p14:nvPr/>
              </p14:nvContentPartPr>
              <p14:xfrm>
                <a:off x="1301646" y="2185503"/>
                <a:ext cx="42120" cy="57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DBF64942-7FDD-0F28-4332-0D8B259B424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283646" y="2167503"/>
                  <a:ext cx="77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31B276-9E46-B881-7456-57D19F30FC2E}"/>
                    </a:ext>
                  </a:extLst>
                </p14:cNvPr>
                <p14:cNvContentPartPr/>
                <p14:nvPr/>
              </p14:nvContentPartPr>
              <p14:xfrm>
                <a:off x="837246" y="2176863"/>
                <a:ext cx="215280" cy="35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31B276-9E46-B881-7456-57D19F30FC2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9606" y="2159223"/>
                  <a:ext cx="2509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FCA42B8-FC0C-E145-CBDB-18ECCE905B2E}"/>
              </a:ext>
            </a:extLst>
          </p:cNvPr>
          <p:cNvGrpSpPr/>
          <p:nvPr/>
        </p:nvGrpSpPr>
        <p:grpSpPr>
          <a:xfrm>
            <a:off x="1897086" y="2203863"/>
            <a:ext cx="692640" cy="423720"/>
            <a:chOff x="1897086" y="2203863"/>
            <a:chExt cx="692640" cy="42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B35CD5D-8A2A-AADF-AB33-30F71F921756}"/>
                    </a:ext>
                  </a:extLst>
                </p14:cNvPr>
                <p14:cNvContentPartPr/>
                <p14:nvPr/>
              </p14:nvContentPartPr>
              <p14:xfrm>
                <a:off x="1897086" y="2203863"/>
                <a:ext cx="296280" cy="338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B35CD5D-8A2A-AADF-AB33-30F71F92175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79086" y="2185863"/>
                  <a:ext cx="33192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BD5614-F6B6-982D-3A82-70EF88D3D683}"/>
                    </a:ext>
                  </a:extLst>
                </p14:cNvPr>
                <p14:cNvContentPartPr/>
                <p14:nvPr/>
              </p14:nvContentPartPr>
              <p14:xfrm>
                <a:off x="2465166" y="2493663"/>
                <a:ext cx="124560" cy="133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BD5614-F6B6-982D-3A82-70EF88D3D68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47166" y="2476023"/>
                  <a:ext cx="1602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223472A-19EA-3C5D-71F3-59698EC9F411}"/>
              </a:ext>
            </a:extLst>
          </p:cNvPr>
          <p:cNvGrpSpPr/>
          <p:nvPr/>
        </p:nvGrpSpPr>
        <p:grpSpPr>
          <a:xfrm>
            <a:off x="3213966" y="2114943"/>
            <a:ext cx="1287360" cy="755280"/>
            <a:chOff x="3213966" y="2114943"/>
            <a:chExt cx="1287360" cy="75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29F65A0-CDBC-F184-1A6C-BDBB30D509CB}"/>
                    </a:ext>
                  </a:extLst>
                </p14:cNvPr>
                <p14:cNvContentPartPr/>
                <p14:nvPr/>
              </p14:nvContentPartPr>
              <p14:xfrm>
                <a:off x="3213966" y="2298543"/>
                <a:ext cx="208440" cy="142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29F65A0-CDBC-F184-1A6C-BDBB30D509C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196326" y="2280543"/>
                  <a:ext cx="2440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EF38A8B-72BE-BEF8-C898-FE1007122CCF}"/>
                    </a:ext>
                  </a:extLst>
                </p14:cNvPr>
                <p14:cNvContentPartPr/>
                <p14:nvPr/>
              </p14:nvContentPartPr>
              <p14:xfrm>
                <a:off x="3355446" y="2135103"/>
                <a:ext cx="47880" cy="1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EF38A8B-72BE-BEF8-C898-FE1007122CC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37806" y="2117103"/>
                  <a:ext cx="835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3CAA5DF-00CD-D9CD-A73B-357EA692FFA0}"/>
                    </a:ext>
                  </a:extLst>
                </p14:cNvPr>
                <p14:cNvContentPartPr/>
                <p14:nvPr/>
              </p14:nvContentPartPr>
              <p14:xfrm>
                <a:off x="3385686" y="2114943"/>
                <a:ext cx="199080" cy="755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3CAA5DF-00CD-D9CD-A73B-357EA692FFA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67686" y="2096943"/>
                  <a:ext cx="234720" cy="7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7192B8-3195-DBB7-7D91-00D5F9631AAD}"/>
                    </a:ext>
                  </a:extLst>
                </p14:cNvPr>
                <p14:cNvContentPartPr/>
                <p14:nvPr/>
              </p14:nvContentPartPr>
              <p14:xfrm>
                <a:off x="3964206" y="2274783"/>
                <a:ext cx="537120" cy="207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7192B8-3195-DBB7-7D91-00D5F9631AA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946206" y="2256783"/>
                  <a:ext cx="572760" cy="24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974C10D-AC89-AEF4-DF8F-1A1EEF63942B}"/>
              </a:ext>
            </a:extLst>
          </p:cNvPr>
          <p:cNvGrpSpPr/>
          <p:nvPr/>
        </p:nvGrpSpPr>
        <p:grpSpPr>
          <a:xfrm>
            <a:off x="5008566" y="2141583"/>
            <a:ext cx="2410560" cy="853200"/>
            <a:chOff x="5008566" y="2141583"/>
            <a:chExt cx="2410560" cy="85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AE1BF4-DF5C-B08F-8ABA-9693C9ECE1C6}"/>
                    </a:ext>
                  </a:extLst>
                </p14:cNvPr>
                <p14:cNvContentPartPr/>
                <p14:nvPr/>
              </p14:nvContentPartPr>
              <p14:xfrm>
                <a:off x="5008566" y="2191263"/>
                <a:ext cx="750240" cy="362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AE1BF4-DF5C-B08F-8ABA-9693C9ECE1C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90566" y="2173263"/>
                  <a:ext cx="78588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88DCA16-522F-C742-407E-3A559D2E2481}"/>
                    </a:ext>
                  </a:extLst>
                </p14:cNvPr>
                <p14:cNvContentPartPr/>
                <p14:nvPr/>
              </p14:nvContentPartPr>
              <p14:xfrm>
                <a:off x="5844126" y="2362623"/>
                <a:ext cx="173880" cy="174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88DCA16-522F-C742-407E-3A559D2E248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26486" y="2344983"/>
                  <a:ext cx="209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307E1E6-BE07-054A-195F-4C012799615E}"/>
                    </a:ext>
                  </a:extLst>
                </p14:cNvPr>
                <p14:cNvContentPartPr/>
                <p14:nvPr/>
              </p14:nvContentPartPr>
              <p14:xfrm>
                <a:off x="6139686" y="2141583"/>
                <a:ext cx="111960" cy="364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307E1E6-BE07-054A-195F-4C01279961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122046" y="2123943"/>
                  <a:ext cx="1476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89D847B-9D17-D8A3-618C-77B71999E9E5}"/>
                    </a:ext>
                  </a:extLst>
                </p14:cNvPr>
                <p14:cNvContentPartPr/>
                <p14:nvPr/>
              </p14:nvContentPartPr>
              <p14:xfrm>
                <a:off x="6086766" y="2233023"/>
                <a:ext cx="299880" cy="198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89D847B-9D17-D8A3-618C-77B71999E9E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68766" y="2215383"/>
                  <a:ext cx="335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D7FDDE6-5473-7906-AB53-CF5B17AFA255}"/>
                    </a:ext>
                  </a:extLst>
                </p14:cNvPr>
                <p14:cNvContentPartPr/>
                <p14:nvPr/>
              </p14:nvContentPartPr>
              <p14:xfrm>
                <a:off x="6704886" y="2302503"/>
                <a:ext cx="714240" cy="692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D7FDDE6-5473-7906-AB53-CF5B17AFA25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687246" y="2284863"/>
                  <a:ext cx="749880" cy="72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E0213F9-5BA2-B23F-3A8B-5035090BA49E}"/>
                  </a:ext>
                </a:extLst>
              </p14:cNvPr>
              <p14:cNvContentPartPr/>
              <p14:nvPr/>
            </p14:nvContentPartPr>
            <p14:xfrm>
              <a:off x="7788126" y="2329143"/>
              <a:ext cx="304920" cy="1951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E0213F9-5BA2-B23F-3A8B-5035090BA49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770126" y="2311503"/>
                <a:ext cx="340560" cy="23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6FEF78AB-D3BA-F7C5-A924-45EB7933D942}"/>
              </a:ext>
            </a:extLst>
          </p:cNvPr>
          <p:cNvGrpSpPr/>
          <p:nvPr/>
        </p:nvGrpSpPr>
        <p:grpSpPr>
          <a:xfrm>
            <a:off x="8507766" y="2292063"/>
            <a:ext cx="1080000" cy="247680"/>
            <a:chOff x="8507766" y="2292063"/>
            <a:chExt cx="1080000" cy="2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61131F8-4CCD-BF73-C2C2-05C3AC47A904}"/>
                    </a:ext>
                  </a:extLst>
                </p14:cNvPr>
                <p14:cNvContentPartPr/>
                <p14:nvPr/>
              </p14:nvContentPartPr>
              <p14:xfrm>
                <a:off x="8507766" y="2330223"/>
                <a:ext cx="466200" cy="209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61131F8-4CCD-BF73-C2C2-05C3AC47A90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9766" y="2312583"/>
                  <a:ext cx="501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5AFCC83-BA4B-AD60-92A9-8B41A50595FC}"/>
                    </a:ext>
                  </a:extLst>
                </p14:cNvPr>
                <p14:cNvContentPartPr/>
                <p14:nvPr/>
              </p14:nvContentPartPr>
              <p14:xfrm>
                <a:off x="9116526" y="2292063"/>
                <a:ext cx="471240" cy="183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5AFCC83-BA4B-AD60-92A9-8B41A50595F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98886" y="2274423"/>
                  <a:ext cx="50688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2FF9080B-7505-39B8-2A92-3746AA476E86}"/>
              </a:ext>
            </a:extLst>
          </p:cNvPr>
          <p:cNvGrpSpPr/>
          <p:nvPr/>
        </p:nvGrpSpPr>
        <p:grpSpPr>
          <a:xfrm>
            <a:off x="10047486" y="2107383"/>
            <a:ext cx="2021760" cy="741600"/>
            <a:chOff x="10047486" y="2107383"/>
            <a:chExt cx="2021760" cy="74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218DDF9-84AB-4B13-F980-D211BB6C097B}"/>
                    </a:ext>
                  </a:extLst>
                </p14:cNvPr>
                <p14:cNvContentPartPr/>
                <p14:nvPr/>
              </p14:nvContentPartPr>
              <p14:xfrm>
                <a:off x="10047486" y="2287383"/>
                <a:ext cx="551160" cy="194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218DDF9-84AB-4B13-F980-D211BB6C097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29846" y="2269743"/>
                  <a:ext cx="586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87AED4C-7C04-96C6-EAED-2E0C3446E194}"/>
                    </a:ext>
                  </a:extLst>
                </p14:cNvPr>
                <p14:cNvContentPartPr/>
                <p14:nvPr/>
              </p14:nvContentPartPr>
              <p14:xfrm>
                <a:off x="10693686" y="2107383"/>
                <a:ext cx="244080" cy="354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87AED4C-7C04-96C6-EAED-2E0C3446E19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75686" y="2089743"/>
                  <a:ext cx="2797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A9A40F-E433-B3DC-ECF9-5C7CF9EB7F66}"/>
                    </a:ext>
                  </a:extLst>
                </p14:cNvPr>
                <p14:cNvContentPartPr/>
                <p14:nvPr/>
              </p14:nvContentPartPr>
              <p14:xfrm>
                <a:off x="11154846" y="2299263"/>
                <a:ext cx="165960" cy="167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A9A40F-E433-B3DC-ECF9-5C7CF9EB7F6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37206" y="2281263"/>
                  <a:ext cx="201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01614D-B7A5-90E2-3C4E-E5FA6631DDCC}"/>
                    </a:ext>
                  </a:extLst>
                </p14:cNvPr>
                <p14:cNvContentPartPr/>
                <p14:nvPr/>
              </p14:nvContentPartPr>
              <p14:xfrm>
                <a:off x="11365806" y="2299263"/>
                <a:ext cx="703440" cy="54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01614D-B7A5-90E2-3C4E-E5FA6631DDC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347806" y="2281623"/>
                  <a:ext cx="739080" cy="58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798217B-F63A-5A48-9526-A988DCA5D7F6}"/>
              </a:ext>
            </a:extLst>
          </p:cNvPr>
          <p:cNvGrpSpPr/>
          <p:nvPr/>
        </p:nvGrpSpPr>
        <p:grpSpPr>
          <a:xfrm>
            <a:off x="282126" y="2886063"/>
            <a:ext cx="2106000" cy="390240"/>
            <a:chOff x="282126" y="2886063"/>
            <a:chExt cx="210600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B7F13F-5E5C-A6C7-1559-1277F1E29CB1}"/>
                    </a:ext>
                  </a:extLst>
                </p14:cNvPr>
                <p14:cNvContentPartPr/>
                <p14:nvPr/>
              </p14:nvContentPartPr>
              <p14:xfrm>
                <a:off x="282126" y="3060303"/>
                <a:ext cx="282960" cy="2041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B7F13F-5E5C-A6C7-1559-1277F1E29CB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4126" y="3042303"/>
                  <a:ext cx="3186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3B90AD6-6391-95BA-7E1F-A3010A802C9E}"/>
                    </a:ext>
                  </a:extLst>
                </p14:cNvPr>
                <p14:cNvContentPartPr/>
                <p14:nvPr/>
              </p14:nvContentPartPr>
              <p14:xfrm>
                <a:off x="858126" y="2886063"/>
                <a:ext cx="773640" cy="39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3B90AD6-6391-95BA-7E1F-A3010A802C9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40486" y="2868423"/>
                  <a:ext cx="8092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3884330-4201-2B16-73F8-6AC8DF08894E}"/>
                    </a:ext>
                  </a:extLst>
                </p14:cNvPr>
                <p14:cNvContentPartPr/>
                <p14:nvPr/>
              </p14:nvContentPartPr>
              <p14:xfrm>
                <a:off x="1707366" y="3112143"/>
                <a:ext cx="225000" cy="147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3884330-4201-2B16-73F8-6AC8DF08894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689366" y="3094503"/>
                  <a:ext cx="260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D138757-5987-A07E-C4DF-1C0D3B51ADA4}"/>
                    </a:ext>
                  </a:extLst>
                </p14:cNvPr>
                <p14:cNvContentPartPr/>
                <p14:nvPr/>
              </p14:nvContentPartPr>
              <p14:xfrm>
                <a:off x="2012286" y="3055263"/>
                <a:ext cx="375840" cy="1890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D138757-5987-A07E-C4DF-1C0D3B51ADA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94646" y="3037263"/>
                  <a:ext cx="411480" cy="22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B672D98-9E9A-CCCD-CF51-9903015DAC8B}"/>
              </a:ext>
            </a:extLst>
          </p:cNvPr>
          <p:cNvGrpSpPr/>
          <p:nvPr/>
        </p:nvGrpSpPr>
        <p:grpSpPr>
          <a:xfrm>
            <a:off x="2893926" y="2940063"/>
            <a:ext cx="1014840" cy="363960"/>
            <a:chOff x="2893926" y="2940063"/>
            <a:chExt cx="10148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B23EA52-D628-2467-ED2B-9E8EB4E687E2}"/>
                    </a:ext>
                  </a:extLst>
                </p14:cNvPr>
                <p14:cNvContentPartPr/>
                <p14:nvPr/>
              </p14:nvContentPartPr>
              <p14:xfrm>
                <a:off x="2893926" y="2940063"/>
                <a:ext cx="451080" cy="345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B23EA52-D628-2467-ED2B-9E8EB4E687E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875926" y="2922423"/>
                  <a:ext cx="48672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E22FFCE-2827-6967-9DAF-D7150CCA352A}"/>
                    </a:ext>
                  </a:extLst>
                </p14:cNvPr>
                <p14:cNvContentPartPr/>
                <p14:nvPr/>
              </p14:nvContentPartPr>
              <p14:xfrm>
                <a:off x="2961246" y="3088743"/>
                <a:ext cx="181800" cy="9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E22FFCE-2827-6967-9DAF-D7150CCA352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943246" y="3071103"/>
                  <a:ext cx="2174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B0FA58-49BE-4DA5-A6E1-6A4E3665972A}"/>
                    </a:ext>
                  </a:extLst>
                </p14:cNvPr>
                <p14:cNvContentPartPr/>
                <p14:nvPr/>
              </p14:nvContentPartPr>
              <p14:xfrm>
                <a:off x="3406926" y="3105663"/>
                <a:ext cx="501840" cy="198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B0FA58-49BE-4DA5-A6E1-6A4E3665972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89286" y="3087663"/>
                  <a:ext cx="537480" cy="23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2B31422-BB14-0276-D0BF-412206DB1A05}"/>
                  </a:ext>
                </a:extLst>
              </p14:cNvPr>
              <p14:cNvContentPartPr/>
              <p14:nvPr/>
            </p14:nvContentPartPr>
            <p14:xfrm>
              <a:off x="4445886" y="3102063"/>
              <a:ext cx="289440" cy="192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2B31422-BB14-0276-D0BF-412206DB1A0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427886" y="3084063"/>
                <a:ext cx="325080" cy="22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0454A6D-913F-9CF6-AE13-CF7055F9515D}"/>
              </a:ext>
            </a:extLst>
          </p:cNvPr>
          <p:cNvGrpSpPr/>
          <p:nvPr/>
        </p:nvGrpSpPr>
        <p:grpSpPr>
          <a:xfrm>
            <a:off x="5318886" y="3148503"/>
            <a:ext cx="1328760" cy="521640"/>
            <a:chOff x="5318886" y="3148503"/>
            <a:chExt cx="1328760" cy="52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093A728-EC1E-FE32-DD36-D5CAF676FE3D}"/>
                    </a:ext>
                  </a:extLst>
                </p14:cNvPr>
                <p14:cNvContentPartPr/>
                <p14:nvPr/>
              </p14:nvContentPartPr>
              <p14:xfrm>
                <a:off x="5318886" y="3148503"/>
                <a:ext cx="189360" cy="1890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093A728-EC1E-FE32-DD36-D5CAF676FE3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300886" y="3130863"/>
                  <a:ext cx="2250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833C18A-D5CF-9206-08D9-F66C3F8BB1DD}"/>
                    </a:ext>
                  </a:extLst>
                </p14:cNvPr>
                <p14:cNvContentPartPr/>
                <p14:nvPr/>
              </p14:nvContentPartPr>
              <p14:xfrm>
                <a:off x="5459646" y="3176943"/>
                <a:ext cx="203040" cy="493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833C18A-D5CF-9206-08D9-F66C3F8BB1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441646" y="3159303"/>
                  <a:ext cx="2386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CE74755-2F64-0A39-1F4A-CACBDC342318}"/>
                    </a:ext>
                  </a:extLst>
                </p14:cNvPr>
                <p14:cNvContentPartPr/>
                <p14:nvPr/>
              </p14:nvContentPartPr>
              <p14:xfrm>
                <a:off x="5759526" y="3162183"/>
                <a:ext cx="405000" cy="151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CE74755-2F64-0A39-1F4A-CACBDC34231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741886" y="3144543"/>
                  <a:ext cx="440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161BDB3-1B4F-70E4-2ED6-346B18072B6C}"/>
                    </a:ext>
                  </a:extLst>
                </p14:cNvPr>
                <p14:cNvContentPartPr/>
                <p14:nvPr/>
              </p14:nvContentPartPr>
              <p14:xfrm>
                <a:off x="6245166" y="3151023"/>
                <a:ext cx="402480" cy="15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161BDB3-1B4F-70E4-2ED6-346B18072B6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27526" y="3133383"/>
                  <a:ext cx="4381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F77D8AE-8ACF-A9E4-B680-2B163B293171}"/>
              </a:ext>
            </a:extLst>
          </p:cNvPr>
          <p:cNvGrpSpPr/>
          <p:nvPr/>
        </p:nvGrpSpPr>
        <p:grpSpPr>
          <a:xfrm>
            <a:off x="7203846" y="2981463"/>
            <a:ext cx="2290680" cy="660240"/>
            <a:chOff x="7203846" y="2981463"/>
            <a:chExt cx="2290680" cy="66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A71A3EF-F09E-BFC9-9803-F01CF2767945}"/>
                    </a:ext>
                  </a:extLst>
                </p14:cNvPr>
                <p14:cNvContentPartPr/>
                <p14:nvPr/>
              </p14:nvContentPartPr>
              <p14:xfrm>
                <a:off x="7203846" y="3141663"/>
                <a:ext cx="292680" cy="1720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A71A3EF-F09E-BFC9-9803-F01CF276794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85846" y="3123663"/>
                  <a:ext cx="328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E3738037-30E3-333F-99A7-6CDACDE54217}"/>
                    </a:ext>
                  </a:extLst>
                </p14:cNvPr>
                <p14:cNvContentPartPr/>
                <p14:nvPr/>
              </p14:nvContentPartPr>
              <p14:xfrm>
                <a:off x="7571046" y="2985783"/>
                <a:ext cx="778320" cy="346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E3738037-30E3-333F-99A7-6CDACDE5421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553046" y="2967783"/>
                  <a:ext cx="8139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ADDFF18-4EEA-0FAB-6011-DDBDA602FD19}"/>
                    </a:ext>
                  </a:extLst>
                </p14:cNvPr>
                <p14:cNvContentPartPr/>
                <p14:nvPr/>
              </p14:nvContentPartPr>
              <p14:xfrm>
                <a:off x="8438646" y="3141303"/>
                <a:ext cx="253800" cy="181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ADDFF18-4EEA-0FAB-6011-DDBDA602FD1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421006" y="3123303"/>
                  <a:ext cx="289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6AB132D-DF2F-5C68-2FEC-4BFCF0DE2654}"/>
                    </a:ext>
                  </a:extLst>
                </p14:cNvPr>
                <p14:cNvContentPartPr/>
                <p14:nvPr/>
              </p14:nvContentPartPr>
              <p14:xfrm>
                <a:off x="8358726" y="2984343"/>
                <a:ext cx="80280" cy="24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6AB132D-DF2F-5C68-2FEC-4BFCF0DE265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41086" y="2966703"/>
                  <a:ext cx="11592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AACCB9A-5C3E-4E1F-2F4F-3A34EA9A2CCB}"/>
                    </a:ext>
                  </a:extLst>
                </p14:cNvPr>
                <p14:cNvContentPartPr/>
                <p14:nvPr/>
              </p14:nvContentPartPr>
              <p14:xfrm>
                <a:off x="7809726" y="3011343"/>
                <a:ext cx="214920" cy="28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AACCB9A-5C3E-4E1F-2F4F-3A34EA9A2CC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792086" y="2993343"/>
                  <a:ext cx="250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25E0B92-8208-0568-2B1E-B4E8AB7E4C86}"/>
                    </a:ext>
                  </a:extLst>
                </p14:cNvPr>
                <p14:cNvContentPartPr/>
                <p14:nvPr/>
              </p14:nvContentPartPr>
              <p14:xfrm>
                <a:off x="9054966" y="2981463"/>
                <a:ext cx="439560" cy="660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25E0B92-8208-0568-2B1E-B4E8AB7E4C8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036966" y="2963823"/>
                  <a:ext cx="475200" cy="69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4FA5B0C7-9459-7227-D01A-7F7B734C336D}"/>
              </a:ext>
            </a:extLst>
          </p:cNvPr>
          <p:cNvGrpSpPr/>
          <p:nvPr/>
        </p:nvGrpSpPr>
        <p:grpSpPr>
          <a:xfrm>
            <a:off x="10103646" y="2936823"/>
            <a:ext cx="1773000" cy="324720"/>
            <a:chOff x="10103646" y="2936823"/>
            <a:chExt cx="17730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AD923E-1C9B-279B-286C-189A64785DE0}"/>
                    </a:ext>
                  </a:extLst>
                </p14:cNvPr>
                <p14:cNvContentPartPr/>
                <p14:nvPr/>
              </p14:nvContentPartPr>
              <p14:xfrm>
                <a:off x="10103646" y="3056703"/>
                <a:ext cx="387360" cy="187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AD923E-1C9B-279B-286C-189A64785DE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86006" y="3039063"/>
                  <a:ext cx="423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8D7281D-76BA-9312-2DA2-5123D0FC45AC}"/>
                    </a:ext>
                  </a:extLst>
                </p14:cNvPr>
                <p14:cNvContentPartPr/>
                <p14:nvPr/>
              </p14:nvContentPartPr>
              <p14:xfrm>
                <a:off x="10514046" y="2936823"/>
                <a:ext cx="735840" cy="303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8D7281D-76BA-9312-2DA2-5123D0FC45A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96406" y="2919183"/>
                  <a:ext cx="7714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A9A3E36-E545-FBE9-97A0-A69AD856CD0D}"/>
                    </a:ext>
                  </a:extLst>
                </p14:cNvPr>
                <p14:cNvContentPartPr/>
                <p14:nvPr/>
              </p14:nvContentPartPr>
              <p14:xfrm>
                <a:off x="11612406" y="3046263"/>
                <a:ext cx="264240" cy="215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A9A3E36-E545-FBE9-97A0-A69AD856CD0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594406" y="3028263"/>
                  <a:ext cx="299880" cy="25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7362713-DC39-03D8-F6E1-B849FC41EEB1}"/>
              </a:ext>
            </a:extLst>
          </p:cNvPr>
          <p:cNvGrpSpPr/>
          <p:nvPr/>
        </p:nvGrpSpPr>
        <p:grpSpPr>
          <a:xfrm>
            <a:off x="367446" y="3655743"/>
            <a:ext cx="244440" cy="377280"/>
            <a:chOff x="367446" y="3655743"/>
            <a:chExt cx="24444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125D9F-A248-194B-10DC-CAE30E90B7F8}"/>
                    </a:ext>
                  </a:extLst>
                </p14:cNvPr>
                <p14:cNvContentPartPr/>
                <p14:nvPr/>
              </p14:nvContentPartPr>
              <p14:xfrm>
                <a:off x="367446" y="3796863"/>
                <a:ext cx="40680" cy="234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125D9F-A248-194B-10DC-CAE30E90B7F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49446" y="3778863"/>
                  <a:ext cx="7632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63F221F-6353-27E0-DCE4-61F683C57FF8}"/>
                    </a:ext>
                  </a:extLst>
                </p14:cNvPr>
                <p14:cNvContentPartPr/>
                <p14:nvPr/>
              </p14:nvContentPartPr>
              <p14:xfrm>
                <a:off x="503526" y="3867423"/>
                <a:ext cx="108360" cy="165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63F221F-6353-27E0-DCE4-61F683C57FF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85886" y="3849783"/>
                  <a:ext cx="1440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E509EF3-D805-0C69-6AD2-C61695C519BA}"/>
                    </a:ext>
                  </a:extLst>
                </p14:cNvPr>
                <p14:cNvContentPartPr/>
                <p14:nvPr/>
              </p14:nvContentPartPr>
              <p14:xfrm>
                <a:off x="482646" y="3655743"/>
                <a:ext cx="8280" cy="40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E509EF3-D805-0C69-6AD2-C61695C519B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5006" y="3638103"/>
                  <a:ext cx="4392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AE7B268D-E4F1-1A3E-9D80-4C46F2ED652C}"/>
              </a:ext>
            </a:extLst>
          </p:cNvPr>
          <p:cNvGrpSpPr/>
          <p:nvPr/>
        </p:nvGrpSpPr>
        <p:grpSpPr>
          <a:xfrm>
            <a:off x="1203006" y="3631983"/>
            <a:ext cx="1303560" cy="383400"/>
            <a:chOff x="1203006" y="3631983"/>
            <a:chExt cx="1303560" cy="38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96B04E2-D12A-0DFA-AB55-8F88EC7A7A76}"/>
                    </a:ext>
                  </a:extLst>
                </p14:cNvPr>
                <p14:cNvContentPartPr/>
                <p14:nvPr/>
              </p14:nvContentPartPr>
              <p14:xfrm>
                <a:off x="1203006" y="3708303"/>
                <a:ext cx="365400" cy="294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96B04E2-D12A-0DFA-AB55-8F88EC7A7A7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85366" y="3690303"/>
                  <a:ext cx="4010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3D8A0B2-6F0C-F320-3043-DAA0E0258686}"/>
                    </a:ext>
                  </a:extLst>
                </p14:cNvPr>
                <p14:cNvContentPartPr/>
                <p14:nvPr/>
              </p14:nvContentPartPr>
              <p14:xfrm>
                <a:off x="1682886" y="3631983"/>
                <a:ext cx="127080" cy="38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3D8A0B2-6F0C-F320-3043-DAA0E025868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664886" y="3613983"/>
                  <a:ext cx="16272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6F3D40B-F3FD-DEEE-5D34-6E8C2CF300EA}"/>
                    </a:ext>
                  </a:extLst>
                </p14:cNvPr>
                <p14:cNvContentPartPr/>
                <p14:nvPr/>
              </p14:nvContentPartPr>
              <p14:xfrm>
                <a:off x="1660926" y="3836463"/>
                <a:ext cx="156240" cy="25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6F3D40B-F3FD-DEEE-5D34-6E8C2CF300E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43286" y="3818463"/>
                  <a:ext cx="191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D8FAC3C-D1EF-6A0D-9AC0-1D4AE0F1CF58}"/>
                    </a:ext>
                  </a:extLst>
                </p14:cNvPr>
                <p14:cNvContentPartPr/>
                <p14:nvPr/>
              </p14:nvContentPartPr>
              <p14:xfrm>
                <a:off x="1888446" y="3831063"/>
                <a:ext cx="234720" cy="151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D8FAC3C-D1EF-6A0D-9AC0-1D4AE0F1CF5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870446" y="3813063"/>
                  <a:ext cx="2703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C858521-D57E-1FC8-D166-869A9AA51716}"/>
                    </a:ext>
                  </a:extLst>
                </p14:cNvPr>
                <p14:cNvContentPartPr/>
                <p14:nvPr/>
              </p14:nvContentPartPr>
              <p14:xfrm>
                <a:off x="2174646" y="3856623"/>
                <a:ext cx="39600" cy="102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C858521-D57E-1FC8-D166-869A9AA5171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156646" y="3838623"/>
                  <a:ext cx="75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D62BC79-101D-67EE-643B-DCB208549F8E}"/>
                    </a:ext>
                  </a:extLst>
                </p14:cNvPr>
                <p14:cNvContentPartPr/>
                <p14:nvPr/>
              </p14:nvContentPartPr>
              <p14:xfrm>
                <a:off x="2221086" y="3665103"/>
                <a:ext cx="57600" cy="42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D62BC79-101D-67EE-643B-DCB208549F8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203086" y="3647103"/>
                  <a:ext cx="93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BC8CD74-5CE4-1013-F9A7-B23F46B9A444}"/>
                    </a:ext>
                  </a:extLst>
                </p14:cNvPr>
                <p14:cNvContentPartPr/>
                <p14:nvPr/>
              </p14:nvContentPartPr>
              <p14:xfrm>
                <a:off x="2339886" y="3836103"/>
                <a:ext cx="166680" cy="133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BC8CD74-5CE4-1013-F9A7-B23F46B9A44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322246" y="3818463"/>
                  <a:ext cx="20232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FC3A8AA8-3A83-8396-9848-4BA2F464E2F6}"/>
              </a:ext>
            </a:extLst>
          </p:cNvPr>
          <p:cNvGrpSpPr/>
          <p:nvPr/>
        </p:nvGrpSpPr>
        <p:grpSpPr>
          <a:xfrm>
            <a:off x="2628606" y="3651783"/>
            <a:ext cx="635040" cy="350640"/>
            <a:chOff x="2628606" y="3651783"/>
            <a:chExt cx="63504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12EB985-3360-5996-AA7F-E70DEFB069C3}"/>
                    </a:ext>
                  </a:extLst>
                </p14:cNvPr>
                <p14:cNvContentPartPr/>
                <p14:nvPr/>
              </p14:nvContentPartPr>
              <p14:xfrm>
                <a:off x="2628606" y="3863823"/>
                <a:ext cx="156960" cy="138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12EB985-3360-5996-AA7F-E70DEFB069C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610966" y="3845823"/>
                  <a:ext cx="1926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7B5B760-464C-0F44-7A72-4268582D5710}"/>
                    </a:ext>
                  </a:extLst>
                </p14:cNvPr>
                <p14:cNvContentPartPr/>
                <p14:nvPr/>
              </p14:nvContentPartPr>
              <p14:xfrm>
                <a:off x="2864766" y="3651783"/>
                <a:ext cx="205200" cy="333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7B5B760-464C-0F44-7A72-4268582D571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46766" y="3633783"/>
                  <a:ext cx="24084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A9FFED3-42B1-4219-0F67-A3128E26BCC9}"/>
                    </a:ext>
                  </a:extLst>
                </p14:cNvPr>
                <p14:cNvContentPartPr/>
                <p14:nvPr/>
              </p14:nvContentPartPr>
              <p14:xfrm>
                <a:off x="3251766" y="3939423"/>
                <a:ext cx="11880" cy="24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A9FFED3-42B1-4219-0F67-A3128E26BCC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233766" y="3921423"/>
                  <a:ext cx="4752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D2BCCD9-C70D-EB76-9B1B-CB2A4D5EA3ED}"/>
              </a:ext>
            </a:extLst>
          </p:cNvPr>
          <p:cNvGrpSpPr/>
          <p:nvPr/>
        </p:nvGrpSpPr>
        <p:grpSpPr>
          <a:xfrm>
            <a:off x="4148886" y="3769143"/>
            <a:ext cx="843120" cy="377640"/>
            <a:chOff x="4148886" y="3769143"/>
            <a:chExt cx="843120" cy="37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D5C4D23-F37D-4F4D-3A24-9C2B63EE54CF}"/>
                    </a:ext>
                  </a:extLst>
                </p14:cNvPr>
                <p14:cNvContentPartPr/>
                <p14:nvPr/>
              </p14:nvContentPartPr>
              <p14:xfrm>
                <a:off x="4148886" y="3769143"/>
                <a:ext cx="254520" cy="3776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D5C4D23-F37D-4F4D-3A24-9C2B63EE54C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130886" y="3751503"/>
                  <a:ext cx="2901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38E5162-B082-E53A-04FF-850FBD3B5C61}"/>
                    </a:ext>
                  </a:extLst>
                </p14:cNvPr>
                <p14:cNvContentPartPr/>
                <p14:nvPr/>
              </p14:nvContentPartPr>
              <p14:xfrm>
                <a:off x="4515006" y="3811623"/>
                <a:ext cx="169920" cy="286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38E5162-B082-E53A-04FF-850FBD3B5C6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497366" y="3793983"/>
                  <a:ext cx="2055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D55B05A-038B-AC4D-D289-3AEB0613E817}"/>
                    </a:ext>
                  </a:extLst>
                </p14:cNvPr>
                <p14:cNvContentPartPr/>
                <p14:nvPr/>
              </p14:nvContentPartPr>
              <p14:xfrm>
                <a:off x="4771326" y="3924663"/>
                <a:ext cx="220680" cy="163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D55B05A-038B-AC4D-D289-3AEB0613E8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753326" y="3906663"/>
                  <a:ext cx="256320" cy="19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87D5A0F-A71D-DC60-44A0-E6083D865BE7}"/>
              </a:ext>
            </a:extLst>
          </p:cNvPr>
          <p:cNvGrpSpPr/>
          <p:nvPr/>
        </p:nvGrpSpPr>
        <p:grpSpPr>
          <a:xfrm>
            <a:off x="5825406" y="3765183"/>
            <a:ext cx="2656440" cy="358920"/>
            <a:chOff x="5825406" y="3765183"/>
            <a:chExt cx="265644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102D71B-AA96-6841-FF81-16EFB158DE68}"/>
                    </a:ext>
                  </a:extLst>
                </p14:cNvPr>
                <p14:cNvContentPartPr/>
                <p14:nvPr/>
              </p14:nvContentPartPr>
              <p14:xfrm>
                <a:off x="5825406" y="3784623"/>
                <a:ext cx="613800" cy="339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102D71B-AA96-6841-FF81-16EFB158DE68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07406" y="3766623"/>
                  <a:ext cx="6494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3C4D529-2668-F3C1-F80F-EC01F109C09D}"/>
                    </a:ext>
                  </a:extLst>
                </p14:cNvPr>
                <p14:cNvContentPartPr/>
                <p14:nvPr/>
              </p14:nvContentPartPr>
              <p14:xfrm>
                <a:off x="6321846" y="3897663"/>
                <a:ext cx="134640" cy="1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3C4D529-2668-F3C1-F80F-EC01F109C09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303846" y="3879663"/>
                  <a:ext cx="1702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F7138B4-F492-4FF3-5B59-2A8DB04ECFA0}"/>
                    </a:ext>
                  </a:extLst>
                </p14:cNvPr>
                <p14:cNvContentPartPr/>
                <p14:nvPr/>
              </p14:nvContentPartPr>
              <p14:xfrm>
                <a:off x="6475566" y="3936903"/>
                <a:ext cx="109080" cy="1519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F7138B4-F492-4FF3-5B59-2A8DB04ECFA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57566" y="3918903"/>
                  <a:ext cx="1447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0BA2BF6-A44F-CA20-BFED-9A67BEA0B031}"/>
                    </a:ext>
                  </a:extLst>
                </p14:cNvPr>
                <p14:cNvContentPartPr/>
                <p14:nvPr/>
              </p14:nvContentPartPr>
              <p14:xfrm>
                <a:off x="6669606" y="3932223"/>
                <a:ext cx="208440" cy="162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0BA2BF6-A44F-CA20-BFED-9A67BEA0B0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651606" y="3914223"/>
                  <a:ext cx="2440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34F0F94-F4E8-A5E7-6E11-EB48CFD6D7EC}"/>
                    </a:ext>
                  </a:extLst>
                </p14:cNvPr>
                <p14:cNvContentPartPr/>
                <p14:nvPr/>
              </p14:nvContentPartPr>
              <p14:xfrm>
                <a:off x="6858246" y="3933663"/>
                <a:ext cx="442800" cy="169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34F0F94-F4E8-A5E7-6E11-EB48CFD6D7E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840606" y="3915663"/>
                  <a:ext cx="478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7615B99-2A73-C7A7-12C4-F3A38DFFEB27}"/>
                    </a:ext>
                  </a:extLst>
                </p14:cNvPr>
                <p14:cNvContentPartPr/>
                <p14:nvPr/>
              </p14:nvContentPartPr>
              <p14:xfrm>
                <a:off x="7303566" y="3765183"/>
                <a:ext cx="63360" cy="56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7615B99-2A73-C7A7-12C4-F3A38DFFEB2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85926" y="3747183"/>
                  <a:ext cx="990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21092BA-1F8D-FE5B-F022-B25D84B5104E}"/>
                    </a:ext>
                  </a:extLst>
                </p14:cNvPr>
                <p14:cNvContentPartPr/>
                <p14:nvPr/>
              </p14:nvContentPartPr>
              <p14:xfrm>
                <a:off x="7365846" y="3959943"/>
                <a:ext cx="241920" cy="1555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21092BA-1F8D-FE5B-F022-B25D84B5104E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47846" y="3942303"/>
                  <a:ext cx="2775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D941900-559D-DD85-9AD6-FFBC7470EEB6}"/>
                    </a:ext>
                  </a:extLst>
                </p14:cNvPr>
                <p14:cNvContentPartPr/>
                <p14:nvPr/>
              </p14:nvContentPartPr>
              <p14:xfrm>
                <a:off x="7722246" y="3984063"/>
                <a:ext cx="178560" cy="123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D941900-559D-DD85-9AD6-FFBC7470EEB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704246" y="3966423"/>
                  <a:ext cx="2142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323999F-F9AC-76D9-F8B4-C20F56159937}"/>
                    </a:ext>
                  </a:extLst>
                </p14:cNvPr>
                <p14:cNvContentPartPr/>
                <p14:nvPr/>
              </p14:nvContentPartPr>
              <p14:xfrm>
                <a:off x="8031486" y="3975423"/>
                <a:ext cx="177840" cy="115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323999F-F9AC-76D9-F8B4-C20F5615993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013846" y="3957423"/>
                  <a:ext cx="2134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A28B31F-D52F-8234-7729-50738CE3C6A0}"/>
                    </a:ext>
                  </a:extLst>
                </p14:cNvPr>
                <p14:cNvContentPartPr/>
                <p14:nvPr/>
              </p14:nvContentPartPr>
              <p14:xfrm>
                <a:off x="8336766" y="3815223"/>
                <a:ext cx="111600" cy="294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A28B31F-D52F-8234-7729-50738CE3C6A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319126" y="3797223"/>
                  <a:ext cx="1472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8BDE6EE-F2FA-F544-69A6-0B601F6E6244}"/>
                    </a:ext>
                  </a:extLst>
                </p14:cNvPr>
                <p14:cNvContentPartPr/>
                <p14:nvPr/>
              </p14:nvContentPartPr>
              <p14:xfrm>
                <a:off x="8239206" y="3881103"/>
                <a:ext cx="242640" cy="27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8BDE6EE-F2FA-F544-69A6-0B601F6E624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221206" y="3863103"/>
                  <a:ext cx="278280" cy="6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9D8B8006-25B5-E392-BC3F-1576850877F9}"/>
                  </a:ext>
                </a:extLst>
              </p14:cNvPr>
              <p14:cNvContentPartPr/>
              <p14:nvPr/>
            </p14:nvContentPartPr>
            <p14:xfrm>
              <a:off x="9176286" y="3872103"/>
              <a:ext cx="424080" cy="7390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9D8B8006-25B5-E392-BC3F-1576850877F9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158286" y="3854463"/>
                <a:ext cx="459720" cy="77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293FC126-765A-5D94-2D90-F46DDC4C1D71}"/>
              </a:ext>
            </a:extLst>
          </p:cNvPr>
          <p:cNvGrpSpPr/>
          <p:nvPr/>
        </p:nvGrpSpPr>
        <p:grpSpPr>
          <a:xfrm>
            <a:off x="10032726" y="3826023"/>
            <a:ext cx="792000" cy="312840"/>
            <a:chOff x="10032726" y="3826023"/>
            <a:chExt cx="79200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D2F011D-0C65-DA1D-88DE-621AAA754473}"/>
                    </a:ext>
                  </a:extLst>
                </p14:cNvPr>
                <p14:cNvContentPartPr/>
                <p14:nvPr/>
              </p14:nvContentPartPr>
              <p14:xfrm>
                <a:off x="10032726" y="3826023"/>
                <a:ext cx="792000" cy="312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D2F011D-0C65-DA1D-88DE-621AAA75447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14726" y="3808383"/>
                  <a:ext cx="8276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4FE6BEC-F9D9-3041-5995-09378D353C69}"/>
                    </a:ext>
                  </a:extLst>
                </p14:cNvPr>
                <p14:cNvContentPartPr/>
                <p14:nvPr/>
              </p14:nvContentPartPr>
              <p14:xfrm>
                <a:off x="10743366" y="3844383"/>
                <a:ext cx="10800" cy="42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4FE6BEC-F9D9-3041-5995-09378D353C6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725366" y="3826383"/>
                  <a:ext cx="46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FEC6BB7-F8B3-05EC-4FFC-B4A2D0927AD7}"/>
                    </a:ext>
                  </a:extLst>
                </p14:cNvPr>
                <p14:cNvContentPartPr/>
                <p14:nvPr/>
              </p14:nvContentPartPr>
              <p14:xfrm>
                <a:off x="10061166" y="3935463"/>
                <a:ext cx="302040" cy="29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FEC6BB7-F8B3-05EC-4FFC-B4A2D0927AD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043526" y="3917463"/>
                  <a:ext cx="337680" cy="6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6722F2A-C5D3-1946-B632-BB3B0FD6579B}"/>
              </a:ext>
            </a:extLst>
          </p:cNvPr>
          <p:cNvGrpSpPr/>
          <p:nvPr/>
        </p:nvGrpSpPr>
        <p:grpSpPr>
          <a:xfrm>
            <a:off x="407766" y="4444143"/>
            <a:ext cx="1387440" cy="400320"/>
            <a:chOff x="407766" y="4444143"/>
            <a:chExt cx="1387440" cy="40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B723E6-623B-DDD8-1E3F-2B91C3FA63C7}"/>
                    </a:ext>
                  </a:extLst>
                </p14:cNvPr>
                <p14:cNvContentPartPr/>
                <p14:nvPr/>
              </p14:nvContentPartPr>
              <p14:xfrm>
                <a:off x="407766" y="4605783"/>
                <a:ext cx="361080" cy="205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B723E6-623B-DDD8-1E3F-2B91C3FA63C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9766" y="4588143"/>
                  <a:ext cx="396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00969FB-A540-1976-523F-BB2FAEADEF21}"/>
                    </a:ext>
                  </a:extLst>
                </p14:cNvPr>
                <p14:cNvContentPartPr/>
                <p14:nvPr/>
              </p14:nvContentPartPr>
              <p14:xfrm>
                <a:off x="826086" y="4444143"/>
                <a:ext cx="753120" cy="400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00969FB-A540-1976-523F-BB2FAEADEF2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8086" y="4426503"/>
                  <a:ext cx="78876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18ACBDE-678B-47D2-3428-026671071C5A}"/>
                    </a:ext>
                  </a:extLst>
                </p14:cNvPr>
                <p14:cNvContentPartPr/>
                <p14:nvPr/>
              </p14:nvContentPartPr>
              <p14:xfrm>
                <a:off x="1651566" y="4686063"/>
                <a:ext cx="118440" cy="132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18ACBDE-678B-47D2-3428-026671071C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633566" y="4668063"/>
                  <a:ext cx="154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14FD075-34F1-A0B6-2EFD-7D88EDCAC594}"/>
                    </a:ext>
                  </a:extLst>
                </p14:cNvPr>
                <p14:cNvContentPartPr/>
                <p14:nvPr/>
              </p14:nvContentPartPr>
              <p14:xfrm>
                <a:off x="1657326" y="4672743"/>
                <a:ext cx="137880" cy="168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14FD075-34F1-A0B6-2EFD-7D88EDCAC59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639326" y="4654743"/>
                  <a:ext cx="173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29B6781-249E-FE88-0734-C86B13219A4F}"/>
                    </a:ext>
                  </a:extLst>
                </p14:cNvPr>
                <p14:cNvContentPartPr/>
                <p14:nvPr/>
              </p14:nvContentPartPr>
              <p14:xfrm>
                <a:off x="1656246" y="4539543"/>
                <a:ext cx="6480" cy="4680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29B6781-249E-FE88-0734-C86B13219A4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638606" y="4521543"/>
                  <a:ext cx="42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18077F-F235-C421-4328-B15CCB7D6091}"/>
                    </a:ext>
                  </a:extLst>
                </p14:cNvPr>
                <p14:cNvContentPartPr/>
                <p14:nvPr/>
              </p14:nvContentPartPr>
              <p14:xfrm>
                <a:off x="1100766" y="4504263"/>
                <a:ext cx="303480" cy="26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18077F-F235-C421-4328-B15CCB7D609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82766" y="4486263"/>
                  <a:ext cx="33912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00C3AF83-0BAE-7CAD-AF6F-F5D43FBB4998}"/>
              </a:ext>
            </a:extLst>
          </p:cNvPr>
          <p:cNvGrpSpPr/>
          <p:nvPr/>
        </p:nvGrpSpPr>
        <p:grpSpPr>
          <a:xfrm>
            <a:off x="2395686" y="4512183"/>
            <a:ext cx="926280" cy="308520"/>
            <a:chOff x="2395686" y="4512183"/>
            <a:chExt cx="92628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A812622-38F3-BAD7-9FB2-E395A9E601B9}"/>
                    </a:ext>
                  </a:extLst>
                </p14:cNvPr>
                <p14:cNvContentPartPr/>
                <p14:nvPr/>
              </p14:nvContentPartPr>
              <p14:xfrm>
                <a:off x="2395686" y="4642503"/>
                <a:ext cx="392760" cy="16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A812622-38F3-BAD7-9FB2-E395A9E601B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377686" y="4624863"/>
                  <a:ext cx="428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C25B4F0-2BC0-F03D-FBB9-60E83A8E0DA8}"/>
                    </a:ext>
                  </a:extLst>
                </p14:cNvPr>
                <p14:cNvContentPartPr/>
                <p14:nvPr/>
              </p14:nvContentPartPr>
              <p14:xfrm>
                <a:off x="2769726" y="4515423"/>
                <a:ext cx="41760" cy="424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C25B4F0-2BC0-F03D-FBB9-60E83A8E0DA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752086" y="4497783"/>
                  <a:ext cx="774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3CBB194-19AC-BE54-25C5-41D181DADF3C}"/>
                    </a:ext>
                  </a:extLst>
                </p14:cNvPr>
                <p14:cNvContentPartPr/>
                <p14:nvPr/>
              </p14:nvContentPartPr>
              <p14:xfrm>
                <a:off x="2885286" y="4512183"/>
                <a:ext cx="55440" cy="308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3CBB194-19AC-BE54-25C5-41D181DADF3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867646" y="4494183"/>
                  <a:ext cx="9108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81D75F0-4363-7511-5880-6A8C945BB410}"/>
                    </a:ext>
                  </a:extLst>
                </p14:cNvPr>
                <p14:cNvContentPartPr/>
                <p14:nvPr/>
              </p14:nvContentPartPr>
              <p14:xfrm>
                <a:off x="2856846" y="4539183"/>
                <a:ext cx="465120" cy="266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81D75F0-4363-7511-5880-6A8C945BB41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38846" y="4521183"/>
                  <a:ext cx="500760" cy="30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0C8E8AD7-1271-8D08-4ACA-60723EFD0C82}"/>
              </a:ext>
            </a:extLst>
          </p:cNvPr>
          <p:cNvGrpSpPr/>
          <p:nvPr/>
        </p:nvGrpSpPr>
        <p:grpSpPr>
          <a:xfrm>
            <a:off x="3608166" y="4495623"/>
            <a:ext cx="1568880" cy="769320"/>
            <a:chOff x="3608166" y="4495623"/>
            <a:chExt cx="1568880" cy="76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0B53BF1-0037-046F-6828-74380B2890EF}"/>
                    </a:ext>
                  </a:extLst>
                </p14:cNvPr>
                <p14:cNvContentPartPr/>
                <p14:nvPr/>
              </p14:nvContentPartPr>
              <p14:xfrm>
                <a:off x="3608166" y="4634223"/>
                <a:ext cx="141480" cy="6307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0B53BF1-0037-046F-6828-74380B2890E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90166" y="4616223"/>
                  <a:ext cx="17712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40BDD76-AFFB-06AF-8AD0-3612442CD991}"/>
                    </a:ext>
                  </a:extLst>
                </p14:cNvPr>
                <p14:cNvContentPartPr/>
                <p14:nvPr/>
              </p14:nvContentPartPr>
              <p14:xfrm>
                <a:off x="3670446" y="4621983"/>
                <a:ext cx="196560" cy="1879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40BDD76-AFFB-06AF-8AD0-3612442CD99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52446" y="4604343"/>
                  <a:ext cx="23220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8AE86EE-6926-15F0-B3F1-2C8B723830F5}"/>
                    </a:ext>
                  </a:extLst>
                </p14:cNvPr>
                <p14:cNvContentPartPr/>
                <p14:nvPr/>
              </p14:nvContentPartPr>
              <p14:xfrm>
                <a:off x="3918846" y="4647183"/>
                <a:ext cx="124560" cy="1458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8AE86EE-6926-15F0-B3F1-2C8B723830F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900846" y="4629543"/>
                  <a:ext cx="1602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01C405F0-7DB4-7C36-CE94-CBA6CB9D74E6}"/>
                    </a:ext>
                  </a:extLst>
                </p14:cNvPr>
                <p14:cNvContentPartPr/>
                <p14:nvPr/>
              </p14:nvContentPartPr>
              <p14:xfrm>
                <a:off x="4140606" y="4644303"/>
                <a:ext cx="113040" cy="174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01C405F0-7DB4-7C36-CE94-CBA6CB9D74E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22606" y="4626303"/>
                  <a:ext cx="1486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FE951F0-AF6D-8120-DDAE-E9CD6AFE7715}"/>
                    </a:ext>
                  </a:extLst>
                </p14:cNvPr>
                <p14:cNvContentPartPr/>
                <p14:nvPr/>
              </p14:nvContentPartPr>
              <p14:xfrm>
                <a:off x="4323846" y="4694343"/>
                <a:ext cx="108000" cy="1353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FE951F0-AF6D-8120-DDAE-E9CD6AFE771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305846" y="4676703"/>
                  <a:ext cx="143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51CE698-3F81-843E-5531-068388A273C3}"/>
                    </a:ext>
                  </a:extLst>
                </p14:cNvPr>
                <p14:cNvContentPartPr/>
                <p14:nvPr/>
              </p14:nvContentPartPr>
              <p14:xfrm>
                <a:off x="4363806" y="4529103"/>
                <a:ext cx="47880" cy="446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51CE698-3F81-843E-5531-068388A273C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346166" y="4511463"/>
                  <a:ext cx="83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2544579-E3C4-557C-71EB-3344975BBD27}"/>
                    </a:ext>
                  </a:extLst>
                </p14:cNvPr>
                <p14:cNvContentPartPr/>
                <p14:nvPr/>
              </p14:nvContentPartPr>
              <p14:xfrm>
                <a:off x="4482606" y="4495623"/>
                <a:ext cx="90000" cy="329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2544579-E3C4-557C-71EB-3344975BBD2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464966" y="4477983"/>
                  <a:ext cx="1256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9B36EF4-16C7-C4AB-1BB6-772C97E035F4}"/>
                    </a:ext>
                  </a:extLst>
                </p14:cNvPr>
                <p14:cNvContentPartPr/>
                <p14:nvPr/>
              </p14:nvContentPartPr>
              <p14:xfrm>
                <a:off x="4628766" y="4660503"/>
                <a:ext cx="24480" cy="171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9B36EF4-16C7-C4AB-1BB6-772C97E035F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610766" y="4642503"/>
                  <a:ext cx="60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46D1759E-AB1E-75A0-5541-488FD85DCCE0}"/>
                    </a:ext>
                  </a:extLst>
                </p14:cNvPr>
                <p14:cNvContentPartPr/>
                <p14:nvPr/>
              </p14:nvContentPartPr>
              <p14:xfrm>
                <a:off x="4789686" y="4692903"/>
                <a:ext cx="387360" cy="1314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46D1759E-AB1E-75A0-5541-488FD85DCCE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772046" y="4674903"/>
                  <a:ext cx="423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F406CAE-97E8-C275-3CB7-C66215307666}"/>
                    </a:ext>
                  </a:extLst>
                </p14:cNvPr>
                <p14:cNvContentPartPr/>
                <p14:nvPr/>
              </p14:nvContentPartPr>
              <p14:xfrm>
                <a:off x="4873926" y="4507143"/>
                <a:ext cx="79560" cy="45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F406CAE-97E8-C275-3CB7-C6621530766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856286" y="4489503"/>
                  <a:ext cx="1152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2B150E6-6C7C-64B9-F682-EE855E07AAF8}"/>
                    </a:ext>
                  </a:extLst>
                </p14:cNvPr>
                <p14:cNvContentPartPr/>
                <p14:nvPr/>
              </p14:nvContentPartPr>
              <p14:xfrm>
                <a:off x="4363446" y="4521903"/>
                <a:ext cx="223200" cy="32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2B150E6-6C7C-64B9-F682-EE855E07AAF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345806" y="4503903"/>
                  <a:ext cx="25884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7DA0688-3E9E-694A-22DB-6D8360042901}"/>
                  </a:ext>
                </a:extLst>
              </p14:cNvPr>
              <p14:cNvContentPartPr/>
              <p14:nvPr/>
            </p14:nvContentPartPr>
            <p14:xfrm>
              <a:off x="5567646" y="4575543"/>
              <a:ext cx="487440" cy="21456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7DA0688-3E9E-694A-22DB-6D8360042901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550006" y="4557543"/>
                <a:ext cx="523080" cy="250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97F8B51-153F-938F-1275-1A260014C009}"/>
              </a:ext>
            </a:extLst>
          </p:cNvPr>
          <p:cNvGrpSpPr/>
          <p:nvPr/>
        </p:nvGrpSpPr>
        <p:grpSpPr>
          <a:xfrm>
            <a:off x="6444966" y="4447383"/>
            <a:ext cx="1701720" cy="909720"/>
            <a:chOff x="6444966" y="4447383"/>
            <a:chExt cx="1701720" cy="90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64197A6-6A22-DB1B-6E15-3E38621BC610}"/>
                    </a:ext>
                  </a:extLst>
                </p14:cNvPr>
                <p14:cNvContentPartPr/>
                <p14:nvPr/>
              </p14:nvContentPartPr>
              <p14:xfrm>
                <a:off x="6444966" y="4647183"/>
                <a:ext cx="667440" cy="709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64197A6-6A22-DB1B-6E15-3E38621BC61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426966" y="4629543"/>
                  <a:ext cx="703080" cy="74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5358053-0FC5-C13A-97B3-F4EB67B3BB17}"/>
                    </a:ext>
                  </a:extLst>
                </p14:cNvPr>
                <p14:cNvContentPartPr/>
                <p14:nvPr/>
              </p14:nvContentPartPr>
              <p14:xfrm>
                <a:off x="7176126" y="4677423"/>
                <a:ext cx="266760" cy="169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5358053-0FC5-C13A-97B3-F4EB67B3BB1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158486" y="4659783"/>
                  <a:ext cx="302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7A2F643A-351D-4987-250B-1AE7ED9010AA}"/>
                    </a:ext>
                  </a:extLst>
                </p14:cNvPr>
                <p14:cNvContentPartPr/>
                <p14:nvPr/>
              </p14:nvContentPartPr>
              <p14:xfrm>
                <a:off x="7502286" y="4447383"/>
                <a:ext cx="127080" cy="410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7A2F643A-351D-4987-250B-1AE7ED9010A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484646" y="4429383"/>
                  <a:ext cx="1627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5977A98-D34B-35F2-496E-BF53AEC41A20}"/>
                    </a:ext>
                  </a:extLst>
                </p14:cNvPr>
                <p14:cNvContentPartPr/>
                <p14:nvPr/>
              </p14:nvContentPartPr>
              <p14:xfrm>
                <a:off x="7643406" y="4657263"/>
                <a:ext cx="28440" cy="187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5977A98-D34B-35F2-496E-BF53AEC41A20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625766" y="4639623"/>
                  <a:ext cx="640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442F8CF-1797-8A9E-A1E2-8CBF1ACFC475}"/>
                    </a:ext>
                  </a:extLst>
                </p14:cNvPr>
                <p14:cNvContentPartPr/>
                <p14:nvPr/>
              </p14:nvContentPartPr>
              <p14:xfrm>
                <a:off x="7728366" y="4651503"/>
                <a:ext cx="418320" cy="167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442F8CF-1797-8A9E-A1E2-8CBF1ACFC475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710366" y="4633503"/>
                  <a:ext cx="4539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E02BF5F0-6955-005A-453A-51E26A78EFB0}"/>
                    </a:ext>
                  </a:extLst>
                </p14:cNvPr>
                <p14:cNvContentPartPr/>
                <p14:nvPr/>
              </p14:nvContentPartPr>
              <p14:xfrm>
                <a:off x="7808646" y="4500303"/>
                <a:ext cx="64080" cy="36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E02BF5F0-6955-005A-453A-51E26A78EFB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791006" y="4482303"/>
                  <a:ext cx="99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0514CC8-78F6-D00E-01D6-9E60A7FED82F}"/>
                    </a:ext>
                  </a:extLst>
                </p14:cNvPr>
                <p14:cNvContentPartPr/>
                <p14:nvPr/>
              </p14:nvContentPartPr>
              <p14:xfrm>
                <a:off x="7456206" y="4555383"/>
                <a:ext cx="161640" cy="21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0514CC8-78F6-D00E-01D6-9E60A7FED82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438206" y="4537383"/>
                  <a:ext cx="1972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441872DD-79D8-60B1-8323-72E410DAFDBD}"/>
              </a:ext>
            </a:extLst>
          </p:cNvPr>
          <p:cNvGrpSpPr/>
          <p:nvPr/>
        </p:nvGrpSpPr>
        <p:grpSpPr>
          <a:xfrm>
            <a:off x="8621886" y="4570143"/>
            <a:ext cx="1064520" cy="556920"/>
            <a:chOff x="8621886" y="4570143"/>
            <a:chExt cx="106452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FC077DCC-BAF2-7EBF-610D-CD32F153B238}"/>
                    </a:ext>
                  </a:extLst>
                </p14:cNvPr>
                <p14:cNvContentPartPr/>
                <p14:nvPr/>
              </p14:nvContentPartPr>
              <p14:xfrm>
                <a:off x="8621886" y="4629903"/>
                <a:ext cx="143640" cy="2214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FC077DCC-BAF2-7EBF-610D-CD32F153B2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604246" y="4611903"/>
                  <a:ext cx="1792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3F2CD66-EDDF-721A-1021-6450A00C4791}"/>
                    </a:ext>
                  </a:extLst>
                </p14:cNvPr>
                <p14:cNvContentPartPr/>
                <p14:nvPr/>
              </p14:nvContentPartPr>
              <p14:xfrm>
                <a:off x="8907006" y="4685343"/>
                <a:ext cx="48600" cy="159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3F2CD66-EDDF-721A-1021-6450A00C479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889006" y="4667343"/>
                  <a:ext cx="84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F911E16-D582-F25D-0E2B-BF5F171B8938}"/>
                    </a:ext>
                  </a:extLst>
                </p14:cNvPr>
                <p14:cNvContentPartPr/>
                <p14:nvPr/>
              </p14:nvContentPartPr>
              <p14:xfrm>
                <a:off x="9037326" y="4570143"/>
                <a:ext cx="28440" cy="4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F911E16-D582-F25D-0E2B-BF5F171B893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019686" y="4552503"/>
                  <a:ext cx="640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5B2C695-F64E-0315-378B-D17745714431}"/>
                    </a:ext>
                  </a:extLst>
                </p14:cNvPr>
                <p14:cNvContentPartPr/>
                <p14:nvPr/>
              </p14:nvContentPartPr>
              <p14:xfrm>
                <a:off x="9047046" y="4695423"/>
                <a:ext cx="215640" cy="431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5B2C695-F64E-0315-378B-D17745714431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029406" y="4677783"/>
                  <a:ext cx="25128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21F8F10-7D9A-06C0-3911-0CBF905C06E9}"/>
                    </a:ext>
                  </a:extLst>
                </p14:cNvPr>
                <p14:cNvContentPartPr/>
                <p14:nvPr/>
              </p14:nvContentPartPr>
              <p14:xfrm>
                <a:off x="9412086" y="4706583"/>
                <a:ext cx="274320" cy="1792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21F8F10-7D9A-06C0-3911-0CBF905C06E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394446" y="4688943"/>
                  <a:ext cx="30996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B093330-7565-82BC-B88F-8883DC976B06}"/>
              </a:ext>
            </a:extLst>
          </p:cNvPr>
          <p:cNvGrpSpPr/>
          <p:nvPr/>
        </p:nvGrpSpPr>
        <p:grpSpPr>
          <a:xfrm>
            <a:off x="10252686" y="4449183"/>
            <a:ext cx="1814040" cy="416880"/>
            <a:chOff x="10252686" y="4449183"/>
            <a:chExt cx="181404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037D261-EC6D-81E2-75B6-E8ACB65FC9EC}"/>
                    </a:ext>
                  </a:extLst>
                </p14:cNvPr>
                <p14:cNvContentPartPr/>
                <p14:nvPr/>
              </p14:nvContentPartPr>
              <p14:xfrm>
                <a:off x="10252686" y="4630983"/>
                <a:ext cx="33840" cy="203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037D261-EC6D-81E2-75B6-E8ACB65FC9E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234686" y="4613343"/>
                  <a:ext cx="694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35B3A6D-8561-1C56-5AA7-CE24FFD7E146}"/>
                    </a:ext>
                  </a:extLst>
                </p14:cNvPr>
                <p14:cNvContentPartPr/>
                <p14:nvPr/>
              </p14:nvContentPartPr>
              <p14:xfrm>
                <a:off x="10383006" y="4660863"/>
                <a:ext cx="124920" cy="2052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35B3A6D-8561-1C56-5AA7-CE24FFD7E14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365366" y="4643223"/>
                  <a:ext cx="160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625FC72-C185-8297-EECD-E382A27EC4C6}"/>
                    </a:ext>
                  </a:extLst>
                </p14:cNvPr>
                <p14:cNvContentPartPr/>
                <p14:nvPr/>
              </p14:nvContentPartPr>
              <p14:xfrm>
                <a:off x="10370766" y="4495263"/>
                <a:ext cx="26280" cy="45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625FC72-C185-8297-EECD-E382A27EC4C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0352766" y="4477623"/>
                  <a:ext cx="619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2D36C91-5A75-FEF3-4BC7-20E0269C333A}"/>
                    </a:ext>
                  </a:extLst>
                </p14:cNvPr>
                <p14:cNvContentPartPr/>
                <p14:nvPr/>
              </p14:nvContentPartPr>
              <p14:xfrm>
                <a:off x="10805646" y="4645023"/>
                <a:ext cx="198720" cy="2008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2D36C91-5A75-FEF3-4BC7-20E0269C333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787646" y="4627383"/>
                  <a:ext cx="2343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118D7E5-FFF9-7D33-D999-50BC43E3128A}"/>
                    </a:ext>
                  </a:extLst>
                </p14:cNvPr>
                <p14:cNvContentPartPr/>
                <p14:nvPr/>
              </p14:nvContentPartPr>
              <p14:xfrm>
                <a:off x="11025966" y="4644303"/>
                <a:ext cx="216360" cy="173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118D7E5-FFF9-7D33-D999-50BC43E3128A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007966" y="4626663"/>
                  <a:ext cx="2520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1497734-CE9C-172F-2CBF-56983BE8B6D8}"/>
                    </a:ext>
                  </a:extLst>
                </p14:cNvPr>
                <p14:cNvContentPartPr/>
                <p14:nvPr/>
              </p14:nvContentPartPr>
              <p14:xfrm>
                <a:off x="11307126" y="4449183"/>
                <a:ext cx="360000" cy="378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1497734-CE9C-172F-2CBF-56983BE8B6D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1289126" y="4431543"/>
                  <a:ext cx="3956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9F56CD7-33DB-5A32-C1BC-539C4D761607}"/>
                    </a:ext>
                  </a:extLst>
                </p14:cNvPr>
                <p14:cNvContentPartPr/>
                <p14:nvPr/>
              </p14:nvContentPartPr>
              <p14:xfrm>
                <a:off x="11793486" y="4478343"/>
                <a:ext cx="273240" cy="3276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9F56CD7-33DB-5A32-C1BC-539C4D76160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1775846" y="4460343"/>
                  <a:ext cx="308880" cy="36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DDD3F961-65A2-E058-1773-C57037D9B17C}"/>
              </a:ext>
            </a:extLst>
          </p:cNvPr>
          <p:cNvGrpSpPr/>
          <p:nvPr/>
        </p:nvGrpSpPr>
        <p:grpSpPr>
          <a:xfrm>
            <a:off x="398046" y="5263143"/>
            <a:ext cx="1231560" cy="332280"/>
            <a:chOff x="398046" y="5263143"/>
            <a:chExt cx="123156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58B5C8B-0C17-7B9E-9194-9B9485C96DDD}"/>
                    </a:ext>
                  </a:extLst>
                </p14:cNvPr>
                <p14:cNvContentPartPr/>
                <p14:nvPr/>
              </p14:nvContentPartPr>
              <p14:xfrm>
                <a:off x="398046" y="5356743"/>
                <a:ext cx="441720" cy="187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58B5C8B-0C17-7B9E-9194-9B9485C96DD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80046" y="5338743"/>
                  <a:ext cx="47736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3402FD7-C8C5-BB67-F322-CBCD4C8342BB}"/>
                    </a:ext>
                  </a:extLst>
                </p14:cNvPr>
                <p14:cNvContentPartPr/>
                <p14:nvPr/>
              </p14:nvContentPartPr>
              <p14:xfrm>
                <a:off x="886566" y="5398863"/>
                <a:ext cx="75960" cy="1375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3402FD7-C8C5-BB67-F322-CBCD4C8342BB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68926" y="5380863"/>
                  <a:ext cx="111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64D8E4D-03E1-52D0-863E-1B680354B561}"/>
                    </a:ext>
                  </a:extLst>
                </p14:cNvPr>
                <p14:cNvContentPartPr/>
                <p14:nvPr/>
              </p14:nvContentPartPr>
              <p14:xfrm>
                <a:off x="880446" y="5263143"/>
                <a:ext cx="37440" cy="33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64D8E4D-03E1-52D0-863E-1B680354B561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62446" y="5245503"/>
                  <a:ext cx="730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17C29E43-12CE-1B4A-CB31-76FF2367EABD}"/>
                    </a:ext>
                  </a:extLst>
                </p14:cNvPr>
                <p14:cNvContentPartPr/>
                <p14:nvPr/>
              </p14:nvContentPartPr>
              <p14:xfrm>
                <a:off x="981966" y="5404623"/>
                <a:ext cx="165600" cy="145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17C29E43-12CE-1B4A-CB31-76FF2367EAB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64326" y="5386983"/>
                  <a:ext cx="201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873CDE6-E69F-6714-6C2A-380DFE402113}"/>
                    </a:ext>
                  </a:extLst>
                </p14:cNvPr>
                <p14:cNvContentPartPr/>
                <p14:nvPr/>
              </p14:nvContentPartPr>
              <p14:xfrm>
                <a:off x="1257726" y="5390583"/>
                <a:ext cx="371880" cy="204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873CDE6-E69F-6714-6C2A-380DFE40211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240086" y="5372583"/>
                  <a:ext cx="407520" cy="24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0DF127DE-232B-6149-8C30-7CD54604313E}"/>
                  </a:ext>
                </a:extLst>
              </p14:cNvPr>
              <p14:cNvContentPartPr/>
              <p14:nvPr/>
            </p14:nvContentPartPr>
            <p14:xfrm>
              <a:off x="2030646" y="5298063"/>
              <a:ext cx="345960" cy="74592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0DF127DE-232B-6149-8C30-7CD54604313E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2013006" y="5280423"/>
                <a:ext cx="381600" cy="78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2B502CB8-A36A-0FAA-2A61-F020E4B10CD8}"/>
              </a:ext>
            </a:extLst>
          </p:cNvPr>
          <p:cNvGrpSpPr/>
          <p:nvPr/>
        </p:nvGrpSpPr>
        <p:grpSpPr>
          <a:xfrm>
            <a:off x="4175166" y="5284023"/>
            <a:ext cx="2266920" cy="791280"/>
            <a:chOff x="4175166" y="5284023"/>
            <a:chExt cx="2266920" cy="79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BC6EFC8-36AB-8D39-8383-D2DDA413E04F}"/>
                    </a:ext>
                  </a:extLst>
                </p14:cNvPr>
                <p14:cNvContentPartPr/>
                <p14:nvPr/>
              </p14:nvContentPartPr>
              <p14:xfrm>
                <a:off x="4175166" y="5321103"/>
                <a:ext cx="833400" cy="754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BC6EFC8-36AB-8D39-8383-D2DDA413E04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157526" y="5303463"/>
                  <a:ext cx="869040" cy="78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5B9CF2BD-E928-684B-F7DE-07B0F0E7E105}"/>
                    </a:ext>
                  </a:extLst>
                </p14:cNvPr>
                <p14:cNvContentPartPr/>
                <p14:nvPr/>
              </p14:nvContentPartPr>
              <p14:xfrm>
                <a:off x="5252646" y="5434143"/>
                <a:ext cx="437400" cy="192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5B9CF2BD-E928-684B-F7DE-07B0F0E7E10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235006" y="5416503"/>
                  <a:ext cx="47304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306B448-C6F2-EEC4-8CEA-F53D8FBBC209}"/>
                    </a:ext>
                  </a:extLst>
                </p14:cNvPr>
                <p14:cNvContentPartPr/>
                <p14:nvPr/>
              </p14:nvContentPartPr>
              <p14:xfrm>
                <a:off x="5766006" y="5284023"/>
                <a:ext cx="676080" cy="3294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306B448-C6F2-EEC4-8CEA-F53D8FBBC20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748366" y="5266383"/>
                  <a:ext cx="711720" cy="36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A8758AC2-4B7C-DFEF-17C1-21B118DE2407}"/>
                  </a:ext>
                </a:extLst>
              </p14:cNvPr>
              <p14:cNvContentPartPr/>
              <p14:nvPr/>
            </p14:nvContentPartPr>
            <p14:xfrm>
              <a:off x="6804966" y="5454303"/>
              <a:ext cx="262800" cy="19980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A8758AC2-4B7C-DFEF-17C1-21B118DE2407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786966" y="5436303"/>
                <a:ext cx="29844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742C9054-24CA-0988-B50F-519E9A0D879E}"/>
                  </a:ext>
                </a:extLst>
              </p14:cNvPr>
              <p14:cNvContentPartPr/>
              <p14:nvPr/>
            </p14:nvContentPartPr>
            <p14:xfrm>
              <a:off x="7738086" y="5671743"/>
              <a:ext cx="78840" cy="212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742C9054-24CA-0988-B50F-519E9A0D879E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7720446" y="5653743"/>
                <a:ext cx="11448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E9B12D5F-6833-FC88-3664-F174383A868E}"/>
                  </a:ext>
                </a:extLst>
              </p14:cNvPr>
              <p14:cNvContentPartPr/>
              <p14:nvPr/>
            </p14:nvContentPartPr>
            <p14:xfrm>
              <a:off x="2878086" y="5265303"/>
              <a:ext cx="374400" cy="38664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E9B12D5F-6833-FC88-3664-F174383A868E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2860446" y="5247303"/>
                <a:ext cx="410040" cy="4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3D1DB86-D742-7041-A141-A20016782DAE}"/>
                  </a:ext>
                </a:extLst>
              </p14:cNvPr>
              <p14:cNvContentPartPr/>
              <p14:nvPr/>
            </p14:nvContentPartPr>
            <p14:xfrm>
              <a:off x="2015886" y="1773663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3D1DB86-D742-7041-A141-A20016782DAE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1997886" y="1755663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D136043D-735F-3245-0B97-0668353F9EF6}"/>
              </a:ext>
            </a:extLst>
          </p:cNvPr>
          <p:cNvGrpSpPr/>
          <p:nvPr/>
        </p:nvGrpSpPr>
        <p:grpSpPr>
          <a:xfrm>
            <a:off x="7635846" y="2643423"/>
            <a:ext cx="728640" cy="59760"/>
            <a:chOff x="7635846" y="2643423"/>
            <a:chExt cx="728640" cy="5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0E62493-BDC4-9C6B-D1C8-F311D3F8FEB8}"/>
                    </a:ext>
                  </a:extLst>
                </p14:cNvPr>
                <p14:cNvContentPartPr/>
                <p14:nvPr/>
              </p14:nvContentPartPr>
              <p14:xfrm>
                <a:off x="7694886" y="2643423"/>
                <a:ext cx="563400" cy="26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0E62493-BDC4-9C6B-D1C8-F311D3F8FEB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677246" y="2625423"/>
                  <a:ext cx="5990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4018527-E6D7-3948-DEBD-75219B8AAEAD}"/>
                    </a:ext>
                  </a:extLst>
                </p14:cNvPr>
                <p14:cNvContentPartPr/>
                <p14:nvPr/>
              </p14:nvContentPartPr>
              <p14:xfrm>
                <a:off x="7635846" y="2659263"/>
                <a:ext cx="650880" cy="20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4018527-E6D7-3948-DEBD-75219B8AAEA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18206" y="2641263"/>
                  <a:ext cx="686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D4390B1-AC2C-8D5A-9B0C-37FE8FF71A86}"/>
                    </a:ext>
                  </a:extLst>
                </p14:cNvPr>
                <p14:cNvContentPartPr/>
                <p14:nvPr/>
              </p14:nvContentPartPr>
              <p14:xfrm>
                <a:off x="7637646" y="2677623"/>
                <a:ext cx="726840" cy="25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D4390B1-AC2C-8D5A-9B0C-37FE8FF71A8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620006" y="2659623"/>
                  <a:ext cx="7624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1AA578-67F1-AC32-568A-7FC30FD02A7C}"/>
              </a:ext>
            </a:extLst>
          </p:cNvPr>
          <p:cNvGrpSpPr/>
          <p:nvPr/>
        </p:nvGrpSpPr>
        <p:grpSpPr>
          <a:xfrm>
            <a:off x="268806" y="3299343"/>
            <a:ext cx="214200" cy="76680"/>
            <a:chOff x="268806" y="3299343"/>
            <a:chExt cx="214200" cy="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7E9BF5D-FC14-7EAB-7820-EA650FD8FDB4}"/>
                    </a:ext>
                  </a:extLst>
                </p14:cNvPr>
                <p14:cNvContentPartPr/>
                <p14:nvPr/>
              </p14:nvContentPartPr>
              <p14:xfrm>
                <a:off x="347286" y="3299343"/>
                <a:ext cx="135720" cy="18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7E9BF5D-FC14-7EAB-7820-EA650FD8FDB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29646" y="3281703"/>
                  <a:ext cx="1713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3DB7C0C-0D46-F334-047E-D6D01ED974D0}"/>
                    </a:ext>
                  </a:extLst>
                </p14:cNvPr>
                <p14:cNvContentPartPr/>
                <p14:nvPr/>
              </p14:nvContentPartPr>
              <p14:xfrm>
                <a:off x="268806" y="3334263"/>
                <a:ext cx="197280" cy="41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3DB7C0C-0D46-F334-047E-D6D01ED974D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50806" y="3316263"/>
                  <a:ext cx="23292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9F25E96-97D1-3DDD-9501-A46FFD366FDE}"/>
                  </a:ext>
                </a:extLst>
              </p14:cNvPr>
              <p14:cNvContentPartPr/>
              <p14:nvPr/>
            </p14:nvContentPartPr>
            <p14:xfrm>
              <a:off x="489486" y="6247743"/>
              <a:ext cx="278640" cy="2480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9F25E96-97D1-3DDD-9501-A46FFD366FDE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71486" y="6229743"/>
                <a:ext cx="31428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258EEA41-65A3-6AC3-D0C5-06F8AB391F03}"/>
                  </a:ext>
                </a:extLst>
              </p14:cNvPr>
              <p14:cNvContentPartPr/>
              <p14:nvPr/>
            </p14:nvContentPartPr>
            <p14:xfrm>
              <a:off x="1119846" y="6250263"/>
              <a:ext cx="267120" cy="1803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258EEA41-65A3-6AC3-D0C5-06F8AB391F03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101846" y="6232263"/>
                <a:ext cx="302760" cy="21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27643D4E-42F2-B9D4-6F87-DF4DA17F4FF1}"/>
              </a:ext>
            </a:extLst>
          </p:cNvPr>
          <p:cNvGrpSpPr/>
          <p:nvPr/>
        </p:nvGrpSpPr>
        <p:grpSpPr>
          <a:xfrm>
            <a:off x="587766" y="6565623"/>
            <a:ext cx="32760" cy="13320"/>
            <a:chOff x="587766" y="6565623"/>
            <a:chExt cx="32760" cy="1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154778E-E7EF-91FA-F707-99C04ECB7646}"/>
                    </a:ext>
                  </a:extLst>
                </p14:cNvPr>
                <p14:cNvContentPartPr/>
                <p14:nvPr/>
              </p14:nvContentPartPr>
              <p14:xfrm>
                <a:off x="587766" y="6576063"/>
                <a:ext cx="2160" cy="28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154778E-E7EF-91FA-F707-99C04ECB764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569766" y="6558063"/>
                  <a:ext cx="378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9A3DF72-EF8C-5EEA-8648-DF67E4B51234}"/>
                    </a:ext>
                  </a:extLst>
                </p14:cNvPr>
                <p14:cNvContentPartPr/>
                <p14:nvPr/>
              </p14:nvContentPartPr>
              <p14:xfrm>
                <a:off x="609726" y="6565623"/>
                <a:ext cx="5760" cy="7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9A3DF72-EF8C-5EEA-8648-DF67E4B5123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591726" y="6547983"/>
                  <a:ext cx="41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67BBCDA-6CEA-6392-50CB-CA1EB9E8EA0F}"/>
                    </a:ext>
                  </a:extLst>
                </p14:cNvPr>
                <p14:cNvContentPartPr/>
                <p14:nvPr/>
              </p14:nvContentPartPr>
              <p14:xfrm>
                <a:off x="613326" y="6571743"/>
                <a:ext cx="7200" cy="25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67BBCDA-6CEA-6392-50CB-CA1EB9E8EA0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95686" y="6554103"/>
                  <a:ext cx="42840" cy="38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85410291-C5A1-4E0C-AFE0-0B278713C63D}"/>
                  </a:ext>
                </a:extLst>
              </p14:cNvPr>
              <p14:cNvContentPartPr/>
              <p14:nvPr/>
            </p14:nvContentPartPr>
            <p14:xfrm>
              <a:off x="1306686" y="6537903"/>
              <a:ext cx="4680" cy="864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85410291-C5A1-4E0C-AFE0-0B278713C63D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1289046" y="6520263"/>
                <a:ext cx="40320" cy="4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71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A5978FC-DF7B-25DE-F2BF-86EE7BBB1504}"/>
              </a:ext>
            </a:extLst>
          </p:cNvPr>
          <p:cNvGrpSpPr/>
          <p:nvPr/>
        </p:nvGrpSpPr>
        <p:grpSpPr>
          <a:xfrm>
            <a:off x="38046" y="255183"/>
            <a:ext cx="5804768" cy="1262520"/>
            <a:chOff x="38046" y="255183"/>
            <a:chExt cx="5804768" cy="12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E48A78D-44A3-9DFA-69CF-DE6438895A43}"/>
                    </a:ext>
                  </a:extLst>
                </p14:cNvPr>
                <p14:cNvContentPartPr/>
                <p14:nvPr/>
              </p14:nvContentPartPr>
              <p14:xfrm>
                <a:off x="38046" y="255183"/>
                <a:ext cx="404640" cy="834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E48A78D-44A3-9DFA-69CF-DE6438895A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406" y="237543"/>
                  <a:ext cx="440280" cy="87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1994B85-11A9-7258-9F89-CD01E0A98E2C}"/>
                    </a:ext>
                  </a:extLst>
                </p14:cNvPr>
                <p14:cNvContentPartPr/>
                <p14:nvPr/>
              </p14:nvContentPartPr>
              <p14:xfrm>
                <a:off x="405374" y="436983"/>
                <a:ext cx="1003680" cy="680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1994B85-11A9-7258-9F89-CD01E0A98E2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7374" y="419343"/>
                  <a:ext cx="103932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B7229F3-733F-6039-7DEC-320EDED7EF57}"/>
                    </a:ext>
                  </a:extLst>
                </p14:cNvPr>
                <p14:cNvContentPartPr/>
                <p14:nvPr/>
              </p14:nvContentPartPr>
              <p14:xfrm>
                <a:off x="1950854" y="538143"/>
                <a:ext cx="479880" cy="979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B7229F3-733F-6039-7DEC-320EDED7EF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33214" y="520503"/>
                  <a:ext cx="515520" cy="10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2D515E-03E1-8393-45DB-79638C039D78}"/>
                    </a:ext>
                  </a:extLst>
                </p14:cNvPr>
                <p14:cNvContentPartPr/>
                <p14:nvPr/>
              </p14:nvContentPartPr>
              <p14:xfrm>
                <a:off x="3077294" y="745863"/>
                <a:ext cx="316440" cy="214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2D515E-03E1-8393-45DB-79638C039D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9294" y="728223"/>
                  <a:ext cx="352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9D58CB-E208-7F73-9CC0-DE749BC560A6}"/>
                    </a:ext>
                  </a:extLst>
                </p14:cNvPr>
                <p14:cNvContentPartPr/>
                <p14:nvPr/>
              </p14:nvContentPartPr>
              <p14:xfrm>
                <a:off x="3417134" y="472263"/>
                <a:ext cx="963360" cy="540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9D58CB-E208-7F73-9CC0-DE749BC560A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99494" y="454263"/>
                  <a:ext cx="999000" cy="57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C86FDC-4DC4-9264-A94B-62C937F51C95}"/>
                    </a:ext>
                  </a:extLst>
                </p14:cNvPr>
                <p14:cNvContentPartPr/>
                <p14:nvPr/>
              </p14:nvContentPartPr>
              <p14:xfrm>
                <a:off x="4504334" y="791223"/>
                <a:ext cx="171720" cy="173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C86FDC-4DC4-9264-A94B-62C937F51C9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86334" y="773223"/>
                  <a:ext cx="2073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FFE8593-E1EF-FABA-9C36-760366748EC6}"/>
                    </a:ext>
                  </a:extLst>
                </p14:cNvPr>
                <p14:cNvContentPartPr/>
                <p14:nvPr/>
              </p14:nvContentPartPr>
              <p14:xfrm>
                <a:off x="4554734" y="755583"/>
                <a:ext cx="166320" cy="220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FFE8593-E1EF-FABA-9C36-760366748EC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37094" y="737583"/>
                  <a:ext cx="201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1153C75-972E-9D40-42D9-3F225AD042B3}"/>
                    </a:ext>
                  </a:extLst>
                </p14:cNvPr>
                <p14:cNvContentPartPr/>
                <p14:nvPr/>
              </p14:nvContentPartPr>
              <p14:xfrm>
                <a:off x="4481654" y="579903"/>
                <a:ext cx="6480" cy="734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1153C75-972E-9D40-42D9-3F225AD042B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63654" y="562263"/>
                  <a:ext cx="42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A265B9-7A6B-7AB5-D37E-F10DB5364C73}"/>
                    </a:ext>
                  </a:extLst>
                </p14:cNvPr>
                <p14:cNvContentPartPr/>
                <p14:nvPr/>
              </p14:nvContentPartPr>
              <p14:xfrm>
                <a:off x="3277454" y="502503"/>
                <a:ext cx="585720" cy="47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A265B9-7A6B-7AB5-D37E-F10DB5364C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59454" y="484503"/>
                  <a:ext cx="6213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183347C-C8AD-782D-84AD-F6EA4E889FF1}"/>
                    </a:ext>
                  </a:extLst>
                </p14:cNvPr>
                <p14:cNvContentPartPr/>
                <p14:nvPr/>
              </p14:nvContentPartPr>
              <p14:xfrm>
                <a:off x="5804654" y="885183"/>
                <a:ext cx="38160" cy="50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183347C-C8AD-782D-84AD-F6EA4E889F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787014" y="867183"/>
                  <a:ext cx="73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4706829-5CF2-555F-21BF-BA8828617304}"/>
                    </a:ext>
                  </a:extLst>
                </p14:cNvPr>
                <p14:cNvContentPartPr/>
                <p14:nvPr/>
              </p14:nvContentPartPr>
              <p14:xfrm>
                <a:off x="139334" y="1087503"/>
                <a:ext cx="5255640" cy="248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4706829-5CF2-555F-21BF-BA882861730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21694" y="1069863"/>
                  <a:ext cx="529128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35FF373-2C3A-D0AB-AD13-A1F2C529185D}"/>
              </a:ext>
            </a:extLst>
          </p:cNvPr>
          <p:cNvGrpSpPr/>
          <p:nvPr/>
        </p:nvGrpSpPr>
        <p:grpSpPr>
          <a:xfrm>
            <a:off x="275774" y="1720023"/>
            <a:ext cx="726840" cy="386640"/>
            <a:chOff x="275774" y="1720023"/>
            <a:chExt cx="72684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4387CDB-A9FA-C934-106B-5A33D3E01709}"/>
                    </a:ext>
                  </a:extLst>
                </p14:cNvPr>
                <p14:cNvContentPartPr/>
                <p14:nvPr/>
              </p14:nvContentPartPr>
              <p14:xfrm>
                <a:off x="275774" y="1720023"/>
                <a:ext cx="213120" cy="386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4387CDB-A9FA-C934-106B-5A33D3E0170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7774" y="1702023"/>
                  <a:ext cx="24876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A652F5-155B-BA69-92D5-5B6D00BC1A99}"/>
                    </a:ext>
                  </a:extLst>
                </p14:cNvPr>
                <p14:cNvContentPartPr/>
                <p14:nvPr/>
              </p14:nvContentPartPr>
              <p14:xfrm>
                <a:off x="574934" y="1901103"/>
                <a:ext cx="119880" cy="198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A652F5-155B-BA69-92D5-5B6D00BC1A9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57294" y="1883103"/>
                  <a:ext cx="155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0FAE7A0-09BC-DAC4-C635-6D66C4B4B9F6}"/>
                    </a:ext>
                  </a:extLst>
                </p14:cNvPr>
                <p14:cNvContentPartPr/>
                <p14:nvPr/>
              </p14:nvContentPartPr>
              <p14:xfrm>
                <a:off x="851774" y="1816503"/>
                <a:ext cx="99000" cy="266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0FAE7A0-09BC-DAC4-C635-6D66C4B4B9F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33774" y="1798503"/>
                  <a:ext cx="134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45B9A62-FBF8-3ECA-7C81-9B180C1917CA}"/>
                    </a:ext>
                  </a:extLst>
                </p14:cNvPr>
                <p14:cNvContentPartPr/>
                <p14:nvPr/>
              </p14:nvContentPartPr>
              <p14:xfrm>
                <a:off x="810734" y="1862583"/>
                <a:ext cx="191880" cy="57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45B9A62-FBF8-3ECA-7C81-9B180C1917C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2734" y="1844943"/>
                  <a:ext cx="22752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C3C120A-173A-1560-1B41-7FEF09BA43E9}"/>
                  </a:ext>
                </a:extLst>
              </p14:cNvPr>
              <p14:cNvContentPartPr/>
              <p14:nvPr/>
            </p14:nvContentPartPr>
            <p14:xfrm>
              <a:off x="1409414" y="1737303"/>
              <a:ext cx="267840" cy="318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C3C120A-173A-1560-1B41-7FEF09BA43E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391414" y="1719663"/>
                <a:ext cx="3034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62AD2202-8DD9-D02D-AEF1-206FCDC4C816}"/>
              </a:ext>
            </a:extLst>
          </p:cNvPr>
          <p:cNvGrpSpPr/>
          <p:nvPr/>
        </p:nvGrpSpPr>
        <p:grpSpPr>
          <a:xfrm>
            <a:off x="2282774" y="1757103"/>
            <a:ext cx="435600" cy="242640"/>
            <a:chOff x="2282774" y="1757103"/>
            <a:chExt cx="435600" cy="24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845F0E-7C0C-067E-21E0-083AB0A00B73}"/>
                    </a:ext>
                  </a:extLst>
                </p14:cNvPr>
                <p14:cNvContentPartPr/>
                <p14:nvPr/>
              </p14:nvContentPartPr>
              <p14:xfrm>
                <a:off x="2282774" y="1757103"/>
                <a:ext cx="121680" cy="2426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845F0E-7C0C-067E-21E0-083AB0A00B7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65134" y="1739103"/>
                  <a:ext cx="157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41B3F52-F436-1D6A-E302-5F8B31713B57}"/>
                    </a:ext>
                  </a:extLst>
                </p14:cNvPr>
                <p14:cNvContentPartPr/>
                <p14:nvPr/>
              </p14:nvContentPartPr>
              <p14:xfrm>
                <a:off x="2530454" y="1831623"/>
                <a:ext cx="187920" cy="150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41B3F52-F436-1D6A-E302-5F8B31713B5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12454" y="1813623"/>
                  <a:ext cx="223560" cy="18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E23A16F-C090-B35A-293E-C7999EF05CFE}"/>
                  </a:ext>
                </a:extLst>
              </p14:cNvPr>
              <p14:cNvContentPartPr/>
              <p14:nvPr/>
            </p14:nvContentPartPr>
            <p14:xfrm>
              <a:off x="3307694" y="1787703"/>
              <a:ext cx="284400" cy="186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E23A16F-C090-B35A-293E-C7999EF05CF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290054" y="1769703"/>
                <a:ext cx="320040" cy="22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7596871-5A8F-AA34-B406-A40579AEA65C}"/>
              </a:ext>
            </a:extLst>
          </p:cNvPr>
          <p:cNvGrpSpPr/>
          <p:nvPr/>
        </p:nvGrpSpPr>
        <p:grpSpPr>
          <a:xfrm>
            <a:off x="4197254" y="1659543"/>
            <a:ext cx="1382760" cy="365400"/>
            <a:chOff x="4197254" y="1659543"/>
            <a:chExt cx="138276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BCB66B8-8797-17A1-3059-09820C07D9F8}"/>
                    </a:ext>
                  </a:extLst>
                </p14:cNvPr>
                <p14:cNvContentPartPr/>
                <p14:nvPr/>
              </p14:nvContentPartPr>
              <p14:xfrm>
                <a:off x="4197254" y="1795623"/>
                <a:ext cx="365760" cy="19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BCB66B8-8797-17A1-3059-09820C07D9F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79254" y="1777623"/>
                  <a:ext cx="401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9C5BED3-FB62-DCCF-CCB7-DD1712115806}"/>
                    </a:ext>
                  </a:extLst>
                </p14:cNvPr>
                <p14:cNvContentPartPr/>
                <p14:nvPr/>
              </p14:nvContentPartPr>
              <p14:xfrm>
                <a:off x="4606214" y="1659543"/>
                <a:ext cx="744480" cy="365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9C5BED3-FB62-DCCF-CCB7-DD17121158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588214" y="1641543"/>
                  <a:ext cx="7801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E0E6182-4560-673F-7B04-AEE3866BB361}"/>
                    </a:ext>
                  </a:extLst>
                </p14:cNvPr>
                <p14:cNvContentPartPr/>
                <p14:nvPr/>
              </p14:nvContentPartPr>
              <p14:xfrm>
                <a:off x="5423774" y="1870143"/>
                <a:ext cx="156240" cy="132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E0E6182-4560-673F-7B04-AEE3866BB36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06134" y="1852143"/>
                  <a:ext cx="191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D78DE8-AE7C-6155-5411-F54CF8E831EB}"/>
                    </a:ext>
                  </a:extLst>
                </p14:cNvPr>
                <p14:cNvContentPartPr/>
                <p14:nvPr/>
              </p14:nvContentPartPr>
              <p14:xfrm>
                <a:off x="5450414" y="1863303"/>
                <a:ext cx="123120" cy="151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FD78DE8-AE7C-6155-5411-F54CF8E831E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32774" y="1845663"/>
                  <a:ext cx="1587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E2D2D8A-475F-1AEA-2C1C-33A89CF12B41}"/>
                    </a:ext>
                  </a:extLst>
                </p14:cNvPr>
                <p14:cNvContentPartPr/>
                <p14:nvPr/>
              </p14:nvContentPartPr>
              <p14:xfrm>
                <a:off x="5389934" y="1695543"/>
                <a:ext cx="25560" cy="63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E2D2D8A-475F-1AEA-2C1C-33A89CF12B4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72294" y="1677543"/>
                  <a:ext cx="61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BA2B307-2992-855D-76BA-BF288A0B2491}"/>
                    </a:ext>
                  </a:extLst>
                </p14:cNvPr>
                <p14:cNvContentPartPr/>
                <p14:nvPr/>
              </p14:nvContentPartPr>
              <p14:xfrm>
                <a:off x="4868654" y="1708503"/>
                <a:ext cx="227520" cy="414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BA2B307-2992-855D-76BA-BF288A0B249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0654" y="1690503"/>
                  <a:ext cx="26316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6B93C47-218A-8F15-54F8-A4A61D366C10}"/>
                  </a:ext>
                </a:extLst>
              </p14:cNvPr>
              <p14:cNvContentPartPr/>
              <p14:nvPr/>
            </p14:nvContentPartPr>
            <p14:xfrm>
              <a:off x="6047654" y="1710663"/>
              <a:ext cx="399600" cy="731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6B93C47-218A-8F15-54F8-A4A61D366C1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030014" y="1693023"/>
                <a:ext cx="435240" cy="76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C0A1D06C-B7D7-F6A1-4AAD-44E335B93F53}"/>
              </a:ext>
            </a:extLst>
          </p:cNvPr>
          <p:cNvGrpSpPr/>
          <p:nvPr/>
        </p:nvGrpSpPr>
        <p:grpSpPr>
          <a:xfrm>
            <a:off x="7020734" y="1628943"/>
            <a:ext cx="1181160" cy="339480"/>
            <a:chOff x="7020734" y="1628943"/>
            <a:chExt cx="11811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92240B-FC4D-C0AD-B5B5-A7371381B0AE}"/>
                    </a:ext>
                  </a:extLst>
                </p14:cNvPr>
                <p14:cNvContentPartPr/>
                <p14:nvPr/>
              </p14:nvContentPartPr>
              <p14:xfrm>
                <a:off x="7020734" y="1801743"/>
                <a:ext cx="513360" cy="166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92240B-FC4D-C0AD-B5B5-A7371381B0A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03094" y="1783743"/>
                  <a:ext cx="5490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8C8C803-4EA1-6C7F-798B-5095F11E1ED8}"/>
                    </a:ext>
                  </a:extLst>
                </p14:cNvPr>
                <p14:cNvContentPartPr/>
                <p14:nvPr/>
              </p14:nvContentPartPr>
              <p14:xfrm>
                <a:off x="7636334" y="1628943"/>
                <a:ext cx="231120" cy="288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8C8C803-4EA1-6C7F-798B-5095F11E1ED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618334" y="1611303"/>
                  <a:ext cx="2667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CA4544-48DE-71FB-8517-17A3D4F84371}"/>
                    </a:ext>
                  </a:extLst>
                </p14:cNvPr>
                <p14:cNvContentPartPr/>
                <p14:nvPr/>
              </p14:nvContentPartPr>
              <p14:xfrm>
                <a:off x="7911014" y="1758903"/>
                <a:ext cx="290880" cy="182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CA4544-48DE-71FB-8517-17A3D4F8437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93014" y="1740903"/>
                  <a:ext cx="326520" cy="21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264CE37-866E-FBA9-B725-015E1CFCEA28}"/>
              </a:ext>
            </a:extLst>
          </p:cNvPr>
          <p:cNvGrpSpPr/>
          <p:nvPr/>
        </p:nvGrpSpPr>
        <p:grpSpPr>
          <a:xfrm>
            <a:off x="8790854" y="1765023"/>
            <a:ext cx="955440" cy="169200"/>
            <a:chOff x="8790854" y="1765023"/>
            <a:chExt cx="95544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B04EC11-728F-A07C-A8A4-C0F34C091B84}"/>
                    </a:ext>
                  </a:extLst>
                </p14:cNvPr>
                <p14:cNvContentPartPr/>
                <p14:nvPr/>
              </p14:nvContentPartPr>
              <p14:xfrm>
                <a:off x="8790854" y="1777623"/>
                <a:ext cx="335880" cy="122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B04EC11-728F-A07C-A8A4-C0F34C091B8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773214" y="1759623"/>
                  <a:ext cx="371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F64773A-4B84-4209-86DB-C03DB71CD7B0}"/>
                    </a:ext>
                  </a:extLst>
                </p14:cNvPr>
                <p14:cNvContentPartPr/>
                <p14:nvPr/>
              </p14:nvContentPartPr>
              <p14:xfrm>
                <a:off x="9228614" y="1800663"/>
                <a:ext cx="138960" cy="91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F64773A-4B84-4209-86DB-C03DB71CD7B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10614" y="1782663"/>
                  <a:ext cx="1746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94702F-D015-9168-6951-540F6647BE3E}"/>
                    </a:ext>
                  </a:extLst>
                </p14:cNvPr>
                <p14:cNvContentPartPr/>
                <p14:nvPr/>
              </p14:nvContentPartPr>
              <p14:xfrm>
                <a:off x="9257774" y="1765023"/>
                <a:ext cx="146880" cy="169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94702F-D015-9168-6951-540F6647BE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39774" y="1747383"/>
                  <a:ext cx="1825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AA3941D-E1DA-4632-F8CF-28C3BCA9903C}"/>
                    </a:ext>
                  </a:extLst>
                </p14:cNvPr>
                <p14:cNvContentPartPr/>
                <p14:nvPr/>
              </p14:nvContentPartPr>
              <p14:xfrm>
                <a:off x="9486014" y="1770063"/>
                <a:ext cx="260280" cy="123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AA3941D-E1DA-4632-F8CF-28C3BCA990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68374" y="1752063"/>
                  <a:ext cx="295920" cy="15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56480C9-B107-7BD9-5A8A-B8817B2FE3A2}"/>
                  </a:ext>
                </a:extLst>
              </p14:cNvPr>
              <p14:cNvContentPartPr/>
              <p14:nvPr/>
            </p14:nvContentPartPr>
            <p14:xfrm>
              <a:off x="10332734" y="1863303"/>
              <a:ext cx="24120" cy="108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56480C9-B107-7BD9-5A8A-B8817B2FE3A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314734" y="1845663"/>
                <a:ext cx="5976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7B072C88-CC45-A1C8-B05E-938671B3CEBD}"/>
              </a:ext>
            </a:extLst>
          </p:cNvPr>
          <p:cNvGrpSpPr/>
          <p:nvPr/>
        </p:nvGrpSpPr>
        <p:grpSpPr>
          <a:xfrm>
            <a:off x="305654" y="2515623"/>
            <a:ext cx="705600" cy="389160"/>
            <a:chOff x="305654" y="2515623"/>
            <a:chExt cx="705600" cy="38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AB0EE5-73E3-5A83-B4E0-2B8C2A266207}"/>
                    </a:ext>
                  </a:extLst>
                </p14:cNvPr>
                <p14:cNvContentPartPr/>
                <p14:nvPr/>
              </p14:nvContentPartPr>
              <p14:xfrm>
                <a:off x="305654" y="2546583"/>
                <a:ext cx="267480" cy="358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AB0EE5-73E3-5A83-B4E0-2B8C2A26620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8014" y="2528943"/>
                  <a:ext cx="30312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15CBB85-2C14-1CE6-06CA-4D85CFC36A0E}"/>
                    </a:ext>
                  </a:extLst>
                </p14:cNvPr>
                <p14:cNvContentPartPr/>
                <p14:nvPr/>
              </p14:nvContentPartPr>
              <p14:xfrm>
                <a:off x="657374" y="2515623"/>
                <a:ext cx="217440" cy="340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15CBB85-2C14-1CE6-06CA-4D85CFC36A0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9734" y="2497983"/>
                  <a:ext cx="2530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0C063BF-9052-4460-BA8C-BFB6DE028071}"/>
                    </a:ext>
                  </a:extLst>
                </p14:cNvPr>
                <p14:cNvContentPartPr/>
                <p14:nvPr/>
              </p14:nvContentPartPr>
              <p14:xfrm>
                <a:off x="893174" y="2693823"/>
                <a:ext cx="118080" cy="155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0C063BF-9052-4460-BA8C-BFB6DE02807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5174" y="2676183"/>
                  <a:ext cx="15372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7DAFA86-C676-B097-9788-0A2D3681C467}"/>
              </a:ext>
            </a:extLst>
          </p:cNvPr>
          <p:cNvGrpSpPr/>
          <p:nvPr/>
        </p:nvGrpSpPr>
        <p:grpSpPr>
          <a:xfrm>
            <a:off x="1461254" y="2593743"/>
            <a:ext cx="1416960" cy="319680"/>
            <a:chOff x="1461254" y="2593743"/>
            <a:chExt cx="1416960" cy="3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10F4B60-3C47-4EB2-5179-A44F746F37E1}"/>
                    </a:ext>
                  </a:extLst>
                </p14:cNvPr>
                <p14:cNvContentPartPr/>
                <p14:nvPr/>
              </p14:nvContentPartPr>
              <p14:xfrm>
                <a:off x="1461254" y="2756103"/>
                <a:ext cx="457560" cy="157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10F4B60-3C47-4EB2-5179-A44F746F37E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43254" y="2738103"/>
                  <a:ext cx="493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F45045D-066B-000A-5505-EFD78C9338C2}"/>
                    </a:ext>
                  </a:extLst>
                </p14:cNvPr>
                <p14:cNvContentPartPr/>
                <p14:nvPr/>
              </p14:nvContentPartPr>
              <p14:xfrm>
                <a:off x="1959134" y="2777343"/>
                <a:ext cx="269640" cy="122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F45045D-066B-000A-5505-EFD78C9338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41494" y="2759703"/>
                  <a:ext cx="305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8C05503-6AB2-E31B-CDEB-2D9C94092C54}"/>
                    </a:ext>
                  </a:extLst>
                </p14:cNvPr>
                <p14:cNvContentPartPr/>
                <p14:nvPr/>
              </p14:nvContentPartPr>
              <p14:xfrm>
                <a:off x="2295014" y="2593743"/>
                <a:ext cx="132120" cy="294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8C05503-6AB2-E31B-CDEB-2D9C94092C5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77014" y="2576103"/>
                  <a:ext cx="1677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9006BD-2938-C121-1594-3FC8940EC0AE}"/>
                    </a:ext>
                  </a:extLst>
                </p14:cNvPr>
                <p14:cNvContentPartPr/>
                <p14:nvPr/>
              </p14:nvContentPartPr>
              <p14:xfrm>
                <a:off x="2454854" y="2749623"/>
                <a:ext cx="174960" cy="144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9006BD-2938-C121-1594-3FC8940EC0A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36854" y="2731623"/>
                  <a:ext cx="210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7939DF4-D949-BF9E-E8EF-AA7A8736453B}"/>
                    </a:ext>
                  </a:extLst>
                </p14:cNvPr>
                <p14:cNvContentPartPr/>
                <p14:nvPr/>
              </p14:nvContentPartPr>
              <p14:xfrm>
                <a:off x="2680574" y="2722263"/>
                <a:ext cx="197640" cy="150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7939DF4-D949-BF9E-E8EF-AA7A8736453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662934" y="2704263"/>
                  <a:ext cx="233280" cy="186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DBA7B3F-FFC4-4D69-9765-DB5ECB5BDF5B}"/>
                  </a:ext>
                </a:extLst>
              </p14:cNvPr>
              <p14:cNvContentPartPr/>
              <p14:nvPr/>
            </p14:nvContentPartPr>
            <p14:xfrm>
              <a:off x="3369974" y="2734863"/>
              <a:ext cx="124200" cy="161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DBA7B3F-FFC4-4D69-9765-DB5ECB5BDF5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352334" y="2716863"/>
                <a:ext cx="159840" cy="19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158C952-31DC-22BC-E2E4-81A7984081CE}"/>
              </a:ext>
            </a:extLst>
          </p:cNvPr>
          <p:cNvGrpSpPr/>
          <p:nvPr/>
        </p:nvGrpSpPr>
        <p:grpSpPr>
          <a:xfrm>
            <a:off x="4190774" y="2713263"/>
            <a:ext cx="240480" cy="191880"/>
            <a:chOff x="4190774" y="2713263"/>
            <a:chExt cx="24048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421DD1B-10A6-5B0E-DB3A-04F9E160E681}"/>
                    </a:ext>
                  </a:extLst>
                </p14:cNvPr>
                <p14:cNvContentPartPr/>
                <p14:nvPr/>
              </p14:nvContentPartPr>
              <p14:xfrm>
                <a:off x="4190774" y="2714343"/>
                <a:ext cx="38520" cy="190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421DD1B-10A6-5B0E-DB3A-04F9E160E68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3134" y="2696343"/>
                  <a:ext cx="74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06EA5B8-B071-54C8-A349-121EA93DEBAB}"/>
                    </a:ext>
                  </a:extLst>
                </p14:cNvPr>
                <p14:cNvContentPartPr/>
                <p14:nvPr/>
              </p14:nvContentPartPr>
              <p14:xfrm>
                <a:off x="4277174" y="2713263"/>
                <a:ext cx="154080" cy="155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06EA5B8-B071-54C8-A349-121EA93DEBA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59174" y="2695623"/>
                  <a:ext cx="18972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C72A07B-56CF-8F3A-9038-A192EAF121B8}"/>
                  </a:ext>
                </a:extLst>
              </p14:cNvPr>
              <p14:cNvContentPartPr/>
              <p14:nvPr/>
            </p14:nvContentPartPr>
            <p14:xfrm>
              <a:off x="4294814" y="2474943"/>
              <a:ext cx="7200" cy="19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C72A07B-56CF-8F3A-9038-A192EAF121B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277174" y="2456943"/>
                <a:ext cx="4284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7237A1C0-EAE7-02CF-EB1D-D4A94AE4D867}"/>
              </a:ext>
            </a:extLst>
          </p:cNvPr>
          <p:cNvGrpSpPr/>
          <p:nvPr/>
        </p:nvGrpSpPr>
        <p:grpSpPr>
          <a:xfrm>
            <a:off x="4984574" y="2541543"/>
            <a:ext cx="754920" cy="312840"/>
            <a:chOff x="4984574" y="2541543"/>
            <a:chExt cx="75492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D7778D-AC79-90B6-6FD7-D7D4AC003147}"/>
                    </a:ext>
                  </a:extLst>
                </p14:cNvPr>
                <p14:cNvContentPartPr/>
                <p14:nvPr/>
              </p14:nvContentPartPr>
              <p14:xfrm>
                <a:off x="4984574" y="2662143"/>
                <a:ext cx="120600" cy="184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D7778D-AC79-90B6-6FD7-D7D4AC0031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66934" y="2644143"/>
                  <a:ext cx="156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FCC8B06-FFED-372B-9E09-957D2ADCB678}"/>
                    </a:ext>
                  </a:extLst>
                </p14:cNvPr>
                <p14:cNvContentPartPr/>
                <p14:nvPr/>
              </p14:nvContentPartPr>
              <p14:xfrm>
                <a:off x="5184734" y="2692743"/>
                <a:ext cx="205920" cy="1591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FCC8B06-FFED-372B-9E09-957D2ADCB67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67094" y="2675103"/>
                  <a:ext cx="2415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8BB767-4170-D64C-7486-DC2DF26370B4}"/>
                    </a:ext>
                  </a:extLst>
                </p14:cNvPr>
                <p14:cNvContentPartPr/>
                <p14:nvPr/>
              </p14:nvContentPartPr>
              <p14:xfrm>
                <a:off x="5423774" y="2712903"/>
                <a:ext cx="74880" cy="120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8BB767-4170-D64C-7486-DC2DF26370B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06134" y="2695263"/>
                  <a:ext cx="1105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21AA6E0-1668-213E-05EF-0B6E6C016E04}"/>
                    </a:ext>
                  </a:extLst>
                </p14:cNvPr>
                <p14:cNvContentPartPr/>
                <p14:nvPr/>
              </p14:nvContentPartPr>
              <p14:xfrm>
                <a:off x="5475614" y="2563863"/>
                <a:ext cx="41400" cy="33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21AA6E0-1668-213E-05EF-0B6E6C016E0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57974" y="2546223"/>
                  <a:ext cx="770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D71CFAD-F9F8-6642-5E67-D68142F9C424}"/>
                    </a:ext>
                  </a:extLst>
                </p14:cNvPr>
                <p14:cNvContentPartPr/>
                <p14:nvPr/>
              </p14:nvContentPartPr>
              <p14:xfrm>
                <a:off x="5540774" y="2541543"/>
                <a:ext cx="198720" cy="312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D71CFAD-F9F8-6642-5E67-D68142F9C42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22774" y="2523903"/>
                  <a:ext cx="234360" cy="34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130B391-352E-C621-F7F7-08FE362CA8AC}"/>
              </a:ext>
            </a:extLst>
          </p:cNvPr>
          <p:cNvGrpSpPr/>
          <p:nvPr/>
        </p:nvGrpSpPr>
        <p:grpSpPr>
          <a:xfrm>
            <a:off x="6204614" y="2508063"/>
            <a:ext cx="297720" cy="337680"/>
            <a:chOff x="6204614" y="2508063"/>
            <a:chExt cx="2977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F086D44-6313-7B24-4071-FEC39A10DD4C}"/>
                    </a:ext>
                  </a:extLst>
                </p14:cNvPr>
                <p14:cNvContentPartPr/>
                <p14:nvPr/>
              </p14:nvContentPartPr>
              <p14:xfrm>
                <a:off x="6204614" y="2508063"/>
                <a:ext cx="297720" cy="337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F086D44-6313-7B24-4071-FEC39A10DD4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86614" y="2490423"/>
                  <a:ext cx="3333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E37E67-5CD1-A0BE-73CE-DC428F3499DD}"/>
                    </a:ext>
                  </a:extLst>
                </p14:cNvPr>
                <p14:cNvContentPartPr/>
                <p14:nvPr/>
              </p14:nvContentPartPr>
              <p14:xfrm>
                <a:off x="6241334" y="2631543"/>
                <a:ext cx="127800" cy="26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E37E67-5CD1-A0BE-73CE-DC428F3499D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223334" y="2613903"/>
                  <a:ext cx="1634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B175D24-7999-C0F3-BD9D-94EFEE25B2F3}"/>
              </a:ext>
            </a:extLst>
          </p:cNvPr>
          <p:cNvGrpSpPr/>
          <p:nvPr/>
        </p:nvGrpSpPr>
        <p:grpSpPr>
          <a:xfrm>
            <a:off x="6919574" y="2571423"/>
            <a:ext cx="261360" cy="273600"/>
            <a:chOff x="6919574" y="2571423"/>
            <a:chExt cx="26136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0A940EC-0B81-A258-23E7-E63A03BD75B9}"/>
                    </a:ext>
                  </a:extLst>
                </p14:cNvPr>
                <p14:cNvContentPartPr/>
                <p14:nvPr/>
              </p14:nvContentPartPr>
              <p14:xfrm>
                <a:off x="6919574" y="2571423"/>
                <a:ext cx="106200" cy="2401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0A940EC-0B81-A258-23E7-E63A03BD75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901934" y="2553423"/>
                  <a:ext cx="141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4C3E656-99E7-B25F-1A6E-EB9C08321E45}"/>
                    </a:ext>
                  </a:extLst>
                </p14:cNvPr>
                <p14:cNvContentPartPr/>
                <p14:nvPr/>
              </p14:nvContentPartPr>
              <p14:xfrm>
                <a:off x="7081934" y="2676903"/>
                <a:ext cx="99000" cy="168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4C3E656-99E7-B25F-1A6E-EB9C08321E4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63934" y="2658903"/>
                  <a:ext cx="134640" cy="20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FB6D5BD-C021-EEBB-F62C-3C6D573CCC5A}"/>
              </a:ext>
            </a:extLst>
          </p:cNvPr>
          <p:cNvGrpSpPr/>
          <p:nvPr/>
        </p:nvGrpSpPr>
        <p:grpSpPr>
          <a:xfrm>
            <a:off x="7727054" y="2539023"/>
            <a:ext cx="543600" cy="294120"/>
            <a:chOff x="7727054" y="2539023"/>
            <a:chExt cx="54360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2BA3782-7889-65D3-B47F-954D16404841}"/>
                    </a:ext>
                  </a:extLst>
                </p14:cNvPr>
                <p14:cNvContentPartPr/>
                <p14:nvPr/>
              </p14:nvContentPartPr>
              <p14:xfrm>
                <a:off x="7727054" y="2539023"/>
                <a:ext cx="543600" cy="294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2BA3782-7889-65D3-B47F-954D1640484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09414" y="2521023"/>
                  <a:ext cx="5792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60E8F0C-C607-4D90-5CD0-DA27D04596A7}"/>
                    </a:ext>
                  </a:extLst>
                </p14:cNvPr>
                <p14:cNvContentPartPr/>
                <p14:nvPr/>
              </p14:nvContentPartPr>
              <p14:xfrm>
                <a:off x="7831454" y="2698143"/>
                <a:ext cx="185400" cy="9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60E8F0C-C607-4D90-5CD0-DA27D04596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13814" y="2680503"/>
                  <a:ext cx="22104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664084D-959C-AFAD-F943-26CFCDF5CA43}"/>
              </a:ext>
            </a:extLst>
          </p:cNvPr>
          <p:cNvGrpSpPr/>
          <p:nvPr/>
        </p:nvGrpSpPr>
        <p:grpSpPr>
          <a:xfrm>
            <a:off x="8708054" y="2483943"/>
            <a:ext cx="910080" cy="367920"/>
            <a:chOff x="8708054" y="2483943"/>
            <a:chExt cx="91008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920E531-E869-0E6F-4211-655F8AB25D97}"/>
                    </a:ext>
                  </a:extLst>
                </p14:cNvPr>
                <p14:cNvContentPartPr/>
                <p14:nvPr/>
              </p14:nvContentPartPr>
              <p14:xfrm>
                <a:off x="8708054" y="2694903"/>
                <a:ext cx="238680" cy="156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920E531-E869-0E6F-4211-655F8AB25D9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90414" y="2676903"/>
                  <a:ext cx="2743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5D6FFF-8C66-B95D-90FC-86595CDB12F5}"/>
                    </a:ext>
                  </a:extLst>
                </p14:cNvPr>
                <p14:cNvContentPartPr/>
                <p14:nvPr/>
              </p14:nvContentPartPr>
              <p14:xfrm>
                <a:off x="8941334" y="2705703"/>
                <a:ext cx="12924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5D6FFF-8C66-B95D-90FC-86595CDB12F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923334" y="2688063"/>
                  <a:ext cx="1648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0CDD7C5-56CA-0F1A-7E44-706C9DA877CB}"/>
                    </a:ext>
                  </a:extLst>
                </p14:cNvPr>
                <p14:cNvContentPartPr/>
                <p14:nvPr/>
              </p14:nvContentPartPr>
              <p14:xfrm>
                <a:off x="9135734" y="2665023"/>
                <a:ext cx="164880" cy="158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0CDD7C5-56CA-0F1A-7E44-706C9DA877C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18094" y="2647023"/>
                  <a:ext cx="200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626C47-53E4-BF0D-8346-A6E920AE8E11}"/>
                    </a:ext>
                  </a:extLst>
                </p14:cNvPr>
                <p14:cNvContentPartPr/>
                <p14:nvPr/>
              </p14:nvContentPartPr>
              <p14:xfrm>
                <a:off x="9394574" y="2483943"/>
                <a:ext cx="223560" cy="357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626C47-53E4-BF0D-8346-A6E920AE8E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76934" y="2466303"/>
                  <a:ext cx="259200" cy="39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DC33E69-32EF-DF20-F330-BD422CA0D4D0}"/>
                  </a:ext>
                </a:extLst>
              </p14:cNvPr>
              <p14:cNvContentPartPr/>
              <p14:nvPr/>
            </p14:nvContentPartPr>
            <p14:xfrm>
              <a:off x="9998654" y="2526783"/>
              <a:ext cx="293400" cy="656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DC33E69-32EF-DF20-F330-BD422CA0D4D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9980654" y="2508783"/>
                <a:ext cx="329040" cy="692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63CCD69-ED90-8285-7FAD-7EB801E36D86}"/>
              </a:ext>
            </a:extLst>
          </p:cNvPr>
          <p:cNvGrpSpPr/>
          <p:nvPr/>
        </p:nvGrpSpPr>
        <p:grpSpPr>
          <a:xfrm>
            <a:off x="10621094" y="2477823"/>
            <a:ext cx="798120" cy="331200"/>
            <a:chOff x="10621094" y="2477823"/>
            <a:chExt cx="798120" cy="33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E4DA8E0-BA71-38B0-1296-6F5281E054DB}"/>
                    </a:ext>
                  </a:extLst>
                </p14:cNvPr>
                <p14:cNvContentPartPr/>
                <p14:nvPr/>
              </p14:nvContentPartPr>
              <p14:xfrm>
                <a:off x="10767974" y="2477823"/>
                <a:ext cx="651240" cy="331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E4DA8E0-BA71-38B0-1296-6F5281E054D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50334" y="2460183"/>
                  <a:ext cx="68688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0916659-CA18-5A37-E321-CDBA87663856}"/>
                    </a:ext>
                  </a:extLst>
                </p14:cNvPr>
                <p14:cNvContentPartPr/>
                <p14:nvPr/>
              </p14:nvContentPartPr>
              <p14:xfrm>
                <a:off x="10621094" y="2598063"/>
                <a:ext cx="278640" cy="12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0916659-CA18-5A37-E321-CDBA8766385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603454" y="2580423"/>
                  <a:ext cx="3142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07F057E-F081-E0CD-C038-8740DEFB2DAA}"/>
              </a:ext>
            </a:extLst>
          </p:cNvPr>
          <p:cNvGrpSpPr/>
          <p:nvPr/>
        </p:nvGrpSpPr>
        <p:grpSpPr>
          <a:xfrm>
            <a:off x="313574" y="3250383"/>
            <a:ext cx="1202400" cy="460800"/>
            <a:chOff x="313574" y="3250383"/>
            <a:chExt cx="120240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9752953-DEF6-2AA3-A16D-2AB60FA3541D}"/>
                    </a:ext>
                  </a:extLst>
                </p14:cNvPr>
                <p14:cNvContentPartPr/>
                <p14:nvPr/>
              </p14:nvContentPartPr>
              <p14:xfrm>
                <a:off x="313574" y="3431103"/>
                <a:ext cx="278280" cy="181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9752953-DEF6-2AA3-A16D-2AB60FA3541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5934" y="3413463"/>
                  <a:ext cx="3139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AF478DB-9049-931A-975C-F1DD12700FD2}"/>
                    </a:ext>
                  </a:extLst>
                </p14:cNvPr>
                <p14:cNvContentPartPr/>
                <p14:nvPr/>
              </p14:nvContentPartPr>
              <p14:xfrm>
                <a:off x="677534" y="3250383"/>
                <a:ext cx="627480" cy="44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AF478DB-9049-931A-975C-F1DD12700FD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59534" y="3232743"/>
                  <a:ext cx="66312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7BF08C7-E9A0-5156-E995-28695FD9938C}"/>
                    </a:ext>
                  </a:extLst>
                </p14:cNvPr>
                <p14:cNvContentPartPr/>
                <p14:nvPr/>
              </p14:nvContentPartPr>
              <p14:xfrm>
                <a:off x="1353254" y="3572223"/>
                <a:ext cx="126360" cy="103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7BF08C7-E9A0-5156-E995-28695FD9938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335254" y="3554583"/>
                  <a:ext cx="1620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B2C3494-BB5D-6883-B374-1959C5A5FDA7}"/>
                    </a:ext>
                  </a:extLst>
                </p14:cNvPr>
                <p14:cNvContentPartPr/>
                <p14:nvPr/>
              </p14:nvContentPartPr>
              <p14:xfrm>
                <a:off x="1376654" y="3526143"/>
                <a:ext cx="139320" cy="185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B2C3494-BB5D-6883-B374-1959C5A5FDA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359014" y="3508143"/>
                  <a:ext cx="174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D075EE6-491D-BF7B-5FE9-9F770F838FCD}"/>
                    </a:ext>
                  </a:extLst>
                </p14:cNvPr>
                <p14:cNvContentPartPr/>
                <p14:nvPr/>
              </p14:nvContentPartPr>
              <p14:xfrm>
                <a:off x="1331294" y="3340023"/>
                <a:ext cx="29520" cy="50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D075EE6-491D-BF7B-5FE9-9F770F838FC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313654" y="3322383"/>
                  <a:ext cx="651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3CE32F5-205E-3CC5-CE4F-3BF4E5310178}"/>
                    </a:ext>
                  </a:extLst>
                </p14:cNvPr>
                <p14:cNvContentPartPr/>
                <p14:nvPr/>
              </p14:nvContentPartPr>
              <p14:xfrm>
                <a:off x="779774" y="3337863"/>
                <a:ext cx="235440" cy="20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3CE32F5-205E-3CC5-CE4F-3BF4E531017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62134" y="3319863"/>
                  <a:ext cx="271080" cy="5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65336BF4-ACF8-6123-8DA8-326FA946266B}"/>
                  </a:ext>
                </a:extLst>
              </p14:cNvPr>
              <p14:cNvContentPartPr/>
              <p14:nvPr/>
            </p14:nvContentPartPr>
            <p14:xfrm>
              <a:off x="1814414" y="3289623"/>
              <a:ext cx="399600" cy="3517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65336BF4-ACF8-6123-8DA8-326FA946266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1796774" y="3271983"/>
                <a:ext cx="435240" cy="38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3A9C6E9C-E804-A324-8C13-96D4D93F9A64}"/>
              </a:ext>
            </a:extLst>
          </p:cNvPr>
          <p:cNvGrpSpPr/>
          <p:nvPr/>
        </p:nvGrpSpPr>
        <p:grpSpPr>
          <a:xfrm>
            <a:off x="3038054" y="3329943"/>
            <a:ext cx="330120" cy="777240"/>
            <a:chOff x="3038054" y="3329943"/>
            <a:chExt cx="330120" cy="77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424257F-2462-FFA7-61AF-314FC03027B0}"/>
                    </a:ext>
                  </a:extLst>
                </p14:cNvPr>
                <p14:cNvContentPartPr/>
                <p14:nvPr/>
              </p14:nvContentPartPr>
              <p14:xfrm>
                <a:off x="3038054" y="3502743"/>
                <a:ext cx="167760" cy="184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424257F-2462-FFA7-61AF-314FC03027B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20414" y="3484743"/>
                  <a:ext cx="2034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66F576-51E3-F5DC-86EE-96E50A3B7CDE}"/>
                    </a:ext>
                  </a:extLst>
                </p14:cNvPr>
                <p14:cNvContentPartPr/>
                <p14:nvPr/>
              </p14:nvContentPartPr>
              <p14:xfrm>
                <a:off x="3144254" y="3364863"/>
                <a:ext cx="40320" cy="24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66F576-51E3-F5DC-86EE-96E50A3B7CD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126254" y="3346863"/>
                  <a:ext cx="75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BF2FC2A-B42C-BEDE-93B4-813228982B8A}"/>
                    </a:ext>
                  </a:extLst>
                </p14:cNvPr>
                <p14:cNvContentPartPr/>
                <p14:nvPr/>
              </p14:nvContentPartPr>
              <p14:xfrm>
                <a:off x="3160814" y="3329943"/>
                <a:ext cx="207360" cy="777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BF2FC2A-B42C-BEDE-93B4-813228982B8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142814" y="3311943"/>
                  <a:ext cx="243000" cy="81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21F445E-00EA-ED25-9CD9-780117F44A3B}"/>
              </a:ext>
            </a:extLst>
          </p:cNvPr>
          <p:cNvGrpSpPr/>
          <p:nvPr/>
        </p:nvGrpSpPr>
        <p:grpSpPr>
          <a:xfrm>
            <a:off x="147254" y="4080903"/>
            <a:ext cx="205200" cy="515160"/>
            <a:chOff x="147254" y="4080903"/>
            <a:chExt cx="205200" cy="5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6BEDA06-A942-06B8-86C7-A20B9E27C355}"/>
                    </a:ext>
                  </a:extLst>
                </p14:cNvPr>
                <p14:cNvContentPartPr/>
                <p14:nvPr/>
              </p14:nvContentPartPr>
              <p14:xfrm>
                <a:off x="161294" y="4249743"/>
                <a:ext cx="38160" cy="186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6BEDA06-A942-06B8-86C7-A20B9E27C35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3654" y="4232103"/>
                  <a:ext cx="73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F0734CB3-BB58-5189-CBE5-4AECEA6ED98B}"/>
                    </a:ext>
                  </a:extLst>
                </p14:cNvPr>
                <p14:cNvContentPartPr/>
                <p14:nvPr/>
              </p14:nvContentPartPr>
              <p14:xfrm>
                <a:off x="147254" y="4080903"/>
                <a:ext cx="205200" cy="51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F0734CB3-BB58-5189-CBE5-4AECEA6ED9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9254" y="4063263"/>
                  <a:ext cx="240840" cy="55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AC17C4A-797C-1247-0BF9-C1C7B52F2A87}"/>
              </a:ext>
            </a:extLst>
          </p:cNvPr>
          <p:cNvGrpSpPr/>
          <p:nvPr/>
        </p:nvGrpSpPr>
        <p:grpSpPr>
          <a:xfrm>
            <a:off x="634694" y="4169463"/>
            <a:ext cx="1159920" cy="369360"/>
            <a:chOff x="634694" y="4169463"/>
            <a:chExt cx="115992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B1C248-E2EF-63ED-4440-516779DD2284}"/>
                    </a:ext>
                  </a:extLst>
                </p14:cNvPr>
                <p14:cNvContentPartPr/>
                <p14:nvPr/>
              </p14:nvContentPartPr>
              <p14:xfrm>
                <a:off x="634694" y="4169463"/>
                <a:ext cx="1159920" cy="369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B1C248-E2EF-63ED-4440-516779DD228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6694" y="4151823"/>
                  <a:ext cx="119556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FB6E3C49-D746-3753-89C8-FE2FB51A6334}"/>
                    </a:ext>
                  </a:extLst>
                </p14:cNvPr>
                <p14:cNvContentPartPr/>
                <p14:nvPr/>
              </p14:nvContentPartPr>
              <p14:xfrm>
                <a:off x="1203494" y="4364223"/>
                <a:ext cx="77040" cy="824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FB6E3C49-D746-3753-89C8-FE2FB51A633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85854" y="4346583"/>
                  <a:ext cx="1126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08BF7C3-25F0-E859-A565-CA3BB337E57C}"/>
                    </a:ext>
                  </a:extLst>
                </p14:cNvPr>
                <p14:cNvContentPartPr/>
                <p14:nvPr/>
              </p14:nvContentPartPr>
              <p14:xfrm>
                <a:off x="669614" y="4277823"/>
                <a:ext cx="194400" cy="22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08BF7C3-25F0-E859-A565-CA3BB337E5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1974" y="4259823"/>
                  <a:ext cx="23004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371481D7-9183-D2C1-9C1C-21D111D62801}"/>
              </a:ext>
            </a:extLst>
          </p:cNvPr>
          <p:cNvGrpSpPr/>
          <p:nvPr/>
        </p:nvGrpSpPr>
        <p:grpSpPr>
          <a:xfrm>
            <a:off x="2147414" y="4167303"/>
            <a:ext cx="1139760" cy="385920"/>
            <a:chOff x="2147414" y="4167303"/>
            <a:chExt cx="1139760" cy="3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3F62C2E-607B-C980-48E6-41864C74DA4C}"/>
                    </a:ext>
                  </a:extLst>
                </p14:cNvPr>
                <p14:cNvContentPartPr/>
                <p14:nvPr/>
              </p14:nvContentPartPr>
              <p14:xfrm>
                <a:off x="2147414" y="4335783"/>
                <a:ext cx="173160" cy="210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3F62C2E-607B-C980-48E6-41864C74DA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29774" y="4317783"/>
                  <a:ext cx="2088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A371EF5-1337-9EC1-E208-1391569A7667}"/>
                    </a:ext>
                  </a:extLst>
                </p14:cNvPr>
                <p14:cNvContentPartPr/>
                <p14:nvPr/>
              </p14:nvContentPartPr>
              <p14:xfrm>
                <a:off x="2397254" y="4354143"/>
                <a:ext cx="349920" cy="184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A371EF5-1337-9EC1-E208-1391569A76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79614" y="4336143"/>
                  <a:ext cx="385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247862A-FF50-7FA2-C62C-4BDB3B23FF9B}"/>
                    </a:ext>
                  </a:extLst>
                </p14:cNvPr>
                <p14:cNvContentPartPr/>
                <p14:nvPr/>
              </p14:nvContentPartPr>
              <p14:xfrm>
                <a:off x="2747174" y="4205463"/>
                <a:ext cx="25920" cy="309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247862A-FF50-7FA2-C62C-4BDB3B23FF9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29174" y="4187823"/>
                  <a:ext cx="615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3B3A036-D5CB-65C7-AC89-39BDB3C8C786}"/>
                    </a:ext>
                  </a:extLst>
                </p14:cNvPr>
                <p14:cNvContentPartPr/>
                <p14:nvPr/>
              </p14:nvContentPartPr>
              <p14:xfrm>
                <a:off x="2791814" y="4364223"/>
                <a:ext cx="94680" cy="1598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3B3A036-D5CB-65C7-AC89-39BDB3C8C78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74174" y="4346583"/>
                  <a:ext cx="130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81AD7EE-082F-DFBC-FE76-070376405738}"/>
                    </a:ext>
                  </a:extLst>
                </p14:cNvPr>
                <p14:cNvContentPartPr/>
                <p14:nvPr/>
              </p14:nvContentPartPr>
              <p14:xfrm>
                <a:off x="2981534" y="4167303"/>
                <a:ext cx="68040" cy="357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81AD7EE-082F-DFBC-FE76-0703764057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63534" y="4149303"/>
                  <a:ext cx="1036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C9777BC-2B18-C7E6-82FB-8B5C4BF1F697}"/>
                    </a:ext>
                  </a:extLst>
                </p14:cNvPr>
                <p14:cNvContentPartPr/>
                <p14:nvPr/>
              </p14:nvContentPartPr>
              <p14:xfrm>
                <a:off x="2876054" y="4266663"/>
                <a:ext cx="210600" cy="44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C9777BC-2B18-C7E6-82FB-8B5C4BF1F69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858054" y="4249023"/>
                  <a:ext cx="2462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7499B7-8724-6E22-11D8-2779BB57378C}"/>
                    </a:ext>
                  </a:extLst>
                </p14:cNvPr>
                <p14:cNvContentPartPr/>
                <p14:nvPr/>
              </p14:nvContentPartPr>
              <p14:xfrm>
                <a:off x="3062534" y="4363143"/>
                <a:ext cx="224640" cy="190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7499B7-8724-6E22-11D8-2779BB57378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044534" y="4345143"/>
                  <a:ext cx="260280" cy="22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456705F5-2C89-4C9E-1507-E8171C90ED31}"/>
              </a:ext>
            </a:extLst>
          </p:cNvPr>
          <p:cNvGrpSpPr/>
          <p:nvPr/>
        </p:nvGrpSpPr>
        <p:grpSpPr>
          <a:xfrm>
            <a:off x="3912854" y="4162983"/>
            <a:ext cx="504360" cy="368640"/>
            <a:chOff x="3912854" y="4162983"/>
            <a:chExt cx="50436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367ABB7-CCBC-FE7B-3F6A-E0D7C5418A85}"/>
                    </a:ext>
                  </a:extLst>
                </p14:cNvPr>
                <p14:cNvContentPartPr/>
                <p14:nvPr/>
              </p14:nvContentPartPr>
              <p14:xfrm>
                <a:off x="3912854" y="4162983"/>
                <a:ext cx="403920" cy="368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367ABB7-CCBC-FE7B-3F6A-E0D7C5418A8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894854" y="4144983"/>
                  <a:ext cx="439560" cy="40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448C96-FD43-60C9-1EC8-76AB548A2204}"/>
                    </a:ext>
                  </a:extLst>
                </p14:cNvPr>
                <p14:cNvContentPartPr/>
                <p14:nvPr/>
              </p14:nvContentPartPr>
              <p14:xfrm>
                <a:off x="4204454" y="4263063"/>
                <a:ext cx="212760" cy="32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448C96-FD43-60C9-1EC8-76AB548A220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86814" y="4245063"/>
                  <a:ext cx="248400" cy="6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2D7284E-DA4B-419A-6631-106D50E30A81}"/>
              </a:ext>
            </a:extLst>
          </p:cNvPr>
          <p:cNvGrpSpPr/>
          <p:nvPr/>
        </p:nvGrpSpPr>
        <p:grpSpPr>
          <a:xfrm>
            <a:off x="4695854" y="4110423"/>
            <a:ext cx="1321920" cy="406440"/>
            <a:chOff x="4695854" y="4110423"/>
            <a:chExt cx="132192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FE2A913-7322-890C-A947-C2587539966E}"/>
                    </a:ext>
                  </a:extLst>
                </p14:cNvPr>
                <p14:cNvContentPartPr/>
                <p14:nvPr/>
              </p14:nvContentPartPr>
              <p14:xfrm>
                <a:off x="4695854" y="4193583"/>
                <a:ext cx="627120" cy="309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FE2A913-7322-890C-A947-C2587539966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677854" y="4175583"/>
                  <a:ext cx="66276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7E35BE0-025A-46D9-38BF-03737DAB8CAB}"/>
                    </a:ext>
                  </a:extLst>
                </p14:cNvPr>
                <p14:cNvContentPartPr/>
                <p14:nvPr/>
              </p14:nvContentPartPr>
              <p14:xfrm>
                <a:off x="5299574" y="4329303"/>
                <a:ext cx="149040" cy="1526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7E35BE0-025A-46D9-38BF-03737DAB8CA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281934" y="4311303"/>
                  <a:ext cx="184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FD80502-8A9F-DFA0-C49A-04F085402E23}"/>
                    </a:ext>
                  </a:extLst>
                </p14:cNvPr>
                <p14:cNvContentPartPr/>
                <p14:nvPr/>
              </p14:nvContentPartPr>
              <p14:xfrm>
                <a:off x="5589014" y="4341543"/>
                <a:ext cx="109800" cy="1753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FD80502-8A9F-DFA0-C49A-04F085402E2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571014" y="4323903"/>
                  <a:ext cx="145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0B56D6D-CD53-4C39-7891-CCA6BC81FCEE}"/>
                    </a:ext>
                  </a:extLst>
                </p14:cNvPr>
                <p14:cNvContentPartPr/>
                <p14:nvPr/>
              </p14:nvContentPartPr>
              <p14:xfrm>
                <a:off x="5838494" y="4110423"/>
                <a:ext cx="179280" cy="365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0B56D6D-CD53-4C39-7891-CCA6BC81FCE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20494" y="4092783"/>
                  <a:ext cx="2149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65D0261-B0D3-DACE-11F5-792AA6EF8D5F}"/>
                    </a:ext>
                  </a:extLst>
                </p14:cNvPr>
                <p14:cNvContentPartPr/>
                <p14:nvPr/>
              </p14:nvContentPartPr>
              <p14:xfrm>
                <a:off x="5852174" y="4192143"/>
                <a:ext cx="163440" cy="216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65D0261-B0D3-DACE-11F5-792AA6EF8D5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834534" y="4174503"/>
                  <a:ext cx="199080" cy="5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A31AB9A-BCFC-4CB7-D68A-250F9648B8E5}"/>
                  </a:ext>
                </a:extLst>
              </p14:cNvPr>
              <p14:cNvContentPartPr/>
              <p14:nvPr/>
            </p14:nvContentPartPr>
            <p14:xfrm>
              <a:off x="6622934" y="4234263"/>
              <a:ext cx="644400" cy="24696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A31AB9A-BCFC-4CB7-D68A-250F9648B8E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604934" y="4216263"/>
                <a:ext cx="680040" cy="28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8440E179-6DAD-D75A-A70F-4ACBD3F26F88}"/>
              </a:ext>
            </a:extLst>
          </p:cNvPr>
          <p:cNvGrpSpPr/>
          <p:nvPr/>
        </p:nvGrpSpPr>
        <p:grpSpPr>
          <a:xfrm>
            <a:off x="7698614" y="4264143"/>
            <a:ext cx="1197000" cy="204840"/>
            <a:chOff x="7698614" y="4264143"/>
            <a:chExt cx="119700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BB75F78-3C8F-C814-7150-D8584F0EF9B3}"/>
                    </a:ext>
                  </a:extLst>
                </p14:cNvPr>
                <p14:cNvContentPartPr/>
                <p14:nvPr/>
              </p14:nvContentPartPr>
              <p14:xfrm>
                <a:off x="7698614" y="4279623"/>
                <a:ext cx="493920" cy="1778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BB75F78-3C8F-C814-7150-D8584F0EF9B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680614" y="4261623"/>
                  <a:ext cx="5295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92D87E0-4BDB-7AA0-5FF2-DBADF2A31F30}"/>
                    </a:ext>
                  </a:extLst>
                </p14:cNvPr>
                <p14:cNvContentPartPr/>
                <p14:nvPr/>
              </p14:nvContentPartPr>
              <p14:xfrm>
                <a:off x="8276414" y="4291143"/>
                <a:ext cx="166320" cy="1566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92D87E0-4BDB-7AA0-5FF2-DBADF2A31F3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258774" y="4273143"/>
                  <a:ext cx="201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FFE4B7E-4C4F-E59B-3427-319B4FE99EF3}"/>
                    </a:ext>
                  </a:extLst>
                </p14:cNvPr>
                <p14:cNvContentPartPr/>
                <p14:nvPr/>
              </p14:nvContentPartPr>
              <p14:xfrm>
                <a:off x="8517614" y="4273503"/>
                <a:ext cx="128520" cy="195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FFE4B7E-4C4F-E59B-3427-319B4FE99E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99974" y="4255503"/>
                  <a:ext cx="1641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2961BF5-0528-C51E-87F5-E7B586001D58}"/>
                    </a:ext>
                  </a:extLst>
                </p14:cNvPr>
                <p14:cNvContentPartPr/>
                <p14:nvPr/>
              </p14:nvContentPartPr>
              <p14:xfrm>
                <a:off x="8681054" y="4264143"/>
                <a:ext cx="214560" cy="184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2961BF5-0528-C51E-87F5-E7B586001D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663414" y="4246503"/>
                  <a:ext cx="250200" cy="22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6FF88B4B-8194-B1FD-4C61-C4108BCA92CE}"/>
                  </a:ext>
                </a:extLst>
              </p14:cNvPr>
              <p14:cNvContentPartPr/>
              <p14:nvPr/>
            </p14:nvContentPartPr>
            <p14:xfrm>
              <a:off x="8198654" y="4072623"/>
              <a:ext cx="120960" cy="13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6FF88B4B-8194-B1FD-4C61-C4108BCA92C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181014" y="4054623"/>
                <a:ext cx="156600" cy="4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Group 125">
            <a:extLst>
              <a:ext uri="{FF2B5EF4-FFF2-40B4-BE49-F238E27FC236}">
                <a16:creationId xmlns:a16="http://schemas.microsoft.com/office/drawing/2014/main" id="{E26DC9B7-99F2-A8EE-E889-894CF7079E87}"/>
              </a:ext>
            </a:extLst>
          </p:cNvPr>
          <p:cNvGrpSpPr/>
          <p:nvPr/>
        </p:nvGrpSpPr>
        <p:grpSpPr>
          <a:xfrm>
            <a:off x="9345254" y="4060743"/>
            <a:ext cx="914400" cy="763560"/>
            <a:chOff x="9345254" y="4060743"/>
            <a:chExt cx="914400" cy="76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6736E38-E29C-38D4-D060-61740ED4356B}"/>
                    </a:ext>
                  </a:extLst>
                </p14:cNvPr>
                <p14:cNvContentPartPr/>
                <p14:nvPr/>
              </p14:nvContentPartPr>
              <p14:xfrm>
                <a:off x="9345254" y="4168383"/>
                <a:ext cx="354960" cy="655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6736E38-E29C-38D4-D060-61740ED4356B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327614" y="4150743"/>
                  <a:ext cx="39060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941593C-EB2A-96DB-7B99-1B1E8B05078D}"/>
                    </a:ext>
                  </a:extLst>
                </p14:cNvPr>
                <p14:cNvContentPartPr/>
                <p14:nvPr/>
              </p14:nvContentPartPr>
              <p14:xfrm>
                <a:off x="9979934" y="4060743"/>
                <a:ext cx="279720" cy="342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941593C-EB2A-96DB-7B99-1B1E8B05078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961934" y="4042743"/>
                  <a:ext cx="315360" cy="37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99287B26-879D-1728-5A2A-ACCB9FD6235B}"/>
                  </a:ext>
                </a:extLst>
              </p14:cNvPr>
              <p14:cNvContentPartPr/>
              <p14:nvPr/>
            </p14:nvContentPartPr>
            <p14:xfrm>
              <a:off x="10835294" y="4069023"/>
              <a:ext cx="359640" cy="6717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99287B26-879D-1728-5A2A-ACCB9FD6235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817294" y="4051023"/>
                <a:ext cx="395280" cy="70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379E823-FD67-DC8F-35B4-35BCFA6749DE}"/>
              </a:ext>
            </a:extLst>
          </p:cNvPr>
          <p:cNvGrpSpPr/>
          <p:nvPr/>
        </p:nvGrpSpPr>
        <p:grpSpPr>
          <a:xfrm>
            <a:off x="604814" y="4862103"/>
            <a:ext cx="997560" cy="367200"/>
            <a:chOff x="604814" y="4862103"/>
            <a:chExt cx="997560" cy="36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6CC17F0-6EC1-0277-E357-A25E49464C1D}"/>
                    </a:ext>
                  </a:extLst>
                </p14:cNvPr>
                <p14:cNvContentPartPr/>
                <p14:nvPr/>
              </p14:nvContentPartPr>
              <p14:xfrm>
                <a:off x="604814" y="4960023"/>
                <a:ext cx="369000" cy="221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6CC17F0-6EC1-0277-E357-A25E49464C1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7174" y="4942023"/>
                  <a:ext cx="404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D4C2807-38C6-69E8-788B-B1F81174E90E}"/>
                    </a:ext>
                  </a:extLst>
                </p14:cNvPr>
                <p14:cNvContentPartPr/>
                <p14:nvPr/>
              </p14:nvContentPartPr>
              <p14:xfrm>
                <a:off x="986774" y="4862103"/>
                <a:ext cx="615600" cy="367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D4C2807-38C6-69E8-788B-B1F81174E90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69134" y="4844463"/>
                  <a:ext cx="651240" cy="40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F1B9BCF8-6804-6B3E-4E1F-6B42DE3F7BDA}"/>
                  </a:ext>
                </a:extLst>
              </p14:cNvPr>
              <p14:cNvContentPartPr/>
              <p14:nvPr/>
            </p14:nvContentPartPr>
            <p14:xfrm>
              <a:off x="2148134" y="4996383"/>
              <a:ext cx="414360" cy="2347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F1B9BCF8-6804-6B3E-4E1F-6B42DE3F7BD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130494" y="4978383"/>
                <a:ext cx="450000" cy="27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5" name="Group 134">
            <a:extLst>
              <a:ext uri="{FF2B5EF4-FFF2-40B4-BE49-F238E27FC236}">
                <a16:creationId xmlns:a16="http://schemas.microsoft.com/office/drawing/2014/main" id="{7C359058-AAD8-B7B7-5BEE-C4995B853274}"/>
              </a:ext>
            </a:extLst>
          </p:cNvPr>
          <p:cNvGrpSpPr/>
          <p:nvPr/>
        </p:nvGrpSpPr>
        <p:grpSpPr>
          <a:xfrm>
            <a:off x="3273854" y="4939863"/>
            <a:ext cx="1497960" cy="326880"/>
            <a:chOff x="3273854" y="4939863"/>
            <a:chExt cx="1497960" cy="3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310380E-A082-5CB6-70AB-D5FEA563CF16}"/>
                    </a:ext>
                  </a:extLst>
                </p14:cNvPr>
                <p14:cNvContentPartPr/>
                <p14:nvPr/>
              </p14:nvContentPartPr>
              <p14:xfrm>
                <a:off x="3273854" y="4939863"/>
                <a:ext cx="724680" cy="296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310380E-A082-5CB6-70AB-D5FEA563CF16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255854" y="4921863"/>
                  <a:ext cx="76032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6618446-6DA8-EC7C-9288-7B1727282EC8}"/>
                    </a:ext>
                  </a:extLst>
                </p14:cNvPr>
                <p14:cNvContentPartPr/>
                <p14:nvPr/>
              </p14:nvContentPartPr>
              <p14:xfrm>
                <a:off x="3995654" y="4946703"/>
                <a:ext cx="31680" cy="216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6618446-6DA8-EC7C-9288-7B1727282EC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978014" y="4928703"/>
                  <a:ext cx="67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5799A0C-9AE6-DEDE-B205-950D4CCD013F}"/>
                    </a:ext>
                  </a:extLst>
                </p14:cNvPr>
                <p14:cNvContentPartPr/>
                <p14:nvPr/>
              </p14:nvContentPartPr>
              <p14:xfrm>
                <a:off x="4233614" y="4960743"/>
                <a:ext cx="538200" cy="3060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5799A0C-9AE6-DEDE-B205-950D4CCD013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215614" y="4942743"/>
                  <a:ext cx="573840" cy="34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9EB9F64-E78F-50B4-2232-622964AB1BBC}"/>
              </a:ext>
            </a:extLst>
          </p:cNvPr>
          <p:cNvGrpSpPr/>
          <p:nvPr/>
        </p:nvGrpSpPr>
        <p:grpSpPr>
          <a:xfrm>
            <a:off x="5322254" y="4837263"/>
            <a:ext cx="791280" cy="386280"/>
            <a:chOff x="5322254" y="4837263"/>
            <a:chExt cx="79128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3D973DD-61CF-753D-9174-A27398119BC1}"/>
                    </a:ext>
                  </a:extLst>
                </p14:cNvPr>
                <p14:cNvContentPartPr/>
                <p14:nvPr/>
              </p14:nvContentPartPr>
              <p14:xfrm>
                <a:off x="5322254" y="4837263"/>
                <a:ext cx="466920" cy="386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3D973DD-61CF-753D-9174-A27398119BC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04254" y="4819623"/>
                  <a:ext cx="50256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FD69C1F-D0C7-256E-F296-38FBBEA9E379}"/>
                    </a:ext>
                  </a:extLst>
                </p14:cNvPr>
                <p14:cNvContentPartPr/>
                <p14:nvPr/>
              </p14:nvContentPartPr>
              <p14:xfrm>
                <a:off x="5832014" y="5041743"/>
                <a:ext cx="281520" cy="172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FD69C1F-D0C7-256E-F296-38FBBEA9E37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14374" y="5024103"/>
                  <a:ext cx="3171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DE2E1559-E8FA-8EE0-D7B5-8DA2C72B9373}"/>
              </a:ext>
            </a:extLst>
          </p:cNvPr>
          <p:cNvGrpSpPr/>
          <p:nvPr/>
        </p:nvGrpSpPr>
        <p:grpSpPr>
          <a:xfrm>
            <a:off x="6652454" y="4867143"/>
            <a:ext cx="670320" cy="312480"/>
            <a:chOff x="6652454" y="4867143"/>
            <a:chExt cx="67032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33643F5-1062-A2AA-3A6B-2FC5DE1A49AB}"/>
                    </a:ext>
                  </a:extLst>
                </p14:cNvPr>
                <p14:cNvContentPartPr/>
                <p14:nvPr/>
              </p14:nvContentPartPr>
              <p14:xfrm>
                <a:off x="6652454" y="5034903"/>
                <a:ext cx="231840" cy="144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33643F5-1062-A2AA-3A6B-2FC5DE1A49A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34814" y="5017263"/>
                  <a:ext cx="2674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0FB1873-8ABA-D00C-BE9D-2E959D7BE664}"/>
                    </a:ext>
                  </a:extLst>
                </p14:cNvPr>
                <p14:cNvContentPartPr/>
                <p14:nvPr/>
              </p14:nvContentPartPr>
              <p14:xfrm>
                <a:off x="6968174" y="4867143"/>
                <a:ext cx="322200" cy="3092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0FB1873-8ABA-D00C-BE9D-2E959D7BE66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50534" y="4849503"/>
                  <a:ext cx="3578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042FCBB-E199-04DA-2109-CA90345D5BE0}"/>
                    </a:ext>
                  </a:extLst>
                </p14:cNvPr>
                <p14:cNvContentPartPr/>
                <p14:nvPr/>
              </p14:nvContentPartPr>
              <p14:xfrm>
                <a:off x="7127654" y="4910703"/>
                <a:ext cx="195120" cy="511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042FCBB-E199-04DA-2109-CA90345D5BE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10014" y="4892703"/>
                  <a:ext cx="2307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7F772EC-7A2F-C013-DDE8-ABD17BE4FE28}"/>
              </a:ext>
            </a:extLst>
          </p:cNvPr>
          <p:cNvGrpSpPr/>
          <p:nvPr/>
        </p:nvGrpSpPr>
        <p:grpSpPr>
          <a:xfrm>
            <a:off x="7925414" y="4777143"/>
            <a:ext cx="1727280" cy="389880"/>
            <a:chOff x="7925414" y="4777143"/>
            <a:chExt cx="1727280" cy="38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20C7086-4906-50C5-F9CC-4488DEF84671}"/>
                    </a:ext>
                  </a:extLst>
                </p14:cNvPr>
                <p14:cNvContentPartPr/>
                <p14:nvPr/>
              </p14:nvContentPartPr>
              <p14:xfrm>
                <a:off x="7925414" y="4976583"/>
                <a:ext cx="276120" cy="168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20C7086-4906-50C5-F9CC-4488DEF8467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907774" y="4958943"/>
                  <a:ext cx="311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2152252-A4D5-F9D5-7CF0-6CEF3D657BEE}"/>
                    </a:ext>
                  </a:extLst>
                </p14:cNvPr>
                <p14:cNvContentPartPr/>
                <p14:nvPr/>
              </p14:nvContentPartPr>
              <p14:xfrm>
                <a:off x="8178134" y="4984503"/>
                <a:ext cx="163440" cy="139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2152252-A4D5-F9D5-7CF0-6CEF3D657BE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160134" y="4966503"/>
                  <a:ext cx="199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8F1A0B8-BEA5-78A6-803A-4F9593652CC8}"/>
                    </a:ext>
                  </a:extLst>
                </p14:cNvPr>
                <p14:cNvContentPartPr/>
                <p14:nvPr/>
              </p14:nvContentPartPr>
              <p14:xfrm>
                <a:off x="8413214" y="4971183"/>
                <a:ext cx="361080" cy="1483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8F1A0B8-BEA5-78A6-803A-4F9593652CC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395214" y="4953543"/>
                  <a:ext cx="3967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20467540-AD0D-FCB7-3F45-B8923EFF9231}"/>
                    </a:ext>
                  </a:extLst>
                </p14:cNvPr>
                <p14:cNvContentPartPr/>
                <p14:nvPr/>
              </p14:nvContentPartPr>
              <p14:xfrm>
                <a:off x="8742254" y="4832583"/>
                <a:ext cx="40680" cy="25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20467540-AD0D-FCB7-3F45-B8923EFF923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724254" y="4814583"/>
                  <a:ext cx="76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987515A2-5DC3-B6BD-36CF-D5899E48A281}"/>
                    </a:ext>
                  </a:extLst>
                </p14:cNvPr>
                <p14:cNvContentPartPr/>
                <p14:nvPr/>
              </p14:nvContentPartPr>
              <p14:xfrm>
                <a:off x="8833694" y="4777143"/>
                <a:ext cx="496440" cy="3168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987515A2-5DC3-B6BD-36CF-D5899E48A28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815694" y="4759503"/>
                  <a:ext cx="5320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C2AB728-CF74-2EEC-BFEE-CC29CA3D61BF}"/>
                    </a:ext>
                  </a:extLst>
                </p14:cNvPr>
                <p14:cNvContentPartPr/>
                <p14:nvPr/>
              </p14:nvContentPartPr>
              <p14:xfrm>
                <a:off x="9629654" y="5163783"/>
                <a:ext cx="23040" cy="3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C2AB728-CF74-2EEC-BFEE-CC29CA3D61B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11654" y="5146143"/>
                  <a:ext cx="586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553C717-AF09-1BFC-CE82-6031BC6CD70A}"/>
              </a:ext>
            </a:extLst>
          </p:cNvPr>
          <p:cNvGrpSpPr/>
          <p:nvPr/>
        </p:nvGrpSpPr>
        <p:grpSpPr>
          <a:xfrm>
            <a:off x="63014" y="5587503"/>
            <a:ext cx="287640" cy="537840"/>
            <a:chOff x="63014" y="5587503"/>
            <a:chExt cx="287640" cy="53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BCADA5F-3080-8CF9-6BC6-0D5F463F2B29}"/>
                    </a:ext>
                  </a:extLst>
                </p14:cNvPr>
                <p14:cNvContentPartPr/>
                <p14:nvPr/>
              </p14:nvContentPartPr>
              <p14:xfrm>
                <a:off x="63014" y="5720343"/>
                <a:ext cx="32760" cy="240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BCADA5F-3080-8CF9-6BC6-0D5F463F2B2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5014" y="5702703"/>
                  <a:ext cx="684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460950D-B371-8922-3797-2366B5190E64}"/>
                    </a:ext>
                  </a:extLst>
                </p14:cNvPr>
                <p14:cNvContentPartPr/>
                <p14:nvPr/>
              </p14:nvContentPartPr>
              <p14:xfrm>
                <a:off x="181454" y="5780823"/>
                <a:ext cx="42480" cy="164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460950D-B371-8922-3797-2366B5190E6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63454" y="5762823"/>
                  <a:ext cx="78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FF6DB4B-429C-6841-351F-CB549B0EEF51}"/>
                    </a:ext>
                  </a:extLst>
                </p14:cNvPr>
                <p14:cNvContentPartPr/>
                <p14:nvPr/>
              </p14:nvContentPartPr>
              <p14:xfrm>
                <a:off x="243014" y="5587503"/>
                <a:ext cx="107640" cy="537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FF6DB4B-429C-6841-351F-CB549B0EEF5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25374" y="5569863"/>
                  <a:ext cx="143280" cy="57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0788D3E-76E6-01EC-B7D0-0203EBD92EEA}"/>
              </a:ext>
            </a:extLst>
          </p:cNvPr>
          <p:cNvGrpSpPr/>
          <p:nvPr/>
        </p:nvGrpSpPr>
        <p:grpSpPr>
          <a:xfrm>
            <a:off x="980294" y="5745543"/>
            <a:ext cx="915840" cy="361080"/>
            <a:chOff x="980294" y="5745543"/>
            <a:chExt cx="91584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7ECA6FC-97E8-3B57-BEB2-01E40BA7D55C}"/>
                    </a:ext>
                  </a:extLst>
                </p14:cNvPr>
                <p14:cNvContentPartPr/>
                <p14:nvPr/>
              </p14:nvContentPartPr>
              <p14:xfrm>
                <a:off x="980294" y="5859663"/>
                <a:ext cx="188280" cy="246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7ECA6FC-97E8-3B57-BEB2-01E40BA7D55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2654" y="5841663"/>
                  <a:ext cx="22392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7D15F4F-BE73-E929-8329-4DC580D5D1D9}"/>
                    </a:ext>
                  </a:extLst>
                </p14:cNvPr>
                <p14:cNvContentPartPr/>
                <p14:nvPr/>
              </p14:nvContentPartPr>
              <p14:xfrm>
                <a:off x="1260374" y="5910063"/>
                <a:ext cx="180000" cy="181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7D15F4F-BE73-E929-8329-4DC580D5D1D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242374" y="5892423"/>
                  <a:ext cx="215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9880642-D4F7-89FA-3937-5AB1B1797176}"/>
                    </a:ext>
                  </a:extLst>
                </p14:cNvPr>
                <p14:cNvContentPartPr/>
                <p14:nvPr/>
              </p14:nvContentPartPr>
              <p14:xfrm>
                <a:off x="1505174" y="5896743"/>
                <a:ext cx="168840" cy="203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9880642-D4F7-89FA-3937-5AB1B179717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487174" y="5879103"/>
                  <a:ext cx="2044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3462600-5C37-8F55-0787-1A1D4A3F9C3A}"/>
                    </a:ext>
                  </a:extLst>
                </p14:cNvPr>
                <p14:cNvContentPartPr/>
                <p14:nvPr/>
              </p14:nvContentPartPr>
              <p14:xfrm>
                <a:off x="1681934" y="5745543"/>
                <a:ext cx="214200" cy="342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3462600-5C37-8F55-0787-1A1D4A3F9C3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664294" y="5727543"/>
                  <a:ext cx="249840" cy="37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5762FB9-C08E-07F1-FA5A-C31A259583BD}"/>
              </a:ext>
            </a:extLst>
          </p:cNvPr>
          <p:cNvGrpSpPr/>
          <p:nvPr/>
        </p:nvGrpSpPr>
        <p:grpSpPr>
          <a:xfrm>
            <a:off x="2533334" y="5782623"/>
            <a:ext cx="1219680" cy="365760"/>
            <a:chOff x="2533334" y="5782623"/>
            <a:chExt cx="121968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CC90EA2-4FA7-409F-33C5-6903388F9393}"/>
                    </a:ext>
                  </a:extLst>
                </p14:cNvPr>
                <p14:cNvContentPartPr/>
                <p14:nvPr/>
              </p14:nvContentPartPr>
              <p14:xfrm>
                <a:off x="2533334" y="5915463"/>
                <a:ext cx="373320" cy="165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CC90EA2-4FA7-409F-33C5-6903388F939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515694" y="5897823"/>
                  <a:ext cx="408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2ADDD18-DD9D-7E93-42C5-D918A15129C8}"/>
                    </a:ext>
                  </a:extLst>
                </p14:cNvPr>
                <p14:cNvContentPartPr/>
                <p14:nvPr/>
              </p14:nvContentPartPr>
              <p14:xfrm>
                <a:off x="2936174" y="5952903"/>
                <a:ext cx="97560" cy="1666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2ADDD18-DD9D-7E93-42C5-D918A15129C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18534" y="5935263"/>
                  <a:ext cx="1332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23C765D-EDD7-5584-E495-9D64B5E58A32}"/>
                    </a:ext>
                  </a:extLst>
                </p14:cNvPr>
                <p14:cNvContentPartPr/>
                <p14:nvPr/>
              </p14:nvContentPartPr>
              <p14:xfrm>
                <a:off x="2986934" y="5782623"/>
                <a:ext cx="33480" cy="36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23C765D-EDD7-5584-E495-9D64B5E58A3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969294" y="5764983"/>
                  <a:ext cx="691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0018BDD-5B9F-495D-9D2C-43B1BAE08E90}"/>
                    </a:ext>
                  </a:extLst>
                </p14:cNvPr>
                <p14:cNvContentPartPr/>
                <p14:nvPr/>
              </p14:nvContentPartPr>
              <p14:xfrm>
                <a:off x="3043814" y="5984583"/>
                <a:ext cx="209160" cy="142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0018BDD-5B9F-495D-9D2C-43B1BAE08E9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25814" y="5966943"/>
                  <a:ext cx="2448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8DB4181-9B6C-AF3B-6BC2-646D5B5280B8}"/>
                    </a:ext>
                  </a:extLst>
                </p14:cNvPr>
                <p14:cNvContentPartPr/>
                <p14:nvPr/>
              </p14:nvContentPartPr>
              <p14:xfrm>
                <a:off x="3321734" y="5952903"/>
                <a:ext cx="431280" cy="1954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8DB4181-9B6C-AF3B-6BC2-646D5B5280B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304094" y="5935263"/>
                  <a:ext cx="46692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B72CAAC8-FD99-496C-A942-2C5FAA037A24}"/>
                  </a:ext>
                </a:extLst>
              </p14:cNvPr>
              <p14:cNvContentPartPr/>
              <p14:nvPr/>
            </p14:nvContentPartPr>
            <p14:xfrm>
              <a:off x="4300214" y="5864703"/>
              <a:ext cx="345600" cy="791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B72CAAC8-FD99-496C-A942-2C5FAA037A2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4282214" y="5846703"/>
                <a:ext cx="381240" cy="82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8F58965-CFFE-6ABB-CB16-80F59BA5384D}"/>
              </a:ext>
            </a:extLst>
          </p:cNvPr>
          <p:cNvGrpSpPr/>
          <p:nvPr/>
        </p:nvGrpSpPr>
        <p:grpSpPr>
          <a:xfrm>
            <a:off x="5094374" y="5799543"/>
            <a:ext cx="1254960" cy="434160"/>
            <a:chOff x="5094374" y="5799543"/>
            <a:chExt cx="125496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F506F36-217C-82BB-BD70-B168064FC5BA}"/>
                    </a:ext>
                  </a:extLst>
                </p14:cNvPr>
                <p14:cNvContentPartPr/>
                <p14:nvPr/>
              </p14:nvContentPartPr>
              <p14:xfrm>
                <a:off x="5094374" y="5990703"/>
                <a:ext cx="459360" cy="243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F506F36-217C-82BB-BD70-B168064FC5B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76734" y="5972703"/>
                  <a:ext cx="4950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2D688DCC-051E-D360-1579-119F0D3ECF6D}"/>
                    </a:ext>
                  </a:extLst>
                </p14:cNvPr>
                <p14:cNvContentPartPr/>
                <p14:nvPr/>
              </p14:nvContentPartPr>
              <p14:xfrm>
                <a:off x="5609534" y="5799543"/>
                <a:ext cx="739800" cy="397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2D688DCC-051E-D360-1579-119F0D3ECF6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91894" y="5781543"/>
                  <a:ext cx="775440" cy="43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A236801-8E1A-6A65-A410-AC13550FF715}"/>
              </a:ext>
            </a:extLst>
          </p:cNvPr>
          <p:cNvGrpSpPr/>
          <p:nvPr/>
        </p:nvGrpSpPr>
        <p:grpSpPr>
          <a:xfrm>
            <a:off x="6948014" y="5907903"/>
            <a:ext cx="617760" cy="290520"/>
            <a:chOff x="6948014" y="5907903"/>
            <a:chExt cx="617760" cy="29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5BBE66B-6C73-E516-E92A-24F941EEECA5}"/>
                    </a:ext>
                  </a:extLst>
                </p14:cNvPr>
                <p14:cNvContentPartPr/>
                <p14:nvPr/>
              </p14:nvContentPartPr>
              <p14:xfrm>
                <a:off x="6948014" y="5948583"/>
                <a:ext cx="249480" cy="199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5BBE66B-6C73-E516-E92A-24F941EEECA5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930014" y="5930943"/>
                  <a:ext cx="2851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55A35F6-6380-4D53-77AB-BC280F1CE4C0}"/>
                    </a:ext>
                  </a:extLst>
                </p14:cNvPr>
                <p14:cNvContentPartPr/>
                <p14:nvPr/>
              </p14:nvContentPartPr>
              <p14:xfrm>
                <a:off x="7301174" y="6049383"/>
                <a:ext cx="151920" cy="36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55A35F6-6380-4D53-77AB-BC280F1CE4C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283534" y="6031743"/>
                  <a:ext cx="187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4AE2152-10F6-ECF7-674B-910C84395DC8}"/>
                    </a:ext>
                  </a:extLst>
                </p14:cNvPr>
                <p14:cNvContentPartPr/>
                <p14:nvPr/>
              </p14:nvContentPartPr>
              <p14:xfrm>
                <a:off x="7355534" y="5950023"/>
                <a:ext cx="54000" cy="2102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4AE2152-10F6-ECF7-674B-910C84395DC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337894" y="5932023"/>
                  <a:ext cx="8964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FBEF77E-D372-C84A-0429-29183B8BD1BC}"/>
                    </a:ext>
                  </a:extLst>
                </p14:cNvPr>
                <p14:cNvContentPartPr/>
                <p14:nvPr/>
              </p14:nvContentPartPr>
              <p14:xfrm>
                <a:off x="7525814" y="5907903"/>
                <a:ext cx="39960" cy="290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FBEF77E-D372-C84A-0429-29183B8BD1B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08174" y="5890263"/>
                  <a:ext cx="7560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41B887E-FF8F-8720-B3F1-DB8762DC9B74}"/>
              </a:ext>
            </a:extLst>
          </p:cNvPr>
          <p:cNvGrpSpPr/>
          <p:nvPr/>
        </p:nvGrpSpPr>
        <p:grpSpPr>
          <a:xfrm>
            <a:off x="8269934" y="5833743"/>
            <a:ext cx="1690200" cy="329760"/>
            <a:chOff x="8269934" y="5833743"/>
            <a:chExt cx="169020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DE335FC-118C-6431-7540-34AC7CC15B4C}"/>
                    </a:ext>
                  </a:extLst>
                </p14:cNvPr>
                <p14:cNvContentPartPr/>
                <p14:nvPr/>
              </p14:nvContentPartPr>
              <p14:xfrm>
                <a:off x="8269934" y="5993223"/>
                <a:ext cx="249840" cy="1702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DE335FC-118C-6431-7540-34AC7CC15B4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251934" y="5975223"/>
                  <a:ext cx="285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D12FB6-EA5B-C185-A285-4E93CC3BCE55}"/>
                    </a:ext>
                  </a:extLst>
                </p14:cNvPr>
                <p14:cNvContentPartPr/>
                <p14:nvPr/>
              </p14:nvContentPartPr>
              <p14:xfrm>
                <a:off x="8519054" y="5978103"/>
                <a:ext cx="131400" cy="174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D12FB6-EA5B-C185-A285-4E93CC3BCE55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501054" y="5960103"/>
                  <a:ext cx="167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1DA2CB0-BEB0-822B-BD97-C51647FC699C}"/>
                    </a:ext>
                  </a:extLst>
                </p14:cNvPr>
                <p14:cNvContentPartPr/>
                <p14:nvPr/>
              </p14:nvContentPartPr>
              <p14:xfrm>
                <a:off x="8725694" y="6006183"/>
                <a:ext cx="356760" cy="1407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1DA2CB0-BEB0-822B-BD97-C51647FC699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07694" y="5988543"/>
                  <a:ext cx="3924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1197FB7-736F-A16E-20D7-77C416CA9D90}"/>
                    </a:ext>
                  </a:extLst>
                </p14:cNvPr>
                <p14:cNvContentPartPr/>
                <p14:nvPr/>
              </p14:nvContentPartPr>
              <p14:xfrm>
                <a:off x="9068054" y="5845983"/>
                <a:ext cx="60840" cy="381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1197FB7-736F-A16E-20D7-77C416CA9D9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050414" y="5828343"/>
                  <a:ext cx="964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96AED65-F1D8-ACDC-DD65-0D6414ADF55A}"/>
                    </a:ext>
                  </a:extLst>
                </p14:cNvPr>
                <p14:cNvContentPartPr/>
                <p14:nvPr/>
              </p14:nvContentPartPr>
              <p14:xfrm>
                <a:off x="9129254" y="5833743"/>
                <a:ext cx="830880" cy="329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96AED65-F1D8-ACDC-DD65-0D6414ADF55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11254" y="5815743"/>
                  <a:ext cx="866520" cy="36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1D5FDB95-6450-8719-A9E2-B1BFC1FD5883}"/>
                  </a:ext>
                </a:extLst>
              </p14:cNvPr>
              <p14:cNvContentPartPr/>
              <p14:nvPr/>
            </p14:nvContentPartPr>
            <p14:xfrm>
              <a:off x="10415174" y="6100863"/>
              <a:ext cx="46080" cy="1152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1D5FDB95-6450-8719-A9E2-B1BFC1FD588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397174" y="6082863"/>
                <a:ext cx="817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6FAB39EA-A763-AD8F-045E-25376E0E3F56}"/>
                  </a:ext>
                </a:extLst>
              </p14:cNvPr>
              <p14:cNvContentPartPr/>
              <p14:nvPr/>
            </p14:nvContentPartPr>
            <p14:xfrm>
              <a:off x="11600294" y="1228623"/>
              <a:ext cx="4680" cy="144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6FAB39EA-A763-AD8F-045E-25376E0E3F5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1582294" y="1210983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72CB295-667A-96DB-A1EE-63FC9C723E66}"/>
                  </a:ext>
                </a:extLst>
              </p14:cNvPr>
              <p14:cNvContentPartPr/>
              <p14:nvPr/>
            </p14:nvContentPartPr>
            <p14:xfrm>
              <a:off x="11314454" y="1946823"/>
              <a:ext cx="12600" cy="1368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72CB295-667A-96DB-A1EE-63FC9C723E66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1296814" y="1929183"/>
                <a:ext cx="4824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8491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BD273A77-FD94-3094-D252-7BC8A7F39815}"/>
              </a:ext>
            </a:extLst>
          </p:cNvPr>
          <p:cNvGrpSpPr/>
          <p:nvPr/>
        </p:nvGrpSpPr>
        <p:grpSpPr>
          <a:xfrm>
            <a:off x="384726" y="267783"/>
            <a:ext cx="760680" cy="383760"/>
            <a:chOff x="384726" y="267783"/>
            <a:chExt cx="760680" cy="38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2E73CB3-5C5A-7B72-31EF-B67E1AB4BB20}"/>
                    </a:ext>
                  </a:extLst>
                </p14:cNvPr>
                <p14:cNvContentPartPr/>
                <p14:nvPr/>
              </p14:nvContentPartPr>
              <p14:xfrm>
                <a:off x="384726" y="267783"/>
                <a:ext cx="676800" cy="383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2E73CB3-5C5A-7B72-31EF-B67E1AB4BB2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7086" y="249783"/>
                  <a:ext cx="7124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45F3A02-2C70-2188-6523-CA6B8F5EF2DA}"/>
                    </a:ext>
                  </a:extLst>
                </p14:cNvPr>
                <p14:cNvContentPartPr/>
                <p14:nvPr/>
              </p14:nvContentPartPr>
              <p14:xfrm>
                <a:off x="919326" y="357063"/>
                <a:ext cx="226080" cy="432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45F3A02-2C70-2188-6523-CA6B8F5EF2D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1326" y="339423"/>
                  <a:ext cx="26172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9A6256-2362-EB0B-968E-61F979D78C5C}"/>
                  </a:ext>
                </a:extLst>
              </p14:cNvPr>
              <p14:cNvContentPartPr/>
              <p14:nvPr/>
            </p14:nvContentPartPr>
            <p14:xfrm>
              <a:off x="1715646" y="218463"/>
              <a:ext cx="277920" cy="430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9A6256-2362-EB0B-968E-61F979D78C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97646" y="200823"/>
                <a:ext cx="313560" cy="46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B877613-AD8F-8625-ACBE-E7F89EB7D38B}"/>
              </a:ext>
            </a:extLst>
          </p:cNvPr>
          <p:cNvGrpSpPr/>
          <p:nvPr/>
        </p:nvGrpSpPr>
        <p:grpSpPr>
          <a:xfrm>
            <a:off x="2304606" y="385863"/>
            <a:ext cx="191880" cy="128160"/>
            <a:chOff x="2304606" y="385863"/>
            <a:chExt cx="191880" cy="1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51DA8FB-B680-BB4E-E9FB-A5B5DC7B6502}"/>
                    </a:ext>
                  </a:extLst>
                </p14:cNvPr>
                <p14:cNvContentPartPr/>
                <p14:nvPr/>
              </p14:nvContentPartPr>
              <p14:xfrm>
                <a:off x="2331966" y="385863"/>
                <a:ext cx="151560" cy="11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51DA8FB-B680-BB4E-E9FB-A5B5DC7B650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14326" y="367863"/>
                  <a:ext cx="187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559365-28E6-6BE3-3BD4-19BB3791D44C}"/>
                    </a:ext>
                  </a:extLst>
                </p14:cNvPr>
                <p14:cNvContentPartPr/>
                <p14:nvPr/>
              </p14:nvContentPartPr>
              <p14:xfrm>
                <a:off x="2304606" y="468303"/>
                <a:ext cx="191880" cy="45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559365-28E6-6BE3-3BD4-19BB3791D4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86606" y="450303"/>
                  <a:ext cx="22752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AA7AFD9-B0DF-5390-BAD7-DED166295B0F}"/>
                  </a:ext>
                </a:extLst>
              </p14:cNvPr>
              <p14:cNvContentPartPr/>
              <p14:nvPr/>
            </p14:nvContentPartPr>
            <p14:xfrm>
              <a:off x="3314766" y="194703"/>
              <a:ext cx="263880" cy="1557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AA7AFD9-B0DF-5390-BAD7-DED166295B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297126" y="177063"/>
                <a:ext cx="299520" cy="159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D90F10F-943D-12A9-A16C-798B1352662A}"/>
              </a:ext>
            </a:extLst>
          </p:cNvPr>
          <p:cNvGrpSpPr/>
          <p:nvPr/>
        </p:nvGrpSpPr>
        <p:grpSpPr>
          <a:xfrm>
            <a:off x="4890846" y="358863"/>
            <a:ext cx="516600" cy="292320"/>
            <a:chOff x="4890846" y="358863"/>
            <a:chExt cx="516600" cy="29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87F899-2DDB-787D-4474-221F2B0F4557}"/>
                    </a:ext>
                  </a:extLst>
                </p14:cNvPr>
                <p14:cNvContentPartPr/>
                <p14:nvPr/>
              </p14:nvContentPartPr>
              <p14:xfrm>
                <a:off x="4890846" y="358863"/>
                <a:ext cx="175680" cy="20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87F899-2DDB-787D-4474-221F2B0F45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72846" y="340863"/>
                  <a:ext cx="2113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492FEA0-8993-B6B4-2091-1462336A8C96}"/>
                    </a:ext>
                  </a:extLst>
                </p14:cNvPr>
                <p14:cNvContentPartPr/>
                <p14:nvPr/>
              </p14:nvContentPartPr>
              <p14:xfrm>
                <a:off x="5109726" y="506463"/>
                <a:ext cx="23040" cy="11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492FEA0-8993-B6B4-2091-1462336A8C9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091726" y="488823"/>
                  <a:ext cx="586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8377C4-13B1-EFE3-56CD-7E418EA123DF}"/>
                    </a:ext>
                  </a:extLst>
                </p14:cNvPr>
                <p14:cNvContentPartPr/>
                <p14:nvPr/>
              </p14:nvContentPartPr>
              <p14:xfrm>
                <a:off x="5185686" y="521223"/>
                <a:ext cx="221760" cy="129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8377C4-13B1-EFE3-56CD-7E418EA123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68046" y="503583"/>
                  <a:ext cx="25740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241B1DE-A7FC-19A5-7D03-434A84EDB95C}"/>
              </a:ext>
            </a:extLst>
          </p:cNvPr>
          <p:cNvGrpSpPr/>
          <p:nvPr/>
        </p:nvGrpSpPr>
        <p:grpSpPr>
          <a:xfrm>
            <a:off x="6066966" y="354543"/>
            <a:ext cx="417960" cy="356400"/>
            <a:chOff x="6066966" y="354543"/>
            <a:chExt cx="41796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4A4B5A3-8DAB-ABC5-5C7F-F8C13AD32F5B}"/>
                    </a:ext>
                  </a:extLst>
                </p14:cNvPr>
                <p14:cNvContentPartPr/>
                <p14:nvPr/>
              </p14:nvContentPartPr>
              <p14:xfrm>
                <a:off x="6066966" y="354543"/>
                <a:ext cx="147600" cy="207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4A4B5A3-8DAB-ABC5-5C7F-F8C13AD32F5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49326" y="336543"/>
                  <a:ext cx="1832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1BF6E37-6372-818B-F3F3-31ECD1A0A526}"/>
                    </a:ext>
                  </a:extLst>
                </p14:cNvPr>
                <p14:cNvContentPartPr/>
                <p14:nvPr/>
              </p14:nvContentPartPr>
              <p14:xfrm>
                <a:off x="6277206" y="505383"/>
                <a:ext cx="26640" cy="111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1BF6E37-6372-818B-F3F3-31ECD1A0A5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259206" y="487743"/>
                  <a:ext cx="62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589DD2-B6CC-25A4-E540-2E7445937281}"/>
                    </a:ext>
                  </a:extLst>
                </p14:cNvPr>
                <p14:cNvContentPartPr/>
                <p14:nvPr/>
              </p14:nvContentPartPr>
              <p14:xfrm>
                <a:off x="6279006" y="526623"/>
                <a:ext cx="205920" cy="18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589DD2-B6CC-25A4-E540-2E74459372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61006" y="508983"/>
                  <a:ext cx="24156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0D50B8-111F-8F59-6BE4-5CB6E608254A}"/>
              </a:ext>
            </a:extLst>
          </p:cNvPr>
          <p:cNvGrpSpPr/>
          <p:nvPr/>
        </p:nvGrpSpPr>
        <p:grpSpPr>
          <a:xfrm>
            <a:off x="3725166" y="1028103"/>
            <a:ext cx="485280" cy="223200"/>
            <a:chOff x="3725166" y="1028103"/>
            <a:chExt cx="48528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B12D5C7-6D49-D5AD-7310-952EC3DB1165}"/>
                    </a:ext>
                  </a:extLst>
                </p14:cNvPr>
                <p14:cNvContentPartPr/>
                <p14:nvPr/>
              </p14:nvContentPartPr>
              <p14:xfrm>
                <a:off x="3725166" y="1028103"/>
                <a:ext cx="151200" cy="17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B12D5C7-6D49-D5AD-7310-952EC3DB11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07526" y="1010463"/>
                  <a:ext cx="1868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33FD35-20AB-9269-DCD3-18A53967FA12}"/>
                    </a:ext>
                  </a:extLst>
                </p14:cNvPr>
                <p14:cNvContentPartPr/>
                <p14:nvPr/>
              </p14:nvContentPartPr>
              <p14:xfrm>
                <a:off x="3972486" y="1109463"/>
                <a:ext cx="86400" cy="113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33FD35-20AB-9269-DCD3-18A53967FA1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54846" y="1091823"/>
                  <a:ext cx="1220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072D787-B3B4-9896-8BA0-9BB828BCF621}"/>
                    </a:ext>
                  </a:extLst>
                </p14:cNvPr>
                <p14:cNvContentPartPr/>
                <p14:nvPr/>
              </p14:nvContentPartPr>
              <p14:xfrm>
                <a:off x="4192086" y="1109463"/>
                <a:ext cx="18360" cy="141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072D787-B3B4-9896-8BA0-9BB828BCF62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74086" y="1091823"/>
                  <a:ext cx="5400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3374628-0924-E2C1-62AE-185ABED5A145}"/>
              </a:ext>
            </a:extLst>
          </p:cNvPr>
          <p:cNvGrpSpPr/>
          <p:nvPr/>
        </p:nvGrpSpPr>
        <p:grpSpPr>
          <a:xfrm>
            <a:off x="5013606" y="1017303"/>
            <a:ext cx="568080" cy="213840"/>
            <a:chOff x="5013606" y="1017303"/>
            <a:chExt cx="56808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4B85376-0805-E194-3D6F-E3F41153FA8E}"/>
                    </a:ext>
                  </a:extLst>
                </p14:cNvPr>
                <p14:cNvContentPartPr/>
                <p14:nvPr/>
              </p14:nvContentPartPr>
              <p14:xfrm>
                <a:off x="5013606" y="1017303"/>
                <a:ext cx="129240" cy="16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4B85376-0805-E194-3D6F-E3F41153FA8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95966" y="999303"/>
                  <a:ext cx="164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9A13510-7F17-6D83-6D77-FA53593CC4CD}"/>
                    </a:ext>
                  </a:extLst>
                </p14:cNvPr>
                <p14:cNvContentPartPr/>
                <p14:nvPr/>
              </p14:nvContentPartPr>
              <p14:xfrm>
                <a:off x="5213406" y="1109463"/>
                <a:ext cx="115200" cy="121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9A13510-7F17-6D83-6D77-FA53593CC4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5406" y="1091823"/>
                  <a:ext cx="15084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6F55B9B-5827-7578-4EC1-ED6AF46EEF20}"/>
                    </a:ext>
                  </a:extLst>
                </p14:cNvPr>
                <p14:cNvContentPartPr/>
                <p14:nvPr/>
              </p14:nvContentPartPr>
              <p14:xfrm>
                <a:off x="5389086" y="1101903"/>
                <a:ext cx="192600" cy="128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6F55B9B-5827-7578-4EC1-ED6AF46EEF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71086" y="1084263"/>
                  <a:ext cx="228240" cy="16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CDD0EA4-B9CA-50B5-FE82-DE0E21F18FBD}"/>
              </a:ext>
            </a:extLst>
          </p:cNvPr>
          <p:cNvGrpSpPr/>
          <p:nvPr/>
        </p:nvGrpSpPr>
        <p:grpSpPr>
          <a:xfrm>
            <a:off x="6281166" y="982023"/>
            <a:ext cx="524880" cy="274320"/>
            <a:chOff x="6281166" y="982023"/>
            <a:chExt cx="52488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7DFC136-8A28-4233-60B8-87E979CA085F}"/>
                    </a:ext>
                  </a:extLst>
                </p14:cNvPr>
                <p14:cNvContentPartPr/>
                <p14:nvPr/>
              </p14:nvContentPartPr>
              <p14:xfrm>
                <a:off x="6281166" y="982023"/>
                <a:ext cx="159840" cy="1684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7DFC136-8A28-4233-60B8-87E979CA08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63166" y="964023"/>
                  <a:ext cx="1954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7D0DA2B-2CDC-3598-C404-818B32AD3E4A}"/>
                    </a:ext>
                  </a:extLst>
                </p14:cNvPr>
                <p14:cNvContentPartPr/>
                <p14:nvPr/>
              </p14:nvContentPartPr>
              <p14:xfrm>
                <a:off x="6499326" y="1094703"/>
                <a:ext cx="132120" cy="118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7D0DA2B-2CDC-3598-C404-818B32AD3E4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81326" y="1076703"/>
                  <a:ext cx="1677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1BB3FF-7B63-BB89-C8E0-9A3460841F84}"/>
                    </a:ext>
                  </a:extLst>
                </p14:cNvPr>
                <p14:cNvContentPartPr/>
                <p14:nvPr/>
              </p14:nvContentPartPr>
              <p14:xfrm>
                <a:off x="6648366" y="1093623"/>
                <a:ext cx="157680" cy="162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1BB3FF-7B63-BB89-C8E0-9A3460841F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30366" y="1075623"/>
                  <a:ext cx="193320" cy="19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86E35DF-4B99-9E53-ABED-67E72F005F94}"/>
              </a:ext>
            </a:extLst>
          </p:cNvPr>
          <p:cNvGrpSpPr/>
          <p:nvPr/>
        </p:nvGrpSpPr>
        <p:grpSpPr>
          <a:xfrm>
            <a:off x="3775926" y="1532103"/>
            <a:ext cx="445680" cy="251280"/>
            <a:chOff x="3775926" y="1532103"/>
            <a:chExt cx="44568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B479D2E-87E8-CD12-59AE-EB10DFF2AC7C}"/>
                    </a:ext>
                  </a:extLst>
                </p14:cNvPr>
                <p14:cNvContentPartPr/>
                <p14:nvPr/>
              </p14:nvContentPartPr>
              <p14:xfrm>
                <a:off x="3775926" y="1532103"/>
                <a:ext cx="145080" cy="132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B479D2E-87E8-CD12-59AE-EB10DFF2AC7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58286" y="1514463"/>
                  <a:ext cx="1807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C780D2-DE51-BF5D-A68B-95685E759810}"/>
                    </a:ext>
                  </a:extLst>
                </p14:cNvPr>
                <p14:cNvContentPartPr/>
                <p14:nvPr/>
              </p14:nvContentPartPr>
              <p14:xfrm>
                <a:off x="3986886" y="1601583"/>
                <a:ext cx="106200" cy="155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C780D2-DE51-BF5D-A68B-95685E75981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968886" y="1583583"/>
                  <a:ext cx="1418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FA1016-7167-B092-33C9-AD1D568015C7}"/>
                    </a:ext>
                  </a:extLst>
                </p14:cNvPr>
                <p14:cNvContentPartPr/>
                <p14:nvPr/>
              </p14:nvContentPartPr>
              <p14:xfrm>
                <a:off x="4188126" y="1627503"/>
                <a:ext cx="33480" cy="155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FA1016-7167-B092-33C9-AD1D568015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70126" y="1609863"/>
                  <a:ext cx="69120" cy="19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448599B-7A3F-18E0-CA1A-407E962F7893}"/>
              </a:ext>
            </a:extLst>
          </p:cNvPr>
          <p:cNvGrpSpPr/>
          <p:nvPr/>
        </p:nvGrpSpPr>
        <p:grpSpPr>
          <a:xfrm>
            <a:off x="5190366" y="1535343"/>
            <a:ext cx="549000" cy="257760"/>
            <a:chOff x="5190366" y="1535343"/>
            <a:chExt cx="549000" cy="25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7F4191-3B87-8681-16F2-727F9516681B}"/>
                    </a:ext>
                  </a:extLst>
                </p14:cNvPr>
                <p14:cNvContentPartPr/>
                <p14:nvPr/>
              </p14:nvContentPartPr>
              <p14:xfrm>
                <a:off x="5190366" y="1535343"/>
                <a:ext cx="151920" cy="157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7F4191-3B87-8681-16F2-727F951668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172726" y="1517703"/>
                  <a:ext cx="187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E333E6A-19D6-9FB0-C495-411E8F5CDA85}"/>
                    </a:ext>
                  </a:extLst>
                </p14:cNvPr>
                <p14:cNvContentPartPr/>
                <p14:nvPr/>
              </p14:nvContentPartPr>
              <p14:xfrm>
                <a:off x="5354166" y="1627143"/>
                <a:ext cx="117360" cy="165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E333E6A-19D6-9FB0-C495-411E8F5CDA8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36166" y="1609143"/>
                  <a:ext cx="153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E3AAF9-9C6E-B30C-2B76-D7019ADD48E4}"/>
                    </a:ext>
                  </a:extLst>
                </p14:cNvPr>
                <p14:cNvContentPartPr/>
                <p14:nvPr/>
              </p14:nvContentPartPr>
              <p14:xfrm>
                <a:off x="5496006" y="1651623"/>
                <a:ext cx="243360" cy="127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E3AAF9-9C6E-B30C-2B76-D7019ADD48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78006" y="1633623"/>
                  <a:ext cx="279000" cy="16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E2A7DA1-F9C6-540A-ED09-3363AEFF0A71}"/>
              </a:ext>
            </a:extLst>
          </p:cNvPr>
          <p:cNvGrpSpPr/>
          <p:nvPr/>
        </p:nvGrpSpPr>
        <p:grpSpPr>
          <a:xfrm>
            <a:off x="6317886" y="1534263"/>
            <a:ext cx="522000" cy="271080"/>
            <a:chOff x="6317886" y="1534263"/>
            <a:chExt cx="52200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52F4DC6-8F84-0D9B-F79F-1F6978C6A07B}"/>
                    </a:ext>
                  </a:extLst>
                </p14:cNvPr>
                <p14:cNvContentPartPr/>
                <p14:nvPr/>
              </p14:nvContentPartPr>
              <p14:xfrm>
                <a:off x="6317886" y="1534263"/>
                <a:ext cx="135000" cy="171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52F4DC6-8F84-0D9B-F79F-1F6978C6A07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00246" y="1516263"/>
                  <a:ext cx="170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0E75FEC-4D0C-5A53-A682-B20D62B093A8}"/>
                    </a:ext>
                  </a:extLst>
                </p14:cNvPr>
                <p14:cNvContentPartPr/>
                <p14:nvPr/>
              </p14:nvContentPartPr>
              <p14:xfrm>
                <a:off x="6522366" y="1650543"/>
                <a:ext cx="108720" cy="141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0E75FEC-4D0C-5A53-A682-B20D62B093A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504726" y="1632903"/>
                  <a:ext cx="1443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E06ACE1-176C-06E0-7D2A-CF7123AABFBE}"/>
                    </a:ext>
                  </a:extLst>
                </p14:cNvPr>
                <p14:cNvContentPartPr/>
                <p14:nvPr/>
              </p14:nvContentPartPr>
              <p14:xfrm>
                <a:off x="6689766" y="1648383"/>
                <a:ext cx="150120" cy="156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E06ACE1-176C-06E0-7D2A-CF7123AABF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671766" y="1630743"/>
                  <a:ext cx="18576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4ABC710-7F57-4E15-5A50-CDC15136155F}"/>
              </a:ext>
            </a:extLst>
          </p:cNvPr>
          <p:cNvGrpSpPr/>
          <p:nvPr/>
        </p:nvGrpSpPr>
        <p:grpSpPr>
          <a:xfrm>
            <a:off x="7367646" y="249783"/>
            <a:ext cx="1308600" cy="1839960"/>
            <a:chOff x="7367646" y="249783"/>
            <a:chExt cx="1308600" cy="183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CD4D3D-BCEF-FBB9-FA06-19B6BE5A24CC}"/>
                    </a:ext>
                  </a:extLst>
                </p14:cNvPr>
                <p14:cNvContentPartPr/>
                <p14:nvPr/>
              </p14:nvContentPartPr>
              <p14:xfrm>
                <a:off x="7367646" y="332943"/>
                <a:ext cx="173160" cy="238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CD4D3D-BCEF-FBB9-FA06-19B6BE5A24C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49646" y="315303"/>
                  <a:ext cx="20880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55CAEB0-8089-C369-6F68-6AF272FC9ABB}"/>
                    </a:ext>
                  </a:extLst>
                </p14:cNvPr>
                <p14:cNvContentPartPr/>
                <p14:nvPr/>
              </p14:nvContentPartPr>
              <p14:xfrm>
                <a:off x="7605606" y="502863"/>
                <a:ext cx="29880" cy="121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55CAEB0-8089-C369-6F68-6AF272FC9AB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87966" y="485223"/>
                  <a:ext cx="65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5F94A1E-9CBC-2D62-CCB0-25455C6F3DAA}"/>
                    </a:ext>
                  </a:extLst>
                </p14:cNvPr>
                <p14:cNvContentPartPr/>
                <p14:nvPr/>
              </p14:nvContentPartPr>
              <p14:xfrm>
                <a:off x="7747086" y="506823"/>
                <a:ext cx="114480" cy="18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5F94A1E-9CBC-2D62-CCB0-25455C6F3D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29446" y="488823"/>
                  <a:ext cx="1501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F5DB07B-239D-CF0C-3AF8-3368E3E87A62}"/>
                    </a:ext>
                  </a:extLst>
                </p14:cNvPr>
                <p14:cNvContentPartPr/>
                <p14:nvPr/>
              </p14:nvContentPartPr>
              <p14:xfrm>
                <a:off x="7673646" y="972303"/>
                <a:ext cx="161280" cy="159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F5DB07B-239D-CF0C-3AF8-3368E3E87A6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56006" y="954303"/>
                  <a:ext cx="1969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7B3BDF-B9A3-AEE7-4B56-626F0A62C525}"/>
                    </a:ext>
                  </a:extLst>
                </p14:cNvPr>
                <p14:cNvContentPartPr/>
                <p14:nvPr/>
              </p14:nvContentPartPr>
              <p14:xfrm>
                <a:off x="7904046" y="1067343"/>
                <a:ext cx="138240" cy="13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7B3BDF-B9A3-AEE7-4B56-626F0A62C52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886406" y="1049703"/>
                  <a:ext cx="173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AB01AAD-7D7D-2026-5A5D-BA217FCF12E8}"/>
                    </a:ext>
                  </a:extLst>
                </p14:cNvPr>
                <p14:cNvContentPartPr/>
                <p14:nvPr/>
              </p14:nvContentPartPr>
              <p14:xfrm>
                <a:off x="8153166" y="1050423"/>
                <a:ext cx="139680" cy="209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AB01AAD-7D7D-2026-5A5D-BA217FCF12E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35166" y="1032423"/>
                  <a:ext cx="1753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7156853-B3F7-6855-D1CB-9D8A507C4F30}"/>
                    </a:ext>
                  </a:extLst>
                </p14:cNvPr>
                <p14:cNvContentPartPr/>
                <p14:nvPr/>
              </p14:nvContentPartPr>
              <p14:xfrm>
                <a:off x="7797126" y="1522023"/>
                <a:ext cx="137880" cy="147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7156853-B3F7-6855-D1CB-9D8A507C4F3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79126" y="1504383"/>
                  <a:ext cx="173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F9C4348-9C68-8CF7-0965-05CB448DE233}"/>
                    </a:ext>
                  </a:extLst>
                </p14:cNvPr>
                <p14:cNvContentPartPr/>
                <p14:nvPr/>
              </p14:nvContentPartPr>
              <p14:xfrm>
                <a:off x="7974246" y="1602303"/>
                <a:ext cx="162000" cy="183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F9C4348-9C68-8CF7-0965-05CB448DE2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56606" y="1584303"/>
                  <a:ext cx="1976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643A5C2-F9C0-354F-40EF-B87210025F99}"/>
                    </a:ext>
                  </a:extLst>
                </p14:cNvPr>
                <p14:cNvContentPartPr/>
                <p14:nvPr/>
              </p14:nvContentPartPr>
              <p14:xfrm>
                <a:off x="8230566" y="1580343"/>
                <a:ext cx="124560" cy="210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643A5C2-F9C0-354F-40EF-B87210025F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212926" y="1562703"/>
                  <a:ext cx="160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94591D-4F8A-9CC3-1983-E2DBE08507A2}"/>
                    </a:ext>
                  </a:extLst>
                </p14:cNvPr>
                <p14:cNvContentPartPr/>
                <p14:nvPr/>
              </p14:nvContentPartPr>
              <p14:xfrm>
                <a:off x="8444766" y="249783"/>
                <a:ext cx="231480" cy="1839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94591D-4F8A-9CC3-1983-E2DBE08507A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27126" y="231783"/>
                  <a:ext cx="267120" cy="18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52C99F3-C7FE-AD80-6F44-7A9718282347}"/>
              </a:ext>
            </a:extLst>
          </p:cNvPr>
          <p:cNvGrpSpPr/>
          <p:nvPr/>
        </p:nvGrpSpPr>
        <p:grpSpPr>
          <a:xfrm>
            <a:off x="1067646" y="2319423"/>
            <a:ext cx="426240" cy="335160"/>
            <a:chOff x="1067646" y="2319423"/>
            <a:chExt cx="426240" cy="33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D35CC79-E5A0-6785-DF53-F38E0B5DA0FD}"/>
                    </a:ext>
                  </a:extLst>
                </p14:cNvPr>
                <p14:cNvContentPartPr/>
                <p14:nvPr/>
              </p14:nvContentPartPr>
              <p14:xfrm>
                <a:off x="1067646" y="2319423"/>
                <a:ext cx="165600" cy="295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D35CC79-E5A0-6785-DF53-F38E0B5DA0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0006" y="2301423"/>
                  <a:ext cx="20124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9328BB-B9EA-53B3-5CC7-62BD054EA6B7}"/>
                    </a:ext>
                  </a:extLst>
                </p14:cNvPr>
                <p14:cNvContentPartPr/>
                <p14:nvPr/>
              </p14:nvContentPartPr>
              <p14:xfrm>
                <a:off x="1373646" y="2344263"/>
                <a:ext cx="88200" cy="3103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9328BB-B9EA-53B3-5CC7-62BD054EA6B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356006" y="2326263"/>
                  <a:ext cx="1238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BE6F156-97DB-D932-2FE3-284C0B8DBA47}"/>
                    </a:ext>
                  </a:extLst>
                </p14:cNvPr>
                <p14:cNvContentPartPr/>
                <p14:nvPr/>
              </p14:nvContentPartPr>
              <p14:xfrm>
                <a:off x="1307046" y="2491503"/>
                <a:ext cx="186840" cy="22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BE6F156-97DB-D932-2FE3-284C0B8DBA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289046" y="2473503"/>
                  <a:ext cx="22248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EED2D36-929E-5784-05A5-900E4D58FF00}"/>
              </a:ext>
            </a:extLst>
          </p:cNvPr>
          <p:cNvGrpSpPr/>
          <p:nvPr/>
        </p:nvGrpSpPr>
        <p:grpSpPr>
          <a:xfrm>
            <a:off x="1903206" y="2480703"/>
            <a:ext cx="209160" cy="135000"/>
            <a:chOff x="1903206" y="2480703"/>
            <a:chExt cx="20916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9E36C25-BAA3-E091-6F0E-4ACC5537DAE5}"/>
                    </a:ext>
                  </a:extLst>
                </p14:cNvPr>
                <p14:cNvContentPartPr/>
                <p14:nvPr/>
              </p14:nvContentPartPr>
              <p14:xfrm>
                <a:off x="1903206" y="2480703"/>
                <a:ext cx="20880" cy="135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9E36C25-BAA3-E091-6F0E-4ACC5537DAE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85206" y="2462703"/>
                  <a:ext cx="565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1DECAC8-3B03-795A-A214-222522D9E35B}"/>
                    </a:ext>
                  </a:extLst>
                </p14:cNvPr>
                <p14:cNvContentPartPr/>
                <p14:nvPr/>
              </p14:nvContentPartPr>
              <p14:xfrm>
                <a:off x="2004726" y="2490423"/>
                <a:ext cx="107640" cy="122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1DECAC8-3B03-795A-A214-222522D9E3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987086" y="2472783"/>
                  <a:ext cx="14328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49230E8E-4303-96C9-5057-EA2D2E80A844}"/>
                  </a:ext>
                </a:extLst>
              </p14:cNvPr>
              <p14:cNvContentPartPr/>
              <p14:nvPr/>
            </p14:nvContentPartPr>
            <p14:xfrm>
              <a:off x="2006166" y="2291703"/>
              <a:ext cx="14400" cy="154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49230E8E-4303-96C9-5057-EA2D2E80A84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988166" y="2274063"/>
                <a:ext cx="5004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F96A09F3-DA75-A17E-EEC8-1EB4F72A6A23}"/>
              </a:ext>
            </a:extLst>
          </p:cNvPr>
          <p:cNvGrpSpPr/>
          <p:nvPr/>
        </p:nvGrpSpPr>
        <p:grpSpPr>
          <a:xfrm>
            <a:off x="2953686" y="2373423"/>
            <a:ext cx="706320" cy="278280"/>
            <a:chOff x="2953686" y="2373423"/>
            <a:chExt cx="706320" cy="27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88A3D6F-C15F-9915-2C87-E6AA1FD37DE3}"/>
                    </a:ext>
                  </a:extLst>
                </p14:cNvPr>
                <p14:cNvContentPartPr/>
                <p14:nvPr/>
              </p14:nvContentPartPr>
              <p14:xfrm>
                <a:off x="2953686" y="2373423"/>
                <a:ext cx="186840" cy="242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88A3D6F-C15F-9915-2C87-E6AA1FD37DE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936046" y="2355783"/>
                  <a:ext cx="22248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17FFB68-7C63-D2E7-E6E4-93FC9FA588E6}"/>
                    </a:ext>
                  </a:extLst>
                </p14:cNvPr>
                <p14:cNvContentPartPr/>
                <p14:nvPr/>
              </p14:nvContentPartPr>
              <p14:xfrm>
                <a:off x="3232326" y="2418063"/>
                <a:ext cx="183600" cy="198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17FFB68-7C63-D2E7-E6E4-93FC9FA588E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14326" y="2400423"/>
                  <a:ext cx="219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5EE06DC-6EEC-D2D4-026F-83D62FB5406B}"/>
                    </a:ext>
                  </a:extLst>
                </p14:cNvPr>
                <p14:cNvContentPartPr/>
                <p14:nvPr/>
              </p14:nvContentPartPr>
              <p14:xfrm>
                <a:off x="3256446" y="2451543"/>
                <a:ext cx="144000" cy="1749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5EE06DC-6EEC-D2D4-026F-83D62FB5406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38806" y="2433543"/>
                  <a:ext cx="179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9FB82C2-E834-1C81-A90E-CFBD3258C70C}"/>
                    </a:ext>
                  </a:extLst>
                </p14:cNvPr>
                <p14:cNvContentPartPr/>
                <p14:nvPr/>
              </p14:nvContentPartPr>
              <p14:xfrm>
                <a:off x="3505566" y="2383863"/>
                <a:ext cx="154440" cy="267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9FB82C2-E834-1C81-A90E-CFBD3258C7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87926" y="2366223"/>
                  <a:ext cx="19008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6E8B146-DA64-59A4-0CB9-0DF2B1E34CD1}"/>
              </a:ext>
            </a:extLst>
          </p:cNvPr>
          <p:cNvGrpSpPr/>
          <p:nvPr/>
        </p:nvGrpSpPr>
        <p:grpSpPr>
          <a:xfrm>
            <a:off x="4229526" y="2303943"/>
            <a:ext cx="1389960" cy="358560"/>
            <a:chOff x="4229526" y="2303943"/>
            <a:chExt cx="138996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66475BA-6750-43B5-1939-C361E7D0FEE5}"/>
                    </a:ext>
                  </a:extLst>
                </p14:cNvPr>
                <p14:cNvContentPartPr/>
                <p14:nvPr/>
              </p14:nvContentPartPr>
              <p14:xfrm>
                <a:off x="4229526" y="2473503"/>
                <a:ext cx="341640" cy="1497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66475BA-6750-43B5-1939-C361E7D0FEE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11526" y="2455863"/>
                  <a:ext cx="3772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B53D970-1C98-EB81-CA6F-FC6913DAD78A}"/>
                    </a:ext>
                  </a:extLst>
                </p14:cNvPr>
                <p14:cNvContentPartPr/>
                <p14:nvPr/>
              </p14:nvContentPartPr>
              <p14:xfrm>
                <a:off x="4657926" y="2303943"/>
                <a:ext cx="666360" cy="3456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B53D970-1C98-EB81-CA6F-FC6913DAD78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9926" y="2286303"/>
                  <a:ext cx="7020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0CE6A5-264C-918F-ACE5-8F6BEDAB3987}"/>
                    </a:ext>
                  </a:extLst>
                </p14:cNvPr>
                <p14:cNvContentPartPr/>
                <p14:nvPr/>
              </p14:nvContentPartPr>
              <p14:xfrm>
                <a:off x="5404206" y="2472783"/>
                <a:ext cx="135360" cy="148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0CE6A5-264C-918F-ACE5-8F6BEDAB398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386566" y="2455143"/>
                  <a:ext cx="1710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9B003F-CAE6-CF0F-C722-9C001AAA1C42}"/>
                    </a:ext>
                  </a:extLst>
                </p14:cNvPr>
                <p14:cNvContentPartPr/>
                <p14:nvPr/>
              </p14:nvContentPartPr>
              <p14:xfrm>
                <a:off x="5446326" y="2460183"/>
                <a:ext cx="173160" cy="202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9B003F-CAE6-CF0F-C722-9C001AAA1C4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28326" y="2442183"/>
                  <a:ext cx="2088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BD4A5E-5A0B-EEEE-F928-108C3552C0AE}"/>
                    </a:ext>
                  </a:extLst>
                </p14:cNvPr>
                <p14:cNvContentPartPr/>
                <p14:nvPr/>
              </p14:nvContentPartPr>
              <p14:xfrm>
                <a:off x="5379366" y="2308983"/>
                <a:ext cx="35280" cy="62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BD4A5E-5A0B-EEEE-F928-108C3552C0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61366" y="2290983"/>
                  <a:ext cx="70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B17DC4E-71BC-E3D1-EBA3-0C33D1D433DC}"/>
                    </a:ext>
                  </a:extLst>
                </p14:cNvPr>
                <p14:cNvContentPartPr/>
                <p14:nvPr/>
              </p14:nvContentPartPr>
              <p14:xfrm>
                <a:off x="4652886" y="2361183"/>
                <a:ext cx="325800" cy="2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B17DC4E-71BC-E3D1-EBA3-0C33D1D433D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635246" y="2343543"/>
                  <a:ext cx="36144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D8EA977-BFD6-BC9D-D742-776163CCF9EB}"/>
                  </a:ext>
                </a:extLst>
              </p14:cNvPr>
              <p14:cNvContentPartPr/>
              <p14:nvPr/>
            </p14:nvContentPartPr>
            <p14:xfrm>
              <a:off x="6397446" y="2607783"/>
              <a:ext cx="9360" cy="25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D8EA977-BFD6-BC9D-D742-776163CCF9E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379446" y="2589783"/>
                <a:ext cx="45000" cy="38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532C4D50-3D77-E0DB-2946-94D159EA26BB}"/>
              </a:ext>
            </a:extLst>
          </p:cNvPr>
          <p:cNvGrpSpPr/>
          <p:nvPr/>
        </p:nvGrpSpPr>
        <p:grpSpPr>
          <a:xfrm>
            <a:off x="1681806" y="3254343"/>
            <a:ext cx="954000" cy="949320"/>
            <a:chOff x="1681806" y="3254343"/>
            <a:chExt cx="954000" cy="94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0678284-56B0-50B7-BB11-6E1358EA189C}"/>
                    </a:ext>
                  </a:extLst>
                </p14:cNvPr>
                <p14:cNvContentPartPr/>
                <p14:nvPr/>
              </p14:nvContentPartPr>
              <p14:xfrm>
                <a:off x="1681806" y="3428583"/>
                <a:ext cx="117720" cy="182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0678284-56B0-50B7-BB11-6E1358EA189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63806" y="3410943"/>
                  <a:ext cx="1533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1B530E0-C65C-B9FF-2FF0-C4F68FD13BD3}"/>
                    </a:ext>
                  </a:extLst>
                </p14:cNvPr>
                <p14:cNvContentPartPr/>
                <p14:nvPr/>
              </p14:nvContentPartPr>
              <p14:xfrm>
                <a:off x="1892766" y="3536223"/>
                <a:ext cx="19080" cy="99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1B530E0-C65C-B9FF-2FF0-C4F68FD13B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874766" y="3518583"/>
                  <a:ext cx="547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CCF4743-086A-B251-591D-F8C1211A33AA}"/>
                    </a:ext>
                  </a:extLst>
                </p14:cNvPr>
                <p14:cNvContentPartPr/>
                <p14:nvPr/>
              </p14:nvContentPartPr>
              <p14:xfrm>
                <a:off x="1977366" y="3534423"/>
                <a:ext cx="282960" cy="1069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CCF4743-086A-B251-591D-F8C1211A33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59726" y="3516783"/>
                  <a:ext cx="318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3987DA6-41A2-A02B-1B56-BFDFDEECC517}"/>
                    </a:ext>
                  </a:extLst>
                </p14:cNvPr>
                <p14:cNvContentPartPr/>
                <p14:nvPr/>
              </p14:nvContentPartPr>
              <p14:xfrm>
                <a:off x="1779366" y="3907743"/>
                <a:ext cx="130320" cy="1170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3987DA6-41A2-A02B-1B56-BFDFDEECC51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61366" y="3889743"/>
                  <a:ext cx="165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32EF42-D1E0-244E-AF0E-179EE2C59745}"/>
                    </a:ext>
                  </a:extLst>
                </p14:cNvPr>
                <p14:cNvContentPartPr/>
                <p14:nvPr/>
              </p14:nvContentPartPr>
              <p14:xfrm>
                <a:off x="1957926" y="3983343"/>
                <a:ext cx="118800" cy="103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32EF42-D1E0-244E-AF0E-179EE2C597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39926" y="3965343"/>
                  <a:ext cx="154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05E3969-EF14-7B04-7F0F-C3C08BFB6C9A}"/>
                    </a:ext>
                  </a:extLst>
                </p14:cNvPr>
                <p14:cNvContentPartPr/>
                <p14:nvPr/>
              </p14:nvContentPartPr>
              <p14:xfrm>
                <a:off x="2177166" y="3949503"/>
                <a:ext cx="210240" cy="128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05E3969-EF14-7B04-7F0F-C3C08BFB6C9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59166" y="3931863"/>
                  <a:ext cx="24588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0827B2-5832-7A5D-B795-019B03C2050A}"/>
                    </a:ext>
                  </a:extLst>
                </p14:cNvPr>
                <p14:cNvContentPartPr/>
                <p14:nvPr/>
              </p14:nvContentPartPr>
              <p14:xfrm>
                <a:off x="2581446" y="3254343"/>
                <a:ext cx="54360" cy="949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0827B2-5832-7A5D-B795-019B03C205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563806" y="3236343"/>
                  <a:ext cx="90000" cy="98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E526535-8B83-BD61-C2FF-1FAEB79C9E31}"/>
                  </a:ext>
                </a:extLst>
              </p14:cNvPr>
              <p14:cNvContentPartPr/>
              <p14:nvPr/>
            </p14:nvContentPartPr>
            <p14:xfrm>
              <a:off x="2640846" y="3291783"/>
              <a:ext cx="11520" cy="8827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E526535-8B83-BD61-C2FF-1FAEB79C9E3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622846" y="3274143"/>
                <a:ext cx="47160" cy="9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A8016A3F-00CE-69DA-6F6B-81DB47CE7585}"/>
                  </a:ext>
                </a:extLst>
              </p14:cNvPr>
              <p14:cNvContentPartPr/>
              <p14:nvPr/>
            </p14:nvContentPartPr>
            <p14:xfrm>
              <a:off x="3245646" y="3761223"/>
              <a:ext cx="45360" cy="1195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A8016A3F-00CE-69DA-6F6B-81DB47CE758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227646" y="3743223"/>
                <a:ext cx="810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FF43A6A-DD8A-BCC0-262A-FD3F82DCE5BF}"/>
                  </a:ext>
                </a:extLst>
              </p14:cNvPr>
              <p14:cNvContentPartPr/>
              <p14:nvPr/>
            </p14:nvContentPartPr>
            <p14:xfrm>
              <a:off x="3809406" y="3158943"/>
              <a:ext cx="45720" cy="10501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FF43A6A-DD8A-BCC0-262A-FD3F82DCE5B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791766" y="3141303"/>
                <a:ext cx="81360" cy="10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C49E7A4E-3CDF-6719-536E-C5B8ABDCAB14}"/>
              </a:ext>
            </a:extLst>
          </p:cNvPr>
          <p:cNvGrpSpPr/>
          <p:nvPr/>
        </p:nvGrpSpPr>
        <p:grpSpPr>
          <a:xfrm>
            <a:off x="4245366" y="3345783"/>
            <a:ext cx="605160" cy="259920"/>
            <a:chOff x="4245366" y="3345783"/>
            <a:chExt cx="6051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184BD86-31D1-5BE4-E047-CFA8BF7E9B33}"/>
                    </a:ext>
                  </a:extLst>
                </p14:cNvPr>
                <p14:cNvContentPartPr/>
                <p14:nvPr/>
              </p14:nvContentPartPr>
              <p14:xfrm>
                <a:off x="4245366" y="3345783"/>
                <a:ext cx="181800" cy="2484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184BD86-31D1-5BE4-E047-CFA8BF7E9B3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227366" y="3327783"/>
                  <a:ext cx="217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3DD1FBF-BFF5-EA8A-0D5F-A314717056EF}"/>
                    </a:ext>
                  </a:extLst>
                </p14:cNvPr>
                <p14:cNvContentPartPr/>
                <p14:nvPr/>
              </p14:nvContentPartPr>
              <p14:xfrm>
                <a:off x="4519326" y="3486543"/>
                <a:ext cx="32040" cy="1191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3DD1FBF-BFF5-EA8A-0D5F-A314717056E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01686" y="3468543"/>
                  <a:ext cx="676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1AD3122-A372-AA12-1419-CB65F8FD3913}"/>
                    </a:ext>
                  </a:extLst>
                </p14:cNvPr>
                <p14:cNvContentPartPr/>
                <p14:nvPr/>
              </p14:nvContentPartPr>
              <p14:xfrm>
                <a:off x="4656846" y="3480783"/>
                <a:ext cx="193680" cy="1119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1AD3122-A372-AA12-1419-CB65F8FD391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638846" y="3462783"/>
                  <a:ext cx="229320" cy="14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AE14682-4CB5-4ED2-3264-EC9CB418C63A}"/>
              </a:ext>
            </a:extLst>
          </p:cNvPr>
          <p:cNvGrpSpPr/>
          <p:nvPr/>
        </p:nvGrpSpPr>
        <p:grpSpPr>
          <a:xfrm>
            <a:off x="5373246" y="3323103"/>
            <a:ext cx="564840" cy="271440"/>
            <a:chOff x="5373246" y="3323103"/>
            <a:chExt cx="56484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09E5899-8039-111A-CE58-8CDF8AD142E4}"/>
                    </a:ext>
                  </a:extLst>
                </p14:cNvPr>
                <p14:cNvContentPartPr/>
                <p14:nvPr/>
              </p14:nvContentPartPr>
              <p14:xfrm>
                <a:off x="5373246" y="3323103"/>
                <a:ext cx="185400" cy="156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09E5899-8039-111A-CE58-8CDF8AD142E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55246" y="3305463"/>
                  <a:ext cx="221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7B8BD09-479B-B262-6DF2-CE630A20158A}"/>
                    </a:ext>
                  </a:extLst>
                </p14:cNvPr>
                <p14:cNvContentPartPr/>
                <p14:nvPr/>
              </p14:nvContentPartPr>
              <p14:xfrm>
                <a:off x="5674206" y="3420663"/>
                <a:ext cx="26640" cy="97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7B8BD09-479B-B262-6DF2-CE630A20158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56206" y="3402663"/>
                  <a:ext cx="622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745584B-28E8-8357-4374-B1AC66FC481C}"/>
                    </a:ext>
                  </a:extLst>
                </p14:cNvPr>
                <p14:cNvContentPartPr/>
                <p14:nvPr/>
              </p14:nvContentPartPr>
              <p14:xfrm>
                <a:off x="5772486" y="3406623"/>
                <a:ext cx="165600" cy="187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745584B-28E8-8357-4374-B1AC66FC481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754486" y="3388623"/>
                  <a:ext cx="201240" cy="22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BB66687-32D8-F208-377B-48743FD4E518}"/>
              </a:ext>
            </a:extLst>
          </p:cNvPr>
          <p:cNvGrpSpPr/>
          <p:nvPr/>
        </p:nvGrpSpPr>
        <p:grpSpPr>
          <a:xfrm>
            <a:off x="4289646" y="3941223"/>
            <a:ext cx="691920" cy="279360"/>
            <a:chOff x="4289646" y="3941223"/>
            <a:chExt cx="691920" cy="27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C433E16-CFC6-FFA5-C6A0-26E6410B6967}"/>
                    </a:ext>
                  </a:extLst>
                </p14:cNvPr>
                <p14:cNvContentPartPr/>
                <p14:nvPr/>
              </p14:nvContentPartPr>
              <p14:xfrm>
                <a:off x="4289646" y="3941223"/>
                <a:ext cx="95760" cy="191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C433E16-CFC6-FFA5-C6A0-26E6410B696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271646" y="3923583"/>
                  <a:ext cx="1314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2837417-E07A-A7B4-7DAD-001534F357E7}"/>
                    </a:ext>
                  </a:extLst>
                </p14:cNvPr>
                <p14:cNvContentPartPr/>
                <p14:nvPr/>
              </p14:nvContentPartPr>
              <p14:xfrm>
                <a:off x="4465686" y="4074783"/>
                <a:ext cx="161640" cy="145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2837417-E07A-A7B4-7DAD-001534F357E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47686" y="4057143"/>
                  <a:ext cx="19728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C0E505-0192-8096-B5A0-41B9085AAF4B}"/>
                    </a:ext>
                  </a:extLst>
                </p14:cNvPr>
                <p14:cNvContentPartPr/>
                <p14:nvPr/>
              </p14:nvContentPartPr>
              <p14:xfrm>
                <a:off x="4727766" y="4047063"/>
                <a:ext cx="253800" cy="1486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C0E505-0192-8096-B5A0-41B9085AAF4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10126" y="4029063"/>
                  <a:ext cx="28944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8B08FCFB-726C-E139-A175-9F1B75D423CF}"/>
              </a:ext>
            </a:extLst>
          </p:cNvPr>
          <p:cNvGrpSpPr/>
          <p:nvPr/>
        </p:nvGrpSpPr>
        <p:grpSpPr>
          <a:xfrm>
            <a:off x="5469006" y="3935103"/>
            <a:ext cx="614160" cy="263520"/>
            <a:chOff x="5469006" y="3935103"/>
            <a:chExt cx="614160" cy="26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82F449D-231E-0185-9BC4-10DE6C322CCA}"/>
                    </a:ext>
                  </a:extLst>
                </p14:cNvPr>
                <p14:cNvContentPartPr/>
                <p14:nvPr/>
              </p14:nvContentPartPr>
              <p14:xfrm>
                <a:off x="5469006" y="3935103"/>
                <a:ext cx="201600" cy="172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82F449D-231E-0185-9BC4-10DE6C322CC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451366" y="3917103"/>
                  <a:ext cx="23724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1E342B8-E0DB-14F4-6804-3587873ED619}"/>
                    </a:ext>
                  </a:extLst>
                </p14:cNvPr>
                <p14:cNvContentPartPr/>
                <p14:nvPr/>
              </p14:nvContentPartPr>
              <p14:xfrm>
                <a:off x="5736846" y="4079823"/>
                <a:ext cx="145440" cy="103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1E342B8-E0DB-14F4-6804-3587873ED61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19206" y="4062183"/>
                  <a:ext cx="1810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581B1A9-7C75-2062-E9E8-8364DC00230F}"/>
                    </a:ext>
                  </a:extLst>
                </p14:cNvPr>
                <p14:cNvContentPartPr/>
                <p14:nvPr/>
              </p14:nvContentPartPr>
              <p14:xfrm>
                <a:off x="5931606" y="4011063"/>
                <a:ext cx="151560" cy="187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581B1A9-7C75-2062-E9E8-8364DC00230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913966" y="3993423"/>
                  <a:ext cx="18720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ACD6C6F5-A23E-AE77-ED40-8B3E491EE4F1}"/>
                  </a:ext>
                </a:extLst>
              </p14:cNvPr>
              <p14:cNvContentPartPr/>
              <p14:nvPr/>
            </p14:nvContentPartPr>
            <p14:xfrm>
              <a:off x="6364326" y="3188463"/>
              <a:ext cx="117000" cy="9651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ACD6C6F5-A23E-AE77-ED40-8B3E491EE4F1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6346326" y="3170463"/>
                <a:ext cx="152640" cy="10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1B51338-61DD-5E10-7702-14E1B4AD4F22}"/>
                  </a:ext>
                </a:extLst>
              </p14:cNvPr>
              <p14:cNvContentPartPr/>
              <p14:nvPr/>
            </p14:nvContentPartPr>
            <p14:xfrm>
              <a:off x="7548006" y="3628383"/>
              <a:ext cx="123840" cy="16092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1B51338-61DD-5E10-7702-14E1B4AD4F22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530006" y="3610383"/>
                <a:ext cx="159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Group 124">
            <a:extLst>
              <a:ext uri="{FF2B5EF4-FFF2-40B4-BE49-F238E27FC236}">
                <a16:creationId xmlns:a16="http://schemas.microsoft.com/office/drawing/2014/main" id="{518B0643-133B-0FC2-CE90-46CEAE2F9566}"/>
              </a:ext>
            </a:extLst>
          </p:cNvPr>
          <p:cNvGrpSpPr/>
          <p:nvPr/>
        </p:nvGrpSpPr>
        <p:grpSpPr>
          <a:xfrm>
            <a:off x="7881006" y="3387903"/>
            <a:ext cx="449280" cy="352080"/>
            <a:chOff x="7881006" y="3387903"/>
            <a:chExt cx="44928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B91A978-3EB9-6C06-CC52-631EEFE3D0CA}"/>
                    </a:ext>
                  </a:extLst>
                </p14:cNvPr>
                <p14:cNvContentPartPr/>
                <p14:nvPr/>
              </p14:nvContentPartPr>
              <p14:xfrm>
                <a:off x="7926726" y="3387903"/>
                <a:ext cx="49320" cy="339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B91A978-3EB9-6C06-CC52-631EEFE3D0C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908726" y="3369903"/>
                  <a:ext cx="849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7D8BA09-A9C8-2F66-8032-9DE596D5C615}"/>
                    </a:ext>
                  </a:extLst>
                </p14:cNvPr>
                <p14:cNvContentPartPr/>
                <p14:nvPr/>
              </p14:nvContentPartPr>
              <p14:xfrm>
                <a:off x="8156046" y="3568623"/>
                <a:ext cx="174240" cy="171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7D8BA09-A9C8-2F66-8032-9DE596D5C6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38406" y="3550623"/>
                  <a:ext cx="2098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BE74B0F-B055-D9F1-D116-EEA5FBABE938}"/>
                    </a:ext>
                  </a:extLst>
                </p14:cNvPr>
                <p14:cNvContentPartPr/>
                <p14:nvPr/>
              </p14:nvContentPartPr>
              <p14:xfrm>
                <a:off x="7881006" y="3451263"/>
                <a:ext cx="202320" cy="21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BE74B0F-B055-D9F1-D116-EEA5FBABE93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7863006" y="3433623"/>
                  <a:ext cx="237960" cy="5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6E8EC96-6D76-D68F-498C-F9038942EBF2}"/>
                  </a:ext>
                </a:extLst>
              </p14:cNvPr>
              <p14:cNvContentPartPr/>
              <p14:nvPr/>
            </p14:nvContentPartPr>
            <p14:xfrm>
              <a:off x="8771286" y="3697863"/>
              <a:ext cx="53280" cy="64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6E8EC96-6D76-D68F-498C-F9038942EBF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753646" y="3680223"/>
                <a:ext cx="889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BC95DAD-83E1-AF73-E97C-CDC80674EE92}"/>
                  </a:ext>
                </a:extLst>
              </p14:cNvPr>
              <p14:cNvContentPartPr/>
              <p14:nvPr/>
            </p14:nvContentPartPr>
            <p14:xfrm>
              <a:off x="821046" y="4832583"/>
              <a:ext cx="702720" cy="17892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BC95DAD-83E1-AF73-E97C-CDC80674EE92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03046" y="4814943"/>
                <a:ext cx="738360" cy="21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698D7C3A-03E3-5AA4-A384-3A429EEBB14A}"/>
              </a:ext>
            </a:extLst>
          </p:cNvPr>
          <p:cNvGrpSpPr/>
          <p:nvPr/>
        </p:nvGrpSpPr>
        <p:grpSpPr>
          <a:xfrm>
            <a:off x="1956486" y="4709103"/>
            <a:ext cx="1171800" cy="278640"/>
            <a:chOff x="1956486" y="4709103"/>
            <a:chExt cx="117180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84A278CE-6D99-0FB5-492D-70F8D417263C}"/>
                    </a:ext>
                  </a:extLst>
                </p14:cNvPr>
                <p14:cNvContentPartPr/>
                <p14:nvPr/>
              </p14:nvContentPartPr>
              <p14:xfrm>
                <a:off x="1956486" y="4861023"/>
                <a:ext cx="446400" cy="126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84A278CE-6D99-0FB5-492D-70F8D417263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938846" y="4843383"/>
                  <a:ext cx="482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AE6BD95-8F7C-7693-C35D-4A6F0764B43D}"/>
                    </a:ext>
                  </a:extLst>
                </p14:cNvPr>
                <p14:cNvContentPartPr/>
                <p14:nvPr/>
              </p14:nvContentPartPr>
              <p14:xfrm>
                <a:off x="2365446" y="4709103"/>
                <a:ext cx="54000" cy="320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AE6BD95-8F7C-7693-C35D-4A6F0764B43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47806" y="4691463"/>
                  <a:ext cx="896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6B184CC-F13F-780D-7A22-928BB87A27E9}"/>
                    </a:ext>
                  </a:extLst>
                </p14:cNvPr>
                <p14:cNvContentPartPr/>
                <p14:nvPr/>
              </p14:nvContentPartPr>
              <p14:xfrm>
                <a:off x="2452206" y="4857063"/>
                <a:ext cx="180360" cy="130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6B184CC-F13F-780D-7A22-928BB87A27E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434566" y="4839063"/>
                  <a:ext cx="2160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09355EE-AA26-6CC7-136B-BD054C91AA1A}"/>
                    </a:ext>
                  </a:extLst>
                </p14:cNvPr>
                <p14:cNvContentPartPr/>
                <p14:nvPr/>
              </p14:nvContentPartPr>
              <p14:xfrm>
                <a:off x="2717886" y="4814583"/>
                <a:ext cx="410400" cy="1605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9355EE-AA26-6CC7-136B-BD054C91AA1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00246" y="4796943"/>
                  <a:ext cx="446040" cy="19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7FA5393-39A5-CFC7-DC6C-CC1BCCC729D7}"/>
                  </a:ext>
                </a:extLst>
              </p14:cNvPr>
              <p14:cNvContentPartPr/>
              <p14:nvPr/>
            </p14:nvContentPartPr>
            <p14:xfrm>
              <a:off x="3633006" y="4701903"/>
              <a:ext cx="534600" cy="6850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7FA5393-39A5-CFC7-DC6C-CC1BCCC729D7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615366" y="4683903"/>
                <a:ext cx="570240" cy="72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EA385BB-DD0B-64BD-D3F8-C73791152187}"/>
              </a:ext>
            </a:extLst>
          </p:cNvPr>
          <p:cNvGrpSpPr/>
          <p:nvPr/>
        </p:nvGrpSpPr>
        <p:grpSpPr>
          <a:xfrm>
            <a:off x="4484406" y="4602183"/>
            <a:ext cx="1558800" cy="402480"/>
            <a:chOff x="4484406" y="4602183"/>
            <a:chExt cx="155880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82E78AA-E213-8482-75EC-B3D2BB799E95}"/>
                    </a:ext>
                  </a:extLst>
                </p14:cNvPr>
                <p14:cNvContentPartPr/>
                <p14:nvPr/>
              </p14:nvContentPartPr>
              <p14:xfrm>
                <a:off x="4484406" y="4792983"/>
                <a:ext cx="422640" cy="1969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82E78AA-E213-8482-75EC-B3D2BB799E9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466766" y="4774983"/>
                  <a:ext cx="4582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6D0FE8B-B3A3-42C5-D1A3-897CEFD3FA23}"/>
                    </a:ext>
                  </a:extLst>
                </p14:cNvPr>
                <p14:cNvContentPartPr/>
                <p14:nvPr/>
              </p14:nvContentPartPr>
              <p14:xfrm>
                <a:off x="4893006" y="4602183"/>
                <a:ext cx="695880" cy="402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6D0FE8B-B3A3-42C5-D1A3-897CEFD3FA2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75366" y="4584543"/>
                  <a:ext cx="7315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30F4908-6ED9-7B5E-60F6-08099BC876D5}"/>
                    </a:ext>
                  </a:extLst>
                </p14:cNvPr>
                <p14:cNvContentPartPr/>
                <p14:nvPr/>
              </p14:nvContentPartPr>
              <p14:xfrm>
                <a:off x="5766366" y="4670223"/>
                <a:ext cx="276840" cy="277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30F4908-6ED9-7B5E-60F6-08099BC876D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48366" y="4652583"/>
                  <a:ext cx="312480" cy="31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4887A9C-4D08-EF9A-4C04-7AED87654507}"/>
                  </a:ext>
                </a:extLst>
              </p14:cNvPr>
              <p14:cNvContentPartPr/>
              <p14:nvPr/>
            </p14:nvContentPartPr>
            <p14:xfrm>
              <a:off x="659046" y="5407143"/>
              <a:ext cx="43560" cy="11959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4887A9C-4D08-EF9A-4C04-7AED8765450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41046" y="5389503"/>
                <a:ext cx="79200" cy="123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B10F2D24-78C2-C7F2-47A9-52EF485266D4}"/>
              </a:ext>
            </a:extLst>
          </p:cNvPr>
          <p:cNvGrpSpPr/>
          <p:nvPr/>
        </p:nvGrpSpPr>
        <p:grpSpPr>
          <a:xfrm>
            <a:off x="955326" y="5500023"/>
            <a:ext cx="449280" cy="250560"/>
            <a:chOff x="955326" y="5500023"/>
            <a:chExt cx="44928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3EA14E5-AB50-BE28-5C1E-F9206C1C452A}"/>
                    </a:ext>
                  </a:extLst>
                </p14:cNvPr>
                <p14:cNvContentPartPr/>
                <p14:nvPr/>
              </p14:nvContentPartPr>
              <p14:xfrm>
                <a:off x="955326" y="5500023"/>
                <a:ext cx="172440" cy="2041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3EA14E5-AB50-BE28-5C1E-F9206C1C452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37326" y="5482383"/>
                  <a:ext cx="2080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A0AAFB-F017-1896-50F6-1B39E4E953F4}"/>
                    </a:ext>
                  </a:extLst>
                </p14:cNvPr>
                <p14:cNvContentPartPr/>
                <p14:nvPr/>
              </p14:nvContentPartPr>
              <p14:xfrm>
                <a:off x="1251606" y="5614863"/>
                <a:ext cx="14040" cy="1339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A0AAFB-F017-1896-50F6-1B39E4E953F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33966" y="5596863"/>
                  <a:ext cx="496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38C8A82-9C5B-4E5E-3A6A-5B142022CF11}"/>
                    </a:ext>
                  </a:extLst>
                </p14:cNvPr>
                <p14:cNvContentPartPr/>
                <p14:nvPr/>
              </p14:nvContentPartPr>
              <p14:xfrm>
                <a:off x="1383726" y="5614863"/>
                <a:ext cx="20880" cy="135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38C8A82-9C5B-4E5E-3A6A-5B142022CF1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65726" y="5596863"/>
                  <a:ext cx="565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D2658948-FAA6-5330-9DC2-6668D523734F}"/>
              </a:ext>
            </a:extLst>
          </p:cNvPr>
          <p:cNvGrpSpPr/>
          <p:nvPr/>
        </p:nvGrpSpPr>
        <p:grpSpPr>
          <a:xfrm>
            <a:off x="1061526" y="6018063"/>
            <a:ext cx="493920" cy="218520"/>
            <a:chOff x="1061526" y="6018063"/>
            <a:chExt cx="49392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EB0C930-590A-44E3-D37C-EC5F800FFE4D}"/>
                    </a:ext>
                  </a:extLst>
                </p14:cNvPr>
                <p14:cNvContentPartPr/>
                <p14:nvPr/>
              </p14:nvContentPartPr>
              <p14:xfrm>
                <a:off x="1061526" y="6018063"/>
                <a:ext cx="147240" cy="1803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EB0C930-590A-44E3-D37C-EC5F800FFE4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3886" y="6000423"/>
                  <a:ext cx="182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A8EED4C-50CB-445A-4EF7-3F3DE2B26C44}"/>
                    </a:ext>
                  </a:extLst>
                </p14:cNvPr>
                <p14:cNvContentPartPr/>
                <p14:nvPr/>
              </p14:nvContentPartPr>
              <p14:xfrm>
                <a:off x="1260246" y="6126783"/>
                <a:ext cx="125640" cy="91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A8EED4C-50CB-445A-4EF7-3F3DE2B26C4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242606" y="6109143"/>
                  <a:ext cx="161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BE28073-32CC-773B-1F58-65A433CADC88}"/>
                    </a:ext>
                  </a:extLst>
                </p14:cNvPr>
                <p14:cNvContentPartPr/>
                <p14:nvPr/>
              </p14:nvContentPartPr>
              <p14:xfrm>
                <a:off x="1493886" y="6079983"/>
                <a:ext cx="61560" cy="156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BE28073-32CC-773B-1F58-65A433CADC8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76246" y="6061983"/>
                  <a:ext cx="97200" cy="19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5A193BF-0538-4CFD-E693-40F400E801F6}"/>
              </a:ext>
            </a:extLst>
          </p:cNvPr>
          <p:cNvGrpSpPr/>
          <p:nvPr/>
        </p:nvGrpSpPr>
        <p:grpSpPr>
          <a:xfrm>
            <a:off x="1064766" y="6453303"/>
            <a:ext cx="430200" cy="315360"/>
            <a:chOff x="1064766" y="6453303"/>
            <a:chExt cx="43020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9149307-D9E4-871B-E5D2-A6C0F175B4CD}"/>
                    </a:ext>
                  </a:extLst>
                </p14:cNvPr>
                <p14:cNvContentPartPr/>
                <p14:nvPr/>
              </p14:nvContentPartPr>
              <p14:xfrm>
                <a:off x="1064766" y="6453303"/>
                <a:ext cx="133920" cy="209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9149307-D9E4-871B-E5D2-A6C0F175B4C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6766" y="6435663"/>
                  <a:ext cx="1695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6BF87BC-5596-19AF-5CEA-26191782C25D}"/>
                    </a:ext>
                  </a:extLst>
                </p14:cNvPr>
                <p14:cNvContentPartPr/>
                <p14:nvPr/>
              </p14:nvContentPartPr>
              <p14:xfrm>
                <a:off x="1235766" y="6599463"/>
                <a:ext cx="88560" cy="135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6BF87BC-5596-19AF-5CEA-26191782C25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218126" y="6581823"/>
                  <a:ext cx="1242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26D4C1F-AA5F-A46B-F826-C61974FF1898}"/>
                    </a:ext>
                  </a:extLst>
                </p14:cNvPr>
                <p14:cNvContentPartPr/>
                <p14:nvPr/>
              </p14:nvContentPartPr>
              <p14:xfrm>
                <a:off x="1419006" y="6589743"/>
                <a:ext cx="75960" cy="1789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26D4C1F-AA5F-A46B-F826-C61974FF189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01006" y="6571743"/>
                  <a:ext cx="11160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EB72AA1-379D-DB07-34B0-6488DDBCC3D2}"/>
              </a:ext>
            </a:extLst>
          </p:cNvPr>
          <p:cNvGrpSpPr/>
          <p:nvPr/>
        </p:nvGrpSpPr>
        <p:grpSpPr>
          <a:xfrm>
            <a:off x="1910406" y="5394543"/>
            <a:ext cx="2002680" cy="1696680"/>
            <a:chOff x="1910406" y="5394543"/>
            <a:chExt cx="2002680" cy="169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63F897A-EC30-8710-89D6-D10223AB513C}"/>
                    </a:ext>
                  </a:extLst>
                </p14:cNvPr>
                <p14:cNvContentPartPr/>
                <p14:nvPr/>
              </p14:nvContentPartPr>
              <p14:xfrm>
                <a:off x="1910406" y="5498223"/>
                <a:ext cx="101160" cy="1990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63F897A-EC30-8710-89D6-D10223AB513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892766" y="5480583"/>
                  <a:ext cx="136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84079FC-F1AF-2CA7-7C68-583E3FB2E9BE}"/>
                    </a:ext>
                  </a:extLst>
                </p14:cNvPr>
                <p14:cNvContentPartPr/>
                <p14:nvPr/>
              </p14:nvContentPartPr>
              <p14:xfrm>
                <a:off x="2099406" y="5621703"/>
                <a:ext cx="16200" cy="143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84079FC-F1AF-2CA7-7C68-583E3FB2E9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081766" y="5603703"/>
                  <a:ext cx="51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E05C476-1B66-3BBD-68CA-7E5346F4047D}"/>
                    </a:ext>
                  </a:extLst>
                </p14:cNvPr>
                <p14:cNvContentPartPr/>
                <p14:nvPr/>
              </p14:nvContentPartPr>
              <p14:xfrm>
                <a:off x="2245206" y="5627103"/>
                <a:ext cx="154440" cy="1497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E05C476-1B66-3BBD-68CA-7E5346F4047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27566" y="5609103"/>
                  <a:ext cx="190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20FB76B-7ED1-EAED-B0D3-0A84FC8DA646}"/>
                    </a:ext>
                  </a:extLst>
                </p14:cNvPr>
                <p14:cNvContentPartPr/>
                <p14:nvPr/>
              </p14:nvContentPartPr>
              <p14:xfrm>
                <a:off x="2857926" y="5472663"/>
                <a:ext cx="151920" cy="208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20FB76B-7ED1-EAED-B0D3-0A84FC8DA64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40286" y="5455023"/>
                  <a:ext cx="1875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DEA9C6A-6AB5-4637-FED7-9BD3D473E056}"/>
                    </a:ext>
                  </a:extLst>
                </p14:cNvPr>
                <p14:cNvContentPartPr/>
                <p14:nvPr/>
              </p14:nvContentPartPr>
              <p14:xfrm>
                <a:off x="3120366" y="5575263"/>
                <a:ext cx="28080" cy="128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DEA9C6A-6AB5-4637-FED7-9BD3D473E05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02726" y="5557263"/>
                  <a:ext cx="63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56E725C-375B-AB6E-FCBD-28C166BB2E92}"/>
                    </a:ext>
                  </a:extLst>
                </p14:cNvPr>
                <p14:cNvContentPartPr/>
                <p14:nvPr/>
              </p14:nvContentPartPr>
              <p14:xfrm>
                <a:off x="3237006" y="5601183"/>
                <a:ext cx="178200" cy="169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56E725C-375B-AB6E-FCBD-28C166BB2E9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219366" y="5583543"/>
                  <a:ext cx="213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5BDF56-21C8-4B52-9988-F640583EF8B7}"/>
                    </a:ext>
                  </a:extLst>
                </p14:cNvPr>
                <p14:cNvContentPartPr/>
                <p14:nvPr/>
              </p14:nvContentPartPr>
              <p14:xfrm>
                <a:off x="2151606" y="6027063"/>
                <a:ext cx="136080" cy="153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5BDF56-21C8-4B52-9988-F640583EF8B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33966" y="6009423"/>
                  <a:ext cx="1717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6B6E491-746C-2BBC-6C49-79A3648564F0}"/>
                    </a:ext>
                  </a:extLst>
                </p14:cNvPr>
                <p14:cNvContentPartPr/>
                <p14:nvPr/>
              </p14:nvContentPartPr>
              <p14:xfrm>
                <a:off x="2327286" y="6132903"/>
                <a:ext cx="117000" cy="110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6B6E491-746C-2BBC-6C49-79A3648564F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309286" y="6114903"/>
                  <a:ext cx="1526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6EC0001-B14B-81A9-E27B-4327C3C4B194}"/>
                    </a:ext>
                  </a:extLst>
                </p14:cNvPr>
                <p14:cNvContentPartPr/>
                <p14:nvPr/>
              </p14:nvContentPartPr>
              <p14:xfrm>
                <a:off x="2564886" y="6077463"/>
                <a:ext cx="233640" cy="1072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6EC0001-B14B-81A9-E27B-4327C3C4B194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47246" y="6059823"/>
                  <a:ext cx="269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4C39EDE-574B-96FD-E938-8CF1B1BD7984}"/>
                    </a:ext>
                  </a:extLst>
                </p14:cNvPr>
                <p14:cNvContentPartPr/>
                <p14:nvPr/>
              </p14:nvContentPartPr>
              <p14:xfrm>
                <a:off x="3114966" y="5953983"/>
                <a:ext cx="111240" cy="136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4C39EDE-574B-96FD-E938-8CF1B1BD798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097326" y="5936343"/>
                  <a:ext cx="146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CE54C54-313D-A097-DA57-51ADFAA97E20}"/>
                    </a:ext>
                  </a:extLst>
                </p14:cNvPr>
                <p14:cNvContentPartPr/>
                <p14:nvPr/>
              </p14:nvContentPartPr>
              <p14:xfrm>
                <a:off x="3281646" y="6031743"/>
                <a:ext cx="181080" cy="114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CE54C54-313D-A097-DA57-51ADFAA97E2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263646" y="6013743"/>
                  <a:ext cx="2167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95FE4A0-A715-DB08-E3D4-54B12815F9A7}"/>
                    </a:ext>
                  </a:extLst>
                </p14:cNvPr>
                <p14:cNvContentPartPr/>
                <p14:nvPr/>
              </p14:nvContentPartPr>
              <p14:xfrm>
                <a:off x="3408006" y="6018423"/>
                <a:ext cx="171720" cy="1695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95FE4A0-A715-DB08-E3D4-54B12815F9A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390006" y="6000783"/>
                  <a:ext cx="2073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C236E74-88C3-7AFA-3226-F1335FF0290F}"/>
                    </a:ext>
                  </a:extLst>
                </p14:cNvPr>
                <p14:cNvContentPartPr/>
                <p14:nvPr/>
              </p14:nvContentPartPr>
              <p14:xfrm>
                <a:off x="2184006" y="6458343"/>
                <a:ext cx="113040" cy="1900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C236E74-88C3-7AFA-3226-F1335FF0290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166006" y="6440703"/>
                  <a:ext cx="1486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454819E-166A-D0AC-AA21-37A8B2DCDB94}"/>
                    </a:ext>
                  </a:extLst>
                </p14:cNvPr>
                <p14:cNvContentPartPr/>
                <p14:nvPr/>
              </p14:nvContentPartPr>
              <p14:xfrm>
                <a:off x="2366166" y="6541143"/>
                <a:ext cx="63360" cy="150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454819E-166A-D0AC-AA21-37A8B2DCDB9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348166" y="6523503"/>
                  <a:ext cx="99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1A6EFF1-F9D7-8ADC-C1E2-58F31B5C4DE3}"/>
                    </a:ext>
                  </a:extLst>
                </p14:cNvPr>
                <p14:cNvContentPartPr/>
                <p14:nvPr/>
              </p14:nvContentPartPr>
              <p14:xfrm>
                <a:off x="2497926" y="6536463"/>
                <a:ext cx="271440" cy="135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1A6EFF1-F9D7-8ADC-C1E2-58F31B5C4D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480286" y="6518823"/>
                  <a:ext cx="3070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8E4871A-DC6E-3F07-C457-8BC13D25493C}"/>
                    </a:ext>
                  </a:extLst>
                </p14:cNvPr>
                <p14:cNvContentPartPr/>
                <p14:nvPr/>
              </p14:nvContentPartPr>
              <p14:xfrm>
                <a:off x="2149446" y="6490383"/>
                <a:ext cx="244080" cy="149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8E4871A-DC6E-3F07-C457-8BC13D25493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131446" y="6472743"/>
                  <a:ext cx="2797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ED0FAC3-3728-7CB9-240A-D45220DF4AB6}"/>
                    </a:ext>
                  </a:extLst>
                </p14:cNvPr>
                <p14:cNvContentPartPr/>
                <p14:nvPr/>
              </p14:nvContentPartPr>
              <p14:xfrm>
                <a:off x="3168966" y="6460863"/>
                <a:ext cx="128880" cy="154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ED0FAC3-3728-7CB9-240A-D45220DF4AB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150966" y="6442863"/>
                  <a:ext cx="164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70B2A783-5603-965C-1C80-20FFFD15E1B5}"/>
                    </a:ext>
                  </a:extLst>
                </p14:cNvPr>
                <p14:cNvContentPartPr/>
                <p14:nvPr/>
              </p14:nvContentPartPr>
              <p14:xfrm>
                <a:off x="3357606" y="6561663"/>
                <a:ext cx="96840" cy="1861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70B2A783-5603-965C-1C80-20FFFD15E1B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39966" y="6544023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94D6022-ECBA-1975-BEE5-F80F09989BDB}"/>
                    </a:ext>
                  </a:extLst>
                </p14:cNvPr>
                <p14:cNvContentPartPr/>
                <p14:nvPr/>
              </p14:nvContentPartPr>
              <p14:xfrm>
                <a:off x="3547686" y="6557343"/>
                <a:ext cx="132120" cy="160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94D6022-ECBA-1975-BEE5-F80F09989BD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530046" y="6539343"/>
                  <a:ext cx="167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FD5E45F-25CF-97A6-5718-DDD0D8DFDC84}"/>
                    </a:ext>
                  </a:extLst>
                </p14:cNvPr>
                <p14:cNvContentPartPr/>
                <p14:nvPr/>
              </p14:nvContentPartPr>
              <p14:xfrm>
                <a:off x="3775926" y="5394543"/>
                <a:ext cx="137160" cy="16966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FD5E45F-25CF-97A6-5718-DDD0D8DFDC8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58286" y="5376903"/>
                  <a:ext cx="172800" cy="173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CFDD771B-D9D2-4E17-06D4-65F89BD2128E}"/>
                  </a:ext>
                </a:extLst>
              </p14:cNvPr>
              <p14:cNvContentPartPr/>
              <p14:nvPr/>
            </p14:nvContentPartPr>
            <p14:xfrm>
              <a:off x="4350846" y="6011943"/>
              <a:ext cx="56520" cy="7776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CFDD771B-D9D2-4E17-06D4-65F89BD2128E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333206" y="5994303"/>
                <a:ext cx="9216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D2B53FAC-9E8E-9956-FA5B-9B2E89DF1143}"/>
              </a:ext>
            </a:extLst>
          </p:cNvPr>
          <p:cNvGrpSpPr/>
          <p:nvPr/>
        </p:nvGrpSpPr>
        <p:grpSpPr>
          <a:xfrm>
            <a:off x="4789686" y="5351343"/>
            <a:ext cx="779400" cy="1226880"/>
            <a:chOff x="4789686" y="5351343"/>
            <a:chExt cx="779400" cy="122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72B3935-444D-E519-AB5A-91425CDDBD31}"/>
                    </a:ext>
                  </a:extLst>
                </p14:cNvPr>
                <p14:cNvContentPartPr/>
                <p14:nvPr/>
              </p14:nvContentPartPr>
              <p14:xfrm>
                <a:off x="4789686" y="5351343"/>
                <a:ext cx="183600" cy="12268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72B3935-444D-E519-AB5A-91425CDDBD3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772046" y="5333703"/>
                  <a:ext cx="219240" cy="12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BC45E3C-D9C4-3E5E-E745-93C7E1C54F8E}"/>
                    </a:ext>
                  </a:extLst>
                </p14:cNvPr>
                <p14:cNvContentPartPr/>
                <p14:nvPr/>
              </p14:nvContentPartPr>
              <p14:xfrm>
                <a:off x="5161206" y="5437023"/>
                <a:ext cx="151920" cy="195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BC45E3C-D9C4-3E5E-E745-93C7E1C54F8E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143566" y="5419383"/>
                  <a:ext cx="1875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BAF76511-1278-7C5F-1766-962C4EF0C757}"/>
                    </a:ext>
                  </a:extLst>
                </p14:cNvPr>
                <p14:cNvContentPartPr/>
                <p14:nvPr/>
              </p14:nvContentPartPr>
              <p14:xfrm>
                <a:off x="5423286" y="5548263"/>
                <a:ext cx="22680" cy="106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BAF76511-1278-7C5F-1766-962C4EF0C75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05286" y="5530623"/>
                  <a:ext cx="58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8980BDA-1496-CA5E-0564-ED064D447B22}"/>
                    </a:ext>
                  </a:extLst>
                </p14:cNvPr>
                <p14:cNvContentPartPr/>
                <p14:nvPr/>
              </p14:nvContentPartPr>
              <p14:xfrm>
                <a:off x="5539926" y="5573463"/>
                <a:ext cx="29160" cy="167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8980BDA-1496-CA5E-0564-ED064D447B2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21926" y="5555463"/>
                  <a:ext cx="6480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5A16576-30B3-0BF8-726E-387C9C24B28D}"/>
              </a:ext>
            </a:extLst>
          </p:cNvPr>
          <p:cNvGrpSpPr/>
          <p:nvPr/>
        </p:nvGrpSpPr>
        <p:grpSpPr>
          <a:xfrm>
            <a:off x="5155446" y="5953263"/>
            <a:ext cx="533880" cy="174600"/>
            <a:chOff x="5155446" y="5953263"/>
            <a:chExt cx="533880" cy="17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A2826FA9-B9C1-8270-0428-B79E825A5B53}"/>
                    </a:ext>
                  </a:extLst>
                </p14:cNvPr>
                <p14:cNvContentPartPr/>
                <p14:nvPr/>
              </p14:nvContentPartPr>
              <p14:xfrm>
                <a:off x="5155446" y="5953263"/>
                <a:ext cx="177480" cy="1569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A2826FA9-B9C1-8270-0428-B79E825A5B5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37806" y="5935623"/>
                  <a:ext cx="2131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1CF4D4E-0000-2AD1-B175-013CBF12D95B}"/>
                    </a:ext>
                  </a:extLst>
                </p14:cNvPr>
                <p14:cNvContentPartPr/>
                <p14:nvPr/>
              </p14:nvContentPartPr>
              <p14:xfrm>
                <a:off x="5378646" y="6025623"/>
                <a:ext cx="123120" cy="1008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1CF4D4E-0000-2AD1-B175-013CBF12D95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61006" y="6007623"/>
                  <a:ext cx="15876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CE14048-C3A8-26FA-704B-774A863CDB11}"/>
                    </a:ext>
                  </a:extLst>
                </p14:cNvPr>
                <p14:cNvContentPartPr/>
                <p14:nvPr/>
              </p14:nvContentPartPr>
              <p14:xfrm>
                <a:off x="5665566" y="5970183"/>
                <a:ext cx="23760" cy="157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CE14048-C3A8-26FA-704B-774A863CDB1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647566" y="5952183"/>
                  <a:ext cx="59400" cy="19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87872D9-0F95-1CE7-1FBF-3DC423A6415D}"/>
              </a:ext>
            </a:extLst>
          </p:cNvPr>
          <p:cNvGrpSpPr/>
          <p:nvPr/>
        </p:nvGrpSpPr>
        <p:grpSpPr>
          <a:xfrm>
            <a:off x="5219166" y="6514503"/>
            <a:ext cx="562680" cy="304200"/>
            <a:chOff x="5219166" y="6514503"/>
            <a:chExt cx="56268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4A75263-F7C8-E6A4-767C-A295266B4343}"/>
                    </a:ext>
                  </a:extLst>
                </p14:cNvPr>
                <p14:cNvContentPartPr/>
                <p14:nvPr/>
              </p14:nvContentPartPr>
              <p14:xfrm>
                <a:off x="5219166" y="6514503"/>
                <a:ext cx="115200" cy="221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4A75263-F7C8-E6A4-767C-A295266B43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201166" y="6496503"/>
                  <a:ext cx="150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843807-5B04-6990-5C79-24875ECC7AEF}"/>
                    </a:ext>
                  </a:extLst>
                </p14:cNvPr>
                <p14:cNvContentPartPr/>
                <p14:nvPr/>
              </p14:nvContentPartPr>
              <p14:xfrm>
                <a:off x="5416446" y="6625383"/>
                <a:ext cx="95760" cy="1630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843807-5B04-6990-5C79-24875ECC7AE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98806" y="6607383"/>
                  <a:ext cx="13140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BE7F4A5-EC37-7900-4C1F-55D4CD89D678}"/>
                    </a:ext>
                  </a:extLst>
                </p14:cNvPr>
                <p14:cNvContentPartPr/>
                <p14:nvPr/>
              </p14:nvContentPartPr>
              <p14:xfrm>
                <a:off x="5697966" y="6662463"/>
                <a:ext cx="83880" cy="156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BE7F4A5-EC37-7900-4C1F-55D4CD89D67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679966" y="6644823"/>
                  <a:ext cx="119520" cy="19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FAA514A-5E59-6F7E-DE10-99F52ACB80BF}"/>
              </a:ext>
            </a:extLst>
          </p:cNvPr>
          <p:cNvGrpSpPr/>
          <p:nvPr/>
        </p:nvGrpSpPr>
        <p:grpSpPr>
          <a:xfrm>
            <a:off x="6113406" y="4921503"/>
            <a:ext cx="2302560" cy="1885320"/>
            <a:chOff x="6113406" y="4921503"/>
            <a:chExt cx="2302560" cy="188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64F95C3-0AA7-C97E-EF75-96132AA900FE}"/>
                    </a:ext>
                  </a:extLst>
                </p14:cNvPr>
                <p14:cNvContentPartPr/>
                <p14:nvPr/>
              </p14:nvContentPartPr>
              <p14:xfrm>
                <a:off x="6113406" y="5421903"/>
                <a:ext cx="177480" cy="1825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64F95C3-0AA7-C97E-EF75-96132AA900F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95766" y="5403903"/>
                  <a:ext cx="213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C6483E2B-FEB8-B77A-CAAA-39E3D8EB5CC3}"/>
                    </a:ext>
                  </a:extLst>
                </p14:cNvPr>
                <p14:cNvContentPartPr/>
                <p14:nvPr/>
              </p14:nvContentPartPr>
              <p14:xfrm>
                <a:off x="6329406" y="5545743"/>
                <a:ext cx="26640" cy="140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C6483E2B-FEB8-B77A-CAAA-39E3D8EB5CC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11766" y="5528103"/>
                  <a:ext cx="622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C4503FD-7B0A-3B32-12F4-B12870639089}"/>
                    </a:ext>
                  </a:extLst>
                </p14:cNvPr>
                <p14:cNvContentPartPr/>
                <p14:nvPr/>
              </p14:nvContentPartPr>
              <p14:xfrm>
                <a:off x="6447486" y="5551863"/>
                <a:ext cx="122040" cy="1681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C4503FD-7B0A-3B32-12F4-B1287063908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429486" y="5534223"/>
                  <a:ext cx="1576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EDD5F3A-C2D6-FB34-CC92-D22BF8685233}"/>
                    </a:ext>
                  </a:extLst>
                </p14:cNvPr>
                <p14:cNvContentPartPr/>
                <p14:nvPr/>
              </p14:nvContentPartPr>
              <p14:xfrm>
                <a:off x="6828366" y="5363583"/>
                <a:ext cx="141840" cy="215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EDD5F3A-C2D6-FB34-CC92-D22BF8685233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810366" y="5345583"/>
                  <a:ext cx="177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0E2FADF-70CC-8FE6-7594-69999619939E}"/>
                    </a:ext>
                  </a:extLst>
                </p14:cNvPr>
                <p14:cNvContentPartPr/>
                <p14:nvPr/>
              </p14:nvContentPartPr>
              <p14:xfrm>
                <a:off x="7084326" y="5492103"/>
                <a:ext cx="32400" cy="141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0E2FADF-70CC-8FE6-7594-69999619939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066686" y="5474463"/>
                  <a:ext cx="68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6FA80E9-5C72-F180-99A2-81AA50E0B8A5}"/>
                    </a:ext>
                  </a:extLst>
                </p14:cNvPr>
                <p14:cNvContentPartPr/>
                <p14:nvPr/>
              </p14:nvContentPartPr>
              <p14:xfrm>
                <a:off x="7292046" y="5494263"/>
                <a:ext cx="130320" cy="227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6FA80E9-5C72-F180-99A2-81AA50E0B8A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274046" y="5476623"/>
                  <a:ext cx="1659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C4D88EA-E2B6-34A7-DD0E-017EBAD70747}"/>
                    </a:ext>
                  </a:extLst>
                </p14:cNvPr>
                <p14:cNvContentPartPr/>
                <p14:nvPr/>
              </p14:nvContentPartPr>
              <p14:xfrm>
                <a:off x="6169566" y="5995023"/>
                <a:ext cx="4680" cy="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C4D88EA-E2B6-34A7-DD0E-017EBAD7074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151926" y="5977383"/>
                  <a:ext cx="403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89E3321-23C4-73F1-85C9-CD4B16D6C7E6}"/>
                    </a:ext>
                  </a:extLst>
                </p14:cNvPr>
                <p14:cNvContentPartPr/>
                <p14:nvPr/>
              </p14:nvContentPartPr>
              <p14:xfrm>
                <a:off x="6169206" y="6006903"/>
                <a:ext cx="141840" cy="116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89E3321-23C4-73F1-85C9-CD4B16D6C7E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151566" y="5988903"/>
                  <a:ext cx="177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0DA48F4-8691-FC44-DD48-712699DD905C}"/>
                    </a:ext>
                  </a:extLst>
                </p14:cNvPr>
                <p14:cNvContentPartPr/>
                <p14:nvPr/>
              </p14:nvContentPartPr>
              <p14:xfrm>
                <a:off x="6407886" y="6089343"/>
                <a:ext cx="202680" cy="972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0DA48F4-8691-FC44-DD48-712699DD905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390246" y="6071343"/>
                  <a:ext cx="238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E95B8CCB-0597-77A5-6680-2292E891EAD4}"/>
                    </a:ext>
                  </a:extLst>
                </p14:cNvPr>
                <p14:cNvContentPartPr/>
                <p14:nvPr/>
              </p14:nvContentPartPr>
              <p14:xfrm>
                <a:off x="6664566" y="6041103"/>
                <a:ext cx="106920" cy="1627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E95B8CCB-0597-77A5-6680-2292E891EAD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646926" y="6023103"/>
                  <a:ext cx="1425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B24BD70-ED53-21D9-DC27-3624FBF706D4}"/>
                    </a:ext>
                  </a:extLst>
                </p14:cNvPr>
                <p14:cNvContentPartPr/>
                <p14:nvPr/>
              </p14:nvContentPartPr>
              <p14:xfrm>
                <a:off x="7136886" y="5934183"/>
                <a:ext cx="177120" cy="178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B24BD70-ED53-21D9-DC27-3624FBF706D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118886" y="5916543"/>
                  <a:ext cx="2127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D56F13C4-4984-2D1A-FCDB-D4D412631380}"/>
                    </a:ext>
                  </a:extLst>
                </p14:cNvPr>
                <p14:cNvContentPartPr/>
                <p14:nvPr/>
              </p14:nvContentPartPr>
              <p14:xfrm>
                <a:off x="7362606" y="6058743"/>
                <a:ext cx="189000" cy="111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D56F13C4-4984-2D1A-FCDB-D4D41263138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344966" y="6041103"/>
                  <a:ext cx="2246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4D83113-FC6E-3580-DB51-5F7078E19D51}"/>
                    </a:ext>
                  </a:extLst>
                </p14:cNvPr>
                <p14:cNvContentPartPr/>
                <p14:nvPr/>
              </p14:nvContentPartPr>
              <p14:xfrm>
                <a:off x="7622166" y="5980263"/>
                <a:ext cx="151920" cy="207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4D83113-FC6E-3580-DB51-5F7078E19D5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604166" y="5962623"/>
                  <a:ext cx="1875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A30041E-680E-9BC0-A41D-F9F4FDA06314}"/>
                    </a:ext>
                  </a:extLst>
                </p14:cNvPr>
                <p14:cNvContentPartPr/>
                <p14:nvPr/>
              </p14:nvContentPartPr>
              <p14:xfrm>
                <a:off x="6239406" y="6504063"/>
                <a:ext cx="126360" cy="189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A30041E-680E-9BC0-A41D-F9F4FDA0631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221766" y="6486423"/>
                  <a:ext cx="162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38DCEE0-A779-E9A8-F17C-79DC73C92DA6}"/>
                    </a:ext>
                  </a:extLst>
                </p14:cNvPr>
                <p14:cNvContentPartPr/>
                <p14:nvPr/>
              </p14:nvContentPartPr>
              <p14:xfrm>
                <a:off x="6466926" y="6621423"/>
                <a:ext cx="77040" cy="1584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38DCEE0-A779-E9A8-F17C-79DC73C92DA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448926" y="6603783"/>
                  <a:ext cx="1126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6A6F582-0416-7CCD-7892-13276DEF2D0E}"/>
                    </a:ext>
                  </a:extLst>
                </p14:cNvPr>
                <p14:cNvContentPartPr/>
                <p14:nvPr/>
              </p14:nvContentPartPr>
              <p14:xfrm>
                <a:off x="6652326" y="6601983"/>
                <a:ext cx="113400" cy="204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6A6F582-0416-7CCD-7892-13276DEF2D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634686" y="6583983"/>
                  <a:ext cx="149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66E6040-122C-6F84-B18B-3934B9DDE295}"/>
                    </a:ext>
                  </a:extLst>
                </p14:cNvPr>
                <p14:cNvContentPartPr/>
                <p14:nvPr/>
              </p14:nvContentPartPr>
              <p14:xfrm>
                <a:off x="7218966" y="6529263"/>
                <a:ext cx="172080" cy="1774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66E6040-122C-6F84-B18B-3934B9DDE29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7201326" y="6511623"/>
                  <a:ext cx="2077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C3DAEF8-08D4-F1E4-FF60-091E30DD03EA}"/>
                    </a:ext>
                  </a:extLst>
                </p14:cNvPr>
                <p14:cNvContentPartPr/>
                <p14:nvPr/>
              </p14:nvContentPartPr>
              <p14:xfrm>
                <a:off x="7430646" y="6619623"/>
                <a:ext cx="105120" cy="173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C3DAEF8-08D4-F1E4-FF60-091E30DD03E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7412646" y="6601983"/>
                  <a:ext cx="140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5058230-6B15-CC55-B821-D389882F71B7}"/>
                    </a:ext>
                  </a:extLst>
                </p14:cNvPr>
                <p14:cNvContentPartPr/>
                <p14:nvPr/>
              </p14:nvContentPartPr>
              <p14:xfrm>
                <a:off x="7675086" y="6557703"/>
                <a:ext cx="138960" cy="240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5058230-6B15-CC55-B821-D389882F71B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7657446" y="6539703"/>
                  <a:ext cx="1746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231F0B4-57CA-6D3D-F276-8F0ED37DA1FF}"/>
                    </a:ext>
                  </a:extLst>
                </p14:cNvPr>
                <p14:cNvContentPartPr/>
                <p14:nvPr/>
              </p14:nvContentPartPr>
              <p14:xfrm>
                <a:off x="7983966" y="4921503"/>
                <a:ext cx="432000" cy="1847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231F0B4-57CA-6D3D-F276-8F0ED37DA1FF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966326" y="4903863"/>
                  <a:ext cx="467640" cy="18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CDF2E824-956A-8586-7211-385A0F5C4815}"/>
              </a:ext>
            </a:extLst>
          </p:cNvPr>
          <p:cNvGrpSpPr/>
          <p:nvPr/>
        </p:nvGrpSpPr>
        <p:grpSpPr>
          <a:xfrm>
            <a:off x="8657886" y="5741583"/>
            <a:ext cx="542880" cy="326160"/>
            <a:chOff x="8657886" y="5741583"/>
            <a:chExt cx="54288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F10D979E-D6D2-8599-8268-E046BE1DC776}"/>
                    </a:ext>
                  </a:extLst>
                </p14:cNvPr>
                <p14:cNvContentPartPr/>
                <p14:nvPr/>
              </p14:nvContentPartPr>
              <p14:xfrm>
                <a:off x="9146766" y="5836263"/>
                <a:ext cx="2880" cy="2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F10D979E-D6D2-8599-8268-E046BE1DC776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28766" y="581862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42AAE4B-7612-5C48-61DF-1D5B8F86E1E0}"/>
                    </a:ext>
                  </a:extLst>
                </p14:cNvPr>
                <p14:cNvContentPartPr/>
                <p14:nvPr/>
              </p14:nvContentPartPr>
              <p14:xfrm>
                <a:off x="8657886" y="5935263"/>
                <a:ext cx="212400" cy="1324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42AAE4B-7612-5C48-61DF-1D5B8F86E1E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40246" y="5917623"/>
                  <a:ext cx="248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5629D7D9-C1D9-268D-0712-7E4BC8B89FF1}"/>
                    </a:ext>
                  </a:extLst>
                </p14:cNvPr>
                <p14:cNvContentPartPr/>
                <p14:nvPr/>
              </p14:nvContentPartPr>
              <p14:xfrm>
                <a:off x="8941566" y="5761383"/>
                <a:ext cx="42480" cy="278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5629D7D9-C1D9-268D-0712-7E4BC8B89FF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23926" y="5743743"/>
                  <a:ext cx="781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3D0503-1AF9-F606-2CE6-9B3F444A72A6}"/>
                    </a:ext>
                  </a:extLst>
                </p14:cNvPr>
                <p14:cNvContentPartPr/>
                <p14:nvPr/>
              </p14:nvContentPartPr>
              <p14:xfrm>
                <a:off x="9084126" y="5833743"/>
                <a:ext cx="116640" cy="2289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3D0503-1AF9-F606-2CE6-9B3F444A72A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66126" y="5816103"/>
                  <a:ext cx="1522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30BE43D-6F9B-81DC-DD9E-B0D39CA9A69B}"/>
                    </a:ext>
                  </a:extLst>
                </p14:cNvPr>
                <p14:cNvContentPartPr/>
                <p14:nvPr/>
              </p14:nvContentPartPr>
              <p14:xfrm>
                <a:off x="8863806" y="5741583"/>
                <a:ext cx="322200" cy="82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30BE43D-6F9B-81DC-DD9E-B0D39CA9A69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845806" y="5723943"/>
                  <a:ext cx="35784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5F3FCBF-167E-726A-9E2F-0DCE5F7BC5EE}"/>
              </a:ext>
            </a:extLst>
          </p:cNvPr>
          <p:cNvGrpSpPr/>
          <p:nvPr/>
        </p:nvGrpSpPr>
        <p:grpSpPr>
          <a:xfrm>
            <a:off x="10003566" y="5307783"/>
            <a:ext cx="1982160" cy="357120"/>
            <a:chOff x="10003566" y="5307783"/>
            <a:chExt cx="198216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976466B-A244-FF1E-48F1-DE357636A40E}"/>
                    </a:ext>
                  </a:extLst>
                </p14:cNvPr>
                <p14:cNvContentPartPr/>
                <p14:nvPr/>
              </p14:nvContentPartPr>
              <p14:xfrm>
                <a:off x="10003566" y="5466543"/>
                <a:ext cx="599040" cy="198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976466B-A244-FF1E-48F1-DE357636A40E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985566" y="5448543"/>
                  <a:ext cx="6346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A792D40-8732-BE73-FD19-660F2F449CD1}"/>
                    </a:ext>
                  </a:extLst>
                </p14:cNvPr>
                <p14:cNvContentPartPr/>
                <p14:nvPr/>
              </p14:nvContentPartPr>
              <p14:xfrm>
                <a:off x="10737966" y="5449623"/>
                <a:ext cx="386640" cy="1396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A792D40-8732-BE73-FD19-660F2F449CD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719966" y="5431983"/>
                  <a:ext cx="4222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EAD1607B-4E34-C4D1-ADD5-30B038272EE9}"/>
                    </a:ext>
                  </a:extLst>
                </p14:cNvPr>
                <p14:cNvContentPartPr/>
                <p14:nvPr/>
              </p14:nvContentPartPr>
              <p14:xfrm>
                <a:off x="11185086" y="5478063"/>
                <a:ext cx="51480" cy="1195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EAD1607B-4E34-C4D1-ADD5-30B038272EE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167446" y="5460423"/>
                  <a:ext cx="871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E784D0D-6372-C712-DE4F-A92185BCAE8C}"/>
                    </a:ext>
                  </a:extLst>
                </p14:cNvPr>
                <p14:cNvContentPartPr/>
                <p14:nvPr/>
              </p14:nvContentPartPr>
              <p14:xfrm>
                <a:off x="11216766" y="5307783"/>
                <a:ext cx="24120" cy="29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E784D0D-6372-C712-DE4F-A92185BCAE8C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199126" y="5290143"/>
                  <a:ext cx="597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69D3280-3FC9-0F4A-A958-970676F0DAA6}"/>
                    </a:ext>
                  </a:extLst>
                </p14:cNvPr>
                <p14:cNvContentPartPr/>
                <p14:nvPr/>
              </p14:nvContentPartPr>
              <p14:xfrm>
                <a:off x="11273646" y="5434143"/>
                <a:ext cx="195840" cy="1260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69D3280-3FC9-0F4A-A958-970676F0DAA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1255646" y="5416503"/>
                  <a:ext cx="231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DA4E1F7-5AB6-4EDA-1A7B-B41FF029948D}"/>
                    </a:ext>
                  </a:extLst>
                </p14:cNvPr>
                <p14:cNvContentPartPr/>
                <p14:nvPr/>
              </p14:nvContentPartPr>
              <p14:xfrm>
                <a:off x="11555886" y="5437743"/>
                <a:ext cx="95040" cy="113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DA4E1F7-5AB6-4EDA-1A7B-B41FF029948D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1537886" y="5420103"/>
                  <a:ext cx="1306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0C87A93-128E-6160-2304-70CDE45FDB4F}"/>
                    </a:ext>
                  </a:extLst>
                </p14:cNvPr>
                <p14:cNvContentPartPr/>
                <p14:nvPr/>
              </p14:nvContentPartPr>
              <p14:xfrm>
                <a:off x="11705646" y="5382303"/>
                <a:ext cx="121320" cy="146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0C87A93-128E-6160-2304-70CDE45FDB4F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688006" y="5364663"/>
                  <a:ext cx="1569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1771FCD-FBFF-6F4B-C12B-759079BF0D8A}"/>
                    </a:ext>
                  </a:extLst>
                </p14:cNvPr>
                <p14:cNvContentPartPr/>
                <p14:nvPr/>
              </p14:nvContentPartPr>
              <p14:xfrm>
                <a:off x="11832726" y="5400663"/>
                <a:ext cx="153000" cy="144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1771FCD-FBFF-6F4B-C12B-759079BF0D8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1814726" y="5382663"/>
                  <a:ext cx="188640" cy="179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BF3D44C6-512A-0B2F-0197-C46607CAF5AB}"/>
              </a:ext>
            </a:extLst>
          </p:cNvPr>
          <p:cNvGrpSpPr/>
          <p:nvPr/>
        </p:nvGrpSpPr>
        <p:grpSpPr>
          <a:xfrm>
            <a:off x="10260966" y="5840583"/>
            <a:ext cx="1750680" cy="735480"/>
            <a:chOff x="10260966" y="5840583"/>
            <a:chExt cx="1750680" cy="73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EF3AB7C-922D-E90D-885B-D81AC4C6ADB3}"/>
                    </a:ext>
                  </a:extLst>
                </p14:cNvPr>
                <p14:cNvContentPartPr/>
                <p14:nvPr/>
              </p14:nvContentPartPr>
              <p14:xfrm>
                <a:off x="10260966" y="5939223"/>
                <a:ext cx="334440" cy="636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EF3AB7C-922D-E90D-885B-D81AC4C6ADB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42966" y="5921583"/>
                  <a:ext cx="37008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37C3937-6B06-59F9-D6F2-F485FFBA437F}"/>
                    </a:ext>
                  </a:extLst>
                </p14:cNvPr>
                <p14:cNvContentPartPr/>
                <p14:nvPr/>
              </p14:nvContentPartPr>
              <p14:xfrm>
                <a:off x="10810686" y="6002943"/>
                <a:ext cx="341280" cy="155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37C3937-6B06-59F9-D6F2-F485FFBA437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792686" y="5985303"/>
                  <a:ext cx="3769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AB3A18F-4EF4-2D36-2E81-A42A1D0C4FAD}"/>
                    </a:ext>
                  </a:extLst>
                </p14:cNvPr>
                <p14:cNvContentPartPr/>
                <p14:nvPr/>
              </p14:nvContentPartPr>
              <p14:xfrm>
                <a:off x="11185806" y="5840583"/>
                <a:ext cx="515160" cy="315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AB3A18F-4EF4-2D36-2E81-A42A1D0C4FA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167806" y="5822943"/>
                  <a:ext cx="5508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8D4066D-6985-ABA8-86FC-13F85AB148B0}"/>
                    </a:ext>
                  </a:extLst>
                </p14:cNvPr>
                <p14:cNvContentPartPr/>
                <p14:nvPr/>
              </p14:nvContentPartPr>
              <p14:xfrm>
                <a:off x="11777286" y="5916903"/>
                <a:ext cx="128520" cy="234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8D4066D-6985-ABA8-86FC-13F85AB148B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759646" y="5899263"/>
                  <a:ext cx="1641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272F347-1A3E-DE23-AEC5-E3A2A7CD8F67}"/>
                    </a:ext>
                  </a:extLst>
                </p14:cNvPr>
                <p14:cNvContentPartPr/>
                <p14:nvPr/>
              </p14:nvContentPartPr>
              <p14:xfrm>
                <a:off x="11865126" y="6458343"/>
                <a:ext cx="146520" cy="648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272F347-1A3E-DE23-AEC5-E3A2A7CD8F6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1847486" y="6440343"/>
                  <a:ext cx="1821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9522448-235B-E7D7-D5E8-3AF6FC0A313E}"/>
                    </a:ext>
                  </a:extLst>
                </p14:cNvPr>
                <p14:cNvContentPartPr/>
                <p14:nvPr/>
              </p14:nvContentPartPr>
              <p14:xfrm>
                <a:off x="11824806" y="6536823"/>
                <a:ext cx="109080" cy="4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9522448-235B-E7D7-D5E8-3AF6FC0A31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1806806" y="6519183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909D44AE-E737-3EE3-CF9C-CB2F97D42D3B}"/>
                    </a:ext>
                  </a:extLst>
                </p14:cNvPr>
                <p14:cNvContentPartPr/>
                <p14:nvPr/>
              </p14:nvContentPartPr>
              <p14:xfrm>
                <a:off x="11923086" y="6475263"/>
                <a:ext cx="59760" cy="126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909D44AE-E737-3EE3-CF9C-CB2F97D42D3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905086" y="6457623"/>
                  <a:ext cx="954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315E2BB-5047-B363-4F33-1E0E9DC00C62}"/>
                    </a:ext>
                  </a:extLst>
                </p14:cNvPr>
                <p14:cNvContentPartPr/>
                <p14:nvPr/>
              </p14:nvContentPartPr>
              <p14:xfrm>
                <a:off x="11806446" y="6519903"/>
                <a:ext cx="360" cy="3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315E2BB-5047-B363-4F33-1E0E9DC00C6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788446" y="650190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6AC16821-8B61-6B33-1B58-3EC913F4D307}"/>
                    </a:ext>
                  </a:extLst>
                </p14:cNvPr>
                <p14:cNvContentPartPr/>
                <p14:nvPr/>
              </p14:nvContentPartPr>
              <p14:xfrm>
                <a:off x="11963406" y="6217863"/>
                <a:ext cx="2880" cy="2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6AC16821-8B61-6B33-1B58-3EC913F4D3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945406" y="6199863"/>
                  <a:ext cx="385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7FED7AE-02EB-4099-D5A0-6A34418A48A2}"/>
                    </a:ext>
                  </a:extLst>
                </p14:cNvPr>
                <p14:cNvContentPartPr/>
                <p14:nvPr/>
              </p14:nvContentPartPr>
              <p14:xfrm>
                <a:off x="11916966" y="6252423"/>
                <a:ext cx="360" cy="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7FED7AE-02EB-4099-D5A0-6A34418A48A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898966" y="623478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7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974AC0E3-61F5-A4D6-C46E-EB629370549A}"/>
                  </a:ext>
                </a:extLst>
              </p14:cNvPr>
              <p14:cNvContentPartPr/>
              <p14:nvPr/>
            </p14:nvContentPartPr>
            <p14:xfrm>
              <a:off x="690726" y="3415263"/>
              <a:ext cx="2160" cy="288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974AC0E3-61F5-A4D6-C46E-EB629370549A}"/>
                  </a:ext>
                </a:extLst>
              </p:cNvPr>
              <p:cNvPicPr/>
              <p:nvPr/>
            </p:nvPicPr>
            <p:blipFill>
              <a:blip r:embed="rId358"/>
              <a:stretch>
                <a:fillRect/>
              </a:stretch>
            </p:blipFill>
            <p:spPr>
              <a:xfrm>
                <a:off x="673086" y="3397623"/>
                <a:ext cx="378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9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8F12F94B-804E-2C9B-4D2A-7624EDEC4DE4}"/>
                  </a:ext>
                </a:extLst>
              </p14:cNvPr>
              <p14:cNvContentPartPr/>
              <p14:nvPr/>
            </p14:nvContentPartPr>
            <p14:xfrm>
              <a:off x="2261046" y="3558903"/>
              <a:ext cx="16920" cy="756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8F12F94B-804E-2C9B-4D2A-7624EDEC4DE4}"/>
                  </a:ext>
                </a:extLst>
              </p:cNvPr>
              <p:cNvPicPr/>
              <p:nvPr/>
            </p:nvPicPr>
            <p:blipFill>
              <a:blip r:embed="rId360"/>
              <a:stretch>
                <a:fillRect/>
              </a:stretch>
            </p:blipFill>
            <p:spPr>
              <a:xfrm>
                <a:off x="2243406" y="3540903"/>
                <a:ext cx="5256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4" name="Group 243">
            <a:extLst>
              <a:ext uri="{FF2B5EF4-FFF2-40B4-BE49-F238E27FC236}">
                <a16:creationId xmlns:a16="http://schemas.microsoft.com/office/drawing/2014/main" id="{05CFD8BA-DD9B-00C5-3799-F16BD0B3B47A}"/>
              </a:ext>
            </a:extLst>
          </p:cNvPr>
          <p:cNvGrpSpPr/>
          <p:nvPr/>
        </p:nvGrpSpPr>
        <p:grpSpPr>
          <a:xfrm>
            <a:off x="638166" y="3361983"/>
            <a:ext cx="757800" cy="969840"/>
            <a:chOff x="638166" y="3361983"/>
            <a:chExt cx="757800" cy="96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981932D-694B-D699-EE41-3A459A6B3E71}"/>
                    </a:ext>
                  </a:extLst>
                </p14:cNvPr>
                <p14:cNvContentPartPr/>
                <p14:nvPr/>
              </p14:nvContentPartPr>
              <p14:xfrm>
                <a:off x="638166" y="3361983"/>
                <a:ext cx="16920" cy="655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981932D-694B-D699-EE41-3A459A6B3E7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620526" y="3344343"/>
                  <a:ext cx="5256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05FA1903-E6FC-C833-1C21-F86445CDC8A7}"/>
                    </a:ext>
                  </a:extLst>
                </p14:cNvPr>
                <p14:cNvContentPartPr/>
                <p14:nvPr/>
              </p14:nvContentPartPr>
              <p14:xfrm>
                <a:off x="928686" y="3469983"/>
                <a:ext cx="145080" cy="182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05FA1903-E6FC-C833-1C21-F86445CDC8A7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910686" y="3452343"/>
                  <a:ext cx="1807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DA90DA6-5444-524D-7A52-752B76262AFB}"/>
                    </a:ext>
                  </a:extLst>
                </p14:cNvPr>
                <p14:cNvContentPartPr/>
                <p14:nvPr/>
              </p14:nvContentPartPr>
              <p14:xfrm>
                <a:off x="1165566" y="3568983"/>
                <a:ext cx="22680" cy="99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DA90DA6-5444-524D-7A52-752B76262AFB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147926" y="3551343"/>
                  <a:ext cx="583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77B997E-C3A3-7D4F-B3E3-1F6420E989F5}"/>
                    </a:ext>
                  </a:extLst>
                </p14:cNvPr>
                <p14:cNvContentPartPr/>
                <p14:nvPr/>
              </p14:nvContentPartPr>
              <p14:xfrm>
                <a:off x="1264566" y="3583023"/>
                <a:ext cx="28440" cy="104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77B997E-C3A3-7D4F-B3E3-1F6420E989F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246926" y="3565383"/>
                  <a:ext cx="640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4AA96D-83E0-147D-A9DE-A25AA0A90F66}"/>
                    </a:ext>
                  </a:extLst>
                </p14:cNvPr>
                <p14:cNvContentPartPr/>
                <p14:nvPr/>
              </p14:nvContentPartPr>
              <p14:xfrm>
                <a:off x="963966" y="3885783"/>
                <a:ext cx="128160" cy="169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4AA96D-83E0-147D-A9DE-A25AA0A90F66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46326" y="3868143"/>
                  <a:ext cx="163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E8113D0-32B0-2401-698F-E678729293E8}"/>
                    </a:ext>
                  </a:extLst>
                </p14:cNvPr>
                <p14:cNvContentPartPr/>
                <p14:nvPr/>
              </p14:nvContentPartPr>
              <p14:xfrm>
                <a:off x="1153326" y="3991983"/>
                <a:ext cx="136440" cy="102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E8113D0-32B0-2401-698F-E678729293E8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135686" y="3973983"/>
                  <a:ext cx="1720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A03B5BB-4A66-DCF4-9597-6B8B69DBDFEF}"/>
                    </a:ext>
                  </a:extLst>
                </p14:cNvPr>
                <p14:cNvContentPartPr/>
                <p14:nvPr/>
              </p14:nvContentPartPr>
              <p14:xfrm>
                <a:off x="1373646" y="3976863"/>
                <a:ext cx="22320" cy="1443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A03B5BB-4A66-DCF4-9597-6B8B69DBDFEF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356006" y="3958863"/>
                  <a:ext cx="57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9906A55-6197-6B7D-B8BB-23486B7B418B}"/>
                    </a:ext>
                  </a:extLst>
                </p14:cNvPr>
                <p14:cNvContentPartPr/>
                <p14:nvPr/>
              </p14:nvContentPartPr>
              <p14:xfrm>
                <a:off x="646446" y="3401943"/>
                <a:ext cx="118080" cy="864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9906A55-6197-6B7D-B8BB-23486B7B418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28446" y="3383943"/>
                  <a:ext cx="153720" cy="9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B2DA374-8594-41B7-1AD8-6EC2AEC5E54C}"/>
                    </a:ext>
                  </a:extLst>
                </p14:cNvPr>
                <p14:cNvContentPartPr/>
                <p14:nvPr/>
              </p14:nvContentPartPr>
              <p14:xfrm>
                <a:off x="1029486" y="4330023"/>
                <a:ext cx="2160" cy="1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B2DA374-8594-41B7-1AD8-6EC2AEC5E54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011846" y="4312383"/>
                  <a:ext cx="37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C717F852-C654-B285-B94E-BB07C845A92D}"/>
                    </a:ext>
                  </a:extLst>
                </p14:cNvPr>
                <p14:cNvContentPartPr/>
                <p14:nvPr/>
              </p14:nvContentPartPr>
              <p14:xfrm>
                <a:off x="882606" y="4245783"/>
                <a:ext cx="24120" cy="32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C717F852-C654-B285-B94E-BB07C845A92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64606" y="4228143"/>
                  <a:ext cx="5976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1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95C32405-D8CD-E043-5B7C-C3DF92D5600A}"/>
                  </a:ext>
                </a:extLst>
              </p14:cNvPr>
              <p14:cNvContentPartPr/>
              <p14:nvPr/>
            </p14:nvContentPartPr>
            <p14:xfrm>
              <a:off x="2813286" y="4145703"/>
              <a:ext cx="17640" cy="100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95C32405-D8CD-E043-5B7C-C3DF92D5600A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795646" y="4127703"/>
                <a:ext cx="5328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6" name="Group 245">
            <a:extLst>
              <a:ext uri="{FF2B5EF4-FFF2-40B4-BE49-F238E27FC236}">
                <a16:creationId xmlns:a16="http://schemas.microsoft.com/office/drawing/2014/main" id="{F5322262-C7B7-8F7B-ADE0-8126738D7241}"/>
              </a:ext>
            </a:extLst>
          </p:cNvPr>
          <p:cNvGrpSpPr/>
          <p:nvPr/>
        </p:nvGrpSpPr>
        <p:grpSpPr>
          <a:xfrm>
            <a:off x="3831726" y="374703"/>
            <a:ext cx="393120" cy="261000"/>
            <a:chOff x="3831726" y="374703"/>
            <a:chExt cx="3931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BA252E2-1F6D-9BFF-49CB-9D432C69AF9F}"/>
                    </a:ext>
                  </a:extLst>
                </p14:cNvPr>
                <p14:cNvContentPartPr/>
                <p14:nvPr/>
              </p14:nvContentPartPr>
              <p14:xfrm>
                <a:off x="3831726" y="374703"/>
                <a:ext cx="152640" cy="191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BA252E2-1F6D-9BFF-49CB-9D432C69AF9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3813726" y="356703"/>
                  <a:ext cx="188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E09CB27-C544-2E8A-ABF4-A4E38ADC23AA}"/>
                    </a:ext>
                  </a:extLst>
                </p14:cNvPr>
                <p14:cNvContentPartPr/>
                <p14:nvPr/>
              </p14:nvContentPartPr>
              <p14:xfrm>
                <a:off x="4089126" y="503583"/>
                <a:ext cx="18000" cy="108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E09CB27-C544-2E8A-ABF4-A4E38ADC23AA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071126" y="485943"/>
                  <a:ext cx="53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52D2C4A-8113-D74F-7C72-5681DF0B4E9D}"/>
                    </a:ext>
                  </a:extLst>
                </p14:cNvPr>
                <p14:cNvContentPartPr/>
                <p14:nvPr/>
              </p14:nvContentPartPr>
              <p14:xfrm>
                <a:off x="4205046" y="521223"/>
                <a:ext cx="19800" cy="114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52D2C4A-8113-D74F-7C72-5681DF0B4E9D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187046" y="503583"/>
                  <a:ext cx="554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4FA239C-1ED1-63CB-EB5D-8478097D53BD}"/>
                    </a:ext>
                  </a:extLst>
                </p14:cNvPr>
                <p14:cNvContentPartPr/>
                <p14:nvPr/>
              </p14:nvContentPartPr>
              <p14:xfrm>
                <a:off x="4120086" y="594663"/>
                <a:ext cx="33840" cy="100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4FA239C-1ED1-63CB-EB5D-8478097D53B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102446" y="576663"/>
                  <a:ext cx="69480" cy="4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275C43B-5577-8D2A-95BA-C0B953948890}"/>
                  </a:ext>
                </a:extLst>
              </p14:cNvPr>
              <p14:cNvContentPartPr/>
              <p14:nvPr/>
            </p14:nvContentPartPr>
            <p14:xfrm>
              <a:off x="6921606" y="1890303"/>
              <a:ext cx="3240" cy="75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275C43B-5577-8D2A-95BA-C0B953948890}"/>
                  </a:ext>
                </a:extLst>
              </p:cNvPr>
              <p:cNvPicPr/>
              <p:nvPr/>
            </p:nvPicPr>
            <p:blipFill>
              <a:blip r:embed="rId392"/>
              <a:stretch>
                <a:fillRect/>
              </a:stretch>
            </p:blipFill>
            <p:spPr>
              <a:xfrm>
                <a:off x="6903606" y="1872303"/>
                <a:ext cx="3888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072C666C-DA55-0C3D-6D35-AF33CBC17B53}"/>
              </a:ext>
            </a:extLst>
          </p:cNvPr>
          <p:cNvGrpSpPr/>
          <p:nvPr/>
        </p:nvGrpSpPr>
        <p:grpSpPr>
          <a:xfrm>
            <a:off x="3017046" y="2687703"/>
            <a:ext cx="24480" cy="32400"/>
            <a:chOff x="3017046" y="2687703"/>
            <a:chExt cx="24480" cy="3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DA2DC9-1CD5-A1E6-1021-E9B7FDB3A09C}"/>
                    </a:ext>
                  </a:extLst>
                </p14:cNvPr>
                <p14:cNvContentPartPr/>
                <p14:nvPr/>
              </p14:nvContentPartPr>
              <p14:xfrm>
                <a:off x="3041166" y="2687703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DA2DC9-1CD5-A1E6-1021-E9B7FDB3A09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23526" y="26700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E7FE303-C080-4C16-A269-D49BF7B73213}"/>
                    </a:ext>
                  </a:extLst>
                </p14:cNvPr>
                <p14:cNvContentPartPr/>
                <p14:nvPr/>
              </p14:nvContentPartPr>
              <p14:xfrm>
                <a:off x="3017046" y="2705703"/>
                <a:ext cx="21240" cy="14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E7FE303-C080-4C16-A269-D49BF7B7321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999406" y="2687703"/>
                  <a:ext cx="5688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F28B1A4-0867-9866-BE33-BDEECF462DD5}"/>
              </a:ext>
            </a:extLst>
          </p:cNvPr>
          <p:cNvGrpSpPr/>
          <p:nvPr/>
        </p:nvGrpSpPr>
        <p:grpSpPr>
          <a:xfrm>
            <a:off x="8386086" y="2615343"/>
            <a:ext cx="2327760" cy="313920"/>
            <a:chOff x="8386086" y="2615343"/>
            <a:chExt cx="232776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1A62EE2-52B7-A724-2BB1-6AE97B0C6CEB}"/>
                    </a:ext>
                  </a:extLst>
                </p14:cNvPr>
                <p14:cNvContentPartPr/>
                <p14:nvPr/>
              </p14:nvContentPartPr>
              <p14:xfrm>
                <a:off x="8386086" y="2743143"/>
                <a:ext cx="136080" cy="1861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1A62EE2-52B7-A724-2BB1-6AE97B0C6CE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368086" y="2725143"/>
                  <a:ext cx="171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68A5BB3-4B50-2161-C9C4-60C63FF678F9}"/>
                    </a:ext>
                  </a:extLst>
                </p14:cNvPr>
                <p14:cNvContentPartPr/>
                <p14:nvPr/>
              </p14:nvContentPartPr>
              <p14:xfrm>
                <a:off x="8612886" y="2634063"/>
                <a:ext cx="525600" cy="268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68A5BB3-4B50-2161-C9C4-60C63FF678F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595246" y="2616423"/>
                  <a:ext cx="561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CF72A7-59A6-7D4D-C241-CFCE616868DB}"/>
                    </a:ext>
                  </a:extLst>
                </p14:cNvPr>
                <p14:cNvContentPartPr/>
                <p14:nvPr/>
              </p14:nvContentPartPr>
              <p14:xfrm>
                <a:off x="9186726" y="2615343"/>
                <a:ext cx="313920" cy="288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CF72A7-59A6-7D4D-C241-CFCE616868D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168726" y="2597343"/>
                  <a:ext cx="349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391C7D-4EBA-1538-AA1D-CD2418D2687B}"/>
                    </a:ext>
                  </a:extLst>
                </p14:cNvPr>
                <p14:cNvContentPartPr/>
                <p14:nvPr/>
              </p14:nvContentPartPr>
              <p14:xfrm>
                <a:off x="9367086" y="2666463"/>
                <a:ext cx="155880" cy="27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391C7D-4EBA-1538-AA1D-CD2418D2687B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349086" y="2648823"/>
                  <a:ext cx="191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7BE37DF-7493-C2B0-7161-C741D2CFE568}"/>
                    </a:ext>
                  </a:extLst>
                </p14:cNvPr>
                <p14:cNvContentPartPr/>
                <p14:nvPr/>
              </p14:nvContentPartPr>
              <p14:xfrm>
                <a:off x="9765246" y="2676183"/>
                <a:ext cx="182520" cy="2026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7BE37DF-7493-C2B0-7161-C741D2CFE56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747246" y="2658183"/>
                  <a:ext cx="218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8A143D1-DD78-7532-3DB8-E84FA2FEB43F}"/>
                    </a:ext>
                  </a:extLst>
                </p14:cNvPr>
                <p14:cNvContentPartPr/>
                <p14:nvPr/>
              </p14:nvContentPartPr>
              <p14:xfrm>
                <a:off x="9984486" y="2735223"/>
                <a:ext cx="270720" cy="136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8A143D1-DD78-7532-3DB8-E84FA2FEB43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966846" y="2717223"/>
                  <a:ext cx="306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71D7FE3-59E8-E8AA-5591-6E5BBED02801}"/>
                    </a:ext>
                  </a:extLst>
                </p14:cNvPr>
                <p14:cNvContentPartPr/>
                <p14:nvPr/>
              </p14:nvContentPartPr>
              <p14:xfrm>
                <a:off x="10332606" y="2713623"/>
                <a:ext cx="381240" cy="160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71D7FE3-59E8-E8AA-5591-6E5BBED0280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10314606" y="2695623"/>
                  <a:ext cx="416880" cy="19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69356CE4-8871-4BDA-0593-18A9C065BF90}"/>
              </a:ext>
            </a:extLst>
          </p:cNvPr>
          <p:cNvGrpSpPr/>
          <p:nvPr/>
        </p:nvGrpSpPr>
        <p:grpSpPr>
          <a:xfrm>
            <a:off x="9701166" y="3104583"/>
            <a:ext cx="1522080" cy="194400"/>
            <a:chOff x="9701166" y="3104583"/>
            <a:chExt cx="15220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9434673-409C-A1A2-988A-DA73DAB37201}"/>
                    </a:ext>
                  </a:extLst>
                </p14:cNvPr>
                <p14:cNvContentPartPr/>
                <p14:nvPr/>
              </p14:nvContentPartPr>
              <p14:xfrm>
                <a:off x="9701166" y="3153183"/>
                <a:ext cx="166320" cy="144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9434673-409C-A1A2-988A-DA73DAB37201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683166" y="3135183"/>
                  <a:ext cx="201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E04AA70-4D3F-F196-036A-982A257789DB}"/>
                    </a:ext>
                  </a:extLst>
                </p14:cNvPr>
                <p14:cNvContentPartPr/>
                <p14:nvPr/>
              </p14:nvContentPartPr>
              <p14:xfrm>
                <a:off x="9956406" y="3104583"/>
                <a:ext cx="667080" cy="1944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E04AA70-4D3F-F196-036A-982A257789DB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938406" y="3086943"/>
                  <a:ext cx="702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5CC54A5-6D49-0492-05C4-138F1A25B337}"/>
                    </a:ext>
                  </a:extLst>
                </p14:cNvPr>
                <p14:cNvContentPartPr/>
                <p14:nvPr/>
              </p14:nvContentPartPr>
              <p14:xfrm>
                <a:off x="10681446" y="3203583"/>
                <a:ext cx="225000" cy="87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5CC54A5-6D49-0492-05C4-138F1A25B33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0663806" y="3185583"/>
                  <a:ext cx="260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21FDEDB-B14E-0A68-C836-4EEBDD24AE6E}"/>
                    </a:ext>
                  </a:extLst>
                </p14:cNvPr>
                <p14:cNvContentPartPr/>
                <p14:nvPr/>
              </p14:nvContentPartPr>
              <p14:xfrm>
                <a:off x="10993566" y="3175863"/>
                <a:ext cx="229680" cy="111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21FDEDB-B14E-0A68-C836-4EEBDD24AE6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975566" y="3158223"/>
                  <a:ext cx="2653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3AD6E4E3-766A-C80B-0254-E98172B01490}"/>
              </a:ext>
            </a:extLst>
          </p:cNvPr>
          <p:cNvGrpSpPr/>
          <p:nvPr/>
        </p:nvGrpSpPr>
        <p:grpSpPr>
          <a:xfrm>
            <a:off x="9737526" y="3698943"/>
            <a:ext cx="1195200" cy="200160"/>
            <a:chOff x="9737526" y="3698943"/>
            <a:chExt cx="1195200" cy="20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D744264-21FA-0700-E0C3-946BAF6E6B69}"/>
                    </a:ext>
                  </a:extLst>
                </p14:cNvPr>
                <p14:cNvContentPartPr/>
                <p14:nvPr/>
              </p14:nvContentPartPr>
              <p14:xfrm>
                <a:off x="9737526" y="3698943"/>
                <a:ext cx="131760" cy="1962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D744264-21FA-0700-E0C3-946BAF6E6B6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9719526" y="3680943"/>
                  <a:ext cx="1674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07B62EC-12C4-F89F-7C5B-D3AD729565A4}"/>
                    </a:ext>
                  </a:extLst>
                </p14:cNvPr>
                <p14:cNvContentPartPr/>
                <p14:nvPr/>
              </p14:nvContentPartPr>
              <p14:xfrm>
                <a:off x="10054686" y="3750423"/>
                <a:ext cx="878040" cy="1486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07B62EC-12C4-F89F-7C5B-D3AD729565A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0037046" y="3732423"/>
                  <a:ext cx="9136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60E856FC-FC4F-2B50-9F8D-E5D8666DAE35}"/>
              </a:ext>
            </a:extLst>
          </p:cNvPr>
          <p:cNvGrpSpPr/>
          <p:nvPr/>
        </p:nvGrpSpPr>
        <p:grpSpPr>
          <a:xfrm>
            <a:off x="9709446" y="4230663"/>
            <a:ext cx="1815480" cy="271080"/>
            <a:chOff x="9709446" y="4230663"/>
            <a:chExt cx="181548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82112A10-B4E7-B269-D8F9-FC14CDD6A7DE}"/>
                    </a:ext>
                  </a:extLst>
                </p14:cNvPr>
                <p14:cNvContentPartPr/>
                <p14:nvPr/>
              </p14:nvContentPartPr>
              <p14:xfrm>
                <a:off x="9709446" y="4247943"/>
                <a:ext cx="112320" cy="2181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82112A10-B4E7-B269-D8F9-FC14CDD6A7D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9691446" y="4230303"/>
                  <a:ext cx="1479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C099362-D693-7259-C82A-9C1C484E0B1D}"/>
                    </a:ext>
                  </a:extLst>
                </p14:cNvPr>
                <p14:cNvContentPartPr/>
                <p14:nvPr/>
              </p14:nvContentPartPr>
              <p14:xfrm>
                <a:off x="9978006" y="4230663"/>
                <a:ext cx="884160" cy="2710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C099362-D693-7259-C82A-9C1C484E0B1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9960006" y="4213023"/>
                  <a:ext cx="9198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3F0137E-525B-2D36-7927-1C8E85232822}"/>
                    </a:ext>
                  </a:extLst>
                </p14:cNvPr>
                <p14:cNvContentPartPr/>
                <p14:nvPr/>
              </p14:nvContentPartPr>
              <p14:xfrm>
                <a:off x="10941006" y="4378983"/>
                <a:ext cx="237960" cy="105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3F0137E-525B-2D36-7927-1C8E8523282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923006" y="4360983"/>
                  <a:ext cx="2736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AB3C5E4-3790-5E7C-FA68-C35F7BA29C63}"/>
                    </a:ext>
                  </a:extLst>
                </p14:cNvPr>
                <p14:cNvContentPartPr/>
                <p14:nvPr/>
              </p14:nvContentPartPr>
              <p14:xfrm>
                <a:off x="11259606" y="4364223"/>
                <a:ext cx="265320" cy="1285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AB3C5E4-3790-5E7C-FA68-C35F7BA29C63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241606" y="4346583"/>
                  <a:ext cx="30096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F204362F-FE96-CCD0-0363-04F754E0DF97}"/>
              </a:ext>
            </a:extLst>
          </p:cNvPr>
          <p:cNvGrpSpPr/>
          <p:nvPr/>
        </p:nvGrpSpPr>
        <p:grpSpPr>
          <a:xfrm>
            <a:off x="10469766" y="388383"/>
            <a:ext cx="1044720" cy="234720"/>
            <a:chOff x="10469766" y="388383"/>
            <a:chExt cx="1044720" cy="23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A843C69-AE9E-DC8D-E52F-9A72B5EEC57B}"/>
                    </a:ext>
                  </a:extLst>
                </p14:cNvPr>
                <p14:cNvContentPartPr/>
                <p14:nvPr/>
              </p14:nvContentPartPr>
              <p14:xfrm>
                <a:off x="10469766" y="388383"/>
                <a:ext cx="167760" cy="2347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A843C69-AE9E-DC8D-E52F-9A72B5EEC57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452126" y="370383"/>
                  <a:ext cx="203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D602A078-D4F4-830F-5ED2-D4BC4878D66B}"/>
                    </a:ext>
                  </a:extLst>
                </p14:cNvPr>
                <p14:cNvContentPartPr/>
                <p14:nvPr/>
              </p14:nvContentPartPr>
              <p14:xfrm>
                <a:off x="10743366" y="419343"/>
                <a:ext cx="771120" cy="1857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D602A078-D4F4-830F-5ED2-D4BC4878D66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0725366" y="401703"/>
                  <a:ext cx="80676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38B7EB63-3FC8-A70C-DBFE-245F9853DF40}"/>
              </a:ext>
            </a:extLst>
          </p:cNvPr>
          <p:cNvGrpSpPr/>
          <p:nvPr/>
        </p:nvGrpSpPr>
        <p:grpSpPr>
          <a:xfrm>
            <a:off x="10631766" y="794463"/>
            <a:ext cx="1427400" cy="285480"/>
            <a:chOff x="10631766" y="794463"/>
            <a:chExt cx="142740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22AB84CE-2522-A241-0AD5-93A4EFFCDA3F}"/>
                    </a:ext>
                  </a:extLst>
                </p14:cNvPr>
                <p14:cNvContentPartPr/>
                <p14:nvPr/>
              </p14:nvContentPartPr>
              <p14:xfrm>
                <a:off x="10631766" y="794463"/>
                <a:ext cx="180360" cy="2682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22AB84CE-2522-A241-0AD5-93A4EFFCDA3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0613766" y="776463"/>
                  <a:ext cx="216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7338E1A-4843-27F2-4888-6560ED88013B}"/>
                    </a:ext>
                  </a:extLst>
                </p14:cNvPr>
                <p14:cNvContentPartPr/>
                <p14:nvPr/>
              </p14:nvContentPartPr>
              <p14:xfrm>
                <a:off x="10968366" y="955743"/>
                <a:ext cx="115560" cy="124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7338E1A-4843-27F2-4888-6560ED88013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950726" y="938103"/>
                  <a:ext cx="1512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C8765DAE-7805-10D7-5030-23001341F68B}"/>
                    </a:ext>
                  </a:extLst>
                </p14:cNvPr>
                <p14:cNvContentPartPr/>
                <p14:nvPr/>
              </p14:nvContentPartPr>
              <p14:xfrm>
                <a:off x="11106246" y="888783"/>
                <a:ext cx="444600" cy="1810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C8765DAE-7805-10D7-5030-23001341F68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1088606" y="870783"/>
                  <a:ext cx="4802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6082F92-0F63-364C-D281-79B29737D578}"/>
                    </a:ext>
                  </a:extLst>
                </p14:cNvPr>
                <p14:cNvContentPartPr/>
                <p14:nvPr/>
              </p14:nvContentPartPr>
              <p14:xfrm>
                <a:off x="11609886" y="963663"/>
                <a:ext cx="148680" cy="918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6082F92-0F63-364C-D281-79B29737D57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1592246" y="946023"/>
                  <a:ext cx="184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30FA395-2CCD-557B-2F08-139A34E5F58D}"/>
                    </a:ext>
                  </a:extLst>
                </p14:cNvPr>
                <p14:cNvContentPartPr/>
                <p14:nvPr/>
              </p14:nvContentPartPr>
              <p14:xfrm>
                <a:off x="11823006" y="929103"/>
                <a:ext cx="118080" cy="86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30FA395-2CCD-557B-2F08-139A34E5F58D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805006" y="911103"/>
                  <a:ext cx="153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2475FB1-C4D3-1701-0EA2-7D5416DD7D57}"/>
                    </a:ext>
                  </a:extLst>
                </p14:cNvPr>
                <p14:cNvContentPartPr/>
                <p14:nvPr/>
              </p14:nvContentPartPr>
              <p14:xfrm>
                <a:off x="11951526" y="884823"/>
                <a:ext cx="107640" cy="1328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2475FB1-C4D3-1701-0EA2-7D5416DD7D57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1933886" y="866823"/>
                  <a:ext cx="14328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38E114DB-CE6C-3BE7-48B3-42E7F085DE6A}"/>
                  </a:ext>
                </a:extLst>
              </p14:cNvPr>
              <p14:cNvContentPartPr/>
              <p14:nvPr/>
            </p14:nvContentPartPr>
            <p14:xfrm>
              <a:off x="11067366" y="2722263"/>
              <a:ext cx="438120" cy="734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38E114DB-CE6C-3BE7-48B3-42E7F085DE6A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11049366" y="2704263"/>
                <a:ext cx="4737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B3EF7348-EB82-1266-7C05-46BE49A89E2C}"/>
                  </a:ext>
                </a:extLst>
              </p14:cNvPr>
              <p14:cNvContentPartPr/>
              <p14:nvPr/>
            </p14:nvContentPartPr>
            <p14:xfrm>
              <a:off x="11277966" y="3049863"/>
              <a:ext cx="427680" cy="13140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B3EF7348-EB82-1266-7C05-46BE49A89E2C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11259966" y="3031863"/>
                <a:ext cx="4633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BEDEC6E4-9DD4-D826-C69C-CAA422945CC6}"/>
                  </a:ext>
                </a:extLst>
              </p14:cNvPr>
              <p14:cNvContentPartPr/>
              <p14:nvPr/>
            </p14:nvContentPartPr>
            <p14:xfrm>
              <a:off x="11302806" y="3795423"/>
              <a:ext cx="520200" cy="11700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BEDEC6E4-9DD4-D826-C69C-CAA422945CC6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11285166" y="3777783"/>
                <a:ext cx="55584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D7C25202-66D4-9ACA-9718-1EBB2F93536B}"/>
                  </a:ext>
                </a:extLst>
              </p14:cNvPr>
              <p14:cNvContentPartPr/>
              <p14:nvPr/>
            </p14:nvContentPartPr>
            <p14:xfrm>
              <a:off x="11694846" y="4350183"/>
              <a:ext cx="465480" cy="6984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D7C25202-66D4-9ACA-9718-1EBB2F93536B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1676846" y="4332543"/>
                <a:ext cx="5011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CE4E1974-1241-B393-09F7-30F9315DD869}"/>
                  </a:ext>
                </a:extLst>
              </p14:cNvPr>
              <p14:cNvContentPartPr/>
              <p14:nvPr/>
            </p14:nvContentPartPr>
            <p14:xfrm>
              <a:off x="4167837" y="5060823"/>
              <a:ext cx="3600" cy="468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CE4E1974-1241-B393-09F7-30F9315DD86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49837" y="5042823"/>
                <a:ext cx="39240" cy="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0102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86877727-DCAD-C77A-449D-CB73D334B6B5}"/>
              </a:ext>
            </a:extLst>
          </p:cNvPr>
          <p:cNvGrpSpPr/>
          <p:nvPr/>
        </p:nvGrpSpPr>
        <p:grpSpPr>
          <a:xfrm>
            <a:off x="271686" y="728943"/>
            <a:ext cx="968760" cy="420480"/>
            <a:chOff x="271686" y="728943"/>
            <a:chExt cx="968760" cy="42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C4AB26-90BF-0F0A-C6E3-658A0CF1E751}"/>
                    </a:ext>
                  </a:extLst>
                </p14:cNvPr>
                <p14:cNvContentPartPr/>
                <p14:nvPr/>
              </p14:nvContentPartPr>
              <p14:xfrm>
                <a:off x="278166" y="728943"/>
                <a:ext cx="79920" cy="344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C4AB26-90BF-0F0A-C6E3-658A0CF1E7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0526" y="711303"/>
                  <a:ext cx="11556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6983F53-29F2-7BA1-5576-F57A3C2FE735}"/>
                    </a:ext>
                  </a:extLst>
                </p14:cNvPr>
                <p14:cNvContentPartPr/>
                <p14:nvPr/>
              </p14:nvContentPartPr>
              <p14:xfrm>
                <a:off x="271686" y="732903"/>
                <a:ext cx="255240" cy="4165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6983F53-29F2-7BA1-5576-F57A3C2FE73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54046" y="715263"/>
                  <a:ext cx="2908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B37CAA3-D440-46EF-FBFF-EDFC8343EDA7}"/>
                    </a:ext>
                  </a:extLst>
                </p14:cNvPr>
                <p14:cNvContentPartPr/>
                <p14:nvPr/>
              </p14:nvContentPartPr>
              <p14:xfrm>
                <a:off x="518286" y="780423"/>
                <a:ext cx="722160" cy="334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B37CAA3-D440-46EF-FBFF-EDFC8343EDA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0286" y="762423"/>
                  <a:ext cx="757800" cy="37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FF86493-1E65-3128-A49B-0F0685B13A62}"/>
                  </a:ext>
                </a:extLst>
              </p14:cNvPr>
              <p14:cNvContentPartPr/>
              <p14:nvPr/>
            </p14:nvContentPartPr>
            <p14:xfrm>
              <a:off x="1643286" y="829383"/>
              <a:ext cx="358200" cy="748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FF86493-1E65-3128-A49B-0F0685B13A6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25286" y="811743"/>
                <a:ext cx="393840" cy="78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92929A4-4931-A4AC-2483-FCCB2AD9D3F7}"/>
                  </a:ext>
                </a:extLst>
              </p14:cNvPr>
              <p14:cNvContentPartPr/>
              <p14:nvPr/>
            </p14:nvContentPartPr>
            <p14:xfrm>
              <a:off x="2520966" y="928383"/>
              <a:ext cx="234360" cy="174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92929A4-4931-A4AC-2483-FCCB2AD9D3F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02966" y="910383"/>
                <a:ext cx="270000" cy="20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77809162-C5AE-E1C3-048B-DDC2D6EEDCD1}"/>
              </a:ext>
            </a:extLst>
          </p:cNvPr>
          <p:cNvGrpSpPr/>
          <p:nvPr/>
        </p:nvGrpSpPr>
        <p:grpSpPr>
          <a:xfrm>
            <a:off x="3137286" y="744783"/>
            <a:ext cx="1551600" cy="374400"/>
            <a:chOff x="3137286" y="744783"/>
            <a:chExt cx="1551600" cy="37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BB77FF-62F9-11C3-A98B-67BE8FD2D174}"/>
                    </a:ext>
                  </a:extLst>
                </p14:cNvPr>
                <p14:cNvContentPartPr/>
                <p14:nvPr/>
              </p14:nvContentPartPr>
              <p14:xfrm>
                <a:off x="3137286" y="960783"/>
                <a:ext cx="306720" cy="126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BB77FF-62F9-11C3-A98B-67BE8FD2D1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19286" y="943143"/>
                  <a:ext cx="3423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45389A-677D-E5D5-01AB-44B38F2E1A72}"/>
                    </a:ext>
                  </a:extLst>
                </p14:cNvPr>
                <p14:cNvContentPartPr/>
                <p14:nvPr/>
              </p14:nvContentPartPr>
              <p14:xfrm>
                <a:off x="3502686" y="744783"/>
                <a:ext cx="730800" cy="3542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45389A-677D-E5D5-01AB-44B38F2E1A7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84686" y="726783"/>
                  <a:ext cx="76644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462C81-E44C-66F4-0419-9ECC29279831}"/>
                    </a:ext>
                  </a:extLst>
                </p14:cNvPr>
                <p14:cNvContentPartPr/>
                <p14:nvPr/>
              </p14:nvContentPartPr>
              <p14:xfrm>
                <a:off x="4286766" y="931263"/>
                <a:ext cx="36000" cy="172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462C81-E44C-66F4-0419-9ECC2927983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69126" y="913623"/>
                  <a:ext cx="716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137E8EE-907D-85B7-CEE0-E60F9CA18B01}"/>
                    </a:ext>
                  </a:extLst>
                </p14:cNvPr>
                <p14:cNvContentPartPr/>
                <p14:nvPr/>
              </p14:nvContentPartPr>
              <p14:xfrm>
                <a:off x="4475406" y="962583"/>
                <a:ext cx="213480" cy="156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137E8EE-907D-85B7-CEE0-E60F9CA18B0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57406" y="944943"/>
                  <a:ext cx="2491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0116B1D-661B-A7AA-9A5B-ECC5BDB1CC9C}"/>
                    </a:ext>
                  </a:extLst>
                </p14:cNvPr>
                <p14:cNvContentPartPr/>
                <p14:nvPr/>
              </p14:nvContentPartPr>
              <p14:xfrm>
                <a:off x="4358766" y="775023"/>
                <a:ext cx="37800" cy="2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0116B1D-661B-A7AA-9A5B-ECC5BDB1CC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41126" y="757023"/>
                  <a:ext cx="73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A8C7E2-87F1-760A-DB11-790504D017C0}"/>
                    </a:ext>
                  </a:extLst>
                </p14:cNvPr>
                <p14:cNvContentPartPr/>
                <p14:nvPr/>
              </p14:nvContentPartPr>
              <p14:xfrm>
                <a:off x="3679086" y="757023"/>
                <a:ext cx="362160" cy="12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A8C7E2-87F1-760A-DB11-790504D017C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61086" y="739023"/>
                  <a:ext cx="39780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3F75E9-9750-93BC-701D-43032BD36A5E}"/>
              </a:ext>
            </a:extLst>
          </p:cNvPr>
          <p:cNvGrpSpPr/>
          <p:nvPr/>
        </p:nvGrpSpPr>
        <p:grpSpPr>
          <a:xfrm>
            <a:off x="5148606" y="870423"/>
            <a:ext cx="230760" cy="209520"/>
            <a:chOff x="5148606" y="870423"/>
            <a:chExt cx="23076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6052D3-945F-6321-7AAB-539C849E0A97}"/>
                    </a:ext>
                  </a:extLst>
                </p14:cNvPr>
                <p14:cNvContentPartPr/>
                <p14:nvPr/>
              </p14:nvContentPartPr>
              <p14:xfrm>
                <a:off x="5148606" y="870423"/>
                <a:ext cx="31320" cy="209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6052D3-945F-6321-7AAB-539C849E0A9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30606" y="852423"/>
                  <a:ext cx="66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39D12B-D4D8-E987-B0BD-382007ADE445}"/>
                    </a:ext>
                  </a:extLst>
                </p14:cNvPr>
                <p14:cNvContentPartPr/>
                <p14:nvPr/>
              </p14:nvContentPartPr>
              <p14:xfrm>
                <a:off x="5285406" y="912183"/>
                <a:ext cx="93960" cy="145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39D12B-D4D8-E987-B0BD-382007ADE44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67406" y="894183"/>
                  <a:ext cx="129600" cy="18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8737F2A-EBA6-D21A-3913-24DC0A667CD7}"/>
                  </a:ext>
                </a:extLst>
              </p14:cNvPr>
              <p14:cNvContentPartPr/>
              <p14:nvPr/>
            </p14:nvContentPartPr>
            <p14:xfrm>
              <a:off x="5242926" y="686103"/>
              <a:ext cx="6120" cy="3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8737F2A-EBA6-D21A-3913-24DC0A667CD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225286" y="668103"/>
                <a:ext cx="4176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8E16D330-2BAF-623E-89E3-52AD0DBAC1A0}"/>
              </a:ext>
            </a:extLst>
          </p:cNvPr>
          <p:cNvGrpSpPr/>
          <p:nvPr/>
        </p:nvGrpSpPr>
        <p:grpSpPr>
          <a:xfrm>
            <a:off x="6145086" y="738303"/>
            <a:ext cx="782640" cy="337680"/>
            <a:chOff x="6145086" y="738303"/>
            <a:chExt cx="78264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B4D4278-24F8-45FB-8030-8C4B51FB84FE}"/>
                    </a:ext>
                  </a:extLst>
                </p14:cNvPr>
                <p14:cNvContentPartPr/>
                <p14:nvPr/>
              </p14:nvContentPartPr>
              <p14:xfrm>
                <a:off x="6145086" y="738303"/>
                <a:ext cx="554040" cy="337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B4D4278-24F8-45FB-8030-8C4B51FB84F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127446" y="720303"/>
                  <a:ext cx="5896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3459217-E325-D199-3D66-76BD4F4FD788}"/>
                    </a:ext>
                  </a:extLst>
                </p14:cNvPr>
                <p14:cNvContentPartPr/>
                <p14:nvPr/>
              </p14:nvContentPartPr>
              <p14:xfrm>
                <a:off x="6182526" y="889143"/>
                <a:ext cx="179640" cy="13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3459217-E325-D199-3D66-76BD4F4FD78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64526" y="871503"/>
                  <a:ext cx="215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1EE5A1B-3AEB-C08D-8A10-6EE6B1354917}"/>
                    </a:ext>
                  </a:extLst>
                </p14:cNvPr>
                <p14:cNvContentPartPr/>
                <p14:nvPr/>
              </p14:nvContentPartPr>
              <p14:xfrm>
                <a:off x="6746286" y="890223"/>
                <a:ext cx="181440" cy="153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1EE5A1B-3AEB-C08D-8A10-6EE6B135491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28646" y="872583"/>
                  <a:ext cx="217080" cy="18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F0C3220-0AF4-9A06-5B2F-1A05A4EFD66C}"/>
              </a:ext>
            </a:extLst>
          </p:cNvPr>
          <p:cNvGrpSpPr/>
          <p:nvPr/>
        </p:nvGrpSpPr>
        <p:grpSpPr>
          <a:xfrm>
            <a:off x="7524606" y="656583"/>
            <a:ext cx="1800000" cy="658800"/>
            <a:chOff x="7524606" y="656583"/>
            <a:chExt cx="180000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F58125-333E-86E1-DCEB-39B3F8EBFA8E}"/>
                    </a:ext>
                  </a:extLst>
                </p14:cNvPr>
                <p14:cNvContentPartPr/>
                <p14:nvPr/>
              </p14:nvContentPartPr>
              <p14:xfrm>
                <a:off x="7524606" y="656583"/>
                <a:ext cx="257760" cy="408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F58125-333E-86E1-DCEB-39B3F8EBFA8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06606" y="638583"/>
                  <a:ext cx="29340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365B27F-47EA-8B75-CAE4-AF2DE82E3A4F}"/>
                    </a:ext>
                  </a:extLst>
                </p14:cNvPr>
                <p14:cNvContentPartPr/>
                <p14:nvPr/>
              </p14:nvContentPartPr>
              <p14:xfrm>
                <a:off x="7802886" y="892743"/>
                <a:ext cx="124560" cy="14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365B27F-47EA-8B75-CAE4-AF2DE82E3A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84886" y="875103"/>
                  <a:ext cx="1602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93AD02-62FF-AFBB-A6CD-A2030CFCE7C4}"/>
                    </a:ext>
                  </a:extLst>
                </p14:cNvPr>
                <p14:cNvContentPartPr/>
                <p14:nvPr/>
              </p14:nvContentPartPr>
              <p14:xfrm>
                <a:off x="8040126" y="931263"/>
                <a:ext cx="226080" cy="90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93AD02-62FF-AFBB-A6CD-A2030CFCE7C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022486" y="913263"/>
                  <a:ext cx="2617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1E237E4-B703-5C9D-B391-7155DA679F63}"/>
                    </a:ext>
                  </a:extLst>
                </p14:cNvPr>
                <p14:cNvContentPartPr/>
                <p14:nvPr/>
              </p14:nvContentPartPr>
              <p14:xfrm>
                <a:off x="8327406" y="890223"/>
                <a:ext cx="663120" cy="42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1E237E4-B703-5C9D-B391-7155DA679F6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09406" y="872583"/>
                  <a:ext cx="6987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0E1F4D6-8260-10B6-1C6B-D74524711CE4}"/>
                    </a:ext>
                  </a:extLst>
                </p14:cNvPr>
                <p14:cNvContentPartPr/>
                <p14:nvPr/>
              </p14:nvContentPartPr>
              <p14:xfrm>
                <a:off x="9130926" y="759903"/>
                <a:ext cx="90360" cy="291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0E1F4D6-8260-10B6-1C6B-D74524711CE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113286" y="742263"/>
                  <a:ext cx="1260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C122DE-92FD-E1FC-F9B0-DF324327A473}"/>
                    </a:ext>
                  </a:extLst>
                </p14:cNvPr>
                <p14:cNvContentPartPr/>
                <p14:nvPr/>
              </p14:nvContentPartPr>
              <p14:xfrm>
                <a:off x="9115446" y="874383"/>
                <a:ext cx="209160" cy="7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C122DE-92FD-E1FC-F9B0-DF324327A4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097806" y="856383"/>
                  <a:ext cx="244800" cy="4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5075F1-6E36-0702-70AF-0200F52D9084}"/>
              </a:ext>
            </a:extLst>
          </p:cNvPr>
          <p:cNvGrpSpPr/>
          <p:nvPr/>
        </p:nvGrpSpPr>
        <p:grpSpPr>
          <a:xfrm>
            <a:off x="9719166" y="756303"/>
            <a:ext cx="1106280" cy="305280"/>
            <a:chOff x="9719166" y="756303"/>
            <a:chExt cx="110628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BB60F8C-FDF7-63BF-92DF-6F48872EBDE7}"/>
                    </a:ext>
                  </a:extLst>
                </p14:cNvPr>
                <p14:cNvContentPartPr/>
                <p14:nvPr/>
              </p14:nvContentPartPr>
              <p14:xfrm>
                <a:off x="9719166" y="901023"/>
                <a:ext cx="431280" cy="160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BB60F8C-FDF7-63BF-92DF-6F48872EBDE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701166" y="883383"/>
                  <a:ext cx="46692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A859DBC-272E-CECF-06C8-5B6354E0D844}"/>
                    </a:ext>
                  </a:extLst>
                </p14:cNvPr>
                <p14:cNvContentPartPr/>
                <p14:nvPr/>
              </p14:nvContentPartPr>
              <p14:xfrm>
                <a:off x="10221006" y="756303"/>
                <a:ext cx="604440" cy="298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A859DBC-272E-CECF-06C8-5B6354E0D8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203366" y="738303"/>
                  <a:ext cx="640080" cy="33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5E3D7B6-7E6A-60CE-184C-DA706ACD4899}"/>
                  </a:ext>
                </a:extLst>
              </p14:cNvPr>
              <p14:cNvContentPartPr/>
              <p14:nvPr/>
            </p14:nvContentPartPr>
            <p14:xfrm>
              <a:off x="11313966" y="791223"/>
              <a:ext cx="364680" cy="7318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5E3D7B6-7E6A-60CE-184C-DA706ACD489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1295966" y="773223"/>
                <a:ext cx="400320" cy="76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C93BC056-C871-00B0-5D0E-9C18DD0E3540}"/>
              </a:ext>
            </a:extLst>
          </p:cNvPr>
          <p:cNvGrpSpPr/>
          <p:nvPr/>
        </p:nvGrpSpPr>
        <p:grpSpPr>
          <a:xfrm>
            <a:off x="192486" y="1630743"/>
            <a:ext cx="3155040" cy="817200"/>
            <a:chOff x="192486" y="1630743"/>
            <a:chExt cx="3155040" cy="81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8BFB0D4-D3F7-E0DA-1322-041122FAC01A}"/>
                    </a:ext>
                  </a:extLst>
                </p14:cNvPr>
                <p14:cNvContentPartPr/>
                <p14:nvPr/>
              </p14:nvContentPartPr>
              <p14:xfrm>
                <a:off x="192486" y="1746303"/>
                <a:ext cx="775080" cy="205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8BFB0D4-D3F7-E0DA-1322-041122FAC01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74846" y="1728663"/>
                  <a:ext cx="8107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182E37E-4CC4-C785-E45D-D51D87053584}"/>
                    </a:ext>
                  </a:extLst>
                </p14:cNvPr>
                <p14:cNvContentPartPr/>
                <p14:nvPr/>
              </p14:nvContentPartPr>
              <p14:xfrm>
                <a:off x="1276446" y="1840263"/>
                <a:ext cx="220320" cy="171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182E37E-4CC4-C785-E45D-D51D8705358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258446" y="1822263"/>
                  <a:ext cx="2559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4ADB493-7D0E-4C97-2A3E-70FAD5628621}"/>
                    </a:ext>
                  </a:extLst>
                </p14:cNvPr>
                <p14:cNvContentPartPr/>
                <p14:nvPr/>
              </p14:nvContentPartPr>
              <p14:xfrm>
                <a:off x="1515126" y="1865823"/>
                <a:ext cx="620640" cy="17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4ADB493-7D0E-4C97-2A3E-70FAD56286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497486" y="1847823"/>
                  <a:ext cx="656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D1EF1F7-517A-D65C-DA02-CDD08FACC01E}"/>
                    </a:ext>
                  </a:extLst>
                </p14:cNvPr>
                <p14:cNvContentPartPr/>
                <p14:nvPr/>
              </p14:nvContentPartPr>
              <p14:xfrm>
                <a:off x="2104446" y="1712463"/>
                <a:ext cx="42840" cy="31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D1EF1F7-517A-D65C-DA02-CDD08FACC0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86806" y="1694463"/>
                  <a:ext cx="784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328AB81-A3F4-E95B-4982-F6D74AD4D3B0}"/>
                    </a:ext>
                  </a:extLst>
                </p14:cNvPr>
                <p14:cNvContentPartPr/>
                <p14:nvPr/>
              </p14:nvContentPartPr>
              <p14:xfrm>
                <a:off x="2172486" y="1846023"/>
                <a:ext cx="91440" cy="171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328AB81-A3F4-E95B-4982-F6D74AD4D3B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154486" y="1828383"/>
                  <a:ext cx="127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9EDB78-E552-5073-D8B8-05F407C0B5B8}"/>
                    </a:ext>
                  </a:extLst>
                </p14:cNvPr>
                <p14:cNvContentPartPr/>
                <p14:nvPr/>
              </p14:nvContentPartPr>
              <p14:xfrm>
                <a:off x="2411886" y="1630743"/>
                <a:ext cx="419400" cy="374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9EDB78-E552-5073-D8B8-05F407C0B5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93886" y="1613103"/>
                  <a:ext cx="45504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F1E4F95-29F7-3AFF-769E-997494E4E15A}"/>
                    </a:ext>
                  </a:extLst>
                </p14:cNvPr>
                <p14:cNvContentPartPr/>
                <p14:nvPr/>
              </p14:nvContentPartPr>
              <p14:xfrm>
                <a:off x="2732646" y="1724703"/>
                <a:ext cx="52200" cy="29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F1E4F95-29F7-3AFF-769E-997494E4E15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14646" y="1707063"/>
                  <a:ext cx="87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DECEF5-2D34-CEE8-6489-77FCECBC2DEF}"/>
                    </a:ext>
                  </a:extLst>
                </p14:cNvPr>
                <p14:cNvContentPartPr/>
                <p14:nvPr/>
              </p14:nvContentPartPr>
              <p14:xfrm>
                <a:off x="2895366" y="1859703"/>
                <a:ext cx="275400" cy="170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DECEF5-2D34-CEE8-6489-77FCECBC2D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77726" y="1842063"/>
                  <a:ext cx="3110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4997882-8AC7-69B7-F746-248262DE0457}"/>
                    </a:ext>
                  </a:extLst>
                </p14:cNvPr>
                <p14:cNvContentPartPr/>
                <p14:nvPr/>
              </p14:nvContentPartPr>
              <p14:xfrm>
                <a:off x="3068526" y="1885983"/>
                <a:ext cx="279000" cy="561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4997882-8AC7-69B7-F746-248262DE045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50526" y="1868343"/>
                  <a:ext cx="314640" cy="59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2C4F5E4-7619-D46B-F641-0618E26BB544}"/>
              </a:ext>
            </a:extLst>
          </p:cNvPr>
          <p:cNvGrpSpPr/>
          <p:nvPr/>
        </p:nvGrpSpPr>
        <p:grpSpPr>
          <a:xfrm>
            <a:off x="3729486" y="1792383"/>
            <a:ext cx="1271160" cy="297360"/>
            <a:chOff x="3729486" y="1792383"/>
            <a:chExt cx="127116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903286F-CAF4-2B6B-81B9-A18B6CB2D8F5}"/>
                    </a:ext>
                  </a:extLst>
                </p14:cNvPr>
                <p14:cNvContentPartPr/>
                <p14:nvPr/>
              </p14:nvContentPartPr>
              <p14:xfrm>
                <a:off x="3729486" y="1901463"/>
                <a:ext cx="369720" cy="159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903286F-CAF4-2B6B-81B9-A18B6CB2D8F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711846" y="1883463"/>
                  <a:ext cx="405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EAA554-0397-47CE-26FB-EE10AD11ABE5}"/>
                    </a:ext>
                  </a:extLst>
                </p14:cNvPr>
                <p14:cNvContentPartPr/>
                <p14:nvPr/>
              </p14:nvContentPartPr>
              <p14:xfrm>
                <a:off x="4192806" y="1951503"/>
                <a:ext cx="37080" cy="120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EAA554-0397-47CE-26FB-EE10AD11ABE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75166" y="1933503"/>
                  <a:ext cx="72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4D4198C-2790-BD2E-7ECA-DB2B244BCDD3}"/>
                    </a:ext>
                  </a:extLst>
                </p14:cNvPr>
                <p14:cNvContentPartPr/>
                <p14:nvPr/>
              </p14:nvContentPartPr>
              <p14:xfrm>
                <a:off x="4209366" y="1792383"/>
                <a:ext cx="15120" cy="25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4D4198C-2790-BD2E-7ECA-DB2B244BCDD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91366" y="1774743"/>
                  <a:ext cx="50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344F147-98A7-497D-95F7-9CEAE94C2C2A}"/>
                    </a:ext>
                  </a:extLst>
                </p14:cNvPr>
                <p14:cNvContentPartPr/>
                <p14:nvPr/>
              </p14:nvContentPartPr>
              <p14:xfrm>
                <a:off x="4338606" y="1890663"/>
                <a:ext cx="171720" cy="15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344F147-98A7-497D-95F7-9CEAE94C2C2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320966" y="1873023"/>
                  <a:ext cx="2073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4284C7F-207F-E9A2-B312-01A44DFA0FF4}"/>
                    </a:ext>
                  </a:extLst>
                </p14:cNvPr>
                <p14:cNvContentPartPr/>
                <p14:nvPr/>
              </p14:nvContentPartPr>
              <p14:xfrm>
                <a:off x="4650366" y="1915143"/>
                <a:ext cx="350280" cy="174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4284C7F-207F-E9A2-B312-01A44DFA0FF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32366" y="1897503"/>
                  <a:ext cx="385920" cy="21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477F2E2-801A-5C43-9E6C-DEC0598EA0FA}"/>
                  </a:ext>
                </a:extLst>
              </p14:cNvPr>
              <p14:cNvContentPartPr/>
              <p14:nvPr/>
            </p14:nvContentPartPr>
            <p14:xfrm>
              <a:off x="5546406" y="1887783"/>
              <a:ext cx="375840" cy="7210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477F2E2-801A-5C43-9E6C-DEC0598EA0F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528766" y="1869783"/>
                <a:ext cx="411480" cy="75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8CF51373-E228-9384-8250-BE177F36B68E}"/>
              </a:ext>
            </a:extLst>
          </p:cNvPr>
          <p:cNvGrpSpPr/>
          <p:nvPr/>
        </p:nvGrpSpPr>
        <p:grpSpPr>
          <a:xfrm>
            <a:off x="6410046" y="1858983"/>
            <a:ext cx="761400" cy="358560"/>
            <a:chOff x="6410046" y="1858983"/>
            <a:chExt cx="76140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1D29C6-B1D3-50B2-3285-AADD5427DB6D}"/>
                    </a:ext>
                  </a:extLst>
                </p14:cNvPr>
                <p14:cNvContentPartPr/>
                <p14:nvPr/>
              </p14:nvContentPartPr>
              <p14:xfrm>
                <a:off x="6410046" y="1876263"/>
                <a:ext cx="270720" cy="311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1D29C6-B1D3-50B2-3285-AADD5427DB6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92406" y="1858263"/>
                  <a:ext cx="3063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40D403-CAC2-48E1-DAFD-A5C111A16006}"/>
                    </a:ext>
                  </a:extLst>
                </p14:cNvPr>
                <p14:cNvContentPartPr/>
                <p14:nvPr/>
              </p14:nvContentPartPr>
              <p14:xfrm>
                <a:off x="6554406" y="1858983"/>
                <a:ext cx="617040" cy="358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40D403-CAC2-48E1-DAFD-A5C111A1600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36406" y="1840983"/>
                  <a:ext cx="652680" cy="39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119B5EE-B98F-82BF-AAD8-0EB583E0B144}"/>
              </a:ext>
            </a:extLst>
          </p:cNvPr>
          <p:cNvGrpSpPr/>
          <p:nvPr/>
        </p:nvGrpSpPr>
        <p:grpSpPr>
          <a:xfrm>
            <a:off x="7785246" y="1718223"/>
            <a:ext cx="1514520" cy="434160"/>
            <a:chOff x="7785246" y="1718223"/>
            <a:chExt cx="1514520" cy="43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2FE195D-EEDD-16BB-FC70-0C08AFA43FC5}"/>
                    </a:ext>
                  </a:extLst>
                </p14:cNvPr>
                <p14:cNvContentPartPr/>
                <p14:nvPr/>
              </p14:nvContentPartPr>
              <p14:xfrm>
                <a:off x="7785246" y="1930623"/>
                <a:ext cx="357480" cy="174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2FE195D-EEDD-16BB-FC70-0C08AFA43FC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767246" y="1912623"/>
                  <a:ext cx="393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693861A-0779-C9DE-1A33-9208973CA0C6}"/>
                    </a:ext>
                  </a:extLst>
                </p14:cNvPr>
                <p14:cNvContentPartPr/>
                <p14:nvPr/>
              </p14:nvContentPartPr>
              <p14:xfrm>
                <a:off x="8211846" y="1718223"/>
                <a:ext cx="758160" cy="421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693861A-0779-C9DE-1A33-9208973CA0C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94206" y="1700223"/>
                  <a:ext cx="79380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4F12B9E-B9C9-955D-3F39-B2C8C76BCCA9}"/>
                    </a:ext>
                  </a:extLst>
                </p14:cNvPr>
                <p14:cNvContentPartPr/>
                <p14:nvPr/>
              </p14:nvContentPartPr>
              <p14:xfrm>
                <a:off x="9129126" y="1973463"/>
                <a:ext cx="110160" cy="168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4F12B9E-B9C9-955D-3F39-B2C8C76BCCA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11126" y="1955823"/>
                  <a:ext cx="145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0B17FE1-2362-FE00-8191-A0A50B6409C1}"/>
                    </a:ext>
                  </a:extLst>
                </p14:cNvPr>
                <p14:cNvContentPartPr/>
                <p14:nvPr/>
              </p14:nvContentPartPr>
              <p14:xfrm>
                <a:off x="9136686" y="1972383"/>
                <a:ext cx="163080" cy="180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0B17FE1-2362-FE00-8191-A0A50B6409C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119046" y="1954743"/>
                  <a:ext cx="1987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708B0D5-1303-9E58-D673-C24B06EADD5E}"/>
                    </a:ext>
                  </a:extLst>
                </p14:cNvPr>
                <p14:cNvContentPartPr/>
                <p14:nvPr/>
              </p14:nvContentPartPr>
              <p14:xfrm>
                <a:off x="9091326" y="1757103"/>
                <a:ext cx="43200" cy="532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708B0D5-1303-9E58-D673-C24B06EADD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073326" y="1739463"/>
                  <a:ext cx="78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0D20D1-6A0C-291C-C407-DEC0FC659F2D}"/>
                    </a:ext>
                  </a:extLst>
                </p14:cNvPr>
                <p14:cNvContentPartPr/>
                <p14:nvPr/>
              </p14:nvContentPartPr>
              <p14:xfrm>
                <a:off x="8541246" y="1799223"/>
                <a:ext cx="203760" cy="49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0D20D1-6A0C-291C-C407-DEC0FC659F2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23246" y="1781583"/>
                  <a:ext cx="23940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D25F89F-135C-C393-0C45-C0C9E84CEE78}"/>
                  </a:ext>
                </a:extLst>
              </p14:cNvPr>
              <p14:cNvContentPartPr/>
              <p14:nvPr/>
            </p14:nvContentPartPr>
            <p14:xfrm>
              <a:off x="9757686" y="2133663"/>
              <a:ext cx="64080" cy="252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D25F89F-135C-C393-0C45-C0C9E84CEE7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739686" y="2116023"/>
                <a:ext cx="9972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7B36C20C-0640-C4B6-480E-BA715CC5C355}"/>
              </a:ext>
            </a:extLst>
          </p:cNvPr>
          <p:cNvGrpSpPr/>
          <p:nvPr/>
        </p:nvGrpSpPr>
        <p:grpSpPr>
          <a:xfrm>
            <a:off x="202566" y="2501943"/>
            <a:ext cx="693000" cy="394920"/>
            <a:chOff x="202566" y="2501943"/>
            <a:chExt cx="693000" cy="3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7477BCB-B880-F258-1839-BFC59E4876E0}"/>
                    </a:ext>
                  </a:extLst>
                </p14:cNvPr>
                <p14:cNvContentPartPr/>
                <p14:nvPr/>
              </p14:nvContentPartPr>
              <p14:xfrm>
                <a:off x="202566" y="2501943"/>
                <a:ext cx="293040" cy="3754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7477BCB-B880-F258-1839-BFC59E4876E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4926" y="2483943"/>
                  <a:ext cx="3286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67EE0F5-47D7-049C-3DD4-F0303F40CD95}"/>
                    </a:ext>
                  </a:extLst>
                </p14:cNvPr>
                <p14:cNvContentPartPr/>
                <p14:nvPr/>
              </p14:nvContentPartPr>
              <p14:xfrm>
                <a:off x="479046" y="2528583"/>
                <a:ext cx="416520" cy="368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67EE0F5-47D7-049C-3DD4-F0303F40CD9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1406" y="2510583"/>
                  <a:ext cx="452160" cy="40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8DBD992A-B816-13DA-BBEF-87D29479F24B}"/>
              </a:ext>
            </a:extLst>
          </p:cNvPr>
          <p:cNvGrpSpPr/>
          <p:nvPr/>
        </p:nvGrpSpPr>
        <p:grpSpPr>
          <a:xfrm>
            <a:off x="1429446" y="2609223"/>
            <a:ext cx="958320" cy="380520"/>
            <a:chOff x="1429446" y="2609223"/>
            <a:chExt cx="958320" cy="38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9EDE69A-3785-30CA-DC27-51CE79FF1D5C}"/>
                    </a:ext>
                  </a:extLst>
                </p14:cNvPr>
                <p14:cNvContentPartPr/>
                <p14:nvPr/>
              </p14:nvContentPartPr>
              <p14:xfrm>
                <a:off x="1429446" y="2795703"/>
                <a:ext cx="191520" cy="178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9EDE69A-3785-30CA-DC27-51CE79FF1D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411446" y="2777703"/>
                  <a:ext cx="227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6E66D39-F6DC-64A1-A281-F61D6EF20EFD}"/>
                    </a:ext>
                  </a:extLst>
                </p14:cNvPr>
                <p14:cNvContentPartPr/>
                <p14:nvPr/>
              </p14:nvContentPartPr>
              <p14:xfrm>
                <a:off x="1662726" y="2609223"/>
                <a:ext cx="725040" cy="3805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6E66D39-F6DC-64A1-A281-F61D6EF20EF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645086" y="2591223"/>
                  <a:ext cx="760680" cy="416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0A0312E-FA5B-D6F8-02FF-AE2A4771A301}"/>
                  </a:ext>
                </a:extLst>
              </p14:cNvPr>
              <p14:cNvContentPartPr/>
              <p14:nvPr/>
            </p14:nvContentPartPr>
            <p14:xfrm>
              <a:off x="2792046" y="2699943"/>
              <a:ext cx="361440" cy="712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0A0312E-FA5B-D6F8-02FF-AE2A4771A30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2774046" y="2682303"/>
                <a:ext cx="397080" cy="74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BA870F7D-72B8-4588-C3C5-1DA09307504B}"/>
              </a:ext>
            </a:extLst>
          </p:cNvPr>
          <p:cNvGrpSpPr/>
          <p:nvPr/>
        </p:nvGrpSpPr>
        <p:grpSpPr>
          <a:xfrm>
            <a:off x="3705006" y="2749983"/>
            <a:ext cx="749880" cy="336240"/>
            <a:chOff x="3705006" y="2749983"/>
            <a:chExt cx="74988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A87C32D-5627-DE86-DC5A-530D4E55A312}"/>
                    </a:ext>
                  </a:extLst>
                </p14:cNvPr>
                <p14:cNvContentPartPr/>
                <p14:nvPr/>
              </p14:nvContentPartPr>
              <p14:xfrm>
                <a:off x="3705006" y="2754303"/>
                <a:ext cx="228600" cy="331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A87C32D-5627-DE86-DC5A-530D4E55A31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87006" y="2736663"/>
                  <a:ext cx="2642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C55471B-B5A2-F106-A10A-4D72F72B4287}"/>
                    </a:ext>
                  </a:extLst>
                </p14:cNvPr>
                <p14:cNvContentPartPr/>
                <p14:nvPr/>
              </p14:nvContentPartPr>
              <p14:xfrm>
                <a:off x="3783846" y="2749983"/>
                <a:ext cx="671040" cy="326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C55471B-B5A2-F106-A10A-4D72F72B428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66206" y="2732343"/>
                  <a:ext cx="70668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4538409-FBC6-4732-4B23-0761367DF429}"/>
              </a:ext>
            </a:extLst>
          </p:cNvPr>
          <p:cNvGrpSpPr/>
          <p:nvPr/>
        </p:nvGrpSpPr>
        <p:grpSpPr>
          <a:xfrm>
            <a:off x="4977246" y="2695263"/>
            <a:ext cx="1461960" cy="433440"/>
            <a:chOff x="4977246" y="2695263"/>
            <a:chExt cx="1461960" cy="43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20F4CC-3D38-C6A1-9F74-25B9814333BE}"/>
                    </a:ext>
                  </a:extLst>
                </p14:cNvPr>
                <p14:cNvContentPartPr/>
                <p14:nvPr/>
              </p14:nvContentPartPr>
              <p14:xfrm>
                <a:off x="4977246" y="2897583"/>
                <a:ext cx="322200" cy="211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20F4CC-3D38-C6A1-9F74-25B9814333B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959246" y="2879943"/>
                  <a:ext cx="3578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C0928A7-96A0-88E7-98FD-0007B1968B19}"/>
                    </a:ext>
                  </a:extLst>
                </p14:cNvPr>
                <p14:cNvContentPartPr/>
                <p14:nvPr/>
              </p14:nvContentPartPr>
              <p14:xfrm>
                <a:off x="5358486" y="2769423"/>
                <a:ext cx="758520" cy="341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C0928A7-96A0-88E7-98FD-0007B1968B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40486" y="2751423"/>
                  <a:ext cx="79416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B4A3F9-AA4C-842A-EC8C-A6F2FC68276E}"/>
                    </a:ext>
                  </a:extLst>
                </p14:cNvPr>
                <p14:cNvContentPartPr/>
                <p14:nvPr/>
              </p14:nvContentPartPr>
              <p14:xfrm>
                <a:off x="6224646" y="2937543"/>
                <a:ext cx="214560" cy="1911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B4A3F9-AA4C-842A-EC8C-A6F2FC6827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206646" y="2919903"/>
                  <a:ext cx="250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5C542FB-5AF4-20F4-6B09-C1951940331A}"/>
                    </a:ext>
                  </a:extLst>
                </p14:cNvPr>
                <p14:cNvContentPartPr/>
                <p14:nvPr/>
              </p14:nvContentPartPr>
              <p14:xfrm>
                <a:off x="6135006" y="2695263"/>
                <a:ext cx="84960" cy="35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5C542FB-5AF4-20F4-6B09-C1951940331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17366" y="2677263"/>
                  <a:ext cx="1206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FC0ACF0-FD10-F681-9960-5391EDC8FA87}"/>
                    </a:ext>
                  </a:extLst>
                </p14:cNvPr>
                <p14:cNvContentPartPr/>
                <p14:nvPr/>
              </p14:nvContentPartPr>
              <p14:xfrm>
                <a:off x="5177046" y="2811903"/>
                <a:ext cx="471600" cy="21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FC0ACF0-FD10-F681-9960-5391EDC8FA8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59406" y="2793903"/>
                  <a:ext cx="507240" cy="5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A13D2520-70C1-A8BF-A4CE-AC6F03028612}"/>
              </a:ext>
            </a:extLst>
          </p:cNvPr>
          <p:cNvGrpSpPr/>
          <p:nvPr/>
        </p:nvGrpSpPr>
        <p:grpSpPr>
          <a:xfrm>
            <a:off x="6973446" y="2559183"/>
            <a:ext cx="2630160" cy="1041120"/>
            <a:chOff x="6973446" y="2559183"/>
            <a:chExt cx="2630160" cy="10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F17F067-EB9C-50D4-FF17-855309D0A30A}"/>
                    </a:ext>
                  </a:extLst>
                </p14:cNvPr>
                <p14:cNvContentPartPr/>
                <p14:nvPr/>
              </p14:nvContentPartPr>
              <p14:xfrm>
                <a:off x="6973446" y="2684463"/>
                <a:ext cx="738720" cy="444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F17F067-EB9C-50D4-FF17-855309D0A3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55806" y="2666823"/>
                  <a:ext cx="7743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5433941-2A29-D8C9-6D9B-F89194FE330F}"/>
                    </a:ext>
                  </a:extLst>
                </p14:cNvPr>
                <p14:cNvContentPartPr/>
                <p14:nvPr/>
              </p14:nvContentPartPr>
              <p14:xfrm>
                <a:off x="7825566" y="2700663"/>
                <a:ext cx="734040" cy="3999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5433941-2A29-D8C9-6D9B-F89194FE330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07566" y="2683023"/>
                  <a:ext cx="76968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F6E8B41-F5D8-AFD0-8165-76847A1088FB}"/>
                    </a:ext>
                  </a:extLst>
                </p14:cNvPr>
                <p14:cNvContentPartPr/>
                <p14:nvPr/>
              </p14:nvContentPartPr>
              <p14:xfrm>
                <a:off x="8546646" y="2627943"/>
                <a:ext cx="271080" cy="451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F6E8B41-F5D8-AFD0-8165-76847A1088F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29006" y="2610303"/>
                  <a:ext cx="30672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AE317C1-998B-2DE6-417F-78B3C3741A19}"/>
                    </a:ext>
                  </a:extLst>
                </p14:cNvPr>
                <p14:cNvContentPartPr/>
                <p14:nvPr/>
              </p14:nvContentPartPr>
              <p14:xfrm>
                <a:off x="8040126" y="2784543"/>
                <a:ext cx="211680" cy="140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AE317C1-998B-2DE6-417F-78B3C3741A1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022126" y="2766903"/>
                  <a:ext cx="2473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A9C33EE-4040-70B7-5CA9-467847F2816D}"/>
                    </a:ext>
                  </a:extLst>
                </p14:cNvPr>
                <p14:cNvContentPartPr/>
                <p14:nvPr/>
              </p14:nvContentPartPr>
              <p14:xfrm>
                <a:off x="9152166" y="2559183"/>
                <a:ext cx="244440" cy="482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A9C33EE-4040-70B7-5CA9-467847F2816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134526" y="2541543"/>
                  <a:ext cx="28008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CBD9E47-B666-6830-2373-375FB411E437}"/>
                    </a:ext>
                  </a:extLst>
                </p14:cNvPr>
                <p14:cNvContentPartPr/>
                <p14:nvPr/>
              </p14:nvContentPartPr>
              <p14:xfrm>
                <a:off x="9172326" y="2880663"/>
                <a:ext cx="431280" cy="71964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CBD9E47-B666-6830-2373-375FB411E43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54326" y="2862663"/>
                  <a:ext cx="466920" cy="75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EAFD3A0-4EF9-A032-DB5F-44FC3C6237D8}"/>
              </a:ext>
            </a:extLst>
          </p:cNvPr>
          <p:cNvGrpSpPr/>
          <p:nvPr/>
        </p:nvGrpSpPr>
        <p:grpSpPr>
          <a:xfrm>
            <a:off x="10003566" y="2565303"/>
            <a:ext cx="1186920" cy="907920"/>
            <a:chOff x="10003566" y="2565303"/>
            <a:chExt cx="1186920" cy="90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8E23F45-0C51-01C5-6D7C-CFD689B8AE0E}"/>
                    </a:ext>
                  </a:extLst>
                </p14:cNvPr>
                <p14:cNvContentPartPr/>
                <p14:nvPr/>
              </p14:nvContentPartPr>
              <p14:xfrm>
                <a:off x="10066566" y="2740623"/>
                <a:ext cx="136080" cy="69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8E23F45-0C51-01C5-6D7C-CFD689B8AE0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048926" y="2722623"/>
                  <a:ext cx="1717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46B6AB6-2360-D509-BC5A-235F7A69133F}"/>
                    </a:ext>
                  </a:extLst>
                </p14:cNvPr>
                <p14:cNvContentPartPr/>
                <p14:nvPr/>
              </p14:nvContentPartPr>
              <p14:xfrm>
                <a:off x="10162686" y="2783103"/>
                <a:ext cx="132480" cy="220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46B6AB6-2360-D509-BC5A-235F7A69133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145046" y="2765103"/>
                  <a:ext cx="16812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82E6899-6000-81A8-C740-2F4DB8D69FA6}"/>
                    </a:ext>
                  </a:extLst>
                </p14:cNvPr>
                <p14:cNvContentPartPr/>
                <p14:nvPr/>
              </p14:nvContentPartPr>
              <p14:xfrm>
                <a:off x="10458606" y="2565303"/>
                <a:ext cx="116640" cy="525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82E6899-6000-81A8-C740-2F4DB8D69FA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40966" y="2547663"/>
                  <a:ext cx="15228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6F1DFE6-E15A-8E4D-6125-88E2CFA05BF9}"/>
                    </a:ext>
                  </a:extLst>
                </p14:cNvPr>
                <p14:cNvContentPartPr/>
                <p14:nvPr/>
              </p14:nvContentPartPr>
              <p14:xfrm>
                <a:off x="10691886" y="2747103"/>
                <a:ext cx="194760" cy="295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6F1DFE6-E15A-8E4D-6125-88E2CFA05BF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673886" y="2729463"/>
                  <a:ext cx="2304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71D2B90-9BBB-2AAF-5EDF-89AEB9F977FC}"/>
                    </a:ext>
                  </a:extLst>
                </p14:cNvPr>
                <p14:cNvContentPartPr/>
                <p14:nvPr/>
              </p14:nvContentPartPr>
              <p14:xfrm>
                <a:off x="10719966" y="2874543"/>
                <a:ext cx="165240" cy="889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71D2B90-9BBB-2AAF-5EDF-89AEB9F977F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701966" y="2856903"/>
                  <a:ext cx="2008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FE3E5FF-4225-6499-C40D-893AF1329BD8}"/>
                    </a:ext>
                  </a:extLst>
                </p14:cNvPr>
                <p14:cNvContentPartPr/>
                <p14:nvPr/>
              </p14:nvContentPartPr>
              <p14:xfrm>
                <a:off x="10992126" y="2604183"/>
                <a:ext cx="198360" cy="657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FE3E5FF-4225-6499-C40D-893AF1329BD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74486" y="2586543"/>
                  <a:ext cx="234000" cy="69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46922D5-5E81-84BC-6070-3398C827E3C4}"/>
                    </a:ext>
                  </a:extLst>
                </p14:cNvPr>
                <p14:cNvContentPartPr/>
                <p14:nvPr/>
              </p14:nvContentPartPr>
              <p14:xfrm>
                <a:off x="10178526" y="2784183"/>
                <a:ext cx="3600" cy="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46922D5-5E81-84BC-6070-3398C827E3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60526" y="2766543"/>
                  <a:ext cx="392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9F892BD-E7D6-DCF8-ECFB-BE27712CF05D}"/>
                    </a:ext>
                  </a:extLst>
                </p14:cNvPr>
                <p14:cNvContentPartPr/>
                <p14:nvPr/>
              </p14:nvContentPartPr>
              <p14:xfrm>
                <a:off x="10003566" y="2792463"/>
                <a:ext cx="279000" cy="680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9F892BD-E7D6-DCF8-ECFB-BE27712CF05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985926" y="2774823"/>
                  <a:ext cx="31464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AC0EF29-4960-185E-C549-DEFAF7A947E3}"/>
                    </a:ext>
                  </a:extLst>
                </p14:cNvPr>
                <p14:cNvContentPartPr/>
                <p14:nvPr/>
              </p14:nvContentPartPr>
              <p14:xfrm>
                <a:off x="10044966" y="2787783"/>
                <a:ext cx="232200" cy="65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AC0EF29-4960-185E-C549-DEFAF7A947E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027326" y="2769783"/>
                  <a:ext cx="267840" cy="68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5D55DBAB-4E6D-B594-71CE-043F82B0DDA4}"/>
              </a:ext>
            </a:extLst>
          </p:cNvPr>
          <p:cNvGrpSpPr/>
          <p:nvPr/>
        </p:nvGrpSpPr>
        <p:grpSpPr>
          <a:xfrm>
            <a:off x="255126" y="3769143"/>
            <a:ext cx="1121400" cy="407160"/>
            <a:chOff x="255126" y="3769143"/>
            <a:chExt cx="1121400" cy="40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E768C02-996B-2E60-1C0F-9ACC62303F84}"/>
                    </a:ext>
                  </a:extLst>
                </p14:cNvPr>
                <p14:cNvContentPartPr/>
                <p14:nvPr/>
              </p14:nvContentPartPr>
              <p14:xfrm>
                <a:off x="255126" y="3769143"/>
                <a:ext cx="277200" cy="407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E768C02-996B-2E60-1C0F-9ACC62303F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37486" y="3751143"/>
                  <a:ext cx="3128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FA9119-7949-3F50-D534-44520C58E698}"/>
                    </a:ext>
                  </a:extLst>
                </p14:cNvPr>
                <p14:cNvContentPartPr/>
                <p14:nvPr/>
              </p14:nvContentPartPr>
              <p14:xfrm>
                <a:off x="358806" y="3933663"/>
                <a:ext cx="560520" cy="193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FA9119-7949-3F50-D534-44520C58E69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41166" y="3916023"/>
                  <a:ext cx="5961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21A591C8-8CE8-476A-4253-E8DCDB75D35C}"/>
                    </a:ext>
                  </a:extLst>
                </p14:cNvPr>
                <p14:cNvContentPartPr/>
                <p14:nvPr/>
              </p14:nvContentPartPr>
              <p14:xfrm>
                <a:off x="958206" y="4000263"/>
                <a:ext cx="418320" cy="120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21A591C8-8CE8-476A-4253-E8DCDB75D3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0566" y="3982263"/>
                  <a:ext cx="45396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7EB6F17-A444-0461-DC9D-3B2876C3862F}"/>
              </a:ext>
            </a:extLst>
          </p:cNvPr>
          <p:cNvGrpSpPr/>
          <p:nvPr/>
        </p:nvGrpSpPr>
        <p:grpSpPr>
          <a:xfrm>
            <a:off x="1815006" y="3829623"/>
            <a:ext cx="2500560" cy="905760"/>
            <a:chOff x="1815006" y="3829623"/>
            <a:chExt cx="2500560" cy="90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2835142-FBE4-0856-298A-D508C21B2F09}"/>
                    </a:ext>
                  </a:extLst>
                </p14:cNvPr>
                <p14:cNvContentPartPr/>
                <p14:nvPr/>
              </p14:nvContentPartPr>
              <p14:xfrm>
                <a:off x="1815006" y="3834663"/>
                <a:ext cx="578520" cy="350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2835142-FBE4-0856-298A-D508C21B2F0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7006" y="3817023"/>
                  <a:ext cx="61416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D1E8C7D-4EC1-6555-7569-70CD180FD8A2}"/>
                    </a:ext>
                  </a:extLst>
                </p14:cNvPr>
                <p14:cNvContentPartPr/>
                <p14:nvPr/>
              </p14:nvContentPartPr>
              <p14:xfrm>
                <a:off x="1865046" y="3955263"/>
                <a:ext cx="191520" cy="13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D1E8C7D-4EC1-6555-7569-70CD180FD8A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47406" y="3937623"/>
                  <a:ext cx="22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AF3E686-663C-5EC7-413C-F1FC8377D6EC}"/>
                    </a:ext>
                  </a:extLst>
                </p14:cNvPr>
                <p14:cNvContentPartPr/>
                <p14:nvPr/>
              </p14:nvContentPartPr>
              <p14:xfrm>
                <a:off x="2721846" y="3829623"/>
                <a:ext cx="578520" cy="9057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AF3E686-663C-5EC7-413C-F1FC8377D6E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04206" y="3811623"/>
                  <a:ext cx="61416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69601FF-89B9-F0EF-E2B8-D579D37BCFA8}"/>
                    </a:ext>
                  </a:extLst>
                </p14:cNvPr>
                <p14:cNvContentPartPr/>
                <p14:nvPr/>
              </p14:nvContentPartPr>
              <p14:xfrm>
                <a:off x="3295326" y="3937623"/>
                <a:ext cx="36720" cy="61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69601FF-89B9-F0EF-E2B8-D579D37BCFA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77686" y="3919983"/>
                  <a:ext cx="72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3133168-A6A6-0ED3-DFCF-E69A538349E8}"/>
                    </a:ext>
                  </a:extLst>
                </p14:cNvPr>
                <p14:cNvContentPartPr/>
                <p14:nvPr/>
              </p14:nvContentPartPr>
              <p14:xfrm>
                <a:off x="3359766" y="4059303"/>
                <a:ext cx="298080" cy="129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3133168-A6A6-0ED3-DFCF-E69A538349E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341766" y="4041303"/>
                  <a:ext cx="3337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9C22962-8A13-EBF5-0147-76BF8C0E69DB}"/>
                    </a:ext>
                  </a:extLst>
                </p14:cNvPr>
                <p14:cNvContentPartPr/>
                <p14:nvPr/>
              </p14:nvContentPartPr>
              <p14:xfrm>
                <a:off x="3589446" y="3862383"/>
                <a:ext cx="68400" cy="57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9C22962-8A13-EBF5-0147-76BF8C0E69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71806" y="3844743"/>
                  <a:ext cx="104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4A4C7AE-BBA8-E57F-A639-AB8CB1E33843}"/>
                    </a:ext>
                  </a:extLst>
                </p14:cNvPr>
                <p14:cNvContentPartPr/>
                <p14:nvPr/>
              </p14:nvContentPartPr>
              <p14:xfrm>
                <a:off x="3708606" y="3878223"/>
                <a:ext cx="41400" cy="326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4A4C7AE-BBA8-E57F-A639-AB8CB1E3384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90606" y="3860583"/>
                  <a:ext cx="77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4B47115-1350-13D3-8A66-1B21C248C636}"/>
                    </a:ext>
                  </a:extLst>
                </p14:cNvPr>
                <p14:cNvContentPartPr/>
                <p14:nvPr/>
              </p14:nvContentPartPr>
              <p14:xfrm>
                <a:off x="3813726" y="4027983"/>
                <a:ext cx="45360" cy="140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4B47115-1350-13D3-8A66-1B21C248C63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96086" y="4010343"/>
                  <a:ext cx="810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DCCCB7B-2BF4-56D3-9E70-0EFB2833CCA9}"/>
                    </a:ext>
                  </a:extLst>
                </p14:cNvPr>
                <p14:cNvContentPartPr/>
                <p14:nvPr/>
              </p14:nvContentPartPr>
              <p14:xfrm>
                <a:off x="3885726" y="4039503"/>
                <a:ext cx="153360" cy="1357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DCCCB7B-2BF4-56D3-9E70-0EFB2833CCA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68086" y="4021503"/>
                  <a:ext cx="189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56475DD-5007-2993-06A9-CC1E55E286EA}"/>
                    </a:ext>
                  </a:extLst>
                </p14:cNvPr>
                <p14:cNvContentPartPr/>
                <p14:nvPr/>
              </p14:nvContentPartPr>
              <p14:xfrm>
                <a:off x="4075806" y="3993423"/>
                <a:ext cx="239760" cy="146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56475DD-5007-2993-06A9-CC1E55E286E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57806" y="3975783"/>
                  <a:ext cx="2754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F3E11FF-2C76-3F94-81E0-032371C71A47}"/>
                    </a:ext>
                  </a:extLst>
                </p14:cNvPr>
                <p14:cNvContentPartPr/>
                <p14:nvPr/>
              </p14:nvContentPartPr>
              <p14:xfrm>
                <a:off x="3889326" y="3864903"/>
                <a:ext cx="78120" cy="10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F3E11FF-2C76-3F94-81E0-032371C71A4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871326" y="3846903"/>
                  <a:ext cx="1137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89704CA-FF42-6B06-BE95-1CCB83D8AB30}"/>
                    </a:ext>
                  </a:extLst>
                </p14:cNvPr>
                <p14:cNvContentPartPr/>
                <p14:nvPr/>
              </p14:nvContentPartPr>
              <p14:xfrm>
                <a:off x="3615366" y="3973263"/>
                <a:ext cx="294480" cy="30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89704CA-FF42-6B06-BE95-1CCB83D8AB3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97726" y="3955263"/>
                  <a:ext cx="33012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D79A849-B880-47FE-E520-375E9AE011F0}"/>
                  </a:ext>
                </a:extLst>
              </p14:cNvPr>
              <p14:cNvContentPartPr/>
              <p14:nvPr/>
            </p14:nvContentPartPr>
            <p14:xfrm>
              <a:off x="4889046" y="4084143"/>
              <a:ext cx="24480" cy="129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D79A849-B880-47FE-E520-375E9AE011F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871406" y="4066503"/>
                <a:ext cx="601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8057420-E234-045E-4210-E191E9062765}"/>
                  </a:ext>
                </a:extLst>
              </p14:cNvPr>
              <p14:cNvContentPartPr/>
              <p14:nvPr/>
            </p14:nvContentPartPr>
            <p14:xfrm>
              <a:off x="6626046" y="5731863"/>
              <a:ext cx="2160" cy="1692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8057420-E234-045E-4210-E191E906276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6608406" y="5714223"/>
                <a:ext cx="378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0E887F71-0B58-9E1E-46C1-4BCCEFEC88D7}"/>
                  </a:ext>
                </a:extLst>
              </p14:cNvPr>
              <p14:cNvContentPartPr/>
              <p14:nvPr/>
            </p14:nvContentPartPr>
            <p14:xfrm>
              <a:off x="11303654" y="6585423"/>
              <a:ext cx="365760" cy="219240"/>
            </p14:xfrm>
          </p:contentPart>
        </mc:Choice>
        <mc:Fallback xmlns=""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0E887F71-0B58-9E1E-46C1-4BCCEFEC88D7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285654" y="6567423"/>
                <a:ext cx="40140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4B548AAF-A7D7-E042-509C-F72CDF81B421}"/>
                  </a:ext>
                </a:extLst>
              </p14:cNvPr>
              <p14:cNvContentPartPr/>
              <p14:nvPr/>
            </p14:nvContentPartPr>
            <p14:xfrm>
              <a:off x="3614646" y="4822503"/>
              <a:ext cx="914760" cy="6001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4B548AAF-A7D7-E042-509C-F72CDF81B42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596646" y="4804863"/>
                <a:ext cx="950400" cy="63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24A531C-3CBE-1247-BA68-1FEE55ABB83B}"/>
                  </a:ext>
                </a:extLst>
              </p14:cNvPr>
              <p14:cNvContentPartPr/>
              <p14:nvPr/>
            </p14:nvContentPartPr>
            <p14:xfrm>
              <a:off x="5052126" y="4812783"/>
              <a:ext cx="266760" cy="1638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24A531C-3CBE-1247-BA68-1FEE55ABB83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034126" y="4795143"/>
                <a:ext cx="3024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0544233E-F4C5-DB06-A906-9CBE06783DDC}"/>
                  </a:ext>
                </a:extLst>
              </p14:cNvPr>
              <p14:cNvContentPartPr/>
              <p14:nvPr/>
            </p14:nvContentPartPr>
            <p14:xfrm>
              <a:off x="5309526" y="4826823"/>
              <a:ext cx="344520" cy="1555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0544233E-F4C5-DB06-A906-9CBE06783DDC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291886" y="4808823"/>
                <a:ext cx="38016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03944CCC-DAD3-64A4-B2CC-80AE4C9ADB1B}"/>
                  </a:ext>
                </a:extLst>
              </p14:cNvPr>
              <p14:cNvContentPartPr/>
              <p14:nvPr/>
            </p14:nvContentPartPr>
            <p14:xfrm>
              <a:off x="5758446" y="4916823"/>
              <a:ext cx="99720" cy="3276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03944CCC-DAD3-64A4-B2CC-80AE4C9ADB1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740446" y="4898823"/>
                <a:ext cx="135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3F1EA6F1-AF22-464D-C3E4-DED5ED0D0674}"/>
                  </a:ext>
                </a:extLst>
              </p14:cNvPr>
              <p14:cNvContentPartPr/>
              <p14:nvPr/>
            </p14:nvContentPartPr>
            <p14:xfrm>
              <a:off x="5902446" y="4834383"/>
              <a:ext cx="105840" cy="1432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3F1EA6F1-AF22-464D-C3E4-DED5ED0D067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884806" y="4816383"/>
                <a:ext cx="1414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4E297A6-E16B-C78B-6458-38863AB9D38C}"/>
                  </a:ext>
                </a:extLst>
              </p14:cNvPr>
              <p14:cNvContentPartPr/>
              <p14:nvPr/>
            </p14:nvContentPartPr>
            <p14:xfrm>
              <a:off x="6078846" y="4848783"/>
              <a:ext cx="44280" cy="1152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4E297A6-E16B-C78B-6458-38863AB9D38C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060846" y="4831143"/>
                <a:ext cx="7992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64CAD2F-CE4D-05D6-CF9F-329BA56C210F}"/>
                  </a:ext>
                </a:extLst>
              </p14:cNvPr>
              <p14:cNvContentPartPr/>
              <p14:nvPr/>
            </p14:nvContentPartPr>
            <p14:xfrm>
              <a:off x="6079206" y="4697223"/>
              <a:ext cx="47520" cy="388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64CAD2F-CE4D-05D6-CF9F-329BA56C210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6061566" y="4679583"/>
                <a:ext cx="831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B4A6A59-6076-21AF-D48F-EF34A320C48E}"/>
                  </a:ext>
                </a:extLst>
              </p14:cNvPr>
              <p14:cNvContentPartPr/>
              <p14:nvPr/>
            </p14:nvContentPartPr>
            <p14:xfrm>
              <a:off x="6182886" y="4826463"/>
              <a:ext cx="170640" cy="1569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B4A6A59-6076-21AF-D48F-EF34A320C48E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165246" y="4808823"/>
                <a:ext cx="20628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5F5D218-8B34-E113-12FD-6D2B684A53E7}"/>
                  </a:ext>
                </a:extLst>
              </p14:cNvPr>
              <p14:cNvContentPartPr/>
              <p14:nvPr/>
            </p14:nvContentPartPr>
            <p14:xfrm>
              <a:off x="7070286" y="4795143"/>
              <a:ext cx="281160" cy="1724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5F5D218-8B34-E113-12FD-6D2B684A53E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7052646" y="4777503"/>
                <a:ext cx="31680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599DD36-BB24-1830-BE6D-D54709FFC165}"/>
                  </a:ext>
                </a:extLst>
              </p14:cNvPr>
              <p14:cNvContentPartPr/>
              <p14:nvPr/>
            </p14:nvContentPartPr>
            <p14:xfrm>
              <a:off x="7611726" y="4801983"/>
              <a:ext cx="149040" cy="1879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599DD36-BB24-1830-BE6D-D54709FFC165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594086" y="4783983"/>
                <a:ext cx="1846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BBBC2609-52DA-3A01-F33A-A78F31E1516D}"/>
                  </a:ext>
                </a:extLst>
              </p14:cNvPr>
              <p14:cNvContentPartPr/>
              <p14:nvPr/>
            </p14:nvContentPartPr>
            <p14:xfrm>
              <a:off x="7809366" y="4852743"/>
              <a:ext cx="266040" cy="522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BBBC2609-52DA-3A01-F33A-A78F31E1516D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791726" y="4835103"/>
                <a:ext cx="301680" cy="55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34F3884-0542-151A-9038-BB0B169BFB14}"/>
                  </a:ext>
                </a:extLst>
              </p14:cNvPr>
              <p14:cNvContentPartPr/>
              <p14:nvPr/>
            </p14:nvContentPartPr>
            <p14:xfrm>
              <a:off x="8109246" y="4812783"/>
              <a:ext cx="235440" cy="1861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34F3884-0542-151A-9038-BB0B169BFB14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091246" y="4795143"/>
                <a:ext cx="27108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663DDCA5-5D03-E2E7-4BCA-6D17650CB904}"/>
                  </a:ext>
                </a:extLst>
              </p14:cNvPr>
              <p14:cNvContentPartPr/>
              <p14:nvPr/>
            </p14:nvContentPartPr>
            <p14:xfrm>
              <a:off x="8354406" y="4841223"/>
              <a:ext cx="168120" cy="1674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663DDCA5-5D03-E2E7-4BCA-6D17650CB90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336766" y="4823583"/>
                <a:ext cx="20376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8853BED-A3F7-C0CA-B777-2818AF48129B}"/>
                  </a:ext>
                </a:extLst>
              </p14:cNvPr>
              <p14:cNvContentPartPr/>
              <p14:nvPr/>
            </p14:nvContentPartPr>
            <p14:xfrm>
              <a:off x="8590206" y="4862823"/>
              <a:ext cx="327960" cy="13140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8853BED-A3F7-C0CA-B777-2818AF48129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572206" y="4845183"/>
                <a:ext cx="3636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6366D836-818B-1C02-E95B-9807E4C2DB88}"/>
                  </a:ext>
                </a:extLst>
              </p14:cNvPr>
              <p14:cNvContentPartPr/>
              <p14:nvPr/>
            </p14:nvContentPartPr>
            <p14:xfrm>
              <a:off x="9169806" y="4820703"/>
              <a:ext cx="334080" cy="1638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6366D836-818B-1C02-E95B-9807E4C2DB88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152166" y="4803063"/>
                <a:ext cx="3697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0C86DBD1-8C89-B1BA-8647-5AE54D7F932E}"/>
                  </a:ext>
                </a:extLst>
              </p14:cNvPr>
              <p14:cNvContentPartPr/>
              <p14:nvPr/>
            </p14:nvContentPartPr>
            <p14:xfrm>
              <a:off x="9552846" y="4628823"/>
              <a:ext cx="708840" cy="3560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0C86DBD1-8C89-B1BA-8647-5AE54D7F932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534846" y="4610823"/>
                <a:ext cx="74448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E04FE8C4-1941-DA2C-6000-C7C6E01BEA23}"/>
                  </a:ext>
                </a:extLst>
              </p14:cNvPr>
              <p14:cNvContentPartPr/>
              <p14:nvPr/>
            </p14:nvContentPartPr>
            <p14:xfrm>
              <a:off x="10367166" y="4823943"/>
              <a:ext cx="102240" cy="10728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E04FE8C4-1941-DA2C-6000-C7C6E01BEA23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0349526" y="4805943"/>
                <a:ext cx="13788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0C08C45-2D47-8BAE-E02C-4B6061B1D2DE}"/>
                  </a:ext>
                </a:extLst>
              </p14:cNvPr>
              <p14:cNvContentPartPr/>
              <p14:nvPr/>
            </p14:nvContentPartPr>
            <p14:xfrm>
              <a:off x="10324326" y="4793343"/>
              <a:ext cx="166680" cy="1774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0C08C45-2D47-8BAE-E02C-4B6061B1D2DE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306686" y="4775703"/>
                <a:ext cx="2023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F202ABA-EAF6-D120-F1A0-720D3C0BE781}"/>
                  </a:ext>
                </a:extLst>
              </p14:cNvPr>
              <p14:cNvContentPartPr/>
              <p14:nvPr/>
            </p14:nvContentPartPr>
            <p14:xfrm>
              <a:off x="10313526" y="4657983"/>
              <a:ext cx="40680" cy="766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F202ABA-EAF6-D120-F1A0-720D3C0BE78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0295886" y="4639983"/>
                <a:ext cx="763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93439F57-B6AF-ED7A-92C1-F9019E42FC0D}"/>
                  </a:ext>
                </a:extLst>
              </p14:cNvPr>
              <p14:cNvContentPartPr/>
              <p14:nvPr/>
            </p14:nvContentPartPr>
            <p14:xfrm>
              <a:off x="9901686" y="4687143"/>
              <a:ext cx="69480" cy="576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93439F57-B6AF-ED7A-92C1-F9019E42FC0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883686" y="4669503"/>
                <a:ext cx="10512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6004F51C-1138-D5DA-4FCC-0CACE4549D7F}"/>
                  </a:ext>
                </a:extLst>
              </p14:cNvPr>
              <p14:cNvContentPartPr/>
              <p14:nvPr/>
            </p14:nvContentPartPr>
            <p14:xfrm>
              <a:off x="9748326" y="4684263"/>
              <a:ext cx="341280" cy="4392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6004F51C-1138-D5DA-4FCC-0CACE4549D7F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730326" y="4666623"/>
                <a:ext cx="3769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9DBA3DF0-9E2C-3E2B-0F86-AFBB1ADA3091}"/>
                  </a:ext>
                </a:extLst>
              </p14:cNvPr>
              <p14:cNvContentPartPr/>
              <p14:nvPr/>
            </p14:nvContentPartPr>
            <p14:xfrm>
              <a:off x="10742646" y="4549623"/>
              <a:ext cx="276120" cy="36108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9DBA3DF0-9E2C-3E2B-0F86-AFBB1ADA309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10725006" y="4531983"/>
                <a:ext cx="31176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C2830A85-49DD-F3A9-BE0C-2CB615B7B1D4}"/>
                  </a:ext>
                </a:extLst>
              </p14:cNvPr>
              <p14:cNvContentPartPr/>
              <p14:nvPr/>
            </p14:nvContentPartPr>
            <p14:xfrm>
              <a:off x="11414766" y="4620543"/>
              <a:ext cx="444600" cy="6994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C2830A85-49DD-F3A9-BE0C-2CB615B7B1D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1396766" y="4602903"/>
                <a:ext cx="480240" cy="7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533F488D-FE0A-38E3-D1AF-4F5C52F4A7CF}"/>
                  </a:ext>
                </a:extLst>
              </p14:cNvPr>
              <p14:cNvContentPartPr/>
              <p14:nvPr/>
            </p14:nvContentPartPr>
            <p14:xfrm>
              <a:off x="3062406" y="5668143"/>
              <a:ext cx="86040" cy="1119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533F488D-FE0A-38E3-D1AF-4F5C52F4A7CF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3044766" y="5650143"/>
                <a:ext cx="12168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1AB7A34-8888-F88B-C9AE-2AEA466B1DCF}"/>
                  </a:ext>
                </a:extLst>
              </p14:cNvPr>
              <p14:cNvContentPartPr/>
              <p14:nvPr/>
            </p14:nvContentPartPr>
            <p14:xfrm>
              <a:off x="3670806" y="5507583"/>
              <a:ext cx="195840" cy="214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1AB7A34-8888-F88B-C9AE-2AEA466B1DCF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52806" y="5489583"/>
                <a:ext cx="231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3451BFF4-0089-7F25-4B1F-7F40F1C5C767}"/>
                  </a:ext>
                </a:extLst>
              </p14:cNvPr>
              <p14:cNvContentPartPr/>
              <p14:nvPr/>
            </p14:nvContentPartPr>
            <p14:xfrm>
              <a:off x="4020726" y="5564823"/>
              <a:ext cx="33480" cy="1364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3451BFF4-0089-7F25-4B1F-7F40F1C5C767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4002726" y="5547183"/>
                <a:ext cx="691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8CE43609-88C1-A372-72DD-2D181C819ABF}"/>
                  </a:ext>
                </a:extLst>
              </p14:cNvPr>
              <p14:cNvContentPartPr/>
              <p14:nvPr/>
            </p14:nvContentPartPr>
            <p14:xfrm>
              <a:off x="4077966" y="5435223"/>
              <a:ext cx="15120" cy="28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8CE43609-88C1-A372-72DD-2D181C819ABF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060326" y="5417583"/>
                <a:ext cx="507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F197CC7-0895-F99A-CC1A-A3ABB5E8D059}"/>
                  </a:ext>
                </a:extLst>
              </p14:cNvPr>
              <p14:cNvContentPartPr/>
              <p14:nvPr/>
            </p14:nvContentPartPr>
            <p14:xfrm>
              <a:off x="4122966" y="5588223"/>
              <a:ext cx="163440" cy="128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F197CC7-0895-F99A-CC1A-A3ABB5E8D059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105326" y="5570583"/>
                <a:ext cx="1990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8954D5B-D18C-6218-67C4-563BA58C1482}"/>
                  </a:ext>
                </a:extLst>
              </p14:cNvPr>
              <p14:cNvContentPartPr/>
              <p14:nvPr/>
            </p14:nvContentPartPr>
            <p14:xfrm>
              <a:off x="4378566" y="5570943"/>
              <a:ext cx="141120" cy="16020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8954D5B-D18C-6218-67C4-563BA58C1482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360926" y="5552943"/>
                <a:ext cx="1767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7F87FC8C-0380-8685-6B31-5BF407D7BA50}"/>
                  </a:ext>
                </a:extLst>
              </p14:cNvPr>
              <p14:cNvContentPartPr/>
              <p14:nvPr/>
            </p14:nvContentPartPr>
            <p14:xfrm>
              <a:off x="4564686" y="5575983"/>
              <a:ext cx="160920" cy="1242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7F87FC8C-0380-8685-6B31-5BF407D7BA5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546686" y="5557983"/>
                <a:ext cx="19656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9B46E7D3-7510-CB8D-715F-84FA664D2370}"/>
                  </a:ext>
                </a:extLst>
              </p14:cNvPr>
              <p14:cNvContentPartPr/>
              <p14:nvPr/>
            </p14:nvContentPartPr>
            <p14:xfrm>
              <a:off x="5028006" y="5311023"/>
              <a:ext cx="88200" cy="5760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9B46E7D3-7510-CB8D-715F-84FA664D237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010006" y="5293023"/>
                <a:ext cx="123840" cy="61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265FBF6F-62BB-BA74-A964-3BCE3EF2C25D}"/>
                  </a:ext>
                </a:extLst>
              </p14:cNvPr>
              <p14:cNvContentPartPr/>
              <p14:nvPr/>
            </p14:nvContentPartPr>
            <p14:xfrm>
              <a:off x="5321406" y="5480943"/>
              <a:ext cx="178920" cy="2847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265FBF6F-62BB-BA74-A964-3BCE3EF2C25D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303406" y="5462943"/>
                <a:ext cx="21456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646BF941-4B55-1ED6-EEE1-DE92F49418F4}"/>
                  </a:ext>
                </a:extLst>
              </p14:cNvPr>
              <p14:cNvContentPartPr/>
              <p14:nvPr/>
            </p14:nvContentPartPr>
            <p14:xfrm>
              <a:off x="5358486" y="5591463"/>
              <a:ext cx="156600" cy="313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646BF941-4B55-1ED6-EEE1-DE92F49418F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340846" y="5573823"/>
                <a:ext cx="1922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6385A7D-8782-6FE0-29A2-53A7D4E27067}"/>
                  </a:ext>
                </a:extLst>
              </p14:cNvPr>
              <p14:cNvContentPartPr/>
              <p14:nvPr/>
            </p14:nvContentPartPr>
            <p14:xfrm>
              <a:off x="5689326" y="5413983"/>
              <a:ext cx="47520" cy="3873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6385A7D-8782-6FE0-29A2-53A7D4E2706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671686" y="5396343"/>
                <a:ext cx="83160" cy="4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61B40134-F76E-2191-65C8-63DD7A5DB31C}"/>
                  </a:ext>
                </a:extLst>
              </p14:cNvPr>
              <p14:cNvContentPartPr/>
              <p14:nvPr/>
            </p14:nvContentPartPr>
            <p14:xfrm>
              <a:off x="5946726" y="5608743"/>
              <a:ext cx="184320" cy="4068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61B40134-F76E-2191-65C8-63DD7A5DB31C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929086" y="5591103"/>
                <a:ext cx="219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AEF45488-8545-8575-765D-8D47CEE5B525}"/>
                  </a:ext>
                </a:extLst>
              </p14:cNvPr>
              <p14:cNvContentPartPr/>
              <p14:nvPr/>
            </p14:nvContentPartPr>
            <p14:xfrm>
              <a:off x="5943846" y="5672103"/>
              <a:ext cx="252360" cy="4824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AEF45488-8545-8575-765D-8D47CEE5B52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5926206" y="5654463"/>
                <a:ext cx="2880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95DF6E9E-E70E-449E-F419-CD8832321F36}"/>
                  </a:ext>
                </a:extLst>
              </p14:cNvPr>
              <p14:cNvContentPartPr/>
              <p14:nvPr/>
            </p14:nvContentPartPr>
            <p14:xfrm>
              <a:off x="6030606" y="5519463"/>
              <a:ext cx="20520" cy="24948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95DF6E9E-E70E-449E-F419-CD8832321F3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012606" y="5501823"/>
                <a:ext cx="5616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03DA7C10-41A6-00B9-5A2E-8643C415D98A}"/>
                  </a:ext>
                </a:extLst>
              </p14:cNvPr>
              <p14:cNvContentPartPr/>
              <p14:nvPr/>
            </p14:nvContentPartPr>
            <p14:xfrm>
              <a:off x="6225006" y="5447103"/>
              <a:ext cx="291960" cy="2696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03DA7C10-41A6-00B9-5A2E-8643C415D98A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207366" y="5429103"/>
                <a:ext cx="32760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9CD98A9-F854-13AE-D286-3F0F2F0F31D2}"/>
                  </a:ext>
                </a:extLst>
              </p14:cNvPr>
              <p14:cNvContentPartPr/>
              <p14:nvPr/>
            </p14:nvContentPartPr>
            <p14:xfrm>
              <a:off x="6601206" y="5971983"/>
              <a:ext cx="11520" cy="324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9CD98A9-F854-13AE-D286-3F0F2F0F31D2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583206" y="5953983"/>
                <a:ext cx="471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29BC128E-8A8C-69AA-4779-3F984DFC649D}"/>
                  </a:ext>
                </a:extLst>
              </p14:cNvPr>
              <p14:cNvContentPartPr/>
              <p14:nvPr/>
            </p14:nvContentPartPr>
            <p14:xfrm>
              <a:off x="112926" y="4608303"/>
              <a:ext cx="17640" cy="2649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29BC128E-8A8C-69AA-4779-3F984DFC649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95286" y="4590663"/>
                <a:ext cx="532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BAB790D2-D84A-6B55-CBE1-1B4EFCF90129}"/>
                  </a:ext>
                </a:extLst>
              </p14:cNvPr>
              <p14:cNvContentPartPr/>
              <p14:nvPr/>
            </p14:nvContentPartPr>
            <p14:xfrm>
              <a:off x="103206" y="4418583"/>
              <a:ext cx="218160" cy="74484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BAB790D2-D84A-6B55-CBE1-1B4EFCF90129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5206" y="4400583"/>
                <a:ext cx="253800" cy="78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66B358E-4A5A-2B39-3900-8C00790A2290}"/>
                  </a:ext>
                </a:extLst>
              </p14:cNvPr>
              <p14:cNvContentPartPr/>
              <p14:nvPr/>
            </p14:nvContentPartPr>
            <p14:xfrm>
              <a:off x="651486" y="4624863"/>
              <a:ext cx="239400" cy="3592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66B358E-4A5A-2B39-3900-8C00790A2290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33846" y="4607223"/>
                <a:ext cx="27504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6125C4D6-1E4E-953D-B060-EAC46C5A8E5B}"/>
                  </a:ext>
                </a:extLst>
              </p14:cNvPr>
              <p14:cNvContentPartPr/>
              <p14:nvPr/>
            </p14:nvContentPartPr>
            <p14:xfrm>
              <a:off x="948126" y="4699023"/>
              <a:ext cx="425880" cy="27252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6125C4D6-1E4E-953D-B060-EAC46C5A8E5B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930126" y="4681383"/>
                <a:ext cx="46152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2032E40-3C4C-C360-B8B6-31BE9D2C679E}"/>
                  </a:ext>
                </a:extLst>
              </p14:cNvPr>
              <p14:cNvContentPartPr/>
              <p14:nvPr/>
            </p14:nvContentPartPr>
            <p14:xfrm>
              <a:off x="1578486" y="4848783"/>
              <a:ext cx="221040" cy="131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2032E40-3C4C-C360-B8B6-31BE9D2C679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1560486" y="4830783"/>
                <a:ext cx="2566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DAC51EE-8AD6-6519-BCFB-4BBD7D58A807}"/>
                  </a:ext>
                </a:extLst>
              </p14:cNvPr>
              <p14:cNvContentPartPr/>
              <p14:nvPr/>
            </p14:nvContentPartPr>
            <p14:xfrm>
              <a:off x="1815726" y="4850943"/>
              <a:ext cx="180360" cy="12564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DAC51EE-8AD6-6519-BCFB-4BBD7D58A807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1797726" y="4833303"/>
                <a:ext cx="21600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02E2C37-C328-9C49-DEDF-EF3C7CF1CE34}"/>
                  </a:ext>
                </a:extLst>
              </p14:cNvPr>
              <p14:cNvContentPartPr/>
              <p14:nvPr/>
            </p14:nvContentPartPr>
            <p14:xfrm>
              <a:off x="2022726" y="4622343"/>
              <a:ext cx="497160" cy="371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02E2C37-C328-9C49-DEDF-EF3C7CF1CE34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2004726" y="4604343"/>
                <a:ext cx="5328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9BCD4D08-1179-679E-0325-834BB7F1C84F}"/>
                  </a:ext>
                </a:extLst>
              </p14:cNvPr>
              <p14:cNvContentPartPr/>
              <p14:nvPr/>
            </p14:nvContentPartPr>
            <p14:xfrm>
              <a:off x="2807166" y="4713063"/>
              <a:ext cx="374760" cy="69588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9BCD4D08-1179-679E-0325-834BB7F1C84F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2789526" y="4695063"/>
                <a:ext cx="410400" cy="73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A8B2A1B9-9C4F-F92F-0237-015115901BA6}"/>
                  </a:ext>
                </a:extLst>
              </p14:cNvPr>
              <p14:cNvContentPartPr/>
              <p14:nvPr/>
            </p14:nvContentPartPr>
            <p14:xfrm>
              <a:off x="1671006" y="5060463"/>
              <a:ext cx="918360" cy="118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A8B2A1B9-9C4F-F92F-0237-015115901BA6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653006" y="5042463"/>
                <a:ext cx="9540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B240B280-0A19-F5A0-4425-D48D54E3BE81}"/>
                  </a:ext>
                </a:extLst>
              </p14:cNvPr>
              <p14:cNvContentPartPr/>
              <p14:nvPr/>
            </p14:nvContentPartPr>
            <p14:xfrm>
              <a:off x="2811846" y="5718543"/>
              <a:ext cx="17280" cy="468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B240B280-0A19-F5A0-4425-D48D54E3BE81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793846" y="5700903"/>
                <a:ext cx="529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B5CE7F9-C69C-EFBC-0AE1-B073DD01E206}"/>
                  </a:ext>
                </a:extLst>
              </p14:cNvPr>
              <p14:cNvContentPartPr/>
              <p14:nvPr/>
            </p14:nvContentPartPr>
            <p14:xfrm>
              <a:off x="2463366" y="6690183"/>
              <a:ext cx="360" cy="3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B5CE7F9-C69C-EFBC-0AE1-B073DD01E206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445366" y="667218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63F59324-0CBD-1C28-C209-4157D1F26A2A}"/>
                  </a:ext>
                </a:extLst>
              </p14:cNvPr>
              <p14:cNvContentPartPr/>
              <p14:nvPr/>
            </p14:nvContentPartPr>
            <p14:xfrm>
              <a:off x="18966" y="6053703"/>
              <a:ext cx="51480" cy="20304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63F59324-0CBD-1C28-C209-4157D1F26A2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326" y="6036063"/>
                <a:ext cx="8712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ED4E81F1-5D32-B8B2-1D59-57A0AF4078BB}"/>
                  </a:ext>
                </a:extLst>
              </p14:cNvPr>
              <p14:cNvContentPartPr/>
              <p14:nvPr/>
            </p14:nvContentPartPr>
            <p14:xfrm>
              <a:off x="81374" y="6005823"/>
              <a:ext cx="207000" cy="25668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ED4E81F1-5D32-B8B2-1D59-57A0AF4078B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3374" y="5988183"/>
                <a:ext cx="24264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D9645626-B87A-D70B-83AC-D47E11ADEE2F}"/>
                  </a:ext>
                </a:extLst>
              </p14:cNvPr>
              <p14:cNvContentPartPr/>
              <p14:nvPr/>
            </p14:nvContentPartPr>
            <p14:xfrm>
              <a:off x="358214" y="6036063"/>
              <a:ext cx="345960" cy="2455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D9645626-B87A-D70B-83AC-D47E11ADEE2F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340574" y="6018063"/>
                <a:ext cx="3816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BC1C73D-2C14-4DBE-DCDE-D2E3F739BAFE}"/>
                  </a:ext>
                </a:extLst>
              </p14:cNvPr>
              <p14:cNvContentPartPr/>
              <p14:nvPr/>
            </p14:nvContentPartPr>
            <p14:xfrm>
              <a:off x="585014" y="6087903"/>
              <a:ext cx="174240" cy="108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BC1C73D-2C14-4DBE-DCDE-D2E3F739BAFE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567014" y="6069903"/>
                <a:ext cx="2098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AC3F8499-2518-505E-A508-13F0DB590DD1}"/>
                  </a:ext>
                </a:extLst>
              </p14:cNvPr>
              <p14:cNvContentPartPr/>
              <p14:nvPr/>
            </p14:nvContentPartPr>
            <p14:xfrm>
              <a:off x="1145534" y="6166383"/>
              <a:ext cx="14040" cy="15552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AC3F8499-2518-505E-A508-13F0DB590DD1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127894" y="6148743"/>
                <a:ext cx="496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1FA5C263-FD80-31A9-F70D-1916F357B381}"/>
                  </a:ext>
                </a:extLst>
              </p14:cNvPr>
              <p14:cNvContentPartPr/>
              <p14:nvPr/>
            </p14:nvContentPartPr>
            <p14:xfrm>
              <a:off x="1228334" y="6046503"/>
              <a:ext cx="27720" cy="4644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1FA5C263-FD80-31A9-F70D-1916F357B38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210334" y="6028863"/>
                <a:ext cx="633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4126F243-54CE-47D4-E0DF-E94F3CF5700A}"/>
                  </a:ext>
                </a:extLst>
              </p14:cNvPr>
              <p14:cNvContentPartPr/>
              <p14:nvPr/>
            </p14:nvContentPartPr>
            <p14:xfrm>
              <a:off x="1227974" y="6054783"/>
              <a:ext cx="191520" cy="4521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4126F243-54CE-47D4-E0DF-E94F3CF5700A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210334" y="6037143"/>
                <a:ext cx="22716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D41659CF-4391-3F6D-F18C-B269F70EC7AC}"/>
                  </a:ext>
                </a:extLst>
              </p14:cNvPr>
              <p14:cNvContentPartPr/>
              <p14:nvPr/>
            </p14:nvContentPartPr>
            <p14:xfrm>
              <a:off x="1228694" y="6215343"/>
              <a:ext cx="215280" cy="14256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D41659CF-4391-3F6D-F18C-B269F70EC7A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210694" y="6197703"/>
                <a:ext cx="25092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DB0A7FFC-EB23-1381-9444-7E5E3EF1794B}"/>
                  </a:ext>
                </a:extLst>
              </p14:cNvPr>
              <p14:cNvContentPartPr/>
              <p14:nvPr/>
            </p14:nvContentPartPr>
            <p14:xfrm>
              <a:off x="1738454" y="6062703"/>
              <a:ext cx="307080" cy="31788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DB0A7FFC-EB23-1381-9444-7E5E3EF1794B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720814" y="6045063"/>
                <a:ext cx="342720" cy="35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B1525F97-84BA-DD6B-7ECB-99392A2E65D2}"/>
                  </a:ext>
                </a:extLst>
              </p14:cNvPr>
              <p14:cNvContentPartPr/>
              <p14:nvPr/>
            </p14:nvContentPartPr>
            <p14:xfrm>
              <a:off x="2613254" y="6216063"/>
              <a:ext cx="186120" cy="15012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B1525F97-84BA-DD6B-7ECB-99392A2E65D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2595614" y="6198063"/>
                <a:ext cx="22176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16CEC1CA-7224-B875-4432-2804E0C39908}"/>
                  </a:ext>
                </a:extLst>
              </p14:cNvPr>
              <p14:cNvContentPartPr/>
              <p14:nvPr/>
            </p14:nvContentPartPr>
            <p14:xfrm>
              <a:off x="2668334" y="6061263"/>
              <a:ext cx="10080" cy="32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16CEC1CA-7224-B875-4432-2804E0C39908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650694" y="6043263"/>
                <a:ext cx="4572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1B4800D6-26BF-7100-9827-610CBDC36055}"/>
                  </a:ext>
                </a:extLst>
              </p14:cNvPr>
              <p14:cNvContentPartPr/>
              <p14:nvPr/>
            </p14:nvContentPartPr>
            <p14:xfrm>
              <a:off x="3130214" y="6182943"/>
              <a:ext cx="230400" cy="1742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1B4800D6-26BF-7100-9827-610CBDC3605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112574" y="6164943"/>
                <a:ext cx="26604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6" name="Ink 235">
                <a:extLst>
                  <a:ext uri="{FF2B5EF4-FFF2-40B4-BE49-F238E27FC236}">
                    <a16:creationId xmlns:a16="http://schemas.microsoft.com/office/drawing/2014/main" id="{3A0111FF-CCC1-813F-ACCA-C2C3F2DB3FB1}"/>
                  </a:ext>
                </a:extLst>
              </p14:cNvPr>
              <p14:cNvContentPartPr/>
              <p14:nvPr/>
            </p14:nvContentPartPr>
            <p14:xfrm>
              <a:off x="3446654" y="6186903"/>
              <a:ext cx="44280" cy="151920"/>
            </p14:xfrm>
          </p:contentPart>
        </mc:Choice>
        <mc:Fallback xmlns="">
          <p:pic>
            <p:nvPicPr>
              <p:cNvPr id="236" name="Ink 235">
                <a:extLst>
                  <a:ext uri="{FF2B5EF4-FFF2-40B4-BE49-F238E27FC236}">
                    <a16:creationId xmlns:a16="http://schemas.microsoft.com/office/drawing/2014/main" id="{3A0111FF-CCC1-813F-ACCA-C2C3F2DB3FB1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3429014" y="6169263"/>
                <a:ext cx="799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977CAB70-CA78-C957-28FA-817F04ECD864}"/>
                  </a:ext>
                </a:extLst>
              </p14:cNvPr>
              <p14:cNvContentPartPr/>
              <p14:nvPr/>
            </p14:nvContentPartPr>
            <p14:xfrm>
              <a:off x="3525854" y="6057303"/>
              <a:ext cx="22320" cy="396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977CAB70-CA78-C957-28FA-817F04ECD864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3508214" y="6039303"/>
                <a:ext cx="579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987FBAFB-7D11-D0C7-3458-1C580F2261C0}"/>
                  </a:ext>
                </a:extLst>
              </p14:cNvPr>
              <p14:cNvContentPartPr/>
              <p14:nvPr/>
            </p14:nvContentPartPr>
            <p14:xfrm>
              <a:off x="3537014" y="6213903"/>
              <a:ext cx="193320" cy="14760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987FBAFB-7D11-D0C7-3458-1C580F2261C0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519014" y="6195903"/>
                <a:ext cx="2289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747EBD4A-294F-7F86-1950-1BC3FA06DE67}"/>
                  </a:ext>
                </a:extLst>
              </p14:cNvPr>
              <p14:cNvContentPartPr/>
              <p14:nvPr/>
            </p14:nvContentPartPr>
            <p14:xfrm>
              <a:off x="3663734" y="6215343"/>
              <a:ext cx="214920" cy="4957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747EBD4A-294F-7F86-1950-1BC3FA06DE6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3645734" y="6197703"/>
                <a:ext cx="250560" cy="53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679FCFDD-9325-A958-F822-9AA12366AC6E}"/>
                  </a:ext>
                </a:extLst>
              </p14:cNvPr>
              <p14:cNvContentPartPr/>
              <p14:nvPr/>
            </p14:nvContentPartPr>
            <p14:xfrm>
              <a:off x="3977654" y="6099423"/>
              <a:ext cx="421200" cy="30528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679FCFDD-9325-A958-F822-9AA12366AC6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3959654" y="6081783"/>
                <a:ext cx="45684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D87D782E-688D-DFA2-D72F-19DE5420745D}"/>
                  </a:ext>
                </a:extLst>
              </p14:cNvPr>
              <p14:cNvContentPartPr/>
              <p14:nvPr/>
            </p14:nvContentPartPr>
            <p14:xfrm>
              <a:off x="4438094" y="6233343"/>
              <a:ext cx="143280" cy="14328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D87D782E-688D-DFA2-D72F-19DE5420745D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4420454" y="6215703"/>
                <a:ext cx="178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CBE0348-4A32-E0D6-F9C7-23611DD3733C}"/>
                  </a:ext>
                </a:extLst>
              </p14:cNvPr>
              <p14:cNvContentPartPr/>
              <p14:nvPr/>
            </p14:nvContentPartPr>
            <p14:xfrm>
              <a:off x="4651934" y="6169623"/>
              <a:ext cx="252360" cy="205560"/>
            </p14:xfrm>
          </p:contentPart>
        </mc:Choice>
        <mc:Fallback xmlns=""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CBE0348-4A32-E0D6-F9C7-23611DD3733C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4633934" y="6151623"/>
                <a:ext cx="28800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AB55A97B-9393-2E02-CD55-EF1FD9BBA023}"/>
                  </a:ext>
                </a:extLst>
              </p14:cNvPr>
              <p14:cNvContentPartPr/>
              <p14:nvPr/>
            </p14:nvContentPartPr>
            <p14:xfrm>
              <a:off x="5303534" y="6312543"/>
              <a:ext cx="84600" cy="15372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AB55A97B-9393-2E02-CD55-EF1FD9BBA023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5285894" y="6294543"/>
                <a:ext cx="12024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F9EA5D1D-F1F6-76E5-2BFD-3755EBE563F0}"/>
                  </a:ext>
                </a:extLst>
              </p14:cNvPr>
              <p14:cNvContentPartPr/>
              <p14:nvPr/>
            </p14:nvContentPartPr>
            <p14:xfrm>
              <a:off x="5816894" y="6109503"/>
              <a:ext cx="48600" cy="3416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F9EA5D1D-F1F6-76E5-2BFD-3755EBE563F0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5799254" y="6091503"/>
                <a:ext cx="842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7458D7EB-B580-4424-E08C-20444E151781}"/>
                  </a:ext>
                </a:extLst>
              </p14:cNvPr>
              <p14:cNvContentPartPr/>
              <p14:nvPr/>
            </p14:nvContentPartPr>
            <p14:xfrm>
              <a:off x="6037214" y="6167823"/>
              <a:ext cx="165600" cy="24840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7458D7EB-B580-4424-E08C-20444E151781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6019574" y="6149823"/>
                <a:ext cx="20124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1C9CA369-5947-9480-860B-EF28E9EDE245}"/>
                  </a:ext>
                </a:extLst>
              </p14:cNvPr>
              <p14:cNvContentPartPr/>
              <p14:nvPr/>
            </p14:nvContentPartPr>
            <p14:xfrm>
              <a:off x="6039734" y="6288063"/>
              <a:ext cx="121320" cy="4500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1C9CA369-5947-9480-860B-EF28E9EDE245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6021734" y="6270063"/>
                <a:ext cx="1569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1E7D8B4E-23BB-4B93-471F-706322628364}"/>
                  </a:ext>
                </a:extLst>
              </p14:cNvPr>
              <p14:cNvContentPartPr/>
              <p14:nvPr/>
            </p14:nvContentPartPr>
            <p14:xfrm>
              <a:off x="6274094" y="6118863"/>
              <a:ext cx="33840" cy="32076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1E7D8B4E-23BB-4B93-471F-70632262836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6256094" y="6101223"/>
                <a:ext cx="694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0DADE099-7AD5-427A-20B7-BE3CCA27D1BB}"/>
                  </a:ext>
                </a:extLst>
              </p14:cNvPr>
              <p14:cNvContentPartPr/>
              <p14:nvPr/>
            </p14:nvContentPartPr>
            <p14:xfrm>
              <a:off x="6600614" y="6234423"/>
              <a:ext cx="238680" cy="4176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0DADE099-7AD5-427A-20B7-BE3CCA27D1BB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6582614" y="6216423"/>
                <a:ext cx="27432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77585ACD-6933-E8EE-87D8-59054CE68EEB}"/>
                  </a:ext>
                </a:extLst>
              </p14:cNvPr>
              <p14:cNvContentPartPr/>
              <p14:nvPr/>
            </p14:nvContentPartPr>
            <p14:xfrm>
              <a:off x="6598094" y="6327663"/>
              <a:ext cx="275040" cy="439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77585ACD-6933-E8EE-87D8-59054CE68EE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580454" y="6309663"/>
                <a:ext cx="3106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133C4676-2C9B-7605-FD6A-B6E346573782}"/>
                  </a:ext>
                </a:extLst>
              </p14:cNvPr>
              <p14:cNvContentPartPr/>
              <p14:nvPr/>
            </p14:nvContentPartPr>
            <p14:xfrm>
              <a:off x="7026854" y="6121023"/>
              <a:ext cx="263520" cy="28512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133C4676-2C9B-7605-FD6A-B6E346573782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7009214" y="6103383"/>
                <a:ext cx="2991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55" name="Ink 254">
                <a:extLst>
                  <a:ext uri="{FF2B5EF4-FFF2-40B4-BE49-F238E27FC236}">
                    <a16:creationId xmlns:a16="http://schemas.microsoft.com/office/drawing/2014/main" id="{C18B7312-F4D5-9C77-1185-4C5C08F73836}"/>
                  </a:ext>
                </a:extLst>
              </p14:cNvPr>
              <p14:cNvContentPartPr/>
              <p14:nvPr/>
            </p14:nvContentPartPr>
            <p14:xfrm>
              <a:off x="7473254" y="6399303"/>
              <a:ext cx="131760" cy="122400"/>
            </p14:xfrm>
          </p:contentPart>
        </mc:Choice>
        <mc:Fallback xmlns="">
          <p:pic>
            <p:nvPicPr>
              <p:cNvPr id="255" name="Ink 254">
                <a:extLst>
                  <a:ext uri="{FF2B5EF4-FFF2-40B4-BE49-F238E27FC236}">
                    <a16:creationId xmlns:a16="http://schemas.microsoft.com/office/drawing/2014/main" id="{C18B7312-F4D5-9C77-1185-4C5C08F73836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7455614" y="6381303"/>
                <a:ext cx="1674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256" name="Ink 255">
                <a:extLst>
                  <a:ext uri="{FF2B5EF4-FFF2-40B4-BE49-F238E27FC236}">
                    <a16:creationId xmlns:a16="http://schemas.microsoft.com/office/drawing/2014/main" id="{5B416108-06E7-9FD1-5858-A7E6D9287BE3}"/>
                  </a:ext>
                </a:extLst>
              </p14:cNvPr>
              <p14:cNvContentPartPr/>
              <p14:nvPr/>
            </p14:nvContentPartPr>
            <p14:xfrm>
              <a:off x="7974374" y="6159543"/>
              <a:ext cx="324000" cy="262440"/>
            </p14:xfrm>
          </p:contentPart>
        </mc:Choice>
        <mc:Fallback xmlns="">
          <p:pic>
            <p:nvPicPr>
              <p:cNvPr id="256" name="Ink 255">
                <a:extLst>
                  <a:ext uri="{FF2B5EF4-FFF2-40B4-BE49-F238E27FC236}">
                    <a16:creationId xmlns:a16="http://schemas.microsoft.com/office/drawing/2014/main" id="{5B416108-06E7-9FD1-5858-A7E6D9287BE3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7956734" y="6141543"/>
                <a:ext cx="3596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0C57DA67-719D-1DB9-4843-29E468CEA23C}"/>
                  </a:ext>
                </a:extLst>
              </p14:cNvPr>
              <p14:cNvContentPartPr/>
              <p14:nvPr/>
            </p14:nvContentPartPr>
            <p14:xfrm>
              <a:off x="8373974" y="6149103"/>
              <a:ext cx="163800" cy="18252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0C57DA67-719D-1DB9-4843-29E468CEA23C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8356334" y="6131103"/>
                <a:ext cx="199440" cy="21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155E590-0122-6622-9327-119EE9A97B3C}"/>
                  </a:ext>
                </a:extLst>
              </p14:cNvPr>
              <p14:cNvContentPartPr/>
              <p14:nvPr/>
            </p14:nvContentPartPr>
            <p14:xfrm>
              <a:off x="8659814" y="6164583"/>
              <a:ext cx="312120" cy="15804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155E590-0122-6622-9327-119EE9A97B3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8641814" y="6146943"/>
                <a:ext cx="3477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FDF4C57A-8622-E6BC-B72D-F157A770845E}"/>
                  </a:ext>
                </a:extLst>
              </p14:cNvPr>
              <p14:cNvContentPartPr/>
              <p14:nvPr/>
            </p14:nvContentPartPr>
            <p14:xfrm>
              <a:off x="9023054" y="5932743"/>
              <a:ext cx="232920" cy="39096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FDF4C57A-8622-E6BC-B72D-F157A770845E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9005054" y="5915103"/>
                <a:ext cx="26856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262" name="Ink 261">
                <a:extLst>
                  <a:ext uri="{FF2B5EF4-FFF2-40B4-BE49-F238E27FC236}">
                    <a16:creationId xmlns:a16="http://schemas.microsoft.com/office/drawing/2014/main" id="{3FF6707B-DEEC-8E39-39D1-3FDF2ADC04B1}"/>
                  </a:ext>
                </a:extLst>
              </p14:cNvPr>
              <p14:cNvContentPartPr/>
              <p14:nvPr/>
            </p14:nvContentPartPr>
            <p14:xfrm>
              <a:off x="9612374" y="6050463"/>
              <a:ext cx="345960" cy="588600"/>
            </p14:xfrm>
          </p:contentPart>
        </mc:Choice>
        <mc:Fallback xmlns="">
          <p:pic>
            <p:nvPicPr>
              <p:cNvPr id="262" name="Ink 261">
                <a:extLst>
                  <a:ext uri="{FF2B5EF4-FFF2-40B4-BE49-F238E27FC236}">
                    <a16:creationId xmlns:a16="http://schemas.microsoft.com/office/drawing/2014/main" id="{3FF6707B-DEEC-8E39-39D1-3FDF2ADC04B1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9594734" y="6032823"/>
                <a:ext cx="381600" cy="62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9489776F-4B37-F36E-6C43-CEAD2F5CEB9E}"/>
                  </a:ext>
                </a:extLst>
              </p14:cNvPr>
              <p14:cNvContentPartPr/>
              <p14:nvPr/>
            </p14:nvContentPartPr>
            <p14:xfrm>
              <a:off x="10161374" y="6062703"/>
              <a:ext cx="553680" cy="316440"/>
            </p14:xfrm>
          </p:contentPart>
        </mc:Choice>
        <mc:Fallback xmlns=""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9489776F-4B37-F36E-6C43-CEAD2F5CEB9E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0143374" y="6045063"/>
                <a:ext cx="58932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25B7D550-AB4B-3374-7A3F-9E940E9DE654}"/>
                  </a:ext>
                </a:extLst>
              </p14:cNvPr>
              <p14:cNvContentPartPr/>
              <p14:nvPr/>
            </p14:nvContentPartPr>
            <p14:xfrm>
              <a:off x="10244894" y="6148383"/>
              <a:ext cx="211680" cy="27720"/>
            </p14:xfrm>
          </p:contentPart>
        </mc:Choice>
        <mc:Fallback xmlns=""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25B7D550-AB4B-3374-7A3F-9E940E9DE654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10226894" y="6130383"/>
                <a:ext cx="2473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589DD8C4-6317-C4D9-CB5D-C03A3AC27457}"/>
                  </a:ext>
                </a:extLst>
              </p14:cNvPr>
              <p14:cNvContentPartPr/>
              <p14:nvPr/>
            </p14:nvContentPartPr>
            <p14:xfrm>
              <a:off x="10638734" y="6154503"/>
              <a:ext cx="168480" cy="21240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589DD8C4-6317-C4D9-CB5D-C03A3AC27457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10620734" y="6136503"/>
                <a:ext cx="20412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3E9C5EE-6A77-8F49-8381-1F1B9E27D530}"/>
                  </a:ext>
                </a:extLst>
              </p14:cNvPr>
              <p14:cNvContentPartPr/>
              <p14:nvPr/>
            </p14:nvContentPartPr>
            <p14:xfrm>
              <a:off x="10981454" y="6115263"/>
              <a:ext cx="282600" cy="19800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3E9C5EE-6A77-8F49-8381-1F1B9E27D530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10963454" y="6097623"/>
                <a:ext cx="31824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1C266F1E-8668-565D-C83A-B5AD48975B3D}"/>
                  </a:ext>
                </a:extLst>
              </p14:cNvPr>
              <p14:cNvContentPartPr/>
              <p14:nvPr/>
            </p14:nvContentPartPr>
            <p14:xfrm>
              <a:off x="11309414" y="5929863"/>
              <a:ext cx="282600" cy="40068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1C266F1E-8668-565D-C83A-B5AD48975B3D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11291414" y="5911863"/>
                <a:ext cx="3182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E8DC6896-3354-3047-9285-D5AE818D91DF}"/>
                  </a:ext>
                </a:extLst>
              </p14:cNvPr>
              <p14:cNvContentPartPr/>
              <p14:nvPr/>
            </p14:nvContentPartPr>
            <p14:xfrm>
              <a:off x="11399414" y="6037143"/>
              <a:ext cx="228600" cy="30600"/>
            </p14:xfrm>
          </p:contentPart>
        </mc:Choice>
        <mc:Fallback xmlns=""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E8DC6896-3354-3047-9285-D5AE818D91DF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11381774" y="6019503"/>
                <a:ext cx="26424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55581D97-8196-F990-A67C-F6DAE6A03581}"/>
                  </a:ext>
                </a:extLst>
              </p14:cNvPr>
              <p14:cNvContentPartPr/>
              <p14:nvPr/>
            </p14:nvContentPartPr>
            <p14:xfrm>
              <a:off x="11598494" y="6119223"/>
              <a:ext cx="209880" cy="18432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55581D97-8196-F990-A67C-F6DAE6A03581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11580494" y="6101583"/>
                <a:ext cx="2455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9DEA62B8-9588-358D-F75E-E041B73F4C3C}"/>
                  </a:ext>
                </a:extLst>
              </p14:cNvPr>
              <p14:cNvContentPartPr/>
              <p14:nvPr/>
            </p14:nvContentPartPr>
            <p14:xfrm>
              <a:off x="11810174" y="5993223"/>
              <a:ext cx="38880" cy="583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9DEA62B8-9588-358D-F75E-E041B73F4C3C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11792174" y="5975223"/>
                <a:ext cx="745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8A80CF4E-5A4F-03CD-9896-980F24ABE2AA}"/>
                  </a:ext>
                </a:extLst>
              </p14:cNvPr>
              <p14:cNvContentPartPr/>
              <p14:nvPr/>
            </p14:nvContentPartPr>
            <p14:xfrm>
              <a:off x="11905214" y="6108063"/>
              <a:ext cx="129240" cy="1501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8A80CF4E-5A4F-03CD-9896-980F24ABE2AA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11887574" y="6090063"/>
                <a:ext cx="16488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531E814B-010A-1BA1-6483-6322A8ECC134}"/>
                  </a:ext>
                </a:extLst>
              </p14:cNvPr>
              <p14:cNvContentPartPr/>
              <p14:nvPr/>
            </p14:nvContentPartPr>
            <p14:xfrm>
              <a:off x="11841854" y="6102303"/>
              <a:ext cx="232920" cy="23112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531E814B-010A-1BA1-6483-6322A8ECC134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1824214" y="6084663"/>
                <a:ext cx="26856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3ED09EE6-2263-5100-2596-5A809660B2BB}"/>
                  </a:ext>
                </a:extLst>
              </p14:cNvPr>
              <p14:cNvContentPartPr/>
              <p14:nvPr/>
            </p14:nvContentPartPr>
            <p14:xfrm>
              <a:off x="11032934" y="6570303"/>
              <a:ext cx="254160" cy="2242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3ED09EE6-2263-5100-2596-5A809660B2BB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1014934" y="6552663"/>
                <a:ext cx="2898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81" name="Ink 280">
                <a:extLst>
                  <a:ext uri="{FF2B5EF4-FFF2-40B4-BE49-F238E27FC236}">
                    <a16:creationId xmlns:a16="http://schemas.microsoft.com/office/drawing/2014/main" id="{5D8234B4-17D3-45BD-1D27-7C5952F6A6D1}"/>
                  </a:ext>
                </a:extLst>
              </p14:cNvPr>
              <p14:cNvContentPartPr/>
              <p14:nvPr/>
            </p14:nvContentPartPr>
            <p14:xfrm>
              <a:off x="6293174" y="4655823"/>
              <a:ext cx="825480" cy="649440"/>
            </p14:xfrm>
          </p:contentPart>
        </mc:Choice>
        <mc:Fallback xmlns="">
          <p:pic>
            <p:nvPicPr>
              <p:cNvPr id="281" name="Ink 280">
                <a:extLst>
                  <a:ext uri="{FF2B5EF4-FFF2-40B4-BE49-F238E27FC236}">
                    <a16:creationId xmlns:a16="http://schemas.microsoft.com/office/drawing/2014/main" id="{5D8234B4-17D3-45BD-1D27-7C5952F6A6D1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275174" y="4637823"/>
                <a:ext cx="861120" cy="68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7216F21-1A39-EE8B-C069-6668C0D503E8}"/>
              </a:ext>
            </a:extLst>
          </p:cNvPr>
          <p:cNvGrpSpPr/>
          <p:nvPr/>
        </p:nvGrpSpPr>
        <p:grpSpPr>
          <a:xfrm>
            <a:off x="584526" y="5343063"/>
            <a:ext cx="1353600" cy="376920"/>
            <a:chOff x="584526" y="5343063"/>
            <a:chExt cx="1353600" cy="37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7EE4C9B-67DF-CB91-CEC7-11AD102FEA41}"/>
                    </a:ext>
                  </a:extLst>
                </p14:cNvPr>
                <p14:cNvContentPartPr/>
                <p14:nvPr/>
              </p14:nvContentPartPr>
              <p14:xfrm>
                <a:off x="584526" y="5393463"/>
                <a:ext cx="324720" cy="213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7EE4C9B-67DF-CB91-CEC7-11AD102FEA41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66526" y="5375823"/>
                  <a:ext cx="3603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12ECD796-B351-DC0E-67D6-CA648E091358}"/>
                    </a:ext>
                  </a:extLst>
                </p14:cNvPr>
                <p14:cNvContentPartPr/>
                <p14:nvPr/>
              </p14:nvContentPartPr>
              <p14:xfrm>
                <a:off x="917526" y="5343063"/>
                <a:ext cx="610560" cy="295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12ECD796-B351-DC0E-67D6-CA648E091358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99526" y="5325423"/>
                  <a:ext cx="64620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EC3AE33-36FA-68D3-D75D-F3B2D92BF78D}"/>
                    </a:ext>
                  </a:extLst>
                </p14:cNvPr>
                <p14:cNvContentPartPr/>
                <p14:nvPr/>
              </p14:nvContentPartPr>
              <p14:xfrm>
                <a:off x="1719966" y="5478423"/>
                <a:ext cx="218160" cy="135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EC3AE33-36FA-68D3-D75D-F3B2D92BF78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701966" y="5460423"/>
                  <a:ext cx="253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3ABD83D-6F89-DB0E-5C4E-F905584EC8C0}"/>
                    </a:ext>
                  </a:extLst>
                </p14:cNvPr>
                <p14:cNvContentPartPr/>
                <p14:nvPr/>
              </p14:nvContentPartPr>
              <p14:xfrm>
                <a:off x="1600086" y="5718543"/>
                <a:ext cx="3960" cy="1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3ABD83D-6F89-DB0E-5C4E-F905584EC8C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582446" y="5700903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D49A596-D1A2-312F-1CAA-8705C2819F8B}"/>
                    </a:ext>
                  </a:extLst>
                </p14:cNvPr>
                <p14:cNvContentPartPr/>
                <p14:nvPr/>
              </p14:nvContentPartPr>
              <p14:xfrm>
                <a:off x="1908966" y="5713863"/>
                <a:ext cx="36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D49A596-D1A2-312F-1CAA-8705C2819F8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91326" y="56958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1EFF6AC6-5B7A-9C55-BB17-691BCB854E9D}"/>
                    </a:ext>
                  </a:extLst>
                </p14:cNvPr>
                <p14:cNvContentPartPr/>
                <p14:nvPr/>
              </p14:nvContentPartPr>
              <p14:xfrm>
                <a:off x="1793174" y="5694783"/>
                <a:ext cx="2880" cy="28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1EFF6AC6-5B7A-9C55-BB17-691BCB854E9D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775534" y="5676783"/>
                  <a:ext cx="385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05AA6645-1127-FDB5-7A45-EF84E99CEF4D}"/>
              </a:ext>
            </a:extLst>
          </p:cNvPr>
          <p:cNvGrpSpPr/>
          <p:nvPr/>
        </p:nvGrpSpPr>
        <p:grpSpPr>
          <a:xfrm>
            <a:off x="2241246" y="5339103"/>
            <a:ext cx="639848" cy="480960"/>
            <a:chOff x="2241246" y="5339103"/>
            <a:chExt cx="639848" cy="48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DAA2C01-BF93-8FE4-BE1B-F982C5EE1466}"/>
                    </a:ext>
                  </a:extLst>
                </p14:cNvPr>
                <p14:cNvContentPartPr/>
                <p14:nvPr/>
              </p14:nvContentPartPr>
              <p14:xfrm>
                <a:off x="2241246" y="5490303"/>
                <a:ext cx="30240" cy="155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DAA2C01-BF93-8FE4-BE1B-F982C5EE146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223246" y="5472303"/>
                  <a:ext cx="65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63B8916-BD09-3563-5E9D-9BFD1B8F3153}"/>
                    </a:ext>
                  </a:extLst>
                </p14:cNvPr>
                <p14:cNvContentPartPr/>
                <p14:nvPr/>
              </p14:nvContentPartPr>
              <p14:xfrm>
                <a:off x="2312526" y="5499663"/>
                <a:ext cx="93600" cy="1249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63B8916-BD09-3563-5E9D-9BFD1B8F3153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294526" y="5482023"/>
                  <a:ext cx="129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2AB7D5-ED69-BDD6-236D-40EAB9FD68C7}"/>
                    </a:ext>
                  </a:extLst>
                </p14:cNvPr>
                <p14:cNvContentPartPr/>
                <p14:nvPr/>
              </p14:nvContentPartPr>
              <p14:xfrm>
                <a:off x="2295966" y="5339103"/>
                <a:ext cx="7560" cy="33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2AB7D5-ED69-BDD6-236D-40EAB9FD68C7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278326" y="5321103"/>
                  <a:ext cx="432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19CB0FC-4852-78BE-86A2-BDE7F163C3EE}"/>
                    </a:ext>
                  </a:extLst>
                </p14:cNvPr>
                <p14:cNvContentPartPr/>
                <p14:nvPr/>
              </p14:nvContentPartPr>
              <p14:xfrm>
                <a:off x="2603046" y="5485983"/>
                <a:ext cx="263520" cy="1454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19CB0FC-4852-78BE-86A2-BDE7F163C3E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585046" y="5467983"/>
                  <a:ext cx="29916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65454E4-1D5C-0AB1-1D5C-324B7F6ACAE3}"/>
                    </a:ext>
                  </a:extLst>
                </p14:cNvPr>
                <p14:cNvContentPartPr/>
                <p14:nvPr/>
              </p14:nvContentPartPr>
              <p14:xfrm>
                <a:off x="2614694" y="5733663"/>
                <a:ext cx="266400" cy="32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65454E4-1D5C-0AB1-1D5C-324B7F6ACAE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2596694" y="5716023"/>
                  <a:ext cx="3020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C3B46D4D-6CFA-314B-8CE4-3531F94F2395}"/>
                    </a:ext>
                  </a:extLst>
                </p14:cNvPr>
                <p14:cNvContentPartPr/>
                <p14:nvPr/>
              </p14:nvContentPartPr>
              <p14:xfrm>
                <a:off x="2525774" y="5797743"/>
                <a:ext cx="318240" cy="223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C3B46D4D-6CFA-314B-8CE4-3531F94F2395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2507774" y="5780103"/>
                  <a:ext cx="353880" cy="57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3959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FE5952B-8156-4729-8CE2-7ADEEE1499FA}"/>
              </a:ext>
            </a:extLst>
          </p:cNvPr>
          <p:cNvGrpSpPr/>
          <p:nvPr/>
        </p:nvGrpSpPr>
        <p:grpSpPr>
          <a:xfrm>
            <a:off x="284286" y="152583"/>
            <a:ext cx="302760" cy="680400"/>
            <a:chOff x="284286" y="152583"/>
            <a:chExt cx="302760" cy="6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020E1A9-02D5-0240-1D86-F1667CC80501}"/>
                    </a:ext>
                  </a:extLst>
                </p14:cNvPr>
                <p14:cNvContentPartPr/>
                <p14:nvPr/>
              </p14:nvContentPartPr>
              <p14:xfrm>
                <a:off x="284286" y="302343"/>
                <a:ext cx="34200" cy="211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020E1A9-02D5-0240-1D86-F1667CC805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6646" y="284343"/>
                  <a:ext cx="69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0F94125-FCF0-E294-6945-2442B6276291}"/>
                    </a:ext>
                  </a:extLst>
                </p14:cNvPr>
                <p14:cNvContentPartPr/>
                <p14:nvPr/>
              </p14:nvContentPartPr>
              <p14:xfrm>
                <a:off x="405966" y="322143"/>
                <a:ext cx="26280" cy="159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0F94125-FCF0-E294-6945-2442B62762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7966" y="304143"/>
                  <a:ext cx="61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CC31864-87CC-DD06-2A0F-FA71C95FF349}"/>
                    </a:ext>
                  </a:extLst>
                </p14:cNvPr>
                <p14:cNvContentPartPr/>
                <p14:nvPr/>
              </p14:nvContentPartPr>
              <p14:xfrm>
                <a:off x="419286" y="152583"/>
                <a:ext cx="167760" cy="680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CC31864-87CC-DD06-2A0F-FA71C95FF3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646" y="134943"/>
                  <a:ext cx="203400" cy="71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828806-53F1-CC1C-B48D-9BBD790CCE8C}"/>
              </a:ext>
            </a:extLst>
          </p:cNvPr>
          <p:cNvGrpSpPr/>
          <p:nvPr/>
        </p:nvGrpSpPr>
        <p:grpSpPr>
          <a:xfrm>
            <a:off x="909966" y="265983"/>
            <a:ext cx="624240" cy="413280"/>
            <a:chOff x="909966" y="265983"/>
            <a:chExt cx="624240" cy="41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08F495C-B2F8-EC1D-8559-8F439711868E}"/>
                    </a:ext>
                  </a:extLst>
                </p14:cNvPr>
                <p14:cNvContentPartPr/>
                <p14:nvPr/>
              </p14:nvContentPartPr>
              <p14:xfrm>
                <a:off x="909966" y="265983"/>
                <a:ext cx="257040" cy="365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08F495C-B2F8-EC1D-8559-8F43971186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1966" y="247983"/>
                  <a:ext cx="2926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6BB6495-9E23-9663-F1B9-DBE7E6B3A18E}"/>
                    </a:ext>
                  </a:extLst>
                </p14:cNvPr>
                <p14:cNvContentPartPr/>
                <p14:nvPr/>
              </p14:nvContentPartPr>
              <p14:xfrm>
                <a:off x="1199406" y="318183"/>
                <a:ext cx="143640" cy="323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6BB6495-9E23-9663-F1B9-DBE7E6B3A1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1406" y="300183"/>
                  <a:ext cx="17928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07108FB-6175-7222-EF7C-4B8141D82BC0}"/>
                    </a:ext>
                  </a:extLst>
                </p14:cNvPr>
                <p14:cNvContentPartPr/>
                <p14:nvPr/>
              </p14:nvContentPartPr>
              <p14:xfrm>
                <a:off x="1392726" y="490623"/>
                <a:ext cx="141480" cy="188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07108FB-6175-7222-EF7C-4B8141D82B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4726" y="472983"/>
                  <a:ext cx="177120" cy="22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ADC262B-A2F9-0A25-A0A7-E8C69C3B2322}"/>
                  </a:ext>
                </a:extLst>
              </p14:cNvPr>
              <p14:cNvContentPartPr/>
              <p14:nvPr/>
            </p14:nvContentPartPr>
            <p14:xfrm>
              <a:off x="1984206" y="299103"/>
              <a:ext cx="932760" cy="352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ADC262B-A2F9-0A25-A0A7-E8C69C3B23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966206" y="281463"/>
                <a:ext cx="9684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508FF94-491A-702A-7BB6-CC2C25B4DA71}"/>
                  </a:ext>
                </a:extLst>
              </p14:cNvPr>
              <p14:cNvContentPartPr/>
              <p14:nvPr/>
            </p14:nvContentPartPr>
            <p14:xfrm>
              <a:off x="3480726" y="390543"/>
              <a:ext cx="357480" cy="648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508FF94-491A-702A-7BB6-CC2C25B4DA7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62726" y="372903"/>
                <a:ext cx="393120" cy="68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FCD71F-B7CE-A45A-90D1-B337362A4A23}"/>
                  </a:ext>
                </a:extLst>
              </p14:cNvPr>
              <p14:cNvContentPartPr/>
              <p14:nvPr/>
            </p14:nvContentPartPr>
            <p14:xfrm>
              <a:off x="4276326" y="494943"/>
              <a:ext cx="405000" cy="163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FCD71F-B7CE-A45A-90D1-B337362A4A2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58686" y="477303"/>
                <a:ext cx="44064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4D4AE208-FD2A-7C11-5DEB-2D434B9454C6}"/>
              </a:ext>
            </a:extLst>
          </p:cNvPr>
          <p:cNvGrpSpPr/>
          <p:nvPr/>
        </p:nvGrpSpPr>
        <p:grpSpPr>
          <a:xfrm>
            <a:off x="5101446" y="457143"/>
            <a:ext cx="877680" cy="177840"/>
            <a:chOff x="5101446" y="457143"/>
            <a:chExt cx="877680" cy="17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F11DC49-69A0-5117-46FD-8556E65EF717}"/>
                    </a:ext>
                  </a:extLst>
                </p14:cNvPr>
                <p14:cNvContentPartPr/>
                <p14:nvPr/>
              </p14:nvContentPartPr>
              <p14:xfrm>
                <a:off x="5101446" y="506463"/>
                <a:ext cx="227520" cy="128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F11DC49-69A0-5117-46FD-8556E65EF7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83806" y="488463"/>
                  <a:ext cx="263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2AACA9-5B2D-214D-556D-ECE071B4455F}"/>
                    </a:ext>
                  </a:extLst>
                </p14:cNvPr>
                <p14:cNvContentPartPr/>
                <p14:nvPr/>
              </p14:nvContentPartPr>
              <p14:xfrm>
                <a:off x="5412126" y="529503"/>
                <a:ext cx="129240" cy="81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2AACA9-5B2D-214D-556D-ECE071B4455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94486" y="511503"/>
                  <a:ext cx="1648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DA3E06B-7DAA-F19B-B6CA-FA61A9605453}"/>
                    </a:ext>
                  </a:extLst>
                </p14:cNvPr>
                <p14:cNvContentPartPr/>
                <p14:nvPr/>
              </p14:nvContentPartPr>
              <p14:xfrm>
                <a:off x="5463606" y="476583"/>
                <a:ext cx="126000" cy="155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DA3E06B-7DAA-F19B-B6CA-FA61A96054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45606" y="458583"/>
                  <a:ext cx="1616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C4E6A8-DFBB-FB92-C016-C0EA8E450D59}"/>
                    </a:ext>
                  </a:extLst>
                </p14:cNvPr>
                <p14:cNvContentPartPr/>
                <p14:nvPr/>
              </p14:nvContentPartPr>
              <p14:xfrm>
                <a:off x="5755926" y="457143"/>
                <a:ext cx="223200" cy="138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C4E6A8-DFBB-FB92-C016-C0EA8E450D5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37926" y="439503"/>
                  <a:ext cx="258840" cy="1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4719798-F823-B108-212E-ADAD8824FA00}"/>
              </a:ext>
            </a:extLst>
          </p:cNvPr>
          <p:cNvGrpSpPr/>
          <p:nvPr/>
        </p:nvGrpSpPr>
        <p:grpSpPr>
          <a:xfrm>
            <a:off x="6485646" y="256983"/>
            <a:ext cx="1176480" cy="362880"/>
            <a:chOff x="6485646" y="256983"/>
            <a:chExt cx="117648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814B5B1-AD8B-465D-3BDE-A0CAA2BEF982}"/>
                    </a:ext>
                  </a:extLst>
                </p14:cNvPr>
                <p14:cNvContentPartPr/>
                <p14:nvPr/>
              </p14:nvContentPartPr>
              <p14:xfrm>
                <a:off x="6485646" y="451023"/>
                <a:ext cx="232920" cy="158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814B5B1-AD8B-465D-3BDE-A0CAA2BEF98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68006" y="433023"/>
                  <a:ext cx="2685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A9E0F65-2634-7CBB-D997-84D5B970A9F5}"/>
                    </a:ext>
                  </a:extLst>
                </p14:cNvPr>
                <p14:cNvContentPartPr/>
                <p14:nvPr/>
              </p14:nvContentPartPr>
              <p14:xfrm>
                <a:off x="6770046" y="265623"/>
                <a:ext cx="589680" cy="354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A9E0F65-2634-7CBB-D997-84D5B970A9F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52046" y="247623"/>
                  <a:ext cx="6253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C0F029-D7D7-629D-5A15-8CEDBBF5415A}"/>
                    </a:ext>
                  </a:extLst>
                </p14:cNvPr>
                <p14:cNvContentPartPr/>
                <p14:nvPr/>
              </p14:nvContentPartPr>
              <p14:xfrm>
                <a:off x="7406886" y="472983"/>
                <a:ext cx="48960" cy="13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C0F029-D7D7-629D-5A15-8CEDBBF541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88886" y="455343"/>
                  <a:ext cx="84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D180A6B-33A9-BD1E-E181-CDF8AC43C76D}"/>
                    </a:ext>
                  </a:extLst>
                </p14:cNvPr>
                <p14:cNvContentPartPr/>
                <p14:nvPr/>
              </p14:nvContentPartPr>
              <p14:xfrm>
                <a:off x="7546926" y="483423"/>
                <a:ext cx="91080" cy="102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D180A6B-33A9-BD1E-E181-CDF8AC43C76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29286" y="465783"/>
                  <a:ext cx="126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AC6AD47-9EA8-B8B2-A1EA-1314AAAC97DB}"/>
                    </a:ext>
                  </a:extLst>
                </p14:cNvPr>
                <p14:cNvContentPartPr/>
                <p14:nvPr/>
              </p14:nvContentPartPr>
              <p14:xfrm>
                <a:off x="7511646" y="452823"/>
                <a:ext cx="150480" cy="144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AC6AD47-9EA8-B8B2-A1EA-1314AAAC97D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94006" y="435183"/>
                  <a:ext cx="186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33D4658-A2E7-68A4-FC23-CA3DC5313050}"/>
                    </a:ext>
                  </a:extLst>
                </p14:cNvPr>
                <p14:cNvContentPartPr/>
                <p14:nvPr/>
              </p14:nvContentPartPr>
              <p14:xfrm>
                <a:off x="7539366" y="271743"/>
                <a:ext cx="8280" cy="47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33D4658-A2E7-68A4-FC23-CA3DC531305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21366" y="253743"/>
                  <a:ext cx="43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FEF7C27-583C-7023-A1E8-91336A593799}"/>
                    </a:ext>
                  </a:extLst>
                </p14:cNvPr>
                <p14:cNvContentPartPr/>
                <p14:nvPr/>
              </p14:nvContentPartPr>
              <p14:xfrm>
                <a:off x="7069206" y="256983"/>
                <a:ext cx="282240" cy="18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FEF7C27-583C-7023-A1E8-91336A59379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051566" y="239343"/>
                  <a:ext cx="3178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DDDE6B4-61F0-0685-7435-A2C2140E49A8}"/>
              </a:ext>
            </a:extLst>
          </p:cNvPr>
          <p:cNvGrpSpPr/>
          <p:nvPr/>
        </p:nvGrpSpPr>
        <p:grpSpPr>
          <a:xfrm>
            <a:off x="8522166" y="358863"/>
            <a:ext cx="540720" cy="231480"/>
            <a:chOff x="8522166" y="358863"/>
            <a:chExt cx="54072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C1DD32-94EF-10E6-9B21-1608720A80E7}"/>
                    </a:ext>
                  </a:extLst>
                </p14:cNvPr>
                <p14:cNvContentPartPr/>
                <p14:nvPr/>
              </p14:nvContentPartPr>
              <p14:xfrm>
                <a:off x="8522166" y="358863"/>
                <a:ext cx="177480" cy="231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C1DD32-94EF-10E6-9B21-1608720A80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504526" y="341223"/>
                  <a:ext cx="2131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1A3EE6-0B28-58C2-D896-A6F2F5C5C8A7}"/>
                    </a:ext>
                  </a:extLst>
                </p14:cNvPr>
                <p14:cNvContentPartPr/>
                <p14:nvPr/>
              </p14:nvContentPartPr>
              <p14:xfrm>
                <a:off x="8717286" y="413223"/>
                <a:ext cx="119520" cy="141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1A3EE6-0B28-58C2-D896-A6F2F5C5C8A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99286" y="395583"/>
                  <a:ext cx="1551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38C375-1158-6377-3574-638321FFD9DB}"/>
                    </a:ext>
                  </a:extLst>
                </p14:cNvPr>
                <p14:cNvContentPartPr/>
                <p14:nvPr/>
              </p14:nvContentPartPr>
              <p14:xfrm>
                <a:off x="8879286" y="426903"/>
                <a:ext cx="183600" cy="133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38C375-1158-6377-3574-638321FFD9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861646" y="409263"/>
                  <a:ext cx="219240" cy="16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1621D8F-3EFE-832C-71F9-5BFF1F600E4A}"/>
              </a:ext>
            </a:extLst>
          </p:cNvPr>
          <p:cNvGrpSpPr/>
          <p:nvPr/>
        </p:nvGrpSpPr>
        <p:grpSpPr>
          <a:xfrm>
            <a:off x="9344046" y="341943"/>
            <a:ext cx="353520" cy="270000"/>
            <a:chOff x="9344046" y="341943"/>
            <a:chExt cx="353520" cy="27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1066A0F-58AF-B783-9857-DECFEBEFE06B}"/>
                    </a:ext>
                  </a:extLst>
                </p14:cNvPr>
                <p14:cNvContentPartPr/>
                <p14:nvPr/>
              </p14:nvContentPartPr>
              <p14:xfrm>
                <a:off x="9344046" y="341943"/>
                <a:ext cx="353520" cy="270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1066A0F-58AF-B783-9857-DECFEBEFE06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326406" y="323943"/>
                  <a:ext cx="3891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D048DB-7703-6AD4-F94D-93AC3953D662}"/>
                    </a:ext>
                  </a:extLst>
                </p14:cNvPr>
                <p14:cNvContentPartPr/>
                <p14:nvPr/>
              </p14:nvContentPartPr>
              <p14:xfrm>
                <a:off x="9566526" y="408903"/>
                <a:ext cx="126720" cy="16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D048DB-7703-6AD4-F94D-93AC3953D66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548886" y="391263"/>
                  <a:ext cx="16236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B13EC5B-D5B1-C326-882D-EFB18AC722B8}"/>
              </a:ext>
            </a:extLst>
          </p:cNvPr>
          <p:cNvGrpSpPr/>
          <p:nvPr/>
        </p:nvGrpSpPr>
        <p:grpSpPr>
          <a:xfrm>
            <a:off x="11257446" y="336903"/>
            <a:ext cx="446400" cy="290880"/>
            <a:chOff x="11257446" y="336903"/>
            <a:chExt cx="44640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2CABD50-EAE9-4BAE-0C5E-FE10D0D913F4}"/>
                    </a:ext>
                  </a:extLst>
                </p14:cNvPr>
                <p14:cNvContentPartPr/>
                <p14:nvPr/>
              </p14:nvContentPartPr>
              <p14:xfrm>
                <a:off x="11257446" y="336903"/>
                <a:ext cx="96480" cy="256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2CABD50-EAE9-4BAE-0C5E-FE10D0D913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39446" y="318903"/>
                  <a:ext cx="1321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991526-93C8-F165-D402-C4EBB7C580C3}"/>
                    </a:ext>
                  </a:extLst>
                </p14:cNvPr>
                <p14:cNvContentPartPr/>
                <p14:nvPr/>
              </p14:nvContentPartPr>
              <p14:xfrm>
                <a:off x="11520246" y="462903"/>
                <a:ext cx="183600" cy="164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991526-93C8-F165-D402-C4EBB7C580C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502246" y="444903"/>
                  <a:ext cx="21924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3C62BBF-E25B-93E1-7771-56E48EE1AE16}"/>
              </a:ext>
            </a:extLst>
          </p:cNvPr>
          <p:cNvGrpSpPr/>
          <p:nvPr/>
        </p:nvGrpSpPr>
        <p:grpSpPr>
          <a:xfrm>
            <a:off x="9988086" y="328623"/>
            <a:ext cx="1029240" cy="306000"/>
            <a:chOff x="9988086" y="328623"/>
            <a:chExt cx="102924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F585A49-9FB4-0122-85CD-01FA9AD33ADD}"/>
                    </a:ext>
                  </a:extLst>
                </p14:cNvPr>
                <p14:cNvContentPartPr/>
                <p14:nvPr/>
              </p14:nvContentPartPr>
              <p14:xfrm>
                <a:off x="9988086" y="526263"/>
                <a:ext cx="261360" cy="90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F585A49-9FB4-0122-85CD-01FA9AD33AD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70086" y="508623"/>
                  <a:ext cx="2970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6241A94-8997-5C37-7922-D5ABD9445B51}"/>
                    </a:ext>
                  </a:extLst>
                </p14:cNvPr>
                <p14:cNvContentPartPr/>
                <p14:nvPr/>
              </p14:nvContentPartPr>
              <p14:xfrm>
                <a:off x="10343046" y="498543"/>
                <a:ext cx="110160" cy="13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6241A94-8997-5C37-7922-D5ABD9445B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25046" y="480903"/>
                  <a:ext cx="145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63EE4F8-FE8A-4CF1-4FDC-F2061F8FCA48}"/>
                    </a:ext>
                  </a:extLst>
                </p14:cNvPr>
                <p14:cNvContentPartPr/>
                <p14:nvPr/>
              </p14:nvContentPartPr>
              <p14:xfrm>
                <a:off x="10559406" y="491343"/>
                <a:ext cx="88920" cy="126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63EE4F8-FE8A-4CF1-4FDC-F2061F8FCA4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41406" y="473343"/>
                  <a:ext cx="124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FBDC4C-AEF2-EAAB-E890-F080350FD37E}"/>
                    </a:ext>
                  </a:extLst>
                </p14:cNvPr>
                <p14:cNvContentPartPr/>
                <p14:nvPr/>
              </p14:nvContentPartPr>
              <p14:xfrm>
                <a:off x="10843446" y="357783"/>
                <a:ext cx="43560" cy="241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FBDC4C-AEF2-EAAB-E890-F080350FD3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825446" y="339783"/>
                  <a:ext cx="79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B1ABBD6-0CF3-C96D-9704-0C8A956418FE}"/>
                    </a:ext>
                  </a:extLst>
                </p14:cNvPr>
                <p14:cNvContentPartPr/>
                <p14:nvPr/>
              </p14:nvContentPartPr>
              <p14:xfrm>
                <a:off x="10765326" y="407103"/>
                <a:ext cx="73080" cy="31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B1ABBD6-0CF3-C96D-9704-0C8A956418F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747326" y="389463"/>
                  <a:ext cx="108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385A5A8-BAA8-5D2A-0F30-34B441889E95}"/>
                    </a:ext>
                  </a:extLst>
                </p14:cNvPr>
                <p14:cNvContentPartPr/>
                <p14:nvPr/>
              </p14:nvContentPartPr>
              <p14:xfrm>
                <a:off x="10787286" y="384423"/>
                <a:ext cx="230040" cy="39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385A5A8-BAA8-5D2A-0F30-34B441889E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69286" y="366423"/>
                  <a:ext cx="265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DB895F6-FDF2-2AB9-6171-2EBDD41BD571}"/>
                    </a:ext>
                  </a:extLst>
                </p14:cNvPr>
                <p14:cNvContentPartPr/>
                <p14:nvPr/>
              </p14:nvContentPartPr>
              <p14:xfrm>
                <a:off x="10915446" y="328623"/>
                <a:ext cx="1440" cy="2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DB895F6-FDF2-2AB9-6171-2EBDD41BD57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897446" y="310623"/>
                  <a:ext cx="3708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28947E9-D2EC-A13D-A1A9-47C60CB1F14D}"/>
              </a:ext>
            </a:extLst>
          </p:cNvPr>
          <p:cNvGrpSpPr/>
          <p:nvPr/>
        </p:nvGrpSpPr>
        <p:grpSpPr>
          <a:xfrm>
            <a:off x="819246" y="1062663"/>
            <a:ext cx="1009440" cy="609840"/>
            <a:chOff x="819246" y="1062663"/>
            <a:chExt cx="10094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5F8A9F-5929-2963-CF6D-89EF98A2B83E}"/>
                    </a:ext>
                  </a:extLst>
                </p14:cNvPr>
                <p14:cNvContentPartPr/>
                <p14:nvPr/>
              </p14:nvContentPartPr>
              <p14:xfrm>
                <a:off x="819246" y="1137903"/>
                <a:ext cx="160920" cy="221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5F8A9F-5929-2963-CF6D-89EF98A2B83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01246" y="1119903"/>
                  <a:ext cx="196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7DB711B-D3D9-4C35-6357-6A7F91E03EAA}"/>
                    </a:ext>
                  </a:extLst>
                </p14:cNvPr>
                <p14:cNvContentPartPr/>
                <p14:nvPr/>
              </p14:nvContentPartPr>
              <p14:xfrm>
                <a:off x="1037406" y="1172463"/>
                <a:ext cx="148680" cy="500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7DB711B-D3D9-4C35-6357-6A7F91E03EA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9766" y="1154463"/>
                  <a:ext cx="18432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7EC0405-A3D7-D12B-D88F-16496A571ED5}"/>
                    </a:ext>
                  </a:extLst>
                </p14:cNvPr>
                <p14:cNvContentPartPr/>
                <p14:nvPr/>
              </p14:nvContentPartPr>
              <p14:xfrm>
                <a:off x="1281486" y="1195143"/>
                <a:ext cx="156240" cy="165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7EC0405-A3D7-D12B-D88F-16496A571ED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63486" y="1177143"/>
                  <a:ext cx="191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A400B8-9C9B-673A-C8F5-7B49D007B421}"/>
                    </a:ext>
                  </a:extLst>
                </p14:cNvPr>
                <p14:cNvContentPartPr/>
                <p14:nvPr/>
              </p14:nvContentPartPr>
              <p14:xfrm>
                <a:off x="1509006" y="1062663"/>
                <a:ext cx="319680" cy="333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A400B8-9C9B-673A-C8F5-7B49D007B42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91006" y="1045023"/>
                  <a:ext cx="355320" cy="36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484052A-0980-738F-177E-8B06378AE629}"/>
              </a:ext>
            </a:extLst>
          </p:cNvPr>
          <p:cNvGrpSpPr/>
          <p:nvPr/>
        </p:nvGrpSpPr>
        <p:grpSpPr>
          <a:xfrm>
            <a:off x="2194806" y="1068783"/>
            <a:ext cx="408600" cy="351360"/>
            <a:chOff x="2194806" y="1068783"/>
            <a:chExt cx="40860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3ED04DC-85B5-CED8-BBBC-A75611D16479}"/>
                    </a:ext>
                  </a:extLst>
                </p14:cNvPr>
                <p14:cNvContentPartPr/>
                <p14:nvPr/>
              </p14:nvContentPartPr>
              <p14:xfrm>
                <a:off x="2194806" y="1068783"/>
                <a:ext cx="408600" cy="351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3ED04DC-85B5-CED8-BBBC-A75611D1647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76806" y="1050783"/>
                  <a:ext cx="44424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2045526-2CFE-EA33-F774-AA24BB3D80F1}"/>
                    </a:ext>
                  </a:extLst>
                </p14:cNvPr>
                <p14:cNvContentPartPr/>
                <p14:nvPr/>
              </p14:nvContentPartPr>
              <p14:xfrm>
                <a:off x="2335566" y="1210983"/>
                <a:ext cx="136440" cy="18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2045526-2CFE-EA33-F774-AA24BB3D80F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17926" y="1192983"/>
                  <a:ext cx="1720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30BEBF4-4770-1D76-1D1F-CD7CA383A34F}"/>
              </a:ext>
            </a:extLst>
          </p:cNvPr>
          <p:cNvGrpSpPr/>
          <p:nvPr/>
        </p:nvGrpSpPr>
        <p:grpSpPr>
          <a:xfrm>
            <a:off x="3433926" y="1222863"/>
            <a:ext cx="1513080" cy="375120"/>
            <a:chOff x="3433926" y="1222863"/>
            <a:chExt cx="15130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BDE99E5-F400-3D2E-8EB3-D67BE999FD13}"/>
                    </a:ext>
                  </a:extLst>
                </p14:cNvPr>
                <p14:cNvContentPartPr/>
                <p14:nvPr/>
              </p14:nvContentPartPr>
              <p14:xfrm>
                <a:off x="3433926" y="1360383"/>
                <a:ext cx="130680" cy="187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BDE99E5-F400-3D2E-8EB3-D67BE999FD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416286" y="1342743"/>
                  <a:ext cx="1663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63AE336-6068-3E0B-0190-968B3623ED6F}"/>
                    </a:ext>
                  </a:extLst>
                </p14:cNvPr>
                <p14:cNvContentPartPr/>
                <p14:nvPr/>
              </p14:nvContentPartPr>
              <p14:xfrm>
                <a:off x="3660726" y="1389183"/>
                <a:ext cx="261720" cy="151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63AE336-6068-3E0B-0190-968B3623ED6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642726" y="1371183"/>
                  <a:ext cx="297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556FE16-30FE-2690-C280-16A9AE059A5C}"/>
                    </a:ext>
                  </a:extLst>
                </p14:cNvPr>
                <p14:cNvContentPartPr/>
                <p14:nvPr/>
              </p14:nvContentPartPr>
              <p14:xfrm>
                <a:off x="4016046" y="1222863"/>
                <a:ext cx="586080" cy="359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556FE16-30FE-2690-C280-16A9AE059A5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98406" y="1205223"/>
                  <a:ext cx="62172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AE8951F-3036-0B30-EEA6-CA628B6157E1}"/>
                    </a:ext>
                  </a:extLst>
                </p14:cNvPr>
                <p14:cNvContentPartPr/>
                <p14:nvPr/>
              </p14:nvContentPartPr>
              <p14:xfrm>
                <a:off x="4605366" y="1414023"/>
                <a:ext cx="341640" cy="183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AE8951F-3036-0B30-EEA6-CA628B6157E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87366" y="1396383"/>
                  <a:ext cx="37728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93298D5-7A12-418C-05AB-63D8A0BA2855}"/>
                  </a:ext>
                </a:extLst>
              </p14:cNvPr>
              <p14:cNvContentPartPr/>
              <p14:nvPr/>
            </p14:nvContentPartPr>
            <p14:xfrm>
              <a:off x="5466846" y="1313583"/>
              <a:ext cx="381960" cy="6382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93298D5-7A12-418C-05AB-63D8A0BA285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448846" y="1295583"/>
                <a:ext cx="417600" cy="67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5A91699A-3E84-8853-D67C-2C06691687F1}"/>
              </a:ext>
            </a:extLst>
          </p:cNvPr>
          <p:cNvGrpSpPr/>
          <p:nvPr/>
        </p:nvGrpSpPr>
        <p:grpSpPr>
          <a:xfrm>
            <a:off x="6542886" y="1255983"/>
            <a:ext cx="786600" cy="347760"/>
            <a:chOff x="6542886" y="1255983"/>
            <a:chExt cx="78660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7814EA-89FF-8253-FE23-FF7E5492DB69}"/>
                    </a:ext>
                  </a:extLst>
                </p14:cNvPr>
                <p14:cNvContentPartPr/>
                <p14:nvPr/>
              </p14:nvContentPartPr>
              <p14:xfrm>
                <a:off x="6542886" y="1281903"/>
                <a:ext cx="360000" cy="321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7814EA-89FF-8253-FE23-FF7E5492DB6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5246" y="1263903"/>
                  <a:ext cx="3956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AA8CB9A-0C0F-C6E8-3EA3-402B53F849D7}"/>
                    </a:ext>
                  </a:extLst>
                </p14:cNvPr>
                <p14:cNvContentPartPr/>
                <p14:nvPr/>
              </p14:nvContentPartPr>
              <p14:xfrm>
                <a:off x="6698406" y="1255983"/>
                <a:ext cx="631080" cy="346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AA8CB9A-0C0F-C6E8-3EA3-402B53F849D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80766" y="1238343"/>
                  <a:ext cx="66672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FCD856A-F780-0014-FFA2-0F04D68AFD71}"/>
              </a:ext>
            </a:extLst>
          </p:cNvPr>
          <p:cNvGrpSpPr/>
          <p:nvPr/>
        </p:nvGrpSpPr>
        <p:grpSpPr>
          <a:xfrm>
            <a:off x="7861206" y="1122423"/>
            <a:ext cx="1334160" cy="326160"/>
            <a:chOff x="7861206" y="1122423"/>
            <a:chExt cx="1334160" cy="32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F653C40-03C7-8315-A089-EEB58AAAA377}"/>
                    </a:ext>
                  </a:extLst>
                </p14:cNvPr>
                <p14:cNvContentPartPr/>
                <p14:nvPr/>
              </p14:nvContentPartPr>
              <p14:xfrm>
                <a:off x="7861206" y="1292703"/>
                <a:ext cx="408240" cy="155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F653C40-03C7-8315-A089-EEB58AAAA37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43566" y="1275063"/>
                  <a:ext cx="4438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810E3F-6A98-44AC-BCD0-5CA44845612D}"/>
                    </a:ext>
                  </a:extLst>
                </p14:cNvPr>
                <p14:cNvContentPartPr/>
                <p14:nvPr/>
              </p14:nvContentPartPr>
              <p14:xfrm>
                <a:off x="8318046" y="1307463"/>
                <a:ext cx="310320" cy="125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810E3F-6A98-44AC-BCD0-5CA44845612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00406" y="1289823"/>
                  <a:ext cx="3459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41D217-59C8-59A2-1C57-0AEC4046DF75}"/>
                    </a:ext>
                  </a:extLst>
                </p14:cNvPr>
                <p14:cNvContentPartPr/>
                <p14:nvPr/>
              </p14:nvContentPartPr>
              <p14:xfrm>
                <a:off x="8697486" y="1122423"/>
                <a:ext cx="149040" cy="324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41D217-59C8-59A2-1C57-0AEC4046DF7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679486" y="1104783"/>
                  <a:ext cx="1846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BC2667A-01ED-4C02-2EA0-E34DE2481BF2}"/>
                    </a:ext>
                  </a:extLst>
                </p14:cNvPr>
                <p14:cNvContentPartPr/>
                <p14:nvPr/>
              </p14:nvContentPartPr>
              <p14:xfrm>
                <a:off x="8887206" y="1287303"/>
                <a:ext cx="82440" cy="141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BC2667A-01ED-4C02-2EA0-E34DE2481B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69206" y="1269663"/>
                  <a:ext cx="118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2DDDCBA-030E-C9D1-8867-428B5243C3E0}"/>
                    </a:ext>
                  </a:extLst>
                </p14:cNvPr>
                <p14:cNvContentPartPr/>
                <p14:nvPr/>
              </p14:nvContentPartPr>
              <p14:xfrm>
                <a:off x="9060006" y="1276143"/>
                <a:ext cx="135360" cy="1555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2DDDCBA-030E-C9D1-8867-428B5243C3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042006" y="1258503"/>
                  <a:ext cx="171000" cy="19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82E04B94-07E2-C20A-40D3-FFD29C4B3FC1}"/>
                  </a:ext>
                </a:extLst>
              </p14:cNvPr>
              <p14:cNvContentPartPr/>
              <p14:nvPr/>
            </p14:nvContentPartPr>
            <p14:xfrm>
              <a:off x="9870366" y="1292703"/>
              <a:ext cx="279720" cy="1605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82E04B94-07E2-C20A-40D3-FFD29C4B3FC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852366" y="1274703"/>
                <a:ext cx="31536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94787ACC-1A98-0A08-2973-67FF57DC2EFF}"/>
              </a:ext>
            </a:extLst>
          </p:cNvPr>
          <p:cNvGrpSpPr/>
          <p:nvPr/>
        </p:nvGrpSpPr>
        <p:grpSpPr>
          <a:xfrm>
            <a:off x="10394886" y="1196943"/>
            <a:ext cx="1295280" cy="291240"/>
            <a:chOff x="10394886" y="1196943"/>
            <a:chExt cx="129528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DDB0EC1-71F3-A5A7-395D-7D86F71F0874}"/>
                    </a:ext>
                  </a:extLst>
                </p14:cNvPr>
                <p14:cNvContentPartPr/>
                <p14:nvPr/>
              </p14:nvContentPartPr>
              <p14:xfrm>
                <a:off x="10394886" y="1326183"/>
                <a:ext cx="195840" cy="136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DDB0EC1-71F3-A5A7-395D-7D86F71F087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77246" y="1308183"/>
                  <a:ext cx="2314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26EA513-5420-0B02-0772-62C91634EBC5}"/>
                    </a:ext>
                  </a:extLst>
                </p14:cNvPr>
                <p14:cNvContentPartPr/>
                <p14:nvPr/>
              </p14:nvContentPartPr>
              <p14:xfrm>
                <a:off x="10682166" y="1346703"/>
                <a:ext cx="175680" cy="132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26EA513-5420-0B02-0772-62C91634EBC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664526" y="1328703"/>
                  <a:ext cx="211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87CC4D0-EB27-8235-6DDF-0AEB0B5F38DD}"/>
                    </a:ext>
                  </a:extLst>
                </p14:cNvPr>
                <p14:cNvContentPartPr/>
                <p14:nvPr/>
              </p14:nvContentPartPr>
              <p14:xfrm>
                <a:off x="10961166" y="1196943"/>
                <a:ext cx="317880" cy="2689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87CC4D0-EB27-8235-6DDF-0AEB0B5F38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943166" y="1178943"/>
                  <a:ext cx="353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7CA994B-65FF-AF3E-2D7D-3EA8DA09A12B}"/>
                    </a:ext>
                  </a:extLst>
                </p14:cNvPr>
                <p14:cNvContentPartPr/>
                <p14:nvPr/>
              </p14:nvContentPartPr>
              <p14:xfrm>
                <a:off x="11488926" y="1352103"/>
                <a:ext cx="201240" cy="136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7CA994B-65FF-AF3E-2D7D-3EA8DA09A12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470926" y="1334463"/>
                  <a:ext cx="236880" cy="17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37D1179-4CC8-5F31-0343-4A8B610DE2F3}"/>
              </a:ext>
            </a:extLst>
          </p:cNvPr>
          <p:cNvGrpSpPr/>
          <p:nvPr/>
        </p:nvGrpSpPr>
        <p:grpSpPr>
          <a:xfrm>
            <a:off x="685686" y="1932783"/>
            <a:ext cx="788040" cy="460440"/>
            <a:chOff x="685686" y="1932783"/>
            <a:chExt cx="788040" cy="46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C805685-80C9-72AC-84D2-5C16AD11AB68}"/>
                    </a:ext>
                  </a:extLst>
                </p14:cNvPr>
                <p14:cNvContentPartPr/>
                <p14:nvPr/>
              </p14:nvContentPartPr>
              <p14:xfrm>
                <a:off x="685686" y="1932783"/>
                <a:ext cx="177120" cy="460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C805685-80C9-72AC-84D2-5C16AD11AB6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7686" y="1914783"/>
                  <a:ext cx="2127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6DE288D-564E-78E2-7D01-CB7B810DAD7E}"/>
                    </a:ext>
                  </a:extLst>
                </p14:cNvPr>
                <p14:cNvContentPartPr/>
                <p14:nvPr/>
              </p14:nvContentPartPr>
              <p14:xfrm>
                <a:off x="965406" y="1978863"/>
                <a:ext cx="412920" cy="378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6DE288D-564E-78E2-7D01-CB7B810DAD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7766" y="1960863"/>
                  <a:ext cx="44856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BFFACE5-2B4F-BD43-8CB4-3F7D4C3B379A}"/>
                    </a:ext>
                  </a:extLst>
                </p14:cNvPr>
                <p14:cNvContentPartPr/>
                <p14:nvPr/>
              </p14:nvContentPartPr>
              <p14:xfrm>
                <a:off x="1239726" y="2075703"/>
                <a:ext cx="234000" cy="25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BFFACE5-2B4F-BD43-8CB4-3F7D4C3B379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221726" y="2058063"/>
                  <a:ext cx="26964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E836903-4E47-83E9-766C-CA28FBB34291}"/>
              </a:ext>
            </a:extLst>
          </p:cNvPr>
          <p:cNvGrpSpPr/>
          <p:nvPr/>
        </p:nvGrpSpPr>
        <p:grpSpPr>
          <a:xfrm>
            <a:off x="1910406" y="1954023"/>
            <a:ext cx="1576080" cy="826200"/>
            <a:chOff x="1910406" y="1954023"/>
            <a:chExt cx="1576080" cy="82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057D471-C0CF-3843-1760-9979E7E3EEE5}"/>
                    </a:ext>
                  </a:extLst>
                </p14:cNvPr>
                <p14:cNvContentPartPr/>
                <p14:nvPr/>
              </p14:nvContentPartPr>
              <p14:xfrm>
                <a:off x="1910406" y="2116023"/>
                <a:ext cx="187560" cy="2109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057D471-C0CF-3843-1760-9979E7E3EEE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92766" y="2098023"/>
                  <a:ext cx="223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0B81409-20B9-488E-9B00-9DD4AF1266F7}"/>
                    </a:ext>
                  </a:extLst>
                </p14:cNvPr>
                <p14:cNvContentPartPr/>
                <p14:nvPr/>
              </p14:nvContentPartPr>
              <p14:xfrm>
                <a:off x="2123166" y="1972383"/>
                <a:ext cx="64080" cy="41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0B81409-20B9-488E-9B00-9DD4AF1266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105166" y="1954743"/>
                  <a:ext cx="99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2A3B1D-7056-EB0D-C7EB-3C87FF6F3E42}"/>
                    </a:ext>
                  </a:extLst>
                </p14:cNvPr>
                <p14:cNvContentPartPr/>
                <p14:nvPr/>
              </p14:nvContentPartPr>
              <p14:xfrm>
                <a:off x="2245926" y="1954023"/>
                <a:ext cx="98280" cy="375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2A3B1D-7056-EB0D-C7EB-3C87FF6F3E4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227926" y="1936383"/>
                  <a:ext cx="1339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6D0593B-A170-FF4A-C65A-F7D6CB8E5322}"/>
                    </a:ext>
                  </a:extLst>
                </p14:cNvPr>
                <p14:cNvContentPartPr/>
                <p14:nvPr/>
              </p14:nvContentPartPr>
              <p14:xfrm>
                <a:off x="2201286" y="2096583"/>
                <a:ext cx="315720" cy="32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6D0593B-A170-FF4A-C65A-F7D6CB8E532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83646" y="2078583"/>
                  <a:ext cx="351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F79AC41-1669-1F30-7796-F4BC5598D45F}"/>
                    </a:ext>
                  </a:extLst>
                </p14:cNvPr>
                <p14:cNvContentPartPr/>
                <p14:nvPr/>
              </p14:nvContentPartPr>
              <p14:xfrm>
                <a:off x="2789526" y="2126103"/>
                <a:ext cx="281880" cy="1483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F79AC41-1669-1F30-7796-F4BC5598D45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771526" y="2108463"/>
                  <a:ext cx="317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77BFD0F-A66C-B518-CD85-C77F6F64EB98}"/>
                    </a:ext>
                  </a:extLst>
                </p14:cNvPr>
                <p14:cNvContentPartPr/>
                <p14:nvPr/>
              </p14:nvContentPartPr>
              <p14:xfrm>
                <a:off x="3097326" y="2152023"/>
                <a:ext cx="389160" cy="628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77BFD0F-A66C-B518-CD85-C77F6F64EB9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79686" y="2134383"/>
                  <a:ext cx="424800" cy="66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1A00FA3-F91C-7271-78B9-7EE3A3FB02FC}"/>
              </a:ext>
            </a:extLst>
          </p:cNvPr>
          <p:cNvGrpSpPr/>
          <p:nvPr/>
        </p:nvGrpSpPr>
        <p:grpSpPr>
          <a:xfrm>
            <a:off x="4079406" y="1995783"/>
            <a:ext cx="468720" cy="460800"/>
            <a:chOff x="4079406" y="1995783"/>
            <a:chExt cx="468720" cy="46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BD9A33F-B5BA-C0C0-C2C8-8B7967A15ED0}"/>
                    </a:ext>
                  </a:extLst>
                </p14:cNvPr>
                <p14:cNvContentPartPr/>
                <p14:nvPr/>
              </p14:nvContentPartPr>
              <p14:xfrm>
                <a:off x="4079406" y="1995783"/>
                <a:ext cx="201600" cy="460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BD9A33F-B5BA-C0C0-C2C8-8B7967A15E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1766" y="1977783"/>
                  <a:ext cx="2372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F40E00A-EBDF-1782-2297-521F49F4768B}"/>
                    </a:ext>
                  </a:extLst>
                </p14:cNvPr>
                <p14:cNvContentPartPr/>
                <p14:nvPr/>
              </p14:nvContentPartPr>
              <p14:xfrm>
                <a:off x="4358046" y="2228343"/>
                <a:ext cx="190080" cy="225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F40E00A-EBDF-1782-2297-521F49F476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40406" y="2210703"/>
                  <a:ext cx="225720" cy="26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12C8C54A-9222-2184-84D3-BA832C0C2765}"/>
                  </a:ext>
                </a:extLst>
              </p14:cNvPr>
              <p14:cNvContentPartPr/>
              <p14:nvPr/>
            </p14:nvContentPartPr>
            <p14:xfrm>
              <a:off x="5031966" y="2069583"/>
              <a:ext cx="757800" cy="377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12C8C54A-9222-2184-84D3-BA832C0C276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014326" y="2051583"/>
                <a:ext cx="793440" cy="41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F5C93960-769D-1A7E-AE98-86B898526783}"/>
                  </a:ext>
                </a:extLst>
              </p14:cNvPr>
              <p14:cNvContentPartPr/>
              <p14:nvPr/>
            </p14:nvContentPartPr>
            <p14:xfrm>
              <a:off x="6126366" y="2402583"/>
              <a:ext cx="45360" cy="417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F5C93960-769D-1A7E-AE98-86B89852678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108366" y="2384583"/>
                <a:ext cx="8100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5C97913-0085-8240-651C-83B27B4335CB}"/>
                  </a:ext>
                </a:extLst>
              </p14:cNvPr>
              <p14:cNvContentPartPr/>
              <p14:nvPr/>
            </p14:nvContentPartPr>
            <p14:xfrm>
              <a:off x="5182446" y="773223"/>
              <a:ext cx="6840" cy="288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5C97913-0085-8240-651C-83B27B4335CB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164806" y="755583"/>
                <a:ext cx="424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FB228EBA-8501-77B3-B99B-852EDD3C8751}"/>
                  </a:ext>
                </a:extLst>
              </p14:cNvPr>
              <p14:cNvContentPartPr/>
              <p14:nvPr/>
            </p14:nvContentPartPr>
            <p14:xfrm>
              <a:off x="684966" y="4654383"/>
              <a:ext cx="4680" cy="21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FB228EBA-8501-77B3-B99B-852EDD3C8751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66966" y="4636383"/>
                <a:ext cx="403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BE8E0BF-3ECD-2AA6-B138-17879217A3AD}"/>
                  </a:ext>
                </a:extLst>
              </p14:cNvPr>
              <p14:cNvContentPartPr/>
              <p14:nvPr/>
            </p14:nvContentPartPr>
            <p14:xfrm>
              <a:off x="492366" y="4668783"/>
              <a:ext cx="3960" cy="216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BE8E0BF-3ECD-2AA6-B138-17879217A3A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74726" y="4651143"/>
                <a:ext cx="3960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9F7BA69E-1502-1A24-AF6A-57A2EEF7FD65}"/>
                  </a:ext>
                </a:extLst>
              </p14:cNvPr>
              <p14:cNvContentPartPr/>
              <p14:nvPr/>
            </p14:nvContentPartPr>
            <p14:xfrm>
              <a:off x="1424406" y="5616663"/>
              <a:ext cx="5760" cy="846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9F7BA69E-1502-1A24-AF6A-57A2EEF7FD6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1406766" y="5598663"/>
                <a:ext cx="4140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0B70720-BA73-C358-405C-FD8D3BD74BE4}"/>
                  </a:ext>
                </a:extLst>
              </p14:cNvPr>
              <p14:cNvContentPartPr/>
              <p14:nvPr/>
            </p14:nvContentPartPr>
            <p14:xfrm>
              <a:off x="1500726" y="3683823"/>
              <a:ext cx="11520" cy="205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0B70720-BA73-C358-405C-FD8D3BD74BE4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483086" y="3666183"/>
                <a:ext cx="4716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7D1D89F-7C39-A0A4-E5BC-FCEE2EBDFB84}"/>
                  </a:ext>
                </a:extLst>
              </p14:cNvPr>
              <p14:cNvContentPartPr/>
              <p14:nvPr/>
            </p14:nvContentPartPr>
            <p14:xfrm>
              <a:off x="1347726" y="4888023"/>
              <a:ext cx="1440" cy="32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7D1D89F-7C39-A0A4-E5BC-FCEE2EBDFB8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329726" y="4870023"/>
                <a:ext cx="37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34A97FE9-5674-33A6-CF03-38E0688388AA}"/>
                  </a:ext>
                </a:extLst>
              </p14:cNvPr>
              <p14:cNvContentPartPr/>
              <p14:nvPr/>
            </p14:nvContentPartPr>
            <p14:xfrm>
              <a:off x="457806" y="4836183"/>
              <a:ext cx="5400" cy="144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34A97FE9-5674-33A6-CF03-38E0688388A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439806" y="4818183"/>
                <a:ext cx="4104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E7594F4-3C05-8A90-5EC0-2351A7B3109F}"/>
              </a:ext>
            </a:extLst>
          </p:cNvPr>
          <p:cNvGrpSpPr/>
          <p:nvPr/>
        </p:nvGrpSpPr>
        <p:grpSpPr>
          <a:xfrm>
            <a:off x="10610166" y="2922063"/>
            <a:ext cx="855000" cy="442800"/>
            <a:chOff x="10610166" y="2922063"/>
            <a:chExt cx="855000" cy="44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F37B509-4FA0-F13B-3116-EA6F3AB9F3BF}"/>
                    </a:ext>
                  </a:extLst>
                </p14:cNvPr>
                <p14:cNvContentPartPr/>
                <p14:nvPr/>
              </p14:nvContentPartPr>
              <p14:xfrm>
                <a:off x="10610166" y="3153543"/>
                <a:ext cx="505080" cy="211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F37B509-4FA0-F13B-3116-EA6F3AB9F3BF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592166" y="3135543"/>
                  <a:ext cx="54072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F75C006-CA4E-A69B-A4BC-180E6C1A8037}"/>
                    </a:ext>
                  </a:extLst>
                </p14:cNvPr>
                <p14:cNvContentPartPr/>
                <p14:nvPr/>
              </p14:nvContentPartPr>
              <p14:xfrm>
                <a:off x="11199846" y="2922063"/>
                <a:ext cx="265320" cy="433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F75C006-CA4E-A69B-A4BC-180E6C1A803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1181846" y="2904423"/>
                  <a:ext cx="300960" cy="46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84C3F22-2FBC-7A08-E431-D6D7B4779681}"/>
                  </a:ext>
                </a:extLst>
              </p14:cNvPr>
              <p14:cNvContentPartPr/>
              <p14:nvPr/>
            </p14:nvContentPartPr>
            <p14:xfrm>
              <a:off x="873966" y="3680223"/>
              <a:ext cx="3960" cy="54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84C3F22-2FBC-7A08-E431-D6D7B4779681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856326" y="3662223"/>
                <a:ext cx="396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9915920A-1C58-724F-059F-B429AC87FE80}"/>
                  </a:ext>
                </a:extLst>
              </p14:cNvPr>
              <p14:cNvContentPartPr/>
              <p14:nvPr/>
            </p14:nvContentPartPr>
            <p14:xfrm>
              <a:off x="670926" y="4371063"/>
              <a:ext cx="4680" cy="14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9915920A-1C58-724F-059F-B429AC87FE80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52926" y="4353063"/>
                <a:ext cx="4032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BBB58AE-DAC7-2FAD-9BAD-5717AFA74C3D}"/>
                  </a:ext>
                </a:extLst>
              </p14:cNvPr>
              <p14:cNvContentPartPr/>
              <p14:nvPr/>
            </p14:nvContentPartPr>
            <p14:xfrm>
              <a:off x="912486" y="3625863"/>
              <a:ext cx="5400" cy="10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BBB58AE-DAC7-2FAD-9BAD-5717AFA74C3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94486" y="3608223"/>
                <a:ext cx="4104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C68487C-CFD6-457B-9C54-75D7AA19C31C}"/>
                  </a:ext>
                </a:extLst>
              </p14:cNvPr>
              <p14:cNvContentPartPr/>
              <p14:nvPr/>
            </p14:nvContentPartPr>
            <p14:xfrm>
              <a:off x="941646" y="3633063"/>
              <a:ext cx="4320" cy="10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C68487C-CFD6-457B-9C54-75D7AA19C31C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24006" y="3615423"/>
                <a:ext cx="3996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2DDF5CB8-240A-3FD3-AA8A-CDFA9E41230A}"/>
                  </a:ext>
                </a:extLst>
              </p14:cNvPr>
              <p14:cNvContentPartPr/>
              <p14:nvPr/>
            </p14:nvContentPartPr>
            <p14:xfrm>
              <a:off x="964326" y="3631263"/>
              <a:ext cx="5760" cy="324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2DDF5CB8-240A-3FD3-AA8A-CDFA9E41230A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946326" y="3613623"/>
                <a:ext cx="414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CD29DFC1-D1B9-86CF-2880-24E85EBB685B}"/>
                  </a:ext>
                </a:extLst>
              </p14:cNvPr>
              <p14:cNvContentPartPr/>
              <p14:nvPr/>
            </p14:nvContentPartPr>
            <p14:xfrm>
              <a:off x="974766" y="3636303"/>
              <a:ext cx="360" cy="3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CD29DFC1-D1B9-86CF-2880-24E85EBB685B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956766" y="3618303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F6AFCA95-4F6B-78E7-0390-FE9D7C270F63}"/>
                  </a:ext>
                </a:extLst>
              </p14:cNvPr>
              <p14:cNvContentPartPr/>
              <p14:nvPr/>
            </p14:nvContentPartPr>
            <p14:xfrm>
              <a:off x="197886" y="2988303"/>
              <a:ext cx="19800" cy="2314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F6AFCA95-4F6B-78E7-0390-FE9D7C270F63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180246" y="2970303"/>
                <a:ext cx="55440" cy="26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7CA0E8E-0DD9-31E1-4B31-1C31616DABCC}"/>
                  </a:ext>
                </a:extLst>
              </p14:cNvPr>
              <p14:cNvContentPartPr/>
              <p14:nvPr/>
            </p14:nvContentPartPr>
            <p14:xfrm>
              <a:off x="327846" y="3020703"/>
              <a:ext cx="6840" cy="1746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7CA0E8E-0DD9-31E1-4B31-1C31616DABC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09846" y="3003063"/>
                <a:ext cx="424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7141F30-DF26-1508-79FD-635807DC6367}"/>
                  </a:ext>
                </a:extLst>
              </p14:cNvPr>
              <p14:cNvContentPartPr/>
              <p14:nvPr/>
            </p14:nvContentPartPr>
            <p14:xfrm>
              <a:off x="465726" y="2960223"/>
              <a:ext cx="23400" cy="25632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7141F30-DF26-1508-79FD-635807DC636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448086" y="2942223"/>
                <a:ext cx="590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CB4C823E-04B3-D1D7-E97A-3E37D27C5D42}"/>
                  </a:ext>
                </a:extLst>
              </p14:cNvPr>
              <p14:cNvContentPartPr/>
              <p14:nvPr/>
            </p14:nvContentPartPr>
            <p14:xfrm>
              <a:off x="523686" y="2692383"/>
              <a:ext cx="221040" cy="66528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CB4C823E-04B3-D1D7-E97A-3E37D27C5D4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05686" y="2674743"/>
                <a:ext cx="256680" cy="7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BB10A6FA-1211-0B90-9730-E6AD973425B2}"/>
                  </a:ext>
                </a:extLst>
              </p14:cNvPr>
              <p14:cNvContentPartPr/>
              <p14:nvPr/>
            </p14:nvContentPartPr>
            <p14:xfrm>
              <a:off x="1035606" y="2835663"/>
              <a:ext cx="266400" cy="3319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BB10A6FA-1211-0B90-9730-E6AD973425B2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017966" y="2818023"/>
                <a:ext cx="30204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66CA692-46B0-801D-FFB3-FF41ED8ED5F2}"/>
                  </a:ext>
                </a:extLst>
              </p14:cNvPr>
              <p14:cNvContentPartPr/>
              <p14:nvPr/>
            </p14:nvContentPartPr>
            <p14:xfrm>
              <a:off x="1375806" y="2875983"/>
              <a:ext cx="468360" cy="3330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66CA692-46B0-801D-FFB3-FF41ED8ED5F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358166" y="2857983"/>
                <a:ext cx="504000" cy="36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846CDC7-E648-BE7D-0332-A4D0702C1141}"/>
                  </a:ext>
                </a:extLst>
              </p14:cNvPr>
              <p14:cNvContentPartPr/>
              <p14:nvPr/>
            </p14:nvContentPartPr>
            <p14:xfrm>
              <a:off x="2355726" y="3079383"/>
              <a:ext cx="194040" cy="1609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846CDC7-E648-BE7D-0332-A4D0702C1141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338086" y="3061383"/>
                <a:ext cx="22968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5CA7C8D-AE4C-1024-2663-003646EF47EC}"/>
                  </a:ext>
                </a:extLst>
              </p14:cNvPr>
              <p14:cNvContentPartPr/>
              <p14:nvPr/>
            </p14:nvContentPartPr>
            <p14:xfrm>
              <a:off x="2597286" y="2942943"/>
              <a:ext cx="802080" cy="3481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5CA7C8D-AE4C-1024-2663-003646EF47E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579286" y="2925303"/>
                <a:ext cx="83772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24272A20-1229-26C1-9126-8AE4A67AFB82}"/>
                  </a:ext>
                </a:extLst>
              </p14:cNvPr>
              <p14:cNvContentPartPr/>
              <p14:nvPr/>
            </p14:nvContentPartPr>
            <p14:xfrm>
              <a:off x="3763686" y="3056343"/>
              <a:ext cx="420120" cy="7200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24272A20-1229-26C1-9126-8AE4A67AFB82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746046" y="3038343"/>
                <a:ext cx="455760" cy="75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20F9DCA3-DAA0-C59D-DEE5-6745F1D13DBB}"/>
                  </a:ext>
                </a:extLst>
              </p14:cNvPr>
              <p14:cNvContentPartPr/>
              <p14:nvPr/>
            </p14:nvContentPartPr>
            <p14:xfrm>
              <a:off x="4718046" y="3124383"/>
              <a:ext cx="270720" cy="2142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20F9DCA3-DAA0-C59D-DEE5-6745F1D13DB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700406" y="3106743"/>
                <a:ext cx="30636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DC86A4FF-5797-F626-7F4B-AAE5011C2EBE}"/>
                  </a:ext>
                </a:extLst>
              </p14:cNvPr>
              <p14:cNvContentPartPr/>
              <p14:nvPr/>
            </p14:nvContentPartPr>
            <p14:xfrm>
              <a:off x="5364246" y="3031503"/>
              <a:ext cx="825840" cy="2991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DC86A4FF-5797-F626-7F4B-AAE5011C2EB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46246" y="3013863"/>
                <a:ext cx="8614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2D5EDDE4-1661-3F99-AB92-47B49BB457AE}"/>
                  </a:ext>
                </a:extLst>
              </p14:cNvPr>
              <p14:cNvContentPartPr/>
              <p14:nvPr/>
            </p14:nvContentPartPr>
            <p14:xfrm>
              <a:off x="6631086" y="3160743"/>
              <a:ext cx="316440" cy="1483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2D5EDDE4-1661-3F99-AB92-47B49BB457A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613086" y="3143103"/>
                <a:ext cx="352080" cy="18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A1ADB07-42D7-E7EB-3FAF-114BD36BB5FB}"/>
                  </a:ext>
                </a:extLst>
              </p14:cNvPr>
              <p14:cNvContentPartPr/>
              <p14:nvPr/>
            </p14:nvContentPartPr>
            <p14:xfrm>
              <a:off x="7019166" y="2905503"/>
              <a:ext cx="688680" cy="4183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A1ADB07-42D7-E7EB-3FAF-114BD36BB5FB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001166" y="2887503"/>
                <a:ext cx="724320" cy="45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CC3E0168-1FFC-2D02-5CF2-100FD85BF0A9}"/>
                  </a:ext>
                </a:extLst>
              </p14:cNvPr>
              <p14:cNvContentPartPr/>
              <p14:nvPr/>
            </p14:nvContentPartPr>
            <p14:xfrm>
              <a:off x="7826646" y="3165783"/>
              <a:ext cx="119880" cy="13752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CC3E0168-1FFC-2D02-5CF2-100FD85BF0A9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7808646" y="3147783"/>
                <a:ext cx="1555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6FEEDCB4-4A32-B212-7359-9D14B27A9751}"/>
                  </a:ext>
                </a:extLst>
              </p14:cNvPr>
              <p14:cNvContentPartPr/>
              <p14:nvPr/>
            </p14:nvContentPartPr>
            <p14:xfrm>
              <a:off x="7823406" y="3148863"/>
              <a:ext cx="143280" cy="177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6FEEDCB4-4A32-B212-7359-9D14B27A975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7805766" y="3131223"/>
                <a:ext cx="1789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713C26E0-15E5-B4E6-0F20-04D5E8934199}"/>
                  </a:ext>
                </a:extLst>
              </p14:cNvPr>
              <p14:cNvContentPartPr/>
              <p14:nvPr/>
            </p14:nvContentPartPr>
            <p14:xfrm>
              <a:off x="7790646" y="2941143"/>
              <a:ext cx="33480" cy="70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713C26E0-15E5-B4E6-0F20-04D5E893419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7772646" y="2923143"/>
                <a:ext cx="691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6BF46BBB-F505-48D9-9010-89429878A374}"/>
                  </a:ext>
                </a:extLst>
              </p14:cNvPr>
              <p14:cNvContentPartPr/>
              <p14:nvPr/>
            </p14:nvContentPartPr>
            <p14:xfrm>
              <a:off x="7323006" y="2980023"/>
              <a:ext cx="232920" cy="435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6BF46BBB-F505-48D9-9010-89429878A374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305366" y="2962383"/>
                <a:ext cx="2685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B68752C-F193-5D6F-4777-234FC6C3B920}"/>
                  </a:ext>
                </a:extLst>
              </p14:cNvPr>
              <p14:cNvContentPartPr/>
              <p14:nvPr/>
            </p14:nvContentPartPr>
            <p14:xfrm>
              <a:off x="8524326" y="3084783"/>
              <a:ext cx="19080" cy="1998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B68752C-F193-5D6F-4777-234FC6C3B92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506326" y="3067143"/>
                <a:ext cx="5472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5669203-FDAF-2123-E975-1938A902D844}"/>
                  </a:ext>
                </a:extLst>
              </p14:cNvPr>
              <p14:cNvContentPartPr/>
              <p14:nvPr/>
            </p14:nvContentPartPr>
            <p14:xfrm>
              <a:off x="8694606" y="3116823"/>
              <a:ext cx="88200" cy="1782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5669203-FDAF-2123-E975-1938A902D84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676966" y="3099183"/>
                <a:ext cx="12384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C4074D48-C1F9-DFF1-497D-958685B746D1}"/>
                  </a:ext>
                </a:extLst>
              </p14:cNvPr>
              <p14:cNvContentPartPr/>
              <p14:nvPr/>
            </p14:nvContentPartPr>
            <p14:xfrm>
              <a:off x="8684166" y="2968503"/>
              <a:ext cx="17640" cy="604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C4074D48-C1F9-DFF1-497D-958685B746D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666166" y="2950503"/>
                <a:ext cx="532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CFE8CBA-AD45-1849-10A0-2210A0B842E0}"/>
                  </a:ext>
                </a:extLst>
              </p14:cNvPr>
              <p14:cNvContentPartPr/>
              <p14:nvPr/>
            </p14:nvContentPartPr>
            <p14:xfrm>
              <a:off x="9190686" y="3121503"/>
              <a:ext cx="1031040" cy="3988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CFE8CBA-AD45-1849-10A0-2210A0B842E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173046" y="3103863"/>
                <a:ext cx="106668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D4EC095-9F00-BE47-ED8B-C15FAB7A674A}"/>
                  </a:ext>
                </a:extLst>
              </p14:cNvPr>
              <p14:cNvContentPartPr/>
              <p14:nvPr/>
            </p14:nvContentPartPr>
            <p14:xfrm>
              <a:off x="837246" y="3832143"/>
              <a:ext cx="84960" cy="36180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D4EC095-9F00-BE47-ED8B-C15FAB7A674A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19246" y="3814503"/>
                <a:ext cx="12060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27480A7-7DC9-4FA4-5768-B7D0F51D9102}"/>
                  </a:ext>
                </a:extLst>
              </p14:cNvPr>
              <p14:cNvContentPartPr/>
              <p14:nvPr/>
            </p14:nvContentPartPr>
            <p14:xfrm>
              <a:off x="709806" y="3888663"/>
              <a:ext cx="680400" cy="32796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27480A7-7DC9-4FA4-5768-B7D0F51D9102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91806" y="3870663"/>
                <a:ext cx="7160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952E1807-7474-5A8B-9447-B2C78914A7EF}"/>
                  </a:ext>
                </a:extLst>
              </p14:cNvPr>
              <p14:cNvContentPartPr/>
              <p14:nvPr/>
            </p14:nvContentPartPr>
            <p14:xfrm>
              <a:off x="1988886" y="3904863"/>
              <a:ext cx="228240" cy="185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952E1807-7474-5A8B-9447-B2C78914A7EF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970886" y="3887223"/>
                <a:ext cx="2638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56179668-6B52-3ED5-801F-FD824115A7C4}"/>
                  </a:ext>
                </a:extLst>
              </p14:cNvPr>
              <p14:cNvContentPartPr/>
              <p14:nvPr/>
            </p14:nvContentPartPr>
            <p14:xfrm>
              <a:off x="2277606" y="3951303"/>
              <a:ext cx="108720" cy="140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56179668-6B52-3ED5-801F-FD824115A7C4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259966" y="3933303"/>
                <a:ext cx="1443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30B043DB-7C10-AEE3-1B9E-867345D6E1D2}"/>
                  </a:ext>
                </a:extLst>
              </p14:cNvPr>
              <p14:cNvContentPartPr/>
              <p14:nvPr/>
            </p14:nvContentPartPr>
            <p14:xfrm>
              <a:off x="2419446" y="3975063"/>
              <a:ext cx="169560" cy="1267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30B043DB-7C10-AEE3-1B9E-867345D6E1D2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401446" y="3957063"/>
                <a:ext cx="2052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E12E61A2-B8D1-0DDF-0336-E431AEEBC37B}"/>
                  </a:ext>
                </a:extLst>
              </p14:cNvPr>
              <p14:cNvContentPartPr/>
              <p14:nvPr/>
            </p14:nvContentPartPr>
            <p14:xfrm>
              <a:off x="2754606" y="3995583"/>
              <a:ext cx="97560" cy="43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E12E61A2-B8D1-0DDF-0336-E431AEEBC37B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736966" y="3977943"/>
                <a:ext cx="13320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43598572-7BAA-8C41-B7A6-FC9BAACF5879}"/>
                  </a:ext>
                </a:extLst>
              </p14:cNvPr>
              <p14:cNvContentPartPr/>
              <p14:nvPr/>
            </p14:nvContentPartPr>
            <p14:xfrm>
              <a:off x="2881326" y="3937263"/>
              <a:ext cx="793440" cy="4503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43598572-7BAA-8C41-B7A6-FC9BAACF5879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2863326" y="3919623"/>
                <a:ext cx="829080" cy="48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24C9C814-FCC3-9F73-F0D4-B437050760E7}"/>
                  </a:ext>
                </a:extLst>
              </p14:cNvPr>
              <p14:cNvContentPartPr/>
              <p14:nvPr/>
            </p14:nvContentPartPr>
            <p14:xfrm>
              <a:off x="4134486" y="4020783"/>
              <a:ext cx="338040" cy="14544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24C9C814-FCC3-9F73-F0D4-B437050760E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4116486" y="4002783"/>
                <a:ext cx="3736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9A4122B6-488A-A968-EF8C-CA1E1071BEBB}"/>
                  </a:ext>
                </a:extLst>
              </p14:cNvPr>
              <p14:cNvContentPartPr/>
              <p14:nvPr/>
            </p14:nvContentPartPr>
            <p14:xfrm>
              <a:off x="4531566" y="3807663"/>
              <a:ext cx="734040" cy="4176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9A4122B6-488A-A968-EF8C-CA1E1071BEBB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4513926" y="3790023"/>
                <a:ext cx="76968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D7F323AE-E11F-676E-691C-838058503FD3}"/>
                  </a:ext>
                </a:extLst>
              </p14:cNvPr>
              <p14:cNvContentPartPr/>
              <p14:nvPr/>
            </p14:nvContentPartPr>
            <p14:xfrm>
              <a:off x="5385486" y="4065783"/>
              <a:ext cx="131760" cy="12852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D7F323AE-E11F-676E-691C-838058503FD3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367486" y="4048143"/>
                <a:ext cx="16740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BDFA6D3C-45BD-AF18-2AB6-4E5DDC0F273F}"/>
                  </a:ext>
                </a:extLst>
              </p14:cNvPr>
              <p14:cNvContentPartPr/>
              <p14:nvPr/>
            </p14:nvContentPartPr>
            <p14:xfrm>
              <a:off x="5372886" y="4031223"/>
              <a:ext cx="171000" cy="18216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BDFA6D3C-45BD-AF18-2AB6-4E5DDC0F273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354886" y="4013583"/>
                <a:ext cx="2066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853D1000-9B87-694A-014F-B8F75236F6AE}"/>
                  </a:ext>
                </a:extLst>
              </p14:cNvPr>
              <p14:cNvContentPartPr/>
              <p14:nvPr/>
            </p14:nvContentPartPr>
            <p14:xfrm>
              <a:off x="5249046" y="3795423"/>
              <a:ext cx="39240" cy="6588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853D1000-9B87-694A-014F-B8F75236F6A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231046" y="3777423"/>
                <a:ext cx="7488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23D8441-7E9D-97C6-BCD8-B20E88983521}"/>
                  </a:ext>
                </a:extLst>
              </p14:cNvPr>
              <p14:cNvContentPartPr/>
              <p14:nvPr/>
            </p14:nvContentPartPr>
            <p14:xfrm>
              <a:off x="4502406" y="3916383"/>
              <a:ext cx="407880" cy="414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23D8441-7E9D-97C6-BCD8-B20E8898352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484406" y="3898383"/>
                <a:ext cx="4435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0C1136E-8DD4-BD51-A8EA-C23A5CCF2DDE}"/>
                  </a:ext>
                </a:extLst>
              </p14:cNvPr>
              <p14:cNvContentPartPr/>
              <p14:nvPr/>
            </p14:nvContentPartPr>
            <p14:xfrm>
              <a:off x="6545406" y="3973623"/>
              <a:ext cx="67320" cy="21924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0C1136E-8DD4-BD51-A8EA-C23A5CCF2DD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527766" y="3955983"/>
                <a:ext cx="10296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16DF1EEE-BBDB-1F42-B9E8-D7B3EB427A62}"/>
                  </a:ext>
                </a:extLst>
              </p14:cNvPr>
              <p14:cNvContentPartPr/>
              <p14:nvPr/>
            </p14:nvContentPartPr>
            <p14:xfrm>
              <a:off x="6669966" y="3998823"/>
              <a:ext cx="134640" cy="16452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16DF1EEE-BBDB-1F42-B9E8-D7B3EB427A62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651966" y="3981183"/>
                <a:ext cx="1702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0993595-FAD8-E8E1-8707-7570B743C968}"/>
                  </a:ext>
                </a:extLst>
              </p14:cNvPr>
              <p14:cNvContentPartPr/>
              <p14:nvPr/>
            </p14:nvContentPartPr>
            <p14:xfrm>
              <a:off x="6669606" y="3829623"/>
              <a:ext cx="9360" cy="241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0993595-FAD8-E8E1-8707-7570B743C96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651606" y="3811983"/>
                <a:ext cx="45000" cy="5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3307AD2-4CE3-9EB6-7206-4ADE18168D5B}"/>
              </a:ext>
            </a:extLst>
          </p:cNvPr>
          <p:cNvGrpSpPr/>
          <p:nvPr/>
        </p:nvGrpSpPr>
        <p:grpSpPr>
          <a:xfrm>
            <a:off x="223446" y="4775703"/>
            <a:ext cx="390960" cy="662400"/>
            <a:chOff x="223446" y="4775703"/>
            <a:chExt cx="390960" cy="66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39B0A18-03FF-03C7-6044-2E1BACB3056B}"/>
                    </a:ext>
                  </a:extLst>
                </p14:cNvPr>
                <p14:cNvContentPartPr/>
                <p14:nvPr/>
              </p14:nvContentPartPr>
              <p14:xfrm>
                <a:off x="223446" y="4926903"/>
                <a:ext cx="20880" cy="202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39B0A18-03FF-03C7-6044-2E1BACB3056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05446" y="4908903"/>
                  <a:ext cx="5652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37A651A-1AF1-FB45-E3C2-2A56F1BD3ADA}"/>
                    </a:ext>
                  </a:extLst>
                </p14:cNvPr>
                <p14:cNvContentPartPr/>
                <p14:nvPr/>
              </p14:nvContentPartPr>
              <p14:xfrm>
                <a:off x="310206" y="4939863"/>
                <a:ext cx="118080" cy="152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37A651A-1AF1-FB45-E3C2-2A56F1BD3AD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92206" y="4921863"/>
                  <a:ext cx="15372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0AA2457-9917-842F-7B27-F1DCFA21CF8F}"/>
                    </a:ext>
                  </a:extLst>
                </p14:cNvPr>
                <p14:cNvContentPartPr/>
                <p14:nvPr/>
              </p14:nvContentPartPr>
              <p14:xfrm>
                <a:off x="433326" y="4775703"/>
                <a:ext cx="181080" cy="6624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0AA2457-9917-842F-7B27-F1DCFA21CF8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15686" y="4758063"/>
                  <a:ext cx="216720" cy="69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41E4DE95-FADC-22CE-0ADF-288DF3989383}"/>
              </a:ext>
            </a:extLst>
          </p:cNvPr>
          <p:cNvGrpSpPr/>
          <p:nvPr/>
        </p:nvGrpSpPr>
        <p:grpSpPr>
          <a:xfrm>
            <a:off x="906726" y="4782903"/>
            <a:ext cx="375480" cy="664560"/>
            <a:chOff x="906726" y="4782903"/>
            <a:chExt cx="375480" cy="66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F64E45C-96FB-4599-CDD5-3800C459050F}"/>
                    </a:ext>
                  </a:extLst>
                </p14:cNvPr>
                <p14:cNvContentPartPr/>
                <p14:nvPr/>
              </p14:nvContentPartPr>
              <p14:xfrm>
                <a:off x="906726" y="4782903"/>
                <a:ext cx="184680" cy="2854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F64E45C-96FB-4599-CDD5-3800C459050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8726" y="4765263"/>
                  <a:ext cx="2203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BC77885-4F82-9A62-EC59-F8B2CD27CBAB}"/>
                    </a:ext>
                  </a:extLst>
                </p14:cNvPr>
                <p14:cNvContentPartPr/>
                <p14:nvPr/>
              </p14:nvContentPartPr>
              <p14:xfrm>
                <a:off x="1051806" y="4809183"/>
                <a:ext cx="230400" cy="638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BC77885-4F82-9A62-EC59-F8B2CD27CBA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34166" y="4791543"/>
                  <a:ext cx="266040" cy="67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8D404D8-D1C0-BCE0-F8C2-6B53A749C4BA}"/>
              </a:ext>
            </a:extLst>
          </p:cNvPr>
          <p:cNvGrpSpPr/>
          <p:nvPr/>
        </p:nvGrpSpPr>
        <p:grpSpPr>
          <a:xfrm>
            <a:off x="1726086" y="4892343"/>
            <a:ext cx="1008720" cy="338760"/>
            <a:chOff x="1726086" y="4892343"/>
            <a:chExt cx="100872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D807B5D-568B-59D6-CD32-DC6F530BED00}"/>
                    </a:ext>
                  </a:extLst>
                </p14:cNvPr>
                <p14:cNvContentPartPr/>
                <p14:nvPr/>
              </p14:nvContentPartPr>
              <p14:xfrm>
                <a:off x="1726086" y="4892343"/>
                <a:ext cx="1008720" cy="338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D807B5D-568B-59D6-CD32-DC6F530BED0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708086" y="4874343"/>
                  <a:ext cx="1044360" cy="37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36C978E-BB29-E177-96AB-6BDC1EBDE26F}"/>
                    </a:ext>
                  </a:extLst>
                </p14:cNvPr>
                <p14:cNvContentPartPr/>
                <p14:nvPr/>
              </p14:nvContentPartPr>
              <p14:xfrm>
                <a:off x="1744086" y="4926543"/>
                <a:ext cx="245160" cy="140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36C978E-BB29-E177-96AB-6BDC1EBDE26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726446" y="4908543"/>
                  <a:ext cx="28080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CAF92C14-EEDB-A9A7-550B-02E28AEDF90B}"/>
              </a:ext>
            </a:extLst>
          </p:cNvPr>
          <p:cNvGrpSpPr/>
          <p:nvPr/>
        </p:nvGrpSpPr>
        <p:grpSpPr>
          <a:xfrm>
            <a:off x="3090126" y="4901343"/>
            <a:ext cx="191160" cy="287640"/>
            <a:chOff x="3090126" y="4901343"/>
            <a:chExt cx="1911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47B7EDC0-D92C-B06B-E866-AB21C8BE77A8}"/>
                    </a:ext>
                  </a:extLst>
                </p14:cNvPr>
                <p14:cNvContentPartPr/>
                <p14:nvPr/>
              </p14:nvContentPartPr>
              <p14:xfrm>
                <a:off x="3090126" y="5025903"/>
                <a:ext cx="22320" cy="163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47B7EDC0-D92C-B06B-E866-AB21C8BE77A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072486" y="5007903"/>
                  <a:ext cx="57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6747DCA-8591-E9EF-A7F7-6BA9E3F56808}"/>
                    </a:ext>
                  </a:extLst>
                </p14:cNvPr>
                <p14:cNvContentPartPr/>
                <p14:nvPr/>
              </p14:nvContentPartPr>
              <p14:xfrm>
                <a:off x="3201006" y="5029503"/>
                <a:ext cx="80280" cy="155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6747DCA-8591-E9EF-A7F7-6BA9E3F56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183366" y="5011863"/>
                  <a:ext cx="1159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BFB6F16-CF50-9E53-8DEF-6EC22C389032}"/>
                    </a:ext>
                  </a:extLst>
                </p14:cNvPr>
                <p14:cNvContentPartPr/>
                <p14:nvPr/>
              </p14:nvContentPartPr>
              <p14:xfrm>
                <a:off x="3221166" y="4901343"/>
                <a:ext cx="11520" cy="248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BFB6F16-CF50-9E53-8DEF-6EC22C38903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03526" y="4883703"/>
                  <a:ext cx="47160" cy="6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FD191A51-8416-41A8-03F1-AB29B2FE9885}"/>
                  </a:ext>
                </a:extLst>
              </p14:cNvPr>
              <p14:cNvContentPartPr/>
              <p14:nvPr/>
            </p14:nvContentPartPr>
            <p14:xfrm>
              <a:off x="3913806" y="5077383"/>
              <a:ext cx="196560" cy="158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FD191A51-8416-41A8-03F1-AB29B2FE9885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896166" y="5059743"/>
                <a:ext cx="232200" cy="19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9B52E20-69B6-CE39-057B-AF6995A19B02}"/>
              </a:ext>
            </a:extLst>
          </p:cNvPr>
          <p:cNvGrpSpPr/>
          <p:nvPr/>
        </p:nvGrpSpPr>
        <p:grpSpPr>
          <a:xfrm>
            <a:off x="4498446" y="4993503"/>
            <a:ext cx="3249720" cy="465840"/>
            <a:chOff x="4498446" y="4993503"/>
            <a:chExt cx="324972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03BF70F-D55E-3EB5-6BD9-0E752AF1E07D}"/>
                    </a:ext>
                  </a:extLst>
                </p14:cNvPr>
                <p14:cNvContentPartPr/>
                <p14:nvPr/>
              </p14:nvContentPartPr>
              <p14:xfrm>
                <a:off x="4498446" y="5074863"/>
                <a:ext cx="212040" cy="167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03BF70F-D55E-3EB5-6BD9-0E752AF1E0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480806" y="5057223"/>
                  <a:ext cx="247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49C4465-3363-B1C8-FFF2-24E35347A94B}"/>
                    </a:ext>
                  </a:extLst>
                </p14:cNvPr>
                <p14:cNvContentPartPr/>
                <p14:nvPr/>
              </p14:nvContentPartPr>
              <p14:xfrm>
                <a:off x="4756926" y="5074503"/>
                <a:ext cx="382680" cy="178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49C4465-3363-B1C8-FFF2-24E35347A94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738926" y="5056863"/>
                  <a:ext cx="4183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BF06D47-35AA-832B-D7DA-057B739C1003}"/>
                    </a:ext>
                  </a:extLst>
                </p14:cNvPr>
                <p14:cNvContentPartPr/>
                <p14:nvPr/>
              </p14:nvContentPartPr>
              <p14:xfrm>
                <a:off x="5225646" y="5117343"/>
                <a:ext cx="137520" cy="4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BF06D47-35AA-832B-D7DA-057B739C100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07646" y="5099703"/>
                  <a:ext cx="173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0B2C5BD-BDB1-3019-916F-2645954E20E1}"/>
                    </a:ext>
                  </a:extLst>
                </p14:cNvPr>
                <p14:cNvContentPartPr/>
                <p14:nvPr/>
              </p14:nvContentPartPr>
              <p14:xfrm>
                <a:off x="5361366" y="5070543"/>
                <a:ext cx="754920" cy="3888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0B2C5BD-BDB1-3019-916F-2645954E20E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43366" y="5052543"/>
                  <a:ext cx="7905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DF28987-EA00-5338-1D5F-20B1A06C4BE8}"/>
                    </a:ext>
                  </a:extLst>
                </p14:cNvPr>
                <p14:cNvContentPartPr/>
                <p14:nvPr/>
              </p14:nvContentPartPr>
              <p14:xfrm>
                <a:off x="6421206" y="5044983"/>
                <a:ext cx="345240" cy="178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DF28987-EA00-5338-1D5F-20B1A06C4BE8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403206" y="5027343"/>
                  <a:ext cx="380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07760B8-A351-C48F-3FA3-418A382187F6}"/>
                    </a:ext>
                  </a:extLst>
                </p14:cNvPr>
                <p14:cNvContentPartPr/>
                <p14:nvPr/>
              </p14:nvContentPartPr>
              <p14:xfrm>
                <a:off x="6831246" y="5124903"/>
                <a:ext cx="103680" cy="128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07760B8-A351-C48F-3FA3-418A382187F6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813246" y="5106903"/>
                  <a:ext cx="139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D584F69-D5A8-CEC4-7211-B087ABB9D2C4}"/>
                    </a:ext>
                  </a:extLst>
                </p14:cNvPr>
                <p14:cNvContentPartPr/>
                <p14:nvPr/>
              </p14:nvContentPartPr>
              <p14:xfrm>
                <a:off x="6847446" y="4993503"/>
                <a:ext cx="44280" cy="223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D584F69-D5A8-CEC4-7211-B087ABB9D2C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829806" y="4975863"/>
                  <a:ext cx="7992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B2DD64B-A818-D4B0-C225-E29AB491CEF5}"/>
                    </a:ext>
                  </a:extLst>
                </p14:cNvPr>
                <p14:cNvContentPartPr/>
                <p14:nvPr/>
              </p14:nvContentPartPr>
              <p14:xfrm>
                <a:off x="6989286" y="5120583"/>
                <a:ext cx="190080" cy="149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B2DD64B-A818-D4B0-C225-E29AB491CEF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971286" y="5102583"/>
                  <a:ext cx="225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9DA6DA8-CD61-E71A-0B2B-1792B356D3C3}"/>
                    </a:ext>
                  </a:extLst>
                </p14:cNvPr>
                <p14:cNvContentPartPr/>
                <p14:nvPr/>
              </p14:nvContentPartPr>
              <p14:xfrm>
                <a:off x="7309326" y="5078463"/>
                <a:ext cx="438840" cy="2120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9DA6DA8-CD61-E71A-0B2B-1792B356D3C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291686" y="5060463"/>
                  <a:ext cx="474480" cy="24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CCC70A21-498C-274E-517B-E3953A5EE7D2}"/>
                  </a:ext>
                </a:extLst>
              </p14:cNvPr>
              <p14:cNvContentPartPr/>
              <p14:nvPr/>
            </p14:nvContentPartPr>
            <p14:xfrm>
              <a:off x="8123646" y="4938063"/>
              <a:ext cx="339840" cy="64728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CCC70A21-498C-274E-517B-E3953A5EE7D2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106006" y="4920063"/>
                <a:ext cx="375480" cy="68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7" name="Group 226">
            <a:extLst>
              <a:ext uri="{FF2B5EF4-FFF2-40B4-BE49-F238E27FC236}">
                <a16:creationId xmlns:a16="http://schemas.microsoft.com/office/drawing/2014/main" id="{7AC06D65-E468-215B-3EE3-6D76300107BD}"/>
              </a:ext>
            </a:extLst>
          </p:cNvPr>
          <p:cNvGrpSpPr/>
          <p:nvPr/>
        </p:nvGrpSpPr>
        <p:grpSpPr>
          <a:xfrm>
            <a:off x="8903046" y="4951383"/>
            <a:ext cx="2773080" cy="439920"/>
            <a:chOff x="8903046" y="4951383"/>
            <a:chExt cx="277308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2AB89BB-D98A-AC86-2CA9-B8AD815F7FA8}"/>
                    </a:ext>
                  </a:extLst>
                </p14:cNvPr>
                <p14:cNvContentPartPr/>
                <p14:nvPr/>
              </p14:nvContentPartPr>
              <p14:xfrm>
                <a:off x="8903046" y="5002863"/>
                <a:ext cx="138960" cy="160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2AB89BB-D98A-AC86-2CA9-B8AD815F7FA8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885046" y="4984863"/>
                  <a:ext cx="1746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40C7B7C-DF9D-CA7F-8240-80A861A86992}"/>
                    </a:ext>
                  </a:extLst>
                </p14:cNvPr>
                <p14:cNvContentPartPr/>
                <p14:nvPr/>
              </p14:nvContentPartPr>
              <p14:xfrm>
                <a:off x="9166926" y="5047143"/>
                <a:ext cx="223560" cy="1584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40C7B7C-DF9D-CA7F-8240-80A861A8699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148926" y="5029143"/>
                  <a:ext cx="2592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95E0297-CC8C-DE0E-1BB2-E37E1F1CA575}"/>
                    </a:ext>
                  </a:extLst>
                </p14:cNvPr>
                <p14:cNvContentPartPr/>
                <p14:nvPr/>
              </p14:nvContentPartPr>
              <p14:xfrm>
                <a:off x="9397686" y="4951383"/>
                <a:ext cx="702000" cy="329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95E0297-CC8C-DE0E-1BB2-E37E1F1CA57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380046" y="4933743"/>
                  <a:ext cx="73764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C9391C3-531F-1367-58B5-815B537FF5A3}"/>
                    </a:ext>
                  </a:extLst>
                </p14:cNvPr>
                <p14:cNvContentPartPr/>
                <p14:nvPr/>
              </p14:nvContentPartPr>
              <p14:xfrm>
                <a:off x="10128126" y="5237943"/>
                <a:ext cx="143280" cy="153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C9391C3-531F-1367-58B5-815B537FF5A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110126" y="5219943"/>
                  <a:ext cx="178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88E1F293-5334-A5FD-5D1B-AFAC7ED1570A}"/>
                    </a:ext>
                  </a:extLst>
                </p14:cNvPr>
                <p14:cNvContentPartPr/>
                <p14:nvPr/>
              </p14:nvContentPartPr>
              <p14:xfrm>
                <a:off x="10590366" y="5010063"/>
                <a:ext cx="299880" cy="306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88E1F293-5334-A5FD-5D1B-AFAC7ED1570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572366" y="4992063"/>
                  <a:ext cx="3355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08BA912-D342-A562-6DE2-8D1A54D5683A}"/>
                    </a:ext>
                  </a:extLst>
                </p14:cNvPr>
                <p14:cNvContentPartPr/>
                <p14:nvPr/>
              </p14:nvContentPartPr>
              <p14:xfrm>
                <a:off x="10748046" y="5056503"/>
                <a:ext cx="928080" cy="299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08BA912-D342-A562-6DE2-8D1A54D5683A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730046" y="5038863"/>
                  <a:ext cx="963720" cy="33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E023C869-73F0-18AE-0050-C5C3DA3A0A6A}"/>
                  </a:ext>
                </a:extLst>
              </p14:cNvPr>
              <p14:cNvContentPartPr/>
              <p14:nvPr/>
            </p14:nvContentPartPr>
            <p14:xfrm>
              <a:off x="669486" y="5708823"/>
              <a:ext cx="1127880" cy="39132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E023C869-73F0-18AE-0050-C5C3DA3A0A6A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651846" y="5690823"/>
                <a:ext cx="1163520" cy="42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6" name="Group 225">
            <a:extLst>
              <a:ext uri="{FF2B5EF4-FFF2-40B4-BE49-F238E27FC236}">
                <a16:creationId xmlns:a16="http://schemas.microsoft.com/office/drawing/2014/main" id="{22118051-D42F-0E47-83A0-8E62A0148C9D}"/>
              </a:ext>
            </a:extLst>
          </p:cNvPr>
          <p:cNvGrpSpPr/>
          <p:nvPr/>
        </p:nvGrpSpPr>
        <p:grpSpPr>
          <a:xfrm>
            <a:off x="2446086" y="5791983"/>
            <a:ext cx="237960" cy="329760"/>
            <a:chOff x="2446086" y="5791983"/>
            <a:chExt cx="23796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121594B-D3A5-79CA-CE66-35CBF9C6A8CE}"/>
                    </a:ext>
                  </a:extLst>
                </p14:cNvPr>
                <p14:cNvContentPartPr/>
                <p14:nvPr/>
              </p14:nvContentPartPr>
              <p14:xfrm>
                <a:off x="2446086" y="5891343"/>
                <a:ext cx="40320" cy="2304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121594B-D3A5-79CA-CE66-35CBF9C6A8C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428446" y="5873703"/>
                  <a:ext cx="7596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9481FCE-2892-2885-58C1-B436BBCA5446}"/>
                    </a:ext>
                  </a:extLst>
                </p14:cNvPr>
                <p14:cNvContentPartPr/>
                <p14:nvPr/>
              </p14:nvContentPartPr>
              <p14:xfrm>
                <a:off x="2589006" y="5937423"/>
                <a:ext cx="95040" cy="1821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9481FCE-2892-2885-58C1-B436BBCA54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571006" y="5919423"/>
                  <a:ext cx="1306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C288DA72-4465-13C8-2256-595825F8C367}"/>
                    </a:ext>
                  </a:extLst>
                </p14:cNvPr>
                <p14:cNvContentPartPr/>
                <p14:nvPr/>
              </p14:nvContentPartPr>
              <p14:xfrm>
                <a:off x="2584326" y="5791983"/>
                <a:ext cx="12960" cy="58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C288DA72-4465-13C8-2256-595825F8C36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566686" y="5773983"/>
                  <a:ext cx="486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414333FD-080E-9B6C-07D1-720D6878BAEC}"/>
              </a:ext>
            </a:extLst>
          </p:cNvPr>
          <p:cNvGrpSpPr/>
          <p:nvPr/>
        </p:nvGrpSpPr>
        <p:grpSpPr>
          <a:xfrm>
            <a:off x="3075366" y="5879103"/>
            <a:ext cx="806400" cy="331920"/>
            <a:chOff x="3075366" y="5879103"/>
            <a:chExt cx="80640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CC29704-B013-82F7-1048-8F7CC80C4F8A}"/>
                    </a:ext>
                  </a:extLst>
                </p14:cNvPr>
                <p14:cNvContentPartPr/>
                <p14:nvPr/>
              </p14:nvContentPartPr>
              <p14:xfrm>
                <a:off x="3075366" y="5879103"/>
                <a:ext cx="212400" cy="236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CC29704-B013-82F7-1048-8F7CC80C4F8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057726" y="5861103"/>
                  <a:ext cx="2480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DCD08EFF-5ED0-8C16-140F-109D20B12D5A}"/>
                    </a:ext>
                  </a:extLst>
                </p14:cNvPr>
                <p14:cNvContentPartPr/>
                <p14:nvPr/>
              </p14:nvContentPartPr>
              <p14:xfrm>
                <a:off x="3206766" y="6098703"/>
                <a:ext cx="141840" cy="1123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DCD08EFF-5ED0-8C16-140F-109D20B12D5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89126" y="6081063"/>
                  <a:ext cx="1774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0727F96-610A-6630-6B05-94F3BFAF42C1}"/>
                    </a:ext>
                  </a:extLst>
                </p14:cNvPr>
                <p14:cNvContentPartPr/>
                <p14:nvPr/>
              </p14:nvContentPartPr>
              <p14:xfrm>
                <a:off x="3561006" y="5900343"/>
                <a:ext cx="320760" cy="235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0727F96-610A-6630-6B05-94F3BFAF42C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43366" y="5882703"/>
                  <a:ext cx="356400" cy="270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EEA4B225-B34B-D141-25E4-5C108FFA2881}"/>
                  </a:ext>
                </a:extLst>
              </p14:cNvPr>
              <p14:cNvContentPartPr/>
              <p14:nvPr/>
            </p14:nvContentPartPr>
            <p14:xfrm>
              <a:off x="4189926" y="6178263"/>
              <a:ext cx="59040" cy="3996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EEA4B225-B34B-D141-25E4-5C108FFA2881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4171926" y="6160263"/>
                <a:ext cx="946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0EB10247-D295-2095-AFDD-E5C1B0DEFF51}"/>
                  </a:ext>
                </a:extLst>
              </p14:cNvPr>
              <p14:cNvContentPartPr/>
              <p14:nvPr/>
            </p14:nvContentPartPr>
            <p14:xfrm>
              <a:off x="4739646" y="3435423"/>
              <a:ext cx="16200" cy="360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0EB10247-D295-2095-AFDD-E5C1B0DEFF51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4722006" y="3417783"/>
                <a:ext cx="518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13A3E16A-3A59-1629-63E5-B75F77AAD93B}"/>
                  </a:ext>
                </a:extLst>
              </p14:cNvPr>
              <p14:cNvContentPartPr/>
              <p14:nvPr/>
            </p14:nvContentPartPr>
            <p14:xfrm>
              <a:off x="8854806" y="3220503"/>
              <a:ext cx="12600" cy="133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13A3E16A-3A59-1629-63E5-B75F77AAD93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8837166" y="3202863"/>
                <a:ext cx="4824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AD3DB6E-FEF0-6EA6-6AD8-EF19EA1DBD14}"/>
                  </a:ext>
                </a:extLst>
              </p14:cNvPr>
              <p14:cNvContentPartPr/>
              <p14:nvPr/>
            </p14:nvContentPartPr>
            <p14:xfrm>
              <a:off x="9830766" y="3318783"/>
              <a:ext cx="9360" cy="864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AD3DB6E-FEF0-6EA6-6AD8-EF19EA1DBD14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9813126" y="3301143"/>
                <a:ext cx="450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240" name="Ink 239">
                <a:extLst>
                  <a:ext uri="{FF2B5EF4-FFF2-40B4-BE49-F238E27FC236}">
                    <a16:creationId xmlns:a16="http://schemas.microsoft.com/office/drawing/2014/main" id="{4DB60E16-1ABC-A39B-FBC9-739EB696E66C}"/>
                  </a:ext>
                </a:extLst>
              </p14:cNvPr>
              <p14:cNvContentPartPr/>
              <p14:nvPr/>
            </p14:nvContentPartPr>
            <p14:xfrm>
              <a:off x="6862206" y="4335783"/>
              <a:ext cx="1080" cy="3960"/>
            </p14:xfrm>
          </p:contentPart>
        </mc:Choice>
        <mc:Fallback xmlns="">
          <p:pic>
            <p:nvPicPr>
              <p:cNvPr id="240" name="Ink 239">
                <a:extLst>
                  <a:ext uri="{FF2B5EF4-FFF2-40B4-BE49-F238E27FC236}">
                    <a16:creationId xmlns:a16="http://schemas.microsoft.com/office/drawing/2014/main" id="{4DB60E16-1ABC-A39B-FBC9-739EB696E66C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6844566" y="4317783"/>
                <a:ext cx="367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73C1880A-395E-FC9E-0AA2-4C4BEC7B26E6}"/>
              </a:ext>
            </a:extLst>
          </p:cNvPr>
          <p:cNvGrpSpPr/>
          <p:nvPr/>
        </p:nvGrpSpPr>
        <p:grpSpPr>
          <a:xfrm>
            <a:off x="7203486" y="3824223"/>
            <a:ext cx="1010520" cy="443520"/>
            <a:chOff x="7203486" y="3824223"/>
            <a:chExt cx="1010520" cy="44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4F9B359-17F3-BA81-5710-74BA720E552B}"/>
                    </a:ext>
                  </a:extLst>
                </p14:cNvPr>
                <p14:cNvContentPartPr/>
                <p14:nvPr/>
              </p14:nvContentPartPr>
              <p14:xfrm>
                <a:off x="7203486" y="3919983"/>
                <a:ext cx="267480" cy="237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4F9B359-17F3-BA81-5710-74BA720E552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185486" y="3902343"/>
                  <a:ext cx="3031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6550263-57AE-B160-B27F-B7F7F888CB37}"/>
                    </a:ext>
                  </a:extLst>
                </p14:cNvPr>
                <p14:cNvContentPartPr/>
                <p14:nvPr/>
              </p14:nvContentPartPr>
              <p14:xfrm>
                <a:off x="7326246" y="4110423"/>
                <a:ext cx="228240" cy="150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6550263-57AE-B160-B27F-B7F7F888CB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308246" y="4092423"/>
                  <a:ext cx="2638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BB6C129-3DCA-F7EE-7B75-36907A12C929}"/>
                    </a:ext>
                  </a:extLst>
                </p14:cNvPr>
                <p14:cNvContentPartPr/>
                <p14:nvPr/>
              </p14:nvContentPartPr>
              <p14:xfrm>
                <a:off x="7824126" y="3824223"/>
                <a:ext cx="20160" cy="3682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BB6C129-3DCA-F7EE-7B75-36907A12C92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06486" y="3806223"/>
                  <a:ext cx="558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EF5F7E8-D29B-8416-CB44-4CA85116826C}"/>
                    </a:ext>
                  </a:extLst>
                </p14:cNvPr>
                <p14:cNvContentPartPr/>
                <p14:nvPr/>
              </p14:nvContentPartPr>
              <p14:xfrm>
                <a:off x="8145246" y="4215903"/>
                <a:ext cx="68760" cy="51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EF5F7E8-D29B-8416-CB44-4CA85116826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127246" y="4198263"/>
                  <a:ext cx="104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230ABECF-0F7E-F049-6C7E-B76823D3C73E}"/>
                    </a:ext>
                  </a:extLst>
                </p14:cNvPr>
                <p14:cNvContentPartPr/>
                <p14:nvPr/>
              </p14:nvContentPartPr>
              <p14:xfrm>
                <a:off x="7556286" y="4207623"/>
                <a:ext cx="3960" cy="1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230ABECF-0F7E-F049-6C7E-B76823D3C73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38286" y="4189623"/>
                  <a:ext cx="3960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499F744-C048-9495-C731-EFCBF31A977D}"/>
              </a:ext>
            </a:extLst>
          </p:cNvPr>
          <p:cNvGrpSpPr/>
          <p:nvPr/>
        </p:nvGrpSpPr>
        <p:grpSpPr>
          <a:xfrm>
            <a:off x="116526" y="5264583"/>
            <a:ext cx="88920" cy="113040"/>
            <a:chOff x="116526" y="5264583"/>
            <a:chExt cx="8892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3B5E501-4677-029D-4D2B-A4E73294D948}"/>
                    </a:ext>
                  </a:extLst>
                </p14:cNvPr>
                <p14:cNvContentPartPr/>
                <p14:nvPr/>
              </p14:nvContentPartPr>
              <p14:xfrm>
                <a:off x="125886" y="5264583"/>
                <a:ext cx="79560" cy="75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3B5E501-4677-029D-4D2B-A4E73294D948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107886" y="5246583"/>
                  <a:ext cx="115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8581D8A-49AC-247D-F4FB-8F5E8AAF6CE0}"/>
                    </a:ext>
                  </a:extLst>
                </p14:cNvPr>
                <p14:cNvContentPartPr/>
                <p14:nvPr/>
              </p14:nvContentPartPr>
              <p14:xfrm>
                <a:off x="116526" y="5334423"/>
                <a:ext cx="56520" cy="432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8581D8A-49AC-247D-F4FB-8F5E8AAF6CE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98886" y="5316423"/>
                  <a:ext cx="921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3ED2B60-C560-CB74-C6D5-9F523C89DF3A}"/>
                    </a:ext>
                  </a:extLst>
                </p14:cNvPr>
                <p14:cNvContentPartPr/>
                <p14:nvPr/>
              </p14:nvContentPartPr>
              <p14:xfrm>
                <a:off x="146406" y="5336583"/>
                <a:ext cx="37800" cy="33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3ED2B60-C560-CB74-C6D5-9F523C89DF3A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128766" y="5318583"/>
                  <a:ext cx="734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2D50E30E-D0CF-A471-77C9-D3AE51CCD7DC}"/>
              </a:ext>
            </a:extLst>
          </p:cNvPr>
          <p:cNvGrpSpPr/>
          <p:nvPr/>
        </p:nvGrpSpPr>
        <p:grpSpPr>
          <a:xfrm>
            <a:off x="7181886" y="4459623"/>
            <a:ext cx="1251000" cy="225000"/>
            <a:chOff x="7181886" y="4459623"/>
            <a:chExt cx="125100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C415B526-FBCB-8915-BE79-D06D51BC7666}"/>
                    </a:ext>
                  </a:extLst>
                </p14:cNvPr>
                <p14:cNvContentPartPr/>
                <p14:nvPr/>
              </p14:nvContentPartPr>
              <p14:xfrm>
                <a:off x="7181886" y="4459623"/>
                <a:ext cx="1251000" cy="64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C415B526-FBCB-8915-BE79-D06D51BC766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164246" y="4441623"/>
                  <a:ext cx="12866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A8862A8-0C1E-6EAC-B10C-549557B24B50}"/>
                    </a:ext>
                  </a:extLst>
                </p14:cNvPr>
                <p14:cNvContentPartPr/>
                <p14:nvPr/>
              </p14:nvContentPartPr>
              <p14:xfrm>
                <a:off x="7302846" y="4609023"/>
                <a:ext cx="1043640" cy="75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A8862A8-0C1E-6EAC-B10C-549557B24B50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285206" y="4591383"/>
                  <a:ext cx="10792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F0B5AC7C-3707-48E3-4BCB-16F1D483ED45}"/>
              </a:ext>
            </a:extLst>
          </p:cNvPr>
          <p:cNvGrpSpPr/>
          <p:nvPr/>
        </p:nvGrpSpPr>
        <p:grpSpPr>
          <a:xfrm>
            <a:off x="6408606" y="2536863"/>
            <a:ext cx="649440" cy="180360"/>
            <a:chOff x="6408606" y="2536863"/>
            <a:chExt cx="649440" cy="18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50B1E23-DF25-5796-86FB-69C752F5BC49}"/>
                    </a:ext>
                  </a:extLst>
                </p14:cNvPr>
                <p14:cNvContentPartPr/>
                <p14:nvPr/>
              </p14:nvContentPartPr>
              <p14:xfrm>
                <a:off x="6434526" y="2536863"/>
                <a:ext cx="510840" cy="129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50B1E23-DF25-5796-86FB-69C752F5BC4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6416526" y="2518863"/>
                  <a:ext cx="546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172BF39-878E-0D42-F156-90CD77F2FA0F}"/>
                    </a:ext>
                  </a:extLst>
                </p14:cNvPr>
                <p14:cNvContentPartPr/>
                <p14:nvPr/>
              </p14:nvContentPartPr>
              <p14:xfrm>
                <a:off x="6408606" y="2607063"/>
                <a:ext cx="649440" cy="110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172BF39-878E-0D42-F156-90CD77F2FA0F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390966" y="2589063"/>
                  <a:ext cx="685080" cy="145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68690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D653375-0294-438F-8DA9-0833AD8CB4B5}"/>
              </a:ext>
            </a:extLst>
          </p:cNvPr>
          <p:cNvGrpSpPr/>
          <p:nvPr/>
        </p:nvGrpSpPr>
        <p:grpSpPr>
          <a:xfrm>
            <a:off x="422886" y="317463"/>
            <a:ext cx="217440" cy="614880"/>
            <a:chOff x="422886" y="317463"/>
            <a:chExt cx="217440" cy="61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CFA6801-4D31-C14A-4FFE-AA158CF54542}"/>
                    </a:ext>
                  </a:extLst>
                </p14:cNvPr>
                <p14:cNvContentPartPr/>
                <p14:nvPr/>
              </p14:nvContentPartPr>
              <p14:xfrm>
                <a:off x="422886" y="437343"/>
                <a:ext cx="9000" cy="180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CFA6801-4D31-C14A-4FFE-AA158CF545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05246" y="419343"/>
                  <a:ext cx="44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973691D-B992-1580-90B3-7ED1B08EEEB5}"/>
                    </a:ext>
                  </a:extLst>
                </p14:cNvPr>
                <p14:cNvContentPartPr/>
                <p14:nvPr/>
              </p14:nvContentPartPr>
              <p14:xfrm>
                <a:off x="507126" y="317463"/>
                <a:ext cx="133200" cy="614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973691D-B992-1580-90B3-7ED1B08EEE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9486" y="299823"/>
                  <a:ext cx="168840" cy="65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64F084-C079-E864-2BBE-E0BD1A948871}"/>
              </a:ext>
            </a:extLst>
          </p:cNvPr>
          <p:cNvGrpSpPr/>
          <p:nvPr/>
        </p:nvGrpSpPr>
        <p:grpSpPr>
          <a:xfrm>
            <a:off x="1789806" y="293343"/>
            <a:ext cx="555480" cy="1768680"/>
            <a:chOff x="1789806" y="293343"/>
            <a:chExt cx="555480" cy="176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B460EA-9355-B08C-D297-75A008DFDA5E}"/>
                    </a:ext>
                  </a:extLst>
                </p14:cNvPr>
                <p14:cNvContentPartPr/>
                <p14:nvPr/>
              </p14:nvContentPartPr>
              <p14:xfrm>
                <a:off x="1789806" y="293343"/>
                <a:ext cx="435240" cy="1768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B460EA-9355-B08C-D297-75A008DFDA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1806" y="275703"/>
                  <a:ext cx="470880" cy="180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70A4C94-EE90-4A1F-1EAF-6397711E15A1}"/>
                    </a:ext>
                  </a:extLst>
                </p14:cNvPr>
                <p14:cNvContentPartPr/>
                <p14:nvPr/>
              </p14:nvContentPartPr>
              <p14:xfrm>
                <a:off x="2325846" y="516903"/>
                <a:ext cx="19440" cy="18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70A4C94-EE90-4A1F-1EAF-6397711E15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8206" y="499263"/>
                  <a:ext cx="55080" cy="22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55823EC-7488-1A09-765A-0DCE0379FE52}"/>
                  </a:ext>
                </a:extLst>
              </p14:cNvPr>
              <p14:cNvContentPartPr/>
              <p14:nvPr/>
            </p14:nvContentPartPr>
            <p14:xfrm>
              <a:off x="3010566" y="508983"/>
              <a:ext cx="250200" cy="182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55823EC-7488-1A09-765A-0DCE0379FE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92926" y="490983"/>
                <a:ext cx="28584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FEF3DA4-D1F4-9BEC-71FB-7943A4C5FB97}"/>
                  </a:ext>
                </a:extLst>
              </p14:cNvPr>
              <p14:cNvContentPartPr/>
              <p14:nvPr/>
            </p14:nvContentPartPr>
            <p14:xfrm>
              <a:off x="2355366" y="1023423"/>
              <a:ext cx="304200" cy="1692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FEF3DA4-D1F4-9BEC-71FB-7943A4C5FB9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37366" y="1005423"/>
                <a:ext cx="3398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73AE6A3-2A7B-3C11-3050-9B804D4AB3A5}"/>
                  </a:ext>
                </a:extLst>
              </p14:cNvPr>
              <p14:cNvContentPartPr/>
              <p14:nvPr/>
            </p14:nvContentPartPr>
            <p14:xfrm>
              <a:off x="3090846" y="1027383"/>
              <a:ext cx="180720" cy="204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73AE6A3-2A7B-3C11-3050-9B804D4AB3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72846" y="1009383"/>
                <a:ext cx="2163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7718354-5FDB-FAAB-6972-640D1A569E22}"/>
                  </a:ext>
                </a:extLst>
              </p14:cNvPr>
              <p14:cNvContentPartPr/>
              <p14:nvPr/>
            </p14:nvContentPartPr>
            <p14:xfrm>
              <a:off x="2326926" y="1567383"/>
              <a:ext cx="227880" cy="27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7718354-5FDB-FAAB-6972-640D1A569E2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309286" y="1549743"/>
                <a:ext cx="26352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56EE747-7E6D-6AED-E3EA-5582DA6CB90C}"/>
                  </a:ext>
                </a:extLst>
              </p14:cNvPr>
              <p14:cNvContentPartPr/>
              <p14:nvPr/>
            </p14:nvContentPartPr>
            <p14:xfrm>
              <a:off x="3150246" y="1653783"/>
              <a:ext cx="295200" cy="181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56EE747-7E6D-6AED-E3EA-5582DA6CB9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32606" y="1636143"/>
                <a:ext cx="330840" cy="21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A7ADF9DE-8D70-C642-210A-98AF2AC8BB34}"/>
              </a:ext>
            </a:extLst>
          </p:cNvPr>
          <p:cNvGrpSpPr/>
          <p:nvPr/>
        </p:nvGrpSpPr>
        <p:grpSpPr>
          <a:xfrm>
            <a:off x="3752886" y="278943"/>
            <a:ext cx="663840" cy="1871640"/>
            <a:chOff x="3752886" y="278943"/>
            <a:chExt cx="663840" cy="187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BCE629-08BC-E812-0671-EE1E88CA4558}"/>
                    </a:ext>
                  </a:extLst>
                </p14:cNvPr>
                <p14:cNvContentPartPr/>
                <p14:nvPr/>
              </p14:nvContentPartPr>
              <p14:xfrm>
                <a:off x="3752886" y="491703"/>
                <a:ext cx="210240" cy="257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BCE629-08BC-E812-0671-EE1E88CA455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34886" y="474063"/>
                  <a:ext cx="245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9C0288-E6C8-43FB-2767-1A67B09292EE}"/>
                    </a:ext>
                  </a:extLst>
                </p14:cNvPr>
                <p14:cNvContentPartPr/>
                <p14:nvPr/>
              </p14:nvContentPartPr>
              <p14:xfrm>
                <a:off x="3792486" y="1019103"/>
                <a:ext cx="141480" cy="318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9C0288-E6C8-43FB-2767-1A67B09292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74486" y="1001463"/>
                  <a:ext cx="1771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833887F-FEC9-62EA-EBF5-86A140A94255}"/>
                    </a:ext>
                  </a:extLst>
                </p14:cNvPr>
                <p14:cNvContentPartPr/>
                <p14:nvPr/>
              </p14:nvContentPartPr>
              <p14:xfrm>
                <a:off x="3831366" y="1627143"/>
                <a:ext cx="262080" cy="183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833887F-FEC9-62EA-EBF5-86A140A9425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13726" y="1609503"/>
                  <a:ext cx="297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3251B6A-D870-D704-7DAB-EC470A1F72A4}"/>
                    </a:ext>
                  </a:extLst>
                </p14:cNvPr>
                <p14:cNvContentPartPr/>
                <p14:nvPr/>
              </p14:nvContentPartPr>
              <p14:xfrm>
                <a:off x="4097766" y="278943"/>
                <a:ext cx="318960" cy="1871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3251B6A-D870-D704-7DAB-EC470A1F72A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79766" y="261303"/>
                  <a:ext cx="354600" cy="19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F46643-FD26-D671-3E8A-4A0DB7444577}"/>
              </a:ext>
            </a:extLst>
          </p:cNvPr>
          <p:cNvGrpSpPr/>
          <p:nvPr/>
        </p:nvGrpSpPr>
        <p:grpSpPr>
          <a:xfrm>
            <a:off x="4584486" y="1981383"/>
            <a:ext cx="726480" cy="259920"/>
            <a:chOff x="4584486" y="1981383"/>
            <a:chExt cx="72648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1FD7196-84B6-B1D7-46D7-7CE5F2887EAB}"/>
                    </a:ext>
                  </a:extLst>
                </p14:cNvPr>
                <p14:cNvContentPartPr/>
                <p14:nvPr/>
              </p14:nvContentPartPr>
              <p14:xfrm>
                <a:off x="4584486" y="1981383"/>
                <a:ext cx="135000" cy="252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1FD7196-84B6-B1D7-46D7-7CE5F2887EA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566846" y="1963383"/>
                  <a:ext cx="1706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FB06469-4A0C-FCF9-C21D-6689481390D2}"/>
                    </a:ext>
                  </a:extLst>
                </p14:cNvPr>
                <p14:cNvContentPartPr/>
                <p14:nvPr/>
              </p14:nvContentPartPr>
              <p14:xfrm>
                <a:off x="4840446" y="2089743"/>
                <a:ext cx="134640" cy="107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FB06469-4A0C-FCF9-C21D-6689481390D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22446" y="2072103"/>
                  <a:ext cx="1702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251F503-6E31-2B47-E3CB-C11F2348FEEE}"/>
                    </a:ext>
                  </a:extLst>
                </p14:cNvPr>
                <p14:cNvContentPartPr/>
                <p14:nvPr/>
              </p14:nvContentPartPr>
              <p14:xfrm>
                <a:off x="4825326" y="2069583"/>
                <a:ext cx="153360" cy="163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251F503-6E31-2B47-E3CB-C11F2348FE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07326" y="2051943"/>
                  <a:ext cx="189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1D216EA-0125-5960-1C50-4531704A3009}"/>
                    </a:ext>
                  </a:extLst>
                </p14:cNvPr>
                <p14:cNvContentPartPr/>
                <p14:nvPr/>
              </p14:nvContentPartPr>
              <p14:xfrm>
                <a:off x="5127726" y="1991103"/>
                <a:ext cx="183240" cy="250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1D216EA-0125-5960-1C50-4531704A30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10086" y="1973103"/>
                  <a:ext cx="218880" cy="28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D24F4B-54EC-E329-F6F8-D96B6F4DF85C}"/>
              </a:ext>
            </a:extLst>
          </p:cNvPr>
          <p:cNvGrpSpPr/>
          <p:nvPr/>
        </p:nvGrpSpPr>
        <p:grpSpPr>
          <a:xfrm>
            <a:off x="543126" y="2987583"/>
            <a:ext cx="494640" cy="397440"/>
            <a:chOff x="543126" y="2987583"/>
            <a:chExt cx="494640" cy="39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FFC1DDB-319C-4935-96C8-999BA6CA2719}"/>
                    </a:ext>
                  </a:extLst>
                </p14:cNvPr>
                <p14:cNvContentPartPr/>
                <p14:nvPr/>
              </p14:nvContentPartPr>
              <p14:xfrm>
                <a:off x="543126" y="2995503"/>
                <a:ext cx="15480" cy="362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FFC1DDB-319C-4935-96C8-999BA6CA271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25486" y="2977863"/>
                  <a:ext cx="5112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4FB1505-B3D7-EE6B-F1F0-F3A12808C649}"/>
                    </a:ext>
                  </a:extLst>
                </p14:cNvPr>
                <p14:cNvContentPartPr/>
                <p14:nvPr/>
              </p14:nvContentPartPr>
              <p14:xfrm>
                <a:off x="759126" y="3063543"/>
                <a:ext cx="136800" cy="236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4FB1505-B3D7-EE6B-F1F0-F3A12808C64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1126" y="3045903"/>
                  <a:ext cx="17244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546FAB-5117-B330-CCA5-70D6B4C34C03}"/>
                    </a:ext>
                  </a:extLst>
                </p14:cNvPr>
                <p14:cNvContentPartPr/>
                <p14:nvPr/>
              </p14:nvContentPartPr>
              <p14:xfrm>
                <a:off x="776406" y="3154623"/>
                <a:ext cx="107640" cy="3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546FAB-5117-B330-CCA5-70D6B4C34C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58766" y="3136983"/>
                  <a:ext cx="1432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7FF43E-38BF-FEF5-37A3-A9579905CF10}"/>
                    </a:ext>
                  </a:extLst>
                </p14:cNvPr>
                <p14:cNvContentPartPr/>
                <p14:nvPr/>
              </p14:nvContentPartPr>
              <p14:xfrm>
                <a:off x="1024086" y="2987583"/>
                <a:ext cx="13680" cy="397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7FF43E-38BF-FEF5-37A3-A9579905CF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6446" y="2969583"/>
                  <a:ext cx="49320" cy="43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2C6A92C-ECB7-5B27-E0E5-EFCB98983E12}"/>
              </a:ext>
            </a:extLst>
          </p:cNvPr>
          <p:cNvGrpSpPr/>
          <p:nvPr/>
        </p:nvGrpSpPr>
        <p:grpSpPr>
          <a:xfrm>
            <a:off x="1364286" y="3210783"/>
            <a:ext cx="258840" cy="145800"/>
            <a:chOff x="1364286" y="3210783"/>
            <a:chExt cx="258840" cy="14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5157A5-5C9B-9A21-2503-0D0EC4817211}"/>
                    </a:ext>
                  </a:extLst>
                </p14:cNvPr>
                <p14:cNvContentPartPr/>
                <p14:nvPr/>
              </p14:nvContentPartPr>
              <p14:xfrm>
                <a:off x="1384446" y="3210783"/>
                <a:ext cx="169560" cy="12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5157A5-5C9B-9A21-2503-0D0EC481721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66806" y="3193143"/>
                  <a:ext cx="2052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96DFCA-CB29-7072-334A-49A51836B0D5}"/>
                    </a:ext>
                  </a:extLst>
                </p14:cNvPr>
                <p14:cNvContentPartPr/>
                <p14:nvPr/>
              </p14:nvContentPartPr>
              <p14:xfrm>
                <a:off x="1364286" y="3322383"/>
                <a:ext cx="258840" cy="3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96DFCA-CB29-7072-334A-49A51836B0D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46286" y="3304743"/>
                  <a:ext cx="29448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7289786-5872-1A95-5418-7ECA1B29BF9D}"/>
                  </a:ext>
                </a:extLst>
              </p14:cNvPr>
              <p14:cNvContentPartPr/>
              <p14:nvPr/>
            </p14:nvContentPartPr>
            <p14:xfrm>
              <a:off x="2182926" y="3090543"/>
              <a:ext cx="11880" cy="2858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7289786-5872-1A95-5418-7ECA1B29BF9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165286" y="3072903"/>
                <a:ext cx="4752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A753574-6681-F2A8-9794-99BF71B95E83}"/>
              </a:ext>
            </a:extLst>
          </p:cNvPr>
          <p:cNvGrpSpPr/>
          <p:nvPr/>
        </p:nvGrpSpPr>
        <p:grpSpPr>
          <a:xfrm>
            <a:off x="2471286" y="2899023"/>
            <a:ext cx="1324080" cy="795240"/>
            <a:chOff x="2471286" y="2899023"/>
            <a:chExt cx="1324080" cy="79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F82736C-BB16-AD66-70B1-5268E3BC5A8F}"/>
                    </a:ext>
                  </a:extLst>
                </p14:cNvPr>
                <p14:cNvContentPartPr/>
                <p14:nvPr/>
              </p14:nvContentPartPr>
              <p14:xfrm>
                <a:off x="2471286" y="2912703"/>
                <a:ext cx="237600" cy="781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F82736C-BB16-AD66-70B1-5268E3BC5A8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453286" y="2894703"/>
                  <a:ext cx="273240" cy="81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832BE9F-056E-4B96-03EF-F8015FC56F52}"/>
                    </a:ext>
                  </a:extLst>
                </p14:cNvPr>
                <p14:cNvContentPartPr/>
                <p14:nvPr/>
              </p14:nvContentPartPr>
              <p14:xfrm>
                <a:off x="2713206" y="3144543"/>
                <a:ext cx="160200" cy="325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832BE9F-056E-4B96-03EF-F8015FC56F5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95206" y="3126903"/>
                  <a:ext cx="1958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B50033-5DD2-80B9-D8E2-283784505D21}"/>
                    </a:ext>
                  </a:extLst>
                </p14:cNvPr>
                <p14:cNvContentPartPr/>
                <p14:nvPr/>
              </p14:nvContentPartPr>
              <p14:xfrm>
                <a:off x="2974206" y="3299343"/>
                <a:ext cx="216360" cy="44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B50033-5DD2-80B9-D8E2-283784505D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56206" y="3281343"/>
                  <a:ext cx="252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5D3A9E-BAA7-CA31-B564-7A590983E3FF}"/>
                    </a:ext>
                  </a:extLst>
                </p14:cNvPr>
                <p14:cNvContentPartPr/>
                <p14:nvPr/>
              </p14:nvContentPartPr>
              <p14:xfrm>
                <a:off x="3356166" y="3136263"/>
                <a:ext cx="171000" cy="271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5D3A9E-BAA7-CA31-B564-7A590983E3F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338526" y="3118623"/>
                  <a:ext cx="2066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B3D914B-ACF2-DD68-199E-62AB2944F3EF}"/>
                    </a:ext>
                  </a:extLst>
                </p14:cNvPr>
                <p14:cNvContentPartPr/>
                <p14:nvPr/>
              </p14:nvContentPartPr>
              <p14:xfrm>
                <a:off x="3514926" y="2899023"/>
                <a:ext cx="280440" cy="740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B3D914B-ACF2-DD68-199E-62AB2944F3E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96926" y="2881383"/>
                  <a:ext cx="316080" cy="77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5C6EA19-6168-2568-A79A-C1124A0464E9}"/>
              </a:ext>
            </a:extLst>
          </p:cNvPr>
          <p:cNvGrpSpPr/>
          <p:nvPr/>
        </p:nvGrpSpPr>
        <p:grpSpPr>
          <a:xfrm>
            <a:off x="4241406" y="2838183"/>
            <a:ext cx="853920" cy="775440"/>
            <a:chOff x="4241406" y="2838183"/>
            <a:chExt cx="853920" cy="77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B7A1CB6-8F22-F887-3F6C-FBFD32E1A1B0}"/>
                    </a:ext>
                  </a:extLst>
                </p14:cNvPr>
                <p14:cNvContentPartPr/>
                <p14:nvPr/>
              </p14:nvContentPartPr>
              <p14:xfrm>
                <a:off x="4241406" y="3271263"/>
                <a:ext cx="180360" cy="51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B7A1CB6-8F22-F887-3F6C-FBFD32E1A1B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223766" y="3253623"/>
                  <a:ext cx="216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37AF669-25F0-8926-0A60-D4085F16A675}"/>
                    </a:ext>
                  </a:extLst>
                </p14:cNvPr>
                <p14:cNvContentPartPr/>
                <p14:nvPr/>
              </p14:nvContentPartPr>
              <p14:xfrm>
                <a:off x="4546686" y="3137703"/>
                <a:ext cx="234000" cy="248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37AF669-25F0-8926-0A60-D4085F16A67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29046" y="3120063"/>
                  <a:ext cx="2696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5DCED6-3C62-23DC-9E1D-5EB7024F5C61}"/>
                    </a:ext>
                  </a:extLst>
                </p14:cNvPr>
                <p14:cNvContentPartPr/>
                <p14:nvPr/>
              </p14:nvContentPartPr>
              <p14:xfrm>
                <a:off x="4935126" y="2838183"/>
                <a:ext cx="160200" cy="775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5DCED6-3C62-23DC-9E1D-5EB7024F5C6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17486" y="2820543"/>
                  <a:ext cx="195840" cy="81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E20B123-05E9-462C-DB3C-FA10038FF9D5}"/>
              </a:ext>
            </a:extLst>
          </p:cNvPr>
          <p:cNvGrpSpPr/>
          <p:nvPr/>
        </p:nvGrpSpPr>
        <p:grpSpPr>
          <a:xfrm>
            <a:off x="5205486" y="2883903"/>
            <a:ext cx="3162600" cy="754560"/>
            <a:chOff x="5205486" y="2883903"/>
            <a:chExt cx="3162600" cy="7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9A0C3CE-1230-4F06-4785-51C13FF4242D}"/>
                    </a:ext>
                  </a:extLst>
                </p14:cNvPr>
                <p14:cNvContentPartPr/>
                <p14:nvPr/>
              </p14:nvContentPartPr>
              <p14:xfrm>
                <a:off x="5205486" y="3118623"/>
                <a:ext cx="189000" cy="325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9A0C3CE-1230-4F06-4785-51C13FF4242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87486" y="3100983"/>
                  <a:ext cx="2246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E27D60-5773-AD93-394F-FB76FE6D39C5}"/>
                    </a:ext>
                  </a:extLst>
                </p14:cNvPr>
                <p14:cNvContentPartPr/>
                <p14:nvPr/>
              </p14:nvContentPartPr>
              <p14:xfrm>
                <a:off x="5579526" y="3250383"/>
                <a:ext cx="167040" cy="44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E27D60-5773-AD93-394F-FB76FE6D39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561526" y="3232743"/>
                  <a:ext cx="202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9620270-F2FB-F9BB-A0CA-360F79990223}"/>
                    </a:ext>
                  </a:extLst>
                </p14:cNvPr>
                <p14:cNvContentPartPr/>
                <p14:nvPr/>
              </p14:nvContentPartPr>
              <p14:xfrm>
                <a:off x="5870766" y="3117543"/>
                <a:ext cx="153360" cy="216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620270-F2FB-F9BB-A0CA-360F799902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52766" y="3099543"/>
                  <a:ext cx="189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5F14A47-8F25-AD16-7791-AC152B865F82}"/>
                    </a:ext>
                  </a:extLst>
                </p14:cNvPr>
                <p14:cNvContentPartPr/>
                <p14:nvPr/>
              </p14:nvContentPartPr>
              <p14:xfrm>
                <a:off x="6052566" y="2945463"/>
                <a:ext cx="151560" cy="628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5F14A47-8F25-AD16-7791-AC152B865F8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34566" y="2927463"/>
                  <a:ext cx="18720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04921F-4A44-B13E-1C51-EC4B9D68F751}"/>
                    </a:ext>
                  </a:extLst>
                </p14:cNvPr>
                <p14:cNvContentPartPr/>
                <p14:nvPr/>
              </p14:nvContentPartPr>
              <p14:xfrm>
                <a:off x="6428766" y="3221583"/>
                <a:ext cx="183600" cy="298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04921F-4A44-B13E-1C51-EC4B9D68F75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11126" y="3203943"/>
                  <a:ext cx="219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354B6D9-98A5-58FF-295F-341CC7FEBA40}"/>
                    </a:ext>
                  </a:extLst>
                </p14:cNvPr>
                <p14:cNvContentPartPr/>
                <p14:nvPr/>
              </p14:nvContentPartPr>
              <p14:xfrm>
                <a:off x="6506166" y="3128343"/>
                <a:ext cx="24840" cy="2178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354B6D9-98A5-58FF-295F-341CC7FEBA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88166" y="3110703"/>
                  <a:ext cx="60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6AD5385-3981-191A-0141-76823A8B9835}"/>
                    </a:ext>
                  </a:extLst>
                </p14:cNvPr>
                <p14:cNvContentPartPr/>
                <p14:nvPr/>
              </p14:nvContentPartPr>
              <p14:xfrm>
                <a:off x="6733686" y="3090183"/>
                <a:ext cx="213480" cy="3013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6AD5385-3981-191A-0141-76823A8B983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15686" y="3072543"/>
                  <a:ext cx="2491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8D90AC-4D6E-27CD-9F97-AE23B86427E2}"/>
                    </a:ext>
                  </a:extLst>
                </p14:cNvPr>
                <p14:cNvContentPartPr/>
                <p14:nvPr/>
              </p14:nvContentPartPr>
              <p14:xfrm>
                <a:off x="7089366" y="2883903"/>
                <a:ext cx="231840" cy="754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8D90AC-4D6E-27CD-9F97-AE23B86427E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071366" y="2866263"/>
                  <a:ext cx="26748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864BB7C-F0E2-28B3-03DA-05FFC79F1EAE}"/>
                    </a:ext>
                  </a:extLst>
                </p14:cNvPr>
                <p14:cNvContentPartPr/>
                <p14:nvPr/>
              </p14:nvContentPartPr>
              <p14:xfrm>
                <a:off x="7457286" y="3098103"/>
                <a:ext cx="168120" cy="322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864BB7C-F0E2-28B3-03DA-05FFC79F1EA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39646" y="3080463"/>
                  <a:ext cx="2037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45E555-2CB6-C9B5-428B-A8E31E3B4E7E}"/>
                    </a:ext>
                  </a:extLst>
                </p14:cNvPr>
                <p14:cNvContentPartPr/>
                <p14:nvPr/>
              </p14:nvContentPartPr>
              <p14:xfrm>
                <a:off x="7729086" y="3273783"/>
                <a:ext cx="145080" cy="51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45E555-2CB6-C9B5-428B-A8E31E3B4E7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11086" y="3255783"/>
                  <a:ext cx="180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86096B-2AC2-F493-F7E7-9B4B815698BD}"/>
                    </a:ext>
                  </a:extLst>
                </p14:cNvPr>
                <p14:cNvContentPartPr/>
                <p14:nvPr/>
              </p14:nvContentPartPr>
              <p14:xfrm>
                <a:off x="7997286" y="3144903"/>
                <a:ext cx="137160" cy="2167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86096B-2AC2-F493-F7E7-9B4B815698B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79286" y="3127263"/>
                  <a:ext cx="172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C2A80B-D911-EDF9-DF81-BBAEE9A8936E}"/>
                    </a:ext>
                  </a:extLst>
                </p14:cNvPr>
                <p14:cNvContentPartPr/>
                <p14:nvPr/>
              </p14:nvContentPartPr>
              <p14:xfrm>
                <a:off x="8083686" y="2951943"/>
                <a:ext cx="284400" cy="654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C2A80B-D911-EDF9-DF81-BBAEE9A893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65686" y="2934303"/>
                  <a:ext cx="320040" cy="69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7E242A3-8106-0A02-0A01-B56980C057FD}"/>
              </a:ext>
            </a:extLst>
          </p:cNvPr>
          <p:cNvGrpSpPr/>
          <p:nvPr/>
        </p:nvGrpSpPr>
        <p:grpSpPr>
          <a:xfrm>
            <a:off x="1324326" y="4406703"/>
            <a:ext cx="195840" cy="132840"/>
            <a:chOff x="1324326" y="4406703"/>
            <a:chExt cx="195840" cy="1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4C4913A-87B9-B011-0316-A18C3ACB1E57}"/>
                    </a:ext>
                  </a:extLst>
                </p14:cNvPr>
                <p14:cNvContentPartPr/>
                <p14:nvPr/>
              </p14:nvContentPartPr>
              <p14:xfrm>
                <a:off x="1379766" y="4406703"/>
                <a:ext cx="140400" cy="12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4C4913A-87B9-B011-0316-A18C3ACB1E5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361766" y="4388703"/>
                  <a:ext cx="1760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565244C-2F12-D2D7-555B-293182FCD811}"/>
                    </a:ext>
                  </a:extLst>
                </p14:cNvPr>
                <p14:cNvContentPartPr/>
                <p14:nvPr/>
              </p14:nvContentPartPr>
              <p14:xfrm>
                <a:off x="1324326" y="4520103"/>
                <a:ext cx="176040" cy="194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565244C-2F12-D2D7-555B-293182FCD81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06686" y="4502103"/>
                  <a:ext cx="211680" cy="5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1915DDAC-0CD1-D5A7-3D9A-7D96379E034E}"/>
              </a:ext>
            </a:extLst>
          </p:cNvPr>
          <p:cNvGrpSpPr/>
          <p:nvPr/>
        </p:nvGrpSpPr>
        <p:grpSpPr>
          <a:xfrm>
            <a:off x="2232966" y="4238583"/>
            <a:ext cx="719640" cy="263160"/>
            <a:chOff x="2232966" y="4238583"/>
            <a:chExt cx="719640" cy="26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F8C70B0-F492-E779-D6CD-296D33109D53}"/>
                    </a:ext>
                  </a:extLst>
                </p14:cNvPr>
                <p14:cNvContentPartPr/>
                <p14:nvPr/>
              </p14:nvContentPartPr>
              <p14:xfrm>
                <a:off x="2232966" y="4328223"/>
                <a:ext cx="272520" cy="9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F8C70B0-F492-E779-D6CD-296D33109D5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214966" y="4310583"/>
                  <a:ext cx="308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3EFFCA9-61D4-2974-6657-03FB32E51B1F}"/>
                    </a:ext>
                  </a:extLst>
                </p14:cNvPr>
                <p14:cNvContentPartPr/>
                <p14:nvPr/>
              </p14:nvContentPartPr>
              <p14:xfrm>
                <a:off x="2631846" y="4238583"/>
                <a:ext cx="320760" cy="263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3EFFCA9-61D4-2974-6657-03FB32E51B1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613846" y="4220583"/>
                  <a:ext cx="35640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AB0E082-23BB-12BE-4406-DB44EE8E5D24}"/>
              </a:ext>
            </a:extLst>
          </p:cNvPr>
          <p:cNvGrpSpPr/>
          <p:nvPr/>
        </p:nvGrpSpPr>
        <p:grpSpPr>
          <a:xfrm>
            <a:off x="3277326" y="4272063"/>
            <a:ext cx="676800" cy="312480"/>
            <a:chOff x="3277326" y="4272063"/>
            <a:chExt cx="676800" cy="31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1803342-3C94-AA86-EE24-DF82575C7743}"/>
                    </a:ext>
                  </a:extLst>
                </p14:cNvPr>
                <p14:cNvContentPartPr/>
                <p14:nvPr/>
              </p14:nvContentPartPr>
              <p14:xfrm>
                <a:off x="3277326" y="4382223"/>
                <a:ext cx="243000" cy="29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1803342-3C94-AA86-EE24-DF82575C774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259686" y="4364583"/>
                  <a:ext cx="278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0F3629D-59FB-093A-8F6F-F111EDF2F0D8}"/>
                    </a:ext>
                  </a:extLst>
                </p14:cNvPr>
                <p14:cNvContentPartPr/>
                <p14:nvPr/>
              </p14:nvContentPartPr>
              <p14:xfrm>
                <a:off x="3720846" y="4272063"/>
                <a:ext cx="233280" cy="31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0F3629D-59FB-093A-8F6F-F111EDF2F0D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03206" y="4254063"/>
                  <a:ext cx="26892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122FB98-F01E-2AE3-FA86-D88F3D367AB0}"/>
              </a:ext>
            </a:extLst>
          </p:cNvPr>
          <p:cNvGrpSpPr/>
          <p:nvPr/>
        </p:nvGrpSpPr>
        <p:grpSpPr>
          <a:xfrm>
            <a:off x="4400886" y="4290783"/>
            <a:ext cx="815760" cy="294840"/>
            <a:chOff x="4400886" y="4290783"/>
            <a:chExt cx="81576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E7A4EEA-5A80-D18C-8A10-7BB5C5F02C45}"/>
                    </a:ext>
                  </a:extLst>
                </p14:cNvPr>
                <p14:cNvContentPartPr/>
                <p14:nvPr/>
              </p14:nvContentPartPr>
              <p14:xfrm>
                <a:off x="4400886" y="4433343"/>
                <a:ext cx="259920" cy="363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E7A4EEA-5A80-D18C-8A10-7BB5C5F02C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83246" y="4415343"/>
                  <a:ext cx="295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6827A66-7461-1204-1AAD-0A7BB6E20EB7}"/>
                    </a:ext>
                  </a:extLst>
                </p14:cNvPr>
                <p14:cNvContentPartPr/>
                <p14:nvPr/>
              </p14:nvContentPartPr>
              <p14:xfrm>
                <a:off x="4580886" y="4319223"/>
                <a:ext cx="26640" cy="266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6827A66-7461-1204-1AAD-0A7BB6E20E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63246" y="4301223"/>
                  <a:ext cx="62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A58117E-456D-2171-3EE5-1DCD69745AE3}"/>
                    </a:ext>
                  </a:extLst>
                </p14:cNvPr>
                <p14:cNvContentPartPr/>
                <p14:nvPr/>
              </p14:nvContentPartPr>
              <p14:xfrm>
                <a:off x="4844766" y="4290783"/>
                <a:ext cx="35280" cy="270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A58117E-456D-2171-3EE5-1DCD69745A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26766" y="4272783"/>
                  <a:ext cx="70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057F06B-9AFC-E428-7117-EE80C92A3485}"/>
                    </a:ext>
                  </a:extLst>
                </p14:cNvPr>
                <p14:cNvContentPartPr/>
                <p14:nvPr/>
              </p14:nvContentPartPr>
              <p14:xfrm>
                <a:off x="4965006" y="4301223"/>
                <a:ext cx="251640" cy="234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057F06B-9AFC-E428-7117-EE80C92A348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47366" y="4283223"/>
                  <a:ext cx="287280" cy="27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756192D-F45A-B800-7265-87ED4E4690FE}"/>
              </a:ext>
            </a:extLst>
          </p:cNvPr>
          <p:cNvGrpSpPr/>
          <p:nvPr/>
        </p:nvGrpSpPr>
        <p:grpSpPr>
          <a:xfrm>
            <a:off x="5582046" y="4285023"/>
            <a:ext cx="221040" cy="184320"/>
            <a:chOff x="5582046" y="4285023"/>
            <a:chExt cx="221040" cy="1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1B114CF-BE07-CA16-463E-0D34D496C43F}"/>
                    </a:ext>
                  </a:extLst>
                </p14:cNvPr>
                <p14:cNvContentPartPr/>
                <p14:nvPr/>
              </p14:nvContentPartPr>
              <p14:xfrm>
                <a:off x="5650806" y="4285023"/>
                <a:ext cx="149040" cy="1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1B114CF-BE07-CA16-463E-0D34D496C43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33166" y="4267023"/>
                  <a:ext cx="1846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264AF2B-AEB0-31CB-D0EE-3A67E5CAFE6F}"/>
                    </a:ext>
                  </a:extLst>
                </p14:cNvPr>
                <p14:cNvContentPartPr/>
                <p14:nvPr/>
              </p14:nvContentPartPr>
              <p14:xfrm>
                <a:off x="5582046" y="4417863"/>
                <a:ext cx="221040" cy="51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264AF2B-AEB0-31CB-D0EE-3A67E5CAFE6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64406" y="4400223"/>
                  <a:ext cx="25668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C778F6E-6736-2D07-36F9-4A99A8C4C0AB}"/>
              </a:ext>
            </a:extLst>
          </p:cNvPr>
          <p:cNvGrpSpPr/>
          <p:nvPr/>
        </p:nvGrpSpPr>
        <p:grpSpPr>
          <a:xfrm>
            <a:off x="6199086" y="4188183"/>
            <a:ext cx="1451880" cy="294120"/>
            <a:chOff x="6199086" y="4188183"/>
            <a:chExt cx="145188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8540F2C-0379-3941-0276-7AC3FB60F908}"/>
                    </a:ext>
                  </a:extLst>
                </p14:cNvPr>
                <p14:cNvContentPartPr/>
                <p14:nvPr/>
              </p14:nvContentPartPr>
              <p14:xfrm>
                <a:off x="6199086" y="4327143"/>
                <a:ext cx="120600" cy="21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8540F2C-0379-3941-0276-7AC3FB60F90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81446" y="4309143"/>
                  <a:ext cx="156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A5CE9B6-1151-9B90-6836-2823C5B1F32E}"/>
                    </a:ext>
                  </a:extLst>
                </p14:cNvPr>
                <p14:cNvContentPartPr/>
                <p14:nvPr/>
              </p14:nvContentPartPr>
              <p14:xfrm>
                <a:off x="6396726" y="4215183"/>
                <a:ext cx="33840" cy="26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A5CE9B6-1151-9B90-6836-2823C5B1F32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79086" y="4197543"/>
                  <a:ext cx="694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8BE822D-D320-89D6-FDB0-398501DB5571}"/>
                    </a:ext>
                  </a:extLst>
                </p14:cNvPr>
                <p14:cNvContentPartPr/>
                <p14:nvPr/>
              </p14:nvContentPartPr>
              <p14:xfrm>
                <a:off x="6536766" y="4255143"/>
                <a:ext cx="141120" cy="19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8BE822D-D320-89D6-FDB0-398501DB55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518766" y="4237503"/>
                  <a:ext cx="176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64EDDB3-8227-5D9B-591C-5205EDBB6546}"/>
                    </a:ext>
                  </a:extLst>
                </p14:cNvPr>
                <p14:cNvContentPartPr/>
                <p14:nvPr/>
              </p14:nvContentPartPr>
              <p14:xfrm>
                <a:off x="6816486" y="4301223"/>
                <a:ext cx="199080" cy="41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64EDDB3-8227-5D9B-591C-5205EDBB654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798846" y="4283583"/>
                  <a:ext cx="2347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28C3C98-5F14-EBBC-66AB-B1283466B7C1}"/>
                    </a:ext>
                  </a:extLst>
                </p14:cNvPr>
                <p14:cNvContentPartPr/>
                <p14:nvPr/>
              </p14:nvContentPartPr>
              <p14:xfrm>
                <a:off x="6932046" y="4188183"/>
                <a:ext cx="42480" cy="2613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28C3C98-5F14-EBBC-66AB-B1283466B7C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14046" y="4170183"/>
                  <a:ext cx="781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1DC41AA-A9B9-13D3-5686-B3928B178A37}"/>
                    </a:ext>
                  </a:extLst>
                </p14:cNvPr>
                <p14:cNvContentPartPr/>
                <p14:nvPr/>
              </p14:nvContentPartPr>
              <p14:xfrm>
                <a:off x="7170726" y="4189263"/>
                <a:ext cx="37440" cy="284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1DC41AA-A9B9-13D3-5686-B3928B178A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152726" y="4171263"/>
                  <a:ext cx="730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89B9EAC-9B0D-B02B-AB4C-9E17FBDD56A9}"/>
                    </a:ext>
                  </a:extLst>
                </p14:cNvPr>
                <p14:cNvContentPartPr/>
                <p14:nvPr/>
              </p14:nvContentPartPr>
              <p14:xfrm>
                <a:off x="7349646" y="4214103"/>
                <a:ext cx="301320" cy="222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89B9EAC-9B0D-B02B-AB4C-9E17FBDD56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32006" y="4196103"/>
                  <a:ext cx="3369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AF5F119-750D-789D-622A-A9FFDADAF8B6}"/>
              </a:ext>
            </a:extLst>
          </p:cNvPr>
          <p:cNvGrpSpPr/>
          <p:nvPr/>
        </p:nvGrpSpPr>
        <p:grpSpPr>
          <a:xfrm>
            <a:off x="5665206" y="5142903"/>
            <a:ext cx="214920" cy="142200"/>
            <a:chOff x="5665206" y="5142903"/>
            <a:chExt cx="21492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4E4EF1D-3E1F-01E9-D440-2CA7ED56D9F4}"/>
                    </a:ext>
                  </a:extLst>
                </p14:cNvPr>
                <p14:cNvContentPartPr/>
                <p14:nvPr/>
              </p14:nvContentPartPr>
              <p14:xfrm>
                <a:off x="5695086" y="5142903"/>
                <a:ext cx="147960" cy="6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4E4EF1D-3E1F-01E9-D440-2CA7ED56D9F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77446" y="5124903"/>
                  <a:ext cx="183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48B6F67-91FD-2A2C-9E1D-BD68403708AE}"/>
                    </a:ext>
                  </a:extLst>
                </p14:cNvPr>
                <p14:cNvContentPartPr/>
                <p14:nvPr/>
              </p14:nvContentPartPr>
              <p14:xfrm>
                <a:off x="5665206" y="5253063"/>
                <a:ext cx="214920" cy="32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48B6F67-91FD-2A2C-9E1D-BD68403708A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47206" y="5235063"/>
                  <a:ext cx="250560" cy="67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08FD656-D412-7441-7DFC-78A855BAAD49}"/>
                  </a:ext>
                </a:extLst>
              </p14:cNvPr>
              <p14:cNvContentPartPr/>
              <p14:nvPr/>
            </p14:nvContentPartPr>
            <p14:xfrm>
              <a:off x="6164526" y="5105823"/>
              <a:ext cx="367560" cy="1915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08FD656-D412-7441-7DFC-78A855BAAD4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6146526" y="5087823"/>
                <a:ext cx="40320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060A5FC-408D-515B-3475-F0E7F8EFF48A}"/>
              </a:ext>
            </a:extLst>
          </p:cNvPr>
          <p:cNvGrpSpPr/>
          <p:nvPr/>
        </p:nvGrpSpPr>
        <p:grpSpPr>
          <a:xfrm>
            <a:off x="6613446" y="308463"/>
            <a:ext cx="4822200" cy="1240200"/>
            <a:chOff x="6613446" y="308463"/>
            <a:chExt cx="4822200" cy="12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EE0BA3C-8DEB-F4C0-A13F-61632FF6A280}"/>
                    </a:ext>
                  </a:extLst>
                </p14:cNvPr>
                <p14:cNvContentPartPr/>
                <p14:nvPr/>
              </p14:nvContentPartPr>
              <p14:xfrm>
                <a:off x="6613446" y="354543"/>
                <a:ext cx="227520" cy="340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EE0BA3C-8DEB-F4C0-A13F-61632FF6A2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95446" y="336903"/>
                  <a:ext cx="2631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5ED9431-8B7C-21A8-C072-478B11E23F42}"/>
                    </a:ext>
                  </a:extLst>
                </p14:cNvPr>
                <p14:cNvContentPartPr/>
                <p14:nvPr/>
              </p14:nvContentPartPr>
              <p14:xfrm>
                <a:off x="6731886" y="515103"/>
                <a:ext cx="185760" cy="28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5ED9431-8B7C-21A8-C072-478B11E23F4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13886" y="497463"/>
                  <a:ext cx="221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A58C241-D1BC-F680-00F9-9F95AA8DA25E}"/>
                    </a:ext>
                  </a:extLst>
                </p14:cNvPr>
                <p14:cNvContentPartPr/>
                <p14:nvPr/>
              </p14:nvContentPartPr>
              <p14:xfrm>
                <a:off x="6987846" y="478743"/>
                <a:ext cx="11160" cy="164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A58C241-D1BC-F680-00F9-9F95AA8DA2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970206" y="460743"/>
                  <a:ext cx="468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5B4D176-34FB-F162-6A09-522F26D97697}"/>
                    </a:ext>
                  </a:extLst>
                </p14:cNvPr>
                <p14:cNvContentPartPr/>
                <p14:nvPr/>
              </p14:nvContentPartPr>
              <p14:xfrm>
                <a:off x="7039326" y="308463"/>
                <a:ext cx="11520" cy="1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5B4D176-34FB-F162-6A09-522F26D9769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021326" y="290463"/>
                  <a:ext cx="47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2DDB9B6-66CD-C87A-0DB4-466B2D99CD02}"/>
                    </a:ext>
                  </a:extLst>
                </p14:cNvPr>
                <p14:cNvContentPartPr/>
                <p14:nvPr/>
              </p14:nvContentPartPr>
              <p14:xfrm>
                <a:off x="7119966" y="511503"/>
                <a:ext cx="250560" cy="141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2DDB9B6-66CD-C87A-0DB4-466B2D99CD0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01966" y="493863"/>
                  <a:ext cx="286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6A18F40-07CE-A3B6-FBC1-B787AD94C705}"/>
                    </a:ext>
                  </a:extLst>
                </p14:cNvPr>
                <p14:cNvContentPartPr/>
                <p14:nvPr/>
              </p14:nvContentPartPr>
              <p14:xfrm>
                <a:off x="7422726" y="368943"/>
                <a:ext cx="201600" cy="29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6A18F40-07CE-A3B6-FBC1-B787AD94C70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405086" y="350943"/>
                  <a:ext cx="237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C3A9EBC-2433-81AA-C749-702BAAD11690}"/>
                    </a:ext>
                  </a:extLst>
                </p14:cNvPr>
                <p14:cNvContentPartPr/>
                <p14:nvPr/>
              </p14:nvContentPartPr>
              <p14:xfrm>
                <a:off x="7969206" y="385143"/>
                <a:ext cx="124200" cy="305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C3A9EBC-2433-81AA-C749-702BAAD1169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951566" y="367503"/>
                  <a:ext cx="1598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29885C-CCEC-1F98-F7F8-A9BB1066BA18}"/>
                    </a:ext>
                  </a:extLst>
                </p14:cNvPr>
                <p14:cNvContentPartPr/>
                <p14:nvPr/>
              </p14:nvContentPartPr>
              <p14:xfrm>
                <a:off x="8188446" y="401343"/>
                <a:ext cx="419760" cy="287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29885C-CCEC-1F98-F7F8-A9BB1066BA1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70806" y="383703"/>
                  <a:ext cx="4554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687708E-3964-38FB-C145-5CCF90CEEA22}"/>
                    </a:ext>
                  </a:extLst>
                </p14:cNvPr>
                <p14:cNvContentPartPr/>
                <p14:nvPr/>
              </p14:nvContentPartPr>
              <p14:xfrm>
                <a:off x="7741686" y="459663"/>
                <a:ext cx="19548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687708E-3964-38FB-C145-5CCF90CEEA2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724046" y="442023"/>
                  <a:ext cx="2311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1666845-CCC4-7A6D-AB7B-BF605054E24A}"/>
                    </a:ext>
                  </a:extLst>
                </p14:cNvPr>
                <p14:cNvContentPartPr/>
                <p14:nvPr/>
              </p14:nvContentPartPr>
              <p14:xfrm>
                <a:off x="8822046" y="508623"/>
                <a:ext cx="242640" cy="173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1666845-CCC4-7A6D-AB7B-BF605054E24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804046" y="490983"/>
                  <a:ext cx="2782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B99B87A-1A90-71A4-997B-8EE8A24CC1A3}"/>
                    </a:ext>
                  </a:extLst>
                </p14:cNvPr>
                <p14:cNvContentPartPr/>
                <p14:nvPr/>
              </p14:nvContentPartPr>
              <p14:xfrm>
                <a:off x="9037686" y="539583"/>
                <a:ext cx="189360" cy="138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B99B87A-1A90-71A4-997B-8EE8A24CC1A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019686" y="521943"/>
                  <a:ext cx="225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EC1EEB-4E61-1222-03C7-26DCB07ED47F}"/>
                    </a:ext>
                  </a:extLst>
                </p14:cNvPr>
                <p14:cNvContentPartPr/>
                <p14:nvPr/>
              </p14:nvContentPartPr>
              <p14:xfrm>
                <a:off x="9326766" y="551103"/>
                <a:ext cx="195120" cy="121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EC1EEB-4E61-1222-03C7-26DCB07ED47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08766" y="533103"/>
                  <a:ext cx="2307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199217E-3F46-2079-9B90-FE07346DE9D0}"/>
                    </a:ext>
                  </a:extLst>
                </p14:cNvPr>
                <p14:cNvContentPartPr/>
                <p14:nvPr/>
              </p14:nvContentPartPr>
              <p14:xfrm>
                <a:off x="9588486" y="399183"/>
                <a:ext cx="290160" cy="3200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199217E-3F46-2079-9B90-FE07346DE9D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70846" y="381543"/>
                  <a:ext cx="32580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4EBC8D7-6F08-2F50-DBC4-D94ADF2C8E99}"/>
                    </a:ext>
                  </a:extLst>
                </p14:cNvPr>
                <p14:cNvContentPartPr/>
                <p14:nvPr/>
              </p14:nvContentPartPr>
              <p14:xfrm>
                <a:off x="10158366" y="426903"/>
                <a:ext cx="328320" cy="743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4EBC8D7-6F08-2F50-DBC4-D94ADF2C8E9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40366" y="408903"/>
                  <a:ext cx="36396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6C0665-E121-26E0-DDA6-2FC052842F6C}"/>
                    </a:ext>
                  </a:extLst>
                </p14:cNvPr>
                <p14:cNvContentPartPr/>
                <p14:nvPr/>
              </p14:nvContentPartPr>
              <p14:xfrm>
                <a:off x="10747686" y="393423"/>
                <a:ext cx="240120" cy="334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6C0665-E121-26E0-DDA6-2FC052842F6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29686" y="375783"/>
                  <a:ext cx="275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FF5ED54-0B83-B3EC-D3EB-9C23F42ABE67}"/>
                    </a:ext>
                  </a:extLst>
                </p14:cNvPr>
                <p14:cNvContentPartPr/>
                <p14:nvPr/>
              </p14:nvContentPartPr>
              <p14:xfrm>
                <a:off x="11069166" y="406023"/>
                <a:ext cx="366480" cy="2854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FF5ED54-0B83-B3EC-D3EB-9C23F42ABE6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051526" y="388023"/>
                  <a:ext cx="4021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D53E375-91FE-7EFB-C095-4527F29FE5A8}"/>
                    </a:ext>
                  </a:extLst>
                </p14:cNvPr>
                <p14:cNvContentPartPr/>
                <p14:nvPr/>
              </p14:nvContentPartPr>
              <p14:xfrm>
                <a:off x="10667046" y="534903"/>
                <a:ext cx="218160" cy="10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D53E375-91FE-7EFB-C095-4527F29FE5A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649046" y="516903"/>
                  <a:ext cx="253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F98E942-1A9D-369D-C262-0CF1429B4AB1}"/>
                    </a:ext>
                  </a:extLst>
                </p14:cNvPr>
                <p14:cNvContentPartPr/>
                <p14:nvPr/>
              </p14:nvContentPartPr>
              <p14:xfrm>
                <a:off x="8887926" y="1340583"/>
                <a:ext cx="364680" cy="147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F98E942-1A9D-369D-C262-0CF1429B4AB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69926" y="1322583"/>
                  <a:ext cx="400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148274E-BA39-48F7-BB6D-FF404EA855DA}"/>
                    </a:ext>
                  </a:extLst>
                </p14:cNvPr>
                <p14:cNvContentPartPr/>
                <p14:nvPr/>
              </p14:nvContentPartPr>
              <p14:xfrm>
                <a:off x="9386166" y="1094703"/>
                <a:ext cx="852480" cy="453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148274E-BA39-48F7-BB6D-FF404EA855D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68526" y="1076703"/>
                  <a:ext cx="8881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2438B37-C9DD-DF94-B3CF-5E428799EDC9}"/>
                    </a:ext>
                  </a:extLst>
                </p14:cNvPr>
                <p14:cNvContentPartPr/>
                <p14:nvPr/>
              </p14:nvContentPartPr>
              <p14:xfrm>
                <a:off x="10334406" y="1338423"/>
                <a:ext cx="96840" cy="149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2438B37-C9DD-DF94-B3CF-5E428799EDC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316406" y="1320783"/>
                  <a:ext cx="132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76D525-65A0-2F24-244D-736B60239F77}"/>
                    </a:ext>
                  </a:extLst>
                </p14:cNvPr>
                <p14:cNvContentPartPr/>
                <p14:nvPr/>
              </p14:nvContentPartPr>
              <p14:xfrm>
                <a:off x="10238286" y="1333743"/>
                <a:ext cx="219960" cy="188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76D525-65A0-2F24-244D-736B60239F7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220286" y="1316103"/>
                  <a:ext cx="25560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1A50397-2615-3886-8A15-657EA48FE768}"/>
                    </a:ext>
                  </a:extLst>
                </p14:cNvPr>
                <p14:cNvContentPartPr/>
                <p14:nvPr/>
              </p14:nvContentPartPr>
              <p14:xfrm>
                <a:off x="10181766" y="1248423"/>
                <a:ext cx="3600" cy="48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1A50397-2615-3886-8A15-657EA48FE76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64126" y="1230423"/>
                  <a:ext cx="39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FB809CB-D8C6-DB44-BE1C-EBF2D41DF67A}"/>
                    </a:ext>
                  </a:extLst>
                </p14:cNvPr>
                <p14:cNvContentPartPr/>
                <p14:nvPr/>
              </p14:nvContentPartPr>
              <p14:xfrm>
                <a:off x="9607926" y="1189743"/>
                <a:ext cx="142200" cy="122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FB809CB-D8C6-DB44-BE1C-EBF2D41DF67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589926" y="1171743"/>
                  <a:ext cx="177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C1EC0B5-3E03-0718-7313-21E95BC005CF}"/>
                    </a:ext>
                  </a:extLst>
                </p14:cNvPr>
                <p14:cNvContentPartPr/>
                <p14:nvPr/>
              </p14:nvContentPartPr>
              <p14:xfrm>
                <a:off x="10952526" y="1443903"/>
                <a:ext cx="97560" cy="266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C1EC0B5-3E03-0718-7313-21E95BC005C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934886" y="1426263"/>
                  <a:ext cx="13320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F1BC4399-BB38-A825-19AA-0807AA503A56}"/>
                  </a:ext>
                </a:extLst>
              </p14:cNvPr>
              <p14:cNvContentPartPr/>
              <p14:nvPr/>
            </p14:nvContentPartPr>
            <p14:xfrm>
              <a:off x="6108726" y="5070903"/>
              <a:ext cx="141120" cy="1922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F1BC4399-BB38-A825-19AA-0807AA503A5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090726" y="5053263"/>
                <a:ext cx="176760" cy="22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1AF883C9-854A-626B-FA29-5185EA5B8409}"/>
              </a:ext>
            </a:extLst>
          </p:cNvPr>
          <p:cNvGrpSpPr/>
          <p:nvPr/>
        </p:nvGrpSpPr>
        <p:grpSpPr>
          <a:xfrm>
            <a:off x="6831246" y="5062623"/>
            <a:ext cx="368280" cy="400680"/>
            <a:chOff x="6831246" y="5062623"/>
            <a:chExt cx="36828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6CE4CAA-7523-BE2A-8E27-B0A664682985}"/>
                    </a:ext>
                  </a:extLst>
                </p14:cNvPr>
                <p14:cNvContentPartPr/>
                <p14:nvPr/>
              </p14:nvContentPartPr>
              <p14:xfrm>
                <a:off x="6831246" y="5150103"/>
                <a:ext cx="368280" cy="37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6CE4CAA-7523-BE2A-8E27-B0A66468298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13606" y="5132103"/>
                  <a:ext cx="403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7B085E1-6CC3-59B5-97A3-4D9564C00A47}"/>
                    </a:ext>
                  </a:extLst>
                </p14:cNvPr>
                <p14:cNvContentPartPr/>
                <p14:nvPr/>
              </p14:nvContentPartPr>
              <p14:xfrm>
                <a:off x="6896046" y="5292663"/>
                <a:ext cx="293400" cy="20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7B085E1-6CC3-59B5-97A3-4D9564C00A4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78046" y="5274663"/>
                  <a:ext cx="329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191B18F-822E-A2DC-4BD2-411289B68147}"/>
                    </a:ext>
                  </a:extLst>
                </p14:cNvPr>
                <p14:cNvContentPartPr/>
                <p14:nvPr/>
              </p14:nvContentPartPr>
              <p14:xfrm>
                <a:off x="7014126" y="5062623"/>
                <a:ext cx="69840" cy="400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191B18F-822E-A2DC-4BD2-411289B6814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996486" y="5044623"/>
                  <a:ext cx="105480" cy="43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772051B9-88A9-73C2-314A-53A8798D75BB}"/>
                  </a:ext>
                </a:extLst>
              </p14:cNvPr>
              <p14:cNvContentPartPr/>
              <p14:nvPr/>
            </p14:nvContentPartPr>
            <p14:xfrm>
              <a:off x="7416606" y="4994943"/>
              <a:ext cx="347040" cy="3506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772051B9-88A9-73C2-314A-53A8798D75B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398606" y="4977303"/>
                <a:ext cx="382680" cy="38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F8D5C48-BECB-B354-CFAE-015EF2F74D16}"/>
              </a:ext>
            </a:extLst>
          </p:cNvPr>
          <p:cNvGrpSpPr/>
          <p:nvPr/>
        </p:nvGrpSpPr>
        <p:grpSpPr>
          <a:xfrm>
            <a:off x="405966" y="5933103"/>
            <a:ext cx="1517400" cy="496800"/>
            <a:chOff x="405966" y="5933103"/>
            <a:chExt cx="1517400" cy="49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1739F1A-CE3E-2083-98AA-8B268CC2C1FB}"/>
                    </a:ext>
                  </a:extLst>
                </p14:cNvPr>
                <p14:cNvContentPartPr/>
                <p14:nvPr/>
              </p14:nvContentPartPr>
              <p14:xfrm>
                <a:off x="405966" y="5933103"/>
                <a:ext cx="291960" cy="4262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1739F1A-CE3E-2083-98AA-8B268CC2C1F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88326" y="5915103"/>
                  <a:ext cx="3276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E95C3EE-D287-8560-2A11-5A66CE4228D9}"/>
                    </a:ext>
                  </a:extLst>
                </p14:cNvPr>
                <p14:cNvContentPartPr/>
                <p14:nvPr/>
              </p14:nvContentPartPr>
              <p14:xfrm>
                <a:off x="685686" y="5957583"/>
                <a:ext cx="818640" cy="4723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E95C3EE-D287-8560-2A11-5A66CE4228D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8046" y="5939943"/>
                  <a:ext cx="85428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43A25B0-1D4F-3B71-1583-BB1CD0757F1E}"/>
                    </a:ext>
                  </a:extLst>
                </p14:cNvPr>
                <p14:cNvContentPartPr/>
                <p14:nvPr/>
              </p14:nvContentPartPr>
              <p14:xfrm>
                <a:off x="1716726" y="6195543"/>
                <a:ext cx="26640" cy="1983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43A25B0-1D4F-3B71-1583-BB1CD0757F1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99086" y="6177903"/>
                  <a:ext cx="622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03767F3-F63D-7200-6C71-162AC9C218DA}"/>
                    </a:ext>
                  </a:extLst>
                </p14:cNvPr>
                <p14:cNvContentPartPr/>
                <p14:nvPr/>
              </p14:nvContentPartPr>
              <p14:xfrm>
                <a:off x="1845966" y="6218583"/>
                <a:ext cx="77400" cy="171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03767F3-F63D-7200-6C71-162AC9C218D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28326" y="6200583"/>
                  <a:ext cx="1130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7E0CA9A-3DCD-E382-0775-A189E67FB893}"/>
                    </a:ext>
                  </a:extLst>
                </p14:cNvPr>
                <p14:cNvContentPartPr/>
                <p14:nvPr/>
              </p14:nvContentPartPr>
              <p14:xfrm>
                <a:off x="1799886" y="6061623"/>
                <a:ext cx="19440" cy="32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7E0CA9A-3DCD-E382-0775-A189E67FB89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81886" y="6043623"/>
                  <a:ext cx="5508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A0BD7BC-9B2E-8548-3EE0-14A32F72F9A6}"/>
                  </a:ext>
                </a:extLst>
              </p14:cNvPr>
              <p14:cNvContentPartPr/>
              <p14:nvPr/>
            </p14:nvContentPartPr>
            <p14:xfrm>
              <a:off x="2361486" y="6090783"/>
              <a:ext cx="151920" cy="3034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A0BD7BC-9B2E-8548-3EE0-14A32F72F9A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2343846" y="6072783"/>
                <a:ext cx="18756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CF608A6-4CB9-33A7-12BE-2CB8048DDB1F}"/>
                  </a:ext>
                </a:extLst>
              </p14:cNvPr>
              <p14:cNvContentPartPr/>
              <p14:nvPr/>
            </p14:nvContentPartPr>
            <p14:xfrm>
              <a:off x="2947926" y="6504063"/>
              <a:ext cx="3240" cy="75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CF608A6-4CB9-33A7-12BE-2CB8048DDB1F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929926" y="6486063"/>
                <a:ext cx="3888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13108A5E-DD56-080A-57DB-9025D82D5654}"/>
                  </a:ext>
                </a:extLst>
              </p14:cNvPr>
              <p14:cNvContentPartPr/>
              <p14:nvPr/>
            </p14:nvContentPartPr>
            <p14:xfrm>
              <a:off x="10791966" y="5967663"/>
              <a:ext cx="5760" cy="144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13108A5E-DD56-080A-57DB-9025D82D565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774326" y="5949663"/>
                <a:ext cx="4140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085A5511-0CAA-E600-CF68-3B7C6518F560}"/>
                  </a:ext>
                </a:extLst>
              </p14:cNvPr>
              <p14:cNvContentPartPr/>
              <p14:nvPr/>
            </p14:nvContentPartPr>
            <p14:xfrm>
              <a:off x="2429166" y="6570663"/>
              <a:ext cx="23040" cy="2016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085A5511-0CAA-E600-CF68-3B7C6518F560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2411166" y="6552663"/>
                <a:ext cx="58680" cy="5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2871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BE26AF-226E-ECE4-9ECA-C9AAE3F2C8E7}"/>
                  </a:ext>
                </a:extLst>
              </p14:cNvPr>
              <p14:cNvContentPartPr/>
              <p14:nvPr/>
            </p14:nvContentPartPr>
            <p14:xfrm>
              <a:off x="290766" y="440943"/>
              <a:ext cx="14400" cy="191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BE26AF-226E-ECE4-9ECA-C9AAE3F2C8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2766" y="422943"/>
                <a:ext cx="50040" cy="22752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09A27FEE-E1A7-AC9F-34EF-2079BFB70BBE}"/>
              </a:ext>
            </a:extLst>
          </p:cNvPr>
          <p:cNvGrpSpPr/>
          <p:nvPr/>
        </p:nvGrpSpPr>
        <p:grpSpPr>
          <a:xfrm>
            <a:off x="402366" y="245463"/>
            <a:ext cx="157320" cy="564840"/>
            <a:chOff x="402366" y="245463"/>
            <a:chExt cx="157320" cy="56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629C068-31E2-B00A-D1E8-B25977E321E1}"/>
                    </a:ext>
                  </a:extLst>
                </p14:cNvPr>
                <p14:cNvContentPartPr/>
                <p14:nvPr/>
              </p14:nvContentPartPr>
              <p14:xfrm>
                <a:off x="402366" y="440223"/>
                <a:ext cx="11520" cy="15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629C068-31E2-B00A-D1E8-B25977E321E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4366" y="422223"/>
                  <a:ext cx="47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E2C0338-A94A-D2A0-F050-F78575A79299}"/>
                    </a:ext>
                  </a:extLst>
                </p14:cNvPr>
                <p14:cNvContentPartPr/>
                <p14:nvPr/>
              </p14:nvContentPartPr>
              <p14:xfrm>
                <a:off x="456366" y="245463"/>
                <a:ext cx="103320" cy="564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E2C0338-A94A-D2A0-F050-F78575A7929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8726" y="227823"/>
                  <a:ext cx="138960" cy="60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EF12B3A-65F3-C0D7-C854-884CC6D362E1}"/>
                  </a:ext>
                </a:extLst>
              </p14:cNvPr>
              <p14:cNvContentPartPr/>
              <p14:nvPr/>
            </p14:nvContentPartPr>
            <p14:xfrm>
              <a:off x="1571646" y="359943"/>
              <a:ext cx="363960" cy="285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EF12B3A-65F3-C0D7-C854-884CC6D362E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3646" y="342303"/>
                <a:ext cx="39960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5DB372B-34E6-B535-E0ED-DE2418797A07}"/>
              </a:ext>
            </a:extLst>
          </p:cNvPr>
          <p:cNvGrpSpPr/>
          <p:nvPr/>
        </p:nvGrpSpPr>
        <p:grpSpPr>
          <a:xfrm>
            <a:off x="2226126" y="571263"/>
            <a:ext cx="144720" cy="113400"/>
            <a:chOff x="2226126" y="571263"/>
            <a:chExt cx="144720" cy="1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8AFA208-D6FB-010D-FFF5-37B6FFBB5156}"/>
                    </a:ext>
                  </a:extLst>
                </p14:cNvPr>
                <p14:cNvContentPartPr/>
                <p14:nvPr/>
              </p14:nvContentPartPr>
              <p14:xfrm>
                <a:off x="2243766" y="571263"/>
                <a:ext cx="91080" cy="16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8AFA208-D6FB-010D-FFF5-37B6FFBB515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26126" y="553623"/>
                  <a:ext cx="126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0D6B749-EE6C-E25E-5923-D6AE50292F52}"/>
                    </a:ext>
                  </a:extLst>
                </p14:cNvPr>
                <p14:cNvContentPartPr/>
                <p14:nvPr/>
              </p14:nvContentPartPr>
              <p14:xfrm>
                <a:off x="2226126" y="653703"/>
                <a:ext cx="144720" cy="30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0D6B749-EE6C-E25E-5923-D6AE50292F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8486" y="636063"/>
                  <a:ext cx="18036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C5FB67-F32A-B99C-721A-7A1360BCB886}"/>
              </a:ext>
            </a:extLst>
          </p:cNvPr>
          <p:cNvGrpSpPr/>
          <p:nvPr/>
        </p:nvGrpSpPr>
        <p:grpSpPr>
          <a:xfrm>
            <a:off x="2860446" y="241863"/>
            <a:ext cx="727200" cy="1677240"/>
            <a:chOff x="2860446" y="241863"/>
            <a:chExt cx="727200" cy="167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5A83304-652E-6414-9B3D-363FC4A905B4}"/>
                    </a:ext>
                  </a:extLst>
                </p14:cNvPr>
                <p14:cNvContentPartPr/>
                <p14:nvPr/>
              </p14:nvContentPartPr>
              <p14:xfrm>
                <a:off x="2860446" y="241863"/>
                <a:ext cx="461160" cy="167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5A83304-652E-6414-9B3D-363FC4A905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42446" y="223863"/>
                  <a:ext cx="496800" cy="17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A44564-43F2-FA91-4D8C-283C942D251C}"/>
                    </a:ext>
                  </a:extLst>
                </p14:cNvPr>
                <p14:cNvContentPartPr/>
                <p14:nvPr/>
              </p14:nvContentPartPr>
              <p14:xfrm>
                <a:off x="3378486" y="521943"/>
                <a:ext cx="209160" cy="208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A44564-43F2-FA91-4D8C-283C942D251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60846" y="503943"/>
                  <a:ext cx="244800" cy="244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A69BA43-C54F-1D38-E809-667184E4CC5C}"/>
                  </a:ext>
                </a:extLst>
              </p14:cNvPr>
              <p14:cNvContentPartPr/>
              <p14:nvPr/>
            </p14:nvContentPartPr>
            <p14:xfrm>
              <a:off x="4162566" y="523023"/>
              <a:ext cx="137160" cy="191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A69BA43-C54F-1D38-E809-667184E4CC5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144566" y="505023"/>
                <a:ext cx="1728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8367D93-805C-06C6-3D8D-1B315EAD11A3}"/>
                  </a:ext>
                </a:extLst>
              </p14:cNvPr>
              <p14:cNvContentPartPr/>
              <p14:nvPr/>
            </p14:nvContentPartPr>
            <p14:xfrm>
              <a:off x="3441486" y="1009743"/>
              <a:ext cx="176040" cy="203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8367D93-805C-06C6-3D8D-1B315EAD11A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23846" y="992103"/>
                <a:ext cx="2116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16D0548-5E6C-68A4-E95E-35FDE4A9DEBC}"/>
                  </a:ext>
                </a:extLst>
              </p14:cNvPr>
              <p14:cNvContentPartPr/>
              <p14:nvPr/>
            </p14:nvContentPartPr>
            <p14:xfrm>
              <a:off x="4329246" y="1043943"/>
              <a:ext cx="13320" cy="1756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16D0548-5E6C-68A4-E95E-35FDE4A9DEB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311246" y="1026303"/>
                <a:ext cx="48960" cy="211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EC62613-2013-EB3D-B73F-7733F00AE38E}"/>
              </a:ext>
            </a:extLst>
          </p:cNvPr>
          <p:cNvGrpSpPr/>
          <p:nvPr/>
        </p:nvGrpSpPr>
        <p:grpSpPr>
          <a:xfrm>
            <a:off x="3264726" y="1468743"/>
            <a:ext cx="310680" cy="196200"/>
            <a:chOff x="3264726" y="1468743"/>
            <a:chExt cx="310680" cy="19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CDACDB5-2892-76B0-8575-76755AE1EB57}"/>
                    </a:ext>
                  </a:extLst>
                </p14:cNvPr>
                <p14:cNvContentPartPr/>
                <p14:nvPr/>
              </p14:nvContentPartPr>
              <p14:xfrm>
                <a:off x="3264726" y="1536063"/>
                <a:ext cx="197280" cy="10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CDACDB5-2892-76B0-8575-76755AE1EB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47086" y="1518423"/>
                  <a:ext cx="232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3E30CDD-8991-026F-CD41-E88262615161}"/>
                    </a:ext>
                  </a:extLst>
                </p14:cNvPr>
                <p14:cNvContentPartPr/>
                <p14:nvPr/>
              </p14:nvContentPartPr>
              <p14:xfrm>
                <a:off x="3552366" y="1468743"/>
                <a:ext cx="23040" cy="196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3E30CDD-8991-026F-CD41-E8826261516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534726" y="1450743"/>
                  <a:ext cx="58680" cy="23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75E7F8C-6288-4A18-3D9F-8C3D14C0F1CD}"/>
                  </a:ext>
                </a:extLst>
              </p14:cNvPr>
              <p14:cNvContentPartPr/>
              <p14:nvPr/>
            </p14:nvContentPartPr>
            <p14:xfrm>
              <a:off x="4305126" y="1497543"/>
              <a:ext cx="177120" cy="1800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75E7F8C-6288-4A18-3D9F-8C3D14C0F1C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87486" y="1479543"/>
                <a:ext cx="212760" cy="21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110ED209-A6D2-1710-EC9E-323BEF4D2BB7}"/>
              </a:ext>
            </a:extLst>
          </p:cNvPr>
          <p:cNvGrpSpPr/>
          <p:nvPr/>
        </p:nvGrpSpPr>
        <p:grpSpPr>
          <a:xfrm>
            <a:off x="4776366" y="251583"/>
            <a:ext cx="745560" cy="1729080"/>
            <a:chOff x="4776366" y="251583"/>
            <a:chExt cx="745560" cy="172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2C094CA-2566-C018-B0D2-6BD73FB9780F}"/>
                    </a:ext>
                  </a:extLst>
                </p14:cNvPr>
                <p14:cNvContentPartPr/>
                <p14:nvPr/>
              </p14:nvContentPartPr>
              <p14:xfrm>
                <a:off x="4776366" y="452823"/>
                <a:ext cx="209520" cy="313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2C094CA-2566-C018-B0D2-6BD73FB9780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58366" y="434823"/>
                  <a:ext cx="24516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DA9CD97-95C8-14E9-310B-BC2D2E9A2CF8}"/>
                    </a:ext>
                  </a:extLst>
                </p14:cNvPr>
                <p14:cNvContentPartPr/>
                <p14:nvPr/>
              </p14:nvContentPartPr>
              <p14:xfrm>
                <a:off x="4890486" y="992463"/>
                <a:ext cx="268200" cy="186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DA9CD97-95C8-14E9-310B-BC2D2E9A2CF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72486" y="974823"/>
                  <a:ext cx="303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CAE9B7-B960-6B00-0F75-D226FF9F686B}"/>
                    </a:ext>
                  </a:extLst>
                </p14:cNvPr>
                <p14:cNvContentPartPr/>
                <p14:nvPr/>
              </p14:nvContentPartPr>
              <p14:xfrm>
                <a:off x="4964646" y="1483863"/>
                <a:ext cx="304560" cy="171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CAE9B7-B960-6B00-0F75-D226FF9F686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47006" y="1466223"/>
                  <a:ext cx="3402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7AB598-E900-AA75-D5E7-05A3B17D3B4A}"/>
                    </a:ext>
                  </a:extLst>
                </p14:cNvPr>
                <p14:cNvContentPartPr/>
                <p14:nvPr/>
              </p14:nvContentPartPr>
              <p14:xfrm>
                <a:off x="5179206" y="251583"/>
                <a:ext cx="342720" cy="1729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7AB598-E900-AA75-D5E7-05A3B17D3B4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61206" y="233583"/>
                  <a:ext cx="378360" cy="176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B28C58F-B3BB-5C49-801D-E4E1EDDF5495}"/>
              </a:ext>
            </a:extLst>
          </p:cNvPr>
          <p:cNvGrpSpPr/>
          <p:nvPr/>
        </p:nvGrpSpPr>
        <p:grpSpPr>
          <a:xfrm>
            <a:off x="1005726" y="2535423"/>
            <a:ext cx="1039680" cy="325800"/>
            <a:chOff x="1005726" y="2535423"/>
            <a:chExt cx="1039680" cy="32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7A423D7-10CA-2B17-D326-D9A927FDD204}"/>
                    </a:ext>
                  </a:extLst>
                </p14:cNvPr>
                <p14:cNvContentPartPr/>
                <p14:nvPr/>
              </p14:nvContentPartPr>
              <p14:xfrm>
                <a:off x="1005726" y="2535423"/>
                <a:ext cx="75960" cy="306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7A423D7-10CA-2B17-D326-D9A927FDD20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8086" y="2517783"/>
                  <a:ext cx="1116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9F07650-99EF-2F27-DF13-0940E16D1D7D}"/>
                    </a:ext>
                  </a:extLst>
                </p14:cNvPr>
                <p14:cNvContentPartPr/>
                <p14:nvPr/>
              </p14:nvContentPartPr>
              <p14:xfrm>
                <a:off x="1221366" y="2558103"/>
                <a:ext cx="162000" cy="249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9F07650-99EF-2F27-DF13-0940E16D1D7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03366" y="2540103"/>
                  <a:ext cx="197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9BA83ED-C18D-6BB6-2592-FFB0DC04207B}"/>
                    </a:ext>
                  </a:extLst>
                </p14:cNvPr>
                <p14:cNvContentPartPr/>
                <p14:nvPr/>
              </p14:nvContentPartPr>
              <p14:xfrm>
                <a:off x="1222446" y="2673663"/>
                <a:ext cx="117000" cy="32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9BA83ED-C18D-6BB6-2592-FFB0DC0420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04806" y="2656023"/>
                  <a:ext cx="1526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98C6D9A-F0C5-46C5-69B6-C835FDB97F5B}"/>
                    </a:ext>
                  </a:extLst>
                </p14:cNvPr>
                <p14:cNvContentPartPr/>
                <p14:nvPr/>
              </p14:nvContentPartPr>
              <p14:xfrm>
                <a:off x="1572726" y="2544783"/>
                <a:ext cx="16920" cy="291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98C6D9A-F0C5-46C5-69B6-C835FDB97F5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55086" y="2527143"/>
                  <a:ext cx="5256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B7C445-ABCE-5287-7798-89FB9B5163F2}"/>
                    </a:ext>
                  </a:extLst>
                </p14:cNvPr>
                <p14:cNvContentPartPr/>
                <p14:nvPr/>
              </p14:nvContentPartPr>
              <p14:xfrm>
                <a:off x="1800966" y="2677263"/>
                <a:ext cx="122400" cy="57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B7C445-ABCE-5287-7798-89FB9B5163F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82966" y="2659263"/>
                  <a:ext cx="158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0DA8413-E96E-8ACD-90CA-32835B0E9EBB}"/>
                    </a:ext>
                  </a:extLst>
                </p14:cNvPr>
                <p14:cNvContentPartPr/>
                <p14:nvPr/>
              </p14:nvContentPartPr>
              <p14:xfrm>
                <a:off x="1755246" y="2803983"/>
                <a:ext cx="290160" cy="57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0DA8413-E96E-8ACD-90CA-32835B0E9E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7606" y="2785983"/>
                  <a:ext cx="32580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D8966F0-AD05-408C-51A4-8B62C0C2AE0E}"/>
              </a:ext>
            </a:extLst>
          </p:cNvPr>
          <p:cNvGrpSpPr/>
          <p:nvPr/>
        </p:nvGrpSpPr>
        <p:grpSpPr>
          <a:xfrm>
            <a:off x="2593326" y="2506623"/>
            <a:ext cx="1668600" cy="649440"/>
            <a:chOff x="2593326" y="2506623"/>
            <a:chExt cx="166860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0FD0BE-ED3A-E0DF-6EB1-BBA5A4816A5A}"/>
                    </a:ext>
                  </a:extLst>
                </p14:cNvPr>
                <p14:cNvContentPartPr/>
                <p14:nvPr/>
              </p14:nvContentPartPr>
              <p14:xfrm>
                <a:off x="2593326" y="2649183"/>
                <a:ext cx="279720" cy="299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0FD0BE-ED3A-E0DF-6EB1-BBA5A4816A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75326" y="2631183"/>
                  <a:ext cx="31536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45E351-7079-CAA0-1FE7-6AA6B36D82C2}"/>
                    </a:ext>
                  </a:extLst>
                </p14:cNvPr>
                <p14:cNvContentPartPr/>
                <p14:nvPr/>
              </p14:nvContentPartPr>
              <p14:xfrm>
                <a:off x="3021006" y="2506623"/>
                <a:ext cx="162720" cy="649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45E351-7079-CAA0-1FE7-6AA6B36D82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003006" y="2488623"/>
                  <a:ext cx="198360" cy="68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A13569A-D9F2-BA19-4630-AF4AC59565EA}"/>
                    </a:ext>
                  </a:extLst>
                </p14:cNvPr>
                <p14:cNvContentPartPr/>
                <p14:nvPr/>
              </p14:nvContentPartPr>
              <p14:xfrm>
                <a:off x="3234126" y="2693823"/>
                <a:ext cx="221760" cy="259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A13569A-D9F2-BA19-4630-AF4AC59565E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16486" y="2676183"/>
                  <a:ext cx="2574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F99423B-346F-CF7A-7D4E-7640089CBD13}"/>
                    </a:ext>
                  </a:extLst>
                </p14:cNvPr>
                <p14:cNvContentPartPr/>
                <p14:nvPr/>
              </p14:nvContentPartPr>
              <p14:xfrm>
                <a:off x="3546966" y="2782023"/>
                <a:ext cx="182160" cy="52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F99423B-346F-CF7A-7D4E-7640089CBD1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28966" y="2764383"/>
                  <a:ext cx="217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201920-A511-4BC6-A12E-95919D2A7A6F}"/>
                    </a:ext>
                  </a:extLst>
                </p14:cNvPr>
                <p14:cNvContentPartPr/>
                <p14:nvPr/>
              </p14:nvContentPartPr>
              <p14:xfrm>
                <a:off x="3941886" y="2641623"/>
                <a:ext cx="156600" cy="284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201920-A511-4BC6-A12E-95919D2A7A6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24246" y="2623623"/>
                  <a:ext cx="1922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44494E-0A56-8537-476A-292E4DB2CAEF}"/>
                    </a:ext>
                  </a:extLst>
                </p14:cNvPr>
                <p14:cNvContentPartPr/>
                <p14:nvPr/>
              </p14:nvContentPartPr>
              <p14:xfrm>
                <a:off x="4105326" y="2586543"/>
                <a:ext cx="156600" cy="471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44494E-0A56-8537-476A-292E4DB2CAE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87326" y="2568903"/>
                  <a:ext cx="192240" cy="50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23B01D9-AA8A-600F-6294-E8B6E7FCE453}"/>
              </a:ext>
            </a:extLst>
          </p:cNvPr>
          <p:cNvGrpSpPr/>
          <p:nvPr/>
        </p:nvGrpSpPr>
        <p:grpSpPr>
          <a:xfrm>
            <a:off x="4625886" y="2436423"/>
            <a:ext cx="939960" cy="618480"/>
            <a:chOff x="4625886" y="2436423"/>
            <a:chExt cx="93996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CC113FA-476E-470B-4746-915462BC463B}"/>
                    </a:ext>
                  </a:extLst>
                </p14:cNvPr>
                <p14:cNvContentPartPr/>
                <p14:nvPr/>
              </p14:nvContentPartPr>
              <p14:xfrm>
                <a:off x="4625886" y="2734143"/>
                <a:ext cx="149760" cy="68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CC113FA-476E-470B-4746-915462BC46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07886" y="2716503"/>
                  <a:ext cx="1854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001EC1E-8C67-E8AA-4947-7304CB23A685}"/>
                    </a:ext>
                  </a:extLst>
                </p14:cNvPr>
                <p14:cNvContentPartPr/>
                <p14:nvPr/>
              </p14:nvContentPartPr>
              <p14:xfrm>
                <a:off x="4963566" y="2608503"/>
                <a:ext cx="198000" cy="3304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001EC1E-8C67-E8AA-4947-7304CB23A68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45926" y="2590863"/>
                  <a:ext cx="2336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2F4C501-C3C9-6F46-A7D9-75902FE34DB7}"/>
                    </a:ext>
                  </a:extLst>
                </p14:cNvPr>
                <p14:cNvContentPartPr/>
                <p14:nvPr/>
              </p14:nvContentPartPr>
              <p14:xfrm>
                <a:off x="5360646" y="2436423"/>
                <a:ext cx="205200" cy="618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2F4C501-C3C9-6F46-A7D9-75902FE34DB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42646" y="2418423"/>
                  <a:ext cx="240840" cy="65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034207B9-48D7-EA83-8CAF-250FD752F72B}"/>
              </a:ext>
            </a:extLst>
          </p:cNvPr>
          <p:cNvGrpSpPr/>
          <p:nvPr/>
        </p:nvGrpSpPr>
        <p:grpSpPr>
          <a:xfrm>
            <a:off x="6055446" y="2509503"/>
            <a:ext cx="992880" cy="693000"/>
            <a:chOff x="6055446" y="2509503"/>
            <a:chExt cx="99288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24E98E-7FA5-B5AD-A15B-B026CC9F7AE5}"/>
                    </a:ext>
                  </a:extLst>
                </p14:cNvPr>
                <p14:cNvContentPartPr/>
                <p14:nvPr/>
              </p14:nvContentPartPr>
              <p14:xfrm>
                <a:off x="6055446" y="2730543"/>
                <a:ext cx="204480" cy="318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24E98E-7FA5-B5AD-A15B-B026CC9F7AE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37806" y="2712903"/>
                  <a:ext cx="2401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9C551F-F9F8-63BB-8882-70D16516503C}"/>
                    </a:ext>
                  </a:extLst>
                </p14:cNvPr>
                <p14:cNvContentPartPr/>
                <p14:nvPr/>
              </p14:nvContentPartPr>
              <p14:xfrm>
                <a:off x="6363246" y="2885343"/>
                <a:ext cx="203400" cy="44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9C551F-F9F8-63BB-8882-70D16516503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45246" y="2867703"/>
                  <a:ext cx="2390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77DE22A-826E-C735-36AA-880223E86415}"/>
                    </a:ext>
                  </a:extLst>
                </p14:cNvPr>
                <p14:cNvContentPartPr/>
                <p14:nvPr/>
              </p14:nvContentPartPr>
              <p14:xfrm>
                <a:off x="6510126" y="2778063"/>
                <a:ext cx="18000" cy="235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77DE22A-826E-C735-36AA-880223E8641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92486" y="2760063"/>
                  <a:ext cx="53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B112FC5-3CFC-C85C-FDCE-B6BEDCBD8AB4}"/>
                    </a:ext>
                  </a:extLst>
                </p14:cNvPr>
                <p14:cNvContentPartPr/>
                <p14:nvPr/>
              </p14:nvContentPartPr>
              <p14:xfrm>
                <a:off x="6674286" y="2744223"/>
                <a:ext cx="277920" cy="219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B112FC5-3CFC-C85C-FDCE-B6BEDCBD8A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56646" y="2726223"/>
                  <a:ext cx="313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4384CB-9922-D53D-231A-727FA424323C}"/>
                    </a:ext>
                  </a:extLst>
                </p14:cNvPr>
                <p14:cNvContentPartPr/>
                <p14:nvPr/>
              </p14:nvContentPartPr>
              <p14:xfrm>
                <a:off x="6942486" y="2509503"/>
                <a:ext cx="105840" cy="693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4384CB-9922-D53D-231A-727FA424323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924486" y="2491503"/>
                  <a:ext cx="141480" cy="72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73ED0D-D5BF-839C-6099-452B1B70D7F2}"/>
              </a:ext>
            </a:extLst>
          </p:cNvPr>
          <p:cNvGrpSpPr/>
          <p:nvPr/>
        </p:nvGrpSpPr>
        <p:grpSpPr>
          <a:xfrm>
            <a:off x="7623246" y="2618223"/>
            <a:ext cx="329760" cy="348480"/>
            <a:chOff x="7623246" y="2618223"/>
            <a:chExt cx="329760" cy="34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D4EEAA-987C-619C-FA7D-D67D7B75190B}"/>
                    </a:ext>
                  </a:extLst>
                </p14:cNvPr>
                <p14:cNvContentPartPr/>
                <p14:nvPr/>
              </p14:nvContentPartPr>
              <p14:xfrm>
                <a:off x="7623246" y="2732343"/>
                <a:ext cx="329760" cy="518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D4EEAA-987C-619C-FA7D-D67D7B75190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05606" y="2714343"/>
                  <a:ext cx="3654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E26F278-7DDE-8BCE-524D-F5749B2378B8}"/>
                    </a:ext>
                  </a:extLst>
                </p14:cNvPr>
                <p14:cNvContentPartPr/>
                <p14:nvPr/>
              </p14:nvContentPartPr>
              <p14:xfrm>
                <a:off x="7794246" y="2618223"/>
                <a:ext cx="48960" cy="348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E26F278-7DDE-8BCE-524D-F5749B2378B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76606" y="2600583"/>
                  <a:ext cx="84600" cy="38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704E76E-D3BE-D882-651E-0CF99D023BC9}"/>
              </a:ext>
            </a:extLst>
          </p:cNvPr>
          <p:cNvGrpSpPr/>
          <p:nvPr/>
        </p:nvGrpSpPr>
        <p:grpSpPr>
          <a:xfrm>
            <a:off x="8247126" y="2423463"/>
            <a:ext cx="948960" cy="665640"/>
            <a:chOff x="8247126" y="2423463"/>
            <a:chExt cx="948960" cy="66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898BA08-D6D6-922F-DF46-765B6A1A0472}"/>
                    </a:ext>
                  </a:extLst>
                </p14:cNvPr>
                <p14:cNvContentPartPr/>
                <p14:nvPr/>
              </p14:nvContentPartPr>
              <p14:xfrm>
                <a:off x="8247126" y="2597703"/>
                <a:ext cx="173160" cy="381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898BA08-D6D6-922F-DF46-765B6A1A047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29126" y="2579703"/>
                  <a:ext cx="20880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061427F-D8C6-70C3-5D23-90EDFA14C7C2}"/>
                    </a:ext>
                  </a:extLst>
                </p14:cNvPr>
                <p14:cNvContentPartPr/>
                <p14:nvPr/>
              </p14:nvContentPartPr>
              <p14:xfrm>
                <a:off x="8594166" y="2423463"/>
                <a:ext cx="219960" cy="6656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061427F-D8C6-70C3-5D23-90EDFA14C7C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76526" y="2405823"/>
                  <a:ext cx="255600" cy="70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1BC5D7B-02DF-90E5-6807-6F0D546970BB}"/>
                    </a:ext>
                  </a:extLst>
                </p14:cNvPr>
                <p14:cNvContentPartPr/>
                <p14:nvPr/>
              </p14:nvContentPartPr>
              <p14:xfrm>
                <a:off x="9009966" y="2571063"/>
                <a:ext cx="186120" cy="392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1BC5D7B-02DF-90E5-6807-6F0D546970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992326" y="2553063"/>
                  <a:ext cx="22176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D6193EB-C01A-207B-7990-BCC37C1DA10E}"/>
              </a:ext>
            </a:extLst>
          </p:cNvPr>
          <p:cNvGrpSpPr/>
          <p:nvPr/>
        </p:nvGrpSpPr>
        <p:grpSpPr>
          <a:xfrm>
            <a:off x="9570846" y="2319783"/>
            <a:ext cx="746280" cy="840240"/>
            <a:chOff x="9570846" y="2319783"/>
            <a:chExt cx="746280" cy="84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9E7B8D6-0886-8D52-A42B-407A80D11E47}"/>
                    </a:ext>
                  </a:extLst>
                </p14:cNvPr>
                <p14:cNvContentPartPr/>
                <p14:nvPr/>
              </p14:nvContentPartPr>
              <p14:xfrm>
                <a:off x="9570846" y="2797143"/>
                <a:ext cx="216000" cy="62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9E7B8D6-0886-8D52-A42B-407A80D11E4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552846" y="2779143"/>
                  <a:ext cx="251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F5D3C5-59B2-E02D-E2AD-4009BACB38AD}"/>
                    </a:ext>
                  </a:extLst>
                </p14:cNvPr>
                <p14:cNvContentPartPr/>
                <p14:nvPr/>
              </p14:nvContentPartPr>
              <p14:xfrm>
                <a:off x="9678486" y="2667903"/>
                <a:ext cx="39960" cy="2854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F5D3C5-59B2-E02D-E2AD-4009BACB38A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60486" y="2650263"/>
                  <a:ext cx="7560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F3DADE4-32D7-C23F-73AE-5FBB7DF5EAF2}"/>
                    </a:ext>
                  </a:extLst>
                </p14:cNvPr>
                <p14:cNvContentPartPr/>
                <p14:nvPr/>
              </p14:nvContentPartPr>
              <p14:xfrm>
                <a:off x="9962886" y="2626143"/>
                <a:ext cx="27000" cy="312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3DADE4-32D7-C23F-73AE-5FBB7DF5EAF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44886" y="2608143"/>
                  <a:ext cx="6264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67BED1E-2A51-1708-F68E-4E3EB797EB0E}"/>
                    </a:ext>
                  </a:extLst>
                </p14:cNvPr>
                <p14:cNvContentPartPr/>
                <p14:nvPr/>
              </p14:nvContentPartPr>
              <p14:xfrm>
                <a:off x="10042806" y="2319783"/>
                <a:ext cx="274320" cy="840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67BED1E-2A51-1708-F68E-4E3EB797EB0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024806" y="2302143"/>
                  <a:ext cx="309960" cy="87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BBB8F8B3-B479-FADB-E686-3ACE54B3F736}"/>
                  </a:ext>
                </a:extLst>
              </p14:cNvPr>
              <p14:cNvContentPartPr/>
              <p14:nvPr/>
            </p14:nvContentPartPr>
            <p14:xfrm>
              <a:off x="9255846" y="3844383"/>
              <a:ext cx="20520" cy="72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BBB8F8B3-B479-FADB-E686-3ACE54B3F73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238206" y="3826383"/>
                <a:ext cx="5616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C5C4468C-A6AF-3900-BB66-262A77BA5EDB}"/>
              </a:ext>
            </a:extLst>
          </p:cNvPr>
          <p:cNvGrpSpPr/>
          <p:nvPr/>
        </p:nvGrpSpPr>
        <p:grpSpPr>
          <a:xfrm>
            <a:off x="2026686" y="3813783"/>
            <a:ext cx="324720" cy="126000"/>
            <a:chOff x="2026686" y="3813783"/>
            <a:chExt cx="32472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229EBEB-D12C-5F5F-C4B3-856913AE2B18}"/>
                    </a:ext>
                  </a:extLst>
                </p14:cNvPr>
                <p14:cNvContentPartPr/>
                <p14:nvPr/>
              </p14:nvContentPartPr>
              <p14:xfrm>
                <a:off x="2044686" y="3813783"/>
                <a:ext cx="116640" cy="14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229EBEB-D12C-5F5F-C4B3-856913AE2B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27046" y="3796143"/>
                  <a:ext cx="1522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D72B7A-4783-EF52-D52F-F32387F6A135}"/>
                    </a:ext>
                  </a:extLst>
                </p14:cNvPr>
                <p14:cNvContentPartPr/>
                <p14:nvPr/>
              </p14:nvContentPartPr>
              <p14:xfrm>
                <a:off x="2026686" y="3909183"/>
                <a:ext cx="324720" cy="3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D72B7A-4783-EF52-D52F-F32387F6A13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08686" y="3891183"/>
                  <a:ext cx="36036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115CB9D-47A6-D3F6-6164-251234E9E7BC}"/>
              </a:ext>
            </a:extLst>
          </p:cNvPr>
          <p:cNvGrpSpPr/>
          <p:nvPr/>
        </p:nvGrpSpPr>
        <p:grpSpPr>
          <a:xfrm>
            <a:off x="3140526" y="3599943"/>
            <a:ext cx="688320" cy="562680"/>
            <a:chOff x="3140526" y="3599943"/>
            <a:chExt cx="688320" cy="56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585C636-F6C3-6BD8-5A3D-7C67F50F9546}"/>
                    </a:ext>
                  </a:extLst>
                </p14:cNvPr>
                <p14:cNvContentPartPr/>
                <p14:nvPr/>
              </p14:nvContentPartPr>
              <p14:xfrm>
                <a:off x="3140526" y="3788583"/>
                <a:ext cx="347040" cy="12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585C636-F6C3-6BD8-5A3D-7C67F50F95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22886" y="3770583"/>
                  <a:ext cx="382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C873A5C-8212-7996-786D-B12B0B23B8E0}"/>
                    </a:ext>
                  </a:extLst>
                </p14:cNvPr>
                <p14:cNvContentPartPr/>
                <p14:nvPr/>
              </p14:nvContentPartPr>
              <p14:xfrm>
                <a:off x="3661446" y="3599943"/>
                <a:ext cx="167400" cy="562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C873A5C-8212-7996-786D-B12B0B23B8E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43446" y="3581943"/>
                  <a:ext cx="203040" cy="59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A76ADC7A-3CE9-CDE4-8AC0-5F5301FF5888}"/>
                  </a:ext>
                </a:extLst>
              </p14:cNvPr>
              <p14:cNvContentPartPr/>
              <p14:nvPr/>
            </p14:nvContentPartPr>
            <p14:xfrm>
              <a:off x="4435806" y="3961023"/>
              <a:ext cx="294120" cy="356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A76ADC7A-3CE9-CDE4-8AC0-5F5301FF588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417806" y="3943023"/>
                <a:ext cx="32976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D81A9BB0-6ABD-3A7B-CB52-83AED6645379}"/>
              </a:ext>
            </a:extLst>
          </p:cNvPr>
          <p:cNvGrpSpPr/>
          <p:nvPr/>
        </p:nvGrpSpPr>
        <p:grpSpPr>
          <a:xfrm>
            <a:off x="5001726" y="3742503"/>
            <a:ext cx="509040" cy="346320"/>
            <a:chOff x="5001726" y="3742503"/>
            <a:chExt cx="509040" cy="34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0E8769F-348C-6D00-999B-1BC8497CF3AF}"/>
                    </a:ext>
                  </a:extLst>
                </p14:cNvPr>
                <p14:cNvContentPartPr/>
                <p14:nvPr/>
              </p14:nvContentPartPr>
              <p14:xfrm>
                <a:off x="5001726" y="3782463"/>
                <a:ext cx="209880" cy="272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0E8769F-348C-6D00-999B-1BC8497CF3A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83726" y="3764823"/>
                  <a:ext cx="2455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BE5C820-AF9C-3959-CE24-41B11800496B}"/>
                    </a:ext>
                  </a:extLst>
                </p14:cNvPr>
                <p14:cNvContentPartPr/>
                <p14:nvPr/>
              </p14:nvContentPartPr>
              <p14:xfrm>
                <a:off x="5371446" y="3742503"/>
                <a:ext cx="139320" cy="346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BE5C820-AF9C-3959-CE24-41B11800496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353446" y="3724503"/>
                  <a:ext cx="174960" cy="38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CF2AB99-F1D9-B199-59CF-FEDFF4C563C8}"/>
              </a:ext>
            </a:extLst>
          </p:cNvPr>
          <p:cNvGrpSpPr/>
          <p:nvPr/>
        </p:nvGrpSpPr>
        <p:grpSpPr>
          <a:xfrm>
            <a:off x="5994966" y="3747903"/>
            <a:ext cx="1090440" cy="353160"/>
            <a:chOff x="5994966" y="3747903"/>
            <a:chExt cx="1090440" cy="35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2661C32-F066-DCC4-80D0-4F0A0D0BA297}"/>
                    </a:ext>
                  </a:extLst>
                </p14:cNvPr>
                <p14:cNvContentPartPr/>
                <p14:nvPr/>
              </p14:nvContentPartPr>
              <p14:xfrm>
                <a:off x="5994966" y="3930063"/>
                <a:ext cx="271800" cy="24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2661C32-F066-DCC4-80D0-4F0A0D0BA29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77326" y="3912423"/>
                  <a:ext cx="3074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2EF7EA6-87F2-FC9B-32D6-7823A7EF4E3D}"/>
                    </a:ext>
                  </a:extLst>
                </p14:cNvPr>
                <p14:cNvContentPartPr/>
                <p14:nvPr/>
              </p14:nvContentPartPr>
              <p14:xfrm>
                <a:off x="6150846" y="3843303"/>
                <a:ext cx="40320" cy="2577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2EF7EA6-87F2-FC9B-32D6-7823A7EF4E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33206" y="3825303"/>
                  <a:ext cx="759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89FD271-5DFB-1C81-3BD5-0579A49DC590}"/>
                    </a:ext>
                  </a:extLst>
                </p14:cNvPr>
                <p14:cNvContentPartPr/>
                <p14:nvPr/>
              </p14:nvContentPartPr>
              <p14:xfrm>
                <a:off x="6465486" y="3800463"/>
                <a:ext cx="230040" cy="273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89FD271-5DFB-1C81-3BD5-0579A49DC59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447846" y="3782463"/>
                  <a:ext cx="265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62DC2DD-C35B-813A-B669-C961A0819F90}"/>
                    </a:ext>
                  </a:extLst>
                </p14:cNvPr>
                <p14:cNvContentPartPr/>
                <p14:nvPr/>
              </p14:nvContentPartPr>
              <p14:xfrm>
                <a:off x="6879486" y="3747903"/>
                <a:ext cx="205920" cy="293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62DC2DD-C35B-813A-B669-C961A0819F9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61846" y="3730263"/>
                  <a:ext cx="24156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23F0E57-FEF1-D0DF-491F-EB51A961CD1F}"/>
              </a:ext>
            </a:extLst>
          </p:cNvPr>
          <p:cNvGrpSpPr/>
          <p:nvPr/>
        </p:nvGrpSpPr>
        <p:grpSpPr>
          <a:xfrm>
            <a:off x="7713606" y="3914943"/>
            <a:ext cx="229320" cy="162720"/>
            <a:chOff x="7713606" y="3914943"/>
            <a:chExt cx="229320" cy="1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1B9C90F-424D-1007-4088-40D0AFDC0449}"/>
                    </a:ext>
                  </a:extLst>
                </p14:cNvPr>
                <p14:cNvContentPartPr/>
                <p14:nvPr/>
              </p14:nvContentPartPr>
              <p14:xfrm>
                <a:off x="7786326" y="3914943"/>
                <a:ext cx="77760" cy="79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1B9C90F-424D-1007-4088-40D0AFDC044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768326" y="3896943"/>
                  <a:ext cx="1134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30E1841-5249-8340-AC39-858C9AEB54A4}"/>
                    </a:ext>
                  </a:extLst>
                </p14:cNvPr>
                <p14:cNvContentPartPr/>
                <p14:nvPr/>
              </p14:nvContentPartPr>
              <p14:xfrm>
                <a:off x="7713606" y="4031583"/>
                <a:ext cx="229320" cy="46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30E1841-5249-8340-AC39-858C9AEB54A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695966" y="4013943"/>
                  <a:ext cx="264960" cy="81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0A658D2-C231-FF61-B093-83031194CAAD}"/>
              </a:ext>
            </a:extLst>
          </p:cNvPr>
          <p:cNvGrpSpPr/>
          <p:nvPr/>
        </p:nvGrpSpPr>
        <p:grpSpPr>
          <a:xfrm>
            <a:off x="8338926" y="3697503"/>
            <a:ext cx="2872800" cy="372960"/>
            <a:chOff x="8338926" y="3697503"/>
            <a:chExt cx="2872800" cy="37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1A4375D-22AC-CB28-DC50-E450C481E446}"/>
                    </a:ext>
                  </a:extLst>
                </p14:cNvPr>
                <p14:cNvContentPartPr/>
                <p14:nvPr/>
              </p14:nvContentPartPr>
              <p14:xfrm>
                <a:off x="8338926" y="3869583"/>
                <a:ext cx="281160" cy="12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1A4375D-22AC-CB28-DC50-E450C481E4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320926" y="3851583"/>
                  <a:ext cx="316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793766D-E59C-542A-2DF4-6758C39A8669}"/>
                    </a:ext>
                  </a:extLst>
                </p14:cNvPr>
                <p14:cNvContentPartPr/>
                <p14:nvPr/>
              </p14:nvContentPartPr>
              <p14:xfrm>
                <a:off x="8700006" y="3752223"/>
                <a:ext cx="204120" cy="3182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793766D-E59C-542A-2DF4-6758C39A866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682006" y="3734223"/>
                  <a:ext cx="2397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E873377-0112-DA1A-604A-6D57F45F2C66}"/>
                    </a:ext>
                  </a:extLst>
                </p14:cNvPr>
                <p14:cNvContentPartPr/>
                <p14:nvPr/>
              </p14:nvContentPartPr>
              <p14:xfrm>
                <a:off x="9062166" y="3741423"/>
                <a:ext cx="235080" cy="299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E873377-0112-DA1A-604A-6D57F45F2C6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44526" y="3723783"/>
                  <a:ext cx="27072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61C3C02-14F6-70AA-0201-4A2E62BDE9DF}"/>
                    </a:ext>
                  </a:extLst>
                </p14:cNvPr>
                <p14:cNvContentPartPr/>
                <p14:nvPr/>
              </p14:nvContentPartPr>
              <p14:xfrm>
                <a:off x="9506046" y="3900543"/>
                <a:ext cx="202680" cy="352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61C3C02-14F6-70AA-0201-4A2E62BDE9D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88046" y="3882543"/>
                  <a:ext cx="2383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C85973B-F26F-689C-D554-5CE05D3CC0DF}"/>
                    </a:ext>
                  </a:extLst>
                </p14:cNvPr>
                <p14:cNvContentPartPr/>
                <p14:nvPr/>
              </p14:nvContentPartPr>
              <p14:xfrm>
                <a:off x="9659406" y="3784983"/>
                <a:ext cx="33120" cy="27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C85973B-F26F-689C-D554-5CE05D3CC0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41766" y="3767343"/>
                  <a:ext cx="687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E4EA7C7-E71D-1112-D232-EBCA20369BE3}"/>
                    </a:ext>
                  </a:extLst>
                </p14:cNvPr>
                <p14:cNvContentPartPr/>
                <p14:nvPr/>
              </p14:nvContentPartPr>
              <p14:xfrm>
                <a:off x="9814926" y="3789303"/>
                <a:ext cx="251640" cy="2260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E4EA7C7-E71D-1112-D232-EBCA20369B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97286" y="3771663"/>
                  <a:ext cx="2872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FF2617C-DA7F-F97B-551C-04F40E184A35}"/>
                    </a:ext>
                  </a:extLst>
                </p14:cNvPr>
                <p14:cNvContentPartPr/>
                <p14:nvPr/>
              </p14:nvContentPartPr>
              <p14:xfrm>
                <a:off x="10148286" y="3734943"/>
                <a:ext cx="173880" cy="306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FF2617C-DA7F-F97B-551C-04F40E184A3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30286" y="3717303"/>
                  <a:ext cx="2095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3E552B9-37AE-21E8-D526-856A8F71931C}"/>
                    </a:ext>
                  </a:extLst>
                </p14:cNvPr>
                <p14:cNvContentPartPr/>
                <p14:nvPr/>
              </p14:nvContentPartPr>
              <p14:xfrm>
                <a:off x="10591446" y="3860943"/>
                <a:ext cx="190800" cy="21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3E552B9-37AE-21E8-D526-856A8F71931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573446" y="3843303"/>
                  <a:ext cx="2264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C907DD3-F747-C47F-B103-861CAA4E9EE9}"/>
                    </a:ext>
                  </a:extLst>
                </p14:cNvPr>
                <p14:cNvContentPartPr/>
                <p14:nvPr/>
              </p14:nvContentPartPr>
              <p14:xfrm>
                <a:off x="10548606" y="3976143"/>
                <a:ext cx="243720" cy="41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C907DD3-F747-C47F-B103-861CAA4E9EE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30606" y="3958503"/>
                  <a:ext cx="279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67D25ED-98A8-6E52-0669-EAD80C0B4BED}"/>
                    </a:ext>
                  </a:extLst>
                </p14:cNvPr>
                <p14:cNvContentPartPr/>
                <p14:nvPr/>
              </p14:nvContentPartPr>
              <p14:xfrm>
                <a:off x="10970166" y="3697503"/>
                <a:ext cx="241560" cy="340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67D25ED-98A8-6E52-0669-EAD80C0B4BE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952526" y="3679863"/>
                  <a:ext cx="27720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4DCACE0F-4D38-8EB6-07DE-EE2FBB4E4AF8}"/>
              </a:ext>
            </a:extLst>
          </p:cNvPr>
          <p:cNvGrpSpPr/>
          <p:nvPr/>
        </p:nvGrpSpPr>
        <p:grpSpPr>
          <a:xfrm>
            <a:off x="5632086" y="1860783"/>
            <a:ext cx="903240" cy="286920"/>
            <a:chOff x="5632086" y="1860783"/>
            <a:chExt cx="90324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26B5653-45FA-2E22-0CBA-9C7FADC43D8C}"/>
                    </a:ext>
                  </a:extLst>
                </p14:cNvPr>
                <p14:cNvContentPartPr/>
                <p14:nvPr/>
              </p14:nvContentPartPr>
              <p14:xfrm>
                <a:off x="5632086" y="1860783"/>
                <a:ext cx="204840" cy="2113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26B5653-45FA-2E22-0CBA-9C7FADC43D8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14086" y="1842783"/>
                  <a:ext cx="240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2FA568-9DFA-BEA9-E158-6F7FF390CCA7}"/>
                    </a:ext>
                  </a:extLst>
                </p14:cNvPr>
                <p14:cNvContentPartPr/>
                <p14:nvPr/>
              </p14:nvContentPartPr>
              <p14:xfrm>
                <a:off x="5959686" y="1916223"/>
                <a:ext cx="249480" cy="162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2FA568-9DFA-BEA9-E158-6F7FF390CC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941686" y="1898223"/>
                  <a:ext cx="285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B56C269-F76F-3D9D-964B-BAC83F44CB02}"/>
                    </a:ext>
                  </a:extLst>
                </p14:cNvPr>
                <p14:cNvContentPartPr/>
                <p14:nvPr/>
              </p14:nvContentPartPr>
              <p14:xfrm>
                <a:off x="6074166" y="1885263"/>
                <a:ext cx="129960" cy="187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B56C269-F76F-3D9D-964B-BAC83F44CB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56526" y="1867263"/>
                  <a:ext cx="1656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1868F07-874D-0889-DD4A-84EEC31D3276}"/>
                    </a:ext>
                  </a:extLst>
                </p14:cNvPr>
                <p14:cNvContentPartPr/>
                <p14:nvPr/>
              </p14:nvContentPartPr>
              <p14:xfrm>
                <a:off x="6268566" y="1898223"/>
                <a:ext cx="266760" cy="249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1868F07-874D-0889-DD4A-84EEC31D32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50566" y="1880583"/>
                  <a:ext cx="302400" cy="28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86D6CFD-4A78-04C2-E953-F6F7E31C7C74}"/>
                  </a:ext>
                </a:extLst>
              </p14:cNvPr>
              <p14:cNvContentPartPr/>
              <p14:nvPr/>
            </p14:nvContentPartPr>
            <p14:xfrm>
              <a:off x="1900686" y="4776423"/>
              <a:ext cx="33120" cy="28764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86D6CFD-4A78-04C2-E953-F6F7E31C7C74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1882686" y="4758783"/>
                <a:ext cx="68760" cy="32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EE774B68-BE58-A4A5-66FD-BE71A9C69B0E}"/>
              </a:ext>
            </a:extLst>
          </p:cNvPr>
          <p:cNvGrpSpPr/>
          <p:nvPr/>
        </p:nvGrpSpPr>
        <p:grpSpPr>
          <a:xfrm>
            <a:off x="705126" y="4711263"/>
            <a:ext cx="505800" cy="939600"/>
            <a:chOff x="705126" y="4711263"/>
            <a:chExt cx="505800" cy="93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E8F0109-F27A-C721-1013-95EB70257403}"/>
                    </a:ext>
                  </a:extLst>
                </p14:cNvPr>
                <p14:cNvContentPartPr/>
                <p14:nvPr/>
              </p14:nvContentPartPr>
              <p14:xfrm>
                <a:off x="711606" y="4711263"/>
                <a:ext cx="14760" cy="672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E8F0109-F27A-C721-1013-95EB7025740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93966" y="4693623"/>
                  <a:ext cx="50400" cy="70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7E564EE-8A80-9A67-A573-D991181C7481}"/>
                    </a:ext>
                  </a:extLst>
                </p14:cNvPr>
                <p14:cNvContentPartPr/>
                <p14:nvPr/>
              </p14:nvContentPartPr>
              <p14:xfrm>
                <a:off x="885486" y="4796943"/>
                <a:ext cx="210600" cy="268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7E564EE-8A80-9A67-A573-D991181C748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67846" y="4779303"/>
                  <a:ext cx="246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661BE13-BB97-1900-2263-C848E263D06B}"/>
                    </a:ext>
                  </a:extLst>
                </p14:cNvPr>
                <p14:cNvContentPartPr/>
                <p14:nvPr/>
              </p14:nvContentPartPr>
              <p14:xfrm>
                <a:off x="705126" y="5379063"/>
                <a:ext cx="33120" cy="271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661BE13-BB97-1900-2263-C848E263D06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7486" y="5361423"/>
                  <a:ext cx="687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ED6E0AF-483F-5EFD-8010-82DC916C05F3}"/>
                    </a:ext>
                  </a:extLst>
                </p14:cNvPr>
                <p14:cNvContentPartPr/>
                <p14:nvPr/>
              </p14:nvContentPartPr>
              <p14:xfrm>
                <a:off x="897006" y="5498583"/>
                <a:ext cx="208080" cy="183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ED6E0AF-483F-5EFD-8010-82DC916C05F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9366" y="5480943"/>
                  <a:ext cx="2437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E1A86F7-EF47-DF2C-76EA-4D06C3050C1C}"/>
                    </a:ext>
                  </a:extLst>
                </p14:cNvPr>
                <p14:cNvContentPartPr/>
                <p14:nvPr/>
              </p14:nvContentPartPr>
              <p14:xfrm>
                <a:off x="1185366" y="5431983"/>
                <a:ext cx="25560" cy="204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E1A86F7-EF47-DF2C-76EA-4D06C3050C1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67366" y="5413983"/>
                  <a:ext cx="6120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D3CFD7D-E271-A08E-364A-DFE091DF16F5}"/>
                  </a:ext>
                </a:extLst>
              </p14:cNvPr>
              <p14:cNvContentPartPr/>
              <p14:nvPr/>
            </p14:nvContentPartPr>
            <p14:xfrm>
              <a:off x="1913286" y="5442423"/>
              <a:ext cx="230400" cy="205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D3CFD7D-E271-A08E-364A-DFE091DF16F5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895286" y="5424783"/>
                <a:ext cx="26604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B211E10-5980-B9E7-A8A4-B599978A1DFA}"/>
                  </a:ext>
                </a:extLst>
              </p14:cNvPr>
              <p14:cNvContentPartPr/>
              <p14:nvPr/>
            </p14:nvContentPartPr>
            <p14:xfrm>
              <a:off x="2483886" y="4540623"/>
              <a:ext cx="157320" cy="12708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B211E10-5980-B9E7-A8A4-B599978A1DFA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466246" y="4522983"/>
                <a:ext cx="192960" cy="130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0CD4FE6-62CB-7DA3-86CC-3B1968E446D1}"/>
              </a:ext>
            </a:extLst>
          </p:cNvPr>
          <p:cNvGrpSpPr/>
          <p:nvPr/>
        </p:nvGrpSpPr>
        <p:grpSpPr>
          <a:xfrm>
            <a:off x="3140526" y="5256663"/>
            <a:ext cx="299520" cy="160920"/>
            <a:chOff x="3140526" y="5256663"/>
            <a:chExt cx="299520" cy="16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401E6E2-4AE4-0431-AF3B-836EA715E6B7}"/>
                    </a:ext>
                  </a:extLst>
                </p14:cNvPr>
                <p14:cNvContentPartPr/>
                <p14:nvPr/>
              </p14:nvContentPartPr>
              <p14:xfrm>
                <a:off x="3228006" y="5256663"/>
                <a:ext cx="185760" cy="352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401E6E2-4AE4-0431-AF3B-836EA715E6B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10006" y="5238663"/>
                  <a:ext cx="2214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B6882C8-6559-BE2C-25CB-797658992D8E}"/>
                    </a:ext>
                  </a:extLst>
                </p14:cNvPr>
                <p14:cNvContentPartPr/>
                <p14:nvPr/>
              </p14:nvContentPartPr>
              <p14:xfrm>
                <a:off x="3140526" y="5376183"/>
                <a:ext cx="299520" cy="4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B6882C8-6559-BE2C-25CB-797658992D8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22886" y="5358543"/>
                  <a:ext cx="33516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E749277-71B2-BDAA-5B9B-A3A7578E02E0}"/>
                  </a:ext>
                </a:extLst>
              </p14:cNvPr>
              <p14:cNvContentPartPr/>
              <p14:nvPr/>
            </p14:nvContentPartPr>
            <p14:xfrm>
              <a:off x="4004886" y="5189703"/>
              <a:ext cx="194040" cy="31644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E749277-71B2-BDAA-5B9B-A3A7578E02E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986886" y="5171703"/>
                <a:ext cx="229680" cy="35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CA5133E-C180-D8FC-523B-08A97121DADE}"/>
              </a:ext>
            </a:extLst>
          </p:cNvPr>
          <p:cNvGrpSpPr/>
          <p:nvPr/>
        </p:nvGrpSpPr>
        <p:grpSpPr>
          <a:xfrm>
            <a:off x="4454166" y="5250183"/>
            <a:ext cx="443160" cy="319320"/>
            <a:chOff x="4454166" y="5250183"/>
            <a:chExt cx="44316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24DA44C-A491-F3F3-83DE-862C0B979615}"/>
                    </a:ext>
                  </a:extLst>
                </p14:cNvPr>
                <p14:cNvContentPartPr/>
                <p14:nvPr/>
              </p14:nvContentPartPr>
              <p14:xfrm>
                <a:off x="4454166" y="5374743"/>
                <a:ext cx="201960" cy="10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24DA44C-A491-F3F3-83DE-862C0B97961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436526" y="5357103"/>
                  <a:ext cx="2376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DDB4032-6174-4DCA-A78B-4A0605DE4E71}"/>
                    </a:ext>
                  </a:extLst>
                </p14:cNvPr>
                <p14:cNvContentPartPr/>
                <p14:nvPr/>
              </p14:nvContentPartPr>
              <p14:xfrm>
                <a:off x="4543086" y="5309583"/>
                <a:ext cx="42120" cy="211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DDB4032-6174-4DCA-A78B-4A0605DE4E7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525086" y="5291583"/>
                  <a:ext cx="777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24A5F75-7EEF-4785-EC88-2F45D9885DF9}"/>
                    </a:ext>
                  </a:extLst>
                </p14:cNvPr>
                <p14:cNvContentPartPr/>
                <p14:nvPr/>
              </p14:nvContentPartPr>
              <p14:xfrm>
                <a:off x="4866006" y="5250183"/>
                <a:ext cx="31320" cy="319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24A5F75-7EEF-4785-EC88-2F45D9885DF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848006" y="5232183"/>
                  <a:ext cx="66960" cy="35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805D87F-124C-F1B6-F8A5-CBA88E74F57A}"/>
              </a:ext>
            </a:extLst>
          </p:cNvPr>
          <p:cNvGrpSpPr/>
          <p:nvPr/>
        </p:nvGrpSpPr>
        <p:grpSpPr>
          <a:xfrm>
            <a:off x="5686446" y="5332263"/>
            <a:ext cx="243360" cy="137160"/>
            <a:chOff x="5686446" y="5332263"/>
            <a:chExt cx="243360" cy="137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12367B4-9EAD-B42D-6678-A622A29D36BA}"/>
                    </a:ext>
                  </a:extLst>
                </p14:cNvPr>
                <p14:cNvContentPartPr/>
                <p14:nvPr/>
              </p14:nvContentPartPr>
              <p14:xfrm>
                <a:off x="5686446" y="5332263"/>
                <a:ext cx="241560" cy="39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12367B4-9EAD-B42D-6678-A622A29D36B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668806" y="5314263"/>
                  <a:ext cx="277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6C2D38D-716B-1211-7E1A-05A53A40FAE4}"/>
                    </a:ext>
                  </a:extLst>
                </p14:cNvPr>
                <p14:cNvContentPartPr/>
                <p14:nvPr/>
              </p14:nvContentPartPr>
              <p14:xfrm>
                <a:off x="5718846" y="5449983"/>
                <a:ext cx="210960" cy="194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6C2D38D-716B-1211-7E1A-05A53A40FAE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01206" y="5432343"/>
                  <a:ext cx="24660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E679C412-ADCB-0727-69DE-379284D3DD85}"/>
                  </a:ext>
                </a:extLst>
              </p14:cNvPr>
              <p14:cNvContentPartPr/>
              <p14:nvPr/>
            </p14:nvContentPartPr>
            <p14:xfrm>
              <a:off x="6448206" y="5195103"/>
              <a:ext cx="216360" cy="535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E679C412-ADCB-0727-69DE-379284D3DD8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430566" y="5177463"/>
                <a:ext cx="252000" cy="57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D1FAA12C-8F9A-DBDF-E7CC-E27ECDBF8D5A}"/>
              </a:ext>
            </a:extLst>
          </p:cNvPr>
          <p:cNvGrpSpPr/>
          <p:nvPr/>
        </p:nvGrpSpPr>
        <p:grpSpPr>
          <a:xfrm>
            <a:off x="7240206" y="5224623"/>
            <a:ext cx="873360" cy="455760"/>
            <a:chOff x="7240206" y="5224623"/>
            <a:chExt cx="873360" cy="45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F28D072-8AA0-4226-F068-0CCE0679FB73}"/>
                    </a:ext>
                  </a:extLst>
                </p14:cNvPr>
                <p14:cNvContentPartPr/>
                <p14:nvPr/>
              </p14:nvContentPartPr>
              <p14:xfrm>
                <a:off x="7272246" y="5365023"/>
                <a:ext cx="317520" cy="29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F28D072-8AA0-4226-F068-0CCE0679FB7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54606" y="5347023"/>
                  <a:ext cx="3531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EB1758E-040D-6432-56D9-E48D4FFBF53A}"/>
                    </a:ext>
                  </a:extLst>
                </p14:cNvPr>
                <p14:cNvContentPartPr/>
                <p14:nvPr/>
              </p14:nvContentPartPr>
              <p14:xfrm>
                <a:off x="7240206" y="5486703"/>
                <a:ext cx="262800" cy="460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EB1758E-040D-6432-56D9-E48D4FFBF53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222206" y="5468703"/>
                  <a:ext cx="2984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D63431C-50DB-F451-A57B-36AEF96F38F3}"/>
                    </a:ext>
                  </a:extLst>
                </p14:cNvPr>
                <p14:cNvContentPartPr/>
                <p14:nvPr/>
              </p14:nvContentPartPr>
              <p14:xfrm>
                <a:off x="7303206" y="5224623"/>
                <a:ext cx="114840" cy="455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D63431C-50DB-F451-A57B-36AEF96F38F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285206" y="5206983"/>
                  <a:ext cx="1504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D8AA97E-E0FF-DC70-9C31-634A38EF41CB}"/>
                    </a:ext>
                  </a:extLst>
                </p14:cNvPr>
                <p14:cNvContentPartPr/>
                <p14:nvPr/>
              </p14:nvContentPartPr>
              <p14:xfrm>
                <a:off x="7806486" y="5298063"/>
                <a:ext cx="307080" cy="298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D8AA97E-E0FF-DC70-9C31-634A38EF41C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788486" y="5280423"/>
                  <a:ext cx="342720" cy="33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8327D242-4B8C-BE08-A6A7-B979C5D202C6}"/>
              </a:ext>
            </a:extLst>
          </p:cNvPr>
          <p:cNvGrpSpPr/>
          <p:nvPr/>
        </p:nvGrpSpPr>
        <p:grpSpPr>
          <a:xfrm>
            <a:off x="809166" y="6151263"/>
            <a:ext cx="1129320" cy="465480"/>
            <a:chOff x="809166" y="6151263"/>
            <a:chExt cx="112932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B259766-C723-36D4-9DD1-F88CDD91C6F3}"/>
                    </a:ext>
                  </a:extLst>
                </p14:cNvPr>
                <p14:cNvContentPartPr/>
                <p14:nvPr/>
              </p14:nvContentPartPr>
              <p14:xfrm>
                <a:off x="809166" y="6293823"/>
                <a:ext cx="244440" cy="2203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B259766-C723-36D4-9DD1-F88CDD91C6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91526" y="6276183"/>
                  <a:ext cx="28008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5937E19-8B59-9AFB-3417-6F45D5225041}"/>
                    </a:ext>
                  </a:extLst>
                </p14:cNvPr>
                <p14:cNvContentPartPr/>
                <p14:nvPr/>
              </p14:nvContentPartPr>
              <p14:xfrm>
                <a:off x="1107606" y="6151263"/>
                <a:ext cx="830880" cy="465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5937E19-8B59-9AFB-3417-6F45D522504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89606" y="6133623"/>
                  <a:ext cx="866520" cy="50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5DA2AEAC-F328-B1AC-FC37-64EDA9CD7E33}"/>
              </a:ext>
            </a:extLst>
          </p:cNvPr>
          <p:cNvGrpSpPr/>
          <p:nvPr/>
        </p:nvGrpSpPr>
        <p:grpSpPr>
          <a:xfrm>
            <a:off x="2457606" y="6024183"/>
            <a:ext cx="1198080" cy="816120"/>
            <a:chOff x="2457606" y="6024183"/>
            <a:chExt cx="1198080" cy="81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08DC80C-3CEC-DD84-3343-D276BCB559DF}"/>
                    </a:ext>
                  </a:extLst>
                </p14:cNvPr>
                <p14:cNvContentPartPr/>
                <p14:nvPr/>
              </p14:nvContentPartPr>
              <p14:xfrm>
                <a:off x="2457606" y="6294543"/>
                <a:ext cx="145080" cy="54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08DC80C-3CEC-DD84-3343-D276BCB559D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439606" y="6276903"/>
                  <a:ext cx="1807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602713D-FC08-2DB1-A50B-871E90E655F5}"/>
                    </a:ext>
                  </a:extLst>
                </p14:cNvPr>
                <p14:cNvContentPartPr/>
                <p14:nvPr/>
              </p14:nvContentPartPr>
              <p14:xfrm>
                <a:off x="2458326" y="6339903"/>
                <a:ext cx="192240" cy="216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602713D-FC08-2DB1-A50B-871E90E655F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440326" y="6322263"/>
                  <a:ext cx="227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AF669AB-E04B-2C91-FEA6-D603979732A6}"/>
                    </a:ext>
                  </a:extLst>
                </p14:cNvPr>
                <p14:cNvContentPartPr/>
                <p14:nvPr/>
              </p14:nvContentPartPr>
              <p14:xfrm>
                <a:off x="2869086" y="6181503"/>
                <a:ext cx="145080" cy="425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AF669AB-E04B-2C91-FEA6-D603979732A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51446" y="6163503"/>
                  <a:ext cx="1807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720E4DD-02CC-D92C-BBCF-4BD5E7743D90}"/>
                    </a:ext>
                  </a:extLst>
                </p14:cNvPr>
                <p14:cNvContentPartPr/>
                <p14:nvPr/>
              </p14:nvContentPartPr>
              <p14:xfrm>
                <a:off x="3189486" y="6212463"/>
                <a:ext cx="205200" cy="344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720E4DD-02CC-D92C-BBCF-4BD5E7743D9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171846" y="6194823"/>
                  <a:ext cx="24084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273175-6721-D2CF-198B-745AC70907FC}"/>
                    </a:ext>
                  </a:extLst>
                </p14:cNvPr>
                <p14:cNvContentPartPr/>
                <p14:nvPr/>
              </p14:nvContentPartPr>
              <p14:xfrm>
                <a:off x="3215766" y="6382023"/>
                <a:ext cx="153720" cy="33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273175-6721-D2CF-198B-745AC70907FC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197766" y="6364023"/>
                  <a:ext cx="1893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7F3DD9A-9A09-90A2-C682-5204C7FE5796}"/>
                    </a:ext>
                  </a:extLst>
                </p14:cNvPr>
                <p14:cNvContentPartPr/>
                <p14:nvPr/>
              </p14:nvContentPartPr>
              <p14:xfrm>
                <a:off x="3453726" y="6024183"/>
                <a:ext cx="201960" cy="689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7F3DD9A-9A09-90A2-C682-5204C7FE579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36086" y="6006543"/>
                  <a:ext cx="237600" cy="72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8A39A03E-08D6-3760-FD4B-C2DA34238C11}"/>
              </a:ext>
            </a:extLst>
          </p:cNvPr>
          <p:cNvGrpSpPr/>
          <p:nvPr/>
        </p:nvGrpSpPr>
        <p:grpSpPr>
          <a:xfrm>
            <a:off x="4022526" y="6299943"/>
            <a:ext cx="790560" cy="281520"/>
            <a:chOff x="4022526" y="6299943"/>
            <a:chExt cx="79056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76C0DD8-04D4-0132-EFA7-9ECE55F4540F}"/>
                    </a:ext>
                  </a:extLst>
                </p14:cNvPr>
                <p14:cNvContentPartPr/>
                <p14:nvPr/>
              </p14:nvContentPartPr>
              <p14:xfrm>
                <a:off x="4047366" y="6452223"/>
                <a:ext cx="147960" cy="29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76C0DD8-04D4-0132-EFA7-9ECE55F4540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029726" y="6434223"/>
                  <a:ext cx="1836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A43F8A9-06ED-75C3-688A-9CDC04D965C4}"/>
                    </a:ext>
                  </a:extLst>
                </p14:cNvPr>
                <p14:cNvContentPartPr/>
                <p14:nvPr/>
              </p14:nvContentPartPr>
              <p14:xfrm>
                <a:off x="4022526" y="6541143"/>
                <a:ext cx="199800" cy="39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A43F8A9-06ED-75C3-688A-9CDC04D965C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004886" y="6523503"/>
                  <a:ext cx="2354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8826E1A-E147-7EFE-E2E6-32682F78280E}"/>
                    </a:ext>
                  </a:extLst>
                </p14:cNvPr>
                <p14:cNvContentPartPr/>
                <p14:nvPr/>
              </p14:nvContentPartPr>
              <p14:xfrm>
                <a:off x="4458486" y="6299943"/>
                <a:ext cx="354600" cy="281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8826E1A-E147-7EFE-E2E6-32682F78280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0846" y="6282303"/>
                  <a:ext cx="390240" cy="317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12697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36B7C11-F174-0FB7-023D-AE788DE95597}"/>
                  </a:ext>
                </a:extLst>
              </p14:cNvPr>
              <p14:cNvContentPartPr/>
              <p14:nvPr/>
            </p14:nvContentPartPr>
            <p14:xfrm>
              <a:off x="312726" y="418623"/>
              <a:ext cx="22320" cy="1886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36B7C11-F174-0FB7-023D-AE788DE955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5086" y="400983"/>
                <a:ext cx="5796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051A6E-0D80-0AD9-EFFE-36B886458894}"/>
                  </a:ext>
                </a:extLst>
              </p14:cNvPr>
              <p14:cNvContentPartPr/>
              <p14:nvPr/>
            </p14:nvContentPartPr>
            <p14:xfrm>
              <a:off x="433686" y="452823"/>
              <a:ext cx="9000" cy="1436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051A6E-0D80-0AD9-EFFE-36B8864588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6046" y="435183"/>
                <a:ext cx="44640" cy="179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EC912210-7A12-AFB6-C552-DD5F35E02601}"/>
              </a:ext>
            </a:extLst>
          </p:cNvPr>
          <p:cNvGrpSpPr/>
          <p:nvPr/>
        </p:nvGrpSpPr>
        <p:grpSpPr>
          <a:xfrm>
            <a:off x="529806" y="234303"/>
            <a:ext cx="191880" cy="530640"/>
            <a:chOff x="529806" y="234303"/>
            <a:chExt cx="191880" cy="53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AA9B51D-E5AE-FA90-CEEC-2EC602CB4C26}"/>
                    </a:ext>
                  </a:extLst>
                </p14:cNvPr>
                <p14:cNvContentPartPr/>
                <p14:nvPr/>
              </p14:nvContentPartPr>
              <p14:xfrm>
                <a:off x="529806" y="456063"/>
                <a:ext cx="18720" cy="136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AA9B51D-E5AE-FA90-CEEC-2EC602CB4C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2166" y="438423"/>
                  <a:ext cx="54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CC45E8-D97A-4482-983F-24D9E60EB3CD}"/>
                    </a:ext>
                  </a:extLst>
                </p14:cNvPr>
                <p14:cNvContentPartPr/>
                <p14:nvPr/>
              </p14:nvContentPartPr>
              <p14:xfrm>
                <a:off x="580926" y="234303"/>
                <a:ext cx="140760" cy="530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CC45E8-D97A-4482-983F-24D9E60EB3C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3286" y="216663"/>
                  <a:ext cx="176400" cy="56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9612041-26AB-8A33-38E1-BFC15BCF87D7}"/>
                  </a:ext>
                </a:extLst>
              </p14:cNvPr>
              <p14:cNvContentPartPr/>
              <p14:nvPr/>
            </p14:nvContentPartPr>
            <p14:xfrm>
              <a:off x="1732206" y="317823"/>
              <a:ext cx="399240" cy="1286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9612041-26AB-8A33-38E1-BFC15BCF87D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714566" y="299823"/>
                <a:ext cx="434880" cy="132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9D0E316-EC40-B08D-6884-C306A537B9BA}"/>
                  </a:ext>
                </a:extLst>
              </p14:cNvPr>
              <p14:cNvContentPartPr/>
              <p14:nvPr/>
            </p14:nvContentPartPr>
            <p14:xfrm>
              <a:off x="2363286" y="430143"/>
              <a:ext cx="13680" cy="235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9D0E316-EC40-B08D-6884-C306A537B9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45646" y="412503"/>
                <a:ext cx="4932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4C32BBC-5FCC-7E68-A33A-F576EC6FAF65}"/>
                  </a:ext>
                </a:extLst>
              </p14:cNvPr>
              <p14:cNvContentPartPr/>
              <p14:nvPr/>
            </p14:nvContentPartPr>
            <p14:xfrm>
              <a:off x="3195606" y="429783"/>
              <a:ext cx="18720" cy="216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4C32BBC-5FCC-7E68-A33A-F576EC6FAF6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77606" y="411783"/>
                <a:ext cx="54360" cy="25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4906F3D6-A1C0-E378-BD6B-251056E0EB3C}"/>
              </a:ext>
            </a:extLst>
          </p:cNvPr>
          <p:cNvGrpSpPr/>
          <p:nvPr/>
        </p:nvGrpSpPr>
        <p:grpSpPr>
          <a:xfrm>
            <a:off x="4018926" y="470463"/>
            <a:ext cx="344880" cy="222480"/>
            <a:chOff x="4018926" y="470463"/>
            <a:chExt cx="344880" cy="22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39F99C1-781F-0BD8-F3C6-6F13C5251F4C}"/>
                    </a:ext>
                  </a:extLst>
                </p14:cNvPr>
                <p14:cNvContentPartPr/>
                <p14:nvPr/>
              </p14:nvContentPartPr>
              <p14:xfrm>
                <a:off x="4018926" y="584943"/>
                <a:ext cx="153000" cy="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39F99C1-781F-0BD8-F3C6-6F13C5251F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00926" y="567303"/>
                  <a:ext cx="1886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C32A078-4BFB-9A90-FA58-CB64D6C7496F}"/>
                    </a:ext>
                  </a:extLst>
                </p14:cNvPr>
                <p14:cNvContentPartPr/>
                <p14:nvPr/>
              </p14:nvContentPartPr>
              <p14:xfrm>
                <a:off x="4343646" y="470463"/>
                <a:ext cx="20160" cy="222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C32A078-4BFB-9A90-FA58-CB64D6C749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25646" y="452823"/>
                  <a:ext cx="55800" cy="25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BFC7208-9078-28E0-45AA-034FDF24AF9F}"/>
                  </a:ext>
                </a:extLst>
              </p14:cNvPr>
              <p14:cNvContentPartPr/>
              <p14:nvPr/>
            </p14:nvContentPartPr>
            <p14:xfrm>
              <a:off x="5417166" y="434823"/>
              <a:ext cx="33480" cy="24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BFC7208-9078-28E0-45AA-034FDF24AF9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399166" y="417183"/>
                <a:ext cx="6912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3841F2-303B-9914-43F0-AD2236C8C7A6}"/>
                  </a:ext>
                </a:extLst>
              </p14:cNvPr>
              <p14:cNvContentPartPr/>
              <p14:nvPr/>
            </p14:nvContentPartPr>
            <p14:xfrm>
              <a:off x="2195526" y="876543"/>
              <a:ext cx="40320" cy="241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3841F2-303B-9914-43F0-AD2236C8C7A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177886" y="858543"/>
                <a:ext cx="75960" cy="27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C675822-394C-3DAF-E5D0-082910D42603}"/>
              </a:ext>
            </a:extLst>
          </p:cNvPr>
          <p:cNvGrpSpPr/>
          <p:nvPr/>
        </p:nvGrpSpPr>
        <p:grpSpPr>
          <a:xfrm>
            <a:off x="2945766" y="908223"/>
            <a:ext cx="319320" cy="232920"/>
            <a:chOff x="2945766" y="908223"/>
            <a:chExt cx="31932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2F31451-66D3-E339-9AAE-2AE9473DD7CE}"/>
                    </a:ext>
                  </a:extLst>
                </p14:cNvPr>
                <p14:cNvContentPartPr/>
                <p14:nvPr/>
              </p14:nvContentPartPr>
              <p14:xfrm>
                <a:off x="2945766" y="1027023"/>
                <a:ext cx="166320" cy="16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2F31451-66D3-E339-9AAE-2AE9473DD7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28126" y="1009383"/>
                  <a:ext cx="201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89FFCA5-4A96-E1EC-1A99-31D1DA02CB51}"/>
                    </a:ext>
                  </a:extLst>
                </p14:cNvPr>
                <p14:cNvContentPartPr/>
                <p14:nvPr/>
              </p14:nvContentPartPr>
              <p14:xfrm>
                <a:off x="3227646" y="908223"/>
                <a:ext cx="37440" cy="23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89FFCA5-4A96-E1EC-1A99-31D1DA02CB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9646" y="890223"/>
                  <a:ext cx="7308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8985BA4-FABA-144F-E250-99549CD9213A}"/>
                  </a:ext>
                </a:extLst>
              </p14:cNvPr>
              <p14:cNvContentPartPr/>
              <p14:nvPr/>
            </p14:nvContentPartPr>
            <p14:xfrm>
              <a:off x="4249326" y="951423"/>
              <a:ext cx="216000" cy="177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8985BA4-FABA-144F-E250-99549CD9213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31326" y="933423"/>
                <a:ext cx="2516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3F333A1-02ED-3D13-82DA-23C156AA79E0}"/>
                  </a:ext>
                </a:extLst>
              </p14:cNvPr>
              <p14:cNvContentPartPr/>
              <p14:nvPr/>
            </p14:nvContentPartPr>
            <p14:xfrm>
              <a:off x="5289366" y="956823"/>
              <a:ext cx="152640" cy="15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3F333A1-02ED-3D13-82DA-23C156AA79E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271366" y="938823"/>
                <a:ext cx="1882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AB02A91-EEF1-A60D-4A1C-6351936641C4}"/>
                  </a:ext>
                </a:extLst>
              </p14:cNvPr>
              <p14:cNvContentPartPr/>
              <p14:nvPr/>
            </p14:nvContentPartPr>
            <p14:xfrm>
              <a:off x="5591046" y="867903"/>
              <a:ext cx="22680" cy="235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AB02A91-EEF1-A60D-4A1C-6351936641C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573406" y="850263"/>
                <a:ext cx="5832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FC5114F-8C4C-A84D-98A2-1C9224F2826C}"/>
                  </a:ext>
                </a:extLst>
              </p14:cNvPr>
              <p14:cNvContentPartPr/>
              <p14:nvPr/>
            </p14:nvContentPartPr>
            <p14:xfrm>
              <a:off x="2060886" y="1357863"/>
              <a:ext cx="186840" cy="1616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FC5114F-8C4C-A84D-98A2-1C9224F2826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42886" y="1339863"/>
                <a:ext cx="2224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3E4ACDC-197F-9E72-5660-2C155F2FA808}"/>
                  </a:ext>
                </a:extLst>
              </p14:cNvPr>
              <p14:cNvContentPartPr/>
              <p14:nvPr/>
            </p14:nvContentPartPr>
            <p14:xfrm>
              <a:off x="3265086" y="1317903"/>
              <a:ext cx="18720" cy="2224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3E4ACDC-197F-9E72-5660-2C155F2FA80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47086" y="1300263"/>
                <a:ext cx="54360" cy="25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9614C9A-8CBE-FEC2-125A-B459728F538B}"/>
                  </a:ext>
                </a:extLst>
              </p14:cNvPr>
              <p14:cNvContentPartPr/>
              <p14:nvPr/>
            </p14:nvContentPartPr>
            <p14:xfrm>
              <a:off x="4372806" y="1352103"/>
              <a:ext cx="140040" cy="165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9614C9A-8CBE-FEC2-125A-B459728F538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54806" y="1334463"/>
                <a:ext cx="175680" cy="20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D2B812D-4096-BFFC-07EF-9EEB028BCD8E}"/>
              </a:ext>
            </a:extLst>
          </p:cNvPr>
          <p:cNvGrpSpPr/>
          <p:nvPr/>
        </p:nvGrpSpPr>
        <p:grpSpPr>
          <a:xfrm>
            <a:off x="5597526" y="339423"/>
            <a:ext cx="394920" cy="1443240"/>
            <a:chOff x="5597526" y="339423"/>
            <a:chExt cx="394920" cy="144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D1B385E-5CD5-A824-5917-1D9EDA94E325}"/>
                    </a:ext>
                  </a:extLst>
                </p14:cNvPr>
                <p14:cNvContentPartPr/>
                <p14:nvPr/>
              </p14:nvContentPartPr>
              <p14:xfrm>
                <a:off x="5597526" y="1284783"/>
                <a:ext cx="19440" cy="19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D1B385E-5CD5-A824-5917-1D9EDA94E3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79886" y="1267143"/>
                  <a:ext cx="55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D07B39-3F2A-86CC-875E-A11ABF5B316F}"/>
                    </a:ext>
                  </a:extLst>
                </p14:cNvPr>
                <p14:cNvContentPartPr/>
                <p14:nvPr/>
              </p14:nvContentPartPr>
              <p14:xfrm>
                <a:off x="5644686" y="339423"/>
                <a:ext cx="347760" cy="14432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D07B39-3F2A-86CC-875E-A11ABF5B31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27046" y="321423"/>
                  <a:ext cx="383400" cy="147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22CBDBD-B05A-AE5F-6A6E-5EA9D53BE07E}"/>
              </a:ext>
            </a:extLst>
          </p:cNvPr>
          <p:cNvGrpSpPr/>
          <p:nvPr/>
        </p:nvGrpSpPr>
        <p:grpSpPr>
          <a:xfrm>
            <a:off x="6241926" y="1488903"/>
            <a:ext cx="488160" cy="220320"/>
            <a:chOff x="6241926" y="1488903"/>
            <a:chExt cx="488160" cy="2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547F6C5-D1FA-15F6-49FE-00CE27BEB068}"/>
                    </a:ext>
                  </a:extLst>
                </p14:cNvPr>
                <p14:cNvContentPartPr/>
                <p14:nvPr/>
              </p14:nvContentPartPr>
              <p14:xfrm>
                <a:off x="6241926" y="1488903"/>
                <a:ext cx="155520" cy="2203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547F6C5-D1FA-15F6-49FE-00CE27BEB06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24286" y="1471263"/>
                  <a:ext cx="1911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97FD00-56BA-930D-63A5-9F39D04AD1A9}"/>
                    </a:ext>
                  </a:extLst>
                </p14:cNvPr>
                <p14:cNvContentPartPr/>
                <p14:nvPr/>
              </p14:nvContentPartPr>
              <p14:xfrm>
                <a:off x="6524166" y="1549743"/>
                <a:ext cx="142560" cy="116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97FD00-56BA-930D-63A5-9F39D04AD1A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506526" y="1532103"/>
                  <a:ext cx="178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65632E-2CA3-D921-DCD7-3B24BAAF0388}"/>
                    </a:ext>
                  </a:extLst>
                </p14:cNvPr>
                <p14:cNvContentPartPr/>
                <p14:nvPr/>
              </p14:nvContentPartPr>
              <p14:xfrm>
                <a:off x="6577446" y="1507983"/>
                <a:ext cx="152640" cy="19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65632E-2CA3-D921-DCD7-3B24BAAF038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59806" y="1490343"/>
                  <a:ext cx="188280" cy="229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1A79AC0-E1BE-9730-6BC1-73500FC9D6E7}"/>
                  </a:ext>
                </a:extLst>
              </p14:cNvPr>
              <p14:cNvContentPartPr/>
              <p14:nvPr/>
            </p14:nvContentPartPr>
            <p14:xfrm>
              <a:off x="6906126" y="1453623"/>
              <a:ext cx="166320" cy="277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1A79AC0-E1BE-9730-6BC1-73500FC9D6E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88486" y="1435623"/>
                <a:ext cx="20196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2A1B83A-6E92-0A33-2EE9-3FCF990D2D98}"/>
                  </a:ext>
                </a:extLst>
              </p14:cNvPr>
              <p14:cNvContentPartPr/>
              <p14:nvPr/>
            </p14:nvContentPartPr>
            <p14:xfrm>
              <a:off x="7858326" y="1918383"/>
              <a:ext cx="10440" cy="8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2A1B83A-6E92-0A33-2EE9-3FCF990D2D9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840686" y="1900383"/>
                <a:ext cx="4608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6F35796-0961-9942-50B5-F8A6CC314886}"/>
                  </a:ext>
                </a:extLst>
              </p14:cNvPr>
              <p14:cNvContentPartPr/>
              <p14:nvPr/>
            </p14:nvContentPartPr>
            <p14:xfrm>
              <a:off x="1109046" y="2310783"/>
              <a:ext cx="37440" cy="15188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6F35796-0961-9942-50B5-F8A6CC31488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91046" y="2292783"/>
                <a:ext cx="73080" cy="15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301E0E31-A775-4952-54FA-75E92FDB6694}"/>
                  </a:ext>
                </a:extLst>
              </p14:cNvPr>
              <p14:cNvContentPartPr/>
              <p14:nvPr/>
            </p14:nvContentPartPr>
            <p14:xfrm>
              <a:off x="1569126" y="2331303"/>
              <a:ext cx="7560" cy="2199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301E0E31-A775-4952-54FA-75E92FDB669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551486" y="2313663"/>
                <a:ext cx="4320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7CE99D5-517B-D6E8-854F-D4A7BAD95F0D}"/>
                  </a:ext>
                </a:extLst>
              </p14:cNvPr>
              <p14:cNvContentPartPr/>
              <p14:nvPr/>
            </p14:nvContentPartPr>
            <p14:xfrm>
              <a:off x="2320446" y="2351463"/>
              <a:ext cx="30240" cy="169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7CE99D5-517B-D6E8-854F-D4A7BAD95F0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302446" y="2333823"/>
                <a:ext cx="658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31EBE01-3B88-2EE9-495B-D72003BF22A6}"/>
                  </a:ext>
                </a:extLst>
              </p14:cNvPr>
              <p14:cNvContentPartPr/>
              <p14:nvPr/>
            </p14:nvContentPartPr>
            <p14:xfrm>
              <a:off x="3172926" y="2483943"/>
              <a:ext cx="145440" cy="133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31EBE01-3B88-2EE9-495B-D72003BF22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154926" y="2465943"/>
                <a:ext cx="1810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E5DC788-5AD0-386D-D90E-8E86E51C6D84}"/>
                  </a:ext>
                </a:extLst>
              </p14:cNvPr>
              <p14:cNvContentPartPr/>
              <p14:nvPr/>
            </p14:nvContentPartPr>
            <p14:xfrm>
              <a:off x="3483606" y="2324463"/>
              <a:ext cx="12240" cy="252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E5DC788-5AD0-386D-D90E-8E86E51C6D8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65966" y="2306463"/>
                <a:ext cx="4788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3044B911-EC37-F04C-C59C-B2FABE1E97EA}"/>
                  </a:ext>
                </a:extLst>
              </p14:cNvPr>
              <p14:cNvContentPartPr/>
              <p14:nvPr/>
            </p14:nvContentPartPr>
            <p14:xfrm>
              <a:off x="1640406" y="2919903"/>
              <a:ext cx="21600" cy="2300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3044B911-EC37-F04C-C59C-B2FABE1E97E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622766" y="2901903"/>
                <a:ext cx="57240" cy="26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CEEB1285-21C4-646F-289A-AB94462CB32F}"/>
              </a:ext>
            </a:extLst>
          </p:cNvPr>
          <p:cNvGrpSpPr/>
          <p:nvPr/>
        </p:nvGrpSpPr>
        <p:grpSpPr>
          <a:xfrm>
            <a:off x="2231886" y="2976423"/>
            <a:ext cx="319320" cy="217080"/>
            <a:chOff x="2231886" y="2976423"/>
            <a:chExt cx="31932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64E691-A672-0053-5126-C5D953650B3E}"/>
                    </a:ext>
                  </a:extLst>
                </p14:cNvPr>
                <p14:cNvContentPartPr/>
                <p14:nvPr/>
              </p14:nvContentPartPr>
              <p14:xfrm>
                <a:off x="2231886" y="3066783"/>
                <a:ext cx="212760" cy="27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64E691-A672-0053-5126-C5D953650B3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214246" y="3049143"/>
                  <a:ext cx="248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8F658D-1E55-B7B3-E4CF-7BEBBE1F1EA1}"/>
                    </a:ext>
                  </a:extLst>
                </p14:cNvPr>
                <p14:cNvContentPartPr/>
                <p14:nvPr/>
              </p14:nvContentPartPr>
              <p14:xfrm>
                <a:off x="2526726" y="2976423"/>
                <a:ext cx="24480" cy="21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8F658D-1E55-B7B3-E4CF-7BEBBE1F1E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08726" y="2958783"/>
                  <a:ext cx="60120" cy="252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232B4F9-194D-5321-7AA6-C99ACE3A05A0}"/>
                  </a:ext>
                </a:extLst>
              </p14:cNvPr>
              <p14:cNvContentPartPr/>
              <p14:nvPr/>
            </p14:nvContentPartPr>
            <p14:xfrm>
              <a:off x="3171846" y="3032223"/>
              <a:ext cx="285120" cy="2019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232B4F9-194D-5321-7AA6-C99ACE3A05A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153846" y="3014583"/>
                <a:ext cx="32076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807AF66-B68E-409C-2566-4373FD2E795A}"/>
                  </a:ext>
                </a:extLst>
              </p14:cNvPr>
              <p14:cNvContentPartPr/>
              <p14:nvPr/>
            </p14:nvContentPartPr>
            <p14:xfrm>
              <a:off x="1429446" y="3558183"/>
              <a:ext cx="165960" cy="2725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807AF66-B68E-409C-2566-4373FD2E795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411806" y="3540183"/>
                <a:ext cx="20160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7122541-A4C4-6B61-3575-0DB84780F5ED}"/>
                  </a:ext>
                </a:extLst>
              </p14:cNvPr>
              <p14:cNvContentPartPr/>
              <p14:nvPr/>
            </p14:nvContentPartPr>
            <p14:xfrm>
              <a:off x="2637246" y="3575463"/>
              <a:ext cx="28440" cy="2628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7122541-A4C4-6B61-3575-0DB84780F5ED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619246" y="3557823"/>
                <a:ext cx="640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A58A611-983D-3C8C-E72A-9FE2C969AB3D}"/>
                  </a:ext>
                </a:extLst>
              </p14:cNvPr>
              <p14:cNvContentPartPr/>
              <p14:nvPr/>
            </p14:nvContentPartPr>
            <p14:xfrm>
              <a:off x="3458046" y="3548463"/>
              <a:ext cx="151200" cy="2491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A58A611-983D-3C8C-E72A-9FE2C969AB3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440046" y="3530463"/>
                <a:ext cx="1868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1CD1729-E695-34E2-968D-A9667150F51C}"/>
                  </a:ext>
                </a:extLst>
              </p14:cNvPr>
              <p14:cNvContentPartPr/>
              <p14:nvPr/>
            </p14:nvContentPartPr>
            <p14:xfrm>
              <a:off x="3840006" y="2180103"/>
              <a:ext cx="214200" cy="2082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1CD1729-E695-34E2-968D-A9667150F51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22366" y="2162103"/>
                <a:ext cx="249840" cy="211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2735AEE-79F7-B2D9-BE24-A0A5295E9223}"/>
              </a:ext>
            </a:extLst>
          </p:cNvPr>
          <p:cNvGrpSpPr/>
          <p:nvPr/>
        </p:nvGrpSpPr>
        <p:grpSpPr>
          <a:xfrm>
            <a:off x="4650006" y="3010623"/>
            <a:ext cx="241560" cy="164160"/>
            <a:chOff x="4650006" y="3010623"/>
            <a:chExt cx="241560" cy="16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0E1CC9-360F-FC27-5929-F08B845FCA43}"/>
                    </a:ext>
                  </a:extLst>
                </p14:cNvPr>
                <p14:cNvContentPartPr/>
                <p14:nvPr/>
              </p14:nvContentPartPr>
              <p14:xfrm>
                <a:off x="4669446" y="3010623"/>
                <a:ext cx="131400" cy="3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0E1CC9-360F-FC27-5929-F08B845FCA4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51806" y="2992983"/>
                  <a:ext cx="1670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99CD4E-4761-8A41-3254-4DD037D9C3F0}"/>
                    </a:ext>
                  </a:extLst>
                </p14:cNvPr>
                <p14:cNvContentPartPr/>
                <p14:nvPr/>
              </p14:nvContentPartPr>
              <p14:xfrm>
                <a:off x="4650006" y="3145623"/>
                <a:ext cx="241560" cy="29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99CD4E-4761-8A41-3254-4DD037D9C3F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632006" y="3127623"/>
                  <a:ext cx="27720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74A6A24-FD6C-DD2E-C6A9-C1CF2AE1D8EA}"/>
                  </a:ext>
                </a:extLst>
              </p14:cNvPr>
              <p14:cNvContentPartPr/>
              <p14:nvPr/>
            </p14:nvContentPartPr>
            <p14:xfrm>
              <a:off x="6113406" y="2901183"/>
              <a:ext cx="2880" cy="261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74A6A24-FD6C-DD2E-C6A9-C1CF2AE1D8E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095766" y="2883183"/>
                <a:ext cx="3852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2366CE6-7F87-023B-E6DD-AE92FBBB8CCB}"/>
                  </a:ext>
                </a:extLst>
              </p14:cNvPr>
              <p14:cNvContentPartPr/>
              <p14:nvPr/>
            </p14:nvContentPartPr>
            <p14:xfrm>
              <a:off x="6309606" y="2719743"/>
              <a:ext cx="257040" cy="6454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2366CE6-7F87-023B-E6DD-AE92FBBB8CC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291966" y="2701743"/>
                <a:ext cx="292680" cy="68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028F9771-522C-6C80-DD98-B2A5F9875044}"/>
              </a:ext>
            </a:extLst>
          </p:cNvPr>
          <p:cNvGrpSpPr/>
          <p:nvPr/>
        </p:nvGrpSpPr>
        <p:grpSpPr>
          <a:xfrm>
            <a:off x="6684006" y="2740983"/>
            <a:ext cx="953280" cy="679680"/>
            <a:chOff x="6684006" y="2740983"/>
            <a:chExt cx="953280" cy="67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CE886D9-FA57-F418-FEF0-250E397923A5}"/>
                    </a:ext>
                  </a:extLst>
                </p14:cNvPr>
                <p14:cNvContentPartPr/>
                <p14:nvPr/>
              </p14:nvContentPartPr>
              <p14:xfrm>
                <a:off x="6684006" y="2972463"/>
                <a:ext cx="195120" cy="291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CE886D9-FA57-F418-FEF0-250E397923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66366" y="2954823"/>
                  <a:ext cx="23076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81D076-51BF-AC22-BBE7-60204B068419}"/>
                    </a:ext>
                  </a:extLst>
                </p14:cNvPr>
                <p14:cNvContentPartPr/>
                <p14:nvPr/>
              </p14:nvContentPartPr>
              <p14:xfrm>
                <a:off x="7047966" y="3096303"/>
                <a:ext cx="128520" cy="10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C81D076-51BF-AC22-BBE7-60204B06841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29966" y="3078303"/>
                  <a:ext cx="164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8038667-29FD-4166-ADDB-C32B3FF3F740}"/>
                    </a:ext>
                  </a:extLst>
                </p14:cNvPr>
                <p14:cNvContentPartPr/>
                <p14:nvPr/>
              </p14:nvContentPartPr>
              <p14:xfrm>
                <a:off x="7301046" y="2970303"/>
                <a:ext cx="199080" cy="2462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8038667-29FD-4166-ADDB-C32B3FF3F7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83406" y="2952663"/>
                  <a:ext cx="2347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98D1B43-780A-9F00-06A7-44DD257688A6}"/>
                    </a:ext>
                  </a:extLst>
                </p14:cNvPr>
                <p14:cNvContentPartPr/>
                <p14:nvPr/>
              </p14:nvContentPartPr>
              <p14:xfrm>
                <a:off x="7486806" y="2740983"/>
                <a:ext cx="150480" cy="679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98D1B43-780A-9F00-06A7-44DD257688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469166" y="2722983"/>
                  <a:ext cx="186120" cy="71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BDA9A87-761F-0780-024B-501330613A0C}"/>
              </a:ext>
            </a:extLst>
          </p:cNvPr>
          <p:cNvGrpSpPr/>
          <p:nvPr/>
        </p:nvGrpSpPr>
        <p:grpSpPr>
          <a:xfrm>
            <a:off x="8081886" y="2793183"/>
            <a:ext cx="628560" cy="687960"/>
            <a:chOff x="8081886" y="2793183"/>
            <a:chExt cx="628560" cy="68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6C2F896-75F5-8365-D403-698F4E76E3A1}"/>
                    </a:ext>
                  </a:extLst>
                </p14:cNvPr>
                <p14:cNvContentPartPr/>
                <p14:nvPr/>
              </p14:nvContentPartPr>
              <p14:xfrm>
                <a:off x="8081886" y="3119703"/>
                <a:ext cx="193320" cy="15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6C2F896-75F5-8365-D403-698F4E76E3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63886" y="3101703"/>
                  <a:ext cx="228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7709007-381F-DD82-20FC-E9C5F048723F}"/>
                    </a:ext>
                  </a:extLst>
                </p14:cNvPr>
                <p14:cNvContentPartPr/>
                <p14:nvPr/>
              </p14:nvContentPartPr>
              <p14:xfrm>
                <a:off x="8411286" y="2989383"/>
                <a:ext cx="10080" cy="26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7709007-381F-DD82-20FC-E9C5F04872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93286" y="2971743"/>
                  <a:ext cx="457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62DE3EA-BA3F-3D73-5690-10FF46832706}"/>
                    </a:ext>
                  </a:extLst>
                </p14:cNvPr>
                <p14:cNvContentPartPr/>
                <p14:nvPr/>
              </p14:nvContentPartPr>
              <p14:xfrm>
                <a:off x="8530086" y="2793183"/>
                <a:ext cx="180360" cy="687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62DE3EA-BA3F-3D73-5690-10FF468327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12446" y="2775543"/>
                  <a:ext cx="216000" cy="72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462BD43-1E9A-1E89-593B-5F3A3CE7A125}"/>
              </a:ext>
            </a:extLst>
          </p:cNvPr>
          <p:cNvGrpSpPr/>
          <p:nvPr/>
        </p:nvGrpSpPr>
        <p:grpSpPr>
          <a:xfrm>
            <a:off x="8882526" y="2847183"/>
            <a:ext cx="979560" cy="591120"/>
            <a:chOff x="8882526" y="2847183"/>
            <a:chExt cx="979560" cy="59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C585FA7-F483-1A1A-BA4C-4438C7116197}"/>
                    </a:ext>
                  </a:extLst>
                </p14:cNvPr>
                <p14:cNvContentPartPr/>
                <p14:nvPr/>
              </p14:nvContentPartPr>
              <p14:xfrm>
                <a:off x="8882526" y="3025743"/>
                <a:ext cx="207720" cy="283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C585FA7-F483-1A1A-BA4C-4438C711619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64886" y="3007743"/>
                  <a:ext cx="2433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F8A4D51-C8E5-C5AF-C995-E2E88E77C53B}"/>
                    </a:ext>
                  </a:extLst>
                </p14:cNvPr>
                <p14:cNvContentPartPr/>
                <p14:nvPr/>
              </p14:nvContentPartPr>
              <p14:xfrm>
                <a:off x="9185646" y="3164343"/>
                <a:ext cx="179280" cy="19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F8A4D51-C8E5-C5AF-C995-E2E88E77C53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68006" y="3146703"/>
                  <a:ext cx="2149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50DFAC-8D54-7D08-6CDD-DACC0E4A91C4}"/>
                    </a:ext>
                  </a:extLst>
                </p14:cNvPr>
                <p14:cNvContentPartPr/>
                <p14:nvPr/>
              </p14:nvContentPartPr>
              <p14:xfrm>
                <a:off x="9526566" y="3014943"/>
                <a:ext cx="76680" cy="234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50DFAC-8D54-7D08-6CDD-DACC0E4A91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08566" y="2997303"/>
                  <a:ext cx="1123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3B472E-CB03-1C7D-C16F-973E8748C5F6}"/>
                    </a:ext>
                  </a:extLst>
                </p14:cNvPr>
                <p14:cNvContentPartPr/>
                <p14:nvPr/>
              </p14:nvContentPartPr>
              <p14:xfrm>
                <a:off x="9708726" y="2847183"/>
                <a:ext cx="153360" cy="591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3B472E-CB03-1C7D-C16F-973E8748C5F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91086" y="2829183"/>
                  <a:ext cx="189000" cy="62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9E7AF02C-C88E-71FD-60E1-0D42000084A6}"/>
              </a:ext>
            </a:extLst>
          </p:cNvPr>
          <p:cNvGrpSpPr/>
          <p:nvPr/>
        </p:nvGrpSpPr>
        <p:grpSpPr>
          <a:xfrm>
            <a:off x="10131726" y="2712183"/>
            <a:ext cx="1336680" cy="904320"/>
            <a:chOff x="10131726" y="2712183"/>
            <a:chExt cx="1336680" cy="90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355FC36-6365-9F68-05FC-4A0E1CC2DB25}"/>
                    </a:ext>
                  </a:extLst>
                </p14:cNvPr>
                <p14:cNvContentPartPr/>
                <p14:nvPr/>
              </p14:nvContentPartPr>
              <p14:xfrm>
                <a:off x="10131726" y="3111423"/>
                <a:ext cx="151200" cy="66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355FC36-6365-9F68-05FC-4A0E1CC2DB2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4086" y="3093423"/>
                  <a:ext cx="1868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910BC04-616D-24CF-C6CC-1AD7D97B60A5}"/>
                    </a:ext>
                  </a:extLst>
                </p14:cNvPr>
                <p14:cNvContentPartPr/>
                <p14:nvPr/>
              </p14:nvContentPartPr>
              <p14:xfrm>
                <a:off x="10385886" y="2992623"/>
                <a:ext cx="45360" cy="259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910BC04-616D-24CF-C6CC-1AD7D97B60A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367886" y="2974623"/>
                  <a:ext cx="810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EA3DA58-B655-230F-C327-480A887965F8}"/>
                    </a:ext>
                  </a:extLst>
                </p14:cNvPr>
                <p14:cNvContentPartPr/>
                <p14:nvPr/>
              </p14:nvContentPartPr>
              <p14:xfrm>
                <a:off x="10512966" y="2712183"/>
                <a:ext cx="206280" cy="904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EA3DA58-B655-230F-C327-480A887965F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94966" y="2694183"/>
                  <a:ext cx="241920" cy="9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09421C7-8DAD-DB08-0FED-F937EFC99BC5}"/>
                    </a:ext>
                  </a:extLst>
                </p14:cNvPr>
                <p14:cNvContentPartPr/>
                <p14:nvPr/>
              </p14:nvContentPartPr>
              <p14:xfrm>
                <a:off x="10881966" y="3035103"/>
                <a:ext cx="32400" cy="226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09421C7-8DAD-DB08-0FED-F937EFC99BC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63966" y="3017103"/>
                  <a:ext cx="68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E252F39-43BF-3A79-1A16-EF580F2F81F7}"/>
                    </a:ext>
                  </a:extLst>
                </p14:cNvPr>
                <p14:cNvContentPartPr/>
                <p14:nvPr/>
              </p14:nvContentPartPr>
              <p14:xfrm>
                <a:off x="11017326" y="3157863"/>
                <a:ext cx="174240" cy="56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E252F39-43BF-3A79-1A16-EF580F2F81F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999326" y="3140223"/>
                  <a:ext cx="2098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BFCBA12-0BC0-753A-3C22-86ED8790494A}"/>
                    </a:ext>
                  </a:extLst>
                </p14:cNvPr>
                <p14:cNvContentPartPr/>
                <p14:nvPr/>
              </p14:nvContentPartPr>
              <p14:xfrm>
                <a:off x="11127486" y="3050583"/>
                <a:ext cx="38520" cy="2102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BFCBA12-0BC0-753A-3C22-86ED8790494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09486" y="3032583"/>
                  <a:ext cx="741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CE0AA87-93E3-13EB-88D4-9A350E958DBD}"/>
                    </a:ext>
                  </a:extLst>
                </p14:cNvPr>
                <p14:cNvContentPartPr/>
                <p14:nvPr/>
              </p14:nvContentPartPr>
              <p14:xfrm>
                <a:off x="11315406" y="3022863"/>
                <a:ext cx="153000" cy="286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CE0AA87-93E3-13EB-88D4-9A350E958D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297766" y="3004863"/>
                  <a:ext cx="18864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E98521C-A5DB-A7C7-3E59-FD8591A67832}"/>
              </a:ext>
            </a:extLst>
          </p:cNvPr>
          <p:cNvGrpSpPr/>
          <p:nvPr/>
        </p:nvGrpSpPr>
        <p:grpSpPr>
          <a:xfrm>
            <a:off x="4840086" y="4114743"/>
            <a:ext cx="177120" cy="84960"/>
            <a:chOff x="4840086" y="4114743"/>
            <a:chExt cx="177120" cy="8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187EE9C-190E-FFF9-82B4-B68B4057797F}"/>
                    </a:ext>
                  </a:extLst>
                </p14:cNvPr>
                <p14:cNvContentPartPr/>
                <p14:nvPr/>
              </p14:nvContentPartPr>
              <p14:xfrm>
                <a:off x="4847286" y="4114743"/>
                <a:ext cx="88200" cy="8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187EE9C-190E-FFF9-82B4-B68B405779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29286" y="4096743"/>
                  <a:ext cx="123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FF63F6A-196D-8AAE-466B-4777C88D7BC0}"/>
                    </a:ext>
                  </a:extLst>
                </p14:cNvPr>
                <p14:cNvContentPartPr/>
                <p14:nvPr/>
              </p14:nvContentPartPr>
              <p14:xfrm>
                <a:off x="4840086" y="4159383"/>
                <a:ext cx="177120" cy="40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FF63F6A-196D-8AAE-466B-4777C88D7B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822446" y="4141383"/>
                  <a:ext cx="2127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55A5A781-7434-CA9E-00AF-99172DAF1148}"/>
              </a:ext>
            </a:extLst>
          </p:cNvPr>
          <p:cNvGrpSpPr/>
          <p:nvPr/>
        </p:nvGrpSpPr>
        <p:grpSpPr>
          <a:xfrm>
            <a:off x="6143286" y="3995223"/>
            <a:ext cx="1252800" cy="307440"/>
            <a:chOff x="6143286" y="3995223"/>
            <a:chExt cx="1252800" cy="30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8F88A5-4DCD-8725-5F7F-730CA842025B}"/>
                    </a:ext>
                  </a:extLst>
                </p14:cNvPr>
                <p14:cNvContentPartPr/>
                <p14:nvPr/>
              </p14:nvContentPartPr>
              <p14:xfrm>
                <a:off x="6143286" y="4142103"/>
                <a:ext cx="209880" cy="35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8F88A5-4DCD-8725-5F7F-730CA842025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125286" y="4124463"/>
                  <a:ext cx="245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3BD1B7A-EFFE-AF52-07BB-A292BA96A47F}"/>
                    </a:ext>
                  </a:extLst>
                </p14:cNvPr>
                <p14:cNvContentPartPr/>
                <p14:nvPr/>
              </p14:nvContentPartPr>
              <p14:xfrm>
                <a:off x="6469806" y="4066503"/>
                <a:ext cx="240840" cy="224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3BD1B7A-EFFE-AF52-07BB-A292BA96A47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52166" y="4048863"/>
                  <a:ext cx="2764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193710D-16FC-92E1-CA12-6EE449D93678}"/>
                    </a:ext>
                  </a:extLst>
                </p14:cNvPr>
                <p14:cNvContentPartPr/>
                <p14:nvPr/>
              </p14:nvContentPartPr>
              <p14:xfrm>
                <a:off x="6889206" y="4151463"/>
                <a:ext cx="264600" cy="5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193710D-16FC-92E1-CA12-6EE449D9367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71206" y="4133463"/>
                  <a:ext cx="300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A8160D-0C2F-8866-0A97-C95641387898}"/>
                    </a:ext>
                  </a:extLst>
                </p14:cNvPr>
                <p14:cNvContentPartPr/>
                <p14:nvPr/>
              </p14:nvContentPartPr>
              <p14:xfrm>
                <a:off x="6982086" y="4021503"/>
                <a:ext cx="41400" cy="2206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A8160D-0C2F-8866-0A97-C9564138789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64086" y="4003503"/>
                  <a:ext cx="7704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82A98DA-6521-1B27-983C-6F78F7DFB07C}"/>
                    </a:ext>
                  </a:extLst>
                </p14:cNvPr>
                <p14:cNvContentPartPr/>
                <p14:nvPr/>
              </p14:nvContentPartPr>
              <p14:xfrm>
                <a:off x="7231926" y="3995223"/>
                <a:ext cx="164160" cy="307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82A98DA-6521-1B27-983C-6F78F7DFB07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213926" y="3977223"/>
                  <a:ext cx="199800" cy="34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9697F591-5976-2117-65DE-10F28F93F51B}"/>
                  </a:ext>
                </a:extLst>
              </p14:cNvPr>
              <p14:cNvContentPartPr/>
              <p14:nvPr/>
            </p14:nvContentPartPr>
            <p14:xfrm>
              <a:off x="7770846" y="4150023"/>
              <a:ext cx="196920" cy="129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9697F591-5976-2117-65DE-10F28F93F51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52846" y="4132023"/>
                <a:ext cx="2325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7C4B0A6-2D9E-955B-A029-0E60D60CDC87}"/>
                  </a:ext>
                </a:extLst>
              </p14:cNvPr>
              <p14:cNvContentPartPr/>
              <p14:nvPr/>
            </p14:nvContentPartPr>
            <p14:xfrm>
              <a:off x="11528886" y="2671503"/>
              <a:ext cx="320760" cy="10357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7C4B0A6-2D9E-955B-A029-0E60D60CDC87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11510886" y="2653863"/>
                <a:ext cx="356400" cy="10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7012A22-A79E-41E6-4FF3-6ECDB8306DC3}"/>
                  </a:ext>
                </a:extLst>
              </p14:cNvPr>
              <p14:cNvContentPartPr/>
              <p14:nvPr/>
            </p14:nvContentPartPr>
            <p14:xfrm>
              <a:off x="8216166" y="3941943"/>
              <a:ext cx="160560" cy="4377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7012A22-A79E-41E6-4FF3-6ECDB8306DC3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198526" y="3924303"/>
                <a:ext cx="196200" cy="47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B6C6E9A-CE4A-61B4-92DF-9790C163B759}"/>
              </a:ext>
            </a:extLst>
          </p:cNvPr>
          <p:cNvGrpSpPr/>
          <p:nvPr/>
        </p:nvGrpSpPr>
        <p:grpSpPr>
          <a:xfrm>
            <a:off x="9103206" y="4106823"/>
            <a:ext cx="192240" cy="185040"/>
            <a:chOff x="9103206" y="4106823"/>
            <a:chExt cx="192240" cy="18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2CCC69E-1926-9610-6E57-7BC5B43B43B0}"/>
                    </a:ext>
                  </a:extLst>
                </p14:cNvPr>
                <p14:cNvContentPartPr/>
                <p14:nvPr/>
              </p14:nvContentPartPr>
              <p14:xfrm>
                <a:off x="9146766" y="4106823"/>
                <a:ext cx="148680" cy="27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2CCC69E-1926-9610-6E57-7BC5B43B43B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129126" y="4088823"/>
                  <a:ext cx="184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AA31095-D798-B42D-8FB7-2BF61462D746}"/>
                    </a:ext>
                  </a:extLst>
                </p14:cNvPr>
                <p14:cNvContentPartPr/>
                <p14:nvPr/>
              </p14:nvContentPartPr>
              <p14:xfrm>
                <a:off x="9103206" y="4264143"/>
                <a:ext cx="138960" cy="27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AA31095-D798-B42D-8FB7-2BF61462D74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085206" y="4246503"/>
                  <a:ext cx="174600" cy="6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ABF1F72-717C-C488-84F6-D4C70C6B6205}"/>
              </a:ext>
            </a:extLst>
          </p:cNvPr>
          <p:cNvGrpSpPr/>
          <p:nvPr/>
        </p:nvGrpSpPr>
        <p:grpSpPr>
          <a:xfrm>
            <a:off x="9619806" y="4004943"/>
            <a:ext cx="1159200" cy="322200"/>
            <a:chOff x="9619806" y="4004943"/>
            <a:chExt cx="115920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46D4B4B-6F83-EAB3-AF87-5EF552C18CDB}"/>
                    </a:ext>
                  </a:extLst>
                </p14:cNvPr>
                <p14:cNvContentPartPr/>
                <p14:nvPr/>
              </p14:nvContentPartPr>
              <p14:xfrm>
                <a:off x="9619806" y="4214463"/>
                <a:ext cx="181800" cy="115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46D4B4B-6F83-EAB3-AF87-5EF552C18C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601806" y="4196823"/>
                  <a:ext cx="2174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D0BB9E7-D66C-E17A-C310-D39C9508E4EB}"/>
                    </a:ext>
                  </a:extLst>
                </p14:cNvPr>
                <p14:cNvContentPartPr/>
                <p14:nvPr/>
              </p14:nvContentPartPr>
              <p14:xfrm>
                <a:off x="9960366" y="4039503"/>
                <a:ext cx="109800" cy="2876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D0BB9E7-D66C-E17A-C310-D39C9508E4E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42726" y="4021863"/>
                  <a:ext cx="14544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AC2D388-F99F-935C-0EE1-D2CDCC824B02}"/>
                    </a:ext>
                  </a:extLst>
                </p14:cNvPr>
                <p14:cNvContentPartPr/>
                <p14:nvPr/>
              </p14:nvContentPartPr>
              <p14:xfrm>
                <a:off x="10247646" y="4178823"/>
                <a:ext cx="147960" cy="25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AC2D388-F99F-935C-0EE1-D2CDCC824B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230006" y="4160823"/>
                  <a:ext cx="183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AEDB59A-D0B4-C7C3-EAF9-53DA2634B2AD}"/>
                    </a:ext>
                  </a:extLst>
                </p14:cNvPr>
                <p14:cNvContentPartPr/>
                <p14:nvPr/>
              </p14:nvContentPartPr>
              <p14:xfrm>
                <a:off x="10321086" y="4101423"/>
                <a:ext cx="46800" cy="2026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AEDB59A-D0B4-C7C3-EAF9-53DA2634B2A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303086" y="4083423"/>
                  <a:ext cx="82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3F353A6-8D4C-BB71-4214-7F4FE204EF7B}"/>
                    </a:ext>
                  </a:extLst>
                </p14:cNvPr>
                <p14:cNvContentPartPr/>
                <p14:nvPr/>
              </p14:nvContentPartPr>
              <p14:xfrm>
                <a:off x="10564446" y="4004943"/>
                <a:ext cx="214560" cy="307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3F353A6-8D4C-BB71-4214-7F4FE204EF7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46446" y="3986943"/>
                  <a:ext cx="250200" cy="34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5A22357D-5ADA-408C-9855-955276876B0C}"/>
              </a:ext>
            </a:extLst>
          </p:cNvPr>
          <p:cNvGrpSpPr/>
          <p:nvPr/>
        </p:nvGrpSpPr>
        <p:grpSpPr>
          <a:xfrm>
            <a:off x="10995366" y="4167663"/>
            <a:ext cx="170280" cy="114480"/>
            <a:chOff x="10995366" y="4167663"/>
            <a:chExt cx="170280" cy="11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1B02C3C-DB1A-27EC-4EB6-0A7AAFD0DA52}"/>
                    </a:ext>
                  </a:extLst>
                </p14:cNvPr>
                <p14:cNvContentPartPr/>
                <p14:nvPr/>
              </p14:nvContentPartPr>
              <p14:xfrm>
                <a:off x="11021286" y="4167663"/>
                <a:ext cx="144360" cy="93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1B02C3C-DB1A-27EC-4EB6-0A7AAFD0DA5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003646" y="4150023"/>
                  <a:ext cx="1800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AA98AF5-943D-9B31-57CE-2940365EE146}"/>
                    </a:ext>
                  </a:extLst>
                </p14:cNvPr>
                <p14:cNvContentPartPr/>
                <p14:nvPr/>
              </p14:nvContentPartPr>
              <p14:xfrm>
                <a:off x="10995366" y="4258023"/>
                <a:ext cx="152640" cy="24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AA98AF5-943D-9B31-57CE-2940365EE14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977726" y="4240383"/>
                  <a:ext cx="188280" cy="5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4EA553AE-F519-A908-9578-C1E5B54BD823}"/>
                  </a:ext>
                </a:extLst>
              </p14:cNvPr>
              <p14:cNvContentPartPr/>
              <p14:nvPr/>
            </p14:nvContentPartPr>
            <p14:xfrm>
              <a:off x="11455446" y="4069023"/>
              <a:ext cx="273960" cy="29052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4EA553AE-F519-A908-9578-C1E5B54BD82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437806" y="4051383"/>
                <a:ext cx="3096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D933E369-9224-B116-CBCE-C5A3CF7AD47E}"/>
                  </a:ext>
                </a:extLst>
              </p14:cNvPr>
              <p14:cNvContentPartPr/>
              <p14:nvPr/>
            </p14:nvContentPartPr>
            <p14:xfrm>
              <a:off x="1196886" y="4842663"/>
              <a:ext cx="51120" cy="35532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D933E369-9224-B116-CBCE-C5A3CF7AD47E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179246" y="4825023"/>
                <a:ext cx="86760" cy="390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Group 111">
            <a:extLst>
              <a:ext uri="{FF2B5EF4-FFF2-40B4-BE49-F238E27FC236}">
                <a16:creationId xmlns:a16="http://schemas.microsoft.com/office/drawing/2014/main" id="{3D21FC1D-F8E9-8F01-FEE6-E11EF038B451}"/>
              </a:ext>
            </a:extLst>
          </p:cNvPr>
          <p:cNvGrpSpPr/>
          <p:nvPr/>
        </p:nvGrpSpPr>
        <p:grpSpPr>
          <a:xfrm>
            <a:off x="1626366" y="4909263"/>
            <a:ext cx="416160" cy="282960"/>
            <a:chOff x="1626366" y="4909263"/>
            <a:chExt cx="41616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5158AEB-1F75-848D-E700-FEBCB9255F8F}"/>
                    </a:ext>
                  </a:extLst>
                </p14:cNvPr>
                <p14:cNvContentPartPr/>
                <p14:nvPr/>
              </p14:nvContentPartPr>
              <p14:xfrm>
                <a:off x="1626366" y="5059383"/>
                <a:ext cx="239040" cy="338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5158AEB-1F75-848D-E700-FEBCB9255F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608726" y="5041743"/>
                  <a:ext cx="274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A8F499E-9934-E0C8-69AC-E5C1E3E28E42}"/>
                    </a:ext>
                  </a:extLst>
                </p14:cNvPr>
                <p14:cNvContentPartPr/>
                <p14:nvPr/>
              </p14:nvContentPartPr>
              <p14:xfrm>
                <a:off x="2018766" y="4909263"/>
                <a:ext cx="23760" cy="282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A8F499E-9934-E0C8-69AC-E5C1E3E28E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01126" y="4891263"/>
                  <a:ext cx="59400" cy="31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8EEA59D9-39E4-F751-C5C4-11234BC70F5E}"/>
                  </a:ext>
                </a:extLst>
              </p14:cNvPr>
              <p14:cNvContentPartPr/>
              <p14:nvPr/>
            </p14:nvContentPartPr>
            <p14:xfrm>
              <a:off x="2768286" y="4904583"/>
              <a:ext cx="12600" cy="2872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8EEA59D9-39E4-F751-C5C4-11234BC70F5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750286" y="4886583"/>
                <a:ext cx="48240" cy="322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078A3D3-1EE7-CB0E-6738-45ABC0C1EB14}"/>
              </a:ext>
            </a:extLst>
          </p:cNvPr>
          <p:cNvGrpSpPr/>
          <p:nvPr/>
        </p:nvGrpSpPr>
        <p:grpSpPr>
          <a:xfrm>
            <a:off x="899166" y="5560863"/>
            <a:ext cx="255960" cy="232560"/>
            <a:chOff x="899166" y="5560863"/>
            <a:chExt cx="25596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60B1B6-B8B4-97C5-E7A1-77E81723A38E}"/>
                    </a:ext>
                  </a:extLst>
                </p14:cNvPr>
                <p14:cNvContentPartPr/>
                <p14:nvPr/>
              </p14:nvContentPartPr>
              <p14:xfrm>
                <a:off x="899166" y="5688663"/>
                <a:ext cx="170640" cy="21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60B1B6-B8B4-97C5-E7A1-77E81723A38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1166" y="5670663"/>
                  <a:ext cx="2062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4F953FC-F474-6914-48BA-48EAC0671B57}"/>
                    </a:ext>
                  </a:extLst>
                </p14:cNvPr>
                <p14:cNvContentPartPr/>
                <p14:nvPr/>
              </p14:nvContentPartPr>
              <p14:xfrm>
                <a:off x="1136406" y="5560863"/>
                <a:ext cx="18720" cy="232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4F953FC-F474-6914-48BA-48EAC0671B5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18766" y="5543223"/>
                  <a:ext cx="54360" cy="26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C587B60-D98A-146E-58EA-82A26C90F5B8}"/>
                  </a:ext>
                </a:extLst>
              </p14:cNvPr>
              <p14:cNvContentPartPr/>
              <p14:nvPr/>
            </p14:nvContentPartPr>
            <p14:xfrm>
              <a:off x="1845606" y="5610543"/>
              <a:ext cx="168840" cy="1731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C587B60-D98A-146E-58EA-82A26C90F5B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1827606" y="5592903"/>
                <a:ext cx="204480" cy="20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AA4E068-383E-E84F-1D18-1CF4EA0FEEFC}"/>
              </a:ext>
            </a:extLst>
          </p:cNvPr>
          <p:cNvGrpSpPr/>
          <p:nvPr/>
        </p:nvGrpSpPr>
        <p:grpSpPr>
          <a:xfrm>
            <a:off x="2397486" y="5518383"/>
            <a:ext cx="336960" cy="310680"/>
            <a:chOff x="2397486" y="5518383"/>
            <a:chExt cx="33696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0466490-0EBA-E928-E8A5-1A9C5D32BEB4}"/>
                    </a:ext>
                  </a:extLst>
                </p14:cNvPr>
                <p14:cNvContentPartPr/>
                <p14:nvPr/>
              </p14:nvContentPartPr>
              <p14:xfrm>
                <a:off x="2397486" y="5663103"/>
                <a:ext cx="174240" cy="39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0466490-0EBA-E928-E8A5-1A9C5D32BEB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379486" y="5645463"/>
                  <a:ext cx="209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F6875A9-FF64-802D-E7AF-ADD42F64C838}"/>
                    </a:ext>
                  </a:extLst>
                </p14:cNvPr>
                <p14:cNvContentPartPr/>
                <p14:nvPr/>
              </p14:nvContentPartPr>
              <p14:xfrm>
                <a:off x="2718246" y="5518383"/>
                <a:ext cx="16200" cy="310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F6875A9-FF64-802D-E7AF-ADD42F64C83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00606" y="5500743"/>
                  <a:ext cx="51840" cy="34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234A095C-4485-9C8B-C7A5-BFC117CA4DDB}"/>
                  </a:ext>
                </a:extLst>
              </p14:cNvPr>
              <p14:cNvContentPartPr/>
              <p14:nvPr/>
            </p14:nvContentPartPr>
            <p14:xfrm>
              <a:off x="1343046" y="6135423"/>
              <a:ext cx="28080" cy="2642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234A095C-4485-9C8B-C7A5-BFC117CA4DD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1325406" y="6117423"/>
                <a:ext cx="637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43D36B3-394A-2559-72D1-29B79E228291}"/>
                  </a:ext>
                </a:extLst>
              </p14:cNvPr>
              <p14:cNvContentPartPr/>
              <p14:nvPr/>
            </p14:nvContentPartPr>
            <p14:xfrm>
              <a:off x="1894566" y="6156663"/>
              <a:ext cx="156960" cy="2034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43D36B3-394A-2559-72D1-29B79E22829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1876566" y="6138663"/>
                <a:ext cx="1926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406C9F5-66AB-CF6E-16B7-1BF815EC6076}"/>
                  </a:ext>
                </a:extLst>
              </p14:cNvPr>
              <p14:cNvContentPartPr/>
              <p14:nvPr/>
            </p14:nvContentPartPr>
            <p14:xfrm>
              <a:off x="2775126" y="6118863"/>
              <a:ext cx="24840" cy="26820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406C9F5-66AB-CF6E-16B7-1BF815EC607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757126" y="6101223"/>
                <a:ext cx="6048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09C328E4-2848-9E74-D116-B7C70E4BF5EA}"/>
                  </a:ext>
                </a:extLst>
              </p14:cNvPr>
              <p14:cNvContentPartPr/>
              <p14:nvPr/>
            </p14:nvContentPartPr>
            <p14:xfrm>
              <a:off x="3148086" y="4795143"/>
              <a:ext cx="53640" cy="18597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09C328E4-2848-9E74-D116-B7C70E4BF5EA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130086" y="4777503"/>
                <a:ext cx="89280" cy="18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F01FC0FA-D8FC-C79B-96C4-CEADE2D8E3CB}"/>
                  </a:ext>
                </a:extLst>
              </p14:cNvPr>
              <p14:cNvContentPartPr/>
              <p14:nvPr/>
            </p14:nvContentPartPr>
            <p14:xfrm>
              <a:off x="600006" y="4835103"/>
              <a:ext cx="91440" cy="1426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F01FC0FA-D8FC-C79B-96C4-CEADE2D8E3C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82006" y="4817463"/>
                <a:ext cx="127080" cy="146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16091BC-24A7-F09C-1EC5-51FADDD84495}"/>
              </a:ext>
            </a:extLst>
          </p:cNvPr>
          <p:cNvGrpSpPr/>
          <p:nvPr/>
        </p:nvGrpSpPr>
        <p:grpSpPr>
          <a:xfrm>
            <a:off x="3608526" y="5463303"/>
            <a:ext cx="245520" cy="221760"/>
            <a:chOff x="3608526" y="5463303"/>
            <a:chExt cx="245520" cy="22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F4F9B22-34C7-62F2-E77E-4DE557FB822F}"/>
                    </a:ext>
                  </a:extLst>
                </p14:cNvPr>
                <p14:cNvContentPartPr/>
                <p14:nvPr/>
              </p14:nvContentPartPr>
              <p14:xfrm>
                <a:off x="3752886" y="5463303"/>
                <a:ext cx="360" cy="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F4F9B22-34C7-62F2-E77E-4DE557FB822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734886" y="5445663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5C03D2B-BFCD-AA4F-DA3B-C11C153E79F5}"/>
                    </a:ext>
                  </a:extLst>
                </p14:cNvPr>
                <p14:cNvContentPartPr/>
                <p14:nvPr/>
              </p14:nvContentPartPr>
              <p14:xfrm>
                <a:off x="3686286" y="5502183"/>
                <a:ext cx="156240" cy="104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5C03D2B-BFCD-AA4F-DA3B-C11C153E79F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668646" y="5484183"/>
                  <a:ext cx="191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5AC79F3-0A8C-B9C9-31D8-35CAD48FBB76}"/>
                    </a:ext>
                  </a:extLst>
                </p14:cNvPr>
                <p14:cNvContentPartPr/>
                <p14:nvPr/>
              </p14:nvContentPartPr>
              <p14:xfrm>
                <a:off x="3608526" y="5645463"/>
                <a:ext cx="245520" cy="39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5AC79F3-0A8C-B9C9-31D8-35CAD48FBB7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590526" y="5627463"/>
                  <a:ext cx="28116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81EB38C6-A4C8-D8DE-9ACB-68F044E57339}"/>
                  </a:ext>
                </a:extLst>
              </p14:cNvPr>
              <p14:cNvContentPartPr/>
              <p14:nvPr/>
            </p14:nvContentPartPr>
            <p14:xfrm>
              <a:off x="648606" y="6164583"/>
              <a:ext cx="40680" cy="3704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81EB38C6-A4C8-D8DE-9ACB-68F044E5733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30966" y="6146943"/>
                <a:ext cx="76320" cy="406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E59F2309-250E-907F-3E7B-3B11BF4C54B6}"/>
              </a:ext>
            </a:extLst>
          </p:cNvPr>
          <p:cNvGrpSpPr/>
          <p:nvPr/>
        </p:nvGrpSpPr>
        <p:grpSpPr>
          <a:xfrm>
            <a:off x="4457766" y="4925103"/>
            <a:ext cx="1555200" cy="836280"/>
            <a:chOff x="4457766" y="4925103"/>
            <a:chExt cx="1555200" cy="83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2844059E-D95A-A298-9744-E270A4191C63}"/>
                    </a:ext>
                  </a:extLst>
                </p14:cNvPr>
                <p14:cNvContentPartPr/>
                <p14:nvPr/>
              </p14:nvContentPartPr>
              <p14:xfrm>
                <a:off x="4457766" y="5084943"/>
                <a:ext cx="19080" cy="285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2844059E-D95A-A298-9744-E270A4191C6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39766" y="5067303"/>
                  <a:ext cx="547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436F42F-21F9-6EED-D527-1AD39789C874}"/>
                    </a:ext>
                  </a:extLst>
                </p14:cNvPr>
                <p14:cNvContentPartPr/>
                <p14:nvPr/>
              </p14:nvContentPartPr>
              <p14:xfrm>
                <a:off x="4644966" y="4925103"/>
                <a:ext cx="204480" cy="7311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436F42F-21F9-6EED-D527-1AD39789C87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627326" y="4907463"/>
                  <a:ext cx="24012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CC3A5A1-9199-10F3-B92B-92C9427BCB4C}"/>
                    </a:ext>
                  </a:extLst>
                </p14:cNvPr>
                <p14:cNvContentPartPr/>
                <p14:nvPr/>
              </p14:nvContentPartPr>
              <p14:xfrm>
                <a:off x="4938006" y="5201223"/>
                <a:ext cx="231840" cy="2635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CC3A5A1-9199-10F3-B92B-92C9427BCB4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920366" y="5183583"/>
                  <a:ext cx="267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C38BDEB-4C99-71C8-BC35-F1EA3FF4ECF7}"/>
                    </a:ext>
                  </a:extLst>
                </p14:cNvPr>
                <p14:cNvContentPartPr/>
                <p14:nvPr/>
              </p14:nvContentPartPr>
              <p14:xfrm>
                <a:off x="5355966" y="5318583"/>
                <a:ext cx="175680" cy="33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C38BDEB-4C99-71C8-BC35-F1EA3FF4ECF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338326" y="5300583"/>
                  <a:ext cx="211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8B2922A-0B23-549D-3E77-9AC1E1E41C20}"/>
                    </a:ext>
                  </a:extLst>
                </p14:cNvPr>
                <p14:cNvContentPartPr/>
                <p14:nvPr/>
              </p14:nvContentPartPr>
              <p14:xfrm>
                <a:off x="5685726" y="5215263"/>
                <a:ext cx="153000" cy="2293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8B2922A-0B23-549D-3E77-9AC1E1E41C2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668086" y="5197263"/>
                  <a:ext cx="1886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26062DF-B0A0-B266-6364-751EF651D2C3}"/>
                    </a:ext>
                  </a:extLst>
                </p14:cNvPr>
                <p14:cNvContentPartPr/>
                <p14:nvPr/>
              </p14:nvContentPartPr>
              <p14:xfrm>
                <a:off x="5776086" y="5042823"/>
                <a:ext cx="236880" cy="718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26062DF-B0A0-B266-6364-751EF651D2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758086" y="5025183"/>
                  <a:ext cx="272520" cy="75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462FD83-8AF6-3687-774B-703EA1A35AF2}"/>
              </a:ext>
            </a:extLst>
          </p:cNvPr>
          <p:cNvGrpSpPr/>
          <p:nvPr/>
        </p:nvGrpSpPr>
        <p:grpSpPr>
          <a:xfrm>
            <a:off x="6416166" y="5224263"/>
            <a:ext cx="241560" cy="214920"/>
            <a:chOff x="6416166" y="5224263"/>
            <a:chExt cx="241560" cy="21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C3A98DC-D791-07A3-9FF2-19913A4E8D37}"/>
                    </a:ext>
                  </a:extLst>
                </p14:cNvPr>
                <p14:cNvContentPartPr/>
                <p14:nvPr/>
              </p14:nvContentPartPr>
              <p14:xfrm>
                <a:off x="6416166" y="5320383"/>
                <a:ext cx="241560" cy="28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C3A98DC-D791-07A3-9FF2-19913A4E8D3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398526" y="5302383"/>
                  <a:ext cx="277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D61050-D7B3-DCD4-1DE3-3D5762365ACF}"/>
                    </a:ext>
                  </a:extLst>
                </p14:cNvPr>
                <p14:cNvContentPartPr/>
                <p14:nvPr/>
              </p14:nvContentPartPr>
              <p14:xfrm>
                <a:off x="6554766" y="5224263"/>
                <a:ext cx="20160" cy="214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D61050-D7B3-DCD4-1DE3-3D5762365AC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36766" y="5206263"/>
                  <a:ext cx="55800" cy="25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899D9633-3414-866B-B89F-45FC67852A66}"/>
              </a:ext>
            </a:extLst>
          </p:cNvPr>
          <p:cNvGrpSpPr/>
          <p:nvPr/>
        </p:nvGrpSpPr>
        <p:grpSpPr>
          <a:xfrm>
            <a:off x="6905766" y="4945983"/>
            <a:ext cx="1694160" cy="718560"/>
            <a:chOff x="6905766" y="4945983"/>
            <a:chExt cx="1694160" cy="7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6098772-3980-ABF2-CE39-284FCB284FA9}"/>
                    </a:ext>
                  </a:extLst>
                </p14:cNvPr>
                <p14:cNvContentPartPr/>
                <p14:nvPr/>
              </p14:nvContentPartPr>
              <p14:xfrm>
                <a:off x="6905766" y="5186103"/>
                <a:ext cx="38880" cy="225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6098772-3980-ABF2-CE39-284FCB284FA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887766" y="5168103"/>
                  <a:ext cx="745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4409DAE-6270-9878-B264-A87C8816903C}"/>
                    </a:ext>
                  </a:extLst>
                </p14:cNvPr>
                <p14:cNvContentPartPr/>
                <p14:nvPr/>
              </p14:nvContentPartPr>
              <p14:xfrm>
                <a:off x="7073886" y="4949223"/>
                <a:ext cx="290160" cy="712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4409DAE-6270-9878-B264-A87C8816903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055886" y="4931583"/>
                  <a:ext cx="32580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FF0C825-4B17-D7CD-2BCB-FF675F3AB20E}"/>
                    </a:ext>
                  </a:extLst>
                </p14:cNvPr>
                <p14:cNvContentPartPr/>
                <p14:nvPr/>
              </p14:nvContentPartPr>
              <p14:xfrm>
                <a:off x="7514166" y="5279343"/>
                <a:ext cx="153720" cy="11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FF0C825-4B17-D7CD-2BCB-FF675F3AB20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496166" y="5261343"/>
                  <a:ext cx="189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B6F6498-7F4F-1467-C5AC-CE6979EAF186}"/>
                    </a:ext>
                  </a:extLst>
                </p14:cNvPr>
                <p14:cNvContentPartPr/>
                <p14:nvPr/>
              </p14:nvContentPartPr>
              <p14:xfrm>
                <a:off x="7846806" y="5127063"/>
                <a:ext cx="38880" cy="313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B6F6498-7F4F-1467-C5AC-CE6979EAF18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828806" y="5109423"/>
                  <a:ext cx="7452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9B1B663-3733-55CF-389F-70BC7568CDB3}"/>
                    </a:ext>
                  </a:extLst>
                </p14:cNvPr>
                <p14:cNvContentPartPr/>
                <p14:nvPr/>
              </p14:nvContentPartPr>
              <p14:xfrm>
                <a:off x="8013846" y="5268183"/>
                <a:ext cx="195120" cy="644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9B1B663-3733-55CF-389F-70BC7568CDB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996206" y="5250183"/>
                  <a:ext cx="230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DF9242C-151A-7A0A-5C6D-403C9CDF9BA3}"/>
                    </a:ext>
                  </a:extLst>
                </p14:cNvPr>
                <p14:cNvContentPartPr/>
                <p14:nvPr/>
              </p14:nvContentPartPr>
              <p14:xfrm>
                <a:off x="8124366" y="5178543"/>
                <a:ext cx="23400" cy="2023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DF9242C-151A-7A0A-5C6D-403C9CDF9BA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106726" y="5160543"/>
                  <a:ext cx="59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DE5E271-CAEA-E792-6273-4F5111691951}"/>
                    </a:ext>
                  </a:extLst>
                </p14:cNvPr>
                <p14:cNvContentPartPr/>
                <p14:nvPr/>
              </p14:nvContentPartPr>
              <p14:xfrm>
                <a:off x="8373126" y="5132103"/>
                <a:ext cx="61560" cy="2606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DE5E271-CAEA-E792-6273-4F511169195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355486" y="5114103"/>
                  <a:ext cx="972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7E9D6C6-9C87-A2B5-2C35-2821D776D531}"/>
                    </a:ext>
                  </a:extLst>
                </p14:cNvPr>
                <p14:cNvContentPartPr/>
                <p14:nvPr/>
              </p14:nvContentPartPr>
              <p14:xfrm>
                <a:off x="8246046" y="4945983"/>
                <a:ext cx="353880" cy="718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7E9D6C6-9C87-A2B5-2C35-2821D776D53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228046" y="4927983"/>
                  <a:ext cx="389520" cy="75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42BC9FA-A145-A29C-EAB9-208278121DBA}"/>
              </a:ext>
            </a:extLst>
          </p:cNvPr>
          <p:cNvGrpSpPr/>
          <p:nvPr/>
        </p:nvGrpSpPr>
        <p:grpSpPr>
          <a:xfrm>
            <a:off x="8856966" y="5151903"/>
            <a:ext cx="214200" cy="226440"/>
            <a:chOff x="8856966" y="5151903"/>
            <a:chExt cx="214200" cy="22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BEDAE42-F418-BEB6-D2AD-43EE4DE7E924}"/>
                    </a:ext>
                  </a:extLst>
                </p14:cNvPr>
                <p14:cNvContentPartPr/>
                <p14:nvPr/>
              </p14:nvContentPartPr>
              <p14:xfrm>
                <a:off x="8856966" y="5234343"/>
                <a:ext cx="214200" cy="29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BEDAE42-F418-BEB6-D2AD-43EE4DE7E92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838966" y="5216703"/>
                  <a:ext cx="249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BCA5028-29C5-96CD-5B71-7693F25C2644}"/>
                    </a:ext>
                  </a:extLst>
                </p14:cNvPr>
                <p14:cNvContentPartPr/>
                <p14:nvPr/>
              </p14:nvContentPartPr>
              <p14:xfrm>
                <a:off x="8959206" y="5151903"/>
                <a:ext cx="33840" cy="226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BCA5028-29C5-96CD-5B71-7693F25C264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941566" y="5133903"/>
                  <a:ext cx="69480" cy="26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56C3AD3-0DD0-FB46-D291-50F943BC8D0D}"/>
                  </a:ext>
                </a:extLst>
              </p14:cNvPr>
              <p14:cNvContentPartPr/>
              <p14:nvPr/>
            </p14:nvContentPartPr>
            <p14:xfrm>
              <a:off x="9349806" y="5128863"/>
              <a:ext cx="55080" cy="20520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56C3AD3-0DD0-FB46-D291-50F943BC8D0D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332166" y="5111223"/>
                <a:ext cx="9072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D0FA160D-2DCA-AA0D-670B-6B6E319FE195}"/>
              </a:ext>
            </a:extLst>
          </p:cNvPr>
          <p:cNvGrpSpPr/>
          <p:nvPr/>
        </p:nvGrpSpPr>
        <p:grpSpPr>
          <a:xfrm>
            <a:off x="9620166" y="4883703"/>
            <a:ext cx="1696680" cy="873720"/>
            <a:chOff x="9620166" y="4883703"/>
            <a:chExt cx="1696680" cy="87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A857CF2-E855-826A-E9C2-E88625B01918}"/>
                    </a:ext>
                  </a:extLst>
                </p14:cNvPr>
                <p14:cNvContentPartPr/>
                <p14:nvPr/>
              </p14:nvContentPartPr>
              <p14:xfrm>
                <a:off x="9620166" y="4883703"/>
                <a:ext cx="374040" cy="657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A857CF2-E855-826A-E9C2-E88625B0191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602166" y="4865703"/>
                  <a:ext cx="409680" cy="69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609FBCA-F9CC-2502-745B-C24B42CB00D2}"/>
                    </a:ext>
                  </a:extLst>
                </p14:cNvPr>
                <p14:cNvContentPartPr/>
                <p14:nvPr/>
              </p14:nvContentPartPr>
              <p14:xfrm>
                <a:off x="10185726" y="5062263"/>
                <a:ext cx="259560" cy="3434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609FBCA-F9CC-2502-745B-C24B42CB00D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67726" y="5044263"/>
                  <a:ext cx="29520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EF03246-2DE1-90A4-7F83-1FDA6C95B1CE}"/>
                    </a:ext>
                  </a:extLst>
                </p14:cNvPr>
                <p14:cNvContentPartPr/>
                <p14:nvPr/>
              </p14:nvContentPartPr>
              <p14:xfrm>
                <a:off x="10592526" y="5232183"/>
                <a:ext cx="194040" cy="21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EF03246-2DE1-90A4-7F83-1FDA6C95B1C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574526" y="5214183"/>
                  <a:ext cx="229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0BFCE54-6318-9821-85BB-8B1940A7E8E5}"/>
                    </a:ext>
                  </a:extLst>
                </p14:cNvPr>
                <p14:cNvContentPartPr/>
                <p14:nvPr/>
              </p14:nvContentPartPr>
              <p14:xfrm>
                <a:off x="10930206" y="5118423"/>
                <a:ext cx="242280" cy="245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0BFCE54-6318-9821-85BB-8B1940A7E8E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912566" y="5100423"/>
                  <a:ext cx="27792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25E6203C-9E17-4102-C0A2-4A805A100F22}"/>
                    </a:ext>
                  </a:extLst>
                </p14:cNvPr>
                <p14:cNvContentPartPr/>
                <p14:nvPr/>
              </p14:nvContentPartPr>
              <p14:xfrm>
                <a:off x="11014086" y="5008263"/>
                <a:ext cx="302760" cy="7491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25E6203C-9E17-4102-C0A2-4A805A100F2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96446" y="4990263"/>
                  <a:ext cx="338400" cy="78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EE2444F2-0530-A159-E9A2-A06145BA7443}"/>
              </a:ext>
            </a:extLst>
          </p:cNvPr>
          <p:cNvGrpSpPr/>
          <p:nvPr/>
        </p:nvGrpSpPr>
        <p:grpSpPr>
          <a:xfrm>
            <a:off x="4169766" y="6347823"/>
            <a:ext cx="359640" cy="124200"/>
            <a:chOff x="4169766" y="6347823"/>
            <a:chExt cx="35964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0478C6A-F292-349D-13C8-C88011816232}"/>
                    </a:ext>
                  </a:extLst>
                </p14:cNvPr>
                <p14:cNvContentPartPr/>
                <p14:nvPr/>
              </p14:nvContentPartPr>
              <p14:xfrm>
                <a:off x="4169766" y="6347823"/>
                <a:ext cx="176040" cy="136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0478C6A-F292-349D-13C8-C880118162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151766" y="6329823"/>
                  <a:ext cx="2116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7190D5C-1D24-A6BD-A70F-B941D5835696}"/>
                    </a:ext>
                  </a:extLst>
                </p14:cNvPr>
                <p14:cNvContentPartPr/>
                <p14:nvPr/>
              </p14:nvContentPartPr>
              <p14:xfrm>
                <a:off x="4219446" y="6429543"/>
                <a:ext cx="309960" cy="424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7190D5C-1D24-A6BD-A70F-B941D5835696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01446" y="6411903"/>
                  <a:ext cx="34560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22E88BC-0639-A45C-5B8A-DA18C9A39F65}"/>
              </a:ext>
            </a:extLst>
          </p:cNvPr>
          <p:cNvGrpSpPr/>
          <p:nvPr/>
        </p:nvGrpSpPr>
        <p:grpSpPr>
          <a:xfrm>
            <a:off x="5658006" y="6205263"/>
            <a:ext cx="973080" cy="289080"/>
            <a:chOff x="5658006" y="6205263"/>
            <a:chExt cx="973080" cy="28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9A12D7A-E314-EA5A-E6CD-F44E57D837C7}"/>
                    </a:ext>
                  </a:extLst>
                </p14:cNvPr>
                <p14:cNvContentPartPr/>
                <p14:nvPr/>
              </p14:nvContentPartPr>
              <p14:xfrm>
                <a:off x="5658006" y="6205263"/>
                <a:ext cx="254160" cy="2890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9A12D7A-E314-EA5A-E6CD-F44E57D837C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640366" y="6187263"/>
                  <a:ext cx="28980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EFCD49F-EAF8-222D-0F64-770CF19BB9D6}"/>
                    </a:ext>
                  </a:extLst>
                </p14:cNvPr>
                <p14:cNvContentPartPr/>
                <p14:nvPr/>
              </p14:nvContentPartPr>
              <p14:xfrm>
                <a:off x="6109806" y="6331983"/>
                <a:ext cx="115560" cy="514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EFCD49F-EAF8-222D-0F64-770CF19BB9D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092166" y="6313983"/>
                  <a:ext cx="151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B20F4D92-9312-3335-1326-FB4686F491A3}"/>
                    </a:ext>
                  </a:extLst>
                </p14:cNvPr>
                <p14:cNvContentPartPr/>
                <p14:nvPr/>
              </p14:nvContentPartPr>
              <p14:xfrm>
                <a:off x="6324006" y="6228663"/>
                <a:ext cx="307080" cy="2397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B20F4D92-9312-3335-1326-FB4686F491A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306366" y="6211023"/>
                  <a:ext cx="342720" cy="27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76E2C04-F662-B03E-9148-C34D8DEE6FF1}"/>
              </a:ext>
            </a:extLst>
          </p:cNvPr>
          <p:cNvGrpSpPr/>
          <p:nvPr/>
        </p:nvGrpSpPr>
        <p:grpSpPr>
          <a:xfrm>
            <a:off x="6891006" y="6164223"/>
            <a:ext cx="708120" cy="262080"/>
            <a:chOff x="6891006" y="6164223"/>
            <a:chExt cx="708120" cy="26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07EF7C6-EAF4-B244-B63F-8625D677677B}"/>
                    </a:ext>
                  </a:extLst>
                </p14:cNvPr>
                <p14:cNvContentPartPr/>
                <p14:nvPr/>
              </p14:nvContentPartPr>
              <p14:xfrm>
                <a:off x="6891006" y="6293823"/>
                <a:ext cx="192600" cy="40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07EF7C6-EAF4-B244-B63F-8625D677677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873006" y="6276183"/>
                  <a:ext cx="228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867038A-1628-9546-4E91-9E3B32BE5734}"/>
                    </a:ext>
                  </a:extLst>
                </p14:cNvPr>
                <p14:cNvContentPartPr/>
                <p14:nvPr/>
              </p14:nvContentPartPr>
              <p14:xfrm>
                <a:off x="6897126" y="6383823"/>
                <a:ext cx="256680" cy="42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867038A-1628-9546-4E91-9E3B32BE573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879126" y="6365823"/>
                  <a:ext cx="2923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3F24418-1547-29A1-5AA8-5C3073021ADD}"/>
                    </a:ext>
                  </a:extLst>
                </p14:cNvPr>
                <p14:cNvContentPartPr/>
                <p14:nvPr/>
              </p14:nvContentPartPr>
              <p14:xfrm>
                <a:off x="7337046" y="6164223"/>
                <a:ext cx="262080" cy="258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3F24418-1547-29A1-5AA8-5C3073021ADD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319406" y="6146583"/>
                  <a:ext cx="29772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4FDCB5B9-56E1-83D1-96BA-209E674F00D5}"/>
                  </a:ext>
                </a:extLst>
              </p14:cNvPr>
              <p14:cNvContentPartPr/>
              <p14:nvPr/>
            </p14:nvContentPartPr>
            <p14:xfrm>
              <a:off x="1929126" y="823623"/>
              <a:ext cx="122400" cy="66312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4FDCB5B9-56E1-83D1-96BA-209E674F00D5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911486" y="805623"/>
                <a:ext cx="158040" cy="69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314A840D-600F-5442-2B8F-1D1A6408EA94}"/>
              </a:ext>
            </a:extLst>
          </p:cNvPr>
          <p:cNvGrpSpPr/>
          <p:nvPr/>
        </p:nvGrpSpPr>
        <p:grpSpPr>
          <a:xfrm>
            <a:off x="3533646" y="935223"/>
            <a:ext cx="64440" cy="669960"/>
            <a:chOff x="3533646" y="935223"/>
            <a:chExt cx="64440" cy="66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BAEC8178-E49A-5DCF-0DC4-A54EBCEA8D99}"/>
                    </a:ext>
                  </a:extLst>
                </p14:cNvPr>
                <p14:cNvContentPartPr/>
                <p14:nvPr/>
              </p14:nvContentPartPr>
              <p14:xfrm>
                <a:off x="3533646" y="935223"/>
                <a:ext cx="47520" cy="536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BAEC8178-E49A-5DCF-0DC4-A54EBCEA8D9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16006" y="917223"/>
                  <a:ext cx="8316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37D85D16-D5A0-6862-A8A0-084AC8878E15}"/>
                    </a:ext>
                  </a:extLst>
                </p14:cNvPr>
                <p14:cNvContentPartPr/>
                <p14:nvPr/>
              </p14:nvContentPartPr>
              <p14:xfrm>
                <a:off x="3573966" y="1599783"/>
                <a:ext cx="24120" cy="54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37D85D16-D5A0-6862-A8A0-084AC8878E1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56326" y="1581783"/>
                  <a:ext cx="59760" cy="41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85E6434A-76C2-4A26-15E0-A2C91AECF1F1}"/>
                  </a:ext>
                </a:extLst>
              </p14:cNvPr>
              <p14:cNvContentPartPr/>
              <p14:nvPr/>
            </p14:nvContentPartPr>
            <p14:xfrm>
              <a:off x="8588766" y="195423"/>
              <a:ext cx="14400" cy="24372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85E6434A-76C2-4A26-15E0-A2C91AECF1F1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8571126" y="177423"/>
                <a:ext cx="500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D79F4447-D53E-5B1C-F6D3-604EED7EF092}"/>
                  </a:ext>
                </a:extLst>
              </p14:cNvPr>
              <p14:cNvContentPartPr/>
              <p14:nvPr/>
            </p14:nvContentPartPr>
            <p14:xfrm>
              <a:off x="8989446" y="285783"/>
              <a:ext cx="142920" cy="187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D79F4447-D53E-5B1C-F6D3-604EED7EF092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8971446" y="267783"/>
                <a:ext cx="17856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90AB3A80-4D48-7D4D-35C5-2680E332E952}"/>
                  </a:ext>
                </a:extLst>
              </p14:cNvPr>
              <p14:cNvContentPartPr/>
              <p14:nvPr/>
            </p14:nvContentPartPr>
            <p14:xfrm>
              <a:off x="8504886" y="704103"/>
              <a:ext cx="137520" cy="24840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90AB3A80-4D48-7D4D-35C5-2680E332E95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487246" y="686463"/>
                <a:ext cx="173160" cy="28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3" name="Group 192">
            <a:extLst>
              <a:ext uri="{FF2B5EF4-FFF2-40B4-BE49-F238E27FC236}">
                <a16:creationId xmlns:a16="http://schemas.microsoft.com/office/drawing/2014/main" id="{90E9162B-EC42-9645-1476-79B2C27170CB}"/>
              </a:ext>
            </a:extLst>
          </p:cNvPr>
          <p:cNvGrpSpPr/>
          <p:nvPr/>
        </p:nvGrpSpPr>
        <p:grpSpPr>
          <a:xfrm>
            <a:off x="9315246" y="163023"/>
            <a:ext cx="402840" cy="1120320"/>
            <a:chOff x="9315246" y="163023"/>
            <a:chExt cx="402840" cy="11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6C7513B-3D09-FA6C-048D-0B53D1A411AA}"/>
                    </a:ext>
                  </a:extLst>
                </p14:cNvPr>
                <p14:cNvContentPartPr/>
                <p14:nvPr/>
              </p14:nvContentPartPr>
              <p14:xfrm>
                <a:off x="9354846" y="163023"/>
                <a:ext cx="15480" cy="252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6C7513B-3D09-FA6C-048D-0B53D1A411A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9337206" y="145383"/>
                  <a:ext cx="511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185BA73-3B30-E56E-0396-2A22F8639239}"/>
                    </a:ext>
                  </a:extLst>
                </p14:cNvPr>
                <p14:cNvContentPartPr/>
                <p14:nvPr/>
              </p14:nvContentPartPr>
              <p14:xfrm>
                <a:off x="9315246" y="694743"/>
                <a:ext cx="7920" cy="269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185BA73-3B30-E56E-0396-2A22F863923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97246" y="677103"/>
                  <a:ext cx="43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A50DBBA-7330-978B-D822-866B2C078A23}"/>
                    </a:ext>
                  </a:extLst>
                </p14:cNvPr>
                <p14:cNvContentPartPr/>
                <p14:nvPr/>
              </p14:nvContentPartPr>
              <p14:xfrm>
                <a:off x="9537726" y="171663"/>
                <a:ext cx="180360" cy="1111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A50DBBA-7330-978B-D822-866B2C078A2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9520086" y="154023"/>
                  <a:ext cx="216000" cy="114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8B0ACF80-1E6A-9FE0-AD49-C6AEB0DB6B4F}"/>
                  </a:ext>
                </a:extLst>
              </p14:cNvPr>
              <p14:cNvContentPartPr/>
              <p14:nvPr/>
            </p14:nvContentPartPr>
            <p14:xfrm>
              <a:off x="8095206" y="232143"/>
              <a:ext cx="74520" cy="9903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8B0ACF80-1E6A-9FE0-AD49-C6AEB0DB6B4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8077566" y="214143"/>
                <a:ext cx="110160" cy="10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91F87DFC-4357-FDAF-C311-949F9BCE7921}"/>
              </a:ext>
            </a:extLst>
          </p:cNvPr>
          <p:cNvGrpSpPr/>
          <p:nvPr/>
        </p:nvGrpSpPr>
        <p:grpSpPr>
          <a:xfrm>
            <a:off x="9933366" y="650823"/>
            <a:ext cx="136080" cy="130680"/>
            <a:chOff x="9933366" y="650823"/>
            <a:chExt cx="1360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B39ECC9-F2C9-9D74-6BC4-AF015A75C6E3}"/>
                    </a:ext>
                  </a:extLst>
                </p14:cNvPr>
                <p14:cNvContentPartPr/>
                <p14:nvPr/>
              </p14:nvContentPartPr>
              <p14:xfrm>
                <a:off x="9969366" y="650823"/>
                <a:ext cx="100080" cy="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B39ECC9-F2C9-9D74-6BC4-AF015A75C6E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9951726" y="632823"/>
                  <a:ext cx="13572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43938E2-7B5F-2B9E-2F6A-619C7B9FADEE}"/>
                    </a:ext>
                  </a:extLst>
                </p14:cNvPr>
                <p14:cNvContentPartPr/>
                <p14:nvPr/>
              </p14:nvContentPartPr>
              <p14:xfrm>
                <a:off x="9933366" y="758103"/>
                <a:ext cx="116280" cy="234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43938E2-7B5F-2B9E-2F6A-619C7B9FADE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15726" y="740463"/>
                  <a:ext cx="151920" cy="5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1B31AA7-C9DC-2479-90E0-FBA32BD0E459}"/>
                  </a:ext>
                </a:extLst>
              </p14:cNvPr>
              <p14:cNvContentPartPr/>
              <p14:nvPr/>
            </p14:nvContentPartPr>
            <p14:xfrm>
              <a:off x="10468686" y="472263"/>
              <a:ext cx="45360" cy="28584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1B31AA7-C9DC-2479-90E0-FBA32BD0E45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0451046" y="454623"/>
                <a:ext cx="81000" cy="3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7FBD747-20CD-21CB-33CC-64AD01EB8D6A}"/>
              </a:ext>
            </a:extLst>
          </p:cNvPr>
          <p:cNvGrpSpPr/>
          <p:nvPr/>
        </p:nvGrpSpPr>
        <p:grpSpPr>
          <a:xfrm>
            <a:off x="10709526" y="473703"/>
            <a:ext cx="394920" cy="266400"/>
            <a:chOff x="10709526" y="473703"/>
            <a:chExt cx="394920" cy="26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718C8E9-809D-8C8B-A1AC-005768855D1C}"/>
                    </a:ext>
                  </a:extLst>
                </p14:cNvPr>
                <p14:cNvContentPartPr/>
                <p14:nvPr/>
              </p14:nvContentPartPr>
              <p14:xfrm>
                <a:off x="10709526" y="625983"/>
                <a:ext cx="143640" cy="20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718C8E9-809D-8C8B-A1AC-005768855D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691886" y="607983"/>
                  <a:ext cx="1792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D624167A-41FE-7839-F4FB-32C9615559A8}"/>
                    </a:ext>
                  </a:extLst>
                </p14:cNvPr>
                <p14:cNvContentPartPr/>
                <p14:nvPr/>
              </p14:nvContentPartPr>
              <p14:xfrm>
                <a:off x="10776846" y="527343"/>
                <a:ext cx="28800" cy="188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D624167A-41FE-7839-F4FB-32C9615559A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759206" y="509703"/>
                  <a:ext cx="64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DDF39F06-04A2-3CDB-EC97-B850943EE240}"/>
                    </a:ext>
                  </a:extLst>
                </p14:cNvPr>
                <p14:cNvContentPartPr/>
                <p14:nvPr/>
              </p14:nvContentPartPr>
              <p14:xfrm>
                <a:off x="10971606" y="473703"/>
                <a:ext cx="132840" cy="266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DDF39F06-04A2-3CDB-EC97-B850943EE24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953606" y="456063"/>
                  <a:ext cx="168480" cy="30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28B2700-1567-BF9F-DA59-356F3E29694B}"/>
              </a:ext>
            </a:extLst>
          </p:cNvPr>
          <p:cNvGrpSpPr/>
          <p:nvPr/>
        </p:nvGrpSpPr>
        <p:grpSpPr>
          <a:xfrm>
            <a:off x="11301726" y="615183"/>
            <a:ext cx="149400" cy="87840"/>
            <a:chOff x="11301726" y="615183"/>
            <a:chExt cx="14940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2565330-4889-D15A-000D-649C3E63E801}"/>
                    </a:ext>
                  </a:extLst>
                </p14:cNvPr>
                <p14:cNvContentPartPr/>
                <p14:nvPr/>
              </p14:nvContentPartPr>
              <p14:xfrm>
                <a:off x="11308566" y="615183"/>
                <a:ext cx="97920" cy="75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2565330-4889-D15A-000D-649C3E63E80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290926" y="597543"/>
                  <a:ext cx="133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171D6C1-ADCF-CFD7-1120-C18EB386C569}"/>
                    </a:ext>
                  </a:extLst>
                </p14:cNvPr>
                <p14:cNvContentPartPr/>
                <p14:nvPr/>
              </p14:nvContentPartPr>
              <p14:xfrm>
                <a:off x="11301726" y="673143"/>
                <a:ext cx="149400" cy="29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171D6C1-ADCF-CFD7-1120-C18EB386C56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1283726" y="655503"/>
                  <a:ext cx="18504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C1748DB9-6772-5E5B-02BF-BEA2C39A1346}"/>
              </a:ext>
            </a:extLst>
          </p:cNvPr>
          <p:cNvGrpSpPr/>
          <p:nvPr/>
        </p:nvGrpSpPr>
        <p:grpSpPr>
          <a:xfrm>
            <a:off x="11670006" y="412503"/>
            <a:ext cx="559800" cy="536040"/>
            <a:chOff x="11670006" y="412503"/>
            <a:chExt cx="55980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3691402-AFC9-8DAF-DC96-31974FD10A80}"/>
                    </a:ext>
                  </a:extLst>
                </p14:cNvPr>
                <p14:cNvContentPartPr/>
                <p14:nvPr/>
              </p14:nvContentPartPr>
              <p14:xfrm>
                <a:off x="11670006" y="412503"/>
                <a:ext cx="100080" cy="4478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3691402-AFC9-8DAF-DC96-31974FD10A8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652366" y="394503"/>
                  <a:ext cx="1357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9A8504EC-D244-9C05-7F34-CAB6496349A3}"/>
                    </a:ext>
                  </a:extLst>
                </p14:cNvPr>
                <p14:cNvContentPartPr/>
                <p14:nvPr/>
              </p14:nvContentPartPr>
              <p14:xfrm>
                <a:off x="11860086" y="669543"/>
                <a:ext cx="138600" cy="20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9A8504EC-D244-9C05-7F34-CAB6496349A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842446" y="651903"/>
                  <a:ext cx="174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1C10E3B-4563-3B97-B95A-51828D61A2B8}"/>
                    </a:ext>
                  </a:extLst>
                </p14:cNvPr>
                <p14:cNvContentPartPr/>
                <p14:nvPr/>
              </p14:nvContentPartPr>
              <p14:xfrm>
                <a:off x="11897886" y="759183"/>
                <a:ext cx="98640" cy="23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1C10E3B-4563-3B97-B95A-51828D61A2B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880246" y="741543"/>
                  <a:ext cx="134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007CA61-9938-1EF1-872E-0F5C8628CE8C}"/>
                    </a:ext>
                  </a:extLst>
                </p14:cNvPr>
                <p14:cNvContentPartPr/>
                <p14:nvPr/>
              </p14:nvContentPartPr>
              <p14:xfrm>
                <a:off x="11937846" y="579543"/>
                <a:ext cx="33120" cy="369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007CA61-9938-1EF1-872E-0F5C8628CE8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920206" y="561903"/>
                  <a:ext cx="6876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39612218-5693-07E5-A2A9-23D8B83506E9}"/>
                    </a:ext>
                  </a:extLst>
                </p14:cNvPr>
                <p14:cNvContentPartPr/>
                <p14:nvPr/>
              </p14:nvContentPartPr>
              <p14:xfrm>
                <a:off x="12143406" y="674223"/>
                <a:ext cx="86400" cy="223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39612218-5693-07E5-A2A9-23D8B83506E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125406" y="656583"/>
                  <a:ext cx="12204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EF24CB6C-3668-A2A7-0556-DAB26FBD3040}"/>
              </a:ext>
            </a:extLst>
          </p:cNvPr>
          <p:cNvGrpSpPr/>
          <p:nvPr/>
        </p:nvGrpSpPr>
        <p:grpSpPr>
          <a:xfrm>
            <a:off x="9623997" y="1267503"/>
            <a:ext cx="506160" cy="192960"/>
            <a:chOff x="9623997" y="1267503"/>
            <a:chExt cx="50616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BE220BC-83EF-D39E-8EA7-F5692C0DD332}"/>
                    </a:ext>
                  </a:extLst>
                </p14:cNvPr>
                <p14:cNvContentPartPr/>
                <p14:nvPr/>
              </p14:nvContentPartPr>
              <p14:xfrm>
                <a:off x="9623997" y="1267503"/>
                <a:ext cx="119880" cy="1533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BE220BC-83EF-D39E-8EA7-F5692C0DD33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605997" y="1249503"/>
                  <a:ext cx="1555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C43583C-B17D-BEDB-22A0-72F3561D29C1}"/>
                    </a:ext>
                  </a:extLst>
                </p14:cNvPr>
                <p14:cNvContentPartPr/>
                <p14:nvPr/>
              </p14:nvContentPartPr>
              <p14:xfrm>
                <a:off x="9820917" y="1305303"/>
                <a:ext cx="70920" cy="993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C43583C-B17D-BEDB-22A0-72F3561D29C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803277" y="1287303"/>
                  <a:ext cx="10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881A452-A43A-A13E-3379-7F5D4B4ED8AF}"/>
                    </a:ext>
                  </a:extLst>
                </p14:cNvPr>
                <p14:cNvContentPartPr/>
                <p14:nvPr/>
              </p14:nvContentPartPr>
              <p14:xfrm>
                <a:off x="9801477" y="1276143"/>
                <a:ext cx="135360" cy="150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881A452-A43A-A13E-3379-7F5D4B4ED8A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783477" y="1258503"/>
                  <a:ext cx="1710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650575E-6A5F-6EAE-FA39-1EA25C0B3832}"/>
                    </a:ext>
                  </a:extLst>
                </p14:cNvPr>
                <p14:cNvContentPartPr/>
                <p14:nvPr/>
              </p14:nvContentPartPr>
              <p14:xfrm>
                <a:off x="9980037" y="1322943"/>
                <a:ext cx="150120" cy="137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650575E-6A5F-6EAE-FA39-1EA25C0B383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962397" y="1304943"/>
                  <a:ext cx="18576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ED0E2B39-8FB7-28B3-5075-3E6C15E9A6CE}"/>
              </a:ext>
            </a:extLst>
          </p:cNvPr>
          <p:cNvGrpSpPr/>
          <p:nvPr/>
        </p:nvGrpSpPr>
        <p:grpSpPr>
          <a:xfrm>
            <a:off x="7727877" y="1639743"/>
            <a:ext cx="2753640" cy="873000"/>
            <a:chOff x="7727877" y="1639743"/>
            <a:chExt cx="2753640" cy="87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3337D80-25B2-3AC2-DCD9-9CFDBA783172}"/>
                    </a:ext>
                  </a:extLst>
                </p14:cNvPr>
                <p14:cNvContentPartPr/>
                <p14:nvPr/>
              </p14:nvContentPartPr>
              <p14:xfrm>
                <a:off x="8303517" y="1884543"/>
                <a:ext cx="217080" cy="4442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3337D80-25B2-3AC2-DCD9-9CFDBA78317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85877" y="1866903"/>
                  <a:ext cx="25272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82C696D-52CC-4B4B-B310-EFF125BC1F86}"/>
                    </a:ext>
                  </a:extLst>
                </p14:cNvPr>
                <p14:cNvContentPartPr/>
                <p14:nvPr/>
              </p14:nvContentPartPr>
              <p14:xfrm>
                <a:off x="8385957" y="1860423"/>
                <a:ext cx="133200" cy="2401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82C696D-52CC-4B4B-B310-EFF125BC1F8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367957" y="1842423"/>
                  <a:ext cx="1688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5EDABD0-22B2-7573-ED44-019FD3AC383B}"/>
                    </a:ext>
                  </a:extLst>
                </p14:cNvPr>
                <p14:cNvContentPartPr/>
                <p14:nvPr/>
              </p14:nvContentPartPr>
              <p14:xfrm>
                <a:off x="8616357" y="1761423"/>
                <a:ext cx="179640" cy="4186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5EDABD0-22B2-7573-ED44-019FD3AC38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598717" y="1743423"/>
                  <a:ext cx="21528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8616EF-96F6-911D-9FD4-6280F4CFA4DF}"/>
                    </a:ext>
                  </a:extLst>
                </p14:cNvPr>
                <p14:cNvContentPartPr/>
                <p14:nvPr/>
              </p14:nvContentPartPr>
              <p14:xfrm>
                <a:off x="8885277" y="1888503"/>
                <a:ext cx="141840" cy="2606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8616EF-96F6-911D-9FD4-6280F4CFA4D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8867637" y="1870863"/>
                  <a:ext cx="177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9BDA9AF-1722-247F-A989-78589DED11B0}"/>
                    </a:ext>
                  </a:extLst>
                </p14:cNvPr>
                <p14:cNvContentPartPr/>
                <p14:nvPr/>
              </p14:nvContentPartPr>
              <p14:xfrm>
                <a:off x="8896437" y="2039703"/>
                <a:ext cx="105480" cy="187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9BDA9AF-1722-247F-A989-78589DED11B0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878437" y="2022063"/>
                  <a:ext cx="14112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F822CBE-58D8-4069-D95A-F43A5EEA6000}"/>
                    </a:ext>
                  </a:extLst>
                </p14:cNvPr>
                <p14:cNvContentPartPr/>
                <p14:nvPr/>
              </p14:nvContentPartPr>
              <p14:xfrm>
                <a:off x="9123237" y="1812183"/>
                <a:ext cx="78840" cy="4096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F822CBE-58D8-4069-D95A-F43A5EEA600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05237" y="1794183"/>
                  <a:ext cx="11448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4C1279D-538D-51B0-52E2-C47526A8A247}"/>
                    </a:ext>
                  </a:extLst>
                </p14:cNvPr>
                <p14:cNvContentPartPr/>
                <p14:nvPr/>
              </p14:nvContentPartPr>
              <p14:xfrm>
                <a:off x="9446877" y="2022423"/>
                <a:ext cx="152280" cy="259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4C1279D-538D-51B0-52E2-C47526A8A24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28877" y="2004783"/>
                  <a:ext cx="1879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2C7DF6D-C230-3D43-E8E4-699FF6037230}"/>
                    </a:ext>
                  </a:extLst>
                </p14:cNvPr>
                <p14:cNvContentPartPr/>
                <p14:nvPr/>
              </p14:nvContentPartPr>
              <p14:xfrm>
                <a:off x="9437517" y="2095863"/>
                <a:ext cx="167040" cy="162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2C7DF6D-C230-3D43-E8E4-699FF603723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419877" y="2078223"/>
                  <a:ext cx="2026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CFC9E3CE-6DE7-314A-5FEC-586173ED57C7}"/>
                    </a:ext>
                  </a:extLst>
                </p14:cNvPr>
                <p14:cNvContentPartPr/>
                <p14:nvPr/>
              </p14:nvContentPartPr>
              <p14:xfrm>
                <a:off x="9874197" y="1915143"/>
                <a:ext cx="248760" cy="281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CFC9E3CE-6DE7-314A-5FEC-586173ED57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856557" y="1897503"/>
                  <a:ext cx="2844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A99368F-4AC9-1A49-3303-160BAB5A6B26}"/>
                    </a:ext>
                  </a:extLst>
                </p14:cNvPr>
                <p14:cNvContentPartPr/>
                <p14:nvPr/>
              </p14:nvContentPartPr>
              <p14:xfrm>
                <a:off x="7808157" y="1669983"/>
                <a:ext cx="80640" cy="775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A99368F-4AC9-1A49-3303-160BAB5A6B2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790517" y="1651983"/>
                  <a:ext cx="11628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1CB94E3-E15F-9C00-3AC5-A8C7FF7CC5DD}"/>
                    </a:ext>
                  </a:extLst>
                </p14:cNvPr>
                <p14:cNvContentPartPr/>
                <p14:nvPr/>
              </p14:nvContentPartPr>
              <p14:xfrm>
                <a:off x="7727877" y="1639743"/>
                <a:ext cx="2753640" cy="873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1CB94E3-E15F-9C00-3AC5-A8C7FF7CC5D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710237" y="1622103"/>
                  <a:ext cx="2789280" cy="90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7E8191AB-73DA-EC9E-E045-7E9C7B7E1AFA}"/>
                  </a:ext>
                </a:extLst>
              </p14:cNvPr>
              <p14:cNvContentPartPr/>
              <p14:nvPr/>
            </p14:nvContentPartPr>
            <p14:xfrm>
              <a:off x="2897757" y="5675343"/>
              <a:ext cx="36360" cy="16452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7E8191AB-73DA-EC9E-E045-7E9C7B7E1AFA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879757" y="5657343"/>
                <a:ext cx="7200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9B62C61-FAE5-71A0-0F4E-2E74E7A7985E}"/>
                  </a:ext>
                </a:extLst>
              </p14:cNvPr>
              <p14:cNvContentPartPr/>
              <p14:nvPr/>
            </p14:nvContentPartPr>
            <p14:xfrm>
              <a:off x="6142797" y="775023"/>
              <a:ext cx="2160" cy="243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9B62C61-FAE5-71A0-0F4E-2E74E7A7985E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6138477" y="770703"/>
                <a:ext cx="1080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67004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F7D0507F-F72E-A7FA-9375-D5031EB13564}"/>
              </a:ext>
            </a:extLst>
          </p:cNvPr>
          <p:cNvGrpSpPr/>
          <p:nvPr/>
        </p:nvGrpSpPr>
        <p:grpSpPr>
          <a:xfrm>
            <a:off x="623766" y="288663"/>
            <a:ext cx="869760" cy="492480"/>
            <a:chOff x="623766" y="288663"/>
            <a:chExt cx="869760" cy="49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377F777-3F58-9115-25B1-3EAB6477A211}"/>
                    </a:ext>
                  </a:extLst>
                </p14:cNvPr>
                <p14:cNvContentPartPr/>
                <p14:nvPr/>
              </p14:nvContentPartPr>
              <p14:xfrm>
                <a:off x="715206" y="288663"/>
                <a:ext cx="220680" cy="182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377F777-3F58-9115-25B1-3EAB6477A21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97566" y="271023"/>
                  <a:ext cx="2563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2194A62-D614-E7D3-F6BB-66B05732EF43}"/>
                    </a:ext>
                  </a:extLst>
                </p14:cNvPr>
                <p14:cNvContentPartPr/>
                <p14:nvPr/>
              </p14:nvContentPartPr>
              <p14:xfrm>
                <a:off x="623766" y="465063"/>
                <a:ext cx="254880" cy="3160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2194A62-D614-E7D3-F6BB-66B05732EF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5766" y="447423"/>
                  <a:ext cx="29052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5C95F13-7453-0AEF-727D-F9A5A0E2E70B}"/>
                    </a:ext>
                  </a:extLst>
                </p14:cNvPr>
                <p14:cNvContentPartPr/>
                <p14:nvPr/>
              </p14:nvContentPartPr>
              <p14:xfrm>
                <a:off x="732126" y="552903"/>
                <a:ext cx="295920" cy="171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5C95F13-7453-0AEF-727D-F9A5A0E2E7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14486" y="535263"/>
                  <a:ext cx="331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787C70D-41DB-A4E4-489F-0F19CA8D0580}"/>
                    </a:ext>
                  </a:extLst>
                </p14:cNvPr>
                <p14:cNvContentPartPr/>
                <p14:nvPr/>
              </p14:nvContentPartPr>
              <p14:xfrm>
                <a:off x="1035246" y="433383"/>
                <a:ext cx="15480" cy="21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787C70D-41DB-A4E4-489F-0F19CA8D058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7246" y="415743"/>
                  <a:ext cx="511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0E000B6-B9C5-7E1E-D4BF-17AE06C45747}"/>
                    </a:ext>
                  </a:extLst>
                </p14:cNvPr>
                <p14:cNvContentPartPr/>
                <p14:nvPr/>
              </p14:nvContentPartPr>
              <p14:xfrm>
                <a:off x="1103286" y="408183"/>
                <a:ext cx="390240" cy="360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0E000B6-B9C5-7E1E-D4BF-17AE06C4574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5646" y="390183"/>
                  <a:ext cx="42588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4F5138A-1854-0B3D-02CA-AAD2E6B09C18}"/>
              </a:ext>
            </a:extLst>
          </p:cNvPr>
          <p:cNvGrpSpPr/>
          <p:nvPr/>
        </p:nvGrpSpPr>
        <p:grpSpPr>
          <a:xfrm>
            <a:off x="2031726" y="443823"/>
            <a:ext cx="703440" cy="402480"/>
            <a:chOff x="2031726" y="443823"/>
            <a:chExt cx="70344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1274BFA-9CB2-B505-DACF-D7D33B0A507B}"/>
                    </a:ext>
                  </a:extLst>
                </p14:cNvPr>
                <p14:cNvContentPartPr/>
                <p14:nvPr/>
              </p14:nvContentPartPr>
              <p14:xfrm>
                <a:off x="2031726" y="443823"/>
                <a:ext cx="703440" cy="402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1274BFA-9CB2-B505-DACF-D7D33B0A507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4086" y="425823"/>
                  <a:ext cx="7390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5338F8-4CF8-8CFF-9E26-69AF6215716C}"/>
                    </a:ext>
                  </a:extLst>
                </p14:cNvPr>
                <p14:cNvContentPartPr/>
                <p14:nvPr/>
              </p14:nvContentPartPr>
              <p14:xfrm>
                <a:off x="2175006" y="615183"/>
                <a:ext cx="140040" cy="16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15338F8-4CF8-8CFF-9E26-69AF6215716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57366" y="597543"/>
                  <a:ext cx="17568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65C2AD-823A-A883-0C0D-987758E55CCD}"/>
              </a:ext>
            </a:extLst>
          </p:cNvPr>
          <p:cNvGrpSpPr/>
          <p:nvPr/>
        </p:nvGrpSpPr>
        <p:grpSpPr>
          <a:xfrm>
            <a:off x="3138366" y="420063"/>
            <a:ext cx="1011960" cy="472680"/>
            <a:chOff x="3138366" y="420063"/>
            <a:chExt cx="1011960" cy="47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B1248F-9A94-9C90-3952-DBD09BE2361B}"/>
                    </a:ext>
                  </a:extLst>
                </p14:cNvPr>
                <p14:cNvContentPartPr/>
                <p14:nvPr/>
              </p14:nvContentPartPr>
              <p14:xfrm>
                <a:off x="3138366" y="680703"/>
                <a:ext cx="240120" cy="156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B1248F-9A94-9C90-3952-DBD09BE2361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20366" y="663063"/>
                  <a:ext cx="275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6B4F8D-7DAF-BF22-3ECB-BD77393636E2}"/>
                    </a:ext>
                  </a:extLst>
                </p14:cNvPr>
                <p14:cNvContentPartPr/>
                <p14:nvPr/>
              </p14:nvContentPartPr>
              <p14:xfrm>
                <a:off x="3369846" y="420063"/>
                <a:ext cx="780480" cy="472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6B4F8D-7DAF-BF22-3ECB-BD77393636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52206" y="402423"/>
                  <a:ext cx="816120" cy="50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97A7665-7D26-F70D-F1E9-0948D7A75A01}"/>
                  </a:ext>
                </a:extLst>
              </p14:cNvPr>
              <p14:cNvContentPartPr/>
              <p14:nvPr/>
            </p14:nvContentPartPr>
            <p14:xfrm>
              <a:off x="4592406" y="552903"/>
              <a:ext cx="294120" cy="607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97A7665-7D26-F70D-F1E9-0948D7A75A0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74766" y="535263"/>
                <a:ext cx="329760" cy="64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C291F495-46D9-F5B9-B1C8-5A4D76E4E533}"/>
              </a:ext>
            </a:extLst>
          </p:cNvPr>
          <p:cNvGrpSpPr/>
          <p:nvPr/>
        </p:nvGrpSpPr>
        <p:grpSpPr>
          <a:xfrm>
            <a:off x="5376486" y="462543"/>
            <a:ext cx="682560" cy="342720"/>
            <a:chOff x="5376486" y="462543"/>
            <a:chExt cx="682560" cy="3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A5619F-1C30-29EF-B64E-5369A771BE2A}"/>
                    </a:ext>
                  </a:extLst>
                </p14:cNvPr>
                <p14:cNvContentPartPr/>
                <p14:nvPr/>
              </p14:nvContentPartPr>
              <p14:xfrm>
                <a:off x="5379366" y="462543"/>
                <a:ext cx="679680" cy="342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A5619F-1C30-29EF-B64E-5369A771BE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61366" y="444903"/>
                  <a:ext cx="7153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81CD24-C73A-5398-BF5A-A8886EDAB759}"/>
                    </a:ext>
                  </a:extLst>
                </p14:cNvPr>
                <p14:cNvContentPartPr/>
                <p14:nvPr/>
              </p14:nvContentPartPr>
              <p14:xfrm>
                <a:off x="5376486" y="580983"/>
                <a:ext cx="200880" cy="33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81CD24-C73A-5398-BF5A-A8886EDAB75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358486" y="563343"/>
                  <a:ext cx="23652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3896DC-2B03-ED47-F831-5DCC36B45941}"/>
              </a:ext>
            </a:extLst>
          </p:cNvPr>
          <p:cNvGrpSpPr/>
          <p:nvPr/>
        </p:nvGrpSpPr>
        <p:grpSpPr>
          <a:xfrm>
            <a:off x="6582846" y="398103"/>
            <a:ext cx="1307160" cy="388080"/>
            <a:chOff x="6582846" y="398103"/>
            <a:chExt cx="1307160" cy="38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AF55D73-448C-8E13-6862-33B3D8DB3AE5}"/>
                    </a:ext>
                  </a:extLst>
                </p14:cNvPr>
                <p14:cNvContentPartPr/>
                <p14:nvPr/>
              </p14:nvContentPartPr>
              <p14:xfrm>
                <a:off x="6582846" y="623103"/>
                <a:ext cx="31392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AF55D73-448C-8E13-6862-33B3D8DB3A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564846" y="605103"/>
                  <a:ext cx="349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EA36394-0F7A-F94E-1984-7DF44C066D10}"/>
                    </a:ext>
                  </a:extLst>
                </p14:cNvPr>
                <p14:cNvContentPartPr/>
                <p14:nvPr/>
              </p14:nvContentPartPr>
              <p14:xfrm>
                <a:off x="6936006" y="398103"/>
                <a:ext cx="636480" cy="38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EA36394-0F7A-F94E-1984-7DF44C066D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18366" y="380103"/>
                  <a:ext cx="67212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2F9E19-964B-E7BF-F061-38CE3D45727D}"/>
                    </a:ext>
                  </a:extLst>
                </p14:cNvPr>
                <p14:cNvContentPartPr/>
                <p14:nvPr/>
              </p14:nvContentPartPr>
              <p14:xfrm>
                <a:off x="7610646" y="616983"/>
                <a:ext cx="39960" cy="164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2F9E19-964B-E7BF-F061-38CE3D45727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592646" y="599343"/>
                  <a:ext cx="756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72B8C1F-279F-FBCF-46F3-7426DF31DE6C}"/>
                    </a:ext>
                  </a:extLst>
                </p14:cNvPr>
                <p14:cNvContentPartPr/>
                <p14:nvPr/>
              </p14:nvContentPartPr>
              <p14:xfrm>
                <a:off x="7767246" y="644703"/>
                <a:ext cx="83520" cy="107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72B8C1F-279F-FBCF-46F3-7426DF31DE6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749606" y="626703"/>
                  <a:ext cx="11916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6E1671-E3D3-7F45-AAC3-34679C388FB7}"/>
                    </a:ext>
                  </a:extLst>
                </p14:cNvPr>
                <p14:cNvContentPartPr/>
                <p14:nvPr/>
              </p14:nvContentPartPr>
              <p14:xfrm>
                <a:off x="7690926" y="609063"/>
                <a:ext cx="199080" cy="177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6E1671-E3D3-7F45-AAC3-34679C388FB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672926" y="591063"/>
                  <a:ext cx="2347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E06BE54-8D6C-A2B5-BDC3-4DFB9F5FDF4B}"/>
                    </a:ext>
                  </a:extLst>
                </p14:cNvPr>
                <p14:cNvContentPartPr/>
                <p14:nvPr/>
              </p14:nvContentPartPr>
              <p14:xfrm>
                <a:off x="7671126" y="437703"/>
                <a:ext cx="33840" cy="54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E06BE54-8D6C-A2B5-BDC3-4DFB9F5FDF4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53126" y="420063"/>
                  <a:ext cx="694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F34CC3-A777-2F32-1DC2-3E476F55B87C}"/>
                    </a:ext>
                  </a:extLst>
                </p14:cNvPr>
                <p14:cNvContentPartPr/>
                <p14:nvPr/>
              </p14:nvContentPartPr>
              <p14:xfrm>
                <a:off x="6990726" y="460383"/>
                <a:ext cx="407880" cy="61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F34CC3-A777-2F32-1DC2-3E476F55B87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972726" y="442383"/>
                  <a:ext cx="44352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D0DBC47-EB4B-2099-91CF-7507E2D4AA9E}"/>
                  </a:ext>
                </a:extLst>
              </p14:cNvPr>
              <p14:cNvContentPartPr/>
              <p14:nvPr/>
            </p14:nvContentPartPr>
            <p14:xfrm>
              <a:off x="8592366" y="846663"/>
              <a:ext cx="21240" cy="42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D0DBC47-EB4B-2099-91CF-7507E2D4AA9E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574726" y="828663"/>
                <a:ext cx="5688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8EDFAA2-23FB-D298-A99C-0F1F41B272E1}"/>
              </a:ext>
            </a:extLst>
          </p:cNvPr>
          <p:cNvGrpSpPr/>
          <p:nvPr/>
        </p:nvGrpSpPr>
        <p:grpSpPr>
          <a:xfrm>
            <a:off x="2831646" y="1232943"/>
            <a:ext cx="806760" cy="1483200"/>
            <a:chOff x="2831646" y="1232943"/>
            <a:chExt cx="806760" cy="148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632C93B-EF27-F167-7FCC-8C0841E67443}"/>
                    </a:ext>
                  </a:extLst>
                </p14:cNvPr>
                <p14:cNvContentPartPr/>
                <p14:nvPr/>
              </p14:nvContentPartPr>
              <p14:xfrm>
                <a:off x="2831646" y="1232943"/>
                <a:ext cx="409320" cy="1483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632C93B-EF27-F167-7FCC-8C0841E674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814006" y="1214943"/>
                  <a:ext cx="444960" cy="15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FD2D6F-5637-D7A4-EC96-8B1C81C382D7}"/>
                    </a:ext>
                  </a:extLst>
                </p14:cNvPr>
                <p14:cNvContentPartPr/>
                <p14:nvPr/>
              </p14:nvContentPartPr>
              <p14:xfrm>
                <a:off x="3506286" y="1422303"/>
                <a:ext cx="24840" cy="25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FD2D6F-5637-D7A4-EC96-8B1C81C382D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88286" y="1404303"/>
                  <a:ext cx="60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4B7724-97BB-232C-29A3-EFDF0B2A9A4C}"/>
                    </a:ext>
                  </a:extLst>
                </p14:cNvPr>
                <p14:cNvContentPartPr/>
                <p14:nvPr/>
              </p14:nvContentPartPr>
              <p14:xfrm>
                <a:off x="3434286" y="1843863"/>
                <a:ext cx="204120" cy="187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4B7724-97BB-232C-29A3-EFDF0B2A9A4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16286" y="1826223"/>
                  <a:ext cx="2397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DAA7FB3-5702-3178-BFCC-548651214089}"/>
                    </a:ext>
                  </a:extLst>
                </p14:cNvPr>
                <p14:cNvContentPartPr/>
                <p14:nvPr/>
              </p14:nvContentPartPr>
              <p14:xfrm>
                <a:off x="3424566" y="2217183"/>
                <a:ext cx="131040" cy="2188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DAA7FB3-5702-3178-BFCC-5486512140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06566" y="2199183"/>
                  <a:ext cx="166680" cy="25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7A1F49D-26B3-FE57-565D-07FFDB2723DC}"/>
                  </a:ext>
                </a:extLst>
              </p14:cNvPr>
              <p14:cNvContentPartPr/>
              <p14:nvPr/>
            </p14:nvContentPartPr>
            <p14:xfrm>
              <a:off x="4522926" y="1313943"/>
              <a:ext cx="11160" cy="2390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7A1F49D-26B3-FE57-565D-07FFDB2723D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505286" y="1296303"/>
                <a:ext cx="46800" cy="274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5747E609-CA65-FA00-122C-9DC81CB84E35}"/>
              </a:ext>
            </a:extLst>
          </p:cNvPr>
          <p:cNvGrpSpPr/>
          <p:nvPr/>
        </p:nvGrpSpPr>
        <p:grpSpPr>
          <a:xfrm>
            <a:off x="4323126" y="1792383"/>
            <a:ext cx="360000" cy="210960"/>
            <a:chOff x="4323126" y="1792383"/>
            <a:chExt cx="36000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8C66CD-7DE6-9FB1-AD51-658BC9DC965E}"/>
                    </a:ext>
                  </a:extLst>
                </p14:cNvPr>
                <p14:cNvContentPartPr/>
                <p14:nvPr/>
              </p14:nvContentPartPr>
              <p14:xfrm>
                <a:off x="4323126" y="1872663"/>
                <a:ext cx="173880" cy="6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8C66CD-7DE6-9FB1-AD51-658BC9DC965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05126" y="1854663"/>
                  <a:ext cx="209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50C97C7-838C-A83D-0B0A-5A805C5469E3}"/>
                    </a:ext>
                  </a:extLst>
                </p14:cNvPr>
                <p14:cNvContentPartPr/>
                <p14:nvPr/>
              </p14:nvContentPartPr>
              <p14:xfrm>
                <a:off x="4563246" y="1792383"/>
                <a:ext cx="119880" cy="210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50C97C7-838C-A83D-0B0A-5A805C5469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545606" y="1774383"/>
                  <a:ext cx="155520" cy="24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38F7780-7540-B065-844B-AFF7A8B4FD76}"/>
                  </a:ext>
                </a:extLst>
              </p14:cNvPr>
              <p14:cNvContentPartPr/>
              <p14:nvPr/>
            </p14:nvContentPartPr>
            <p14:xfrm>
              <a:off x="4491966" y="2269023"/>
              <a:ext cx="198720" cy="171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38F7780-7540-B065-844B-AFF7A8B4FD7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473966" y="2251383"/>
                <a:ext cx="23436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3B46EABA-EFBB-439C-5191-11613C30A1EC}"/>
              </a:ext>
            </a:extLst>
          </p:cNvPr>
          <p:cNvGrpSpPr/>
          <p:nvPr/>
        </p:nvGrpSpPr>
        <p:grpSpPr>
          <a:xfrm>
            <a:off x="5328966" y="1180023"/>
            <a:ext cx="622800" cy="1415160"/>
            <a:chOff x="5328966" y="1180023"/>
            <a:chExt cx="622800" cy="141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E64982A-35F6-2295-D19D-603DE1830CC3}"/>
                    </a:ext>
                  </a:extLst>
                </p14:cNvPr>
                <p14:cNvContentPartPr/>
                <p14:nvPr/>
              </p14:nvContentPartPr>
              <p14:xfrm>
                <a:off x="5328966" y="1371543"/>
                <a:ext cx="169200" cy="10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E64982A-35F6-2295-D19D-603DE1830CC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311326" y="1353543"/>
                  <a:ext cx="204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C8B2FCA-69E0-D6B8-8ABF-233C5B882C09}"/>
                    </a:ext>
                  </a:extLst>
                </p14:cNvPr>
                <p14:cNvContentPartPr/>
                <p14:nvPr/>
              </p14:nvContentPartPr>
              <p14:xfrm>
                <a:off x="5577006" y="1294143"/>
                <a:ext cx="17640" cy="199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C8B2FCA-69E0-D6B8-8ABF-233C5B882C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59366" y="1276503"/>
                  <a:ext cx="532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9EBF0E1-4BEF-14AF-5F35-E995C8E5F7CF}"/>
                    </a:ext>
                  </a:extLst>
                </p14:cNvPr>
                <p14:cNvContentPartPr/>
                <p14:nvPr/>
              </p14:nvContentPartPr>
              <p14:xfrm>
                <a:off x="5441646" y="1816143"/>
                <a:ext cx="105120" cy="22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9EBF0E1-4BEF-14AF-5F35-E995C8E5F7C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23646" y="1798503"/>
                  <a:ext cx="140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CC5869A-E345-D68B-C357-6EA3C9E99B12}"/>
                    </a:ext>
                  </a:extLst>
                </p14:cNvPr>
                <p14:cNvContentPartPr/>
                <p14:nvPr/>
              </p14:nvContentPartPr>
              <p14:xfrm>
                <a:off x="5369646" y="2193423"/>
                <a:ext cx="135720" cy="217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CC5869A-E345-D68B-C357-6EA3C9E99B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51646" y="2175423"/>
                  <a:ext cx="171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B647B69-3996-A6C9-346B-420546AB67D8}"/>
                    </a:ext>
                  </a:extLst>
                </p14:cNvPr>
                <p14:cNvContentPartPr/>
                <p14:nvPr/>
              </p14:nvContentPartPr>
              <p14:xfrm>
                <a:off x="5686086" y="1180023"/>
                <a:ext cx="265680" cy="1415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B647B69-3996-A6C9-346B-420546AB67D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8446" y="1162383"/>
                  <a:ext cx="301320" cy="145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6D8E969-76BD-39D0-0A56-AF3D7C2398D2}"/>
              </a:ext>
            </a:extLst>
          </p:cNvPr>
          <p:cNvGrpSpPr/>
          <p:nvPr/>
        </p:nvGrpSpPr>
        <p:grpSpPr>
          <a:xfrm>
            <a:off x="1631046" y="1522383"/>
            <a:ext cx="195480" cy="205920"/>
            <a:chOff x="1631046" y="1522383"/>
            <a:chExt cx="19548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8016966-0D45-CA0B-8C17-50D610C77D7B}"/>
                    </a:ext>
                  </a:extLst>
                </p14:cNvPr>
                <p14:cNvContentPartPr/>
                <p14:nvPr/>
              </p14:nvContentPartPr>
              <p14:xfrm>
                <a:off x="1631046" y="1522383"/>
                <a:ext cx="33840" cy="205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8016966-0D45-CA0B-8C17-50D610C77D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613046" y="1504383"/>
                  <a:ext cx="694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DDB9C82-BE44-8A53-3DAE-1D6F5DA6B10E}"/>
                    </a:ext>
                  </a:extLst>
                </p14:cNvPr>
                <p14:cNvContentPartPr/>
                <p14:nvPr/>
              </p14:nvContentPartPr>
              <p14:xfrm>
                <a:off x="1818246" y="1627503"/>
                <a:ext cx="8280" cy="14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DDB9C82-BE44-8A53-3DAE-1D6F5DA6B10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00246" y="1609863"/>
                  <a:ext cx="4392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50973F9-6A23-FC8D-82CC-75C5E94FDE64}"/>
              </a:ext>
            </a:extLst>
          </p:cNvPr>
          <p:cNvGrpSpPr/>
          <p:nvPr/>
        </p:nvGrpSpPr>
        <p:grpSpPr>
          <a:xfrm>
            <a:off x="1488486" y="3547743"/>
            <a:ext cx="387360" cy="316440"/>
            <a:chOff x="1488486" y="3547743"/>
            <a:chExt cx="3873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64BFE2F-43B0-C734-8F57-7AE89CEDADD3}"/>
                    </a:ext>
                  </a:extLst>
                </p14:cNvPr>
                <p14:cNvContentPartPr/>
                <p14:nvPr/>
              </p14:nvContentPartPr>
              <p14:xfrm>
                <a:off x="1488486" y="3547743"/>
                <a:ext cx="192240" cy="316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64BFE2F-43B0-C734-8F57-7AE89CEDADD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70846" y="3529743"/>
                  <a:ext cx="2278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0EDC63F-5FBE-F514-28A3-2FB0FD484243}"/>
                    </a:ext>
                  </a:extLst>
                </p14:cNvPr>
                <p14:cNvContentPartPr/>
                <p14:nvPr/>
              </p14:nvContentPartPr>
              <p14:xfrm>
                <a:off x="1874406" y="3727023"/>
                <a:ext cx="1440" cy="22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0EDC63F-5FBE-F514-28A3-2FB0FD48424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56406" y="3709383"/>
                  <a:ext cx="3708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2555594-8682-F263-F635-CB12673AC2F5}"/>
                  </a:ext>
                </a:extLst>
              </p14:cNvPr>
              <p14:cNvContentPartPr/>
              <p14:nvPr/>
            </p14:nvContentPartPr>
            <p14:xfrm>
              <a:off x="2676486" y="3470343"/>
              <a:ext cx="335160" cy="15598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2555594-8682-F263-F635-CB12673AC2F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658486" y="3452703"/>
                <a:ext cx="370800" cy="15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282A279-B50B-EF35-0C8E-C2513EE06F10}"/>
                  </a:ext>
                </a:extLst>
              </p14:cNvPr>
              <p14:cNvContentPartPr/>
              <p14:nvPr/>
            </p14:nvContentPartPr>
            <p14:xfrm>
              <a:off x="3415206" y="3474303"/>
              <a:ext cx="16920" cy="2440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282A279-B50B-EF35-0C8E-C2513EE06F1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397206" y="3456663"/>
                <a:ext cx="525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874082B-3DE1-F5B9-45DD-4CF0C3965FA2}"/>
                  </a:ext>
                </a:extLst>
              </p14:cNvPr>
              <p14:cNvContentPartPr/>
              <p14:nvPr/>
            </p14:nvContentPartPr>
            <p14:xfrm>
              <a:off x="3294966" y="4134903"/>
              <a:ext cx="169560" cy="2005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874082B-3DE1-F5B9-45DD-4CF0C3965FA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277326" y="4117263"/>
                <a:ext cx="20520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B7CFF54-4B84-FB62-01AC-5AFB02FB5219}"/>
                  </a:ext>
                </a:extLst>
              </p14:cNvPr>
              <p14:cNvContentPartPr/>
              <p14:nvPr/>
            </p14:nvContentPartPr>
            <p14:xfrm>
              <a:off x="3284526" y="4556103"/>
              <a:ext cx="195840" cy="286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B7CFF54-4B84-FB62-01AC-5AFB02FB521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266526" y="4538463"/>
                <a:ext cx="23148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CCB580E7-E36F-43CE-AE86-107A145A1FA4}"/>
                  </a:ext>
                </a:extLst>
              </p14:cNvPr>
              <p14:cNvContentPartPr/>
              <p14:nvPr/>
            </p14:nvContentPartPr>
            <p14:xfrm>
              <a:off x="4067166" y="3588783"/>
              <a:ext cx="247320" cy="2048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CCB580E7-E36F-43CE-AE86-107A145A1FA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049526" y="3570783"/>
                <a:ext cx="2829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2BCFAB6-C09F-4265-9698-2371A9A4E0D3}"/>
                  </a:ext>
                </a:extLst>
              </p14:cNvPr>
              <p14:cNvContentPartPr/>
              <p14:nvPr/>
            </p14:nvContentPartPr>
            <p14:xfrm>
              <a:off x="4120806" y="4104303"/>
              <a:ext cx="136440" cy="29628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2BCFAB6-C09F-4265-9698-2371A9A4E0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03166" y="4086663"/>
                <a:ext cx="1720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8E0A935-62B9-4C88-6CF0-6B178876220D}"/>
                  </a:ext>
                </a:extLst>
              </p14:cNvPr>
              <p14:cNvContentPartPr/>
              <p14:nvPr/>
            </p14:nvContentPartPr>
            <p14:xfrm>
              <a:off x="4073646" y="4636743"/>
              <a:ext cx="202680" cy="2646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8E0A935-62B9-4C88-6CF0-6B178876220D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055646" y="4619103"/>
                <a:ext cx="23832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2D296D1F-509D-12CB-8A15-2797DF435884}"/>
              </a:ext>
            </a:extLst>
          </p:cNvPr>
          <p:cNvGrpSpPr/>
          <p:nvPr/>
        </p:nvGrpSpPr>
        <p:grpSpPr>
          <a:xfrm>
            <a:off x="4940526" y="3355143"/>
            <a:ext cx="879840" cy="1509840"/>
            <a:chOff x="4940526" y="3355143"/>
            <a:chExt cx="879840" cy="15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1EFC3F-75CB-8FB8-038C-EBE076B6F465}"/>
                    </a:ext>
                  </a:extLst>
                </p14:cNvPr>
                <p14:cNvContentPartPr/>
                <p14:nvPr/>
              </p14:nvContentPartPr>
              <p14:xfrm>
                <a:off x="5112246" y="3527943"/>
                <a:ext cx="153360" cy="240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1EFC3F-75CB-8FB8-038C-EBE076B6F46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94246" y="3509943"/>
                  <a:ext cx="1890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0850F28-2433-7312-95F2-4077B02A4261}"/>
                    </a:ext>
                  </a:extLst>
                </p14:cNvPr>
                <p14:cNvContentPartPr/>
                <p14:nvPr/>
              </p14:nvContentPartPr>
              <p14:xfrm>
                <a:off x="5039166" y="4127703"/>
                <a:ext cx="131760" cy="22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0850F28-2433-7312-95F2-4077B02A42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21526" y="4110063"/>
                  <a:ext cx="16740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E264110-177C-10FD-6104-E0F14A3B3765}"/>
                    </a:ext>
                  </a:extLst>
                </p14:cNvPr>
                <p14:cNvContentPartPr/>
                <p14:nvPr/>
              </p14:nvContentPartPr>
              <p14:xfrm>
                <a:off x="4940526" y="4618743"/>
                <a:ext cx="37440" cy="222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E264110-177C-10FD-6104-E0F14A3B376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922886" y="4601103"/>
                  <a:ext cx="73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633EFD4-B95F-56A9-A344-D639129F14D2}"/>
                    </a:ext>
                  </a:extLst>
                </p14:cNvPr>
                <p14:cNvContentPartPr/>
                <p14:nvPr/>
              </p14:nvContentPartPr>
              <p14:xfrm>
                <a:off x="5130966" y="4650063"/>
                <a:ext cx="164520" cy="137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633EFD4-B95F-56A9-A344-D639129F14D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12966" y="4632063"/>
                  <a:ext cx="200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87C01B-224C-0832-4DF9-8F67BD6459F3}"/>
                    </a:ext>
                  </a:extLst>
                </p14:cNvPr>
                <p14:cNvContentPartPr/>
                <p14:nvPr/>
              </p14:nvContentPartPr>
              <p14:xfrm>
                <a:off x="5453886" y="3355143"/>
                <a:ext cx="366480" cy="1509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87C01B-224C-0832-4DF9-8F67BD6459F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435886" y="3337503"/>
                  <a:ext cx="402120" cy="154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EDD6EF21-0444-CDF5-1E33-C7FC8B88894F}"/>
                  </a:ext>
                </a:extLst>
              </p14:cNvPr>
              <p14:cNvContentPartPr/>
              <p14:nvPr/>
            </p14:nvContentPartPr>
            <p14:xfrm>
              <a:off x="1491006" y="5707743"/>
              <a:ext cx="27360" cy="50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EDD6EF21-0444-CDF5-1E33-C7FC8B88894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473006" y="5689743"/>
                <a:ext cx="6300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8F73F51E-7DD2-D4EC-E927-279BA5D56213}"/>
              </a:ext>
            </a:extLst>
          </p:cNvPr>
          <p:cNvGrpSpPr/>
          <p:nvPr/>
        </p:nvGrpSpPr>
        <p:grpSpPr>
          <a:xfrm>
            <a:off x="2649486" y="5465823"/>
            <a:ext cx="739440" cy="1257840"/>
            <a:chOff x="2649486" y="5465823"/>
            <a:chExt cx="739440" cy="12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CCB9452-E2B8-9AC1-8021-D4D15A604937}"/>
                    </a:ext>
                  </a:extLst>
                </p14:cNvPr>
                <p14:cNvContentPartPr/>
                <p14:nvPr/>
              </p14:nvContentPartPr>
              <p14:xfrm>
                <a:off x="2649486" y="5465823"/>
                <a:ext cx="561240" cy="12578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CCB9452-E2B8-9AC1-8021-D4D15A60493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31486" y="5447823"/>
                  <a:ext cx="596880" cy="12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F7156F8-F655-39B7-8543-DA9A52068CD7}"/>
                    </a:ext>
                  </a:extLst>
                </p14:cNvPr>
                <p14:cNvContentPartPr/>
                <p14:nvPr/>
              </p14:nvContentPartPr>
              <p14:xfrm>
                <a:off x="3203526" y="5606583"/>
                <a:ext cx="185400" cy="205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F7156F8-F655-39B7-8543-DA9A52068CD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185526" y="5588583"/>
                  <a:ext cx="221040" cy="24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8310A6B-00EF-8E93-5994-399466CA06F5}"/>
              </a:ext>
            </a:extLst>
          </p:cNvPr>
          <p:cNvGrpSpPr/>
          <p:nvPr/>
        </p:nvGrpSpPr>
        <p:grpSpPr>
          <a:xfrm>
            <a:off x="3930726" y="5558703"/>
            <a:ext cx="308160" cy="216000"/>
            <a:chOff x="3930726" y="5558703"/>
            <a:chExt cx="30816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935AE12-F842-891D-C8F8-33929FE248E7}"/>
                    </a:ext>
                  </a:extLst>
                </p14:cNvPr>
                <p14:cNvContentPartPr/>
                <p14:nvPr/>
              </p14:nvContentPartPr>
              <p14:xfrm>
                <a:off x="3930726" y="5564103"/>
                <a:ext cx="129240" cy="210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935AE12-F842-891D-C8F8-33929FE248E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13086" y="5546463"/>
                  <a:ext cx="164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3DB07FB-18F2-0EDC-9AA1-C85DC167B896}"/>
                    </a:ext>
                  </a:extLst>
                </p14:cNvPr>
                <p14:cNvContentPartPr/>
                <p14:nvPr/>
              </p14:nvContentPartPr>
              <p14:xfrm>
                <a:off x="4012806" y="5558703"/>
                <a:ext cx="226080" cy="50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3DB07FB-18F2-0EDC-9AA1-C85DC167B89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94806" y="5540703"/>
                  <a:ext cx="261720" cy="85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E563770-8C41-BDEE-0E50-D84BA99E8E81}"/>
                  </a:ext>
                </a:extLst>
              </p14:cNvPr>
              <p14:cNvContentPartPr/>
              <p14:nvPr/>
            </p14:nvContentPartPr>
            <p14:xfrm>
              <a:off x="3323046" y="6084303"/>
              <a:ext cx="27360" cy="171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E563770-8C41-BDEE-0E50-D84BA99E8E8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305046" y="6066663"/>
                <a:ext cx="630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5345322-8AD7-AAC1-87F2-435FB7BDCD3F}"/>
                  </a:ext>
                </a:extLst>
              </p14:cNvPr>
              <p14:cNvContentPartPr/>
              <p14:nvPr/>
            </p14:nvContentPartPr>
            <p14:xfrm>
              <a:off x="4005966" y="6117423"/>
              <a:ext cx="298080" cy="1393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5345322-8AD7-AAC1-87F2-435FB7BDCD3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988326" y="6099423"/>
                <a:ext cx="333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8C9DC2A-2C51-CA70-105E-BC1454158E1E}"/>
                  </a:ext>
                </a:extLst>
              </p14:cNvPr>
              <p14:cNvContentPartPr/>
              <p14:nvPr/>
            </p14:nvContentPartPr>
            <p14:xfrm>
              <a:off x="3214326" y="6476343"/>
              <a:ext cx="182880" cy="190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8C9DC2A-2C51-CA70-105E-BC1454158E1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196326" y="6458343"/>
                <a:ext cx="21852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088D3CEC-9954-CA67-48C4-C480EE0307FE}"/>
                  </a:ext>
                </a:extLst>
              </p14:cNvPr>
              <p14:cNvContentPartPr/>
              <p14:nvPr/>
            </p14:nvContentPartPr>
            <p14:xfrm>
              <a:off x="4058526" y="6481383"/>
              <a:ext cx="199800" cy="1987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088D3CEC-9954-CA67-48C4-C480EE0307F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040526" y="6463383"/>
                <a:ext cx="235440" cy="23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30F30A51-D4CF-E24A-8BF6-EEBE79E9210D}"/>
              </a:ext>
            </a:extLst>
          </p:cNvPr>
          <p:cNvGrpSpPr/>
          <p:nvPr/>
        </p:nvGrpSpPr>
        <p:grpSpPr>
          <a:xfrm>
            <a:off x="4583406" y="5439903"/>
            <a:ext cx="749520" cy="1579320"/>
            <a:chOff x="4583406" y="5439903"/>
            <a:chExt cx="749520" cy="157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67B7028-A3D3-05D0-AB82-58DCC1905603}"/>
                    </a:ext>
                  </a:extLst>
                </p14:cNvPr>
                <p14:cNvContentPartPr/>
                <p14:nvPr/>
              </p14:nvContentPartPr>
              <p14:xfrm>
                <a:off x="4659726" y="5548983"/>
                <a:ext cx="231480" cy="263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67B7028-A3D3-05D0-AB82-58DCC190560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41726" y="5531343"/>
                  <a:ext cx="26712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190ECDC-A600-ABEA-141D-2FE5C7416F5A}"/>
                    </a:ext>
                  </a:extLst>
                </p14:cNvPr>
                <p14:cNvContentPartPr/>
                <p14:nvPr/>
              </p14:nvContentPartPr>
              <p14:xfrm>
                <a:off x="4637406" y="6091503"/>
                <a:ext cx="164160" cy="174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190ECDC-A600-ABEA-141D-2FE5C7416F5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19406" y="6073503"/>
                  <a:ext cx="1998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C7FBC0-0E52-56E9-5621-8099F4684992}"/>
                    </a:ext>
                  </a:extLst>
                </p14:cNvPr>
                <p14:cNvContentPartPr/>
                <p14:nvPr/>
              </p14:nvContentPartPr>
              <p14:xfrm>
                <a:off x="4583406" y="6503703"/>
                <a:ext cx="171720" cy="228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C7FBC0-0E52-56E9-5621-8099F468499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5406" y="6486063"/>
                  <a:ext cx="207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BC97F6-A495-324D-101F-7A61797A2E9A}"/>
                    </a:ext>
                  </a:extLst>
                </p14:cNvPr>
                <p14:cNvContentPartPr/>
                <p14:nvPr/>
              </p14:nvContentPartPr>
              <p14:xfrm>
                <a:off x="4893006" y="5439903"/>
                <a:ext cx="439920" cy="15793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BC97F6-A495-324D-101F-7A61797A2E9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75006" y="5422263"/>
                  <a:ext cx="475560" cy="161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6D7B544F-1169-8FDC-6FF3-E452D74EC83A}"/>
                  </a:ext>
                </a:extLst>
              </p14:cNvPr>
              <p14:cNvContentPartPr/>
              <p14:nvPr/>
            </p14:nvContentPartPr>
            <p14:xfrm>
              <a:off x="1086366" y="5591103"/>
              <a:ext cx="187200" cy="2635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6D7B544F-1169-8FDC-6FF3-E452D74EC83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1068726" y="5573463"/>
                <a:ext cx="222840" cy="29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89" name="Group 88">
            <a:extLst>
              <a:ext uri="{FF2B5EF4-FFF2-40B4-BE49-F238E27FC236}">
                <a16:creationId xmlns:a16="http://schemas.microsoft.com/office/drawing/2014/main" id="{C85D129C-FC27-56A4-3347-E6E47273D9D0}"/>
              </a:ext>
            </a:extLst>
          </p:cNvPr>
          <p:cNvGrpSpPr/>
          <p:nvPr/>
        </p:nvGrpSpPr>
        <p:grpSpPr>
          <a:xfrm>
            <a:off x="6380886" y="1336623"/>
            <a:ext cx="645120" cy="306000"/>
            <a:chOff x="6380886" y="1336623"/>
            <a:chExt cx="645120" cy="30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A72365E-A070-BF59-0470-C670A119C655}"/>
                    </a:ext>
                  </a:extLst>
                </p14:cNvPr>
                <p14:cNvContentPartPr/>
                <p14:nvPr/>
              </p14:nvContentPartPr>
              <p14:xfrm>
                <a:off x="6380886" y="1336623"/>
                <a:ext cx="586440" cy="306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A72365E-A070-BF59-0470-C670A119C6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76566" y="1332303"/>
                  <a:ext cx="5950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8AFD90F-DD5F-2BFE-F54D-9CF61C66ECE2}"/>
                    </a:ext>
                  </a:extLst>
                </p14:cNvPr>
                <p14:cNvContentPartPr/>
                <p14:nvPr/>
              </p14:nvContentPartPr>
              <p14:xfrm>
                <a:off x="7008006" y="1565583"/>
                <a:ext cx="18000" cy="11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8AFD90F-DD5F-2BFE-F54D-9CF61C66ECE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03686" y="1561263"/>
                  <a:ext cx="266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B5A2F593-935D-3987-8353-413869C9618D}"/>
              </a:ext>
            </a:extLst>
          </p:cNvPr>
          <p:cNvGrpSpPr/>
          <p:nvPr/>
        </p:nvGrpSpPr>
        <p:grpSpPr>
          <a:xfrm>
            <a:off x="7273326" y="1327623"/>
            <a:ext cx="1485720" cy="367200"/>
            <a:chOff x="7273326" y="1327623"/>
            <a:chExt cx="148572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DBA7A4A-A2FF-99A7-04EB-38F3495B5786}"/>
                    </a:ext>
                  </a:extLst>
                </p14:cNvPr>
                <p14:cNvContentPartPr/>
                <p14:nvPr/>
              </p14:nvContentPartPr>
              <p14:xfrm>
                <a:off x="7273326" y="1327623"/>
                <a:ext cx="244080" cy="332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DBA7A4A-A2FF-99A7-04EB-38F3495B578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69006" y="1323303"/>
                  <a:ext cx="2527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20CC11A-42B8-B94A-AA70-74F1F7011781}"/>
                    </a:ext>
                  </a:extLst>
                </p14:cNvPr>
                <p14:cNvContentPartPr/>
                <p14:nvPr/>
              </p14:nvContentPartPr>
              <p14:xfrm>
                <a:off x="7523526" y="1481703"/>
                <a:ext cx="429840" cy="174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20CC11A-42B8-B94A-AA70-74F1F701178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19206" y="1477383"/>
                  <a:ext cx="4384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65D38DED-5496-99AB-3DA7-9E64D7DDBEDC}"/>
                    </a:ext>
                  </a:extLst>
                </p14:cNvPr>
                <p14:cNvContentPartPr/>
                <p14:nvPr/>
              </p14:nvContentPartPr>
              <p14:xfrm>
                <a:off x="7973166" y="1433463"/>
                <a:ext cx="54000" cy="261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5D38DED-5496-99AB-3DA7-9E64D7DDBE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68846" y="1429143"/>
                  <a:ext cx="626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7A782F7-7824-7D7F-3F00-924849040A51}"/>
                    </a:ext>
                  </a:extLst>
                </p14:cNvPr>
                <p14:cNvContentPartPr/>
                <p14:nvPr/>
              </p14:nvContentPartPr>
              <p14:xfrm>
                <a:off x="7976046" y="1478823"/>
                <a:ext cx="223200" cy="1767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7A782F7-7824-7D7F-3F00-924849040A5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71726" y="1474503"/>
                  <a:ext cx="231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1059F3C-821B-0528-35C7-1DD245D0F276}"/>
                    </a:ext>
                  </a:extLst>
                </p14:cNvPr>
                <p14:cNvContentPartPr/>
                <p14:nvPr/>
              </p14:nvContentPartPr>
              <p14:xfrm>
                <a:off x="8306886" y="1524903"/>
                <a:ext cx="189000" cy="96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1059F3C-821B-0528-35C7-1DD245D0F27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302566" y="1520583"/>
                  <a:ext cx="1976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7B4989C-8E7B-E507-6B24-312A2629B06F}"/>
                    </a:ext>
                  </a:extLst>
                </p14:cNvPr>
                <p14:cNvContentPartPr/>
                <p14:nvPr/>
              </p14:nvContentPartPr>
              <p14:xfrm>
                <a:off x="8634126" y="1461183"/>
                <a:ext cx="124920" cy="167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7B4989C-8E7B-E507-6B24-312A2629B06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629806" y="1456863"/>
                  <a:ext cx="1335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3A2D5ED-D997-DE61-B4B0-99AC1F9D3387}"/>
              </a:ext>
            </a:extLst>
          </p:cNvPr>
          <p:cNvGrpSpPr/>
          <p:nvPr/>
        </p:nvGrpSpPr>
        <p:grpSpPr>
          <a:xfrm>
            <a:off x="6309246" y="3688863"/>
            <a:ext cx="765720" cy="284400"/>
            <a:chOff x="6309246" y="3688863"/>
            <a:chExt cx="765720" cy="2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5179F6A-A868-E59D-1CC0-0A57A1AEE4CC}"/>
                    </a:ext>
                  </a:extLst>
                </p14:cNvPr>
                <p14:cNvContentPartPr/>
                <p14:nvPr/>
              </p14:nvContentPartPr>
              <p14:xfrm>
                <a:off x="6309246" y="3688863"/>
                <a:ext cx="182880" cy="284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5179F6A-A868-E59D-1CC0-0A57A1AEE4C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304926" y="3684543"/>
                  <a:ext cx="1915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6F0822A-2B4E-DD14-1153-FE84D15B000E}"/>
                    </a:ext>
                  </a:extLst>
                </p14:cNvPr>
                <p14:cNvContentPartPr/>
                <p14:nvPr/>
              </p14:nvContentPartPr>
              <p14:xfrm>
                <a:off x="6415446" y="3749703"/>
                <a:ext cx="540360" cy="186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6F0822A-2B4E-DD14-1153-FE84D15B00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411126" y="3745383"/>
                  <a:ext cx="549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3C7E783-9BC6-C0A3-6E1B-638A8F31B01B}"/>
                    </a:ext>
                  </a:extLst>
                </p14:cNvPr>
                <p14:cNvContentPartPr/>
                <p14:nvPr/>
              </p14:nvContentPartPr>
              <p14:xfrm>
                <a:off x="7056246" y="3877863"/>
                <a:ext cx="18720" cy="3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3C7E783-9BC6-C0A3-6E1B-638A8F31B01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051926" y="3873543"/>
                  <a:ext cx="2736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C9E1A5F-BD18-9D9F-3734-0BC301A8E6E0}"/>
              </a:ext>
            </a:extLst>
          </p:cNvPr>
          <p:cNvGrpSpPr/>
          <p:nvPr/>
        </p:nvGrpSpPr>
        <p:grpSpPr>
          <a:xfrm>
            <a:off x="7416246" y="3589503"/>
            <a:ext cx="1342080" cy="380520"/>
            <a:chOff x="7416246" y="3589503"/>
            <a:chExt cx="1342080" cy="38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7CC3B42-3289-7204-EC56-007CE8477570}"/>
                    </a:ext>
                  </a:extLst>
                </p14:cNvPr>
                <p14:cNvContentPartPr/>
                <p14:nvPr/>
              </p14:nvContentPartPr>
              <p14:xfrm>
                <a:off x="7416246" y="3630183"/>
                <a:ext cx="218160" cy="339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7CC3B42-3289-7204-EC56-007CE847757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11926" y="3625863"/>
                  <a:ext cx="22680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153E948-E1CB-5A74-FD0D-0E25C6B39C18}"/>
                    </a:ext>
                  </a:extLst>
                </p14:cNvPr>
                <p14:cNvContentPartPr/>
                <p14:nvPr/>
              </p14:nvContentPartPr>
              <p14:xfrm>
                <a:off x="7706406" y="3589503"/>
                <a:ext cx="667080" cy="380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153E948-E1CB-5A74-FD0D-0E25C6B39C1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02086" y="3585183"/>
                  <a:ext cx="6757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2E2FCD74-82FB-EF0F-B542-A559B750E9B1}"/>
                    </a:ext>
                  </a:extLst>
                </p14:cNvPr>
                <p14:cNvContentPartPr/>
                <p14:nvPr/>
              </p14:nvContentPartPr>
              <p14:xfrm>
                <a:off x="8518566" y="3810183"/>
                <a:ext cx="239760" cy="143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2E2FCD74-82FB-EF0F-B542-A559B750E9B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514246" y="3805863"/>
                  <a:ext cx="24840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D48CA790-B85C-D11B-82FD-81118D315024}"/>
                  </a:ext>
                </a:extLst>
              </p14:cNvPr>
              <p14:cNvContentPartPr/>
              <p14:nvPr/>
            </p14:nvContentPartPr>
            <p14:xfrm>
              <a:off x="8950206" y="3602103"/>
              <a:ext cx="268200" cy="2728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D48CA790-B85C-D11B-82FD-81118D315024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945886" y="3597783"/>
                <a:ext cx="27684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A235B26D-45C8-6813-BC4B-F63437EEA1F7}"/>
              </a:ext>
            </a:extLst>
          </p:cNvPr>
          <p:cNvGrpSpPr/>
          <p:nvPr/>
        </p:nvGrpSpPr>
        <p:grpSpPr>
          <a:xfrm>
            <a:off x="6244446" y="5980263"/>
            <a:ext cx="646920" cy="308520"/>
            <a:chOff x="6244446" y="5980263"/>
            <a:chExt cx="64692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34F4118-AAEA-347D-B7C6-F5DF79DB1543}"/>
                    </a:ext>
                  </a:extLst>
                </p14:cNvPr>
                <p14:cNvContentPartPr/>
                <p14:nvPr/>
              </p14:nvContentPartPr>
              <p14:xfrm>
                <a:off x="6244446" y="5980263"/>
                <a:ext cx="604080" cy="308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34F4118-AAEA-347D-B7C6-F5DF79DB15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40126" y="5975943"/>
                  <a:ext cx="6127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4C2074A-9B90-0A04-41E8-C3AD56628121}"/>
                    </a:ext>
                  </a:extLst>
                </p14:cNvPr>
                <p14:cNvContentPartPr/>
                <p14:nvPr/>
              </p14:nvContentPartPr>
              <p14:xfrm>
                <a:off x="6849606" y="6268983"/>
                <a:ext cx="41760" cy="46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4C2074A-9B90-0A04-41E8-C3AD5662812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845286" y="6264663"/>
                  <a:ext cx="50400" cy="1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9ADB7FA-232B-E0B3-92D8-3DFCF2F69FF4}"/>
              </a:ext>
            </a:extLst>
          </p:cNvPr>
          <p:cNvGrpSpPr/>
          <p:nvPr/>
        </p:nvGrpSpPr>
        <p:grpSpPr>
          <a:xfrm>
            <a:off x="7376286" y="5850303"/>
            <a:ext cx="1523880" cy="477000"/>
            <a:chOff x="7376286" y="5850303"/>
            <a:chExt cx="1523880" cy="47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100AA0FA-F5E0-4C36-935C-9E0E93CC46A7}"/>
                    </a:ext>
                  </a:extLst>
                </p14:cNvPr>
                <p14:cNvContentPartPr/>
                <p14:nvPr/>
              </p14:nvContentPartPr>
              <p14:xfrm>
                <a:off x="7376286" y="5850303"/>
                <a:ext cx="947520" cy="477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100AA0FA-F5E0-4C36-935C-9E0E93CC46A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371966" y="5845983"/>
                  <a:ext cx="95616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D0DD1F3-8F3E-2365-67CA-03E633586713}"/>
                    </a:ext>
                  </a:extLst>
                </p14:cNvPr>
                <p14:cNvContentPartPr/>
                <p14:nvPr/>
              </p14:nvContentPartPr>
              <p14:xfrm>
                <a:off x="8399766" y="6138303"/>
                <a:ext cx="142200" cy="138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D0DD1F3-8F3E-2365-67CA-03E63358671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95446" y="6133983"/>
                  <a:ext cx="150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A55A29-9B09-5338-8C07-114F68FA2F59}"/>
                    </a:ext>
                  </a:extLst>
                </p14:cNvPr>
                <p14:cNvContentPartPr/>
                <p14:nvPr/>
              </p14:nvContentPartPr>
              <p14:xfrm>
                <a:off x="8682726" y="6104463"/>
                <a:ext cx="217440" cy="196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A55A29-9B09-5338-8C07-114F68FA2F5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678406" y="6100143"/>
                  <a:ext cx="226080" cy="20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448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16</Words>
  <Application>Microsoft Office PowerPoint</Application>
  <PresentationFormat>Widescreen</PresentationFormat>
  <Paragraphs>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Rank of a Matrix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Subodh Srivastava</dc:creator>
  <cp:lastModifiedBy>Dr. Subodh Srivastava</cp:lastModifiedBy>
  <cp:revision>5</cp:revision>
  <dcterms:created xsi:type="dcterms:W3CDTF">2026-01-29T06:13:49Z</dcterms:created>
  <dcterms:modified xsi:type="dcterms:W3CDTF">2026-02-04T04:17:03Z</dcterms:modified>
</cp:coreProperties>
</file>