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notesSlides/notesSlide1.xml" ContentType="application/vnd.openxmlformats-officedocument.presentationml.notesSlide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0" y="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12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1763 322 140 0 0,'10'-12'4070'0'0,"-1"1"-2746"0"0,-2 0-1 0 0,0 0 1 0 0,0 0 0 0 0,-1-1-1 0 0,0 0 1 0 0,8-23-1 0 0,-12 28-1159 0 0,0 0 0 0 0,-1 0 0 0 0,0-1-1 0 0,0 1 1 0 0,0-1 0 0 0,-1 1 0 0 0,0-1 0 0 0,-1 1 0 0 0,0-1 0 0 0,0 1-1 0 0,0-1 1 0 0,-1 1 0 0 0,0 0 0 0 0,-3-8 0 0 0,2 10-150 0 0,1-1 0 0 0,0 1 1 0 0,-1 0-1 0 0,0 0 1 0 0,0 0-1 0 0,-1 0 0 0 0,0 1 1 0 0,1-1-1 0 0,-1 1 0 0 0,-1 0 1 0 0,1 0-1 0 0,-1 0 0 0 0,1 1 1 0 0,-1 0-1 0 0,0 0 0 0 0,0 0 1 0 0,0 0-1 0 0,-1 1 0 0 0,1 0 1 0 0,-1 0-1 0 0,1 0 0 0 0,-1 1 1 0 0,0-1-1 0 0,0 2 0 0 0,1-1 1 0 0,-1 0-1 0 0,0 1 0 0 0,0 0 1 0 0,0 1-1 0 0,-6 0 0 0 0,-12 4-5 0 0,0 0-1 0 0,0 1 0 0 0,1 2 0 0 0,0 0 0 0 0,1 2 0 0 0,-34 19 0 0 0,-119 85 36 0 0,11 10 14 0 0,7 8 1 0 0,5 6-1 0 0,-175 205 0 0 0,246-248-17 0 0,3 3 1 0 0,-81 138-1 0 0,130-187-21 0 0,3 2 1 0 0,2 1-1 0 0,2 0 1 0 0,2 2-1 0 0,3 0 1 0 0,2 1-1 0 0,-11 77 1 0 0,23-103-14 0 0,1 0-1 0 0,2 1 1 0 0,0-1-1 0 0,2 0 1 0 0,2 0 0 0 0,0 0-1 0 0,2 0 1 0 0,1 0 0 0 0,1-1-1 0 0,2-1 1 0 0,1 1 0 0 0,1-2-1 0 0,1 1 1 0 0,1-2-1 0 0,1 0 1 0 0,2 0 0 0 0,0-2-1 0 0,1 0 1 0 0,2-1 0 0 0,0-1-1 0 0,1-1 1 0 0,1 0 0 0 0,35 22-1 0 0,-22-20 21 0 0,2-2-1 0 0,0-2 1 0 0,0-1-1 0 0,2-2 1 0 0,0-1-1 0 0,78 15 1 0 0,-26-13 55 0 0,184 5 0 0 0,-196-19 347 0 0,-1-4 0 0 0,143-21 0 0 0,-201 18-116 0 0,-1 0-1 0 0,0-1 1 0 0,0 0-1 0 0,0-2 1 0 0,-1 0-1 0 0,0-2 1 0 0,19-11 0 0 0,-15 5-1147 0 0,28-23 0 0 0,16-26-10517 0 0,-52 50 5478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13.1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86 203 976 0 0,'-21'-36'5315'0'0,"-22"-53"0"0"0,28 55-3416 0 0,9 5-460 0 0,6 29-1425 0 0,0-1-1 0 0,0 1 1 0 0,0-1-1 0 0,0 1 1 0 0,0-1 0 0 0,0 1-1 0 0,0-1 1 0 0,0 1-1 0 0,0-1 1 0 0,0 1 0 0 0,0-1-1 0 0,0 1 1 0 0,0-1-1 0 0,0 1 1 0 0,1-1 0 0 0,-1 1-1 0 0,0 0 1 0 0,0-1-1 0 0,1 1 1 0 0,-1-1-1 0 0,0 1 1 0 0,0 0 0 0 0,1-1-1 0 0,-1 1 1 0 0,1-1-1 0 0,-1 1 1 0 0,0 0 0 0 0,1 0-1 0 0,-1-1 1 0 0,1 1-1 0 0,-1 0 1 0 0,0 0-1 0 0,1-1 1 0 0,-1 1 0 0 0,1 0-1 0 0,-1 0 1 0 0,1 0-1 0 0,-1 0 1 0 0,1 0 0 0 0,-1 0-1 0 0,1 0 1 0 0,-1 0-1 0 0,1 0 1 0 0,-1 0 0 0 0,1 0-1 0 0,-1 0 1 0 0,1 0-1 0 0,-1 0 1 0 0,1 0-1 0 0,-1 0 1 0 0,1 1 0 0 0,-1-1-1 0 0,0 0 1 0 0,1 0-1 0 0,-1 1 1 0 0,1-1 0 0 0,-1 0-1 0 0,0 1 1 0 0,1-1-1 0 0,-1 0 1 0 0,1 1 0 0 0,-1-1-1 0 0,22 15 49 0 0,-1 0 0 0 0,0 1-1 0 0,-1 1 1 0 0,-1 0 0 0 0,-1 2 0 0 0,0 0-1 0 0,-2 1 1 0 0,0 1 0 0 0,24 42 0 0 0,-23-31-12 0 0,-2 0 0 0 0,0 1 0 0 0,-3 0 0 0 0,0 1 1 0 0,-3 0-1 0 0,11 66 0 0 0,-18-74 69 0 0,0-1 0 0 0,-2 0 0 0 0,-1 1 0 0 0,-1-1 0 0 0,-1 1 0 0 0,-9 37 0 0 0,6-44 601 0 0,0 0-1 0 0,-1 0 1 0 0,0-1 0 0 0,-2 1-1 0 0,-12 18 1 0 0,21-36-577 0 0,-1 1-1 0 0,-1-1 1 0 0,1 1-1 0 0,0-1 1 0 0,0 1 0 0 0,0-1-1 0 0,-1 0 1 0 0,1 0 0 0 0,-1 0-1 0 0,1 1 1 0 0,-1-1-1 0 0,1-1 1 0 0,-1 1 0 0 0,0 0-1 0 0,0 0 1 0 0,1-1-1 0 0,-4 2 1 0 0,4-2-110 0 0,0 0 0 0 0,0 0 0 0 0,-1-1 0 0 0,1 1 0 0 0,0 0 0 0 0,0 0 0 0 0,0-1 0 0 0,0 1 1 0 0,0 0-1 0 0,0-1 0 0 0,0 1 0 0 0,0-1 0 0 0,0 1 0 0 0,0-1 0 0 0,0 0 0 0 0,0 0 0 0 0,0 1 0 0 0,0-1 0 0 0,1 0 0 0 0,-1 0 0 0 0,0 0 0 0 0,0 0 0 0 0,1 0 0 0 0,-1 0 0 0 0,1 0 0 0 0,-1 0 0 0 0,1 0 1 0 0,-1 0-1 0 0,1 0 0 0 0,-1-1 0 0 0,-1-7 18 0 0,-1 0 0 0 0,2 0 0 0 0,-1 0 0 0 0,1 0 1 0 0,0 0-1 0 0,1 0 0 0 0,0 0 0 0 0,1 0 0 0 0,3-18 0 0 0,0 4 15 0 0,2 0 0 0 0,14-36 0 0 0,-9 31-312 0 0,1 1-1 0 0,2 1 1 0 0,0 0 0 0 0,2 1-1 0 0,0 0 1 0 0,2 2 0 0 0,0 0-1 0 0,2 1 1 0 0,41-36 0 0 0,-54 53-233 0 0,0 0 0 0 0,1 0 1 0 0,0 1-1 0 0,0 0 1 0 0,0 0-1 0 0,0 1 1 0 0,1 0-1 0 0,-1 0 1 0 0,13-1-1 0 0,-6 2-1671 0 0,0 0 1 0 0,0 2-1 0 0,0-1 0 0 0,27 5 0 0 0,-14-1-3669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13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511 150 2084 0 0,'2'-3'520'0'0,"0"0"1"0"0,0 1-1 0 0,-1-1 0 0 0,1 0 0 0 0,-1 0 1 0 0,0 0-1 0 0,0 0 0 0 0,0 0 0 0 0,0 0 1 0 0,0 0-1 0 0,-1-1 0 0 0,1 1 0 0 0,-1 0 1 0 0,0 0-1 0 0,0-1 0 0 0,0 1 0 0 0,-1-3 0 0 0,0 2-174 0 0,0-1-1 0 0,0 1 1 0 0,0 0-1 0 0,-1 0 0 0 0,0 0 1 0 0,0 1-1 0 0,0-1 1 0 0,0 0-1 0 0,-1 1 0 0 0,1-1 1 0 0,-6-5-1 0 0,4 5-244 0 0,0 1-1 0 0,0-1 1 0 0,0 1-1 0 0,-1-1 1 0 0,1 1 0 0 0,-1 1-1 0 0,0-1 1 0 0,0 1-1 0 0,0 0 1 0 0,0 0-1 0 0,0 0 1 0 0,0 0-1 0 0,0 1 1 0 0,-1 0 0 0 0,1 0-1 0 0,0 1 1 0 0,-1-1-1 0 0,1 1 1 0 0,-1 0-1 0 0,-9 2 1 0 0,-2 4-48 0 0,-1 0 1 0 0,1 1-1 0 0,1 1 1 0 0,-1 0-1 0 0,1 2 0 0 0,1 0 1 0 0,0 0-1 0 0,0 1 1 0 0,1 1-1 0 0,-16 17 1 0 0,6-3-20 0 0,1 0 1 0 0,1 2-1 0 0,2 1 1 0 0,-24 43-1 0 0,33-53-20 0 0,1 1 1 0 0,2 0-1 0 0,0 1 0 0 0,1 0 1 0 0,-7 33-1 0 0,13-46-7 0 0,-1 0 0 0 0,2 0-1 0 0,-1 1 1 0 0,1-1 0 0 0,0 0 0 0 0,0 0 0 0 0,1 0 0 0 0,0 0-1 0 0,1 0 1 0 0,0 0 0 0 0,0 0 0 0 0,0 0 0 0 0,1 0-1 0 0,1-1 1 0 0,-1 1 0 0 0,1-1 0 0 0,9 12 0 0 0,-9-14-2 0 0,0 0 0 0 0,0-1-1 0 0,0 0 1 0 0,1 0 0 0 0,0 0 0 0 0,0-1 0 0 0,0 1 0 0 0,0-1 0 0 0,0-1 0 0 0,1 1 0 0 0,-1-1 0 0 0,1 1-1 0 0,10 1 1 0 0,-8-2-13 0 0,0-2 0 0 0,0 1 0 0 0,0-1 0 0 0,0 0 0 0 0,0 0 0 0 0,0-1 0 0 0,-1 0 0 0 0,1-1 0 0 0,12-3 0 0 0,-5-1-22 0 0,0 0 0 0 0,-1-1-1 0 0,1 0 1 0 0,-2-1 0 0 0,1-1 0 0 0,-1 0 0 0 0,0-1 0 0 0,-1 0 0 0 0,20-22 0 0 0,-15 11-5 0 0,-1 0-1 0 0,-1-1 1 0 0,0-1 0 0 0,-2 0-1 0 0,11-29 1 0 0,-3-2-14 0 0,20-73-1 0 0,-33 108-30 0 0,-6 34 64 0 0,-5 36 55 0 0,-2-14-39 0 0,0 12 74 0 0,0 59 0 0 0,5-94-90 0 0,1-1 0 0 0,0 1 0 0 0,1 0 0 0 0,1 0 0 0 0,0-1 0 0 0,1 1-1 0 0,0-1 1 0 0,1 0 0 0 0,7 13 0 0 0,-11-23-135 0 0,1 0-1 0 0,0 1 1 0 0,1-1-1 0 0,-1 0 1 0 0,0 0-1 0 0,1 0 1 0 0,0-1-1 0 0,0 1 1 0 0,0-1-1 0 0,0 1 1 0 0,0-1 0 0 0,0 0-1 0 0,0 0 1 0 0,1 0-1 0 0,-1-1 1 0 0,1 1-1 0 0,-1-1 1 0 0,1 0-1 0 0,0 0 1 0 0,-1 0-1 0 0,1 0 1 0 0,0-1-1 0 0,0 0 1 0 0,0 0-1 0 0,5 0 1 0 0,-2-1-492 0 0,1 0 0 0 0,0-1 0 0 0,-1 0 0 0 0,1 0 0 0 0,-1 0 0 0 0,0-1 0 0 0,0-1 0 0 0,0 1 0 0 0,0-1 0 0 0,0 0 0 0 0,9-8 0 0 0,10-9-3279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14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1 377 3792 0 0,'46'-137'6036'0'0,"-7"18"-1415"0"0,-39 118-4603 0 0,0 1-1 0 0,1-1 0 0 0,-1 0 0 0 0,0 1 0 0 0,0-1 1 0 0,1 1-1 0 0,-1-1 0 0 0,0 1 0 0 0,1-1 0 0 0,-1 1 1 0 0,1-1-1 0 0,-1 1 0 0 0,0 0 0 0 0,1-1 1 0 0,-1 1-1 0 0,1 0 0 0 0,-1-1 0 0 0,1 1 0 0 0,0 0 1 0 0,-1-1-1 0 0,1 1 0 0 0,-1 0 0 0 0,1 0 1 0 0,-1 0-1 0 0,1 0 0 0 0,0-1 0 0 0,-1 1 0 0 0,1 0 1 0 0,-1 0-1 0 0,1 0 0 0 0,0 0 0 0 0,-1 0 0 0 0,1 1 1 0 0,-1-1-1 0 0,1 0 0 0 0,0 0 0 0 0,-1 0 1 0 0,1 0-1 0 0,-1 1 0 0 0,2-1 0 0 0,0 2 2 0 0,0-1 0 0 0,0 0-1 0 0,0 1 1 0 0,0-1 0 0 0,0 1 0 0 0,0-1-1 0 0,0 1 1 0 0,-1 0 0 0 0,3 2 0 0 0,2 5 33 0 0,-1 1 1 0 0,0 0 0 0 0,0 0-1 0 0,-1 0 1 0 0,0 0-1 0 0,-1 1 1 0 0,4 20 0 0 0,6 82 239 0 0,-12-89-244 0 0,1 13 49 0 0,-5 38-1 0 0,0-6 1695 0 0,3-67-1659 0 0,0 0 1 0 0,0 0-1 0 0,0 0 0 0 0,-1 0 0 0 0,1 0 0 0 0,-1 0 0 0 0,1-1 0 0 0,-1 1 1 0 0,0 0-1 0 0,1 0 0 0 0,-1-1 0 0 0,0 1 0 0 0,0 0 0 0 0,0-1 0 0 0,-2 3 1 0 0,1-3 189 0 0,0-3-64 0 0,-1-2-214 0 0,0 0 0 0 0,0 0 1 0 0,1-1-1 0 0,-1 1 0 0 0,1-1 1 0 0,0 1-1 0 0,1-1 0 0 0,-1 0 1 0 0,1 0-1 0 0,0 0 1 0 0,0 0-1 0 0,0 0 0 0 0,1 0 1 0 0,0-8-1 0 0,0-11 8 0 0,6-42-1 0 0,-2 45-53 0 0,0 1-1 0 0,1-1 1 0 0,1 1-1 0 0,1 0 1 0 0,17-35-1 0 0,-16 41-9 0 0,0 1-1 0 0,0 0 0 0 0,1 0 0 0 0,1 1 1 0 0,0 0-1 0 0,0 1 0 0 0,2 0 1 0 0,19-15-1 0 0,-24 21 6 0 0,0 0-1 0 0,1 1 1 0 0,-1 0 0 0 0,1 0-1 0 0,-1 1 1 0 0,1 0 0 0 0,0 0-1 0 0,1 1 1 0 0,-1 0 0 0 0,0 0-1 0 0,1 1 1 0 0,-1 0 0 0 0,0 1-1 0 0,1 0 1 0 0,-1 0 0 0 0,1 1 0 0 0,-1 0-1 0 0,1 0 1 0 0,-1 1 0 0 0,0 0-1 0 0,0 0 1 0 0,0 1 0 0 0,0 0-1 0 0,13 8 1 0 0,-6-2 11 0 0,0 1 1 0 0,-1 0-1 0 0,-1 1 0 0 0,1 0 1 0 0,-2 1-1 0 0,0 0 0 0 0,0 1 1 0 0,-1 1-1 0 0,-1 0 1 0 0,0 0-1 0 0,8 18 0 0 0,-6-8-3 0 0,0 0-1 0 0,-2 0 0 0 0,7 28 0 0 0,-14-39 26 0 0,1 0 0 0 0,-2 0-1 0 0,0 1 1 0 0,-1-1-1 0 0,0 0 1 0 0,-1 1 0 0 0,-3 23-1 0 0,3-35-12 0 0,-1 0 0 0 0,1 0-1 0 0,-1 0 1 0 0,0 0-1 0 0,1 0 1 0 0,-1 0 0 0 0,0 0-1 0 0,0-1 1 0 0,-1 1-1 0 0,1 0 1 0 0,0 0 0 0 0,-3 1-1 0 0,3-1 18 0 0,-2-4-3 0 0,1-1-24 0 0,0 1 0 0 0,-1-1 0 0 0,1 0-1 0 0,0 0 1 0 0,0 0 0 0 0,1 0 0 0 0,-1-1 0 0 0,0 1 0 0 0,1 0 0 0 0,0-1 0 0 0,0 1 0 0 0,0-1-1 0 0,1 1 1 0 0,-1-1 0 0 0,1 1 0 0 0,-1-1 0 0 0,1 0 0 0 0,0 1 0 0 0,1-1 0 0 0,0-5-1 0 0,1-9-8 0 0,1 1-1 0 0,9-35 0 0 0,-2 23-8 0 0,1 0 1 0 0,1 1-1 0 0,1 0 1 0 0,1 1-1 0 0,2 1 1 0 0,0 0-1 0 0,21-23 0 0 0,-25 35 8 0 0,0 0-1 0 0,0 1 0 0 0,1 1 0 0 0,1 0 0 0 0,0 1 0 0 0,1 0 0 0 0,0 1 1 0 0,0 1-1 0 0,1 1 0 0 0,0 0 0 0 0,0 1 0 0 0,1 0 0 0 0,23-5 0 0 0,-33 10 8 0 0,0 1 0 0 0,0 0 1 0 0,0 0-1 0 0,0 0 0 0 0,0 1 0 0 0,0 0 0 0 0,0 1 0 0 0,0-1 0 0 0,0 1 0 0 0,0 1 0 0 0,0-1 0 0 0,-1 1 0 0 0,1 0 0 0 0,0 1 0 0 0,-1-1 0 0 0,0 2 0 0 0,0-1 0 0 0,0 0 1 0 0,0 1-1 0 0,0 0 0 0 0,0 1 0 0 0,-1-1 0 0 0,0 1 0 0 0,0 0 0 0 0,0 0 0 0 0,-1 1 0 0 0,0-1 0 0 0,0 1 0 0 0,0 0 0 0 0,3 8 0 0 0,0 1 19 0 0,-1 0-1 0 0,0 0 0 0 0,-2 1 1 0 0,1-1-1 0 0,-2 1 1 0 0,0 0-1 0 0,-1 0 0 0 0,-1 0 1 0 0,-1 25-1 0 0,-3 14-148 0 0,-16 78 1 0 0,9-72-495 0 0,9-52 95 0 0,0 0 0 0 0,0 0 0 0 0,1-1 0 0 0,1 13 0 0 0,-1-18 148 0 0,1 0 1 0 0,0 0-1 0 0,-1 0 1 0 0,1 0 0 0 0,0 0-1 0 0,1 0 1 0 0,0 2-1 0 0,-1-3-150 0 0,1 0 1 0 0,-1 0-1 0 0,0-1 1 0 0,1 1-1 0 0,-1-1 0 0 0,1 1 1 0 0,-1-1-1 0 0,1 0 0 0 0,-1 0 1 0 0,1 1-1 0 0,3 0 0 0 0,11 5-5842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14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166 298 3296 0 0,'0'-3'2573'0'0,"17"-50"9434"0"0,-16 53-11981 0 0,0 1 1 0 0,-1-1-1 0 0,1 1 1 0 0,0 0 0 0 0,0-1-1 0 0,-1 1 1 0 0,1-1-1 0 0,0 1 1 0 0,-1 0 0 0 0,1 0-1 0 0,-1-1 1 0 0,1 1-1 0 0,-1 0 1 0 0,1 0-1 0 0,-1 0 1 0 0,1 0 0 0 0,-1 0-1 0 0,0-1 1 0 0,1 2-1 0 0,9 15 237 0 0,-3-11-154 0 0,0-1 0 0 0,0 0-1 0 0,1 0 1 0 0,-1-1-1 0 0,1 0 1 0 0,14 5-1 0 0,-16-8-86 0 0,-1 0-1 0 0,0 0 0 0 0,1-1 0 0 0,-1 1 0 0 0,1-1 0 0 0,-1-1 0 0 0,1 1 1 0 0,-1-1-1 0 0,1 0 0 0 0,-1 0 0 0 0,0 0 0 0 0,0-1 0 0 0,1 0 0 0 0,-1 0 1 0 0,0 0-1 0 0,0-1 0 0 0,-1 1 0 0 0,1-1 0 0 0,-1-1 0 0 0,1 1 0 0 0,-1 0 1 0 0,0-1-1 0 0,0 0 0 0 0,0 0 0 0 0,-1 0 0 0 0,1 0 0 0 0,-1-1 0 0 0,0 0 1 0 0,-1 1-1 0 0,4-9 0 0 0,-3 3-21 0 0,0 0 0 0 0,-1 0 0 0 0,0 0 0 0 0,-1 0 1 0 0,0 0-1 0 0,-1 0 0 0 0,0 0 0 0 0,0 0 0 0 0,-1-1 0 0 0,-3-13 1 0 0,3 17-7 0 0,-1 1 1 0 0,0-1-1 0 0,0 1 1 0 0,-1 0-1 0 0,1 0 1 0 0,-1 0-1 0 0,-1 0 1 0 0,1 0-1 0 0,-1 1 1 0 0,0-1-1 0 0,0 1 1 0 0,0 0 0 0 0,-1 0-1 0 0,0 1 1 0 0,0-1-1 0 0,0 1 1 0 0,-7-4-1 0 0,9 7-2 0 0,-1-1 0 0 0,0 1-1 0 0,1 0 1 0 0,-1-1 0 0 0,0 2-1 0 0,0-1 1 0 0,0 0 0 0 0,0 1-1 0 0,0 0 1 0 0,0 0 0 0 0,0 0-1 0 0,-7 1 1 0 0,2 1 3 0 0,1 0-1 0 0,0 0 1 0 0,0 0 0 0 0,0 1-1 0 0,-9 5 1 0 0,1 1 7 0 0,0 0 0 0 0,1 1 1 0 0,1 1-1 0 0,-1 0 0 0 0,2 1 0 0 0,0 1 0 0 0,0 0 0 0 0,-17 23 1 0 0,18-18 8 0 0,0 0 0 0 0,1 1 1 0 0,0 0-1 0 0,2 1 0 0 0,0 0 1 0 0,-10 38-1 0 0,16-45 4 0 0,0-1 1 0 0,1 1-1 0 0,1 0 1 0 0,0 0 0 0 0,0 0-1 0 0,2 0 1 0 0,-1 0-1 0 0,2 0 1 0 0,0 0-1 0 0,0 0 1 0 0,7 20-1 0 0,-6-25-11 0 0,1 1-1 0 0,0-1 0 0 0,0 1 1 0 0,1-1-1 0 0,0 0 0 0 0,1-1 1 0 0,-1 1-1 0 0,1-1 0 0 0,1 0 1 0 0,-1-1-1 0 0,1 0 1 0 0,1 0-1 0 0,-1 0 0 0 0,1-1 1 0 0,0 0-1 0 0,15 7 0 0 0,-7-6-355 0 0,-1 0 0 0 0,1-2 0 0 0,0 0 0 0 0,0-1 0 0 0,1 0-1 0 0,-1-1 1 0 0,0-1 0 0 0,1-1 0 0 0,26-2 0 0 0,-14-2-1368 0 0,0-1-1 0 0,0-1 1 0 0,-1-1-1 0 0,42-17 1 0 0,-9-3-3944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14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0 252 268 0 0,'11'-20'2546'0'0,"-1"1"0"0"0,9-26 0 0 0,-13 28-727 0 0,1 0 0 0 0,1 1-1 0 0,19-30 1 0 0,-26 45-1776 0 0,0 0 0 0 0,0 0 1 0 0,0 1-1 0 0,0-1 0 0 0,0 0 0 0 0,1 0 1 0 0,-1 0-1 0 0,0 1 0 0 0,1-1 0 0 0,-1 1 1 0 0,0-1-1 0 0,1 1 0 0 0,-1-1 0 0 0,1 1 1 0 0,-1 0-1 0 0,0 0 0 0 0,1 0 0 0 0,-1 0 1 0 0,1 0-1 0 0,-1 0 0 0 0,1 0 0 0 0,-1 0 1 0 0,2 1-1 0 0,1 0 5 0 0,0 0 1 0 0,0 0-1 0 0,0 0 1 0 0,0 0-1 0 0,0 1 1 0 0,6 4-1 0 0,2 2 54 0 0,-1 1 1 0 0,-1 0-1 0 0,0 1 0 0 0,0 0 1 0 0,-1 1-1 0 0,0 0 0 0 0,-1 0 1 0 0,0 1-1 0 0,11 23 0 0 0,-8-12 50 0 0,-1 1-1 0 0,-1 0 1 0 0,-1 0-1 0 0,7 38 1 0 0,-12-45 365 0 0,0 1 0 0 0,-1 0 0 0 0,-2-1 0 0 0,1 1-1 0 0,-2 0 1 0 0,-1 0 0 0 0,0-1 0 0 0,-1 1 0 0 0,0-1 0 0 0,-2 0 0 0 0,-8 23 0 0 0,12-39-372 0 0,0 1 0 0 0,1-1 0 0 0,-1 1 0 0 0,0-1 0 0 0,0 0 1 0 0,0 0-1 0 0,0 1 0 0 0,0-1 0 0 0,-1 0 0 0 0,1 0 0 0 0,0 0 1 0 0,0 0-1 0 0,-2 0 0 0 0,2 0-118 0 0,1-1 1 0 0,-1 0-1 0 0,1 0 1 0 0,-1 1-1 0 0,1-1 1 0 0,-1 0-1 0 0,1 0 1 0 0,-1 0-1 0 0,1 0 1 0 0,-1 0-1 0 0,1 0 1 0 0,-1 0-1 0 0,1 0 1 0 0,-1 0-1 0 0,1 0 1 0 0,-1 0-1 0 0,0 0 1 0 0,1 0-1 0 0,-1-1 1 0 0,1 1-1 0 0,-1 0 1 0 0,1 0 0 0 0,-1 0-1 0 0,1-1 1 0 0,0 1-1 0 0,-1 0 1 0 0,1-1-1 0 0,-1 1 1 0 0,1 0-1 0 0,-1-1 1 0 0,1 1-1 0 0,0-1 1 0 0,-1 1-1 0 0,1 0 1 0 0,0-1-1 0 0,0 1 1 0 0,-1-1-1 0 0,1 1 1 0 0,0-1-1 0 0,0 1 1 0 0,0-1-1 0 0,-1 0 1 0 0,-2-11 26 0 0,-1-1 1 0 0,2 1 0 0 0,0-1 0 0 0,0 0-1 0 0,1 1 1 0 0,0-1 0 0 0,2 0 0 0 0,-1 0-1 0 0,1 1 1 0 0,1-1 0 0 0,1 0 0 0 0,-1 1-1 0 0,2 0 1 0 0,9-24 0 0 0,-2 11-37 0 0,0 1-1 0 0,2 0 1 0 0,0 1-1 0 0,2 1 1 0 0,0 0 0 0 0,25-27-1 0 0,-23 32-373 0 0,1 0-1 0 0,0 1 0 0 0,1 1 1 0 0,1 1-1 0 0,0 1 0 0 0,28-14 1 0 0,43-13-4998 0 0,6 8-5865 0 0,-69 23 3991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15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186 164 1940 0 0,'6'-40'5557'0'0,"0"1"0"0"0,-1-46-1 0 0,-23 103-4921 0 0,-78 182 78 0 0,91-188-772 0 0,-54 143 321 0 0,53-135-1187 0 0,1 0-1 0 0,0 0 1 0 0,2 1-1 0 0,0 0 1 0 0,1 38-1 0 0,2-56 400 0 0,0 1 1 0 0,1-1-1 0 0,-1 0 0 0 0,1 0 0 0 0,0 1 1 0 0,0-1-1 0 0,0 0 0 0 0,1 0 1 0 0,-1 0-1 0 0,1 0 0 0 0,1 3 0 0 0,11 12-5369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15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682 121 1348 0 0,'11'-9'1634'0'0,"-1"0"0"0"0,0-1-1 0 0,-1 0 1 0 0,0-1 0 0 0,0 0-1 0 0,-1 0 1 0 0,-1-1 0 0 0,7-14-1 0 0,-14 25-1597 0 0,1 1 0 0 0,-1 0-1 0 0,0-1 1 0 0,-1 1-1 0 0,1-1 1 0 0,0 1-1 0 0,0-1 1 0 0,0 1-1 0 0,0 0 1 0 0,0-1-1 0 0,0 1 1 0 0,-1-1-1 0 0,1 1 1 0 0,0 0 0 0 0,0-1-1 0 0,0 1 1 0 0,-1-1-1 0 0,1 1 1 0 0,0 0-1 0 0,-1-1 1 0 0,1 1-1 0 0,0 0 1 0 0,-1 0-1 0 0,1-1 1 0 0,0 1-1 0 0,-1 0 1 0 0,1 0-1 0 0,-1-1 1 0 0,1 1 0 0 0,0 0-1 0 0,-1 0 1 0 0,1 0-1 0 0,-1 0 1 0 0,1 0-1 0 0,-1 0 1 0 0,1 0-1 0 0,0 0 1 0 0,-1 0-1 0 0,1 0 1 0 0,-1 0-1 0 0,1 0 1 0 0,-1 0 0 0 0,0 0-1 0 0,-16 0 328 0 0,4 2-173 0 0,0 0 0 0 0,-1 1 1 0 0,1 1-1 0 0,0 0 0 0 0,1 0 1 0 0,-1 2-1 0 0,1-1 0 0 0,0 2 1 0 0,-15 10-1 0 0,22-15-172 0 0,1 1-1 0 0,0 0 1 0 0,1 1-1 0 0,-1-1 1 0 0,0 1-1 0 0,1-1 1 0 0,0 1 0 0 0,0 0-1 0 0,0 1 1 0 0,1-1-1 0 0,-1 0 1 0 0,1 1-1 0 0,0-1 1 0 0,0 1-1 0 0,0 0 1 0 0,1-1-1 0 0,0 1 1 0 0,0 0 0 0 0,0 0-1 0 0,0 5 1 0 0,1 0-5 0 0,1-1 1 0 0,0 1 0 0 0,0-1-1 0 0,1 0 1 0 0,0 1-1 0 0,1-1 1 0 0,0 0 0 0 0,0 0-1 0 0,8 13 1 0 0,62 99 27 0 0,-63-104-8 0 0,-7-14-24 0 0,-1 1 1 0 0,0-1-1 0 0,0 1 0 0 0,-1-1 1 0 0,1 1-1 0 0,-1 0 1 0 0,2 7-1 0 0,-3-9 3 0 0,0-1 0 0 0,0 0 0 0 0,0 1 0 0 0,0-1 0 0 0,0 0 0 0 0,-1 1 0 0 0,1-1 0 0 0,0 0 0 0 0,-1 1 0 0 0,1-1 0 0 0,-1 0 0 0 0,1 0 0 0 0,-1 0 0 0 0,0 1 0 0 0,1-1 0 0 0,-1 0 0 0 0,0 0 0 0 0,0 0 0 0 0,0 0 0 0 0,0 0 0 0 0,0 0 0 0 0,0-1 0 0 0,-2 2 0 0 0,-27 15 140 0 0,-7-5-552 0 0,0-2 1 0 0,-1-1-1 0 0,0-2 1 0 0,-53 3-1 0 0,70-8-101 0 0,-201 6-7663 0 0,82-13 256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18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499 767 568 0 0,'3'-53'2804'0'0,"19"-199"6471"0"0,-15 187-5498 0 0,-7 69-3231 0 0,-3 38 141 0 0,-1 0 0 0 0,-13 53 0 0 0,8-53-429 0 0,-106 468 1457 0 0,-8 43-1005 0 0,20-37-192 0 0,102-509-444 0 0,-1-1 0 0 0,0 1 0 0 0,1-1 0 0 0,-2 1 0 0 0,1-1 0 0 0,-1 0 1 0 0,0 0-1 0 0,0 0 0 0 0,-8 9 0 0 0,11-14-67 0 0,-1-1 0 0 0,0 1 1 0 0,1-1-1 0 0,-1 1 0 0 0,0-1 1 0 0,1 0-1 0 0,-1 1 0 0 0,0-1 1 0 0,1 0-1 0 0,-1 0 0 0 0,0 1 0 0 0,0-1 1 0 0,1 0-1 0 0,-1 0 0 0 0,0 0 1 0 0,0 0-1 0 0,1 0 0 0 0,-1 0 1 0 0,0 0-1 0 0,0 0 0 0 0,1 0 1 0 0,-1 0-1 0 0,0-1 0 0 0,0 1 1 0 0,1 0-1 0 0,-1 0 0 0 0,0-1 0 0 0,0 1 1 0 0,1 0-1 0 0,-1-1 0 0 0,0 1 1 0 0,1-1-1 0 0,-1 1 0 0 0,1-1 1 0 0,-1 1-1 0 0,0-2 0 0 0,-18-22 60 0 0,10 7-39 0 0,1-1-1 0 0,0-1 0 0 0,1 1 1 0 0,1-1-1 0 0,-6-36 0 0 0,-7-105 110 0 0,16 135-138 0 0,-6-165-96 0 0,25-309 1 0 0,31 92 13 0 0,-35 339 46 0 0,4 1-1 0 0,3 0 1 0 0,52-122 0 0 0,-56 158 22 0 0,2 1 0 0 0,0 0 1 0 0,2 1-1 0 0,2 2 0 0 0,0 0 0 0 0,2 1 1 0 0,1 1-1 0 0,0 1 0 0 0,39-28 1 0 0,-40 36 7 0 0,0 0 0 0 0,1 2 1 0 0,1 1-1 0 0,0 1 1 0 0,1 1-1 0 0,0 1 0 0 0,0 2 1 0 0,1 0-1 0 0,0 2 0 0 0,1 1 1 0 0,53-3-1 0 0,-51 7 9 0 0,0 2-1 0 0,0 2 1 0 0,-1 1 0 0 0,1 1-1 0 0,-1 1 1 0 0,0 1 0 0 0,0 2-1 0 0,-1 1 1 0 0,0 1 0 0 0,-1 2-1 0 0,51 31 1 0 0,-61-33 2 0 0,-1 1 0 0 0,0 1 0 0 0,0 0 0 0 0,-1 2 0 0 0,-1-1 0 0 0,-1 2 0 0 0,0-1 0 0 0,-1 2 0 0 0,0 0 0 0 0,-2 0 0 0 0,0 1 0 0 0,-1 0 1 0 0,0 1-1 0 0,-2 0 0 0 0,0 0 0 0 0,-1 1 0 0 0,-1 0 0 0 0,3 28 0 0 0,-7-27-3 0 0,0 1 1 0 0,-2 0-1 0 0,-1 0 1 0 0,0-1-1 0 0,-1 1 0 0 0,-2-1 1 0 0,0 0-1 0 0,-1 0 1 0 0,-1 0-1 0 0,-13 24 1 0 0,1-6 14 0 0,-2-2 1 0 0,-2 0 0 0 0,-1-1-1 0 0,-34 38 1 0 0,18-29 12 0 0,-2-2 0 0 0,-2-1 1 0 0,-1-3-1 0 0,-2-2 0 0 0,-66 40 0 0 0,67-50-9 0 0,-1-2-1 0 0,-1-2 1 0 0,0-2-1 0 0,-2-2 1 0 0,-1-3 0 0 0,-62 13-1 0 0,96-26-31 0 0,0 0-1 0 0,-1-1 1 0 0,1-1-1 0 0,-1-1 1 0 0,1 0 0 0 0,-1-2-1 0 0,1 0 1 0 0,-26-6-1 0 0,37 7 7 0 0,0-1 1 0 0,1 0-1 0 0,-1 0 0 0 0,0-1 0 0 0,1 0 0 0 0,-1 0 1 0 0,1 0-1 0 0,0 0 0 0 0,0-1 0 0 0,0 0 0 0 0,1 0 1 0 0,-1 0-1 0 0,1-1 0 0 0,0 1 0 0 0,0-1 0 0 0,1 0 0 0 0,-1 0 1 0 0,1-1-1 0 0,0 1 0 0 0,0-1 0 0 0,1 1 0 0 0,0-1 1 0 0,0 0-1 0 0,0 0 0 0 0,1 0 0 0 0,0 0 0 0 0,-1-7 0 0 0,1 9 3 0 0,1 1-1 0 0,0-1 1 0 0,0 0-1 0 0,0 0 0 0 0,1 1 1 0 0,-1-1-1 0 0,1 0 1 0 0,0 0-1 0 0,0 1 0 0 0,0-1 1 0 0,0 1-1 0 0,1-1 1 0 0,-1 1-1 0 0,1-1 0 0 0,0 1 1 0 0,0 0-1 0 0,0 0 1 0 0,1 0-1 0 0,-1 0 1 0 0,1 0-1 0 0,-1 1 0 0 0,1-1 1 0 0,0 1-1 0 0,0-1 1 0 0,0 1-1 0 0,4-2 0 0 0,-1 1 2 0 0,0 1 0 0 0,0-1 0 0 0,0 1-1 0 0,0 0 1 0 0,0 1 0 0 0,0-1 0 0 0,1 1-1 0 0,-1 0 1 0 0,0 1 0 0 0,1 0 0 0 0,-1 0-1 0 0,1 0 1 0 0,-1 1 0 0 0,9 1 0 0 0,-1 2 3 0 0,0 1-1 0 0,-1 0 1 0 0,0 0 0 0 0,0 1 0 0 0,-1 1 0 0 0,1 0 0 0 0,-1 1 0 0 0,17 15-1 0 0,-4-1 55 0 0,-1 1 0 0 0,33 41 0 0 0,-32-30-20 0 0,-1 0 1 0 0,-2 2-1 0 0,-1 0 0 0 0,-2 1 1 0 0,19 54-1 0 0,52 205-31 0 0,-47-138-31 0 0,-32-120-25 0 0,-2-5-11 0 0,1-1-1 0 0,2 0 0 0 0,16 32 0 0 0,-24-56-253 0 0,0 0-1 0 0,1 0 1 0 0,0-1 0 0 0,1 1-1 0 0,0-1 1 0 0,0-1 0 0 0,0 1-1 0 0,1-1 1 0 0,0 0 0 0 0,0 0-1 0 0,0-1 1 0 0,1 0 0 0 0,0-1-1 0 0,0 1 1 0 0,0-1 0 0 0,12 3-1 0 0,-13-5-478 0 0,0-1 0 0 0,1 1-1 0 0,-1-2 1 0 0,1 1 0 0 0,0-1-1 0 0,-1 0 1 0 0,1-1 0 0 0,-1 1-1 0 0,1-2 1 0 0,7-1 0 0 0,17-8-5761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19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1677 2768 0 0,'-21'-174'11860'0'0,"20"128"-7524"0"0,2 47-4255 0 0,0-1-1 0 0,0 1 1 0 0,0-1 0 0 0,0 1 0 0 0,-1-1 0 0 0,1 1-1 0 0,0-1 1 0 0,0 1 0 0 0,-1 0 0 0 0,1 0 0 0 0,-1-1-1 0 0,1 1 1 0 0,-1 0 0 0 0,1 0 0 0 0,-1-1 0 0 0,1 1-1 0 0,-1 0 1 0 0,1 0 0 0 0,-1 0 0 0 0,0 0 0 0 0,1 1-1 0 0,4 21 514 0 0,28 152 982 0 0,-28-140-1467 0 0,40 247 344 0 0,-43-270-459 0 0,1 0 1 0 0,1 0 0 0 0,8 21-1 0 0,-10-30-70 0 0,-1 1 1 0 0,1-1-1 0 0,0 0 0 0 0,0 0 0 0 0,0 0 0 0 0,0-1 0 0 0,1 1 0 0 0,-1 0 0 0 0,1-1 0 0 0,-1 0 1 0 0,1 1-1 0 0,0-1 0 0 0,0 0 0 0 0,0 0 0 0 0,0-1 0 0 0,0 1 0 0 0,5 1 0 0 0,-6-2 18 0 0,0-1-1 0 0,-1 0 1 0 0,1 0-1 0 0,0 0 1 0 0,-1 0-1 0 0,1 0 1 0 0,0 0 0 0 0,-1 0-1 0 0,1 0 1 0 0,0 0-1 0 0,-1-1 1 0 0,1 1-1 0 0,0-1 1 0 0,2-1-1 0 0,2 0-95 0 0,1 0 21 0 0,1-1 0 0 0,0-1-1 0 0,-1 1 1 0 0,1-1 0 0 0,-1-1 0 0 0,0 1 0 0 0,0-1 0 0 0,-1-1-1 0 0,0 1 1 0 0,0-1 0 0 0,0 0 0 0 0,0 0 0 0 0,7-12 0 0 0,2-5-102 0 0,-1-1 0 0 0,19-43 0 0 0,-15 23 64 0 0,-1-2 1 0 0,-3 0-1 0 0,14-79 0 0 0,5-145 671 0 0,-31 196 456 0 0,-2 71-639 0 0,-1 5-226 0 0,0 0-1 0 0,0 0 1 0 0,-1 0-1 0 0,1 0 1 0 0,1 0 0 0 0,-1 0-1 0 0,0 0 1 0 0,0 0-1 0 0,0 4 1 0 0,0-3 26 0 0,-12 52 666 0 0,1 0-1 0 0,-5 83 1 0 0,11-86-568 0 0,2-6-12 0 0,0 60 0 0 0,5-82-152 0 0,1 0 0 0 0,2 0-1 0 0,0 0 1 0 0,9 29 0 0 0,-11-46-38 0 0,1 0 0 0 0,-1 0 0 0 0,2 0 0 0 0,-1-1 0 0 0,1 1 0 0 0,0-1 0 0 0,0 0 0 0 0,1 0 0 0 0,0 0 0 0 0,0-1 0 0 0,11 10 0 0 0,-7-9 2 0 0,-1 0 0 0 0,1-1 0 0 0,0 0 0 0 0,0 0 0 0 0,1-1 0 0 0,-1 0 0 0 0,20 4 0 0 0,-2-3 2 0 0,1-1 0 0 0,0-2-1 0 0,0-1 1 0 0,-1-1 0 0 0,46-5 0 0 0,-23-1-64 0 0,-1-2 0 0 0,-1-3 1 0 0,1-1-1 0 0,-2-3 0 0 0,0-1 1 0 0,-1-3-1 0 0,-1-2 0 0 0,0-1 1 0 0,-2-3-1 0 0,-1-1 1 0 0,-1-2-1 0 0,-1-2 0 0 0,-2-2 1 0 0,-1-1-1 0 0,-1-2 0 0 0,-2-1 1 0 0,35-50-1 0 0,-25 22-79 0 0,-3-1-1 0 0,-3-2 0 0 0,40-97 1 0 0,56-227-127 0 0,-109 295 203 0 0,21-161-1 0 0,-40 199 15 0 0,-3 0 1 0 0,-2 0 0 0 0,-2 0 0 0 0,-12-68-1 0 0,0 59-2 0 0,11 61 31 0 0,0-1 0 0 0,-1 1-1 0 0,1 0 1 0 0,-1-1 0 0 0,-1 1-1 0 0,1 1 1 0 0,-8-10 0 0 0,10 13 6 0 0,0 1-1 0 0,0 0 1 0 0,0 0 0 0 0,-1 0 0 0 0,1-1 0 0 0,-1 2 0 0 0,1-1-1 0 0,-1 0 1 0 0,1 0 0 0 0,-1 0 0 0 0,0 1 0 0 0,1-1 0 0 0,-1 1-1 0 0,0-1 1 0 0,1 1 0 0 0,-1-1 0 0 0,0 1 0 0 0,0 0-1 0 0,1 0 1 0 0,-1 0 0 0 0,0 0 0 0 0,0 0 0 0 0,1 1 0 0 0,-1-1-1 0 0,0 0 1 0 0,1 1 0 0 0,-1 0 0 0 0,0-1 0 0 0,1 1 0 0 0,-1 0-1 0 0,1-1 1 0 0,-1 1 0 0 0,-2 2 0 0 0,-4 3 5 0 0,1-1 0 0 0,0 2 0 0 0,0-1 0 0 0,0 1 0 0 0,-7 8 0 0 0,-5 11 30 0 0,1 0 0 0 0,1 1-1 0 0,1 1 1 0 0,-16 39 0 0 0,-40 122 449 0 0,71-186-472 0 0,-72 224 1868 0 0,-84 455-1 0 0,125-391-1211 0 0,30-241-569 0 0,2 1 0 0 0,3 0 0 0 0,16 86 0 0 0,-17-123-85 0 0,2-1 1 0 0,-1 0 0 0 0,2 0-1 0 0,0 0 1 0 0,0-1-1 0 0,1 1 1 0 0,1-2-1 0 0,0 1 1 0 0,0 0 0 0 0,1-1-1 0 0,1-1 1 0 0,0 0-1 0 0,0 0 1 0 0,1 0-1 0 0,0-1 1 0 0,1-1 0 0 0,0 0-1 0 0,0 0 1 0 0,1-1-1 0 0,0 0 1 0 0,0-1-1 0 0,0-1 1 0 0,1 0 0 0 0,16 4-1 0 0,-3-3-2 0 0,0-1 0 0 0,0-2-1 0 0,0 0 1 0 0,1-2-1 0 0,-1-1 1 0 0,46-5 0 0 0,-23-2 0 0 0,-1-3 0 0 0,77-24 0 0 0,-76 16-41 0 0,0-2 1 0 0,-1-2-1 0 0,-1-2 0 0 0,-2-2 0 0 0,0-2 0 0 0,68-57 1 0 0,-78 55 1 0 0,-1-2 0 0 0,-2-2 0 0 0,-1 0 0 0 0,-2-2 0 0 0,-1-2 1 0 0,-2 0-1 0 0,38-76 0 0 0,-56 96 28 0 0,0-1-1 0 0,-2 0 1 0 0,0 0 0 0 0,-1-1-1 0 0,-1 0 1 0 0,-1 0 0 0 0,1-22 0 0 0,-3 32 20 0 0,-1-1 1 0 0,0 0 0 0 0,-1 1 0 0 0,0-1 0 0 0,-1 1 0 0 0,0 0 0 0 0,-1 0-1 0 0,0 0 1 0 0,-1 0 0 0 0,0 0 0 0 0,0 0 0 0 0,-1 1 0 0 0,0 0 0 0 0,-1 0-1 0 0,-7-9 1 0 0,10 14 4 0 0,0 1-1 0 0,0 0 0 0 0,0-1 0 0 0,-1 2 1 0 0,0-1-1 0 0,1 0 0 0 0,-1 1 1 0 0,0-1-1 0 0,0 1 0 0 0,-1 0 0 0 0,1 1 1 0 0,0-1-1 0 0,-1 1 0 0 0,-7-2 1 0 0,6 2 25 0 0,-1 1 1 0 0,1 0-1 0 0,-1 0 1 0 0,1 1 0 0 0,-1-1-1 0 0,1 1 1 0 0,-1 1 0 0 0,1-1-1 0 0,-9 4 1 0 0,-1 2 140 0 0,1 0 1 0 0,0 1-1 0 0,0 1 0 0 0,0 1 1 0 0,1 0-1 0 0,-24 22 0 0 0,18-13-64 0 0,2 1 0 0 0,0 1 0 0 0,1 0 0 0 0,1 1 0 0 0,1 1 0 0 0,1 1 0 0 0,1 0 0 0 0,1 0 0 0 0,1 1 0 0 0,-10 38 0 0 0,15-42-46 0 0,2 0-1 0 0,0 0 0 0 0,1 0 1 0 0,1 1-1 0 0,1-1 0 0 0,1 0 1 0 0,1 1-1 0 0,1-1 0 0 0,1 1 1 0 0,1-1-1 0 0,1 0 0 0 0,0-1 1 0 0,15 36-1 0 0,-14-42-80 0 0,1-1 0 0 0,1 1 0 0 0,0-1 0 0 0,0-1 0 0 0,1 1 0 0 0,1-2 0 0 0,0 1 0 0 0,1-1 0 0 0,22 18 0 0 0,-16-17 0 0 0,1-1 0 0 0,0-1 0 0 0,0 0 0 0 0,1-2 0 0 0,0 0 0 0 0,37 10 0 0 0,9-3-1804 0 0,2-3-1 0 0,-1-3 1 0 0,2-3-1 0 0,105-3 1 0 0,-88-8-6304 0 0,4-6-5125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19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 6957 0 0,'0'0'23177'0'0,"3"-2"-22608"0"0,8-2 831 0 0,18-6-8825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30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1215 220 800 0 0,'6'-5'721'0'0,"-1"-1"0"0"0,0 1 0 0 0,0-1 0 0 0,-1-1 0 0 0,0 1 0 0 0,0-1 0 0 0,0 1 0 0 0,-1-1 0 0 0,0 0 0 0 0,0-1 0 0 0,1-7 0 0 0,-3 11-541 0 0,0 0 1 0 0,-1 0 0 0 0,0 0-1 0 0,0 0 1 0 0,0 0 0 0 0,0 0-1 0 0,-1 0 1 0 0,1 0 0 0 0,-1 0-1 0 0,0 0 1 0 0,0 0 0 0 0,-1 1-1 0 0,1-1 1 0 0,-1 0-1 0 0,0 0 1 0 0,1 1 0 0 0,-2-1-1 0 0,1 1 1 0 0,0 0 0 0 0,-1 0-1 0 0,0 0 1 0 0,-5-6 0 0 0,1 4-103 0 0,0 0 1 0 0,0 1 0 0 0,0-1 0 0 0,0 1-1 0 0,-1 1 1 0 0,0-1 0 0 0,0 1 0 0 0,0 1-1 0 0,0-1 1 0 0,0 2 0 0 0,0-1-1 0 0,-1 1 1 0 0,1 0 0 0 0,0 0 0 0 0,-1 1-1 0 0,1 1 1 0 0,-1-1 0 0 0,-9 3 0 0 0,-9 2-13 0 0,1 0 1 0 0,0 2 0 0 0,1 1-1 0 0,-36 17 1 0 0,-3 6 4 0 0,0 2 1 0 0,3 4-1 0 0,-82 62 0 0 0,45-20 20 0 0,-93 98 0 0 0,142-126-29 0 0,-55 73 0 0 0,80-93-27 0 0,3 2 0 0 0,0 0-1 0 0,-29 68 1 0 0,46-91-23 0 0,1-1 0 0 0,0 1 0 0 0,0 0 0 0 0,1 1 0 0 0,0-1 0 0 0,1 0 0 0 0,0 1 0 0 0,1 18 0 0 0,1-24-3 0 0,-1 0 1 0 0,1 0-1 0 0,0 0 1 0 0,1 0-1 0 0,-1 0 1 0 0,1 0-1 0 0,0-1 1 0 0,0 1-1 0 0,0-1 1 0 0,1 1-1 0 0,0-1 1 0 0,0 0-1 0 0,0 0 1 0 0,0 0-1 0 0,0 0 1 0 0,1-1-1 0 0,0 1 1 0 0,0-1-1 0 0,0 0 1 0 0,5 4 0 0 0,7 0 0 0 0,-1 1 0 0 0,1-2 0 0 0,1 0 1 0 0,-1-1-1 0 0,1-1 0 0 0,-1 0 1 0 0,1-1-1 0 0,1-1 0 0 0,22 0 0 0 0,13-2-840 0 0,94-12-1 0 0,-75 2-1423 0 0,0-4 0 0 0,-1-2-1 0 0,75-29 1 0 0,-79 21-1240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31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243 269 1456 0 0,'4'-3'612'0'0,"-1"0"0"0"0,-1-1 0 0 0,1 1 1 0 0,-1-1-1 0 0,1 0 0 0 0,-1 0 0 0 0,0 0 0 0 0,0 0 0 0 0,-1 0 0 0 0,1 0 0 0 0,-1-1 0 0 0,0 1 0 0 0,0 0 0 0 0,0-1 1 0 0,-1 1-1 0 0,1-8 0 0 0,-2 12-557 0 0,1-1 1 0 0,0 1 0 0 0,0-1-1 0 0,0 1 1 0 0,0-1-1 0 0,-1 1 1 0 0,1-1-1 0 0,0 1 1 0 0,0-1 0 0 0,-1 1-1 0 0,1-1 1 0 0,0 1-1 0 0,-1-1 1 0 0,1 1 0 0 0,0 0-1 0 0,-1-1 1 0 0,1 1-1 0 0,-1 0 1 0 0,1-1-1 0 0,-1 1 1 0 0,1 0 0 0 0,-1 0-1 0 0,1 0 1 0 0,-1-1-1 0 0,1 1 1 0 0,-1 0 0 0 0,1 0-1 0 0,-1 0 1 0 0,1 0-1 0 0,-1 0 1 0 0,1 0-1 0 0,-1 0 1 0 0,1 0 0 0 0,-1 0-1 0 0,1 0 1 0 0,-1 0-1 0 0,1 0 1 0 0,-1 0 0 0 0,-19 4 541 0 0,20-4-623 0 0,-10 4 246 0 0,0 0 0 0 0,0 1 1 0 0,1 1-1 0 0,-1-1 1 0 0,2 1-1 0 0,-1 1 0 0 0,0 0 1 0 0,1 0-1 0 0,-7 9 0 0 0,7-9-84 0 0,-14 14 127 0 0,1 1-1 0 0,-20 26 0 0 0,35-40-227 0 0,0 0 0 0 0,1 0 0 0 0,0 0 0 0 0,1 1 0 0 0,0-1 0 0 0,0 1-1 0 0,1 0 1 0 0,0 1 0 0 0,0-1 0 0 0,-1 17 0 0 0,3-24-20 0 0,1 1 1 0 0,0-1-1 0 0,0 1 0 0 0,0-1 1 0 0,1 0-1 0 0,-1 1 0 0 0,0-1 0 0 0,1 1 1 0 0,0-1-1 0 0,-1 0 0 0 0,1 1 1 0 0,0-1-1 0 0,0 0 0 0 0,0 0 1 0 0,1 0-1 0 0,-1 0 0 0 0,0 0 0 0 0,1 0 1 0 0,2 3-1 0 0,-1-2 1 0 0,1-1 1 0 0,-1 0-1 0 0,0 0 0 0 0,0 0 1 0 0,1-1-1 0 0,-1 1 0 0 0,1-1 1 0 0,0 0-1 0 0,-1 0 0 0 0,1 0 0 0 0,6 1 1 0 0,2-1 8 0 0,0-1 1 0 0,0 0 0 0 0,0 0 0 0 0,0-1-1 0 0,0-1 1 0 0,0 0 0 0 0,12-4-1 0 0,-6 0-15 0 0,-1-1 0 0 0,0 0 0 0 0,-1-2 0 0 0,0 1 0 0 0,0-2 0 0 0,-1 0 0 0 0,0-1 0 0 0,0-1 0 0 0,-2 0 0 0 0,1-1 0 0 0,-2 0 0 0 0,21-28 0 0 0,-26 31-11 0 0,0 1-1 0 0,-1-1 1 0 0,-1-1-1 0 0,1 1 0 0 0,-2-1 1 0 0,1 0-1 0 0,-2 0 1 0 0,1 0-1 0 0,-2 0 0 0 0,1-1 1 0 0,-1 1-1 0 0,-1-1 1 0 0,0 0-1 0 0,-1 1 0 0 0,0-1 1 0 0,-1 0-1 0 0,0 1 1 0 0,-1-1-1 0 0,0 1 0 0 0,-1-1 1 0 0,-6-15-1 0 0,7 22 0 0 0,0 0 0 0 0,0 1 0 0 0,-1-1 0 0 0,0 0 0 0 0,0 1 0 0 0,0-1 0 0 0,0 1-1 0 0,-1 0 1 0 0,1 0 0 0 0,-1 0 0 0 0,0 1 0 0 0,-1-1 0 0 0,1 1 0 0 0,0 0 0 0 0,-1 0 0 0 0,0 1 0 0 0,1-1 0 0 0,-1 1 0 0 0,0 0 0 0 0,0 0-1 0 0,-8-1 1 0 0,5 2 2 0 0,1 0-1 0 0,-1 1 1 0 0,0 0-1 0 0,0 0 0 0 0,0 1 1 0 0,1 0-1 0 0,-1 0 1 0 0,0 0-1 0 0,0 1 0 0 0,1 1 1 0 0,0-1-1 0 0,-1 1 1 0 0,1 0-1 0 0,-8 6 0 0 0,-4 1 1 0 0,1 2 0 0 0,0 0 0 0 0,0 2 0 0 0,-30 29 1 0 0,41-36 1 0 0,1 0 0 0 0,0 1-1 0 0,0 0 1 0 0,1 0 0 0 0,0 0 0 0 0,0 0 0 0 0,1 1 0 0 0,0-1 0 0 0,0 1 0 0 0,1 0 0 0 0,0 1 0 0 0,1-1 0 0 0,-3 19 0 0 0,5-24 0 0 0,0-1 0 0 0,0 1 0 0 0,0 0 0 0 0,0-1 0 0 0,1 1 0 0 0,-1-1 0 0 0,1 1-1 0 0,0-1 1 0 0,0 1 0 0 0,0-1 0 0 0,1 0 0 0 0,-1 1 0 0 0,1-1 0 0 0,-1 0 0 0 0,1 0 0 0 0,0 0-1 0 0,4 4 1 0 0,-2-3-3 0 0,0-1-1 0 0,-1-1 0 0 0,1 1 1 0 0,0 0-1 0 0,0-1 0 0 0,1 0 0 0 0,-1 0 1 0 0,0 0-1 0 0,1-1 0 0 0,-1 1 1 0 0,10 1-1 0 0,0-2-26 0 0,0 1 0 0 0,0-2 0 0 0,0 0 0 0 0,0-1 0 0 0,0 0 0 0 0,0-1 0 0 0,-1 0 0 0 0,15-5 0 0 0,0-3-42 0 0,0 0 1 0 0,-1-2-1 0 0,-1-1 0 0 0,1-1 0 0 0,-2-2 0 0 0,27-20 0 0 0,130-123-241 0 0,-122 104 226 0 0,-54 49 64 0 0,-4 3 11 0 0,0 1-1 0 0,0 0 1 0 0,1 0-1 0 0,-1-1 1 0 0,0 1-1 0 0,1 1 1 0 0,0-1-1 0 0,-1 0 1 0 0,1 1 0 0 0,0-1-1 0 0,0 1 1 0 0,0 0-1 0 0,0 0 1 0 0,0 0-1 0 0,0 0 1 0 0,5 0-1 0 0,-6 1 11 0 0,0 1 0 0 0,1-1 0 0 0,-1 1 1 0 0,0 0-1 0 0,0 0 0 0 0,0 0 0 0 0,0 0 0 0 0,0 0 0 0 0,-1 0 0 0 0,1 0 0 0 0,0 1 0 0 0,0-1 0 0 0,-1 1 0 0 0,1-1 0 0 0,-1 1 0 0 0,1 0 0 0 0,-1-1 0 0 0,0 1 0 0 0,1 0 0 0 0,-1 0 1 0 0,0 0-1 0 0,1 4 0 0 0,2 3 11 0 0,0 0 0 0 0,0 1 0 0 0,-1 0 0 0 0,-1 0 0 0 0,1 0 0 0 0,-1 0 0 0 0,-1 0 0 0 0,0 0 0 0 0,-1 0 0 0 0,0 1 0 0 0,0-1 0 0 0,-1 0 0 0 0,0 0 0 0 0,-3 11 0 0 0,-5 14 105 0 0,-2 0 0 0 0,-22 52 0 0 0,21-57 38 0 0,12-30-149 0 0,0 1-1 0 0,0-1 1 0 0,0 0 0 0 0,0 1 0 0 0,0-1-1 0 0,-1 1 1 0 0,1-1 0 0 0,0 1 0 0 0,0-1-1 0 0,0 1 1 0 0,0-1 0 0 0,-1 0-1 0 0,1 1 1 0 0,0-1 0 0 0,0 0 0 0 0,-1 1-1 0 0,1-1 1 0 0,0 1 0 0 0,-1-1 0 0 0,1 0-1 0 0,0 0 1 0 0,-1 1 0 0 0,1-1 0 0 0,-1 0-1 0 0,1 0 1 0 0,0 1 0 0 0,-1-1-1 0 0,1 0 1 0 0,-1 0 0 0 0,1 0 0 0 0,-1 0-1 0 0,1 0 1 0 0,-1 0 0 0 0,1 0 0 0 0,-1 0-1 0 0,1 0 1 0 0,0 0 0 0 0,-1 0-1 0 0,1 0 1 0 0,-1 0 0 0 0,0 0-4 0 0,1-1 0 0 0,-1 0 1 0 0,1 1-1 0 0,0-1 0 0 0,-1 1 0 0 0,1-1 1 0 0,0 0-1 0 0,-1 1 0 0 0,1-1 1 0 0,0 0-1 0 0,0 1 0 0 0,0-1 0 0 0,0 0 1 0 0,-1 1-1 0 0,1-1 0 0 0,0 0 0 0 0,0 0 1 0 0,0 1-1 0 0,1-1 0 0 0,-1 0 0 0 0,0 1 1 0 0,0-1-1 0 0,0 0 0 0 0,0 1 0 0 0,1-2 1 0 0,8-22-10 0 0,1 0-1 0 0,2 1 1 0 0,0 0 0 0 0,1 1 0 0 0,1 0 0 0 0,1 1-1 0 0,1 0 1 0 0,1 2 0 0 0,1 0 0 0 0,0 1 0 0 0,2 1 0 0 0,0 0-1 0 0,0 2 1 0 0,36-21 0 0 0,-51 33 5 0 0,1 1 1 0 0,-1-1-1 0 0,1 1 1 0 0,0 0-1 0 0,-1 1 0 0 0,1-1 1 0 0,0 1-1 0 0,0 0 1 0 0,0 1-1 0 0,0 0 1 0 0,0-1-1 0 0,0 2 0 0 0,0-1 1 0 0,11 3-1 0 0,-13-2 5 0 0,1 1 0 0 0,-1-1 0 0 0,0 1 0 0 0,0 0 0 0 0,-1 0 0 0 0,1 0 0 0 0,0 1 0 0 0,-1-1 1 0 0,1 1-1 0 0,-1 0 0 0 0,0 0 0 0 0,0 0 0 0 0,0 0 0 0 0,0 1 0 0 0,-1-1 0 0 0,1 1 0 0 0,-1 0 0 0 0,0-1 0 0 0,0 1 0 0 0,0 0 0 0 0,1 5 0 0 0,0 2 14 0 0,0 0-1 0 0,0 1 0 0 0,-2-1 1 0 0,1 0-1 0 0,-1 1 1 0 0,-1-1-1 0 0,0 1 1 0 0,-1-1-1 0 0,-2 14 1 0 0,-5 14 45 0 0,-16 51 0 0 0,7-34-61 0 0,8-3-2540 0 0,10-52 2425 0 0,-1-1 0 0 0,1 1 0 0 0,-1-1 0 0 0,0 1 0 0 0,1 0 0 0 0,-1-1 0 0 0,1 1 0 0 0,0-1 1 0 0,-1 1-1 0 0,1-1 0 0 0,-1 1 0 0 0,1-1 0 0 0,0 0 0 0 0,-1 1 0 0 0,1-1 0 0 0,0 0 0 0 0,-1 0 0 0 0,1 1 0 0 0,0-1 0 0 0,-1 0 0 0 0,1 0 0 0 0,0 0 0 0 0,0 0 0 0 0,-1 0 0 0 0,1 0 0 0 0,0 0 0 0 0,0 0 0 0 0,-1 0 0 0 0,1 0 0 0 0,1-1 0 0 0,12-1-1110 0 0,0-1-1 0 0,-1 0 0 0 0,0-1 0 0 0,20-9 0 0 0,1-4-2757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32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238 227 760 0 0,'30'-25'4020'0'0,"40"-48"1"0"0,-58 59-2605 0 0,0 0-1 0 0,-1-1 1 0 0,-1-1 0 0 0,-1 0 0 0 0,11-24 0 0 0,-20 39-1390 0 0,0 1 0 0 0,1 0 0 0 0,-1-1 0 0 0,0 1 0 0 0,0 0 0 0 0,0-1 0 0 0,0 1 0 0 0,0 0 0 0 0,0-1 0 0 0,0 1 0 0 0,1 0 0 0 0,-1-1 0 0 0,0 1 0 0 0,0-1 0 0 0,0 1 0 0 0,0 0 0 0 0,0-1-1 0 0,-1 1 1 0 0,1 0 0 0 0,0-1 0 0 0,0 1 0 0 0,0 0 0 0 0,0-1 0 0 0,0 1 0 0 0,0 0 0 0 0,-1-1 0 0 0,1 1 0 0 0,0 0 0 0 0,0-1 0 0 0,0 1 0 0 0,-1 0 0 0 0,1 0 0 0 0,0-1 0 0 0,0 1 0 0 0,-1 0 0 0 0,1 0 0 0 0,0-1 0 0 0,-1 1 0 0 0,1 0 0 0 0,0 0 0 0 0,-1 0-1 0 0,1 0 1 0 0,0-1 0 0 0,-1 1 0 0 0,1 0 0 0 0,0 0 0 0 0,-1 0 0 0 0,1 0 0 0 0,0 0 0 0 0,-1 0 0 0 0,1 0 0 0 0,-1 0 0 0 0,0 0 0 0 0,-18 3 295 0 0,18-2-340 0 0,-10 2 100 0 0,0 0 0 0 0,1 1 1 0 0,-1 1-1 0 0,1-1 0 0 0,1 2 1 0 0,-13 8-1 0 0,1 1 36 0 0,-29 27-1 0 0,43-36-104 0 0,1 0 0 0 0,0 1 0 0 0,0 0 0 0 0,0 0 0 0 0,1 0 0 0 0,0 0 0 0 0,1 1 0 0 0,-8 16 0 0 0,11-20-10 0 0,0 0 1 0 0,0 1 0 0 0,0 0-1 0 0,0-1 1 0 0,1 1 0 0 0,-1-1-1 0 0,1 1 1 0 0,1 0 0 0 0,-1-1-1 0 0,0 1 1 0 0,1 0 0 0 0,0-1-1 0 0,0 1 1 0 0,1-1 0 0 0,-1 0-1 0 0,1 1 1 0 0,0-1 0 0 0,0 0 0 0 0,3 4-1 0 0,9 14 13 0 0,2-2 0 0 0,0 0 0 0 0,28 26 0 0 0,-4-4-12 0 0,-9 1 145 0 0,-31-42-121 0 0,1 1 0 0 0,-1-1 0 0 0,0 0 0 0 0,0 0 0 0 0,0 0 0 0 0,0 0 0 0 0,0 1 0 0 0,0-1 0 0 0,0 0 0 0 0,0 0 0 0 0,-1 0 0 0 0,1 0 0 0 0,0 1 0 0 0,-1-1 0 0 0,1 0-1 0 0,-1 0 1 0 0,1 0 0 0 0,-1 0 0 0 0,0 0 0 0 0,1 0 0 0 0,-1 0 0 0 0,0 0 0 0 0,1 0 0 0 0,-1-1 0 0 0,-1 2 0 0 0,-4 3 117 0 0,0-1-1 0 0,0 1 1 0 0,0-1 0 0 0,-1 0-1 0 0,0-1 1 0 0,1 0 0 0 0,-1 0-1 0 0,0 0 1 0 0,-1-1-1 0 0,1 0 1 0 0,0 0 0 0 0,-14 1-1 0 0,-9-1 194 0 0,-55-1 0 0 0,49-2-150 0 0,-23-3-471 0 0,44 2-506 0 0,15 2 720 0 0,-1 0 1 0 0,1 0-1 0 0,-1 0 0 0 0,1-1 1 0 0,0 1-1 0 0,-1 0 1 0 0,1 0-1 0 0,0 0 1 0 0,-1 0-1 0 0,1 0 0 0 0,0-1 1 0 0,-1 1-1 0 0,1 0 1 0 0,0 0-1 0 0,-1 0 1 0 0,1-1-1 0 0,0 1 0 0 0,-1 0 1 0 0,1-1-1 0 0,0 1 1 0 0,0 0-1 0 0,0-1 1 0 0,-1 1-1 0 0,1 0 0 0 0,0-1 1 0 0,0 1-1 0 0,0 0 1 0 0,0-1-1 0 0,0 1 1 0 0,-1 0-1 0 0,1-1 0 0 0,0 1 1 0 0,0-1-1 0 0,0 1 1 0 0,0 0-1 0 0,0-1 0 0 0,0 1 1 0 0,0 0-1 0 0,0-1 1 0 0,1 1-1 0 0,-1-1 1 0 0,0 1-1 0 0,0 0 0 0 0,0-1 1 0 0,0 1-1 0 0,0 0 1 0 0,1-1-1 0 0,-1 1 1 0 0,0 0-1 0 0,0-1 0 0 0,0 1 1 0 0,1 0-1 0 0,0-1 1 0 0,13-16-2866 0 0,21-6-4048 0 0,-13 9 533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32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79 2720 0 0,'33'-38'10130'0'0,"-6"7"-3594"0"0,-25 29-5769 0 0,2-1 8 0 0,-4 3-740 0 0,0 0 0 0 0,0 0-1 0 0,0-1 1 0 0,0 1 0 0 0,1 0 0 0 0,-1-1 0 0 0,0 1 0 0 0,0 0 0 0 0,0 0 0 0 0,1 0 0 0 0,-1-1-1 0 0,0 1 1 0 0,1 0 0 0 0,-1 0 0 0 0,0 0 0 0 0,0 0 0 0 0,1-1 0 0 0,-1 1 0 0 0,0 0-1 0 0,1 0 1 0 0,-1 0 0 0 0,0 0 0 0 0,1 0 0 0 0,-1 0 0 0 0,0 0 0 0 0,1 0 0 0 0,-1 0-1 0 0,0 0 1 0 0,1 0 0 0 0,-1 0 0 0 0,1 0 0 0 0,0 2 33 0 0,1 0 0 0 0,-1 0-1 0 0,0 1 1 0 0,0-1 0 0 0,0 0 0 0 0,0 1 0 0 0,0-1-1 0 0,-1 0 1 0 0,1 1 0 0 0,0-1 0 0 0,-1 1 0 0 0,0-1 0 0 0,0 1-1 0 0,0-1 1 0 0,0 5 0 0 0,-7 49 918 0 0,2-24-489 0 0,-3 37 71 0 0,3-34-459 0 0,2 0 0 0 0,1 0 0 0 0,5 51 0 0 0,-3-83-152 0 0,0 0-1 0 0,1 0 0 0 0,-1 1 1 0 0,1-1-1 0 0,0 0 0 0 0,0 0 0 0 0,0 0 1 0 0,1 0-1 0 0,-1 0 0 0 0,1 0 1 0 0,-1 0-1 0 0,1 0 0 0 0,0-1 1 0 0,0 1-1 0 0,0-1 0 0 0,1 1 1 0 0,-1-1-1 0 0,4 3 0 0 0,-3-3-146 0 0,1 0-1 0 0,-1 0 0 0 0,1-1 1 0 0,0 0-1 0 0,0 1 0 0 0,-1-1 1 0 0,1-1-1 0 0,0 1 1 0 0,0 0-1 0 0,0-1 0 0 0,0 0 1 0 0,0 0-1 0 0,5 0 0 0 0,7-3-922 0 0,-1 0-1 0 0,0-1 0 0 0,1 0 0 0 0,-1-1 1 0 0,-1-1-1 0 0,23-11 0 0 0,14-13-3696 0 0,1-7-2297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32.4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284 139 488 0 0,'-12'-13'1643'0'0,"0"0"0"0"0,-1 1 0 0 0,-1 0-1 0 0,-24-16 1 0 0,-64-30 2708 0 0,101 57-4321 0 0,-1 1 0 0 0,1 0-1 0 0,0-1 1 0 0,-1 1 0 0 0,1 0 0 0 0,0 0-1 0 0,-1 0 1 0 0,1 0 0 0 0,0 0 0 0 0,-1 0-1 0 0,1 0 1 0 0,0 0 0 0 0,0 0 0 0 0,-1 1-1 0 0,1-1 1 0 0,-3 2 0 0 0,1-1 42 0 0,0 0-109 0 0,1 0-1 0 0,-1 0 0 0 0,0 1 0 0 0,1-1 1 0 0,-1 1-1 0 0,1-1 0 0 0,0 1 1 0 0,-1 0-1 0 0,1 0 0 0 0,0 0 1 0 0,0 1-1 0 0,0-1 0 0 0,0 0 1 0 0,1 1-1 0 0,-1-1 0 0 0,1 1 0 0 0,-1 0 1 0 0,1-1-1 0 0,-1 4 0 0 0,-3 6-1856 0 0,1 0-1 0 0,-5 23 1 0 0,4-9-2896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33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489 957 104 0 0,'-31'-67'9014'0'0,"20"40"-6768"0"0,-2 0 1 0 0,0 1 0 0 0,-31-43-1 0 0,42 66-2146 0 0,0 0 0 0 0,-1 0 0 0 0,1 0 0 0 0,-1 1 0 0 0,0-1 0 0 0,0 1 0 0 0,0 0 0 0 0,0 0-1 0 0,0 0 1 0 0,0 0 0 0 0,0 0 0 0 0,-1 1 0 0 0,-6-3 0 0 0,7 4-77 0 0,-1-1 1 0 0,0 1-1 0 0,0 0 0 0 0,0 0 1 0 0,0 1-1 0 0,0-1 0 0 0,1 1 1 0 0,-1 0-1 0 0,0 0 0 0 0,0 0 1 0 0,1 0-1 0 0,-1 1 0 0 0,1-1 1 0 0,-5 4-1 0 0,-14 7 5 0 0,0 1 0 0 0,1 1-1 0 0,1 1 1 0 0,0 0 0 0 0,1 2 0 0 0,1 0-1 0 0,0 1 1 0 0,2 1 0 0 0,0 1 0 0 0,1 0-1 0 0,1 1 1 0 0,-21 42 0 0 0,32-58-24 0 0,1 1 1 0 0,0 0-1 0 0,0 0 1 0 0,1 0-1 0 0,-1 0 1 0 0,1 1-1 0 0,1-1 1 0 0,-1 0-1 0 0,1 0 1 0 0,0 1-1 0 0,1 7 1 0 0,0-11-4 0 0,0 0 1 0 0,-1-1 0 0 0,1 1 0 0 0,0-1-1 0 0,1 1 1 0 0,-1-1 0 0 0,0 0-1 0 0,1 1 1 0 0,-1-1 0 0 0,1 0 0 0 0,0 0-1 0 0,-1 0 1 0 0,1 0 0 0 0,0 0 0 0 0,0 0-1 0 0,1-1 1 0 0,-1 1 0 0 0,0 0 0 0 0,1-1-1 0 0,-1 0 1 0 0,0 0 0 0 0,1 0-1 0 0,-1 0 1 0 0,1 0 0 0 0,0 0 0 0 0,-1-1-1 0 0,1 1 1 0 0,4 0 0 0 0,3-1-17 0 0,1 1 0 0 0,0-1 0 0 0,-1-1 0 0 0,1 0 0 0 0,-1 0 0 0 0,1-1 0 0 0,-1 0 1 0 0,1-1-1 0 0,18-8 0 0 0,-9 2-100 0 0,1-1-1 0 0,-1 0 1 0 0,32-24 0 0 0,-27 13-56 0 0,0-1 1 0 0,-1-1-1 0 0,-1-1 1 0 0,-2-1-1 0 0,0-1 1 0 0,31-52 0 0 0,-16 15-76 0 0,-3-2 0 0 0,25-72 0 0 0,-5-6 525 0 0,54-241 0 0 0,-102 363-217 0 0,-8 35-6 0 0,-7 36 56 0 0,-17 65 275 0 0,-52 237 576 0 0,24 5-422 0 0,54-345-528 0 0,-7 104 103 0 0,8-97-83 0 0,0-1 1 0 0,1 1-1 0 0,2 0 1 0 0,4 20-1 0 0,-6-34-28 0 0,1 0 1 0 0,-1 0-1 0 0,1 0 1 0 0,0 0-1 0 0,0 0 1 0 0,1-1-1 0 0,-1 1 1 0 0,1-1-1 0 0,0 0 1 0 0,0 0-1 0 0,1 0 1 0 0,-1 0-1 0 0,1 0 1 0 0,0-1-1 0 0,0 1 1 0 0,0-1-1 0 0,0 0 1 0 0,0 0-1 0 0,1-1 0 0 0,0 0 1 0 0,-1 1-1 0 0,6 0 1 0 0,-3-1-20 0 0,0 0 0 0 0,1-1 0 0 0,-1-1 0 0 0,0 1 1 0 0,0-1-1 0 0,0 0 0 0 0,1 0 0 0 0,-1-1 0 0 0,0 0 0 0 0,0-1 0 0 0,0 1 0 0 0,0-1 1 0 0,0-1-1 0 0,-1 1 0 0 0,11-6 0 0 0,3-4-112 0 0,1-1 0 0 0,-1 0 1 0 0,-1-2-1 0 0,-1 0 0 0 0,0-1 0 0 0,-1-1 1 0 0,28-36-1 0 0,-9 3-145 0 0,57-100-1 0 0,-45 51 278 0 0,-43 88 127 0 0,0-1 1 0 0,-2 0-1 0 0,1-1 0 0 0,-1 1 1 0 0,-1 0-1 0 0,1-19 1 0 0,-2 30-119 0 0,-1-1 0 0 0,0 1 0 0 0,0-1 1 0 0,0 1-1 0 0,0 0 0 0 0,0-1 0 0 0,-1 1 1 0 0,1 0-1 0 0,0-1 0 0 0,0 1 0 0 0,-1 0 1 0 0,1 0-1 0 0,-1-1 0 0 0,1 1 1 0 0,-1 0-1 0 0,0 0 0 0 0,0 0 0 0 0,1 0 1 0 0,-3-2-1 0 0,3 3-9 0 0,-1-1 0 0 0,0 1-1 0 0,0 0 1 0 0,0 0 0 0 0,1 0 0 0 0,-1 0 0 0 0,0 0-1 0 0,0 0 1 0 0,0 0 0 0 0,1 0 0 0 0,-1 0 0 0 0,0 0-1 0 0,0 0 1 0 0,0 0 0 0 0,1 1 0 0 0,-1-1 0 0 0,0 0-1 0 0,0 1 1 0 0,1-1 0 0 0,-1 0 0 0 0,0 1 0 0 0,1-1-1 0 0,-2 1 1 0 0,-5 5 11 0 0,0 0 0 0 0,1 0 0 0 0,0 0 0 0 0,-7 9 0 0 0,-4 6 1 0 0,1 0 0 0 0,1 2 0 0 0,1 0 0 0 0,1 0 0 0 0,1 1 1 0 0,1 1-1 0 0,1 0 0 0 0,1 0 0 0 0,2 1 0 0 0,0 0 0 0 0,2 0 0 0 0,-3 34 0 0 0,8-52-2 0 0,0-1 0 0 0,0 1-1 0 0,0-1 1 0 0,1 1 0 0 0,1-1-1 0 0,-1 1 1 0 0,1-1 0 0 0,0 0-1 0 0,6 12 1 0 0,-6-15-6 0 0,0 0 1 0 0,0-1-1 0 0,1 0 1 0 0,-1 1-1 0 0,1-1 1 0 0,0 0-1 0 0,0 0 1 0 0,0 0-1 0 0,0-1 1 0 0,0 1-1 0 0,0-1 1 0 0,1 0-1 0 0,-1 0 1 0 0,1 0-1 0 0,0 0 1 0 0,-1-1-1 0 0,1 1 1 0 0,0-1-1 0 0,5 1 1 0 0,4 0 0 0 0,0-1 1 0 0,0 0-1 0 0,0-1 1 0 0,0-1-1 0 0,0 0 0 0 0,0-1 1 0 0,-1 0-1 0 0,1-1 1 0 0,-1 0-1 0 0,24-11 0 0 0,-5 1-10 0 0,-1-2 1 0 0,-1-1-1 0 0,29-21 0 0 0,-34 20-15 0 0,0-1 1 0 0,-2 0-1 0 0,0-2 1 0 0,-1-1-1 0 0,-1 0 0 0 0,30-44 1 0 0,-41 51 82 0 0,0-1 0 0 0,-1 0 1 0 0,0 0-1 0 0,-2 0 0 0 0,0-1 0 0 0,0 0 0 0 0,-2-1 1 0 0,0 1-1 0 0,0-1 0 0 0,-2 0 0 0 0,0 0 1 0 0,-1 0-1 0 0,-1-18 0 0 0,0 32-49 0 0,0 0 0 0 0,0-1 0 0 0,0 1 0 0 0,-1 0 1 0 0,1-1-1 0 0,-1 1 0 0 0,0 0 0 0 0,0 0 0 0 0,0 0 0 0 0,0 0 0 0 0,0 0 0 0 0,-1 0 0 0 0,1 0 1 0 0,-1 0-1 0 0,0 0 0 0 0,0 1 0 0 0,0-1 0 0 0,0 1 0 0 0,0-1 0 0 0,-1 1 0 0 0,1 0 1 0 0,-1 0-1 0 0,-3-3 0 0 0,3 4-15 0 0,1 1-3 0 0,0 0 1 0 0,0 0-1 0 0,0 0 1 0 0,0 0-1 0 0,0 1 0 0 0,0-1 1 0 0,0 0-1 0 0,0 1 1 0 0,0 0-1 0 0,0-1 0 0 0,1 1 1 0 0,-1 0-1 0 0,0 0 0 0 0,0 0 1 0 0,1 0-1 0 0,-1 1 1 0 0,0-1-1 0 0,1 0 0 0 0,-1 1 1 0 0,1-1-1 0 0,0 1 0 0 0,-1-1 1 0 0,1 1-1 0 0,0 0 1 0 0,0-1-1 0 0,0 1 0 0 0,0 0 1 0 0,0 0-1 0 0,1 0 1 0 0,-1 0-1 0 0,0 0 0 0 0,1 0 1 0 0,-1-1-1 0 0,1 2 0 0 0,0-1 1 0 0,0 0-1 0 0,0 0 1 0 0,0 0-1 0 0,0 0 0 0 0,0 0 1 0 0,1 0-1 0 0,-1 0 0 0 0,0 0 1 0 0,1 0-1 0 0,0 0 1 0 0,-1-1-1 0 0,1 1 0 0 0,0 0 1 0 0,0 0-1 0 0,0 0 0 0 0,0-1 1 0 0,0 1-1 0 0,1 0 1 0 0,-1-1-1 0 0,3 2 0 0 0,3 3-5 0 0,0 0-1 0 0,0-1 1 0 0,1 0-1 0 0,0 0 1 0 0,0-1-1 0 0,0 0 0 0 0,1 0 1 0 0,-1-1-1 0 0,1 0 1 0 0,0-1-1 0 0,12 2 0 0 0,6 0-59 0 0,0 0 0 0 0,40-2 0 0 0,-44-1 112 0 0,0-2-1 0 0,0-1 0 0 0,0 0 1 0 0,0-2-1 0 0,0 0 0 0 0,0-2 1 0 0,-1 0-1 0 0,0-2 0 0 0,-1 0 0 0 0,29-15 1 0 0,-48 21 598 0 0,-8 4-569 0 0,1-1 0 0 0,0 0 1 0 0,0 1-1 0 0,0 0 0 0 0,0 0 1 0 0,0 1-1 0 0,0-1 1 0 0,0 1-1 0 0,1 0 0 0 0,-8 6 1 0 0,-4 6 239 0 0,-20 22 1 0 0,20-20-122 0 0,-1 2-35 0 0,0 0 0 0 0,1 2 1 0 0,1-1-1 0 0,-15 29 0 0 0,25-40-137 0 0,0 1 0 0 0,1-1 0 0 0,0 1 0 0 0,1 0 0 0 0,0 0-1 0 0,0 1 1 0 0,1-1 0 0 0,0 0 0 0 0,1 1 0 0 0,0-1 0 0 0,1 1 0 0 0,2 20-1 0 0,-1-27-31 0 0,0 1 0 0 0,0-1 0 0 0,0 0 0 0 0,1 1 0 0 0,0-1 0 0 0,0 0 0 0 0,0 0 0 0 0,0-1 0 0 0,0 1 0 0 0,1 0 0 0 0,0-1 0 0 0,6 7 0 0 0,-4-5-123 0 0,1-1 0 0 0,0 1 0 0 0,0-1 0 0 0,1 0 0 0 0,-1 0 0 0 0,1-1 0 0 0,7 3 0 0 0,8 1-759 0 0,-1-1 0 0 0,0-2 1 0 0,1 0-1 0 0,29 2 0 0 0,-14-4-1832 0 0,1-2 0 0 0,-1-1 1 0 0,36-7-1 0 0,3-4-4997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34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451 369 260 0 0,'18'-31'3984'0'0,"-1"-2"1"0"0,20-58-1 0 0,-31 73-3158 0 0,-1 0 1 0 0,-1-1-1 0 0,0 1 0 0 0,-1-1 1 0 0,-1 1-1 0 0,-1-1 0 0 0,-2-21 1 0 0,1 38-786 0 0,0 0 0 0 0,0 0-1 0 0,0 0 1 0 0,0 0 0 0 0,-1 0 0 0 0,1 1 0 0 0,-1-1 0 0 0,1 0 0 0 0,-1 0 0 0 0,0 0 0 0 0,0 1 0 0 0,1-1 0 0 0,-1 1 0 0 0,0-1-1 0 0,-1 0 1 0 0,1 1 0 0 0,0 0 0 0 0,0-1 0 0 0,-1 1 0 0 0,1 0 0 0 0,-1-1 0 0 0,1 1 0 0 0,-1 0 0 0 0,-1-1 0 0 0,0 1-20 0 0,0 1 1 0 0,0-1-1 0 0,0 0 1 0 0,0 1 0 0 0,0 0-1 0 0,-1 0 1 0 0,1 0 0 0 0,0 0-1 0 0,0 0 1 0 0,0 1-1 0 0,0-1 1 0 0,0 1 0 0 0,-4 1-1 0 0,-6 2 0 0 0,0 1 0 0 0,0 1-1 0 0,1 0 1 0 0,0 0 0 0 0,0 1 0 0 0,-12 10-1 0 0,-62 55 40 0 0,75-62-52 0 0,-38 35 24 0 0,-51 61 1 0 0,81-83-34 0 0,1 1 0 0 0,1 0 1 0 0,1 1-1 0 0,2 1 0 0 0,-15 33 1 0 0,25-49 5 0 0,1-1 1 0 0,0 1-1 0 0,1 0 1 0 0,-1-1 0 0 0,2 1-1 0 0,-1 0 1 0 0,1 11-1 0 0,1-18-3 0 0,0-1-1 0 0,0 0 1 0 0,0 1-1 0 0,1-1 1 0 0,-1 1-1 0 0,1-1 0 0 0,-1 0 1 0 0,1 1-1 0 0,0-1 1 0 0,0 0-1 0 0,0 0 1 0 0,0 0-1 0 0,0 1 0 0 0,1-1 1 0 0,-1 0-1 0 0,0 0 1 0 0,1-1-1 0 0,0 1 0 0 0,-1 0 1 0 0,1 0-1 0 0,0-1 1 0 0,0 1-1 0 0,0-1 1 0 0,0 0-1 0 0,0 0 0 0 0,0 1 1 0 0,0-1-1 0 0,1-1 1 0 0,-1 1-1 0 0,0 0 0 0 0,1 0 1 0 0,-1-1-1 0 0,0 1 1 0 0,5-1-1 0 0,3 1 3 0 0,0-1-1 0 0,0 0 1 0 0,0 0 0 0 0,0-1-1 0 0,0 0 1 0 0,0-1-1 0 0,0 0 1 0 0,0-1 0 0 0,13-5-1 0 0,-8 1 1 0 0,-1 0 1 0 0,0-1-1 0 0,0 0 0 0 0,0-1 1 0 0,14-13-1 0 0,8-12-1 0 0,-2-1-1 0 0,54-71 1 0 0,-83 99-4 0 0,48-67-2 0 0,15-18-99 0 0,-66 90 86 0 0,9 14-25 0 0,-9-8 42 0 0,-1 0 0 0 0,0 0 1 0 0,0 0-1 0 0,-1 0 0 0 0,1-1 0 0 0,-1 1 0 0 0,0 0 1 0 0,0 0-1 0 0,0 0 0 0 0,0 0 0 0 0,-1 0 0 0 0,-1 8 1 0 0,-1 8 3 0 0,3-20-5 0 0,-2 30 5 0 0,5 58 0 0 0,-2-80 3 0 0,0 0 1 0 0,0 0-1 0 0,1 0 1 0 0,0 0-1 0 0,0 0 1 0 0,1 0-1 0 0,0-1 1 0 0,1 1-1 0 0,0-1 1 0 0,0 0-1 0 0,0 0 1 0 0,8 8-1 0 0,-8-10-23 0 0,1-1-1 0 0,1-1 1 0 0,-1 1-1 0 0,0-1 1 0 0,1 0-1 0 0,0 0 1 0 0,0 0-1 0 0,0-1 1 0 0,0 0-1 0 0,0 0 0 0 0,0-1 1 0 0,1 1-1 0 0,-1-1 1 0 0,0-1-1 0 0,1 1 1 0 0,8-2-1 0 0,4 1-602 0 0,0-1 0 0 0,0-2 0 0 0,0 0-1 0 0,24-7 1 0 0,48-18-6746 0 0,-47 7-78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35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103 700 1584 0 0,'-94'34'12856'0'0,"91"-34"-12262"0"0,1 1-96 0 0,2-1-481 0 0,0 0 0 0 0,0-1 0 0 0,0 1 0 0 0,1 0 0 0 0,-1 0-1 0 0,0 0 1 0 0,0 0 0 0 0,0 0 0 0 0,0 0 0 0 0,0 0 0 0 0,0-1 0 0 0,0 1 0 0 0,0 0 0 0 0,0 0 0 0 0,0 0-1 0 0,1 0 1 0 0,-1-1 0 0 0,0 1 0 0 0,0 0 0 0 0,0 0 0 0 0,0 0 0 0 0,0 0 0 0 0,0 0 0 0 0,0-1-1 0 0,0 1 1 0 0,0 0 0 0 0,0 0 0 0 0,0 0 0 0 0,0 0 0 0 0,-1-1 0 0 0,1 1 0 0 0,0 0 0 0 0,0 0 0 0 0,0 0-1 0 0,0 0 1 0 0,0 0 0 0 0,0 0 0 0 0,0-1 0 0 0,0 1 0 0 0,0 0 0 0 0,0 0 0 0 0,-1 0 0 0 0,1 0-1 0 0,0 0 1 0 0,0 0 0 0 0,0 0 0 0 0,0-1 0 0 0,0 1 0 0 0,-1 0 0 0 0,1 0 0 0 0,0 0 0 0 0,0 0 0 0 0,0 0-1 0 0,0 0 1 0 0,0 0 0 0 0,-1 0 0 0 0,1 0 0 0 0,0 0 0 0 0,0 0 0 0 0,0 0 0 0 0,0 0 0 0 0,-1 0-1 0 0,1 0 1 0 0,0 0 0 0 0,0 0 0 0 0,0 0 0 0 0,-1 0 0 0 0,17-18 367 0 0,27-18-197 0 0,213-164 184 0 0,-16-19-254 0 0,-49 19 56 0 0,-180 189-144 0 0,-1 0 0 0 0,13-19 0 0 0,-21 28-50 0 0,-6 3 16 0 0,1 1 1 0 0,0-1-1 0 0,-1 1 1 0 0,1 0-1 0 0,0 0 1 0 0,0 0-1 0 0,0 0 1 0 0,0 0-1 0 0,1 1 1 0 0,-4 3-1 0 0,0 0-1 0 0,-25 21-30 0 0,-47 55-1 0 0,67-69 27 0 0,0 1 1 0 0,1 0-1 0 0,1 1 0 0 0,0 0 0 0 0,2 1 0 0 0,-12 29 0 0 0,17-37 10 0 0,0 1 1 0 0,1-1-1 0 0,0 0 0 0 0,1 0 0 0 0,-1 1 1 0 0,2-1-1 0 0,-1 0 0 0 0,1 0 1 0 0,0 1-1 0 0,1-1 0 0 0,0 0 0 0 0,0 0 1 0 0,5 11-1 0 0,6 9 10 0 0,0 0 0 0 0,23 32 0 0 0,-19-33-7 0 0,-14-22 190 0 0,0-1 0 0 0,0 1 0 0 0,-1 0 0 0 0,1 0 0 0 0,-1 0 0 0 0,0 0 0 0 0,-1 0 0 0 0,1 1 0 0 0,0 6 0 0 0,-2-11-107 0 0,0 0 0 0 0,0 0 0 0 0,0 0 0 0 0,0 0 0 0 0,0 0 0 0 0,-1 0 0 0 0,1 0 0 0 0,0 0 0 0 0,-1 0 0 0 0,1 0 0 0 0,-1 0 0 0 0,1 0 1 0 0,-1 0-1 0 0,1 0 0 0 0,-1 0 0 0 0,0 0 0 0 0,0 0 0 0 0,1 0 0 0 0,-1 0 0 0 0,-1 0 0 0 0,-22 14 1270 0 0,14-11-1146 0 0,-1 0-1 0 0,-1-1 1 0 0,1 0 0 0 0,0-1 0 0 0,-20 2-1 0 0,-63-2 294 0 0,73-2-447 0 0,18 0-108 0 0,-1 0-54 0 0,1-1 230 0 0,-20-4-1746 0 0,23 5 1548 0 0,-1 0 1 0 0,1 0 0 0 0,0-1 0 0 0,-1 1-1 0 0,1 0 1 0 0,0 0 0 0 0,-1-1 0 0 0,1 1-1 0 0,0 0 1 0 0,0-1 0 0 0,-1 1 0 0 0,1 0-1 0 0,0-1 1 0 0,0 1 0 0 0,0 0-1 0 0,-1-1 1 0 0,1 1 0 0 0,0 0 0 0 0,0-1-1 0 0,0 1 1 0 0,0-1 0 0 0,0 1 0 0 0,0-1-1 0 0,0 0-50 0 0,0 0-1 0 0,0 0 1 0 0,1 0 0 0 0,-1 0-1 0 0,1 0 1 0 0,-1 0-1 0 0,1 0 1 0 0,-1 0-1 0 0,1 0 1 0 0,-1 0-1 0 0,1 0 1 0 0,0 1 0 0 0,0-2-1 0 0,7-6-1302 0 0,1 1 1 0 0,-1 0-1 0 0,1 0 0 0 0,18-9 1 0 0,-8 5-1842 0 0,10-8-3498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35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73 3084 0 0,'54'-72'13483'0'0,"-53"74"-13348"0"0,0 1-1 0 0,0 0 1 0 0,-1-1-1 0 0,1 1 1 0 0,-1 0 0 0 0,0-1-1 0 0,0 1 1 0 0,0 0 0 0 0,0 3-1 0 0,0-6-121 0 0,-4 35 489 0 0,-2 21 64 0 0,1 64 1 0 0,5-102-520 0 0,1-1 1 0 0,1 0-1 0 0,1 0 1 0 0,0 0-1 0 0,1 0 0 0 0,1 0 1 0 0,1-1-1 0 0,8 18 1 0 0,-11-27-25 0 0,2 1 0 0 0,-1-1 1 0 0,1 0-1 0 0,0 0 0 0 0,1-1 0 0 0,0 1 1 0 0,0-1-1 0 0,0-1 0 0 0,1 1 1 0 0,-1-1-1 0 0,1 0 0 0 0,1 0 0 0 0,-1-1 1 0 0,1 0-1 0 0,-1 0 0 0 0,1-1 1 0 0,0 0-1 0 0,0-1 0 0 0,1 1 0 0 0,-1-1 1 0 0,0-1-1 0 0,1 0 0 0 0,12 0 0 0 0,-7-1-9 0 0,0 0 0 0 0,0-1 0 0 0,-1-1 0 0 0,1-1 0 0 0,-1 0-1 0 0,0 0 1 0 0,0-1 0 0 0,0-1 0 0 0,0 0 0 0 0,-1-1 0 0 0,1-1-1 0 0,-2 1 1 0 0,1-2 0 0 0,10-8 0 0 0,-5 1-13 0 0,-2 0 1 0 0,1 0 0 0 0,-2-2-1 0 0,0 0 1 0 0,15-25-1 0 0,48-100-5 0 0,-18 32 32 0 0,-59 109-30 0 0,0 0 0 0 0,1 0 0 0 0,-1 0 1 0 0,1 0-1 0 0,-1 0 0 0 0,1 0 1 0 0,0 0-1 0 0,-1 1 0 0 0,1-1 0 0 0,0 0 1 0 0,0 0-1 0 0,-1 0 0 0 0,1 1 1 0 0,0-1-1 0 0,0 1 0 0 0,0-1 0 0 0,0 0 1 0 0,0 1-1 0 0,1-1 0 0 0,-2 1 3 0 0,1 1-1 0 0,-1-1 1 0 0,1 0-1 0 0,-1 1 1 0 0,1-1-1 0 0,-1 1 1 0 0,0-1-1 0 0,1 1 1 0 0,-1-1-1 0 0,0 1 1 0 0,1-1-1 0 0,-1 1 1 0 0,0-1-1 0 0,0 1 0 0 0,0-1 1 0 0,1 1-1 0 0,-1-1 1 0 0,0 1-1 0 0,0 0 1 0 0,0-1-1 0 0,0 1 1 0 0,0-1-1 0 0,0 2 1 0 0,-1 45 48 0 0,-63 426 375 0 0,0-139-149 0 0,-24 0 16 0 0,70-280-134 0 0,-2-1 1 0 0,-3 0-1 0 0,-32 54 1 0 0,42-85 24 0 0,-1-1 1 0 0,-1 0 0 0 0,0-1-1 0 0,-2-1 1 0 0,0 0-1 0 0,-2-1 1 0 0,0-1 0 0 0,0-1-1 0 0,-30 19 1 0 0,38-30-62 0 0,0 1 1 0 0,0-2-1 0 0,0 1 1 0 0,-1-1-1 0 0,0-1 1 0 0,1 0-1 0 0,-1-1 1 0 0,0 0-1 0 0,0-1 1 0 0,-1-1-1 0 0,1 1 1 0 0,0-2-1 0 0,0 0 1 0 0,-21-4-1 0 0,25 4-82 0 0,0-1 0 0 0,1 0 0 0 0,-1-1 0 0 0,1 0-1 0 0,-1 0 1 0 0,1-1 0 0 0,0 1 0 0 0,0-2-1 0 0,0 1 1 0 0,1-1 0 0 0,0 0 0 0 0,-1 0-1 0 0,2-1 1 0 0,-1 1 0 0 0,1-1 0 0 0,0-1-1 0 0,0 1 1 0 0,0-1 0 0 0,1 0 0 0 0,0 0-1 0 0,1 0 1 0 0,-1 0 0 0 0,-1-9 0 0 0,3 7-37 0 0,0 0 0 0 0,1 0 0 0 0,0 0 0 0 0,1 0 0 0 0,0 0 0 0 0,1 0 0 0 0,-1 0 0 0 0,2 0 0 0 0,-1 0 0 0 0,6-16 1 0 0,-1 5-11 0 0,2 1 1 0 0,0-1 0 0 0,17-27 0 0 0,8-5-72 0 0,2 2 0 0 0,2 1-1 0 0,45-45 1 0 0,143-121-532 0 0,145-83-718 0 0,17 23-407 0 0,-208 148 1010 0 0,2-8 200 0 0,-179 133 522 0 0,1 0-1 0 0,-1 0 1 0 0,0-1-1 0 0,1 1 1 0 0,-1-1-1 0 0,0 1 0 0 0,-1-1 1 0 0,1 0-1 0 0,0 0 1 0 0,-1 1-1 0 0,1-1 1 0 0,0-5-1 0 0,-2 7 4 0 0,0 1-1 0 0,0-1 1 0 0,0 1-1 0 0,-1 0 1 0 0,1-1 0 0 0,0 1-1 0 0,-1 0 1 0 0,1 0 0 0 0,0-1-1 0 0,0 1 1 0 0,-1 0-1 0 0,1-1 1 0 0,0 1 0 0 0,-1 0-1 0 0,1 0 1 0 0,-1 0-1 0 0,1 0 1 0 0,0-1 0 0 0,-1 1-1 0 0,1 0 1 0 0,-1 0 0 0 0,1 0-1 0 0,0 0 1 0 0,-1 0-1 0 0,0 0 1 0 0,-4 2-2 0 0,0 0 1 0 0,-1 0-1 0 0,1 0 0 0 0,0 1 1 0 0,0 0-1 0 0,0 0 0 0 0,0 0 1 0 0,1 1-1 0 0,0-1 0 0 0,-1 1 1 0 0,1 0-1 0 0,0 0 0 0 0,1 1 1 0 0,-1-1-1 0 0,1 1 0 0 0,0 0 1 0 0,-5 10-1 0 0,4-8 4 0 0,1 1-1 0 0,0 0 1 0 0,0 0-1 0 0,1 0 1 0 0,0 0-1 0 0,0 0 1 0 0,0 1-1 0 0,1-1 1 0 0,1 0 0 0 0,0 1-1 0 0,0-1 1 0 0,0 1-1 0 0,3 14 1 0 0,4 4 11 0 0,0-1-1 0 0,22 49 1 0 0,-19-51 44 0 0,-1 0-1 0 0,-1 0 1 0 0,7 33-1 0 0,-15-54 12 0 0,1 1-1 0 0,-1-1 0 0 0,0 0 0 0 0,0 1 1 0 0,0-1-1 0 0,0 0 0 0 0,-1 1 0 0 0,1-1 0 0 0,-1 0 1 0 0,0 0-1 0 0,0 0 0 0 0,0 0 0 0 0,0 1 1 0 0,-1-1-1 0 0,1-1 0 0 0,-1 1 0 0 0,0 0 1 0 0,-3 4-1 0 0,1-3 41 0 0,0 0 0 0 0,0-1 1 0 0,0 1-1 0 0,-1-1 0 0 0,0 0 1 0 0,1 0-1 0 0,-1-1 0 0 0,0 1 1 0 0,0-1-1 0 0,-8 2 0 0 0,2-1 12 0 0,0 0 0 0 0,0-1 0 0 0,0 0 0 0 0,0-1 0 0 0,-1 0-1 0 0,1-1 1 0 0,-1 0 0 0 0,1-1 0 0 0,0 0 0 0 0,-12-4 0 0 0,20 5-48 0 0,-2-1-159 0 0,1-1 1 0 0,-1 1-1 0 0,1-1 0 0 0,-1 0 1 0 0,1 0-1 0 0,0 0 1 0 0,-7-5-1 0 0,10 6-22 0 0,0 0-1 0 0,0 0 1 0 0,0 0 0 0 0,0 0-1 0 0,1-1 1 0 0,-1 1-1 0 0,0 0 1 0 0,1-1 0 0 0,-1 1-1 0 0,1-1 1 0 0,-1 1 0 0 0,1-1-1 0 0,0 1 1 0 0,-1-1-1 0 0,1 1 1 0 0,0-1 0 0 0,0 1-1 0 0,0-1 1 0 0,0 1 0 0 0,0-1-1 0 0,1 1 1 0 0,-1-1 0 0 0,0 1-1 0 0,1-1 1 0 0,-1 1-1 0 0,1 0 1 0 0,-1-1 0 0 0,1 1-1 0 0,0-1 1 0 0,1-1 0 0 0,3-7-630 0 0,1 0 0 0 0,0 1 0 0 0,1-1-1 0 0,0 1 1 0 0,0 1 0 0 0,12-11 0 0 0,58-45-3708 0 0,-31 28 632 0 0,5-7-1914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36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91 188 2600 0 0,'76'-167'17425'0'0,"-63"149"-16087"0"0,-6 16-772 0 0,-4 12 27 0 0,-5 55 1360 0 0,-18 106-1 0 0,-27 67-898 0 0,30-157-709 0 0,-13 60-23 0 0,-41 241 41 0 0,71-380-368 0 0,-2 41-43 0 0,2-40 47 0 0,0-1 1 0 0,1 0-1 0 0,-1 0 0 0 0,1 0 0 0 0,-1 0 0 0 0,1 0 0 0 0,0 0 0 0 0,0 0 0 0 0,0 0 0 0 0,0 0 0 0 0,0 0 0 0 0,0-1 0 0 0,0 1 0 0 0,1 0 0 0 0,-1-1 1 0 0,3 3-1 0 0,3-2-64 0 0,4-2-305 0 0,0-1 1 0 0,-1 0-1 0 0,1 0 1 0 0,0-1-1 0 0,-1-1 1 0 0,1 0-1 0 0,-1 0 1 0 0,0-1-1 0 0,17-9 1 0 0,10-7-2065 0 0,40-29-1 0 0,-27 13-529 0 0,1-5-2053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36.3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299 63 36 0 0,'-295'-51'17224'0'0,"291"50"-16514"0"0,28-3-764 0 0,-1 1-1 0 0,1 1 0 0 0,-1 1 0 0 0,25 2 0 0 0,-8-1-717 0 0,171 5-8568 0 0,-154-3 4160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37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355 62 1276 0 0,'-47'26'7091'0'0,"32"-19"-4432"0"0,0 2 1 0 0,-20 14-1 0 0,30-19-2362 0 0,0 0 0 0 0,0 1-1 0 0,1-1 1 0 0,0 1 0 0 0,-7 10 0 0 0,10-13-258 0 0,0 0 0 0 0,1 0 0 0 0,-1 1 0 0 0,1-1 0 0 0,-1 0-1 0 0,1 0 1 0 0,0 0 0 0 0,0 0 0 0 0,0 0 0 0 0,0 1 0 0 0,0-1 0 0 0,0 0-1 0 0,1 0 1 0 0,-1 0 0 0 0,1 0 0 0 0,-1 0 0 0 0,1 0 0 0 0,0 0 0 0 0,0 0-1 0 0,0 0 1 0 0,0 0 0 0 0,0 0 0 0 0,0 0 0 0 0,1-1 0 0 0,-1 1-1 0 0,1 0 1 0 0,-1-1 0 0 0,1 1 0 0 0,-1-1 0 0 0,1 0 0 0 0,0 1 0 0 0,3 0-1 0 0,1 0-18 0 0,0-1-1 0 0,0 0 0 0 0,0-1 0 0 0,0 1 1 0 0,0-1-1 0 0,0-1 0 0 0,0 1 0 0 0,0-1 1 0 0,-1 0-1 0 0,1 0 0 0 0,0-1 0 0 0,0 0 1 0 0,0 0-1 0 0,-1 0 0 0 0,1 0 0 0 0,-1-1 1 0 0,0 0-1 0 0,0 0 0 0 0,0-1 0 0 0,0 1 0 0 0,-1-1 1 0 0,1 0-1 0 0,-1 0 0 0 0,0-1 0 0 0,0 1 1 0 0,0-1-1 0 0,5-9 0 0 0,-5 8-18 0 0,-1-1 0 0 0,0 1 0 0 0,0-1-1 0 0,0 0 1 0 0,0 0 0 0 0,-1 0 0 0 0,-1-1-1 0 0,1 1 1 0 0,-1 0 0 0 0,0-1 0 0 0,-1 1 0 0 0,1-1-1 0 0,-2 1 1 0 0,1 0 0 0 0,-1-1 0 0 0,-2-7-1 0 0,3 13 1 0 0,-1 0 0 0 0,0 0-1 0 0,1 0 1 0 0,-1 1 0 0 0,0-1-1 0 0,0 0 1 0 0,0 1 0 0 0,-1-1-1 0 0,1 1 1 0 0,0-1-1 0 0,0 1 1 0 0,-1-1 0 0 0,1 1-1 0 0,-1 0 1 0 0,1 0 0 0 0,-1 0-1 0 0,0-1 1 0 0,1 2-1 0 0,-1-1 1 0 0,0 0 0 0 0,0 0-1 0 0,0 1 1 0 0,0-1 0 0 0,0 1-1 0 0,1-1 1 0 0,-4 1-1 0 0,0-1 13 0 0,0 1 0 0 0,0 1 0 0 0,0-1 0 0 0,0 1 0 0 0,0-1-1 0 0,0 1 1 0 0,0 1 0 0 0,0-1 0 0 0,1 1 0 0 0,-6 2 0 0 0,-9 6 144 0 0,1 1-1 0 0,1 0 1 0 0,0 1 0 0 0,0 1 0 0 0,1 0 0 0 0,1 2 0 0 0,0-1 0 0 0,-21 30 0 0 0,13-13 31 0 0,3 0-1 0 0,0 2 0 0 0,-28 67 0 0 0,42-88-157 0 0,2 1 0 0 0,0 0 0 0 0,0 0 0 0 0,1 0 0 0 0,1 0-1 0 0,0 1 1 0 0,1-1 0 0 0,0 1 0 0 0,1-1 0 0 0,2 15 0 0 0,-1-21-44 0 0,0-1 1 0 0,1 1-1 0 0,0 0 1 0 0,0-1-1 0 0,0 1 1 0 0,0-1-1 0 0,1 0 1 0 0,0 0-1 0 0,1 0 1 0 0,-1 0-1 0 0,1-1 1 0 0,1 1-1 0 0,-1-1 1 0 0,0 0-1 0 0,1 0 1 0 0,0-1-1 0 0,0 1 1 0 0,1-1 0 0 0,-1 0-1 0 0,1 0 1 0 0,9 4-1 0 0,-4-4-365 0 0,-1 0 1 0 0,1-1-1 0 0,0 0 0 0 0,0-1 1 0 0,1 0-1 0 0,-1-1 0 0 0,0 0 0 0 0,1 0 1 0 0,-1-2-1 0 0,0 1 0 0 0,1-1 1 0 0,-1-1-1 0 0,0 0 0 0 0,0 0 0 0 0,16-7 1 0 0,-5 1-369 0 0,-1-1-1 0 0,-1 0 1 0 0,0-2 0 0 0,0 0 0 0 0,-1-1 0 0 0,33-28-1 0 0,-26 16 501 0 0,-2-1-1 0 0,-1-1 0 0 0,-1 0 1 0 0,25-40-1 0 0,63-127 5906 0 0,-66 107-1123 0 0,-44 85-4503 0 0,0 0 0 0 0,0 0-1 0 0,0 1 1 0 0,1-1 0 0 0,-1 0 0 0 0,0 1-1 0 0,1-1 1 0 0,-1 0 0 0 0,0 1 0 0 0,1-1-1 0 0,-1 1 1 0 0,1-1 0 0 0,-1 1 0 0 0,1-1-1 0 0,-1 1 1 0 0,1-1 0 0 0,-1 1 0 0 0,1-1-1 0 0,1 0 1 0 0,-2 1-10 0 0,1 1-1 0 0,-1-1 1 0 0,0 0 0 0 0,1 0-1 0 0,-1 0 1 0 0,0 0-1 0 0,1 1 1 0 0,-1-1 0 0 0,0 0-1 0 0,1 1 1 0 0,-1-1-1 0 0,0 0 1 0 0,0 0 0 0 0,1 1-1 0 0,-1-1 1 0 0,0 0-1 0 0,0 1 1 0 0,0-1 0 0 0,0 1-1 0 0,1-1 1 0 0,-1 0-1 0 0,0 1 1 0 0,0-1 0 0 0,0 1-1 0 0,4 30 401 0 0,-15 98 624 0 0,-43 186 0 0 0,54-315-1026 0 0,0 1 1 0 0,0-1-1 0 0,0 0 1 0 0,0 1-1 0 0,0-1 1 0 0,0 1-1 0 0,0-1 1 0 0,0 0-1 0 0,0 1 1 0 0,-1-1-1 0 0,1 0 1 0 0,0 1-1 0 0,0-1 1 0 0,0 0 0 0 0,0 1-1 0 0,-1-1 1 0 0,1 0-1 0 0,0 1 1 0 0,0-1-1 0 0,-1 0 1 0 0,1 0-1 0 0,0 1 1 0 0,0-1-1 0 0,-1 0 1 0 0,1 0-1 0 0,0 0 1 0 0,-1 1 0 0 0,-4-9 114 0 0,-1-17-124 0 0,8 13-12 0 0,-1 1 0 0 0,2 0 1 0 0,-1 0-1 0 0,1 0 0 0 0,1 0 1 0 0,0 0-1 0 0,1 1 0 0 0,0-1 1 0 0,0 1-1 0 0,10-12 0 0 0,-4 6-21 0 0,2 0 0 0 0,0 1 0 0 0,1 0 0 0 0,31-25 0 0 0,-38 35 5 0 0,0-1 0 0 0,1 1 1 0 0,-1 1-1 0 0,1-1 0 0 0,1 1 1 0 0,-1 1-1 0 0,0 0 0 0 0,1 0 0 0 0,0 0 1 0 0,0 1-1 0 0,-1 0 0 0 0,18 0 0 0 0,-20 2 11 0 0,-1 0-1 0 0,1 0 0 0 0,0 1 1 0 0,0 0-1 0 0,-1 0 0 0 0,1 1 1 0 0,-1 0-1 0 0,1 0 0 0 0,-1 0 0 0 0,0 0 1 0 0,1 1-1 0 0,-1 0 0 0 0,-1 0 1 0 0,1 0-1 0 0,0 1 0 0 0,-1 0 1 0 0,1-1-1 0 0,-1 2 0 0 0,0-1 1 0 0,5 9-1 0 0,-1-1 18 0 0,0 1 0 0 0,-2 0 1 0 0,0 0-1 0 0,0 0 0 0 0,-1 1 1 0 0,-1 0-1 0 0,0 0 0 0 0,-1 0 1 0 0,0 1-1 0 0,-1-1 0 0 0,-1 1 0 0 0,-1-1 1 0 0,0 1-1 0 0,0 0 0 0 0,-2-1 1 0 0,1 1-1 0 0,-2-1 0 0 0,0 0 1 0 0,-7 19-1 0 0,9-30 25 0 0,-1 1-1 0 0,0 0 1 0 0,0 0 0 0 0,0 0 0 0 0,-1-1 0 0 0,1 0-1 0 0,-1 1 1 0 0,-5 5 0 0 0,5-8 29 0 0,1-1-11 0 0,0 0-51 0 0,1-1 0 0 0,-1 1 0 0 0,1-1 0 0 0,0 0 0 0 0,-1 1 0 0 0,1-1 0 0 0,-1 0 0 0 0,1 0 0 0 0,0 0 0 0 0,0 0 0 0 0,0 0 0 0 0,-1 0 0 0 0,1 0 0 0 0,0-1 0 0 0,0 1 0 0 0,0 0 0 0 0,1 0 0 0 0,-1-1 0 0 0,0 1 0 0 0,0-1 0 0 0,1 1 0 0 0,-1-1 0 0 0,1 1 0 0 0,-1-1 0 0 0,1 1 0 0 0,0-1 0 0 0,0 1 0 0 0,-1-1 0 0 0,1 1 0 0 0,0-1 0 0 0,0 0 0 0 0,1-2 0 0 0,0-9-2 0 0,0 1 0 0 0,1-1 0 0 0,3-13 0 0 0,-4 20-4 0 0,5-16-19 0 0,1 0-1 0 0,1 0 0 0 0,1 1 0 0 0,1 0 1 0 0,1 1-1 0 0,0 0 0 0 0,2 0 0 0 0,0 1 1 0 0,1 1-1 0 0,1 0 0 0 0,1 1 0 0 0,0 1 1 0 0,1 1-1 0 0,1 0 0 0 0,0 1 0 0 0,1 1 1 0 0,35-19-1 0 0,-46 29 12 0 0,-1 0-1 0 0,0 0 1 0 0,1 0 0 0 0,0 1-1 0 0,-1 1 1 0 0,1-1 0 0 0,0 1-1 0 0,0 1 1 0 0,0-1 0 0 0,0 1 0 0 0,0 1-1 0 0,0 0 1 0 0,9 1 0 0 0,-13-1 15 0 0,0 1 1 0 0,0-1 0 0 0,0 1 0 0 0,0 0 0 0 0,0 0-1 0 0,0 0 1 0 0,0 1 0 0 0,-1-1 0 0 0,1 1 0 0 0,-1 0 0 0 0,1 0-1 0 0,-1 0 1 0 0,0 0 0 0 0,-1 0 0 0 0,1 1 0 0 0,0 0-1 0 0,-1-1 1 0 0,0 1 0 0 0,0 0 0 0 0,0 0 0 0 0,0 0-1 0 0,-1 0 1 0 0,0 0 0 0 0,2 9 0 0 0,1 8 59 0 0,-2 0-1 0 0,0 0 1 0 0,-2-1-1 0 0,-1 27 1 0 0,-18 81 107 0 0,19-90 60 0 0,0-37-218 0 0,1 0 1 0 0,-1 0-1 0 0,1-1 1 0 0,-1 1-1 0 0,0 0 1 0 0,1-1-1 0 0,-1 1 0 0 0,1 0 1 0 0,0-1-1 0 0,-1 1 1 0 0,1-1-1 0 0,-1 1 1 0 0,1-1-1 0 0,0 1 0 0 0,-1-1 1 0 0,1 1-1 0 0,0-1 1 0 0,0 0-1 0 0,1 1 1 0 0,-1-1-5 0 0,0 1 0 0 0,0-1-1 0 0,0 1 1 0 0,0-1 0 0 0,0 0 0 0 0,0 0 0 0 0,0 0 0 0 0,0 1 0 0 0,0-1 0 0 0,0 0 0 0 0,0 0 0 0 0,1 0 0 0 0,-1-1 0 0 0,0 1 0 0 0,0 0 0 0 0,0 0 0 0 0,0-1 0 0 0,2 0-1 0 0,0 0 16 0 0,17-3-319 0 0,0-2 0 0 0,-1 0-1 0 0,0-1 1 0 0,0-1 0 0 0,-1-1 0 0 0,22-13-1 0 0,-4 2-711 0 0,90-49-3701 0 0,-44 18-2348 0 0,-28 15-1115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38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321 360 696 0 0,'4'-15'1874'0'0,"0"2"-5"0"0,0 0-1 0 0,-1 0 1 0 0,0-1-1 0 0,-1 1 1 0 0,-1-1 0 0 0,0-22-1 0 0,-1 36-1833 0 0,0-1-1 0 0,0 1 1 0 0,0-1 0 0 0,0 1 0 0 0,0-1-1 0 0,0 1 1 0 0,0-1 0 0 0,-1 1-1 0 0,1-1 1 0 0,0 1 0 0 0,0 0-1 0 0,0-1 1 0 0,-1 1 0 0 0,1-1-1 0 0,0 1 1 0 0,-1-1 0 0 0,1 1-1 0 0,0 0 1 0 0,-1-1 0 0 0,1 1-1 0 0,0 0 1 0 0,-1-1 0 0 0,1 1-1 0 0,-1 0 1 0 0,1 0 0 0 0,0-1-1 0 0,-1 1 1 0 0,1 0 0 0 0,-1 0 0 0 0,1 0-1 0 0,-1 0 1 0 0,1 0 0 0 0,-1-1-1 0 0,1 1 1 0 0,-1 0 0 0 0,1 0-1 0 0,-1 0 1 0 0,1 0 0 0 0,-1 0-1 0 0,1 0 1 0 0,-1 1 0 0 0,1-1-1 0 0,-1 0 1 0 0,1 0 0 0 0,-1 0-1 0 0,1 0 1 0 0,-1 1 0 0 0,-21 12 365 0 0,-5 14-201 0 0,1 2 0 0 0,1 0-1 0 0,-40 65 1 0 0,62-89-187 0 0,-7 9 18 0 0,-86 143 170 0 0,88-140-184 0 0,0 1 0 0 0,0 0 0 0 0,2 0 1 0 0,0 0-1 0 0,1 1 0 0 0,1 0 0 0 0,-2 29 0 0 0,6-44-5 0 0,-1 0 1 0 0,1 0-1 0 0,1 0 0 0 0,-1 0 0 0 0,1 0 1 0 0,-1 0-1 0 0,1-1 0 0 0,0 1 0 0 0,0 0 1 0 0,1 0-1 0 0,-1 0 0 0 0,1-1 0 0 0,0 1 1 0 0,0-1-1 0 0,0 1 0 0 0,0-1 0 0 0,1 0 1 0 0,3 4-1 0 0,-1-3 1 0 0,0-1 1 0 0,-1 1-1 0 0,1-1 1 0 0,0 0-1 0 0,0-1 1 0 0,1 1-1 0 0,-1-1 1 0 0,1 0-1 0 0,-1 0 1 0 0,1-1-1 0 0,8 2 1 0 0,3-2 8 0 0,-1 0 0 0 0,1 0 1 0 0,-1-2-1 0 0,0 0 0 0 0,1-1 0 0 0,-1 0 0 0 0,0-2 1 0 0,18-5-1 0 0,-18 3-17 0 0,-1 0-1 0 0,0-2 1 0 0,-1 1 0 0 0,0-2 0 0 0,0 0 0 0 0,-1-1-1 0 0,0 0 1 0 0,-1-1 0 0 0,0 0 0 0 0,0-1 0 0 0,-1 0-1 0 0,-1-1 1 0 0,0 0 0 0 0,-1-1 0 0 0,-1 0 0 0 0,0 0-1 0 0,0-1 1 0 0,-2 0 0 0 0,0 0 0 0 0,0-1 0 0 0,-2 1-1 0 0,0-1 1 0 0,0-1 0 0 0,-2 1 0 0 0,0 0 0 0 0,-1 0-1 0 0,0-1 1 0 0,-2 1 0 0 0,-3-29 0 0 0,2 35-11 0 0,0 1 1 0 0,0-1-1 0 0,-1 1 1 0 0,0 0 0 0 0,-1 0-1 0 0,0 0 1 0 0,0 1-1 0 0,-1-1 1 0 0,-7-10-1 0 0,9 16 5 0 0,1 0-1 0 0,-1 1 0 0 0,1-1 0 0 0,-1 0 1 0 0,0 1-1 0 0,0 0 0 0 0,0 0 1 0 0,-1 0-1 0 0,1 0 0 0 0,0 0 0 0 0,-1 0 1 0 0,1 1-1 0 0,-1 0 0 0 0,0 0 0 0 0,1 0 1 0 0,-1 0-1 0 0,0 0 0 0 0,0 1 1 0 0,1 0-1 0 0,-1-1 0 0 0,0 2 0 0 0,0-1 1 0 0,0 0-1 0 0,1 1 0 0 0,-1-1 0 0 0,-5 3 1 0 0,-4 1-3 0 0,1 1 0 0 0,-1 0 0 0 0,1 1 0 0 0,1 1 1 0 0,-1 0-1 0 0,1 0 0 0 0,0 1 0 0 0,1 1 0 0 0,0 0 0 0 0,0 0 1 0 0,-8 11-1 0 0,3-2 0 0 0,2-1 0 0 0,0 2 0 0 0,1 0 0 0 0,0 0 0 0 0,-15 39 0 0 0,24-50 4 0 0,0 1-1 0 0,0 0 1 0 0,1 0-1 0 0,0 0 0 0 0,1 0 1 0 0,-1 1-1 0 0,2-1 1 0 0,0 0-1 0 0,0 1 0 0 0,2 11 1 0 0,-1-15 4 0 0,0-1 0 0 0,1 1-1 0 0,-1 0 1 0 0,1-1 0 0 0,1 0 0 0 0,-1 1 0 0 0,1-1-1 0 0,0 0 1 0 0,0 0 0 0 0,0 0 0 0 0,1-1 0 0 0,-1 1 0 0 0,1-1-1 0 0,1 0 1 0 0,-1 0 0 0 0,0 0 0 0 0,8 4 0 0 0,1-1 5 0 0,1 0-1 0 0,0 0 1 0 0,1-1 0 0 0,0-1 0 0 0,0-1 0 0 0,0 0 0 0 0,0-1-1 0 0,0 0 1 0 0,1-1 0 0 0,24-1 0 0 0,7-1 10 0 0,-1-3 0 0 0,61-11 0 0 0,-74 8-15 0 0,-1-1 1 0 0,1-1 0 0 0,-2-2-1 0 0,1-1 1 0 0,-1-2 0 0 0,-1-1-1 0 0,0-1 1 0 0,-1-2-1 0 0,-1 0 1 0 0,-1-2 0 0 0,0-1-1 0 0,-1-2 1 0 0,-2 0 0 0 0,0-1-1 0 0,-1-2 1 0 0,-2 0 0 0 0,0-2-1 0 0,-2 0 1 0 0,26-48-1 0 0,-9-2 105 0 0,45-149 0 0 0,-56 151 351 0 0,-25 68-357 0 0,-5 13-60 0 0,-9 20 12 0 0,-130 456 274 0 0,96-305-136 0 0,-252 1192 1087 0 0,299-1362-1270 0 0,-7 40 79 0 0,2 1 1 0 0,2-1-1 0 0,3 86 0 0 0,2-128-75 0 0,-1 1 0 0 0,1-1 0 0 0,0 1-1 0 0,1-1 1 0 0,-1 0 0 0 0,1 0 0 0 0,0 1 0 0 0,0-1-1 0 0,1-1 1 0 0,-1 1 0 0 0,1 0 0 0 0,6 7 0 0 0,-5-9-4 0 0,-1 0 0 0 0,0 0 0 0 0,0-1 1 0 0,1 1-1 0 0,-1-1 0 0 0,1 0 1 0 0,0 0-1 0 0,0-1 0 0 0,0 1 0 0 0,0-1 1 0 0,0 1-1 0 0,0-1 0 0 0,0-1 0 0 0,0 1 1 0 0,0-1-1 0 0,1 1 0 0 0,5-1 0 0 0,4-1 2 0 0,0 0 0 0 0,0-1 0 0 0,0 0 0 0 0,0-1 0 0 0,0-1 0 0 0,0 0 0 0 0,-1-1 0 0 0,0 0 0 0 0,0-1 0 0 0,0-1 0 0 0,-1 0 1 0 0,0-1-1 0 0,0 0 0 0 0,16-15 0 0 0,-18 14-7 0 0,0-1 0 0 0,-1 0 0 0 0,0 0 0 0 0,0-1 0 0 0,-1 0 0 0 0,-1 0 1 0 0,0-1-1 0 0,-1 0 0 0 0,0-1 0 0 0,-1 1 0 0 0,0-1 0 0 0,-1 0 0 0 0,0 0 1 0 0,-1 0-1 0 0,2-18 0 0 0,-5 10-7 0 0,0 1 0 0 0,-1-1 0 0 0,-1 0 1 0 0,-1 0-1 0 0,-1 1 0 0 0,-1-1 0 0 0,-1 1 0 0 0,0 0 0 0 0,-2 1 1 0 0,0-1-1 0 0,-1 2 0 0 0,-1-1 0 0 0,-24-32 0 0 0,11 20-6 0 0,-2 1-1 0 0,-1 0 1 0 0,-1 2-1 0 0,-2 2 1 0 0,0 0-1 0 0,-51-33 1 0 0,-37-11-51 0 0,-153-66 1 0 0,118 63-592 0 0,145 69 496 0 0,-33-18-1072 0 0,37 20 995 0 0,1 0 0 0 0,-1 0-1 0 0,1 0 1 0 0,-1 0 0 0 0,1 0 0 0 0,0 0 0 0 0,0-1 0 0 0,0 1-1 0 0,0-1 1 0 0,0 0 0 0 0,-1-3 0 0 0,3 5 96 0 0,0 0 1 0 0,0 0-1 0 0,0-1 0 0 0,0 1 0 0 0,0 0 1 0 0,0 0-1 0 0,1 0 0 0 0,-1 0 1 0 0,0 0-1 0 0,1 0 0 0 0,-1 0 0 0 0,1 0 1 0 0,-1 0-1 0 0,1 0 0 0 0,-1 0 0 0 0,1 0 1 0 0,1-1-1 0 0,-1 0-239 0 0,0 0-41 0 0,1 0 1 0 0,-1 0-1 0 0,1 0 1 0 0,0 0-1 0 0,0 0 1 0 0,0 0 0 0 0,-1 1-1 0 0,2-1 1 0 0,-1 1-1 0 0,0-1 1 0 0,2 0-1 0 0,2-2-1044 0 0,15-10-4997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40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97 936 2616 0 0,'-24'22'3581'0'0,"13"-12"-2276"0"0,0 0 0 0 0,1 1 0 0 0,-13 16-1 0 0,21-24-1172 0 0,0 0 1 0 0,0 0-1 0 0,0 1 0 0 0,1-1 0 0 0,-1 0 0 0 0,1 1 0 0 0,-1 0 0 0 0,1-1 0 0 0,0 1 0 0 0,1 0 0 0 0,-1-1 0 0 0,1 1 0 0 0,-1 0 1 0 0,1 0-1 0 0,0 0 0 0 0,1-1 0 0 0,-1 1 0 0 0,1 4 0 0 0,0-5-78 0 0,0-1 1 0 0,0 0-1 0 0,0 1 1 0 0,0-1-1 0 0,0 0 1 0 0,0 1-1 0 0,1-1 1 0 0,-1 0-1 0 0,1 0 0 0 0,-1 0 1 0 0,1 0-1 0 0,0 0 1 0 0,0-1-1 0 0,-1 1 1 0 0,1-1-1 0 0,1 1 1 0 0,1 1-1 0 0,1-1 11 0 0,0 0 0 0 0,0 0 0 0 0,0 0 0 0 0,0-1 1 0 0,0 1-1 0 0,0-1 0 0 0,10 1 0 0 0,5-2 33 0 0,-1 0 0 0 0,0-2-1 0 0,27-4 1 0 0,-44 6-89 0 0,38-7 85 0 0,0-1-1 0 0,0-3 0 0 0,62-24 0 0 0,-78 24-71 0 0,0 0 1 0 0,-1-2-1 0 0,-1-1 1 0 0,0 0-1 0 0,-1-2 0 0 0,34-32 1 0 0,-27 18-20 0 0,-2-1-1 0 0,0-2 1 0 0,-2 0 0 0 0,-2-2-1 0 0,-1-1 1 0 0,-2 0 0 0 0,-1-1-1 0 0,13-44 1 0 0,-6 5-11 0 0,-4-2 1 0 0,-4 0-1 0 0,10-96 1 0 0,-22 145 4 0 0,-3 22-13 0 0,-1 0 0 0 0,0 0 0 0 0,0 0 0 0 0,-1 0 0 0 0,0-8 0 0 0,-1 12 5 0 0,-2 4 5 0 0,-1 3 10 0 0,0-1 0 0 0,1 0 0 0 0,-1 1-1 0 0,0 0 1 0 0,1 0 0 0 0,0 0 0 0 0,0 0 0 0 0,0 1 0 0 0,1-1 0 0 0,-4 7 0 0 0,-19 55 15 0 0,19-49-13 0 0,-5 16 7 0 0,-107 339 101 0 0,104-313-73 0 0,2 1-1 0 0,3 0 1 0 0,2 1-1 0 0,2 86 1 0 0,5-137-25 0 0,1 0 0 0 0,0-1 1 0 0,0 1-1 0 0,1-1 0 0 0,1 1 1 0 0,-1-1-1 0 0,1 0 0 0 0,1 0 1 0 0,6 13-1 0 0,-7-19-48 0 0,-1 1 0 0 0,1 0-1 0 0,-1-1 1 0 0,1 0 0 0 0,0 1 0 0 0,1-1 0 0 0,-1 0-1 0 0,0-1 1 0 0,1 1 0 0 0,0-1 0 0 0,-1 1 0 0 0,1-1-1 0 0,0 0 1 0 0,0 0 0 0 0,1-1 0 0 0,-1 1 0 0 0,0-1-1 0 0,0 0 1 0 0,1 0 0 0 0,-1-1 0 0 0,0 1 0 0 0,9-1-1 0 0,-2-1-207 0 0,0 0 0 0 0,0-1-1 0 0,0 0 1 0 0,0-1-1 0 0,-1 0 1 0 0,1-1 0 0 0,-1 0-1 0 0,0-1 1 0 0,0 0-1 0 0,0 0 1 0 0,-1-1-1 0 0,10-8 1 0 0,4-3-265 0 0,-1-2 0 0 0,-1-1-1 0 0,28-33 1 0 0,-20 17 141 0 0,-2-2-1 0 0,-1-2 1 0 0,-2 0 0 0 0,-2-1-1 0 0,21-57 1 0 0,-5-3 759 0 0,26-121-1 0 0,-47 142 1563 0 0,9-120 0 0 0,-16 108-232 0 0,-7 60-1241 0 0,-3 29-370 0 0,-1 7-7 0 0,-9 22-20 0 0,1 0-1 0 0,1 0 1 0 0,2 1-1 0 0,-5 37 0 0 0,0-2-4 0 0,5-33-36 0 0,-99 536 801 0 0,68-271 53 0 0,37-293-884 0 0,0-1 0 0 0,0 1 0 0 0,0 0 0 0 0,0-1 1 0 0,0 1-1 0 0,-1-1 0 0 0,1 1 0 0 0,0 0 0 0 0,0-1 0 0 0,1 1 0 0 0,-1-1 0 0 0,0 1 0 0 0,0 0 0 0 0,0-1 1 0 0,0 1-1 0 0,0-1 0 0 0,1 1 0 0 0,-1 0 0 0 0,0-1 0 0 0,1 1 0 0 0,8-2 193 0 0,11-19-87 0 0,58-105-17 0 0,21-30-107 0 0,-84 134-22 0 0,1 1 0 0 0,1 1 0 0 0,1 0 0 0 0,1 2 0 0 0,21-17 0 0 0,-38 32 17 0 0,1 0-1 0 0,-1 0 1 0 0,1 0-1 0 0,0 1 1 0 0,-1-1-1 0 0,1 1 1 0 0,0-1-1 0 0,0 1 1 0 0,0 0 0 0 0,0 0-1 0 0,0 0 1 0 0,0 1-1 0 0,0-1 1 0 0,0 1-1 0 0,1 0 1 0 0,-1 0-1 0 0,0 0 1 0 0,0 0 0 0 0,0 0-1 0 0,0 1 1 0 0,0-1-1 0 0,0 1 1 0 0,0 0-1 0 0,0 0 1 0 0,0 0-1 0 0,5 3 1 0 0,-4-1 2 0 0,0 0 0 0 0,-1 0-1 0 0,1 1 1 0 0,0-1 0 0 0,-1 1 0 0 0,0 0-1 0 0,0 0 1 0 0,0 0 0 0 0,-1 1 0 0 0,1-1 0 0 0,-1 0-1 0 0,0 1 1 0 0,0 0 0 0 0,-1 0 0 0 0,3 9-1 0 0,0 8 5 0 0,-1-1 0 0 0,-1 1 0 0 0,-1 0-1 0 0,-2 24 1 0 0,-12 90 40 0 0,3-43 2 0 0,7-67-35 0 0,1-14 9 0 0,1 1-1 0 0,0 0 0 0 0,1 0 0 0 0,0 0 1 0 0,1 0-1 0 0,3 14 0 0 0,-4-26-10 0 0,1 1 0 0 0,0 0-1 0 0,0-1 1 0 0,0 1-1 0 0,0-1 1 0 0,0 1-1 0 0,0-1 1 0 0,0 0 0 0 0,0 1-1 0 0,0-1 1 0 0,1 0-1 0 0,-1 0 1 0 0,0 0 0 0 0,1 1-1 0 0,-1-2 1 0 0,1 1-1 0 0,0 0 1 0 0,-1 0 0 0 0,1 0-1 0 0,-1-1 1 0 0,1 1-1 0 0,0-1 1 0 0,0 1-1 0 0,3-1 1 0 0,1 1 0 0 0,0 0 1 0 0,0-1-1 0 0,0 0 1 0 0,0 0-1 0 0,9-2 0 0 0,-2-1-11 0 0,-1 0 0 0 0,1-1 0 0 0,-1-1 0 0 0,0 0 0 0 0,0 0 0 0 0,-1-1-1 0 0,0-1 1 0 0,17-12 0 0 0,-8 4-9 0 0,-1-2 0 0 0,-1 0 0 0 0,23-27 0 0 0,-17 13 0 0 0,-1 0 0 0 0,-2-2-1 0 0,-1 0 1 0 0,-2-1 0 0 0,-1-1 0 0 0,-1-1 0 0 0,14-50 0 0 0,-24 66 113 0 0,-1-1-1 0 0,-1 1 1 0 0,-1-1-1 0 0,0 0 1 0 0,-2 0 0 0 0,0 0-1 0 0,-4-27 1 0 0,-2 35-43 0 0,3 10-46 0 0,1 2-7 0 0,1 1 0 0 0,-1-1 0 0 0,1 1 0 0 0,-1-1-1 0 0,0 1 1 0 0,1-1 0 0 0,-1 1 0 0 0,0 0 0 0 0,1-1-1 0 0,-1 1 1 0 0,0 0 0 0 0,0 0 0 0 0,1-1 0 0 0,-1 1-1 0 0,0 0 1 0 0,0 0 0 0 0,1 0 0 0 0,-1 0 0 0 0,0 0 0 0 0,0 0-1 0 0,0 0 1 0 0,1 0 0 0 0,-1 0 0 0 0,0 1 0 0 0,0-1-1 0 0,1 0 1 0 0,-1 0 0 0 0,-1 1 0 0 0,-16 6 11 0 0,17-7-12 0 0,-5 4 3 0 0,-1 0-1 0 0,1 1 0 0 0,0-1 0 0 0,0 1 0 0 0,0 1 0 0 0,1-1 0 0 0,-1 1 0 0 0,1 0 0 0 0,-7 11 0 0 0,6-8 2 0 0,1 0-1 0 0,-1 0 1 0 0,2 1-1 0 0,-1 0 1 0 0,1 0-1 0 0,-3 13 1 0 0,6-18-1 0 0,0 0 0 0 0,0 0-1 0 0,1 0 1 0 0,-1 0 0 0 0,1 0 0 0 0,0 0 0 0 0,1 1 0 0 0,-1-1 0 0 0,1 0 0 0 0,0 0-1 0 0,0-1 1 0 0,0 1 0 0 0,1 0 0 0 0,0 0 0 0 0,0-1 0 0 0,0 1 0 0 0,1-1 0 0 0,-1 1-1 0 0,1-1 1 0 0,0 0 0 0 0,5 5 0 0 0,-2-2-3 0 0,1-1 0 0 0,1-1 0 0 0,-1 1 0 0 0,1-1 0 0 0,0 0 0 0 0,0-1 1 0 0,1 0-1 0 0,-1 0 0 0 0,1-1 0 0 0,15 4 0 0 0,18 3-103 0 0,-1-2 0 0 0,1-1 0 0 0,0-2 0 0 0,1-2 0 0 0,-1-2-1 0 0,44-5 1 0 0,-76 3 96 0 0,0 0-1 0 0,0-1 0 0 0,0-1 1 0 0,0 0-1 0 0,-1 0 0 0 0,1-1 1 0 0,13-7-1 0 0,-5-17 300 0 0,-18 28-284 0 0,-1-1-1 0 0,1 0 1 0 0,-1 1-1 0 0,1-1 1 0 0,-1 1-1 0 0,0-1 1 0 0,1 1 0 0 0,-1-1-1 0 0,0 1 1 0 0,1 0-1 0 0,-1-1 1 0 0,0 1-1 0 0,1 0 1 0 0,-1-1 0 0 0,0 1-1 0 0,0 0 1 0 0,1 0-1 0 0,-1 0 1 0 0,-2-1-1 0 0,-10 5 17 0 0,0 0-1 0 0,0 1 0 0 0,0 0 1 0 0,0 1-1 0 0,1 1 0 0 0,0 0 0 0 0,0 0 1 0 0,1 1-1 0 0,0 1 0 0 0,0 0 0 0 0,1 0 1 0 0,-10 12-1 0 0,6-6-10 0 0,1 2 1 0 0,0-1-1 0 0,1 1 1 0 0,0 1-1 0 0,2 0 1 0 0,0 1-1 0 0,-11 31 0 0 0,18-42 0 0 0,0 1 0 0 0,1-1 0 0 0,0 1-1 0 0,1-1 1 0 0,0 1 0 0 0,0 0-1 0 0,0 0 1 0 0,2 10 0 0 0,0-15-8 0 0,-1 0 1 0 0,1-1-1 0 0,0 1 0 0 0,0 0 1 0 0,1-1-1 0 0,-1 1 1 0 0,1-1-1 0 0,0 1 0 0 0,0-1 1 0 0,0 0-1 0 0,0 0 1 0 0,1 0-1 0 0,-1 0 1 0 0,1 0-1 0 0,-1-1 0 0 0,1 1 1 0 0,0-1-1 0 0,0 1 1 0 0,1-1-1 0 0,-1 0 0 0 0,4 2 1 0 0,4 1-2 0 0,0-1 0 0 0,0 0-1 0 0,0-1 1 0 0,1 0 0 0 0,-1-1 0 0 0,1 0 0 0 0,0 0 0 0 0,13-1 0 0 0,2-1-42 0 0,-1-1 0 0 0,42-8-1 0 0,-31 2-189 0 0,0-2-1 0 0,-1-2 1 0 0,0-1-1 0 0,-1-2 1 0 0,0-2-1 0 0,-1 0 1 0 0,-1-3-1 0 0,-1 0 1 0 0,0-3-1 0 0,43-37 1 0 0,-52 38 247 0 0,0-1 1 0 0,-1-1-1 0 0,-2-1 0 0 0,0-1 1 0 0,-2-1-1 0 0,-1 0 1 0 0,-1-1-1 0 0,-1-1 0 0 0,-1-1 1 0 0,-2 0-1 0 0,-1 0 0 0 0,-1-1 1 0 0,6-33-1 0 0,-7 1 955 0 0,-9 57-886 0 0,1 0 0 0 0,-1 0 0 0 0,0-1 0 0 0,-1 1 0 0 0,1 0 0 0 0,-1-1 0 0 0,0 1 0 0 0,-1 0 0 0 0,-1-7 0 0 0,2 11-79 0 0,0 1 0 0 0,1-1 0 0 0,-1 0 0 0 0,0 1 0 0 0,1-1 0 0 0,-1 1 0 0 0,0-1 0 0 0,0 1 0 0 0,1-1 0 0 0,-1 1 0 0 0,0-1 0 0 0,0 1 0 0 0,0 0 0 0 0,0 0 0 0 0,1-1-1 0 0,-1 1 1 0 0,0 0 0 0 0,0 0 0 0 0,0 0 0 0 0,0 0 0 0 0,0 0 0 0 0,0 0 0 0 0,0 0 0 0 0,0 0 0 0 0,1 0 0 0 0,-1 0 0 0 0,0 1 0 0 0,0-1 0 0 0,0 0 0 0 0,0 1 0 0 0,0-1-1 0 0,-1 1 1 0 0,-27 16 70 0 0,13-3-25 0 0,0 2-1 0 0,1 0 1 0 0,1 0 0 0 0,0 1 0 0 0,-13 23-1 0 0,10-11 15 0 0,0 1-1 0 0,-19 52 1 0 0,30-68-41 0 0,1 2 0 0 0,1-1 0 0 0,0 0 1 0 0,1 1-1 0 0,1 0 0 0 0,0 0 1 0 0,1 0-1 0 0,1-1 0 0 0,2 22 1 0 0,-1-31-8 0 0,0 1 0 0 0,0-1 1 0 0,1 1-1 0 0,0-1 0 0 0,0 0 1 0 0,1 0-1 0 0,-1 0 0 0 0,1 0 1 0 0,1 0-1 0 0,-1 0 0 0 0,1-1 1 0 0,0 0-1 0 0,0 0 0 0 0,1 0 1 0 0,-1 0-1 0 0,1-1 0 0 0,0 1 1 0 0,0-1-1 0 0,1 0 0 0 0,-1-1 1 0 0,1 1-1 0 0,0-1 0 0 0,0 0 1 0 0,9 3-1 0 0,7 0 9 0 0,0-1-1 0 0,0-1 1 0 0,0 0 0 0 0,0-2-1 0 0,0-1 1 0 0,1 0-1 0 0,-1-2 1 0 0,1-1 0 0 0,-1 0-1 0 0,40-11 1 0 0,-23 3-18 0 0,-1-2 0 0 0,0-2 0 0 0,-1-2-1 0 0,0-1 1 0 0,39-25 0 0 0,-29 10-20 0 0,-2-1 0 0 0,-2-3 1 0 0,-1-1-1 0 0,-2-3 0 0 0,-1-1 0 0 0,-2-1 1 0 0,42-66-1 0 0,-52 69 284 0 0,-2-1 1 0 0,33-71-1 0 0,-58 111-270 0 0,1-1 0 0 0,-1 1 1 0 0,0 0-1 0 0,0-1 0 0 0,1 1 0 0 0,-1-1 0 0 0,0 1 1 0 0,0-1-1 0 0,0 1 0 0 0,0-1 0 0 0,1 1 0 0 0,-1-1 0 0 0,0 1 1 0 0,0-1-1 0 0,0 1 0 0 0,0-1 0 0 0,0 1 0 0 0,0-1 1 0 0,-1 1-1 0 0,1-1 0 0 0,0 1 0 0 0,0-1 0 0 0,0 1 1 0 0,0-1-1 0 0,-1 1 0 0 0,1-1 0 0 0,0 1 0 0 0,0-1 1 0 0,-1 1-1 0 0,1 0 0 0 0,0-1 0 0 0,-1 1 0 0 0,1 0 0 0 0,0-1 1 0 0,-1 1-1 0 0,1 0 0 0 0,-1-1 0 0 0,1 1 0 0 0,0 0 1 0 0,-1-1-1 0 0,1 1 0 0 0,-1 0 0 0 0,1 0 0 0 0,-1 0 1 0 0,1 0-1 0 0,-1 0 0 0 0,1-1 0 0 0,-1 1 0 0 0,1 0 0 0 0,-2 0 1 0 0,0 0 3 0 0,0 0 0 0 0,-1 0 0 0 0,1 1 0 0 0,0-1 0 0 0,0 0 0 0 0,-1 1 0 0 0,1-1 0 0 0,0 1 0 0 0,-3 1 0 0 0,-13 9 55 0 0,1 0 0 0 0,0 1 0 0 0,1 1 0 0 0,-16 16-1 0 0,-54 63 381 0 0,60-61-295 0 0,1 2-1 0 0,-23 40 1 0 0,39-57-106 0 0,0 1 0 0 0,1 0 0 0 0,1 0 0 0 0,1 0 0 0 0,1 1 0 0 0,0 0 0 0 0,-3 21 0 0 0,8-34-21 0 0,-1 0 0 0 0,1 0-1 0 0,0 1 1 0 0,1-1 0 0 0,-1 0-1 0 0,1 0 1 0 0,0 0 0 0 0,0 0 0 0 0,0 0-1 0 0,1 0 1 0 0,0 0 0 0 0,0 0-1 0 0,5 8 1 0 0,-3-7 2 0 0,1 0 0 0 0,-1 0-1 0 0,1-1 1 0 0,1 1 0 0 0,-1-1 0 0 0,1 0 0 0 0,0 0-1 0 0,10 5 1 0 0,3 0-282 0 0,-1-1 0 0 0,2 0 0 0 0,-1-2 0 0 0,1 0 0 0 0,40 7-1 0 0,-28-9-1332 0 0,0-1 0 0 0,61 0-1 0 0,12-13-6166 0 0,-47 1-361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40.5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56 4724 0 0,'-58'18'10201'0'0,"60"-18"-10107"0"0,-1 0 0 0 0,0 0 0 0 0,1 0 0 0 0,-1 0 0 0 0,1 0 0 0 0,-1-1 0 0 0,1 1 0 0 0,-1 0 0 0 0,1-1-1 0 0,-1 1 1 0 0,2-2 0 0 0,6 0 92 0 0,408-33 1231 0 0,-114 15-9477 0 0,-195 7 869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41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86 836 2504 0 0,'-6'3'602'0'0,"1"1"0"0"0,-1 0 0 0 0,1 0 1 0 0,-1 0-1 0 0,1 0 0 0 0,0 1 0 0 0,1 0 0 0 0,-1 0 0 0 0,1 1 0 0 0,0-1 0 0 0,0 1 0 0 0,-5 11 0 0 0,5-7-153 0 0,1 1 0 0 0,0-1 1 0 0,0 0-1 0 0,1 1 0 0 0,1 0 0 0 0,0 0 0 0 0,0 18 0 0 0,1-28-398 0 0,0 1 1 0 0,0-1-1 0 0,0 1 0 0 0,1-1 1 0 0,-1 1-1 0 0,0-1 1 0 0,1 1-1 0 0,-1-1 0 0 0,1 1 1 0 0,-1-1-1 0 0,1 1 1 0 0,-1-1-1 0 0,1 0 0 0 0,0 1 1 0 0,0-1-1 0 0,0 0 0 0 0,0 0 1 0 0,0 0-1 0 0,0 1 1 0 0,0-1-1 0 0,0 0 0 0 0,0-1 1 0 0,1 1-1 0 0,-1 0 0 0 0,2 1 1 0 0,0-1 3 0 0,1 0 1 0 0,-1 0-1 0 0,0 0 1 0 0,0-1 0 0 0,1 1-1 0 0,-1-1 1 0 0,0 0-1 0 0,0 0 1 0 0,1 0-1 0 0,-1 0 1 0 0,0 0 0 0 0,5-2-1 0 0,13-3 15 0 0,0-1-1 0 0,0 0 1 0 0,0-2 0 0 0,-1 0-1 0 0,0-2 1 0 0,-1 0 0 0 0,26-18-1 0 0,-20 10-36 0 0,-2-2 0 0 0,0 0 0 0 0,-1-1 0 0 0,34-43 0 0 0,-22 17-38 0 0,-2-2 1 0 0,-2-2-1 0 0,-3 0 0 0 0,-2-2 1 0 0,21-61-1 0 0,-17 19-66 0 0,-3-2 0 0 0,16-129 1 0 0,-42 223 54 0 0,1 0 1 0 0,-1 0 0 0 0,1 0-1 0 0,-1 1 1 0 0,0-1 0 0 0,-1 0-1 0 0,1 0 1 0 0,0 0 0 0 0,-1 0-1 0 0,1 1 1 0 0,-1-1-1 0 0,-1-3 1 0 0,1 6 12 0 0,-1 1 0 0 0,1-1-1 0 0,0 0 1 0 0,-1 1 0 0 0,1 0-1 0 0,0-1 1 0 0,0 1 0 0 0,0 0-1 0 0,0 0 1 0 0,0-1 0 0 0,-2 3-1 0 0,3-3 4 0 0,-11 11 2 0 0,1 0 0 0 0,1 1 1 0 0,0 0-1 0 0,0 0 0 0 0,1 1 0 0 0,1 0 0 0 0,-9 22 0 0 0,6-16-2 0 0,-31 64 17 0 0,-51 150 0 0 0,81-196-6 0 0,1 1-1 0 0,1 1 1 0 0,3-1 0 0 0,1 1-1 0 0,2 0 1 0 0,3 71-1 0 0,1-96 7 0 0,1 0-1 0 0,1 0 0 0 0,0 0 0 0 0,1-1 0 0 0,0 1 0 0 0,1-1 0 0 0,0 0 0 0 0,1 0 0 0 0,1-1 0 0 0,13 20 0 0 0,-13-23-6 0 0,0 0 0 0 0,0-1-1 0 0,1 0 1 0 0,0-1 0 0 0,1 0 0 0 0,-1 0 0 0 0,1-1-1 0 0,1 0 1 0 0,-1 0 0 0 0,1-1 0 0 0,0 0-1 0 0,0-1 1 0 0,1 0 0 0 0,12 2 0 0 0,-10-2-69 0 0,1-2 0 0 0,0 0 1 0 0,-1-1-1 0 0,1 0 0 0 0,0-1 1 0 0,0 0-1 0 0,0-1 0 0 0,-1-1 1 0 0,1 0-1 0 0,0-1 0 0 0,-1-1 0 0 0,0 0 1 0 0,0 0-1 0 0,0-1 0 0 0,0-1 1 0 0,-1 0-1 0 0,0-1 0 0 0,0 0 1 0 0,-1-1-1 0 0,0-1 0 0 0,0 1 1 0 0,-1-2-1 0 0,0 1 0 0 0,0-1 0 0 0,9-15 1 0 0,-4 4-6 0 0,-2-1 0 0 0,-1 0 0 0 0,0-1 1 0 0,-2 0-1 0 0,-1-1 0 0 0,0 0 0 0 0,5-27 0 0 0,-4-3 442 0 0,-2 1 0 0 0,2-70 0 0 0,-9 106-125 0 0,0 6-82 0 0,0-1-1 0 0,-1 1 1 0 0,-1-1 0 0 0,-3-22 0 0 0,3 32-110 0 0,-3 4-19 0 0,1 1 1 0 0,-1-1 0 0 0,0 1 0 0 0,1 0-1 0 0,-1 0 1 0 0,1 0 0 0 0,0 1-1 0 0,0-1 1 0 0,0 1 0 0 0,-3 5 0 0 0,-21 45 408 0 0,14-26-240 0 0,-2 4-16 0 0,1 0 1 0 0,1 1-1 0 0,1 0 0 0 0,2 1 0 0 0,-6 42 0 0 0,14-63-139 0 0,1 0 0 0 0,0 0-1 0 0,1 0 1 0 0,0 0 0 0 0,1 0-1 0 0,1 0 1 0 0,5 24 0 0 0,-5-31-36 0 0,0 0 1 0 0,1 0 0 0 0,0 0-1 0 0,-1 0 1 0 0,2-1 0 0 0,-1 1-1 0 0,1-1 1 0 0,0 0-1 0 0,0 0 1 0 0,0 0 0 0 0,1 0-1 0 0,-1-1 1 0 0,1 0-1 0 0,0 0 1 0 0,1 0 0 0 0,-1 0-1 0 0,10 3 1 0 0,-2-1-217 0 0,1-1-1 0 0,0 0 1 0 0,0-1 0 0 0,1-1 0 0 0,-1 0-1 0 0,1-1 1 0 0,0 0 0 0 0,-1-1 0 0 0,1-1-1 0 0,0-1 1 0 0,0 0 0 0 0,0 0 0 0 0,27-8 0 0 0,-28 5-769 0 0,1-1 0 0 0,-1 0-1 0 0,0-1 1 0 0,0-1 0 0 0,-1 0 0 0 0,0 0 0 0 0,0-2 0 0 0,15-12 0 0 0,8-12-5256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41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61 956 0 0,'-96'-59'9540'0'0,"93"57"-9175"0"0,-6 4-11 0 0,8-2-343 0 0,0 0 0 0 0,0 0 1 0 0,1 0-1 0 0,-1 0 0 0 0,0 0 0 0 0,0 0 0 0 0,1 0 0 0 0,-1 0 0 0 0,0 0 0 0 0,0 0 0 0 0,1 1 0 0 0,-1-1 0 0 0,0 0 1 0 0,0 0-1 0 0,1 1 0 0 0,-1-1 0 0 0,0 1 0 0 0,1-1 0 0 0,-1 1 0 0 0,1-1 0 0 0,-1 1 0 0 0,0-1 0 0 0,1 1 0 0 0,-1-1 1 0 0,1 1-1 0 0,-1 0 0 0 0,1-1 0 0 0,0 1 0 0 0,-1 0 0 0 0,1-1 0 0 0,0 1 0 0 0,-1 0 0 0 0,1-1 0 0 0,0 1 0 0 0,0 0 0 0 0,0 0 1 0 0,0-1-1 0 0,-1 2 0 0 0,1 3-208 0 0,1 0 1 0 0,-1 0 0 0 0,0 0 0 0 0,1-1-1 0 0,0 1 1 0 0,2 6 0 0 0,0-2-1003 0 0,0-1 0 0 0,0 0 0 0 0,7 10 0 0 0,0 1-1875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42.0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1 1560 0 0,'6'10'7916'0'0,"-2"-2"-7484"0"0,0 0 1 0 0,0 0 0 0 0,-1 0 0 0 0,0 1-1 0 0,-1-1 1 0 0,0 1 0 0 0,0 0 0 0 0,-1 0 0 0 0,0-1-1 0 0,0 1 1 0 0,-2 9 0 0 0,1 9 53 0 0,-3 0 1 0 0,-7 39-1 0 0,5-45-280 0 0,-1 1 0 0 0,0-1 1 0 0,-2 0-1 0 0,0-1 0 0 0,-2 0 0 0 0,0 0 0 0 0,-1-1 0 0 0,-20 25 1 0 0,30-42-182 0 0,0-1 0 0 0,0 0 1 0 0,0 1-1 0 0,0-1 0 0 0,0 0 1 0 0,0 0-1 0 0,0 0 0 0 0,0 0 1 0 0,-1 0-1 0 0,1 0 0 0 0,0 0 1 0 0,-2 0-1 0 0,-14-3 116 0 0,17 2-137 0 0,-1-1 0 0 0,0 1 0 0 0,1-1 0 0 0,-1 1 0 0 0,1-1 0 0 0,-1 1 0 0 0,1-1 0 0 0,-1 0 0 0 0,1 1 0 0 0,-1-1 0 0 0,1 0 0 0 0,-1 1 0 0 0,1-1 0 0 0,0 0 0 0 0,0 1 0 0 0,-1-1 0 0 0,1 0 0 0 0,0 0 0 0 0,0 0 0 0 0,0 1 0 0 0,0-1 0 0 0,0-1 0 0 0,0 2 3 0 0,-1-5-2 0 0,0 0 0 0 0,1 0 0 0 0,0 1 0 0 0,0-1 1 0 0,0 0-1 0 0,0 0 0 0 0,1 1 0 0 0,0-1 0 0 0,2-8 0 0 0,17-40-8 0 0,-7 25-10 0 0,0 2-1 0 0,2-1 1 0 0,1 2 0 0 0,34-42 0 0 0,-37 52 2 0 0,1 2 1 0 0,0-1 0 0 0,0 2 0 0 0,1 0-1 0 0,1 0 1 0 0,0 2 0 0 0,0 0 0 0 0,29-13-1 0 0,-33 18 4 0 0,1 0 1 0 0,-1 1-1 0 0,0 1 0 0 0,1 0 0 0 0,0 0 0 0 0,-1 1 0 0 0,16 0 0 0 0,-24 2 9 0 0,1 0-1 0 0,0 1 0 0 0,-1-1 1 0 0,1 1-1 0 0,0 0 0 0 0,-1 0 1 0 0,1 1-1 0 0,-1-1 0 0 0,0 1 1 0 0,1 0-1 0 0,-1 0 1 0 0,0 0-1 0 0,0 1 0 0 0,0 0 1 0 0,-1 0-1 0 0,1 0 0 0 0,-1 0 1 0 0,1 0-1 0 0,-1 1 0 0 0,0-1 1 0 0,0 1-1 0 0,4 7 0 0 0,-2-2 17 0 0,-1 0 1 0 0,0 0-1 0 0,0 1 0 0 0,-1-1 0 0 0,0 1 0 0 0,-1 0 0 0 0,0 0 0 0 0,1 13 0 0 0,-2 12 0 0 0,-2 37 0 0 0,1 20-4480 0 0,5-68-1621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42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122 301 1916 0 0,'1'-3'2904'0'0,"30"-46"10316"0"0,-27 46-12778 0 0,-3 3-417 0 0,-1-1 0 0 0,0 1 0 0 0,0-1 0 0 0,1 1 0 0 0,-1 0 0 0 0,0-1 0 0 0,0 1 0 0 0,1 0 0 0 0,-1-1 0 0 0,0 1 0 0 0,1 0 0 0 0,-1-1 0 0 0,1 1 0 0 0,-1 0 0 0 0,0 0 0 0 0,1 0 0 0 0,-1-1 0 0 0,1 1 0 0 0,-1 0 0 0 0,1 0 0 0 0,-1 0 0 0 0,0 0 0 0 0,1 0 0 0 0,-1 0 0 0 0,1 0 0 0 0,33-5 293 0 0,-16 3-184 0 0,0 0-1 0 0,20-7 1 0 0,-33 8-121 0 0,1-1 1 0 0,-1 0 0 0 0,0 0 0 0 0,0-1-1 0 0,0 0 1 0 0,0 1 0 0 0,0-2 0 0 0,-1 1 0 0 0,1 0-1 0 0,-1-1 1 0 0,7-7 0 0 0,-7 5-13 0 0,0 0 0 0 0,0 0-1 0 0,-1-1 1 0 0,0 1 0 0 0,0-1 0 0 0,0 1 0 0 0,-1-1 0 0 0,3-14 0 0 0,-4 16-4 0 0,0 0 1 0 0,-1 0-1 0 0,1-1 0 0 0,-1 1 1 0 0,0 0-1 0 0,0 0 0 0 0,-1 0 1 0 0,0 0-1 0 0,0 0 1 0 0,0-1-1 0 0,0 1 0 0 0,-1 1 1 0 0,-2-8-1 0 0,2 10-6 0 0,0-1 0 0 0,1 1 1 0 0,-1 0-1 0 0,0 0 0 0 0,0 0 0 0 0,0 0 0 0 0,-1 0 0 0 0,1 0 0 0 0,0 1 0 0 0,-1-1 1 0 0,1 1-1 0 0,-1-1 0 0 0,1 1 0 0 0,-1 0 0 0 0,-5-1 0 0 0,7 1 6 0 0,-1 1 0 0 0,1-1 1 0 0,-1 1-1 0 0,1 0 0 0 0,-1 0 0 0 0,1 0 0 0 0,-1 0 0 0 0,1 0 0 0 0,-1 0 0 0 0,1 0 1 0 0,-1 1-1 0 0,1-1 0 0 0,-1 0 0 0 0,1 1 0 0 0,-3 0 0 0 0,-2 1-2 0 0,-1 0 5 0 0,0 1 0 0 0,0-1 0 0 0,0 1 0 0 0,0 1 0 0 0,0-1 0 0 0,1 1 0 0 0,-11 8 0 0 0,-37 36 29 0 0,43-37-20 0 0,-10 10 4 0 0,2 0-1 0 0,1 0 1 0 0,-22 35 0 0 0,30-41-1 0 0,1 0 0 0 0,1 0 0 0 0,1 1 0 0 0,0 1 0 0 0,1-1 0 0 0,-6 28-1 0 0,11-39-32 0 0,0 0 0 0 0,0 0 0 0 0,1 0-1 0 0,0 0 1 0 0,0 0 0 0 0,0 0 0 0 0,0 1-1 0 0,1-1 1 0 0,0-1 0 0 0,0 1 0 0 0,0 0-1 0 0,1 0 1 0 0,0 0 0 0 0,-1-1 0 0 0,2 1-1 0 0,-1 0 1 0 0,0-1 0 0 0,4 4 0 0 0,-1-2-226 0 0,0-1-1 0 0,0 0 1 0 0,1 0 0 0 0,-1-1 0 0 0,1 0 0 0 0,0 0 0 0 0,0 0 0 0 0,1 0 0 0 0,-1-1-1 0 0,1 0 1 0 0,-1-1 0 0 0,9 3 0 0 0,1-1-851 0 0,1 0-1 0 0,-1-1 1 0 0,1-1-1 0 0,0 0 1 0 0,0-1 0 0 0,0-1-1 0 0,33-4 1 0 0,1-4-4061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42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485 181 2660 0 0,'6'-10'1190'0'0,"0"-1"-1"0"0,-1 1 0 0 0,-1-1 0 0 0,0 0 1 0 0,0-1-1 0 0,-1 1 0 0 0,2-17 0 0 0,-4 25-895 0 0,-1-1-1 0 0,0 1 0 0 0,0-1 0 0 0,0 1 1 0 0,0-1-1 0 0,-1 1 0 0 0,1 0 0 0 0,-1-1 1 0 0,0 1-1 0 0,0 0 0 0 0,0-1 0 0 0,-4-5 1 0 0,4 7-212 0 0,-1 0 0 0 0,0 0 0 0 0,0 0 0 0 0,0 0 0 0 0,0 1 0 0 0,0-1 0 0 0,0 0 0 0 0,0 1 0 0 0,0 0 0 0 0,-1-1 0 0 0,1 1 0 0 0,0 0 0 0 0,-1 0 0 0 0,1 0 0 0 0,-1 0 0 0 0,0 1 0 0 0,1-1 1 0 0,-1 1-1 0 0,-2-1 0 0 0,-5 1 39 0 0,0 0 1 0 0,0 0 0 0 0,1 1-1 0 0,-1 0 1 0 0,0 1-1 0 0,1 0 1 0 0,-1 0 0 0 0,-16 7-1 0 0,3 1 49 0 0,0 1 0 0 0,-25 16 0 0 0,23-12-104 0 0,1 1 0 0 0,0 1 0 0 0,2 1 0 0 0,0 1 0 0 0,1 1 0 0 0,0 1 0 0 0,2 0 0 0 0,-20 30 0 0 0,31-40-35 0 0,1 1 0 0 0,0 0 0 0 0,1 0-1 0 0,0 1 1 0 0,1 0 0 0 0,-4 13 0 0 0,9-23-21 0 0,-1 0 1 0 0,0-1-1 0 0,1 1 0 0 0,0 0 1 0 0,0 0-1 0 0,0 0 0 0 0,0 0 1 0 0,0 0-1 0 0,0-1 0 0 0,1 1 1 0 0,-1 0-1 0 0,1 0 0 0 0,0 0 1 0 0,0-1-1 0 0,0 1 0 0 0,0-1 1 0 0,0 1-1 0 0,1 0 0 0 0,-1-1 1 0 0,1 0-1 0 0,0 1 0 0 0,0-1 1 0 0,0 0-1 0 0,0 0 0 0 0,0 0 1 0 0,0 0-1 0 0,0 0 0 0 0,0-1 1 0 0,1 1-1 0 0,-1-1 0 0 0,1 1 1 0 0,-1-1-1 0 0,1 0 0 0 0,0 0 1 0 0,4 1-1 0 0,3 1-38 0 0,0-1 1 0 0,0 1-1 0 0,0-2 1 0 0,0 0-1 0 0,0 0 1 0 0,1-1-1 0 0,-1 0 1 0 0,0 0-1 0 0,0-1 1 0 0,1-1-1 0 0,-1 0 1 0 0,0 0 0 0 0,0-1-1 0 0,-1 0 1 0 0,1-1-1 0 0,0 0 1 0 0,-1 0-1 0 0,12-8 1 0 0,-5 1-17 0 0,0 0 1 0 0,0-1 0 0 0,-1-1-1 0 0,-1 0 1 0 0,0-1 0 0 0,-1 0-1 0 0,0-1 1 0 0,18-30 0 0 0,-16 23 32 0 0,21-40 563 0 0,13-24 2250 0 0,-41 74-2535 0 0,-7 21-51 0 0,-9 22-93 0 0,-9 19-51 0 0,-41 147-317 0 0,43-114-2834 0 0,11-31-5184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43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0 435 1992 0 0,'26'-48'3725'0'0,"-14"25"-2201"0"0,0 0 0 0 0,2 1 0 0 0,0 0 1 0 0,2 1-1 0 0,29-31 0 0 0,-43 50-1454 0 0,1 0 1 0 0,-1 0-1 0 0,1 0 1 0 0,0 0-1 0 0,-1 1 1 0 0,1-1-1 0 0,0 1 0 0 0,0-1 1 0 0,0 1-1 0 0,0 0 1 0 0,1 0-1 0 0,-1 1 1 0 0,0-1-1 0 0,0 1 0 0 0,1-1 1 0 0,-1 1-1 0 0,0 0 1 0 0,0 0-1 0 0,1 1 0 0 0,-1-1 1 0 0,0 1-1 0 0,0-1 1 0 0,0 1-1 0 0,0 0 1 0 0,1 0-1 0 0,-1 1 0 0 0,0-1 1 0 0,-1 0-1 0 0,1 1 1 0 0,0 0-1 0 0,0 0 1 0 0,-1 0-1 0 0,1 0 0 0 0,-1 0 1 0 0,1 0-1 0 0,-1 1 1 0 0,0-1-1 0 0,0 1 1 0 0,3 4-1 0 0,2 5 132 0 0,0 1 1 0 0,-1 0-1 0 0,0 0 0 0 0,-1 0 0 0 0,-1 1 1 0 0,0-1-1 0 0,-1 1 0 0 0,0 0 1 0 0,-1 0-1 0 0,0 1 0 0 0,-2-1 1 0 0,1 0-1 0 0,-2 0 0 0 0,-3 25 0 0 0,-3 0 1009 0 0,-2 0-1 0 0,-1-1 1 0 0,-2-1-1 0 0,-18 39 1 0 0,29-73-763 0 0,-1 0 0 0 0,1 0 0 0 0,-1 0 1 0 0,0-1-1 0 0,0 1 0 0 0,0 0 0 0 0,-4 3 0 0 0,-4-13 301 0 0,9 4-712 0 0,1 1 1 0 0,0-1 0 0 0,0 0-1 0 0,0 1 1 0 0,0-1 0 0 0,0 1-1 0 0,1-1 1 0 0,-1 0 0 0 0,1 1-1 0 0,0-1 1 0 0,0 1 0 0 0,0-1-1 0 0,0 1 1 0 0,2-5 0 0 0,1 0-1 0 0,7-18 39 0 0,1 0 0 0 0,2 0-1 0 0,28-39 1 0 0,61-60-461 0 0,-57 74-864 0 0,3 3-1 0 0,2 2 1 0 0,101-70 0 0 0,-40 47-3748 0 0,5 10-3992 0 0,-68 36-1244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44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469 1 1668 0 0,'-5'6'1089'0'0,"0"0"0"0"0,0 0 0 0 0,0 1 0 0 0,1 0-1 0 0,0-1 1 0 0,0 1 0 0 0,-4 13 0 0 0,1 2 213 0 0,-6 28 0 0 0,13-48-1237 0 0,-1 1 0 0 0,1 0 0 0 0,0 0 0 0 0,0-1-1 0 0,0 1 1 0 0,0 0 0 0 0,0 0 0 0 0,1-1 0 0 0,-1 1 0 0 0,1 0 0 0 0,0-1-1 0 0,0 1 1 0 0,-1 0 0 0 0,2-1 0 0 0,-1 1 0 0 0,0-1 0 0 0,1 0 0 0 0,-1 1-1 0 0,1-1 1 0 0,-1 0 0 0 0,3 2 0 0 0,1-1-2 0 0,-1 0 0 0 0,1-1 0 0 0,0 0 0 0 0,0 0 0 0 0,0 0 0 0 0,0-1 0 0 0,0 1 0 0 0,0-1 0 0 0,0 0 0 0 0,8 0 0 0 0,-1-1 12 0 0,0 0 0 0 0,0-1 0 0 0,0 0 0 0 0,16-4-1 0 0,-23 4-57 0 0,0-1-1 0 0,0 0 1 0 0,0 0-1 0 0,0 0 1 0 0,0-1-1 0 0,0 0 1 0 0,-1 0-1 0 0,1 0 0 0 0,-1 0 1 0 0,0-1-1 0 0,0 1 1 0 0,0-1-1 0 0,-1 0 1 0 0,1-1-1 0 0,-1 1 1 0 0,0 0-1 0 0,4-8 0 0 0,-5 9-7 0 0,-1 0 0 0 0,1 0 0 0 0,-1-1 0 0 0,0 1 0 0 0,0-1 0 0 0,0 1-1 0 0,0-1 1 0 0,0 1 0 0 0,-1-1 0 0 0,0 0 0 0 0,1 1 0 0 0,-1-1 0 0 0,-1 0-1 0 0,1 1 1 0 0,-1-1 0 0 0,1 1 0 0 0,-1-1 0 0 0,0 1 0 0 0,0-1 0 0 0,0 1-1 0 0,-1-1 1 0 0,1 1 0 0 0,-1 0 0 0 0,0 0 0 0 0,0 0 0 0 0,0 0 0 0 0,-3-3-1 0 0,3 4-7 0 0,0 0-1 0 0,-1 0 0 0 0,1 0 0 0 0,-1 1 0 0 0,1-1 0 0 0,-1 1 0 0 0,0 0 0 0 0,1-1 0 0 0,-1 1 1 0 0,0 0-1 0 0,0 1 0 0 0,0-1 0 0 0,0 1 0 0 0,0-1 0 0 0,0 1 0 0 0,0 0 0 0 0,0 0 1 0 0,0 0-1 0 0,0 0 0 0 0,0 0 0 0 0,0 1 0 0 0,0 0 0 0 0,0-1 0 0 0,-4 3 0 0 0,-6 2 2 0 0,1 0 0 0 0,-1 0 0 0 0,1 1 0 0 0,-16 11 0 0 0,-13 12 38 0 0,2 1 0 0 0,0 1 1 0 0,-51 57-1 0 0,35-27 53 0 0,-64 95 0 0 0,100-129-75 0 0,2 2-1 0 0,-17 34 1 0 0,29-52-10 0 0,0 0 1 0 0,1 0-1 0 0,1 1 0 0 0,0-1 1 0 0,0 1-1 0 0,1-1 0 0 0,0 1 1 0 0,1 0-1 0 0,1 19 1 0 0,0-27-3 0 0,1 0 1 0 0,-1 0 0 0 0,1 0 0 0 0,0 0 0 0 0,0-1 0 0 0,1 1-1 0 0,-1 0 1 0 0,1 0 0 0 0,0-1 0 0 0,-1 1 0 0 0,2-1 0 0 0,-1 0 0 0 0,0 0-1 0 0,1 0 1 0 0,-1 0 0 0 0,6 4 0 0 0,-3-3 2 0 0,0 0 0 0 0,1-1 1 0 0,-1 0-1 0 0,1 0 0 0 0,0-1 0 0 0,-1 0 0 0 0,1 0 1 0 0,0 0-1 0 0,11 1 0 0 0,5 0 8 0 0,1-2 0 0 0,0 0 1 0 0,0-2-1 0 0,36-5 0 0 0,24-7-404 0 0,-2-5-1 0 0,0-3 0 0 0,-1-3 1 0 0,-1-4-1 0 0,-2-3 0 0 0,116-66 1 0 0,-133 63-193 0 0,61-45 0 0 0,-100 62 595 0 0,1 0 0 0 0,-2-2 0 0 0,0 0 0 0 0,-1-1 0 0 0,27-39 0 0 0,-42 53 80 0 0,0 1 1 0 0,-1-1 0 0 0,0 0 0 0 0,0 0-1 0 0,-1 0 1 0 0,1 0 0 0 0,-1 0 0 0 0,-1-1 0 0 0,1 1-1 0 0,-1-1 1 0 0,0 1 0 0 0,-1-1 0 0 0,1 1 0 0 0,-2-8-1 0 0,1 13-87 0 0,0 0 0 0 0,0 0 0 0 0,-1 0 0 0 0,1 0 0 0 0,0 0 0 0 0,-1 0 0 0 0,1 0 0 0 0,-1 0 0 0 0,0 0 0 0 0,1 0 0 0 0,-1 0 0 0 0,0 0 0 0 0,1 1 0 0 0,-1-1 0 0 0,0 0 0 0 0,0 0 0 0 0,0 1 0 0 0,0-1 0 0 0,0 1 0 0 0,0-1 0 0 0,1 1 0 0 0,-1-1 0 0 0,-1 1 0 0 0,1-1 0 0 0,0 1 0 0 0,0 0 0 0 0,0-1 0 0 0,0 1 0 0 0,0 0 0 0 0,0 0 0 0 0,0 0 0 0 0,0 0 0 0 0,0 0 0 0 0,0 0 0 0 0,-1 0 0 0 0,1 1 0 0 0,0-1 0 0 0,-1 1 0 0 0,-9 2 31 0 0,-1 1-1 0 0,1 0 1 0 0,0 1 0 0 0,1 0-1 0 0,-1 1 1 0 0,1 0-1 0 0,-18 15 1 0 0,-67 64 470 0 0,80-70-425 0 0,-14 12 5 0 0,1 2 0 0 0,2 2-1 0 0,1 0 1 0 0,1 1 0 0 0,-33 62 0 0 0,55-90-85 0 0,0 1 0 0 0,0 0 0 0 0,0 0 0 0 0,1-1 0 0 0,-1 1 0 0 0,1 0 1 0 0,0 0-1 0 0,0 0 0 0 0,1 1 0 0 0,0-1 0 0 0,0 9 0 0 0,1-12-3 0 0,-1 0 0 0 0,1 0 0 0 0,-1 0 0 0 0,1 0 0 0 0,0 0 0 0 0,0-1 0 0 0,0 1 0 0 0,0 0 0 0 0,0 0 0 0 0,0-1 0 0 0,0 1 0 0 0,1 0 0 0 0,-1-1 0 0 0,1 1 0 0 0,-1-1 0 0 0,1 0 0 0 0,-1 1 0 0 0,1-1 0 0 0,0 0 0 0 0,0 0 0 0 0,0 0 1 0 0,-1 0-1 0 0,1-1 0 0 0,0 1 0 0 0,0 0 0 0 0,0-1 0 0 0,0 1 0 0 0,0-1 0 0 0,1 0 0 0 0,2 0 0 0 0,10 1-5 0 0,1 0 0 0 0,-1-2 0 0 0,0 0 0 0 0,0-1 0 0 0,0 0 0 0 0,0-1-1 0 0,0-1 1 0 0,0 0 0 0 0,-1-1 0 0 0,0 0 0 0 0,15-9 0 0 0,14-10 124 0 0,-1-2-1 0 0,40-32 0 0 0,-62 43 35 0 0,23-14 544 0 0,-40 27-638 0 0,-2 3-51 0 0,0 0 0 0 0,0 0 1 0 0,0 0-1 0 0,-1 0 1 0 0,1 0-1 0 0,0-1 1 0 0,0 1-1 0 0,-1 0 1 0 0,1 1-1 0 0,0-1 0 0 0,-1 0 1 0 0,1 0-1 0 0,-1 0 1 0 0,0 0-1 0 0,1 0 1 0 0,-1 1-1 0 0,0-1 0 0 0,0 0 1 0 0,1 0-1 0 0,-1 0 1 0 0,0 1-1 0 0,0-1 1 0 0,0 0-1 0 0,-1 3 0 0 0,-6 34 227 0 0,5-28-146 0 0,-29 106 1028 0 0,-57 148 0 0 0,-68 107 93 0 0,-10 26-549 0 0,144-339-649 0 0,0-5-57 0 0,3 1 1 0 0,2 1 0 0 0,-12 73 0 0 0,28-126-122 0 0,0 0-1 0 0,1 0 0 0 0,0 0 1 0 0,-1 0-1 0 0,1 0 1 0 0,0 0-1 0 0,0 0 1 0 0,0 0-1 0 0,1 1 1 0 0,-1-1-1 0 0,0 0 1 0 0,1 0-1 0 0,-1 0 1 0 0,1 0-1 0 0,0 0 1 0 0,0 0-1 0 0,0 0 1 0 0,0 0-1 0 0,1 1 1 0 0,-2-3 119 0 0,0 1-1 0 0,0-1 1 0 0,0 0 0 0 0,1 0 0 0 0,-1 0 0 0 0,0 0-1 0 0,0 0 1 0 0,0 0 0 0 0,0 0 0 0 0,0 0 0 0 0,0 0-1 0 0,1 1 1 0 0,-1-1 0 0 0,0 0 0 0 0,0 0 0 0 0,0 0-1 0 0,0 0 1 0 0,1 0 0 0 0,-1 0 0 0 0,0 0 0 0 0,0 0-1 0 0,0 0 1 0 0,0 0 0 0 0,0 0 0 0 0,1 0 0 0 0,-1 0-1 0 0,0 0 1 0 0,0 0 0 0 0,0 0 0 0 0,0-1 0 0 0,0 1-1 0 0,1 0 1 0 0,-1 0 0 0 0,0 0 0 0 0,0 0 0 0 0,0 0-1 0 0,0 0 1 0 0,0 0 0 0 0,0 0 0 0 0,1-1 0 0 0,5-2-1190 0 0,-1 0 1 0 0,1-1 0 0 0,-1 1 0 0 0,0-1-1 0 0,8-8 1 0 0,9-11-5769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45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60 197 1880 0 0,'8'-39'5350'0'0,"-1"1"0"0"0,3-59 0 0 0,-10 95-5016 0 0,-1 4-62 0 0,-10 26-7 0 0,1 1-1 0 0,1 1 1 0 0,-10 57-1 0 0,11-46-167 0 0,7-36-89 0 0,-7 31 39 0 0,1 0 0 0 0,2 0 0 0 0,1 1 0 0 0,2 64 0 0 0,3-94-45 0 0,-1 0 0 0 0,2 0 1 0 0,-1-1-1 0 0,1 1 0 0 0,0-1 1 0 0,0 1-1 0 0,1-1 0 0 0,-1 0 1 0 0,1 0-1 0 0,6 8 0 0 0,-7-11-39 0 0,0-1-1 0 0,0 1 0 0 0,1-1 0 0 0,-1 0 0 0 0,0 0 0 0 0,1 0 1 0 0,0-1-1 0 0,-1 1 0 0 0,1 0 0 0 0,0-1 0 0 0,0 0 0 0 0,0 0 1 0 0,0 0-1 0 0,0 0 0 0 0,0 0 0 0 0,0 0 0 0 0,0-1 1 0 0,0 0-1 0 0,0 1 0 0 0,0-1 0 0 0,1 0 0 0 0,-1-1 0 0 0,0 1 1 0 0,6-2-1 0 0,8-2-213 0 0,-1-1 0 0 0,0 0 0 0 0,0-2 0 0 0,0 0 0 0 0,-1 0 0 0 0,0-2 0 0 0,0 0 1 0 0,-1 0-1 0 0,0-1 0 0 0,0-1 0 0 0,11-13 0 0 0,0-1 80 0 0,-2-1 0 0 0,-1-1 0 0 0,0-1 1 0 0,22-41-1 0 0,-21 29 883 0 0,-3 0 1 0 0,-1-1 0 0 0,-2 0 0 0 0,17-64-1 0 0,-21 72 65 0 0,-8 22-477 0 0,-6 20-72 0 0,-21 75-71 0 0,1-6-100 0 0,3 1 1 0 0,-8 84-1 0 0,25-155-220 0 0,0 1 0 0 0,1-1 0 0 0,1 1 0 0 0,-1-1 0 0 0,1 1 0 0 0,1-1 0 0 0,-1 1 0 0 0,1-1-1 0 0,4 10 1 0 0,-4-15-32 0 0,0 1-1 0 0,0 0 1 0 0,0-1-1 0 0,1 1 1 0 0,-1-1-1 0 0,1 1 1 0 0,0-1-1 0 0,0 0 0 0 0,0 0 1 0 0,0-1-1 0 0,1 1 1 0 0,-1-1-1 0 0,1 1 1 0 0,-1-1-1 0 0,1 0 0 0 0,0-1 1 0 0,0 1-1 0 0,0 0 1 0 0,0-1-1 0 0,5 1 1 0 0,3 0-705 0 0,-1 0 1 0 0,1-1 0 0 0,0 0-1 0 0,0-1 1 0 0,0 0 0 0 0,0-1-1 0 0,12-2 1 0 0,21-5-4111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45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313 271 1236 0 0,'8'-11'1138'0'0,"0"-1"-1"0"0,-1 1 1 0 0,0-1 0 0 0,-1-1-1 0 0,0 1 1 0 0,-1-1 0 0 0,6-20-1 0 0,-9 25-622 0 0,-1 0 1 0 0,1 0-1 0 0,-2-1 0 0 0,1 1 0 0 0,-1 0 0 0 0,0-1 0 0 0,-1 1 0 0 0,0-1 0 0 0,0 1 0 0 0,-1 0 1 0 0,0 0-1 0 0,0 0 0 0 0,-5-11 0 0 0,6 17-467 0 0,0 0 1 0 0,-1 0-1 0 0,1 0 0 0 0,0 1 1 0 0,-1-1-1 0 0,1 1 1 0 0,0-1-1 0 0,-1 1 0 0 0,0-1 1 0 0,1 1-1 0 0,-1 0 0 0 0,0 0 1 0 0,0-1-1 0 0,0 1 0 0 0,0 1 1 0 0,0-1-1 0 0,0 0 1 0 0,0 0-1 0 0,0 1 0 0 0,0-1 1 0 0,0 1-1 0 0,0 0 0 0 0,0 0 1 0 0,0-1-1 0 0,-1 1 0 0 0,1 1 1 0 0,0-1-1 0 0,0 0 1 0 0,0 0-1 0 0,0 1 0 0 0,0-1 1 0 0,-3 2-1 0 0,-3 0-13 0 0,1 1-1 0 0,-1 0 1 0 0,1 0 0 0 0,-1 1-1 0 0,1-1 1 0 0,1 2 0 0 0,-1-1-1 0 0,-6 6 1 0 0,-47 45 82 0 0,49-43-95 0 0,-6 5-8 0 0,1 0-1 0 0,0 1 1 0 0,1 1 0 0 0,2 1-1 0 0,0 0 1 0 0,1 1-1 0 0,0 0 1 0 0,2 1-1 0 0,1 0 1 0 0,-10 34-1 0 0,18-52-23 0 0,0 1 0 0 0,0-1 0 0 0,1 1 0 0 0,-1-1-1 0 0,1 1 1 0 0,0-1 0 0 0,0 1 0 0 0,1-1 0 0 0,-1 1 0 0 0,1-1-1 0 0,0 1 1 0 0,0-1 0 0 0,1 1 0 0 0,-1-1 0 0 0,1 0 0 0 0,0 0 0 0 0,0 0-1 0 0,0 0 1 0 0,1 0 0 0 0,-1 0 0 0 0,1-1 0 0 0,0 1 0 0 0,0-1 0 0 0,0 0-1 0 0,1 0 1 0 0,-1 0 0 0 0,1 0 0 0 0,0 0 0 0 0,0-1 0 0 0,-1 0-1 0 0,1 1 1 0 0,1-1 0 0 0,-1-1 0 0 0,0 1 0 0 0,0-1 0 0 0,1 0 0 0 0,-1 0-1 0 0,1 0 1 0 0,8 0 0 0 0,-2 0-161 0 0,0-1-1 0 0,0 0 1 0 0,0 0-1 0 0,0-1 1 0 0,0-1-1 0 0,0 0 1 0 0,0 0-1 0 0,0-1 1 0 0,-1-1 0 0 0,18-8-1 0 0,-15 5 42 0 0,1-1-1 0 0,-2 0 1 0 0,1-1-1 0 0,-2 0 1 0 0,1-1-1 0 0,-1-1 1 0 0,10-11-1 0 0,2-9 189 0 0,0 0-1 0 0,-3-1 1 0 0,0-2-1 0 0,-2 1 1 0 0,17-49-1 0 0,-6 17 753 0 0,-28 63-674 0 0,0 4-95 0 0,-2 7 3 0 0,1 0 1 0 0,-1 1-1 0 0,0-1 1 0 0,-1 0-1 0 0,0 0 0 0 0,0 0 1 0 0,-1 0-1 0 0,-8 16 0 0 0,-3 15 75 0 0,5-9-64 0 0,-3 6 6 0 0,1 1 0 0 0,3-1 0 0 0,1 2 0 0 0,-4 60-1 0 0,11-93-63 0 0,0-1-1 0 0,1 0 0 0 0,-1 0 0 0 0,1 0 0 0 0,0 0 0 0 0,0 0 1 0 0,0 0-1 0 0,1 0 0 0 0,0 0 0 0 0,0 0 0 0 0,0-1 0 0 0,6 9 1 0 0,-6-11-66 0 0,0 1 1 0 0,1-1 0 0 0,-1 1 0 0 0,1-1 0 0 0,-1 0-1 0 0,1 0 1 0 0,0-1 0 0 0,0 1 0 0 0,0 0 0 0 0,0-1-1 0 0,0 0 1 0 0,0 1 0 0 0,0-1 0 0 0,0-1 0 0 0,1 1-1 0 0,-1 0 1 0 0,0-1 0 0 0,0 0 0 0 0,1 1 0 0 0,-1-1-1 0 0,4-1 1 0 0,7 0-368 0 0,0-2-1 0 0,0 1 0 0 0,0-2 0 0 0,-1 0 1 0 0,1 0-1 0 0,-1-1 0 0 0,0-1 0 0 0,0 0 1 0 0,16-11-1 0 0,2-4-847 0 0,0-2 0 0 0,37-34 0 0 0,-18 7-1519 0 0,-2-5-839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45.6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95 654 3116 0 0,'36'-109'3221'0'0,"-5"-1"1"0"0,-5-1-1 0 0,14-139 0 0 0,-31 178-1298 0 0,-9 70-1479 0 0,-1 3-423 0 0,0 0 0 0 0,0-1 0 0 0,0 1-1 0 0,0 0 1 0 0,1 0 0 0 0,-1 0 0 0 0,0 0-1 0 0,0 0 1 0 0,0 0 0 0 0,1 0 0 0 0,-1 0-1 0 0,0 2 1 0 0,0-2 0 0 0,-9 23 76 0 0,0 0 0 0 0,1 1 0 0 0,-10 48 1 0 0,6-21 57 0 0,-41 162 726 0 0,-51 434 0 0 0,102-608-889 0 0,1 62 1 0 0,3-90-267 0 0,0 0 1 0 0,1 0-1 0 0,0 0 0 0 0,0 0 1 0 0,2-1-1 0 0,-1 1 0 0 0,2-1 0 0 0,-1 1 1 0 0,10 15-1 0 0,-10-22-122 0 0,-1-1 1 0 0,1 1-1 0 0,0-1 0 0 0,0 0 1 0 0,0-1-1 0 0,0 1 1 0 0,1-1-1 0 0,0 0 0 0 0,-1 0 1 0 0,1 0-1 0 0,0 0 0 0 0,0-1 1 0 0,1 0-1 0 0,-1 0 0 0 0,0-1 1 0 0,1 1-1 0 0,-1-1 1 0 0,1 0-1 0 0,0-1 0 0 0,-1 1 1 0 0,1-1-1 0 0,-1 0 0 0 0,1-1 1 0 0,0 1-1 0 0,-1-1 0 0 0,1 0 1 0 0,-1 0-1 0 0,1-1 1 0 0,5-2-1 0 0,15-6-3544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46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1 547 4936 0 0,'14'-21'864'0'0,"-1"-1"0"0"0,-1-1-1 0 0,-2 1 1 0 0,0-2 0 0 0,11-36-1 0 0,21-127 6549 0 0,-31 132-4651 0 0,-11 46-1752 0 0,-6 21-729 0 0,-8 27-135 0 0,-4 32 22 0 0,-19 98 76 0 0,34-152-229 0 0,2 0 0 0 0,0-1 0 0 0,1 1 0 0 0,0 0 0 0 0,2 0 0 0 0,0-1 0 0 0,1 1 0 0 0,5 17 0 0 0,-7-29-27 0 0,1 0 1 0 0,0 0 0 0 0,1 1-1 0 0,-1-1 1 0 0,1-1 0 0 0,0 1-1 0 0,1 0 1 0 0,-1-1 0 0 0,1 0-1 0 0,0 1 1 0 0,0-1 0 0 0,0-1-1 0 0,0 1 1 0 0,5 3 0 0 0,-2-3-96 0 0,0-1 0 0 0,0 1 1 0 0,0-1-1 0 0,0-1 1 0 0,0 1-1 0 0,1-1 1 0 0,-1-1-1 0 0,1 1 1 0 0,10 0-1 0 0,-3-2-149 0 0,0 0 1 0 0,-1-1-1 0 0,1 0 0 0 0,0-1 0 0 0,-1-1 1 0 0,0 0-1 0 0,1-1 0 0 0,-1 0 0 0 0,-1-2 0 0 0,18-7 1 0 0,-13 2 91 0 0,-1 0 1 0 0,0 0-1 0 0,-1-2 1 0 0,0 0-1 0 0,-1-1 1 0 0,-1 0-1 0 0,0-1 0 0 0,0-1 1 0 0,14-22-1 0 0,-9 7 464 0 0,-1-2 0 0 0,-1 0 0 0 0,-2-1 0 0 0,14-44 0 0 0,-20 53 371 0 0,-4 11-194 0 0,0 0 1 0 0,4-21-1 0 0,-9 33-257 0 0,-1 4-204 0 0,-1 0 1 0 0,1 1 0 0 0,0 0 0 0 0,0-1 0 0 0,0 1 0 0 0,0 0 0 0 0,-1 3 0 0 0,1-2 6 0 0,-11 30 7 0 0,0 0 0 0 0,3 1-1 0 0,1 1 1 0 0,2 0 0 0 0,1 0 0 0 0,0 64 0 0 0,5-93-16 0 0,0-1 1 0 0,1 0-1 0 0,0 0 0 0 0,0 0 1 0 0,1 0-1 0 0,-1 0 0 0 0,1-1 1 0 0,1 1-1 0 0,3 6 0 0 0,-4-8 4 0 0,0 0-1 0 0,1-1 0 0 0,0 0 0 0 0,0 0 0 0 0,0 1 1 0 0,0-2-1 0 0,1 1 0 0 0,-1 0 0 0 0,1-1 0 0 0,0 1 1 0 0,-1-1-1 0 0,9 3 0 0 0,-11-4-11 0 0,1-1 0 0 0,0 1 1 0 0,-1-1-1 0 0,1 1 0 0 0,0-1 0 0 0,0 0 0 0 0,-1 0 1 0 0,1 0-1 0 0,0 0 0 0 0,0 0 0 0 0,-1 0 0 0 0,1 0 1 0 0,0-1-1 0 0,2 0 0 0 0,2 0 10 0 0,0 0-5 0 0,0 0 1 0 0,0 0 0 0 0,0-1-1 0 0,0 0 1 0 0,0 0-1 0 0,0-1 1 0 0,-1 0 0 0 0,1 0-1 0 0,-1 0 1 0 0,0 0 0 0 0,0-1-1 0 0,0 0 1 0 0,0 0-1 0 0,-1 0 1 0 0,6-7 0 0 0,0-1-3 0 0,-1 0 0 0 0,-1 0 0 0 0,0 0 0 0 0,-1-1 0 0 0,7-17 0 0 0,-6 11-7 0 0,-1 0 1 0 0,-1-1 0 0 0,-1 1 0 0 0,-1-2 0 0 0,0 1 0 0 0,-2 0-1 0 0,0-1 1 0 0,-2-33 0 0 0,0 43-7 0 0,-1 1-1 0 0,-1-1 1 0 0,0 0 0 0 0,0 1-1 0 0,-1-1 1 0 0,0 1 0 0 0,-1 0-1 0 0,0 0 1 0 0,0 0 0 0 0,-1 1 0 0 0,-1-1-1 0 0,1 1 1 0 0,-2 1 0 0 0,1-1-1 0 0,-1 1 1 0 0,0 0 0 0 0,-1 0-1 0 0,-9-7 1 0 0,12 12-2 0 0,0-1 1 0 0,-1 1-1 0 0,1 0 0 0 0,-1 0 0 0 0,0 1 1 0 0,0 0-1 0 0,0 0 0 0 0,0 0 0 0 0,0 1 1 0 0,0-1-1 0 0,-1 2 0 0 0,1-1 1 0 0,-8 1-1 0 0,4 0 4 0 0,0 1 0 0 0,1 1 1 0 0,-1-1-1 0 0,1 2 0 0 0,0-1 1 0 0,-1 1-1 0 0,1 1 0 0 0,-9 4 0 0 0,3 1-2 0 0,-1 0 0 0 0,2 0 0 0 0,-1 2 0 0 0,2 0 0 0 0,-1 0 0 0 0,1 1-1 0 0,1 1 1 0 0,0 0 0 0 0,-11 18 0 0 0,17-23 5 0 0,1 0-1 0 0,1 0 1 0 0,-1 1 0 0 0,1 0-1 0 0,1 0 1 0 0,-1 0 0 0 0,2 0-1 0 0,-4 17 1 0 0,6-23-30 0 0,-1 0 0 0 0,1 1 1 0 0,0-1-1 0 0,0 0 0 0 0,0 0 1 0 0,1 1-1 0 0,-1-1 0 0 0,1 0 1 0 0,-1 0-1 0 0,1 0 0 0 0,0 0 1 0 0,1 0-1 0 0,-1 0 0 0 0,0 0 1 0 0,1 0-1 0 0,0 0 0 0 0,-1 0 1 0 0,1-1-1 0 0,0 1 0 0 0,0-1 1 0 0,1 1-1 0 0,-1-1 0 0 0,0 0 1 0 0,1 0-1 0 0,0 0 0 0 0,-1 0 1 0 0,1-1-1 0 0,0 1 0 0 0,5 1 1 0 0,2 1-178 0 0,1 0 1 0 0,0-1-1 0 0,1-1 1 0 0,-1 0-1 0 0,0-1 1 0 0,1 0 0 0 0,-1 0-1 0 0,1-1 1 0 0,-1-1-1 0 0,18-2 1 0 0,15-5-231 0 0,58-19 1 0 0,-81 21 381 0 0,89-31-228 0 0,156-76 0 0 0,-141 57 481 0 0,-118 53-171 0 0,-4 1-8 0 0,0 0 1 0 0,1 0-1 0 0,0 1 0 0 0,-1-1 1 0 0,1 1-1 0 0,0 0 0 0 0,0 0 1 0 0,0 0-1 0 0,-1 1 0 0 0,1-1 1 0 0,0 1-1 0 0,0 0 0 0 0,0 0 1 0 0,0 0-1 0 0,0 1 0 0 0,6 1 1 0 0,-9-2-9 0 0,-1 1 1 0 0,1-1 0 0 0,0 1 0 0 0,-1 0 0 0 0,1-1 0 0 0,0 1 0 0 0,-1 0 0 0 0,1-1 0 0 0,-1 1 0 0 0,1 0-1 0 0,-1 0 1 0 0,1 0 0 0 0,-1 0 0 0 0,1-1 0 0 0,-1 1 0 0 0,0 0 0 0 0,0 0 0 0 0,1 0 0 0 0,-1 0 0 0 0,0 2-1 0 0,0-2 28 0 0,2 6 24 0 0,-1-1 1 0 0,0 0-1 0 0,-1 1 1 0 0,1-1-1 0 0,-1 1 1 0 0,0-1-1 0 0,-1 1 1 0 0,0-1-1 0 0,-3 13 1 0 0,-2 5 109 0 0,-13 27 1 0 0,16-43-135 0 0,-12 28 108 0 0,-2 0 0 0 0,-2-2-1 0 0,-1 0 1 0 0,-1-1 0 0 0,-30 33 0 0 0,39-56-57 0 0,9-9-76 0 0,0 1 34 0 0,0-3-6 0 0,3 1-39 0 0,-1 0-1 0 0,0 0 0 0 0,1-1 1 0 0,-1 1-1 0 0,0 0 0 0 0,1-1 1 0 0,-1 1-1 0 0,1-1 0 0 0,-1 1 1 0 0,1 0-1 0 0,-1-1 0 0 0,1 1 1 0 0,-1-1-1 0 0,1 0 0 0 0,-1 1 1 0 0,1-1-1 0 0,0 1 0 0 0,-1-1 0 0 0,1 1 1 0 0,0-1-1 0 0,-1 0 0 0 0,1 1 1 0 0,0-1-1 0 0,0 0 0 0 0,0 0 1 0 0,2-23 30 0 0,18-27-14 0 0,-19 47-18 0 0,23-43-16 0 0,1 1-1 0 0,2 2 1 0 0,2 1 0 0 0,2 1-1 0 0,2 1 1 0 0,1 2 0 0 0,3 2 0 0 0,67-55-1 0 0,-96 85 7 0 0,1 1-1 0 0,0 0 0 0 0,1 1 0 0 0,-1 0 1 0 0,1 0-1 0 0,0 1 0 0 0,1 0 0 0 0,-1 1 1 0 0,11-2-1 0 0,-17 4 11 0 0,-1 0 0 0 0,0 1 1 0 0,0 0-1 0 0,1 0 0 0 0,-1 0 1 0 0,0 0-1 0 0,1 0 0 0 0,-1 1 1 0 0,0-1-1 0 0,0 1 0 0 0,1 0 1 0 0,-1 0-1 0 0,0 0 0 0 0,0 1 1 0 0,0-1-1 0 0,0 1 0 0 0,0-1 1 0 0,-1 1-1 0 0,1 0 0 0 0,0 0 1 0 0,-1 0-1 0 0,1 1 0 0 0,-1-1 1 0 0,0 1-1 0 0,0-1 0 0 0,0 1 1 0 0,0 0-1 0 0,0-1 0 0 0,-1 1 0 0 0,1 0 1 0 0,-1 0-1 0 0,0 0 0 0 0,2 4 1 0 0,0 4 12 0 0,-1 1 0 0 0,0-1 0 0 0,0 0 0 0 0,-1 1 0 0 0,0-1 0 0 0,-1 1 0 0 0,0-1 0 0 0,-1 1 0 0 0,-3 14 0 0 0,-5 18 27 0 0,-16 46 0 0 0,9-37-21 0 0,12-37 25 0 0,1-7-168 0 0,0 0-1 0 0,1 1 1 0 0,0-1 0 0 0,-1 20 0 0 0,3-27 47 0 0,0 0 0 0 0,0 0 1 0 0,0 0-1 0 0,1 1 0 0 0,-1-1 0 0 0,1 0 1 0 0,-1 0-1 0 0,1 0 0 0 0,0 0 1 0 0,0 0-1 0 0,0 0 0 0 0,0-1 1 0 0,0 1-1 0 0,0 0 0 0 0,0 0 1 0 0,1-1-1 0 0,-1 1 0 0 0,0-1 0 0 0,1 1 1 0 0,0-1-1 0 0,-1 1 0 0 0,1-1 1 0 0,0 0-1 0 0,0 0 0 0 0,-1 0 1 0 0,1 0-1 0 0,0 0 0 0 0,3 0 1 0 0,2 1-140 0 0,0 0 1 0 0,0-1 0 0 0,0 0 0 0 0,0-1 0 0 0,0 1-1 0 0,0-1 1 0 0,0-1 0 0 0,1 1 0 0 0,-1-1-1 0 0,0-1 1 0 0,0 1 0 0 0,0-1 0 0 0,-1 0 0 0 0,12-6-1 0 0,2-1-70 0 0,0-1 0 0 0,0-2 0 0 0,23-16 0 0 0,20-22 650 0 0,-3-3 0 0 0,94-103 0 0 0,-57 34 3624 0 0,-78 97-3070 0 0,-19 24-897 0 0,0 1-1 0 0,1 0 1 0 0,-1 0 0 0 0,0 0-1 0 0,1-1 1 0 0,-1 1 0 0 0,0 0-1 0 0,0-1 1 0 0,1 1 0 0 0,-1 0 0 0 0,0-1-1 0 0,0 1 1 0 0,1 0 0 0 0,-1-1-1 0 0,0 1 1 0 0,0 0 0 0 0,0-1-1 0 0,0 1 1 0 0,0 0 0 0 0,0-1-1 0 0,0 1 1 0 0,1-1 0 0 0,-1 1-1 0 0,0 0 1 0 0,0-1 0 0 0,0 1-1 0 0,-1-1 1 0 0,1 1 0 0 0,0 0-1 0 0,0-1 1 0 0,0 1 0 0 0,0 0-1 0 0,0-1 1 0 0,0 1 0 0 0,-1-1 0 0 0,-9 1 299 0 0,8 0-396 0 0,1 1 80 0 0,0-1 0 0 0,1 1 0 0 0,-1-1 0 0 0,0 1 0 0 0,0 0 0 0 0,0-1 0 0 0,1 1 0 0 0,-1 0 0 0 0,0 0 0 0 0,1-1 0 0 0,-1 1 0 0 0,1 0 0 0 0,-1 0 0 0 0,1 0-1 0 0,-1 0 1 0 0,1 0 0 0 0,0 0 0 0 0,-1 0 0 0 0,1 2 0 0 0,-6 19 43 0 0,6-20-41 0 0,-1 8 6 0 0,1 1 0 0 0,0 0-1 0 0,1-1 1 0 0,0 1-1 0 0,0 0 1 0 0,1-1-1 0 0,6 20 1 0 0,-1-3 2 0 0,6 20-20 0 0,6 25 317 0 0,-18-66-148 0 0,0 1-1 0 0,0-1 1 0 0,-1 0 0 0 0,0 0-1 0 0,0 1 1 0 0,-1-1-1 0 0,1 0 1 0 0,-1 0 0 0 0,-2 7-1 0 0,1-9-105 0 0,-1 1-1 0 0,1-1 0 0 0,0 0 1 0 0,-1 0-1 0 0,0 0 1 0 0,0-1-1 0 0,0 1 0 0 0,-1-1 1 0 0,1 0-1 0 0,-1 0 1 0 0,0 0-1 0 0,1 0 0 0 0,-1 0 1 0 0,-1-1-1 0 0,1 0 1 0 0,0 0-1 0 0,0 0 0 0 0,-6 1 1 0 0,-2 2-13 0 0,-1-1 0 0 0,0-1 0 0 0,0-1 0 0 0,0 1 1 0 0,-17-1-1 0 0,13-2-573 0 0,0-1 1 0 0,-1 0 0 0 0,1-1-1 0 0,0-1 1 0 0,0-1 0 0 0,1 0-1 0 0,-24-10 1 0 0,21 6-1642 0 0,0-1 0 0 0,0-1 0 0 0,-19-14 0 0 0,-2-5-5557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47.1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198 269 3804 0 0,'-90'-195'20565'0'0,"78"169"-18943"0"0,0 2-1760 0 0,-2 4-4221 0 0,14 20 4122 0 0,-1-1 0 0 0,0 1 1 0 0,0-1-1 0 0,0 1 0 0 0,0-1 0 0 0,0 1 1 0 0,1 0-1 0 0,-1 0 0 0 0,0-1 0 0 0,0 1 0 0 0,0 0 1 0 0,0 0-1 0 0,0 0 0 0 0,0 0 0 0 0,0 0 1 0 0,0 0-1 0 0,-1 1 0 0 0,-2-1-782 0 0,-19 0-4447 0 0,-3 2-2877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47.2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301 1 476 0 0,'-109'21'7030'0'0,"-70"17"4006"0"0,167-31-10139 0 0,17-1-358 0 0,23 1-162 0 0,194 3-214 0 0,-112-9-1049 0 0,99 5-2790 0 0,-70-4-1909 0 0,-12-3-2382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47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5384 0 0,'20'6'2901'0'0,"-5"1"-657"0"0,-4-1-516 0 0,-1 0 788 0 0,8 1-311 0 0,-6-3-1733 0 0,-29-6-2949 0 0,-11 0-3667 0 0,7-2-281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48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519 174 408 0 0,'7'-4'785'0'0,"16"-13"2166"0"0,28-28 1 0 0,-46 40-2528 0 0,-1 1 0 0 0,1-1 0 0 0,-1 0 0 0 0,0-1 0 0 0,0 1 0 0 0,-1-1 0 0 0,0 0 1 0 0,0 0-1 0 0,0 0 0 0 0,0 0 0 0 0,2-12 0 0 0,-5 17-384 0 0,0 0 0 0 0,0 0 0 0 0,0 0 0 0 0,0 0 0 0 0,0 0-1 0 0,0 0 1 0 0,0 0 0 0 0,0 1 0 0 0,0-1 0 0 0,0 0 0 0 0,-1 0 0 0 0,1 0 0 0 0,0 0-1 0 0,-1 0 1 0 0,1 0 0 0 0,-1 0 0 0 0,1 0 0 0 0,-1 1 0 0 0,0-1 0 0 0,1 0 0 0 0,-1 0-1 0 0,0 1 1 0 0,1-1 0 0 0,-1 0 0 0 0,0 1 0 0 0,0-1 0 0 0,1 1 0 0 0,-1-1 0 0 0,0 1 0 0 0,0-1-1 0 0,0 1 1 0 0,0 0 0 0 0,0-1 0 0 0,-1 1 0 0 0,-2-1 10 0 0,1 0 1 0 0,-1 1 0 0 0,0-1-1 0 0,0 1 1 0 0,0 0-1 0 0,1 0 1 0 0,-6 0-1 0 0,-3 2 0 0 0,1 1 0 0 0,-1 0-1 0 0,0 0 1 0 0,1 1 0 0 0,0 1 0 0 0,-14 7-1 0 0,-60 41 78 0 0,70-44-104 0 0,-40 29 105 0 0,-88 77 1 0 0,111-84-101 0 0,1 1 0 0 0,2 1 0 0 0,-41 61-1 0 0,64-86-24 0 0,1 1-1 0 0,0-1 0 0 0,1 1 0 0 0,0 0 1 0 0,1 1-1 0 0,0-1 0 0 0,-4 18 0 0 0,7-25 6 0 0,-1 0-1 0 0,1 0 1 0 0,0 1-1 0 0,0-1 1 0 0,0 0-1 0 0,0 0 0 0 0,0 0 1 0 0,1 1-1 0 0,-1-1 1 0 0,0 0-1 0 0,1 0 1 0 0,0 0-1 0 0,0 0 0 0 0,-1 0 1 0 0,1 0-1 0 0,1 0 1 0 0,-1 0-1 0 0,0 0 1 0 0,0 0-1 0 0,1 0 1 0 0,-1-1-1 0 0,1 1 0 0 0,-1 0 1 0 0,1-1-1 0 0,0 0 1 0 0,-1 1-1 0 0,1-1 1 0 0,0 0-1 0 0,0 0 0 0 0,0 0 1 0 0,0 0-1 0 0,0 0 1 0 0,0 0-1 0 0,0-1 1 0 0,1 1-1 0 0,-1-1 1 0 0,0 1-1 0 0,4-1 0 0 0,7 1 17 0 0,0 0 1 0 0,1-1-1 0 0,-1 0 0 0 0,0-1 0 0 0,0-1 0 0 0,0 0 0 0 0,20-6 0 0 0,-8 0 22 0 0,0-2 0 0 0,42-21 0 0 0,-47 20 18 0 0,-1-2 0 0 0,0 0 0 0 0,-1-1 0 0 0,-1 0 0 0 0,0-2 0 0 0,-1 0 0 0 0,14-19 0 0 0,87-134 2504 0 0,-99 141-1808 0 0,4-6-138 0 0,-20 32-489 0 0,0 3-115 0 0,-1 1-12 0 0,0 0 0 0 0,1 0 0 0 0,-1-1-1 0 0,0 1 1 0 0,0 0 0 0 0,0 0 0 0 0,-1 0-1 0 0,1 0 1 0 0,0 0 0 0 0,-1 0 0 0 0,1 0 0 0 0,-1 0-1 0 0,0 1 1 0 0,1-1 0 0 0,-1 0 0 0 0,-1 4-1 0 0,-3 44 102 0 0,1-30-43 0 0,-27 243 274 0 0,13-126-816 0 0,16-96-1938 0 0,8-17-2001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48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48 3064 0 0,'23'-27'10094'0'0,"-13"15"-6326"0"0,-10 11-3536 0 0,0 1 0 0 0,4-5 1621 0 0,-4 5-1622 0 0,1 0 1 0 0,0-1 0 0 0,-1 1-1 0 0,1 0 1 0 0,-1-1 0 0 0,1 1-1 0 0,1-1 1 0 0,-1 4-194 0 0,-1-1 0 0 0,1 0 0 0 0,0 1 0 0 0,-1-1 1 0 0,0 0-1 0 0,1 1 0 0 0,-1-1 0 0 0,0 1 0 0 0,0-1 0 0 0,0 0 0 0 0,-1 1 1 0 0,1-1-1 0 0,0 1 0 0 0,-1-1 0 0 0,0 0 0 0 0,-1 4 0 0 0,-20 47 210 0 0,14-33-187 0 0,-3 7-535 0 0,-11 45 1 0 0,19-59-987 0 0,1 0 1 0 0,0 0 0 0 0,0 14 0 0 0,6-10-5207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49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1 177 2888 0 0,'9'-22'1887'0'0,"1"1"0"0"0,1 0-1 0 0,1 1 1 0 0,1 0 0 0 0,25-29 0 0 0,-36 47-1813 0 0,0 0 0 0 0,1 0 0 0 0,-1-1 0 0 0,1 2 0 0 0,0-1 0 0 0,-1 0 0 0 0,1 0 0 0 0,0 1 0 0 0,0 0 0 0 0,0 0 0 0 0,0-1 0 0 0,0 2 0 0 0,1-1 0 0 0,-1 0 0 0 0,0 1 0 0 0,0-1 0 0 0,0 1 0 0 0,1 0 0 0 0,-1 0 0 0 0,0 0 0 0 0,0 1 0 0 0,1-1 0 0 0,3 2 1 0 0,-2-1-31 0 0,-1 1 1 0 0,1 0 0 0 0,-1 0 0 0 0,1 1 0 0 0,-1-1 0 0 0,0 1 0 0 0,0 0 0 0 0,0 0 0 0 0,-1 0-1 0 0,1 1 1 0 0,-1-1 0 0 0,1 1 0 0 0,-1 0 0 0 0,5 8 0 0 0,-3-3 75 0 0,0 0 0 0 0,-1 0 0 0 0,0 0 0 0 0,-1 1 0 0 0,0 0 0 0 0,0-1 0 0 0,-1 1 0 0 0,0 0 0 0 0,-1 0-1 0 0,1 11 1 0 0,-2-7 51 0 0,-1 1-1 0 0,0 0 1 0 0,-1 0-1 0 0,-1 0 1 0 0,0-1-1 0 0,-7 17 1 0 0,-2 1 202 0 0,-3-1 1 0 0,0 0-1 0 0,-2-1 1 0 0,-1 0-1 0 0,-24 28 1 0 0,14-17 1528 0 0,29-44-1830 0 0,12-20-46 0 0,1 1-1 0 0,1 1 1 0 0,1 0 0 0 0,29-29 0 0 0,-24 27-1 0 0,189-203-77 0 0,-99 103 24 0 0,-104 113-7 0 0,-8 10 6 0 0,-14 14-3 0 0,10-8 31 0 0,-21 22 10 0 0,2 0-1 0 0,1 2 1 0 0,1 1 0 0 0,2 0-1 0 0,1 2 1 0 0,-25 58 0 0 0,40-81-2 0 0,0-1 0 0 0,1 1 0 0 0,1 0 0 0 0,-1 0 0 0 0,2 0 1 0 0,-1 0-1 0 0,1 17 0 0 0,1-23-4 0 0,0 0 1 0 0,0 0-1 0 0,1-1 1 0 0,0 1-1 0 0,0 0 1 0 0,0 0-1 0 0,0-1 0 0 0,0 1 1 0 0,1-1-1 0 0,0 1 1 0 0,-1-1-1 0 0,1 0 1 0 0,1 0-1 0 0,-1 0 1 0 0,0 0-1 0 0,1 0 1 0 0,-1 0-1 0 0,1 0 1 0 0,0-1-1 0 0,0 0 0 0 0,0 1 1 0 0,0-1-1 0 0,5 2 1 0 0,3 1-158 0 0,0-1 0 0 0,1 0 0 0 0,-1 0 0 0 0,1-2 0 0 0,0 1 0 0 0,0-1 0 0 0,0-1 0 0 0,24 0 1 0 0,100-14-3322 0 0,-126 12 3176 0 0,204-47-9337 0 0,-138 28 3270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49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74 3180 0 0,'-19'4'9302'0'0,"13"-3"-8973"0"0,-16 0 7547 0 0,19 0-6809 0 0,20-7-514 0 0,228-25 162 0 0,-41 7-4826 0 0,-164 14 705 0 0,-15 1-2423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49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37 1292 0 0,'-34'-36'12355'0'0,"22"43"-11523"0"0,11-6-790 0 0,1-1 0 0 0,-1 1 1 0 0,0-1-1 0 0,0 0 0 0 0,1 1 0 0 0,-1 0 1 0 0,0-1-1 0 0,1 1 0 0 0,-1 0 0 0 0,0-1 0 0 0,1 1 1 0 0,-1 0-1 0 0,1-1 0 0 0,-1 1 0 0 0,1 0 1 0 0,0 0-1 0 0,-1 0 0 0 0,1-1 0 0 0,0 1 1 0 0,-1 0-1 0 0,1 0 0 0 0,0 0 0 0 0,0 0 0 0 0,0 0 1 0 0,0 0-1 0 0,0 0 0 0 0,0 1 0 0 0,-35 200 3601 0 0,-6 39-2503 0 0,35-186-1756 0 0,2 0 0 0 0,4 76 0 0 0,7-79-2690 0 0,3-20-2447 0 0,1-10-1380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50.1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195 152 32 0 0,'82'-117'12444'0'0,"-60"89"-10323"0"0,-22 27-2081 0 0,0 1-1 0 0,0 0 1 0 0,0-1-1 0 0,1 1 1 0 0,-1 0-1 0 0,0-1 0 0 0,0 1 1 0 0,0 0-1 0 0,1-1 1 0 0,-1 1-1 0 0,0 0 1 0 0,0 0-1 0 0,1-1 0 0 0,-1 1 1 0 0,0 0-1 0 0,1 0 1 0 0,-1 0-1 0 0,0-1 1 0 0,1 1-1 0 0,-1 0 1 0 0,0 0-1 0 0,1 0 0 0 0,-1 0 1 0 0,1 0-1 0 0,-1-1 1 0 0,0 1-1 0 0,1 0 1 0 0,-1 0-1 0 0,0 0 0 0 0,1 0 1 0 0,0 0-1 0 0,2 12 616 0 0,-5 16 217 0 0,-7 16 329 0 0,-2-1 0 0 0,-27 66-1 0 0,4-15-430 0 0,-100 289 424 0 0,97-283-336 0 0,36-97-542 0 0,-1-18-236 0 0,4 2-49 0 0,2 1 0 0 0,-1-1 0 0 0,2 1 0 0 0,0-1 0 0 0,0 2-1 0 0,1-1 1 0 0,9-14 0 0 0,-9 16-33 0 0,3-6-21 0 0,1 1-1 0 0,0 1 1 0 0,1-1 0 0 0,1 2-1 0 0,0-1 1 0 0,0 2 0 0 0,2 0-1 0 0,-1 0 1 0 0,21-12 0 0 0,-28 20 13 0 0,-1 0 0 0 0,2 1 0 0 0,-1 0 0 0 0,0 0 1 0 0,1 1-1 0 0,-1 0 0 0 0,1 0 0 0 0,0 0 0 0 0,0 1 0 0 0,-1 0 0 0 0,1 0 0 0 0,0 1 1 0 0,0-1-1 0 0,0 2 0 0 0,0-1 0 0 0,0 1 0 0 0,0 0 0 0 0,0 0 0 0 0,-1 1 1 0 0,1 0-1 0 0,0 0 0 0 0,-1 1 0 0 0,0 0 0 0 0,1 0 0 0 0,-1 0 0 0 0,9 7 1 0 0,-7-4 90 0 0,0 1 0 0 0,-1 1 0 0 0,0-1 1 0 0,0 1-1 0 0,0 0 0 0 0,-1 1 1 0 0,0-1-1 0 0,-1 1 0 0 0,0 0 1 0 0,0 1-1 0 0,-1-1 0 0 0,0 1 1 0 0,-1 0-1 0 0,0 0 0 0 0,0 0 1 0 0,-1 1-1 0 0,-1-1 0 0 0,0 0 1 0 0,0 1-1 0 0,-1-1 0 0 0,-1 16 1 0 0,0-13 264 0 0,-1 1 0 0 0,0-1 1 0 0,-1 1-1 0 0,0-1 1 0 0,-1 0-1 0 0,-1 0 1 0 0,0-1-1 0 0,0 1 1 0 0,-1-1-1 0 0,-1 0 1 0 0,0 0-1 0 0,-1-1 1 0 0,0 0-1 0 0,-1-1 1 0 0,-19 19-1 0 0,19-21-291 0 0,-1-1 0 0 0,0 0 0 0 0,0-1 0 0 0,-1 0 0 0 0,1-1 0 0 0,-1 0 0 0 0,-1-1 0 0 0,1 0-1 0 0,0 0 1 0 0,-1-1 0 0 0,0-1 0 0 0,0 0 0 0 0,0-1 0 0 0,0 0 0 0 0,0 0 0 0 0,0-2 0 0 0,0 1 0 0 0,0-2 0 0 0,0 1 0 0 0,1-2-1 0 0,-1 1 1 0 0,0-2 0 0 0,1 0 0 0 0,0 0 0 0 0,0-1 0 0 0,-18-10 0 0 0,16 8-55 0 0,-39-27 0 0 0,50 33-129 0 0,1 0-1 0 0,0 1 1 0 0,-1-1 0 0 0,1 0-1 0 0,0 0 1 0 0,0 0 0 0 0,0 0-1 0 0,0 0 1 0 0,0 0 0 0 0,0-1 0 0 0,0 1-1 0 0,1 0 1 0 0,-1 0 0 0 0,0-1-1 0 0,0 1 1 0 0,1 0 0 0 0,-1-1-1 0 0,1 1 1 0 0,0-1 0 0 0,-1 1-1 0 0,1-2 1 0 0,0 2-218 0 0,0-1-1 0 0,1 1 1 0 0,-1 0-1 0 0,1 0 1 0 0,-1-1-1 0 0,1 1 1 0 0,-1 0-1 0 0,1 0 1 0 0,0 0-1 0 0,0 0 1 0 0,-1 0-1 0 0,1 0 1 0 0,0 0-1 0 0,0 0 1 0 0,0 0-1 0 0,0 1 1 0 0,0-1-1 0 0,3-1 1 0 0,4-2-1799 0 0,1-1-1 0 0,0 2 1 0 0,0-1-1 0 0,0 1 1 0 0,9-1 0 0 0,3-1-5892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50.3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 1436 0 0,'2'-1'3472'0'0,"2"0"-2583"0"0,32-6 14106 0 0,-20 9-11410 0 0,-15-1-3409 0 0,0 0 0 0 0,0 1 0 0 0,0-1 0 0 0,0 0 1 0 0,0 1-1 0 0,0 0 0 0 0,0-1 0 0 0,0 1 0 0 0,-1-1 0 0 0,1 1 0 0 0,0 0 0 0 0,-1 0 0 0 0,0-1 1 0 0,1 1-1 0 0,-1 0 0 0 0,0 0 0 0 0,0 2 0 0 0,1 0 342 0 0,2 20 164 0 0,-1-1 1 0 0,-1 0-1 0 0,-1 1 0 0 0,-5 33 0 0 0,-22 93-249 0 0,7-50-1949 0 0,13-67-636 0 0,-1 9-2383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50.8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49 177 3416 0 0,'0'-2'166'0'0,"57"-170"16823"0"0,-56 169-16215 0 0,1 4-700 0 0,0-1 0 0 0,0 0 0 0 0,0 1 0 0 0,0-1 1 0 0,0 1-1 0 0,0 0 0 0 0,0 0 0 0 0,0 0 0 0 0,0 0 1 0 0,0 0-1 0 0,0 0 0 0 0,0 0 0 0 0,-1 1 0 0 0,1-1 1 0 0,0 1-1 0 0,-1-1 0 0 0,2 3 0 0 0,25 35 384 0 0,-14-18-241 0 0,6 5-116 0 0,2-2 1 0 0,0 0-1 0 0,2-2 1 0 0,0 0 0 0 0,2-2-1 0 0,0 0 1 0 0,1-2-1 0 0,1-1 1 0 0,0-2-1 0 0,1 0 1 0 0,1-2-1 0 0,0-1 1 0 0,1-2-1 0 0,0-1 1 0 0,1-1-1 0 0,54 6 1 0 0,-74-13-77 0 0,-1 0 0 0 0,1-1 0 0 0,-1-1-1 0 0,1 0 1 0 0,-1 0 0 0 0,0-1 0 0 0,1-1 0 0 0,-1 0 0 0 0,16-6 0 0 0,-19 5-27 0 0,0 0 0 0 0,0-1 0 0 0,-1 0 0 0 0,1 0-1 0 0,-1 0 1 0 0,0-1 0 0 0,-1 0 0 0 0,1-1 0 0 0,-1 1 0 0 0,-1-1 0 0 0,1 0 0 0 0,7-14 0 0 0,8-18 491 0 0,18-49 1 0 0,-38 86-187 0 0,-8 16-210 0 0,3-8-75 0 0,-11 32 337 0 0,2 1-1 0 0,-8 42 1 0 0,5-19 48 0 0,-75 295 1371 0 0,-27 92 75 0 0,59-274-1291 0 0,47-145-452 0 0,-2-2 0 0 0,-1 1-1 0 0,-31 45 1 0 0,37-63-106 0 0,0 0 0 0 0,-1-1 0 0 0,0 0 0 0 0,-1-1 0 0 0,0 0 0 0 0,0 0 0 0 0,-1-1 0 0 0,0-1 0 0 0,0 0 0 0 0,-1-1 0 0 0,0 0 0 0 0,0-1 0 0 0,0 0 0 0 0,-1-1 0 0 0,0-1 0 0 0,0 0 0 0 0,0 0 0 0 0,-24 0 0 0 0,23-3 0 0 0,-1-1 0 0 0,1 0 0 0 0,0 0 0 0 0,0-2 0 0 0,0 0 0 0 0,0 0 0 0 0,1-2 0 0 0,-1 0 0 0 0,1 0 0 0 0,0-2 0 0 0,0 1 0 0 0,1-2 0 0 0,0 0 0 0 0,0 0 0 0 0,1-1 0 0 0,0-1 0 0 0,-13-14 0 0 0,21 20-86 0 0,0 0-1 0 0,1-1 1 0 0,0 1-1 0 0,-1-1 1 0 0,1 0 0 0 0,1 0-1 0 0,-1 0 1 0 0,1 0-1 0 0,0-1 1 0 0,0 1 0 0 0,0-1-1 0 0,1 1 1 0 0,-2-12-1 0 0,3 9-189 0 0,0 0 0 0 0,1 0 0 0 0,0 0 0 0 0,0 0 1 0 0,0 0-1 0 0,1 0 0 0 0,0 1 0 0 0,1-1 0 0 0,3-8 0 0 0,4-2-432 0 0,0-1 0 0 0,1 1 0 0 0,1 1 0 0 0,1 0 0 0 0,0 1 0 0 0,28-26 0 0 0,-1 6-2118 0 0,46-31 0 0 0,3 6-4482 0 0,-27 20-1170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51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131 153 1140 0 0,'-118'-23'19767'0'0,"115"22"-18570"0"0,-6 0-305 0 0,8-1-357 0 0,14-5-201 0 0,25-5-294 0 0,32-4-47 0 0,72-7 0 0 0,-92 15-401 0 0,15 0-767 0 0,43-7-2570 0 0,-92 11 1763 0 0,0 0-1 0 0,19-8 0 0 0,-19 4-2198 0 0,0-1-1849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51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39 2552 0 0,'-69'-37'15027'0'0,"67"36"-14116"0"0,1 1-821 0 0,-1 0 1 0 0,1 1 0 0 0,0-1 0 0 0,0 1-1 0 0,0-1 1 0 0,0 1 0 0 0,0-1 0 0 0,0 1-1 0 0,0 0 1 0 0,0 0 0 0 0,0-1 0 0 0,0 1 0 0 0,0 0-1 0 0,0 0 1 0 0,1 0 0 0 0,-1 0 0 0 0,0 0-1 0 0,1 0 1 0 0,-1 0 0 0 0,0 0 0 0 0,1 0-1 0 0,-1 0 1 0 0,1 2 0 0 0,-11 31 1310 0 0,10-32-1323 0 0,-11 60 354 0 0,2 1-1 0 0,3 0 0 0 0,2 0 0 0 0,4 0 1 0 0,9 96-1 0 0,-6-139-1264 0 0,1 1 1 0 0,8 27-1 0 0,6-6-2492 0 0,-15-37 2064 0 0,2 0 1 0 0,-1 0-1 0 0,0 0 1 0 0,1 0-1 0 0,6 5 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51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255 200 1588 0 0,'26'-29'3781'0'0,"-6"6"425"0"0,-1 0 1 0 0,31-52 0 0 0,-20 25 1779 0 0,-35 51-5908 0 0,0 0 1 0 0,1-1-1 0 0,-1 2 0 0 0,1-1 1 0 0,-1 0-1 0 0,1 1 0 0 0,-1 0 1 0 0,1 0-1 0 0,0 0 0 0 0,-7 5 1 0 0,-39 33 301 0 0,37-30-270 0 0,-36 32 251 0 0,-66 69-1 0 0,102-96-342 0 0,0 0-1 0 0,1 2 1 0 0,0-1 0 0 0,1 2-1 0 0,1-1 1 0 0,1 1 0 0 0,0 1-1 0 0,-11 38 1 0 0,18-50 2 0 0,0 1-1 0 0,1 0 1 0 0,0 0-1 0 0,0 0 1 0 0,0 0-1 0 0,1 0 1 0 0,1 1-1 0 0,-1-1 1 0 0,1 0-1 0 0,1 0 1 0 0,-1 0 0 0 0,1-1-1 0 0,1 1 1 0 0,0 0-1 0 0,0-1 1 0 0,0 1-1 0 0,1-1 1 0 0,0 0-1 0 0,0 0 1 0 0,1-1-1 0 0,-1 1 1 0 0,2-1-1 0 0,-1 0 1 0 0,1 0-1 0 0,0-1 1 0 0,0 0 0 0 0,0 0-1 0 0,1 0 1 0 0,0 0-1 0 0,0-1 1 0 0,0-1-1 0 0,8 4 1 0 0,9 3 23 0 0,1-1-1 0 0,0-1 1 0 0,1-2 0 0 0,0 0 0 0 0,0-2 0 0 0,0 0 0 0 0,36-1-1 0 0,-50-4-62 0 0,0 0-1 0 0,1 0 0 0 0,-1-2 1 0 0,13-3-1 0 0,-15 4 2 0 0,-7 1-41 0 0,14-7-1848 0 0,-8 4 918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52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40 848 0 0,'33'-23'12027'0'0,"-21"16"-8755"0"0,-11 6-3104 0 0,0 1 1 0 0,-1-1 0 0 0,1 0-1 0 0,0 1 1 0 0,-1-1 0 0 0,1 1-1 0 0,0-1 1 0 0,0 1 0 0 0,-1-1-1 0 0,1 1 1 0 0,0 0 0 0 0,0-1-1 0 0,0 1 1 0 0,0 0 0 0 0,1 0-1 0 0,-2-1-83 0 0,1 1-1 0 0,-1 0 0 0 0,1 0 0 0 0,-1 0 0 0 0,1-1 0 0 0,-1 1 0 0 0,0 0 0 0 0,1 0 0 0 0,-1 0 1 0 0,1 0-1 0 0,-1 0 0 0 0,1 0 0 0 0,-1 0 0 0 0,1 0 0 0 0,-1 0 0 0 0,1 0 0 0 0,-1 0 1 0 0,1 0-1 0 0,-1 1 0 0 0,0-1 0 0 0,1 0 0 0 0,-1 0 0 0 0,1 0 0 0 0,-1 0 0 0 0,1 1 0 0 0,-1-1 1 0 0,0 0-1 0 0,1 1 0 0 0,-1-1 0 0 0,0 0 0 0 0,1 1 0 0 0,-1-1 0 0 0,1 1 0 0 0,0 10 416 0 0,-1 0 1 0 0,0 1-1 0 0,-1-1 0 0 0,0 0 0 0 0,0 0 0 0 0,-4 12 0 0 0,-22 71 574 0 0,13-51-722 0 0,-27 79 319 0 0,5-17-1214 0 0,17-35-3194 0 0,15-50 164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52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0 257 2548 0 0,'19'-151'20503'0'0,"-18"149"-20424"0"0,0 0 1 0 0,-1 0-1 0 0,1 0 1 0 0,0-1-1 0 0,0 1 1 0 0,0 0 0 0 0,1 0-1 0 0,-1 0 1 0 0,0 1-1 0 0,1-1 1 0 0,-1 0-1 0 0,1 0 1 0 0,0 1-1 0 0,-1-1 1 0 0,1 1-1 0 0,0-1 1 0 0,0 1-1 0 0,0 0 1 0 0,0 0-1 0 0,0 0 1 0 0,4-1-1 0 0,5-2-38 0 0,1 0 0 0 0,-1 1 0 0 0,14-1 0 0 0,-11 1 83 0 0,249-33 264 0 0,-155 23-376 0 0,-105 13-37 0 0,0 0-67 0 0,-3 0 85 0 0,1 0-1 0 0,0 0 1 0 0,0 0 0 0 0,-1 1-1 0 0,1-1 1 0 0,0 0 0 0 0,-1 0-1 0 0,1 0 1 0 0,0 1 0 0 0,-1-1-1 0 0,1 0 1 0 0,0 0 0 0 0,-1 1 0 0 0,1-1-1 0 0,0 1 1 0 0,-1-1 0 0 0,1 1-1 0 0,-1-1 1 0 0,1 1 0 0 0,-1-1-1 0 0,1 2 1 0 0,-1-1 1 0 0,0 0 0 0 0,1 0 0 0 0,-1 0 0 0 0,0 0 0 0 0,0 0 0 0 0,0 0 0 0 0,-1 0 0 0 0,1 0 0 0 0,0 0-1 0 0,0 0 1 0 0,0 0 0 0 0,-1 0 0 0 0,1 0 0 0 0,-1 0 0 0 0,1 0 0 0 0,-1 0 0 0 0,1-1 0 0 0,-1 1 0 0 0,0 1 0 0 0,-20 28-10 0 0,-1-2 1 0 0,-1-1-1 0 0,-28 26 1 0 0,11-12-2 0 0,24-24 4 0 0,-276 308 741 0 0,277-308-648 0 0,11-12 26 0 0,-1 0 0 0 0,1 0 0 0 0,0 0 0 0 0,0 1 0 0 0,-5 10 0 0 0,9-15-91 0 0,0-1 1 0 0,0 1-1 0 0,0-1 1 0 0,0 1-1 0 0,1-1 0 0 0,-1 1 1 0 0,0-1-1 0 0,1 1 1 0 0,-1-1-1 0 0,0 0 0 0 0,1 1 1 0 0,-1-1-1 0 0,0 1 1 0 0,1-1-1 0 0,-1 0 0 0 0,1 0 1 0 0,-1 1-1 0 0,1-1 1 0 0,-1 0-1 0 0,0 0 0 0 0,1 1 1 0 0,-1-1-1 0 0,1 0 1 0 0,-1 0-1 0 0,1 0 0 0 0,0 0 1 0 0,-1 0-1 0 0,1 0 1 0 0,-1 0-1 0 0,1 0 0 0 0,-1 0 1 0 0,1 0-1 0 0,-1 0 1 0 0,1 0-1 0 0,-1 0 0 0 0,1 0 1 0 0,18 0 124 0 0,4-2-98 0 0,-1-1 0 0 0,0-1 1 0 0,-1-1-1 0 0,34-11 0 0 0,79-40-1267 0 0,-100 41 675 0 0,222-87-5735 0 0,-84 39-2877 0 0,-95 35 1426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52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50 564 0 0,'-14'-21'14017'0'0,"9"17"-11915"0"0,4 3-1802 0 0,1 1 1 0 0,-1-1-1 0 0,1 0 0 0 0,0 0 1 0 0,-1 0-1 0 0,1 1 0 0 0,-1-1 0 0 0,1 0 1 0 0,0 0-1 0 0,0 0 0 0 0,-1 0 0 0 0,1 0 1 0 0,0 0-1 0 0,0 1 0 0 0,0-1 1 0 0,0-2-1 0 0,1 2-275 0 0,0 1 1 0 0,-1-1 0 0 0,1 1-1 0 0,0-1 1 0 0,0 1-1 0 0,-1-1 1 0 0,1 1 0 0 0,0-1-1 0 0,0 1 1 0 0,0 0-1 0 0,0-1 1 0 0,0 1 0 0 0,0 0-1 0 0,-1 0 1 0 0,1-1-1 0 0,0 1 1 0 0,0 0 0 0 0,0 0-1 0 0,0 0 1 0 0,0 0 0 0 0,0 1-1 0 0,2-1 1 0 0,199 1-257 0 0,-104-2-6328 0 0,-67-1-6624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52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1 2120 0 0,'-38'12'3762'0'0,"23"-7"-1550"0"0,0 0 1 0 0,0 0-1 0 0,-23 14 0 0 0,36-18-1678 0 0,21 5 300 0 0,0-4-641 0 0,-1 0 0 0 0,0-1 1 0 0,1 0-1 0 0,35-5 0 0 0,-32 2-173 0 0,150-14-2686 0 0,-58 0-3102 0 0,-42 5-479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53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689 587 1576 0 0,'-2'-2'3174'0'0,"-3"-6"360"0"0,-10-17 5726 0 0,9 6-6193 0 0,6 18-2961 0 0,0-1 0 0 0,0 0 0 0 0,0 1 0 0 0,1-1-1 0 0,-1 0 1 0 0,0 1 0 0 0,1-1 0 0 0,-1 0 0 0 0,1 1 0 0 0,-1-1-1 0 0,1 1 1 0 0,0-1 0 0 0,0 1 0 0 0,0-1 0 0 0,1-1 0 0 0,18-20 281 0 0,-14 17-234 0 0,19-22 31 0 0,-1-1 1 0 0,-1-1 0 0 0,35-63-1 0 0,-47 73-164 0 0,-2-1 1 0 0,-1 0-1 0 0,0 0 0 0 0,-1 0 1 0 0,-2-1-1 0 0,0 0 0 0 0,3-44 1 0 0,-7 54 2 0 0,0 7-17 0 0,-1-1 1 0 0,1 1 0 0 0,-1-1-1 0 0,-1 1 1 0 0,1 0-1 0 0,-1-1 1 0 0,0 1 0 0 0,0 0-1 0 0,0-1 1 0 0,-3-5 0 0 0,3 10-6 0 0,0 0 0 0 0,0 1 0 0 0,0-1 0 0 0,0 1 0 0 0,0-1 0 0 0,0 1 0 0 0,0 0 0 0 0,0-1 1 0 0,0 1-1 0 0,0 0 0 0 0,-1 0 0 0 0,1 0 0 0 0,0 0 0 0 0,0 0 0 0 0,0 0 0 0 0,-2 0 1 0 0,2 0-1 0 0,-2 1 0 0 0,-1-1 0 0 0,1 1 0 0 0,0-1 0 0 0,-1 1 0 0 0,1 0 0 0 0,0 1 0 0 0,0-1 0 0 0,0 0 0 0 0,0 1 0 0 0,0 0 0 0 0,0-1 0 0 0,1 1 0 0 0,-5 4 0 0 0,-32 35 37 0 0,31-32-24 0 0,-22 28 8 0 0,1 1 0 0 0,-32 58 0 0 0,-38 90 41 0 0,89-165-62 0 0,-194 462 88 0 0,40 16 27 0 0,149-449-111 0 0,-12 43 96 0 0,16-49 1011 0 0,-2 0 1 0 0,-28 63-1 0 0,41-106-1073 0 0,0 0 0 0 0,-1-1 1 0 0,1 1-1 0 0,0 0 0 0 0,0-1 1 0 0,-1 1-1 0 0,1 0 0 0 0,0-1 1 0 0,-1 1-1 0 0,1 0 0 0 0,-1-1 1 0 0,1 1-1 0 0,-1-1 0 0 0,1 1 0 0 0,-1-1 1 0 0,1 1-1 0 0,-1-1 0 0 0,0 1 1 0 0,1-1-1 0 0,-1 0 0 0 0,1 1 1 0 0,-1-1-1 0 0,0 0 0 0 0,1 0 1 0 0,-1 1-1 0 0,0-1 0 0 0,0 0 0 0 0,1 0 1 0 0,-1 0-1 0 0,0 0 0 0 0,1 0 1 0 0,-1 0-1 0 0,0 0 0 0 0,0 0 1 0 0,1 0-1 0 0,-1 0 0 0 0,0 0 1 0 0,0 0-1 0 0,1-1 0 0 0,-1 1 0 0 0,0 0 1 0 0,1 0-1 0 0,-1-1 0 0 0,0 1 1 0 0,1-1-1 0 0,-2 0 0 0 0,0-1-11 0 0,0 0 0 0 0,0 0 0 0 0,0-1 0 0 0,0 1 0 0 0,0 0 0 0 0,0-1 0 0 0,1 0 0 0 0,-2-3 0 0 0,-1-4 4 0 0,1 0 0 0 0,0 0 0 0 0,1 0 0 0 0,0-1 0 0 0,1 1 0 0 0,0-1 0 0 0,1 1-1 0 0,1-14 1 0 0,2-5 11 0 0,10-50 0 0 0,-5 48-41 0 0,1-1 0 0 0,1 1 0 0 0,2 1 0 0 0,2 0 0 0 0,0 1 1 0 0,2 0-1 0 0,1 1 0 0 0,2 1 0 0 0,39-45 0 0 0,-34 45 16 0 0,3 2 0 0 0,0 0 1 0 0,1 2-1 0 0,1 1 0 0 0,1 1 0 0 0,1 2 0 0 0,1 1 1 0 0,53-22-1 0 0,-66 33-38 0 0,0 0 1 0 0,0 2-1 0 0,0 0 1 0 0,1 1-1 0 0,-1 1 1 0 0,35 0-1 0 0,-46 3-5 0 0,1 0-1 0 0,-1 1 0 0 0,1 1 1 0 0,-1-1-1 0 0,1 1 0 0 0,-1 1 1 0 0,14 6-1 0 0,-16-7 4 0 0,-1 1 0 0 0,0 0 0 0 0,-1 0-1 0 0,1 1 1 0 0,-1-1 0 0 0,1 1 0 0 0,-1 0 0 0 0,0 1 0 0 0,-1-1 0 0 0,1 0 0 0 0,-1 1-1 0 0,5 8 1 0 0,-6-9 18 0 0,-1 0-1 0 0,0 0 0 0 0,0 0 0 0 0,0-1 1 0 0,0 1-1 0 0,0 0 0 0 0,-1 0 0 0 0,0 0 0 0 0,0 0 1 0 0,0 0-1 0 0,0 0 0 0 0,-1 0 0 0 0,0 0 1 0 0,1 0-1 0 0,-1 0 0 0 0,-1 0 0 0 0,1 0 1 0 0,0-1-1 0 0,-1 1 0 0 0,0-1 0 0 0,-3 5 1 0 0,-3 5-2 0 0,0 0 1 0 0,-2-1 0 0 0,1 0 0 0 0,-16 14 0 0 0,-11 7 12 0 0,-2 0 0 0 0,-2-3 0 0 0,-1-1 0 0 0,-1-2 0 0 0,-1-2 0 0 0,-1-2 0 0 0,-1-2 0 0 0,-67 21 0 0 0,108-40-5 0 0,0 0 0 0 0,-1 0 1 0 0,1-1-1 0 0,-1 0 0 0 0,0 0 0 0 0,0 0 1 0 0,1-1-1 0 0,-1 0 0 0 0,0 0 0 0 0,0 0 0 0 0,1 0 1 0 0,-1-1-1 0 0,0 1 0 0 0,1-1 0 0 0,-9-3 0 0 0,13 4-3 0 0,-1-1-1 0 0,0 1 0 0 0,1-1 0 0 0,-1 1 0 0 0,1-1 1 0 0,-1 1-1 0 0,1-1 0 0 0,-1 0 0 0 0,1 1 1 0 0,-1-1-1 0 0,1 0 0 0 0,0 1 0 0 0,-1-1 0 0 0,1 0 1 0 0,0 0-1 0 0,0 1 0 0 0,-1-1 0 0 0,1 0 1 0 0,0 0-1 0 0,0 1 0 0 0,0-1 0 0 0,0 0 0 0 0,0 0 1 0 0,0 0-1 0 0,0 1 0 0 0,0-1 0 0 0,0-1 1 0 0,1 2-1 0 0,-1-1 0 0 0,0 1 0 0 0,1-1 0 0 0,-1 1 0 0 0,0-1 0 0 0,1 1 0 0 0,-1-1 0 0 0,1 1 0 0 0,-1 0 0 0 0,0-1 0 0 0,1 1 0 0 0,-1 0 0 0 0,1-1 0 0 0,-1 1 1 0 0,1 0-1 0 0,0-1 0 0 0,-1 1 0 0 0,1 0 0 0 0,-1 0 0 0 0,1 0 0 0 0,-1 0 0 0 0,2-1 0 0 0,1 1-4 0 0,0 0 1 0 0,0 0-1 0 0,0 0 1 0 0,0 1-1 0 0,1-1 0 0 0,-1 1 1 0 0,5 1-1 0 0,7 3 13 0 0,0 1-1 0 0,-1 1 1 0 0,1 0-1 0 0,-1 0 1 0 0,0 2-1 0 0,-1 0 1 0 0,17 14-1 0 0,82 85-1225 0 0,-67-61-959 0 0,-16-17 84 0 0,33 31-3570 0 0,-18-24-2783 0 0,-22-22 839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53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4 125 304 0 0,'41'-125'24300'0'0,"-34"177"-21934"0"0,-30 283-2149 0 0,5-141-8287 0 0,13-131 1521 0 0,-1-1-3615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55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310 254 1816 0 0,'6'-16'2743'0'0,"-1"0"0"0"0,5-30 0 0 0,-5 16-620 0 0,-1-60 0 0 0,-8 58-1511 0 0,4 30-595 0 0,-1 1 1 0 0,1-1-1 0 0,-1 1 1 0 0,0 0-1 0 0,1-1 1 0 0,-1 1-1 0 0,0 0 1 0 0,0 0-1 0 0,0-1 1 0 0,0 1-1 0 0,0 0 0 0 0,0 0 1 0 0,0 0-1 0 0,0 0 1 0 0,-1 0-1 0 0,1 0 1 0 0,0 1-1 0 0,-2-2 1 0 0,1 2-15 0 0,1 0 0 0 0,0 0 0 0 0,0 0 0 0 0,0 0 0 0 0,0 0 0 0 0,0 0 0 0 0,0 0 0 0 0,0 0 0 0 0,0 1 0 0 0,0-1 0 0 0,0 0 0 0 0,0 1 0 0 0,0-1 0 0 0,0 1 0 0 0,0-1 0 0 0,0 1 0 0 0,0-1 0 0 0,0 1 0 0 0,0 0 0 0 0,-1 1 5 0 0,-8 4 4 0 0,1 0-1 0 0,0 1 0 0 0,0 1 0 0 0,1 0 0 0 0,0 0 0 0 0,0 0 0 0 0,1 1 1 0 0,-7 10-1 0 0,-5 5 11 0 0,-16 19 39 0 0,-50 80-1 0 0,74-103-48 0 0,0 0 0 0 0,1 1-1 0 0,1 0 1 0 0,2 0 0 0 0,0 1 0 0 0,-9 43-1 0 0,16-59-8 0 0,-1 0-1 0 0,1-1 0 0 0,-1 1 0 0 0,2 0 1 0 0,-1-1-1 0 0,1 1 0 0 0,-1 0 0 0 0,2-1 1 0 0,-1 1-1 0 0,3 7 0 0 0,-2-10 0 0 0,-1 0-1 0 0,1-1 0 0 0,-1 1 1 0 0,1 0-1 0 0,0-1 0 0 0,0 1 0 0 0,0-1 1 0 0,1 1-1 0 0,-1-1 0 0 0,1 0 1 0 0,-1 0-1 0 0,1 0 0 0 0,0 0 1 0 0,-1-1-1 0 0,1 1 0 0 0,0-1 1 0 0,0 0-1 0 0,0 1 0 0 0,5 0 1 0 0,-2-1 0 0 0,-1 0 1 0 0,0 0-1 0 0,1 0 0 0 0,-1-1 1 0 0,1 1-1 0 0,-1-1 1 0 0,1-1-1 0 0,-1 1 1 0 0,1-1-1 0 0,-1 0 1 0 0,0 0-1 0 0,1-1 0 0 0,6-2 1 0 0,-5 1-10 0 0,1-1 1 0 0,-2 0-1 0 0,1-1 1 0 0,0 1-1 0 0,-1-1 0 0 0,0-1 1 0 0,0 1-1 0 0,7-8 1 0 0,4-10 33 0 0,0-1 0 0 0,-1-1 1 0 0,-2 0-1 0 0,12-27 1 0 0,-16 32 72 0 0,21-41 414 0 0,-30 59-349 0 0,3 7-61 0 0,-4-5-100 0 0,0 1-1 0 0,1-1 1 0 0,-1 0-1 0 0,0 0 1 0 0,1 1 0 0 0,-1-1-1 0 0,0 0 1 0 0,0 0-1 0 0,1 1 1 0 0,-1-1-1 0 0,0 0 1 0 0,0 0-1 0 0,1 1 1 0 0,-1-1-1 0 0,0 0 1 0 0,0 1-1 0 0,0-1 1 0 0,0 0-1 0 0,0 1 1 0 0,1-1-1 0 0,-1 1 1 0 0,0-1 0 0 0,0 0-1 0 0,0 1 1 0 0,0-1-1 0 0,0 0 1 0 0,0 1-1 0 0,0-1 1 0 0,0 0-1 0 0,0 1 1 0 0,0-1-1 0 0,-1 1 1 0 0,-23 153 661 0 0,1-8-451 0 0,21-128-664 0 0,1-1 1 0 0,1 1 0 0 0,0 0 0 0 0,4 20 0 0 0,-2-26-1130 0 0,1-1 1 0 0,0 1-1 0 0,0-1 1 0 0,6 12-1 0 0,0-1-3550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55.3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13 173 2308 0 0,'12'-58'7822'0'0,"-8"49"-7040"0"0,-1-1 0 0 0,1 1 0 0 0,0 0 0 0 0,6-10 0 0 0,-7 15-675 0 0,0 0-1 0 0,0 0 1 0 0,0 0 0 0 0,0 0 0 0 0,1 0 0 0 0,-1 1 0 0 0,1-1 0 0 0,0 1 0 0 0,0 0 0 0 0,1 0 0 0 0,-1 0-1 0 0,0 1 1 0 0,1 0 0 0 0,0 0 0 0 0,-1 0 0 0 0,1 0 0 0 0,0 1 0 0 0,0-1 0 0 0,0 1 0 0 0,0 1-1 0 0,0-1 1 0 0,8 1 0 0 0,-8-1-67 0 0,0 2 0 0 0,1-1 0 0 0,-1 1 0 0 0,1 0 0 0 0,-1 0 0 0 0,0 0 0 0 0,1 1 0 0 0,-1 0 0 0 0,0 0 0 0 0,9 5 0 0 0,-11-5 32 0 0,0 1 0 0 0,0-1 1 0 0,0 0-1 0 0,-1 1 1 0 0,1 0-1 0 0,-1-1 0 0 0,1 1 1 0 0,-1 0-1 0 0,0 0 1 0 0,0 1-1 0 0,0-1 0 0 0,-1 0 1 0 0,1 1-1 0 0,-1-1 0 0 0,0 1 1 0 0,0-1-1 0 0,0 1 1 0 0,1 6-1 0 0,-2-2 72 0 0,0 1 0 0 0,0-1 0 0 0,-1 0 1 0 0,0 0-1 0 0,0 0 0 0 0,-1 0 0 0 0,0 0 0 0 0,-1-1 0 0 0,1 1 0 0 0,-2 0 1 0 0,1-1-1 0 0,-1 0 0 0 0,-5 8 0 0 0,-9 12 444 0 0,-42 48 0 0 0,43-55-373 0 0,5-5-63 0 0,-107 119 614 0 0,117-132-715 0 0,19 0-25 0 0,-8-3-42 0 0,1 0-1 0 0,-1-1 0 0 0,0 0 0 0 0,0-1 0 0 0,0 0 0 0 0,0-1 0 0 0,13-7 1 0 0,9-3-292 0 0,247-109-5780 0 0,-105 43-1861 0 0,-102 48 2115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55.8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196 121 1200 0 0,'-42'-106'14165'0'0,"35"91"-11379"0"0,14 32-2737 0 0,0 1 0 0 0,-2-1 0 0 0,0 1 0 0 0,-1 0 0 0 0,-1 1 0 0 0,0-1 0 0 0,-1 0 0 0 0,-2 30 1 0 0,-1-34 26 0 0,0 0 0 0 0,-2 0 0 0 0,1-1 1 0 0,-2 1-1 0 0,0-1 0 0 0,0 0 1 0 0,-1 0-1 0 0,-1 0 0 0 0,0-1 1 0 0,-1 0-1 0 0,-15 21 0 0 0,2-8 754 0 0,-2-1-1 0 0,-43 38 1 0 0,62-60-258 0 0,1-3-438 0 0,2 1-129 0 0,-1-1 0 0 0,1 1 1 0 0,0 0-1 0 0,-1-1 0 0 0,1 1 0 0 0,0-1 1 0 0,-1 1-1 0 0,1 0 0 0 0,0-1 0 0 0,-1 1 1 0 0,1-1-1 0 0,0 1 0 0 0,0-1 0 0 0,0 1 1 0 0,-1-1-1 0 0,1 1 0 0 0,0-1 0 0 0,0 1 1 0 0,0-1-1 0 0,0 1 0 0 0,0-1 0 0 0,0 1 1 0 0,0-1-1 0 0,0 1 0 0 0,0-1 0 0 0,0 0 1 0 0,9-17 71 0 0,22-18 44 0 0,-26 31-83 0 0,61-58-38 0 0,2 4 0 0 0,77-51 0 0 0,-23 18 46 0 0,-107 80-59 0 0,-11 7-4 0 0,1 1 0 0 0,1 0-1 0 0,-1 0 1 0 0,1 0 0 0 0,-1 0-1 0 0,1 1 1 0 0,0 0-1 0 0,7-2 1 0 0,-34 26-71 0 0,16-16 76 0 0,-20 23-20 0 0,-75 88 12 0 0,90-103 16 0 0,0 1 0 0 0,1 1 1 0 0,1 0-1 0 0,1 0 0 0 0,0 0 1 0 0,-9 31-1 0 0,15-42 3 0 0,0-1 0 0 0,0 0 0 0 0,1 1 0 0 0,-1-1 0 0 0,1 0-1 0 0,0 1 1 0 0,0-1 0 0 0,0 1 0 0 0,0-1 0 0 0,1 1 0 0 0,0-1 0 0 0,-1 0 0 0 0,1 1 0 0 0,1-1 0 0 0,-1 0-1 0 0,0 0 1 0 0,1 0 0 0 0,2 5 0 0 0,0-4 3 0 0,-1 0 0 0 0,1 0 0 0 0,0-1 0 0 0,0 0 0 0 0,0 1 0 0 0,0-1-1 0 0,0-1 1 0 0,1 1 0 0 0,-1-1 0 0 0,1 0 0 0 0,6 3 0 0 0,10 1-300 0 0,2 0-1 0 0,-1-2 1 0 0,0 0 0 0 0,33 0 0 0 0,-7-2-2206 0 0,82-8 1 0 0,-14-9-4171 0 0,-43 4-532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56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89 173 1168 0 0,'-45'1'7772'0'0,"2"0"-411"0"0,46-3-6970 0 0,34-10 41 0 0,1 2-1 0 0,54-9 1 0 0,-4 2-237 0 0,-35 5-172 0 0,-27 8-554 0 0,-1-2 0 0 0,1-1 0 0 0,-1 0 0 0 0,45-22-1 0 0,-66 27-148 0 0,-1-1 0 0 0,1 1-1 0 0,-1-1 1 0 0,0 1-1 0 0,0-1 1 0 0,0 0-1 0 0,0 0 1 0 0,0 0 0 0 0,0-1-1 0 0,1-3 1 0 0,2-7-4981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56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4 1228 0 0,'-4'-1'2081'0'0,"0"1"-1572"0"0,-1-1 203 0 0,0 0 1 0 0,0 1-1 0 0,1 0 1 0 0,-1 0-1 0 0,0 0 0 0 0,1 0 1 0 0,-1 1-1 0 0,0-1 0 0 0,-8 4 1 0 0,8 0-413 0 0,0 0 1 0 0,1 0-1 0 0,-1 1 1 0 0,1-1-1 0 0,0 1 1 0 0,0 0-1 0 0,0 1 1 0 0,1-1-1 0 0,-1 1 1 0 0,1-1-1 0 0,1 1 1 0 0,-3 7-1 0 0,-5 16 636 0 0,-9 39-1 0 0,9-28-422 0 0,-2 11-166 0 0,2 1 0 0 0,2 1 0 0 0,-1 79 0 0 0,9-98-923 0 0,5 40 0 0 0,6-4-7708 0 0,-6-50 1504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56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83 548 0 0,'-2'-82'13085'0'0,"1"86"-12637"0"0,-13 65 1431 0 0,5-16-835 0 0,-9 34 221 0 0,-61 252 1065 0 0,58-266-2076 0 0,-60 188 310 0 0,73-234-419 0 0,6-20 56 0 0,0 0 0 0 0,-1 0 1 0 0,-6 12-1 0 0,8-17 42 0 0,1-2-235 0 0,-1 0 1 0 0,1-1-1 0 0,-1 1 0 0 0,1 0 1 0 0,-1-1-1 0 0,1 1 0 0 0,0 0 0 0 0,-1-1 1 0 0,1 1-1 0 0,-1-1 0 0 0,1 1 1 0 0,0 0-1 0 0,-1-1 0 0 0,1 1 0 0 0,0-1 1 0 0,0 1-1 0 0,-1-1 0 0 0,1 1 1 0 0,0-1-1 0 0,0 1 0 0 0,0-1 1 0 0,0 1-1 0 0,-1-1 0 0 0,1 0 0 0 0,0 1 1 0 0,0-1-1 0 0,0 1 0 0 0,0-1 1 0 0,0 1-1 0 0,0-1 0 0 0,1 0 0 0 0,0-17 98 0 0,-1 18-105 0 0,3-13 18 0 0,0 0 0 0 0,1 1 0 0 0,0 0 0 0 0,1-1 0 0 0,1 2 0 0 0,8-16 0 0 0,2 2-57 0 0,30-38 1 0 0,-36 52 25 0 0,0 0 0 0 0,1 0-1 0 0,0 1 1 0 0,1 1 0 0 0,0-1-1 0 0,0 2 1 0 0,1 0 0 0 0,0 0 0 0 0,1 1-1 0 0,20-7 1 0 0,-28 12 11 0 0,0 0 1 0 0,0 0-1 0 0,1 1 1 0 0,-1 0-1 0 0,0 0 1 0 0,1 0-1 0 0,-1 1 0 0 0,0 0 1 0 0,1 0-1 0 0,-1 0 1 0 0,1 1-1 0 0,-1 0 0 0 0,0 0 1 0 0,0 1-1 0 0,1 0 1 0 0,-1 0-1 0 0,0 0 1 0 0,-1 1-1 0 0,1 0 0 0 0,0 0 1 0 0,-1 0-1 0 0,1 1 1 0 0,-1 0-1 0 0,0 0 1 0 0,-1 0-1 0 0,9 10 0 0 0,-9-10 3 0 0,0 1-1 0 0,0 0 0 0 0,-1 0 1 0 0,0 1-1 0 0,0-1 0 0 0,0 1 1 0 0,-1-1-1 0 0,0 1 0 0 0,0 0 1 0 0,0 0-1 0 0,-1 0 0 0 0,1 0 1 0 0,-2 0-1 0 0,1 12 0 0 0,-1-9 68 0 0,-1-1 0 0 0,0 1 0 0 0,-1-1 0 0 0,0 0 0 0 0,-1 1 0 0 0,1-1 0 0 0,-1 0 0 0 0,-1-1 1 0 0,-7 15-1 0 0,0-6 162 0 0,-1 0 0 0 0,0-1 1 0 0,-1 0-1 0 0,0-1 1 0 0,-1-1-1 0 0,-1 0 1 0 0,0-1-1 0 0,-28 18 0 0 0,27-21-72 0 0,-1 0-1 0 0,0-2 0 0 0,0 0 0 0 0,0 0 0 0 0,-1-2 0 0 0,0 0 1 0 0,-32 4-1 0 0,47-9-160 0 0,0 1-1 0 0,0-1 1 0 0,1-1 0 0 0,-1 1-1 0 0,0 0 1 0 0,0-1 0 0 0,1 1 0 0 0,-1-1-1 0 0,0 0 1 0 0,1 0 0 0 0,-1 0-1 0 0,-2-2 1 0 0,4 3-111 0 0,0-1 0 0 0,0 0 0 0 0,0 1 0 0 0,-1-1 1 0 0,1 0-1 0 0,1 0 0 0 0,-1 0 0 0 0,0 0 0 0 0,0 0 0 0 0,0 0 0 0 0,0 0 0 0 0,1 0 0 0 0,-1-1 0 0 0,1 1 0 0 0,-1 0 0 0 0,1 0 0 0 0,-1-1 1 0 0,1 1-1 0 0,-1 0 0 0 0,1 0 0 0 0,0-1 0 0 0,0 0 0 0 0,0 0-182 0 0,1 0-1 0 0,-1 0 1 0 0,1 0 0 0 0,0 0 0 0 0,-1 1 0 0 0,1-1-1 0 0,0 0 1 0 0,0 1 0 0 0,0-1 0 0 0,0 1 0 0 0,1-1-1 0 0,-1 1 1 0 0,0-1 0 0 0,3-1 0 0 0,21-16-4486 0 0,-9 11-261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57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24 3192 0 0,'2'-1'6394'0'0,"9"-4"-3668"0"0,-8 3-1691 0 0,1 0-793 0 0,0 0 0 0 0,0 0 0 0 0,1 0 0 0 0,-1 1 0 0 0,1-1 0 0 0,0 1-1 0 0,-1 0 1 0 0,1 0 0 0 0,0 1 0 0 0,0-1 0 0 0,-1 1 0 0 0,1 0 0 0 0,0 0 0 0 0,0 1 0 0 0,9 1 0 0 0,-12-1-226 0 0,0 0 1 0 0,0 0 0 0 0,0-1 0 0 0,0 1 0 0 0,0 1 0 0 0,0-1-1 0 0,0 0 1 0 0,0 0 0 0 0,-1 1 0 0 0,1-1 0 0 0,0 1 0 0 0,-1 0-1 0 0,1-1 1 0 0,-1 1 0 0 0,0 0 0 0 0,1 0 0 0 0,-1 0 0 0 0,0 0-1 0 0,0 0 1 0 0,0 0 0 0 0,-1 0 0 0 0,1 0 0 0 0,0 1 0 0 0,-1-1 0 0 0,1 4-1 0 0,0 1 145 0 0,0 0-1 0 0,-1 0 0 0 0,0 0 1 0 0,-1 0-1 0 0,1 0 0 0 0,-4 12 1 0 0,-1 0 180 0 0,-1 0 0 0 0,-1-1 1 0 0,-1 0-1 0 0,-1-1 0 0 0,-20 31 0 0 0,-66 78 1340 0 0,51-70-1061 0 0,2 2-123 0 0,40-55-386 0 0,5 2 105 0 0,-3-5-212 0 0,0 0 0 0 0,0 1 0 0 0,0-1 0 0 0,0 0 0 0 0,0 1 1 0 0,0-1-1 0 0,0 0 0 0 0,0 1 0 0 0,0-1 0 0 0,0 0 0 0 0,0 0 1 0 0,0 1-1 0 0,0-1 0 0 0,1 0 0 0 0,-1 1 0 0 0,0-1 0 0 0,0 0 0 0 0,0 0 1 0 0,0 1-1 0 0,1-1 0 0 0,-1 0 0 0 0,0 0 0 0 0,0 1 0 0 0,1-1 1 0 0,-1 0-1 0 0,0 0 0 0 0,0 0 0 0 0,1 0 0 0 0,-1 0 0 0 0,0 1 1 0 0,1-1-1 0 0,-1 0 0 0 0,0 0 0 0 0,0 0 0 0 0,1 0 0 0 0,-1 0 1 0 0,0 0-1 0 0,1 0 0 0 0,-1 0 0 0 0,0 0 0 0 0,1 0 0 0 0,-1 0 1 0 0,0 0-1 0 0,1 0 0 0 0,30-4 53 0 0,-1 0 1 0 0,0-2-1 0 0,45-16 0 0 0,90-41-944 0 0,70-47-3768 0 0,-84 27-3290 0 0,-71 35-530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57.7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545 75 976 0 0,'-32'-56'10812'0'0,"21"37"-6875"0"0,7 19-3394 0 0,-12 2-22 0 0,16-2-507 0 0,-1 0 0 0 0,1 0 0 0 0,0 0 0 0 0,0 0-1 0 0,0 0 1 0 0,-1 0 0 0 0,1 0 0 0 0,0 0 0 0 0,0 0 0 0 0,0 0 0 0 0,0 0 0 0 0,-1 0 0 0 0,1 0 0 0 0,0 0-1 0 0,0 0 1 0 0,0 0 0 0 0,-1 0 0 0 0,1 0 0 0 0,0 1 0 0 0,0-1 0 0 0,0 0 0 0 0,0 0 0 0 0,0 0 0 0 0,-1 0 0 0 0,1 0-1 0 0,0 1 1 0 0,0-1 0 0 0,0 0 0 0 0,0 0 0 0 0,0 0 0 0 0,0 0 0 0 0,0 1 0 0 0,0-1 0 0 0,0 0 0 0 0,-1 0 0 0 0,-4 14 309 0 0,1 0 0 0 0,0 0 0 0 0,0 1 1 0 0,1-1-1 0 0,1 1 0 0 0,1-1 1 0 0,0 1-1 0 0,1 0 0 0 0,0-1 0 0 0,1 1 1 0 0,1 0-1 0 0,4 17 0 0 0,-3-20-251 0 0,0-1 0 0 0,0 1 1 0 0,1-1-1 0 0,0 0 0 0 0,1-1 0 0 0,1 1 0 0 0,-1-1 0 0 0,2 0 0 0 0,-1 0 0 0 0,1-1 0 0 0,1 1 1 0 0,0-2-1 0 0,0 1 0 0 0,1-1 0 0 0,0-1 0 0 0,10 8 0 0 0,-12-11-42 0 0,1 0 0 0 0,0 0 0 0 0,0-1 0 0 0,0 0 0 0 0,0 0 0 0 0,1-1 0 0 0,-1 0 0 0 0,1 0 0 0 0,-1-1 0 0 0,1 0 0 0 0,0-1 0 0 0,-1 0 0 0 0,1 0 0 0 0,0-1 1 0 0,-1 0-1 0 0,1 0 0 0 0,-1-1 0 0 0,14-4 0 0 0,-8 1-26 0 0,-1-1 0 0 0,0 0 0 0 0,-1-1 1 0 0,1-1-1 0 0,-1 1 0 0 0,-1-2 0 0 0,0 0 1 0 0,0 0-1 0 0,0-1 0 0 0,14-18 0 0 0,61-86-117 0 0,-48 64 8 0 0,-38 49 104 0 0,0 1 0 0 0,0 0 0 0 0,0-1 0 0 0,1 1 0 0 0,-1-1 0 0 0,0 1 0 0 0,0 0 0 0 0,0-1 0 0 0,1 1 0 0 0,-1 0 0 0 0,0-1 0 0 0,1 1 0 0 0,-1 0 0 0 0,0 0 0 0 0,1-1 0 0 0,-1 1 0 0 0,0 0 0 0 0,1 0 0 0 0,-1 0 0 0 0,1-1 0 0 0,-1 1 1 0 0,0 0-1 0 0,1 0 0 0 0,-1 0 0 0 0,1 0 0 0 0,-1 0 0 0 0,0 0 0 0 0,1 0 0 0 0,-1 0 0 0 0,1 0 0 0 0,0 0 0 0 0,2 12-6 0 0,-6 24 68 0 0,-42 176 1958 0 0,-118 335 0 0 0,135-469-1517 0 0,-3-2 0 0 0,-72 127 0 0 0,83-171-347 0 0,-1 0 0 0 0,-2-2 0 0 0,-1 0 0 0 0,-1-1 0 0 0,-2-2 1 0 0,0-1-1 0 0,-2-1 0 0 0,-39 26 0 0 0,32-27 117 0 0,-77 36 0 0 0,100-54-206 0 0,0-1 0 0 0,0-1 0 0 0,0 0 1 0 0,-1 0-1 0 0,1-1 0 0 0,-1-1 1 0 0,0 0-1 0 0,0-1 0 0 0,0-1 1 0 0,-18-1-1 0 0,28 0-58 0 0,1 1 1 0 0,-1-1-1 0 0,1 1 1 0 0,-1-1 0 0 0,1 0-1 0 0,0 0 1 0 0,-1-1-1 0 0,1 1 1 0 0,0-1-1 0 0,0 1 1 0 0,0-1-1 0 0,0 0 1 0 0,0 0-1 0 0,1 0 1 0 0,-1-1-1 0 0,0 1 1 0 0,1-1-1 0 0,0 1 1 0 0,0-1-1 0 0,0 0 1 0 0,0 0 0 0 0,0 0-1 0 0,0 0 1 0 0,1 0-1 0 0,-1 0 1 0 0,0-5-1 0 0,0 1-45 0 0,1 0 0 0 0,0 0 0 0 0,1 0 0 0 0,-1 0 0 0 0,2-1 0 0 0,-1 1 0 0 0,1 0 0 0 0,0 0 0 0 0,0 0 0 0 0,1 0 0 0 0,0 0 0 0 0,3-7 0 0 0,4-9-331 0 0,1 1 0 0 0,2 1 0 0 0,0 0 0 0 0,28-38 0 0 0,72-70-2218 0 0,-100 116 2256 0 0,170-169-6153 0 0,-52 71-2964 0 0,-72 67 1435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58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62 233 952 0 0,'-58'-30'12465'0'0,"58"30"-12431"0"0,-1 0 1 0 0,1-1 0 0 0,0 1 0 0 0,0 0 0 0 0,0 0-1 0 0,-1 0 1 0 0,1 0 0 0 0,0 0 0 0 0,0-1 0 0 0,0 1-1 0 0,0 0 1 0 0,0 0 0 0 0,0 0 0 0 0,-1 0-1 0 0,1-1 1 0 0,0 1 0 0 0,0 0 0 0 0,0 0 0 0 0,0 0-1 0 0,0-1 1 0 0,0 1 0 0 0,0 0 0 0 0,0 0 0 0 0,0 0-1 0 0,0-1 1 0 0,0 1 0 0 0,0 0 0 0 0,0 0 0 0 0,0-1-1 0 0,0 1 1 0 0,0 0 0 0 0,0 0 0 0 0,0 0 0 0 0,0-1-1 0 0,0 1 1 0 0,0 0 0 0 0,0 0 0 0 0,1-1 0 0 0,7-9 1167 0 0,9-3-38 0 0,24-4-786 0 0,0 1 0 0 0,1 3 0 0 0,1 2 1 0 0,46-7-1 0 0,-19 4-206 0 0,6-1-80 0 0,70-19-3589 0 0,-136 31 1753 0 0,-1-1-1 0 0,0 0 1 0 0,11-7 0 0 0,0-1-4673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58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244 11 208 0 0,'-4'-1'2885'0'0,"3"1"-2675"0"0,-24-8 4878 0 0,23 8-4836 0 0,1-1 0 0 0,-1 1-1 0 0,1 0 1 0 0,-1 0 0 0 0,0 0-1 0 0,1 0 1 0 0,-1 0 0 0 0,1 0-1 0 0,-1 0 1 0 0,0 0 0 0 0,1 0-1 0 0,-1 1 1 0 0,1-1 0 0 0,-1 1-1 0 0,1-1 1 0 0,-3 2 0 0 0,-4 5 219 0 0,1 2 1 0 0,0-1-1 0 0,0 1 1 0 0,1 0 0 0 0,0 0-1 0 0,0 0 1 0 0,-5 14-1 0 0,-29 79 846 0 0,31-76-1068 0 0,-13 35 398 0 0,-16 81-1 0 0,22-37-1388 0 0,14-76-1615 0 0,3 48 0 0 0,3-49-2212 0 0,2-2-2303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58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321 119 2968 0 0,'55'-116'13286'0'0,"-54"113"-12243"0"0,-5 5-578 0 0,-18 12 195 0 0,0 1 0 0 0,2 0 1 0 0,-1 2-1 0 0,-20 21 0 0 0,-71 84 802 0 0,92-97-1282 0 0,0 1 1 0 0,-25 44 0 0 0,37-56-138 0 0,0 1 1 0 0,1 1-1 0 0,1 0 1 0 0,1 0-1 0 0,0 0 1 0 0,-4 27-1 0 0,8-37-29 0 0,1 0-1 0 0,-1 1 0 0 0,2-1 1 0 0,-1 0-1 0 0,1 0 0 0 0,0 1 0 0 0,0-1 1 0 0,0 0-1 0 0,1 0 0 0 0,0 0 0 0 0,0 0 1 0 0,1 0-1 0 0,0 0 0 0 0,0-1 1 0 0,0 1-1 0 0,1-1 0 0 0,-1 0 0 0 0,1 0 1 0 0,0 0-1 0 0,1-1 0 0 0,-1 1 1 0 0,1-1-1 0 0,0 0 0 0 0,0 0 0 0 0,9 4 1 0 0,4 2-622 0 0,0-1 0 0 0,1 0 0 0 0,0-1 1 0 0,1-2-1 0 0,-1 0 0 0 0,34 6 0 0 0,-33-10-2723 0 0,1 0-1 0 0,41-2 0 0 0,-28-1-3731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58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94 2680 0 0,'-2'-5'1342'0'0,"0"0"-122"0"0,0 0 1 0 0,0 0-1 0 0,1 0 1 0 0,0 0 0 0 0,0 0-1 0 0,-1-6 1 0 0,2 9-1065 0 0,0 0 0 0 0,0 1 0 0 0,1-1 0 0 0,-1 0 1 0 0,0 1-1 0 0,1-1 0 0 0,-1 0 0 0 0,1 1 0 0 0,-1-1 1 0 0,1 1-1 0 0,0-1 0 0 0,0 1 0 0 0,0-1 0 0 0,0 1 1 0 0,0 0-1 0 0,0-1 0 0 0,0 1 0 0 0,0 0 0 0 0,0 0 1 0 0,1 0-1 0 0,-1 0 0 0 0,0 0 0 0 0,1 0 0 0 0,-1 0 1 0 0,3-1-1 0 0,0 0-98 0 0,0 1 1 0 0,-1-1 0 0 0,1 1-1 0 0,0 0 1 0 0,0 0-1 0 0,0 0 1 0 0,0 0-1 0 0,0 1 1 0 0,0 0 0 0 0,0 0-1 0 0,1 0 1 0 0,-1 0-1 0 0,0 0 1 0 0,0 1-1 0 0,6 2 1 0 0,-8-3-9 0 0,1 1 1 0 0,0 1-1 0 0,-1-1 0 0 0,0 0 0 0 0,1 1 1 0 0,-1-1-1 0 0,0 1 0 0 0,1 0 1 0 0,-1 0-1 0 0,0 0 0 0 0,-1 0 0 0 0,1 0 1 0 0,0 0-1 0 0,0 0 0 0 0,-1 1 1 0 0,1-1-1 0 0,-1 1 0 0 0,0-1 0 0 0,0 1 1 0 0,0-1-1 0 0,0 1 0 0 0,0 0 0 0 0,-1-1 1 0 0,1 6-1 0 0,0 1 164 0 0,-1 0 0 0 0,0 0 0 0 0,0 0-1 0 0,-1 1 1 0 0,0-1 0 0 0,-1 0 0 0 0,0 0 0 0 0,-1-1 0 0 0,1 1 0 0 0,-2 0-1 0 0,1-1 1 0 0,-6 9 0 0 0,-8 13 676 0 0,-39 51-1 0 0,38-57-413 0 0,-12 18 230 0 0,-49 63 584 0 0,79-104-1281 0 0,0-1 1 0 0,-1 0 0 0 0,1 1 0 0 0,0-1-1 0 0,-1 0 1 0 0,1 1 0 0 0,0-1 0 0 0,0 0 0 0 0,-1 1-1 0 0,1-1 1 0 0,0 0 0 0 0,0 1 0 0 0,0-1-1 0 0,-1 1 1 0 0,1-1 0 0 0,0 1 0 0 0,0-1-1 0 0,0 0 1 0 0,0 1 0 0 0,0-1 0 0 0,0 1-1 0 0,0-1 1 0 0,0 1 0 0 0,0-1 0 0 0,0 1-1 0 0,0-1 1 0 0,0 0 0 0 0,0 1 0 0 0,1-1 0 0 0,-1 1-1 0 0,0-1 1 0 0,0 0 0 0 0,0 1 0 0 0,1-1-1 0 0,-1 1 1 0 0,1 0 11 0 0,0-1 1 0 0,0 1-1 0 0,0-1 0 0 0,1 1 1 0 0,-1-1-1 0 0,0 1 0 0 0,0-1 1 0 0,0 0-1 0 0,0 0 0 0 0,1 1 1 0 0,-1-1-1 0 0,0 0 0 0 0,0 0 1 0 0,0 0-1 0 0,2-1 0 0 0,49-3-33 0 0,94-22 0 0 0,57-27-2528 0 0,-134 34 1009 0 0,84-26-3109 0 0,-53 15-1671 0 0,-17 6-2783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59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393 95 1680 0 0,'-161'-38'17628'0'0,"158"37"-16860"0"0,-11-2 309 0 0,12 2-908 0 0,-1 1 464 0 0,2 0-560 0 0,0 0-1 0 0,1 0 0 0 0,-1 0 1 0 0,0 0-1 0 0,1 0 1 0 0,-1-1-1 0 0,0 1 0 0 0,1 0 1 0 0,-1 0-1 0 0,0 0 0 0 0,1-1 1 0 0,-1 1-1 0 0,0 0 1 0 0,1-1-1 0 0,-1 1 0 0 0,1 0 1 0 0,-2-2-1 0 0,6 0-34 0 0,0-1 0 0 0,0 1 0 0 0,0 0-1 0 0,0 0 1 0 0,1 0 0 0 0,-1 1 0 0 0,1-1 0 0 0,-1 1 0 0 0,8-1 0 0 0,51-5 120 0 0,-36 5-71 0 0,223-17 16 0 0,-245 19-109 0 0,-1 0 1 0 0,1 0-1 0 0,-1 1 1 0 0,0-1 0 0 0,1 1-1 0 0,-1 0 1 0 0,0 0-1 0 0,1 1 1 0 0,4 1-1 0 0,-8-2 5 0 0,-1-1 0 0 0,0 1 0 0 0,1 0 0 0 0,-1-1 0 0 0,0 1-1 0 0,1-1 1 0 0,-1 1 0 0 0,0-1 0 0 0,0 1 0 0 0,0 0 0 0 0,0-1 0 0 0,0 1 0 0 0,0-1-1 0 0,0 1 1 0 0,0 0 0 0 0,0-1 0 0 0,0 1 0 0 0,0 0 0 0 0,0-1 0 0 0,0 1-1 0 0,0-1 1 0 0,0 1 0 0 0,-1 0 0 0 0,1-1 0 0 0,0 1 0 0 0,0-1 0 0 0,-1 1 0 0 0,0 0-1 0 0,1-1 1 0 0,-4 7-2 0 0,0 0 0 0 0,-1-1 0 0 0,0 0 0 0 0,-1 0 0 0 0,1 0 0 0 0,-1 0 0 0 0,0-1 0 0 0,0 0 0 0 0,-10 5 0 0 0,1 1-1 0 0,-118 90 123 0 0,-159 126 540 0 0,173-128 135 0 0,118-98-777 0 0,0-1 0 0 0,0 1-1 0 0,0 0 1 0 0,0-1-1 0 0,1 1 1 0 0,-1 0 0 0 0,0 0-1 0 0,0 0 1 0 0,1 0-1 0 0,-1 0 1 0 0,0 0 0 0 0,1-1-1 0 0,-1 1 1 0 0,1 0-1 0 0,-1 1 1 0 0,1-1 0 0 0,0 0-1 0 0,-1 0 1 0 0,1 0-1 0 0,0 1 1 0 0,0-1 8 0 0,0 0 0 0 0,1 0 1 0 0,-1 0-1 0 0,0-1 0 0 0,1 1 1 0 0,-1 0-1 0 0,1-1 0 0 0,-1 1 0 0 0,1 0 1 0 0,-1-1-1 0 0,1 1 0 0 0,-1 0 0 0 0,1-1 1 0 0,0 1-1 0 0,-1-1 0 0 0,1 1 1 0 0,0-1-1 0 0,-1 1 0 0 0,1-1 0 0 0,1 1 1 0 0,5 1 58 0 0,0 0 1 0 0,0 0-1 0 0,0 0 1 0 0,0-1 0 0 0,7 1-1 0 0,55 1 102 0 0,0-2 0 0 0,82-11 0 0 0,-101 6-149 0 0,-30 2-346 0 0,185-21-210 0 0,-174 17-1655 0 0,38-13 0 0 0,-50 12-1818 0 0,1 0 0 0 0,32-20 0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59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64 1528 0 0,'-99'0'8318'0'0,"24"0"2653"0"0,65-2-9794 0 0,15-3-469 0 0,16-5-158 0 0,24-3-259 0 0,2 3 0 0 0,0 1 0 0 0,58-3 0 0 0,60 9-2689 0 0,-108 8-995 0 0,-23 2-1901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1:59.8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33 1584 0 0,'-92'51'7138'0'0,"63"-37"-3139"0"0,-39 27 0 0 0,68-41-3971 0 0,-1 0 0 0 0,1 0 0 0 0,0 0 0 0 0,0 0 0 0 0,0 0 0 0 0,-1 0 0 0 0,1 0 0 0 0,0 0 0 0 0,0 0 0 0 0,0 0-1 0 0,0 0 1 0 0,-1 0 0 0 0,1 1 0 0 0,0-1 0 0 0,0 0 0 0 0,0 0 0 0 0,0 0 0 0 0,0 0 0 0 0,-1 0 0 0 0,1 1 0 0 0,0-1 0 0 0,0 0 0 0 0,0 0 0 0 0,0 0 0 0 0,0 0-1 0 0,0 1 1 0 0,0-1 0 0 0,0 0 0 0 0,0 0 0 0 0,0 0 0 0 0,-1 1 0 0 0,1-1 0 0 0,0 0 0 0 0,0 0 0 0 0,0 0 0 0 0,0 1 0 0 0,0-1 0 0 0,1 0 0 0 0,-1 0 0 0 0,0 0-1 0 0,0 1 1 0 0,0-1 0 0 0,0 0 0 0 0,0 0 0 0 0,0 0 0 0 0,0 1 0 0 0,0-1 0 0 0,0 0 0 0 0,0 0 0 0 0,1 0 0 0 0,-1 0 0 0 0,0 0 0 0 0,0 1 0 0 0,16 2 318 0 0,26-5-229 0 0,387-60-1487 0 0,-146 4-6632 0 0,-171 31 1086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00.5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469 500 800 0 0,'-6'0'2866'0'0,"-8"-1"-732"0"0,-13 0 2721 0 0,0-2-1 0 0,-36-8 1 0 0,60 10-4493 0 0,19-22 368 0 0,3 6-505 0 0,0 1-121 0 0,-1 0 1 0 0,-1-2-1 0 0,0 0 1 0 0,-1 0-1 0 0,22-35 0 0 0,-17 13-83 0 0,-1-1 0 0 0,-2-1 0 0 0,-2 0 0 0 0,-2-1 0 0 0,10-50 0 0 0,-24 90-64 0 0,-3 7 13 0 0,-9 19 0 0 0,-12 33-3 0 0,-77 228 28 0 0,-42 109 178 0 0,40-111-113 0 0,29-76 46 0 0,46-128-30 0 0,11-26 1188 0 0,-25 49 1 0 0,41-100-1235 0 0,1-1-1 0 0,-1 1 1 0 0,1-1 0 0 0,-1 1 0 0 0,1 0 0 0 0,-1-1 0 0 0,0 0-1 0 0,1 1 1 0 0,-1-1 0 0 0,0 1 0 0 0,1-1 0 0 0,-1 0 0 0 0,0 1 0 0 0,0-1-1 0 0,1 0 1 0 0,-1 0 0 0 0,0 0 0 0 0,0 0 0 0 0,1 1 0 0 0,-1-1 0 0 0,0 0-1 0 0,0 0 1 0 0,1 0 0 0 0,-1-1 0 0 0,0 1 0 0 0,0 0 0 0 0,0 0 0 0 0,1 0-1 0 0,-1-1 1 0 0,0 1 0 0 0,1 0 0 0 0,-1 0 0 0 0,0-1 0 0 0,1 1 0 0 0,-1-1-1 0 0,0 1 1 0 0,1-1 0 0 0,-1 1 0 0 0,1-1 0 0 0,-1 1 0 0 0,0-1 0 0 0,1 1-1 0 0,0-1 1 0 0,-1 0 0 0 0,1 1 0 0 0,-1-1 0 0 0,1 0 0 0 0,0 0 0 0 0,-1 0-1 0 0,-4-12 22 0 0,1 0-1 0 0,0-1 1 0 0,1 1-1 0 0,0-1 0 0 0,1 1 1 0 0,1-1-1 0 0,0 0 1 0 0,1 0-1 0 0,1 0 0 0 0,0 0 1 0 0,0 1-1 0 0,4-15 1 0 0,1 2-49 0 0,1 1 1 0 0,1 0-1 0 0,1 0 1 0 0,2 0-1 0 0,18-31 1 0 0,-13 29-1 0 0,2 1 1 0 0,0 1 0 0 0,2 1-1 0 0,1 0 1 0 0,1 2 0 0 0,0 1-1 0 0,2 0 1 0 0,1 2 0 0 0,0 1-1 0 0,1 0 1 0 0,1 2 0 0 0,1 2-1 0 0,0 0 1 0 0,0 2 0 0 0,56-16-1 0 0,-71 25-23 0 0,1 0 1 0 0,0 1-1 0 0,0 1 0 0 0,-1 0 0 0 0,28 2 0 0 0,-36 0 9 0 0,0-1-1 0 0,0 1 1 0 0,0 0-1 0 0,0 0 1 0 0,0 1-1 0 0,0-1 1 0 0,0 1-1 0 0,0 0 1 0 0,-1 0-1 0 0,1 1 1 0 0,-1-1-1 0 0,0 1 1 0 0,0 0-1 0 0,0 0 1 0 0,0 1-1 0 0,0-1 1 0 0,0 1-1 0 0,-1 0 1 0 0,5 5-1 0 0,-7-6 12 0 0,0 0-1 0 0,1-1 1 0 0,-1 1-1 0 0,0 0 0 0 0,0 0 1 0 0,0 0-1 0 0,-1 0 1 0 0,1 0-1 0 0,-1 0 0 0 0,0 0 1 0 0,1 0-1 0 0,-1 0 0 0 0,-1 0 1 0 0,1 0-1 0 0,0 0 1 0 0,-2 4-1 0 0,0-1 6 0 0,0-1 1 0 0,0 0-1 0 0,0 0 0 0 0,-1 0 0 0 0,0 0 1 0 0,0 0-1 0 0,0 0 0 0 0,-5 5 0 0 0,-5 3 17 0 0,-1 0 0 0 0,-1 0 0 0 0,0-1 0 0 0,-19 11 0 0 0,15-11 3 0 0,0-1 1 0 0,-1-1-1 0 0,0-1 0 0 0,0 0 1 0 0,-1-2-1 0 0,0 0 0 0 0,0-2 1 0 0,-1 0-1 0 0,1-1 0 0 0,-34 1 1 0 0,50-5-16 0 0,0-1 0 0 0,0 1 0 0 0,0-1 0 0 0,1 0 0 0 0,-1 0 0 0 0,0 0 1 0 0,-6-3-1 0 0,9 3-7 0 0,1 0-1 0 0,-1 0 1 0 0,0 0 0 0 0,0 0 0 0 0,0 0 0 0 0,1 0 0 0 0,-1 0-1 0 0,1-1 1 0 0,-1 1 0 0 0,1-1 0 0 0,0 1 0 0 0,-1-1 0 0 0,1 1-1 0 0,0-1 1 0 0,0 0 0 0 0,-2-3 0 0 0,4 3-7 0 0,-1 0 1 0 0,0 0-1 0 0,0 0 1 0 0,1 0-1 0 0,-1-1 1 0 0,1 1-1 0 0,0 0 0 0 0,0 0 1 0 0,-1 0-1 0 0,1 0 1 0 0,1 0-1 0 0,-1 0 1 0 0,0 1-1 0 0,0-1 1 0 0,1 0-1 0 0,-1 0 0 0 0,1 1 1 0 0,-1-1-1 0 0,1 1 1 0 0,0 0-1 0 0,0-1 1 0 0,-1 1-1 0 0,4-1 1 0 0,-1 0-2 0 0,0 0 1 0 0,0 0-1 0 0,0 0 1 0 0,1 1-1 0 0,-1 0 1 0 0,1 0-1 0 0,-1 0 1 0 0,1 1-1 0 0,-1-1 1 0 0,1 1-1 0 0,-1 0 1 0 0,1 0-1 0 0,7 2 1 0 0,-4 0 3 0 0,0 0 0 0 0,0 0 1 0 0,0 1-1 0 0,0 0 1 0 0,0 1-1 0 0,-1 0 1 0 0,9 5-1 0 0,-3 0-1 0 0,0 1 1 0 0,-1 0-1 0 0,0 1 1 0 0,0 0-1 0 0,-1 1 1 0 0,-1 1-1 0 0,16 22 0 0 0,56 89-3860 0 0,-34-68-928 0 0,-34-42 552 0 0,28 21 0 0 0,-14-15-3559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00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354 159 1116 0 0,'11'-61'9346'0'0,"-8"52"-8217"0"0,0 0 0 0 0,0 1 0 0 0,0-1 0 0 0,9-13 0 0 0,-10 19-1013 0 0,0 0 0 0 0,1-1-1 0 0,0 2 1 0 0,0-1-1 0 0,-1 0 1 0 0,2 0-1 0 0,-1 1 1 0 0,0 0 0 0 0,0 0-1 0 0,1 0 1 0 0,-1 0-1 0 0,1 0 1 0 0,0 1-1 0 0,0-1 1 0 0,-1 1 0 0 0,1 0-1 0 0,0 0 1 0 0,0 0-1 0 0,0 1 1 0 0,0 0-1 0 0,0-1 1 0 0,0 2-1 0 0,0-1 1 0 0,0 0 0 0 0,0 1-1 0 0,0-1 1 0 0,0 1-1 0 0,7 3 1 0 0,-3-2-34 0 0,1 1-1 0 0,-1 1 1 0 0,0-1 0 0 0,-1 1-1 0 0,1 0 1 0 0,-1 1 0 0 0,1 0 0 0 0,-1 0-1 0 0,-1 1 1 0 0,1 0 0 0 0,-1 0-1 0 0,8 10 1 0 0,-11-11 90 0 0,1-1 1 0 0,-2 2-1 0 0,1-1 0 0 0,0 0 0 0 0,-1 0 1 0 0,0 1-1 0 0,0-1 0 0 0,0 1 1 0 0,-1 0-1 0 0,0 0 0 0 0,0-1 0 0 0,-1 1 1 0 0,1 9-1 0 0,-2-6 59 0 0,0 0 0 0 0,-1-1 0 0 0,0 1 0 0 0,0 0 0 0 0,-1-1 0 0 0,0 0 0 0 0,0 0 0 0 0,-6 10 0 0 0,-5 5 341 0 0,-1-1 1 0 0,0 0 0 0 0,-2-2 0 0 0,-38 37 0 0 0,24-28 27 0 0,-1-2 0 0 0,-53 33 0 0 0,-77 36 1829 0 0,57-35-1767 0 0,50-31-662 0 0,43-22 0 0 0,12-8 0 0 0,0 0 0 0 0,0 0 0 0 0,-1 0 0 0 0,1 0 0 0 0,0 0 0 0 0,0 0 0 0 0,0 1 0 0 0,0-1 0 0 0,-1 0 0 0 0,1 0 0 0 0,0 0 0 0 0,0 0 0 0 0,0 1 0 0 0,0-1 0 0 0,0 0 0 0 0,-1 0 0 0 0,1 0 0 0 0,0 1 0 0 0,0-1 0 0 0,0 0 0 0 0,0 0 0 0 0,0 0 0 0 0,0 1 0 0 0,0-1 0 0 0,0 0 0 0 0,0 0 0 0 0,0 1 0 0 0,0-1 0 0 0,0 0 0 0 0,0 0 0 0 0,0 1 0 0 0,0-1 0 0 0,0 0 0 0 0,0 0 0 0 0,0 0 0 0 0,0 1 0 0 0,0-1 0 0 0,0 0 0 0 0,1 0 0 0 0,-1 0 0 0 0,0 1 0 0 0,0-1 0 0 0,0 0 0 0 0,0 0 0 0 0,0 0 0 0 0,1 1 0 0 0,6 1 0 0 0,1-1 0 0 0,-1 1 0 0 0,0-1 0 0 0,1 0 0 0 0,0-1 0 0 0,-1 0 0 0 0,14-1 0 0 0,2 0 0 0 0,504-30-6549 0 0,-352 17 4349 0 0,-81 5-2374 0 0,-31 1-1455 0 0,10-3-4982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03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382 263 1184 0 0,'2'-16'5335'0'0,"4"-27"-1158"0"0,-2 23-2792 0 0,-1 0-1 0 0,-2 0 1 0 0,0-21 0 0 0,-1 35-1276 0 0,0 0 0 0 0,-1 0 1 0 0,0 0-1 0 0,-1 1 1 0 0,1-1-1 0 0,-1 0 0 0 0,0 1 1 0 0,0 0-1 0 0,-1-1 1 0 0,1 1-1 0 0,-1 0 0 0 0,0 0 1 0 0,-1 0-1 0 0,1 0 1 0 0,-6-4-1 0 0,8 8-100 0 0,0 0 0 0 0,1 0 0 0 0,-1 1-1 0 0,0-1 1 0 0,-1 0 0 0 0,1 1 0 0 0,0-1 0 0 0,0 0 0 0 0,0 1-1 0 0,0-1 1 0 0,0 1 0 0 0,-2-1 0 0 0,-1 0 9 0 0,-4 0 21 0 0,0 2-30 0 0,0 1 1 0 0,1 0-1 0 0,-1 0 0 0 0,1 1 1 0 0,-1 0-1 0 0,1 1 1 0 0,0 0-1 0 0,1 0 0 0 0,-1 0 1 0 0,1 0-1 0 0,-1 1 0 0 0,1 0 1 0 0,1 1-1 0 0,-8 7 0 0 0,-8 11 1 0 0,1 1 0 0 0,-22 36-1 0 0,14-16 4 0 0,-28 59 0 0 0,44-78-9 0 0,2 1 0 0 0,0 0 1 0 0,-11 55-1 0 0,20-73-3 0 0,-1 0 1 0 0,2 0-1 0 0,-1 0 1 0 0,1 0-1 0 0,1 0 1 0 0,-1 0-1 0 0,2 0 1 0 0,-1 0-1 0 0,1 0 1 0 0,1-1-1 0 0,3 10 1 0 0,-5-15-2 0 0,1 1 1 0 0,-1-1-1 0 0,1 0 0 0 0,0 0 1 0 0,1 0-1 0 0,-1 0 1 0 0,0 0-1 0 0,1 0 1 0 0,0-1-1 0 0,-1 1 1 0 0,1-1-1 0 0,0 0 1 0 0,0 0-1 0 0,1 0 1 0 0,-1 0-1 0 0,0 0 1 0 0,1-1-1 0 0,-1 1 1 0 0,1-1-1 0 0,-1 0 1 0 0,1 0-1 0 0,0-1 1 0 0,-1 1-1 0 0,1-1 1 0 0,0 1-1 0 0,-1-1 1 0 0,1 0-1 0 0,0-1 1 0 0,4 0-1 0 0,2 0 0 0 0,-1-1 1 0 0,1 0-1 0 0,-1-1 0 0 0,1 0 1 0 0,-1 0-1 0 0,0-1 0 0 0,0 0 1 0 0,-1-1-1 0 0,1 0 0 0 0,-1 0 1 0 0,0-1-1 0 0,0 0 0 0 0,-1-1 1 0 0,1 1-1 0 0,-2-1 0 0 0,1-1 0 0 0,10-14 1 0 0,3-9 2 0 0,-2-1 1 0 0,-1 0-1 0 0,18-51 0 0 0,-14 33 16 0 0,-10 21-17 0 0,-10 23-6 0 0,2-1 0 0 0,-1 1 0 0 0,0 0 0 0 0,1 0-1 0 0,5-7 1 0 0,-7 12-18 0 0,-1 24 28 0 0,-26 146 72 0 0,15-110-33 0 0,-6 85 1 0 0,16-117-1075 0 0,5 47 0 0 0,-3-63-619 0 0,1-1-1 0 0,0 0 0 0 0,1 0 1 0 0,6 14-1 0 0,-1-9-4215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03.7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216 132 852 0 0,'0'-3'780'0'0,"11"-64"9848"0"0,-9 61-10059 0 0,0 0 1 0 0,0 0-1 0 0,1 0 0 0 0,5-9 0 0 0,-7 13-510 0 0,1 0 0 0 0,-1 1-1 0 0,1-1 1 0 0,-1 0 0 0 0,1 1 0 0 0,0-1-1 0 0,-1 1 1 0 0,1 0 0 0 0,0 0 0 0 0,0-1-1 0 0,0 1 1 0 0,0 0 0 0 0,0 1 0 0 0,0-1-1 0 0,1 0 1 0 0,-1 1 0 0 0,0-1 0 0 0,0 1-1 0 0,0-1 1 0 0,1 1 0 0 0,3 0 0 0 0,-2 0-26 0 0,1 0 1 0 0,0 1-1 0 0,-1 0 0 0 0,1 0 1 0 0,-1 0-1 0 0,9 3 1 0 0,-10-3-23 0 0,1 1 1 0 0,0 0 0 0 0,-1 1-1 0 0,1-1 1 0 0,-1 0-1 0 0,1 1 1 0 0,-1 0-1 0 0,0 0 1 0 0,0 0 0 0 0,-1 0-1 0 0,1 0 1 0 0,0 1-1 0 0,-1-1 1 0 0,0 1-1 0 0,0 0 1 0 0,0-1 0 0 0,0 1-1 0 0,-1 0 1 0 0,0 0-1 0 0,1 0 1 0 0,-1 0 0 0 0,-1 1-1 0 0,1-1 1 0 0,-1 0-1 0 0,1 0 1 0 0,-1 0-1 0 0,0 1 1 0 0,-1-1 0 0 0,-1 8-1 0 0,0 1 12 0 0,-1-1 0 0 0,0 1 0 0 0,-1-1-1 0 0,-1 0 1 0 0,0 0 0 0 0,0-1 0 0 0,-1 1 0 0 0,-11 15 0 0 0,-15 16 1259 0 0,-65 69 1 0 0,95-110-984 0 0,2-2-281 0 0,0 0 0 0 0,-1 1 0 0 0,1-1 0 0 0,0 0 0 0 0,0 1 0 0 0,0-1 0 0 0,-1 0 0 0 0,1 0 0 0 0,0 1 0 0 0,0-1 0 0 0,-1 0 0 0 0,1 0 1 0 0,0 0-1 0 0,0 1 0 0 0,-1-1 0 0 0,1 0 0 0 0,0 0 0 0 0,-1 0 0 0 0,1 0 0 0 0,0 0 0 0 0,0 0 0 0 0,-1 1 0 0 0,1-1 0 0 0,0 0 0 0 0,-1 0 0 0 0,1 0 0 0 0,-1 0 0 0 0,0-2 201 0 0,10-5-60 0 0,20-10-41 0 0,12 5-87 0 0,-24 13-28 0 0,-12 0 4 0 0,1 0-5 0 0,0 0 0 0 0,-1 0 0 0 0,1 1 0 0 0,-1 0 0 0 0,1 0-1 0 0,-1 0 1 0 0,0 0 0 0 0,1 1 0 0 0,-1 0 0 0 0,-1 0 0 0 0,1 0 0 0 0,0 1 0 0 0,-1 0 0 0 0,8 7 0 0 0,-6-4 6 0 0,0 0 0 0 0,-1 0-1 0 0,0 1 1 0 0,0 0 0 0 0,0 0 0 0 0,-1 0 0 0 0,-1 0 0 0 0,4 10 0 0 0,-5-10 164 0 0,0 0 0 0 0,0-1 0 0 0,-1 1 0 0 0,0 0 0 0 0,-1 0 0 0 0,1 0 0 0 0,-2 0 0 0 0,1-1 0 0 0,-1 1 0 0 0,0 0 0 0 0,-1 0 0 0 0,1 0 0 0 0,-2-1 0 0 0,1 1 1 0 0,-1-1-1 0 0,0 0 0 0 0,-1 0 0 0 0,1 0 0 0 0,-2 0 0 0 0,1-1 0 0 0,-1 1 0 0 0,1-1 0 0 0,-2 0 0 0 0,-9 9 0 0 0,4-6 64 0 0,0 0 0 0 0,-1 0 1 0 0,0-1-1 0 0,0 0 0 0 0,-1-1 0 0 0,0-1 1 0 0,0 0-1 0 0,-1-1 0 0 0,0 0 0 0 0,0-1 0 0 0,0 0 1 0 0,-24 2-1 0 0,36-6-240 0 0,-78 5 539 0 0,72-6-729 0 0,0 1 0 0 0,0-1-1 0 0,0 0 1 0 0,0-1 0 0 0,1 1-1 0 0,-1-2 1 0 0,-14-5 0 0 0,20 7-59 0 0,1 0 1 0 0,-1 0-1 0 0,1 0 1 0 0,-1 0 0 0 0,1 0-1 0 0,0 0 1 0 0,-1 0 0 0 0,1-1-1 0 0,0 1 1 0 0,0 0-1 0 0,0-1 1 0 0,0 1 0 0 0,0-1-1 0 0,0 0 1 0 0,0 1 0 0 0,1-1-1 0 0,-1 0 1 0 0,1 1-1 0 0,-1-1 1 0 0,1 0 0 0 0,-1 1-1 0 0,1-1 1 0 0,0 0 0 0 0,0 0-1 0 0,0 0 1 0 0,0 1-1 0 0,0-1 1 0 0,1-3 0 0 0,0-1-1219 0 0,1-1 0 0 0,-1 1 1 0 0,1 0-1 0 0,1 0 0 0 0,-1 1 1 0 0,5-9-1 0 0,8-9-6052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04.2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0 189 932 0 0,'24'-114'16381'0'0,"-24"113"-16319"0"0,0 0-1 0 0,0 0 1 0 0,0 0 0 0 0,0 0 0 0 0,1 0-1 0 0,-1 0 1 0 0,0 1 0 0 0,1-1-1 0 0,-1 0 1 0 0,1 0 0 0 0,-1 0 0 0 0,1 0-1 0 0,-1 1 1 0 0,1-1 0 0 0,0 0-1 0 0,-1 0 1 0 0,1 1 0 0 0,0-1 0 0 0,0 1-1 0 0,-1-1 1 0 0,1 0 0 0 0,0 1-1 0 0,0 0 1 0 0,0-1 0 0 0,0 1 0 0 0,0-1-1 0 0,-1 1 1 0 0,1 0 0 0 0,0 0-1 0 0,0-1 1 0 0,2 1 0 0 0,-1 0-96 0 0,-1 0 47 0 0,0 0 1 0 0,0 0-1 0 0,-1 0 1 0 0,1 0-1 0 0,0 1 1 0 0,0-1-1 0 0,0 0 1 0 0,0 1-1 0 0,0-1 1 0 0,0 1-1 0 0,0-1 1 0 0,0 1-1 0 0,-1-1 1 0 0,1 1-1 0 0,0-1 1 0 0,0 1-1 0 0,-1 0 1 0 0,1-1-1 0 0,0 1 1 0 0,0 1-1 0 0,0-1 26 0 0,6 5-14 0 0,-1-1 1 0 0,-1 1-1 0 0,1 0 1 0 0,-1 1-1 0 0,0-1 1 0 0,0 1-1 0 0,-1 0 1 0 0,0 0-1 0 0,0 1 0 0 0,-1-1 1 0 0,0 1-1 0 0,0-1 1 0 0,-1 1-1 0 0,0 0 1 0 0,0 0-1 0 0,-1 0 1 0 0,0 1-1 0 0,0 8 1 0 0,0 0 48 0 0,-1-1 0 0 0,-1 0 0 0 0,0 1-1 0 0,-1-1 1 0 0,-1 0 0 0 0,-1 0 0 0 0,0 0 0 0 0,-8 18 0 0 0,-5 8 448 0 0,-3 0-1 0 0,-33 52 0 0 0,52-92-272 0 0,2-5-206 0 0,20-32-6 0 0,1 2-1 0 0,2 0 1 0 0,30-31-1 0 0,-28 33-39 0 0,86-97 81 0 0,58-73 79 0 0,-152 177-226 0 0,-16 23 17 0 0,-10 14 21 0 0,-124 213-37 0 0,119-199 81 0 0,0 0 0 0 0,-10 33 0 0 0,19-46 10 0 0,0 1 0 0 0,1 0 0 0 0,0 0 0 0 0,1 0-1 0 0,1 0 1 0 0,0 16 0 0 0,1-26-13 0 0,1 0 0 0 0,0 0 0 0 0,-1 0 0 0 0,2 0 0 0 0,-1 0 0 0 0,1 0 0 0 0,-1 0 0 0 0,1-1 0 0 0,1 1-1 0 0,-1-1 1 0 0,0 0 0 0 0,1 1 0 0 0,0-1 0 0 0,6 6 0 0 0,-3-4 22 0 0,0-1 0 0 0,-1-1 0 0 0,2 1-1 0 0,-1-1 1 0 0,0-1 0 0 0,1 1 0 0 0,0-1 0 0 0,0 0-1 0 0,8 3 1 0 0,-1-2-89 0 0,1-1 1 0 0,-1 0-1 0 0,1-1 1 0 0,0-1-1 0 0,-1 0 0 0 0,1-1 1 0 0,0-1-1 0 0,0 0 0 0 0,24-5 1 0 0,-15 0-2229 0 0,43-18-1 0 0,-10-4-5504 0 0,-29 9-284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04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50 153 2292 0 0,'-3'0'3167'0'0,"-39"0"8469"0"0,42-1-11499 0 0,-1 1 0 0 0,1-1 0 0 0,-1 1 0 0 0,1 0 0 0 0,0-1 0 0 0,0 1 0 0 0,-1-1 0 0 0,1 1 0 0 0,0-1 0 0 0,0 1 0 0 0,-1-1 1 0 0,1 1-1 0 0,0-1 0 0 0,0 1 0 0 0,0-1 0 0 0,0 1 0 0 0,0-1 0 0 0,0 1 0 0 0,0-1 0 0 0,0 1 0 0 0,0-1 0 0 0,0 1 0 0 0,0-1 0 0 0,0 0 0 0 0,9-5 342 0 0,1 1 0 0 0,0 0-1 0 0,0 0 1 0 0,0 1-1 0 0,18-5 1 0 0,61-11 215 0 0,-36 9-402 0 0,149-26 384 0 0,-19 5-6202 0 0,-177 30 4515 0 0,10-2-469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04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24 2840 0 0,'-3'-2'2631'0'0,"-42"-19"8457"0"0,42 22-10027 0 0,1 0-895 0 0,-1 0 0 0 0,1 0 0 0 0,0 0 0 0 0,0 1 1 0 0,0-1-1 0 0,0 1 0 0 0,0-1 0 0 0,0 1 0 0 0,1 0 0 0 0,-1 0 1 0 0,0 0-1 0 0,1 0 0 0 0,0 0 0 0 0,-1 0 0 0 0,1 0 1 0 0,0 0-1 0 0,0 1 0 0 0,0-1 0 0 0,0 0 0 0 0,1 1 0 0 0,-1-1 1 0 0,0 1-1 0 0,1 2 0 0 0,-38 213 3321 0 0,27-125-3514 0 0,4 147 1 0 0,9-205-2055 0 0,7 45 0 0 0,-6-64-1391 0 0,0 1 0 0 0,10 24 0 0 0,-2-17-4588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05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288 95 1700 0 0,'13'-94'12065'0'0,"-14"97"-11857"0"0,-33 142 1639 0 0,10-35-732 0 0,-9 26-139 0 0,-84 311 760 0 0,51-211-988 0 0,61-219-390 0 0,8-28-171 0 0,9-32-100 0 0,-2 21-74 0 0,84-175 51 0 0,-83 178-69 0 0,0 0 0 0 0,2 1 0 0 0,0 1-1 0 0,1 0 1 0 0,1 0 0 0 0,1 2 0 0 0,31-25 0 0 0,-41 35 2 0 0,1 1 0 0 0,0 0 1 0 0,0 0-1 0 0,0 1 0 0 0,0 0 1 0 0,0 1-1 0 0,1-1 0 0 0,-1 1 1 0 0,1 1-1 0 0,-1-1 0 0 0,1 1 0 0 0,0 0 1 0 0,14 1-1 0 0,-15 1-1 0 0,0 0-1 0 0,-1 1 1 0 0,1-1-1 0 0,-1 1 1 0 0,0 0-1 0 0,1 1 1 0 0,-1-1-1 0 0,0 1 1 0 0,-1 0-1 0 0,1 1 1 0 0,0 0-1 0 0,-1 0 1 0 0,0 0-1 0 0,0 0 1 0 0,0 1-1 0 0,7 7 1 0 0,-6-3 4 0 0,1 0 0 0 0,-1 0 0 0 0,0 0 1 0 0,-1 1-1 0 0,0 0 0 0 0,0 0 0 0 0,-1 0 0 0 0,-1 0 1 0 0,0 1-1 0 0,0-1 0 0 0,-1 1 0 0 0,0 0 1 0 0,-1 0-1 0 0,0 21 0 0 0,-2-18 66 0 0,-1 1 0 0 0,0-1 0 0 0,-1 0 0 0 0,0 0 0 0 0,-2 0 0 0 0,1 0 0 0 0,-2-1 0 0 0,0 1 1 0 0,0-1-1 0 0,-16 23 0 0 0,10-19 100 0 0,-1-1 0 0 0,0-1 1 0 0,-2 0-1 0 0,1 0 0 0 0,-2-1 1 0 0,0-1-1 0 0,0-1 1 0 0,-1 0-1 0 0,-1-1 0 0 0,0-1 1 0 0,0-1-1 0 0,-1-1 0 0 0,0 0 1 0 0,-1-1-1 0 0,1-1 0 0 0,-1-1 1 0 0,-1-1-1 0 0,1 0 1 0 0,0-2-1 0 0,-1 0 0 0 0,0-2 1 0 0,-35-3-1 0 0,38 1-362 0 0,16 2 29 0 0,0 0 1 0 0,-1 0 0 0 0,1 0 0 0 0,-1 0-1 0 0,1-1 1 0 0,0 0 0 0 0,-1 1 0 0 0,1-1-1 0 0,0 0 1 0 0,0 0 0 0 0,0 0-1 0 0,0 0 1 0 0,0 0 0 0 0,0-1 0 0 0,0 1-1 0 0,-4-4 1 0 0,6 4-38 0 0,0 0 1 0 0,0 0-1 0 0,0 0 0 0 0,0-1 1 0 0,0 1-1 0 0,0 0 1 0 0,0 0-1 0 0,0-1 0 0 0,1 1 1 0 0,-1 0-1 0 0,0 0 0 0 0,1 0 1 0 0,-1-1-1 0 0,1 1 0 0 0,-1 0 1 0 0,1 0-1 0 0,0 0 0 0 0,-1 0 1 0 0,1 0-1 0 0,0 0 1 0 0,0 0-1 0 0,1-1 0 0 0,5-4-1630 0 0,0 1-1 0 0,0-1 1 0 0,0 2-1 0 0,13-7 0 0 0,4 0-4386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06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233 149 3128 0 0,'3'-4'965'0'0,"0"0"-1"0"0,-1 0 1 0 0,1 0-1 0 0,-1-1 0 0 0,0 1 1 0 0,-1-1-1 0 0,1 1 1 0 0,-1-1-1 0 0,0 0 1 0 0,1-7-1 0 0,6-18 2711 0 0,-4 14-2277 0 0,-3 14-1316 0 0,-1 0 1 0 0,0 0-1 0 0,1 0 1 0 0,-1 1 0 0 0,1-1-1 0 0,-1 0 1 0 0,1 0 0 0 0,0 0-1 0 0,0 1 1 0 0,0-1-1 0 0,0 0 1 0 0,0 1 0 0 0,0-1-1 0 0,1 1 1 0 0,-1-1 0 0 0,0 1-1 0 0,1-1 1 0 0,-1 1-1 0 0,1 0 1 0 0,-1 0 0 0 0,1 0-1 0 0,2-1 1 0 0,3 0-46 0 0,-1 0 1 0 0,1 0-1 0 0,0 1 1 0 0,0 0-1 0 0,0 0 1 0 0,0 1-1 0 0,0 0 1 0 0,0 0-1 0 0,0 1 1 0 0,0-1-1 0 0,0 2 1 0 0,0-1-1 0 0,0 1 0 0 0,-1 0 1 0 0,1 0-1 0 0,-1 1 1 0 0,1 0-1 0 0,11 7 1 0 0,-13-7-31 0 0,0 0 1 0 0,0 1-1 0 0,0 0 0 0 0,-1 0 1 0 0,1 0-1 0 0,-1 0 1 0 0,0 1-1 0 0,0-1 1 0 0,-1 1-1 0 0,1 0 0 0 0,-1 0 1 0 0,0 1-1 0 0,0-1 1 0 0,-1 1-1 0 0,0-1 1 0 0,0 1-1 0 0,0 0 1 0 0,0 0-1 0 0,-1 0 0 0 0,0 0 1 0 0,0 0-1 0 0,-1 10 1 0 0,-1-2 3 0 0,-1-1 0 0 0,-1 0 0 0 0,0 0 1 0 0,-1 0-1 0 0,0-1 0 0 0,-1 1 1 0 0,0-1-1 0 0,-1 0 0 0 0,0 0 0 0 0,-1-1 1 0 0,-1 0-1 0 0,-8 10 0 0 0,-6 6 62 0 0,-1-2 0 0 0,-2-1 0 0 0,-37 30 0 0 0,61-53-67 0 0,0-1-1 0 0,0 1 0 0 0,0 0 0 0 0,0 0 0 0 0,0-1 0 0 0,0 1 0 0 0,0-1 1 0 0,0 1-1 0 0,0-1 0 0 0,0 1 0 0 0,-1-1 0 0 0,1 0 0 0 0,0 1 0 0 0,0-1 1 0 0,0 0-1 0 0,-1 0 0 0 0,1 0 0 0 0,0 0 0 0 0,0 0 0 0 0,0 0 0 0 0,-1 0 1 0 0,1-1-1 0 0,0 1 0 0 0,-1-1 0 0 0,0-1 5 0 0,5-2-13 0 0,0-1 0 0 0,1 1 0 0 0,-1 0 0 0 0,1 0 0 0 0,0 1 0 0 0,0-1 0 0 0,0 1 0 0 0,0 0 1 0 0,1 0-1 0 0,-1 0 0 0 0,1 1 0 0 0,0-1 0 0 0,0 1 0 0 0,0 0 0 0 0,0 1 0 0 0,7-2 0 0 0,-8 1 1 0 0,0 1 1 0 0,0-1-1 0 0,0 1 0 0 0,0 1 0 0 0,0-1 1 0 0,0 0-1 0 0,0 1 0 0 0,5 0 1 0 0,-1 1-1 0 0,0-1-3 0 0,0 1 0 0 0,-1 0 0 0 0,1 1 0 0 0,-1 0 0 0 0,1 0 0 0 0,-1 0 0 0 0,0 1 0 0 0,1 0 0 0 0,-1 1 0 0 0,-1 0 0 0 0,1 0 0 0 0,-1 0 0 0 0,1 0 0 0 0,-1 1 0 0 0,0 0 0 0 0,-1 1 0 0 0,7 6 0 0 0,-7-6 122 0 0,0 0 0 0 0,0 1 0 0 0,-1-1-1 0 0,0 1 1 0 0,0 0 0 0 0,0 0 0 0 0,-1 0 0 0 0,0 1 0 0 0,0-1 0 0 0,-1 1 0 0 0,0-1 0 0 0,0 1 0 0 0,-1 0 0 0 0,0 0 0 0 0,0 0 0 0 0,-1 11 0 0 0,-2-8 97 0 0,-1 0 0 0 0,0 0 0 0 0,0 0 1 0 0,-1 0-1 0 0,0-1 0 0 0,-1 1 0 0 0,0-1 0 0 0,-1 0 0 0 0,0 0 1 0 0,-1-1-1 0 0,0 0 0 0 0,0 0 0 0 0,-1-1 0 0 0,0 0 0 0 0,0 0 1 0 0,-13 9-1 0 0,2-3 33 0 0,-1-1 1 0 0,0-1 0 0 0,0 0 0 0 0,-1-2-1 0 0,-1 0 1 0 0,-44 13 0 0 0,43-17-112 0 0,0-1-1 0 0,-1-1 1 0 0,-29 2 0 0 0,43-6-139 0 0,0 0 1 0 0,-1 0-1 0 0,1-1 0 0 0,0 0 1 0 0,-1-1-1 0 0,1 0 1 0 0,0-1-1 0 0,0 0 0 0 0,-18-9 1 0 0,25 11-150 0 0,1 0 0 0 0,-1 0 1 0 0,1 0-1 0 0,-1-1 0 0 0,1 0 1 0 0,0 1-1 0 0,0-1 1 0 0,0 0-1 0 0,0 0 0 0 0,0 0 1 0 0,1 0-1 0 0,-1 0 0 0 0,0 0 1 0 0,1-1-1 0 0,0 1 0 0 0,-1 0 1 0 0,1-1-1 0 0,0 1 0 0 0,0-1 1 0 0,0 0-1 0 0,1 1 0 0 0,-1-1 1 0 0,1 0-1 0 0,-1 1 0 0 0,1-1 1 0 0,0 0-1 0 0,0 1 0 0 0,0-1 1 0 0,0 0-1 0 0,1 0 0 0 0,-1 1 1 0 0,1-1-1 0 0,1-3 1 0 0,3-7-1069 0 0,1 0 1 0 0,0 0-1 0 0,1 1 1 0 0,0 0 0 0 0,13-15-1 0 0,-10 14 180 0 0,27-38-4534 0 0,6 1-2828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06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46 2512 0 0,'2'-2'433'0'0,"5"-8"2580"0"0,2 1-1 0 0,16-15 1103 0 0,-13 35-904 0 0,-6 5-2218 0 0,-2-1 1 0 0,6 30-1 0 0,5 20 153 0 0,-9-49-1004 0 0,-1-1-1 0 0,2-1 1 0 0,0 1-1 0 0,1-1 1 0 0,0 0 0 0 0,1-1-1 0 0,11 14 1 0 0,-12-18-94 0 0,0-1 0 0 0,0 0 0 0 0,1-1-1 0 0,0 0 1 0 0,0-1 0 0 0,1 0 0 0 0,-1 0 0 0 0,2-1 0 0 0,-1 0-1 0 0,21 7 1 0 0,-17-8-12 0 0,0 0-1 0 0,0-1 1 0 0,0 0 0 0 0,1-1-1 0 0,-1-1 1 0 0,1 0-1 0 0,21-2 1 0 0,-29 0-27 0 0,1-1-1 0 0,0 0 1 0 0,0 0 0 0 0,-1 0 0 0 0,1-1-1 0 0,-1 0 1 0 0,0 0 0 0 0,0-1 0 0 0,0 0 0 0 0,0 0-1 0 0,-1 0 1 0 0,1-1 0 0 0,-1 0 0 0 0,0-1-1 0 0,6-7 1 0 0,7-12 107 0 0,-1 0-1 0 0,-2-2 1 0 0,0 0-1 0 0,-2-1 1 0 0,18-51-1 0 0,-26 68 74 0 0,-4 18 205 0 0,-6 20 171 0 0,-161 854 5246 0 0,133-690-4946 0 0,29-169-829 0 0,-61 280 956 0 0,55-271-902 0 0,-1 0-1 0 0,-2-1 1 0 0,-1 0-1 0 0,-2-1 1 0 0,0-1-1 0 0,-2 0 1 0 0,-30 37-1 0 0,38-55-89 0 0,-1 1 0 0 0,0-1 0 0 0,0-1 0 0 0,-1 0 0 0 0,-1 0 0 0 0,1-1 0 0 0,-1-1 0 0 0,-17 8 0 0 0,24-12 0 0 0,-1-1 0 0 0,0 0 0 0 0,1 0 0 0 0,-1-1 0 0 0,0 1 0 0 0,0-1 0 0 0,0-1 0 0 0,0 1 0 0 0,0-1 0 0 0,0 0 0 0 0,0 0 0 0 0,0-1 0 0 0,0 1 0 0 0,0-2 0 0 0,0 1 0 0 0,0 0 0 0 0,0-1 0 0 0,1 0 0 0 0,-1-1 0 0 0,1 1 0 0 0,-10-7 0 0 0,5 2 0 0 0,0-2 0 0 0,0 0 0 0 0,0 0 0 0 0,2-1 0 0 0,-1 0 0 0 0,1 0 0 0 0,0-1 0 0 0,1 0 0 0 0,1 0 0 0 0,-1-1 0 0 0,2 0 0 0 0,0 0 0 0 0,0 0 0 0 0,1-1 0 0 0,-4-18 0 0 0,4 9 0 0 0,1 0 0 0 0,0 0 0 0 0,2-1 0 0 0,1 1 0 0 0,0 0 0 0 0,2-1 0 0 0,0 1 0 0 0,8-29 0 0 0,-3 24-491 0 0,1 1 0 0 0,2 0-1 0 0,17-34 1 0 0,-10 29-1079 0 0,2 0-1 0 0,1 1 0 0 0,1 1 1 0 0,30-30-1 0 0,-5 12-1687 0 0,2 3 0 0 0,2 1 0 0 0,92-59-1 0 0,-82 65-4253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07.0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71 210 668 0 0,'-63'-42'16589'0'0,"63"42"-16506"0"0,-1-1 0 0 0,1 1-1 0 0,-1 0 1 0 0,1-1 0 0 0,-1 1 0 0 0,1 0 0 0 0,-1-1 0 0 0,1 1 0 0 0,0-1-1 0 0,-1 1 1 0 0,1-1 0 0 0,0 1 0 0 0,-1-1 0 0 0,1 0 0 0 0,0 1 0 0 0,0-1-1 0 0,-1 1 1 0 0,1-1 0 0 0,0 0 0 0 0,0 1 0 0 0,0-1 0 0 0,0 1 0 0 0,0-1-1 0 0,0 0 1 0 0,0 1 0 0 0,0-1 0 0 0,0 1 0 0 0,0-1 0 0 0,0 0 0 0 0,1 0-1 0 0,0 0-4 0 0,-1-1-1 0 0,1 1 1 0 0,0 0 0 0 0,0-1-1 0 0,0 1 1 0 0,1 0-1 0 0,-1 0 1 0 0,0 0-1 0 0,0 0 1 0 0,1 0-1 0 0,1-1 1 0 0,3-2 37 0 0,1 0-1 0 0,0 1 1 0 0,14-4 0 0 0,161-39 704 0 0,-24 7-1989 0 0,-113 23-2308 0 0,-18 0-4390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07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48 2140 0 0,'0'0'173'0'0,"-14"-12"4281"0"0,-1 0 0 0 0,-20-11 1621 0 0,33 23-5986 0 0,1 0 0 0 0,0 1-1 0 0,-1-1 1 0 0,1 1 0 0 0,0-1-1 0 0,0 1 1 0 0,-1 0 0 0 0,1-1-1 0 0,0 1 1 0 0,0 0 0 0 0,0 0 0 0 0,0 0-1 0 0,0 0 1 0 0,0 0 0 0 0,0 0-1 0 0,0 0 1 0 0,0 0 0 0 0,1 0-1 0 0,-1 0 1 0 0,0 1 0 0 0,1-1-1 0 0,-1 0 1 0 0,1 1 0 0 0,-1-1-1 0 0,1 0 1 0 0,-1 1 0 0 0,1 0 0 0 0,-8 42 1166 0 0,8-40-1122 0 0,-37 533 4546 0 0,36-516-4718 0 0,2 74-491 0 0,-1-83-302 0 0,2-1 1 0 0,0 1-1 0 0,0-1 0 0 0,1 1 1 0 0,8 20-1 0 0,-10-29 22 0 0,0-1 1 0 0,1 1-1 0 0,-1-1 0 0 0,1 1 1 0 0,0-1-1 0 0,0 1 0 0 0,0-1 1 0 0,0 0-1 0 0,0 0 0 0 0,3 2 1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07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604 155 2068 0 0,'0'-4'2478'0'0,"-5"-127"14294"0"0,5 130-16710 0 0,0 0 1 0 0,0 0-1 0 0,0 0 1 0 0,0 1-1 0 0,0-1 1 0 0,0 0-1 0 0,0 0 1 0 0,0 1-1 0 0,0-1 1 0 0,-1 0-1 0 0,1 1 1 0 0,0-1-1 0 0,-1 0 0 0 0,1 1 1 0 0,-1-1-1 0 0,1 0 1 0 0,0 1-1 0 0,-1-1 1 0 0,1 0-1 0 0,-1 1 1 0 0,0-1-1 0 0,1 1 1 0 0,-1-1-1 0 0,1 1 1 0 0,-1 0-1 0 0,0-1 0 0 0,1 1 1 0 0,-1 0-1 0 0,0-1 1 0 0,0 1-1 0 0,1 0 1 0 0,-1 0-1 0 0,0-1 1 0 0,0 1-1 0 0,1 0 1 0 0,-1 0-1 0 0,0 0 1 0 0,0 0-1 0 0,1 0 0 0 0,-1 0 1 0 0,0 0-1 0 0,0 0 1 0 0,1 1-1 0 0,-1-1 1 0 0,-1 0-1 0 0,-3 2-4 0 0,0-1 1 0 0,0 1-1 0 0,0-1 0 0 0,-10 6 0 0 0,-21 14 115 0 0,1 1 1 0 0,0 2-1 0 0,2 1 0 0 0,-34 34 0 0 0,14-7 14 0 0,-67 86-1 0 0,97-109-150 0 0,1 1 0 0 0,1 0-1 0 0,2 2 1 0 0,1 0 0 0 0,2 2 0 0 0,-15 43 0 0 0,28-70-29 0 0,1 0 1 0 0,1 0 0 0 0,-1 1-1 0 0,1-1 1 0 0,0 1-1 0 0,1-1 1 0 0,0 1 0 0 0,0 0-1 0 0,1-1 1 0 0,0 1 0 0 0,0-1-1 0 0,0 0 1 0 0,1 1-1 0 0,1-1 1 0 0,-1 0 0 0 0,1 0-1 0 0,0 0 1 0 0,5 7 0 0 0,-3-6-81 0 0,1 0 0 0 0,0 0 0 0 0,1-1 0 0 0,0 0 0 0 0,0 0 0 0 0,1-1 0 0 0,-1 0 0 0 0,1 0 0 0 0,1-1 0 0 0,-1 0 0 0 0,1 0 0 0 0,0-1 0 0 0,13 5 0 0 0,4-1-1014 0 0,0-1 1 0 0,0 0-1 0 0,0-2 1 0 0,49 2 0 0 0,-44-6-3937 0 0,60-6 1 0 0,-46-1-2192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08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207 155 2176 0 0,'-5'-52'10156'0'0,"3"22"-6229"0"0,2 27-3754 0 0,0 1 1 0 0,-1 0-1 0 0,1-1 1 0 0,0 1 0 0 0,0 0-1 0 0,0 0 1 0 0,1-1-1 0 0,-1 1 1 0 0,1 0-1 0 0,-1 0 1 0 0,1-1-1 0 0,0 1 1 0 0,-1 0 0 0 0,1 0-1 0 0,0 0 1 0 0,0 0-1 0 0,1 0 1 0 0,-1 0-1 0 0,2-2 1 0 0,0 2-113 0 0,0-1 0 0 0,0 1 1 0 0,1 0-1 0 0,-1 0 0 0 0,1 0 0 0 0,-1 0 1 0 0,8-2-1 0 0,1 0 106 0 0,-11 3-157 0 0,1 0 0 0 0,-1 1 0 0 0,1 0 0 0 0,0-1 1 0 0,-1 1-1 0 0,1 0 0 0 0,-1 0 0 0 0,1-1 0 0 0,0 1 1 0 0,-1 0-1 0 0,1 1 0 0 0,0-1 0 0 0,-1 0 0 0 0,3 1 1 0 0,2 0 11 0 0,0-1-6 0 0,-1 1 0 0 0,1-1 0 0 0,0 1 0 0 0,0 1-1 0 0,0-1 1 0 0,-1 1 0 0 0,1 0 0 0 0,-1 0 0 0 0,1 0 0 0 0,-1 1 0 0 0,0 0 0 0 0,0 0 0 0 0,9 7 0 0 0,-11-7-12 0 0,-1 0 0 0 0,1 0 1 0 0,0 0-1 0 0,-1 1 0 0 0,0-1 0 0 0,0 0 0 0 0,0 1 1 0 0,0 0-1 0 0,0-1 0 0 0,-1 1 0 0 0,0 0 1 0 0,0 0-1 0 0,0 0 0 0 0,0 0 0 0 0,0 0 1 0 0,-1 0-1 0 0,0 0 0 0 0,0 0 0 0 0,0 0 1 0 0,-1 5-1 0 0,0 0 12 0 0,-1 0-1 0 0,-1 0 1 0 0,1 0-1 0 0,-1 0 1 0 0,-1-1 0 0 0,0 1-1 0 0,0-1 1 0 0,-1 0 0 0 0,-10 14-1 0 0,-5 2 49 0 0,-34 34 0 0 0,51-56-59 0 0,-12 13 354 0 0,-2-2 0 0 0,-33 23 0 0 0,48-35-15 0 0,4-2-314 0 0,6-3-25 0 0,1 1 0 0 0,-1 0 0 0 0,1 1-1 0 0,-1 0 1 0 0,1 0 0 0 0,0 1 0 0 0,-1 0 0 0 0,1 1 0 0 0,0 0-1 0 0,0 0 1 0 0,10 2 0 0 0,-7 0-10 0 0,-1 0 0 0 0,1 0 0 0 0,0 2 1 0 0,-1-1-1 0 0,0 2 0 0 0,0-1 0 0 0,0 1 0 0 0,11 8 0 0 0,-17-10 36 0 0,0 1-1 0 0,0-1 0 0 0,0 1 1 0 0,0 0-1 0 0,-1 0 0 0 0,0 0 1 0 0,0 1-1 0 0,0 0 0 0 0,-1-1 1 0 0,1 1-1 0 0,-1 1 0 0 0,0-1 1 0 0,-1 0-1 0 0,1 1 0 0 0,-1-1 1 0 0,0 1-1 0 0,0 0 0 0 0,0 6 1 0 0,-2-7 76 0 0,0 1 1 0 0,0-1 0 0 0,0 1-1 0 0,-1-1 1 0 0,0 1-1 0 0,0-1 1 0 0,0 0 0 0 0,-1 1-1 0 0,0-1 1 0 0,0 0-1 0 0,0 0 1 0 0,-1 0 0 0 0,0 0-1 0 0,-4 6 1 0 0,0-2 53 0 0,0 1 1 0 0,-1-1 0 0 0,0-1-1 0 0,-1 1 1 0 0,-15 11-1 0 0,3-5 11 0 0,-1-1 1 0 0,0-1-1 0 0,-1-1 0 0 0,-41 15 0 0 0,49-21-193 0 0,0-2 0 0 0,0 0 1 0 0,-1 0-1 0 0,0-2 0 0 0,1 0 1 0 0,-1 0-1 0 0,0-2 0 0 0,-30-2 0 0 0,40 1-278 0 0,0 0-1 0 0,1-1 0 0 0,-1 1 1 0 0,1-1-1 0 0,-1 0 0 0 0,1-1 1 0 0,-8-4-1 0 0,-8-11-3495 0 0,19 15 2787 0 0,0 1 0 0 0,1 0 0 0 0,-1-1-1 0 0,1 0 1 0 0,0 1 0 0 0,0-1 0 0 0,-2-5 0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08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60 136 1596 0 0,'1'-3'3265'0'0,"3"-10"527"0"0,5-17 7133 0 0,-6 12-7410 0 0,-2 17-3482 0 0,-1-1 1 0 0,1 1 0 0 0,0 0 0 0 0,0 0-1 0 0,-1 0 1 0 0,1 0 0 0 0,0 0-1 0 0,0 0 1 0 0,0 1 0 0 0,0-1-1 0 0,0 0 1 0 0,0 0 0 0 0,0 1-1 0 0,0-1 1 0 0,0 0 0 0 0,1 1-1 0 0,-1-1 1 0 0,0 1 0 0 0,0 0-1 0 0,1-1 1 0 0,0 1 0 0 0,32-9 175 0 0,-34 9-204 0 0,59-13 216 0 0,109-19-20 0 0,-166 32-219 0 0,2 5-17 0 0,-4-5 34 0 0,1 0 0 0 0,-1 0 1 0 0,0 1-1 0 0,0-1 0 0 0,1 0 1 0 0,-1 0-1 0 0,0 0 0 0 0,0 1 1 0 0,1-1-1 0 0,-1 0 0 0 0,0 0 1 0 0,0 1-1 0 0,0-1 0 0 0,1 0 1 0 0,-1 1-1 0 0,0-1 0 0 0,0 0 1 0 0,0 1-1 0 0,0-1 0 0 0,0 0 1 0 0,0 1-1 0 0,0-1 0 0 0,0 0 1 0 0,1 1-1 0 0,-1-1 0 0 0,-1 0 1 0 0,1 1-1 0 0,0-1 0 0 0,0 0 1 0 0,0 1-1 0 0,0-1 1 0 0,0 1-1 0 0,0-1 0 0 0,0 0 1 0 0,0 0-1 0 0,0 1 0 0 0,-1-1 1 0 0,1 1-1 0 0,-38 66 3 0 0,-67 88 0 0 0,48-76 139 0 0,42-56-2 0 0,-15 19 287 0 0,1 1 0 0 0,3 2 0 0 0,-33 75 0 0 0,57-115-382 0 0,0-1-1 0 0,1 1 1 0 0,-1 0 0 0 0,1 0 0 0 0,0 0-1 0 0,0 0 1 0 0,1 0 0 0 0,0 1-1 0 0,0-1 1 0 0,1 9 0 0 0,0-12-26 0 0,-1 0 0 0 0,1 0 0 0 0,0 0 1 0 0,0 0-1 0 0,0 0 0 0 0,0-1 0 0 0,0 1 1 0 0,0 0-1 0 0,1-1 0 0 0,-1 1 0 0 0,1-1 0 0 0,-1 1 1 0 0,1-1-1 0 0,-1 0 0 0 0,1 1 0 0 0,0-1 1 0 0,0 0-1 0 0,-1 0 0 0 0,1 0 0 0 0,0-1 1 0 0,0 1-1 0 0,0 0 0 0 0,0-1 0 0 0,0 1 1 0 0,0-1-1 0 0,0 0 0 0 0,0 1 0 0 0,4-1 1 0 0,16 0-79 0 0,0 0 0 0 0,0-1 0 0 0,0 0 1 0 0,0-2-1 0 0,0-1 0 0 0,40-13 0 0 0,122-55-3433 0 0,-182 71 3430 0 0,137-64-5224 0 0,-49 16-2324 0 0,-37 17-501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08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210 117 2340 0 0,'-207'-32'19594'0'0,"205"32"-18883"0"0,18-12-245 0 0,-6 7-420 0 0,-1 1-1 0 0,1 1 0 0 0,0 0 1 0 0,1 1-1 0 0,-1 0 0 0 0,0 0 1 0 0,19 0-1 0 0,10-2 26 0 0,196-25-1345 0 0,-156 22-2682 0 0,0 0-4505 0 0,-56 5 1011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08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0 628 0 0,'-226'129'15373'0'0,"221"-126"-15058"0"0,-7 4 398 0 0,1-1-1 0 0,1 2 1 0 0,-14 10-1 0 0,24-18-695 0 0,0 0 0 0 0,0 0-1 0 0,0 1 1 0 0,-1-1 0 0 0,1 0-1 0 0,0 0 1 0 0,0 0-1 0 0,0 1 1 0 0,0-1 0 0 0,-1 0-1 0 0,1 0 1 0 0,0 0-1 0 0,0 1 1 0 0,0-1 0 0 0,0 0-1 0 0,0 0 1 0 0,0 1 0 0 0,0-1-1 0 0,0 0 1 0 0,0 0-1 0 0,0 1 1 0 0,0-1 0 0 0,0 0-1 0 0,0 0 1 0 0,0 1 0 0 0,0-1-1 0 0,0 0 1 0 0,0 0-1 0 0,0 1 1 0 0,0-1 0 0 0,0 0-1 0 0,0 0 1 0 0,0 1-1 0 0,0-1 1 0 0,0 0 0 0 0,1 0-1 0 0,-1 1 1 0 0,11 4 304 0 0,11-1-138 0 0,28-4-85 0 0,0-1 0 0 0,0-2 0 0 0,54-12 0 0 0,-69 10-196 0 0,274-46-3013 0 0,-105 5-4080 0 0,-90 17-699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09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214 706 3156 0 0,'-6'-1'592'0'0,"-3"0"984"0"0,0 0 0 0 0,0-1 0 0 0,1 0 0 0 0,-1 0 0 0 0,1-1-1 0 0,-1 0 1 0 0,1-1 0 0 0,0 0 0 0 0,-14-9 0 0 0,21 12-1517 0 0,1 0 0 0 0,0 0-1 0 0,-1 0 1 0 0,1 1 0 0 0,-1-1-1 0 0,1 0 1 0 0,0 0 0 0 0,0 0-1 0 0,-1 0 1 0 0,1 0 0 0 0,0 0 0 0 0,0 0-1 0 0,0 0 1 0 0,0 0 0 0 0,0 0-1 0 0,0 1 1 0 0,0-1 0 0 0,1 0 0 0 0,-1 0-1 0 0,0 0 1 0 0,1-1 0 0 0,-1 0 85 0 0,1 0-58 0 0,0-1-1 0 0,-1 0 0 0 0,1 0 1 0 0,0 0-1 0 0,1 1 0 0 0,-1-1 1 0 0,0 0-1 0 0,1 1 1 0 0,-1-1-1 0 0,1 1 0 0 0,0 0 1 0 0,4-5-1 0 0,30-22 327 0 0,-22 19-278 0 0,13-11 26 0 0,21-15 52 0 0,65-65 1 0 0,-99 87-195 0 0,-1-1-1 0 0,0-1 1 0 0,-1 0 0 0 0,-1-1-1 0 0,-1 0 1 0 0,0-1 0 0 0,-1 0 0 0 0,10-30-1 0 0,-7 1 29 0 0,-1-1 0 0 0,5-51 0 0 0,-13 74-84 0 0,-3 25 35 0 0,1-1 0 0 0,-1 1-1 0 0,0-1 1 0 0,0 1 0 0 0,0-1 0 0 0,0 1 0 0 0,0-1 0 0 0,0 1 0 0 0,0-1 0 0 0,0 1 0 0 0,0-1-1 0 0,0 1 1 0 0,0-1 0 0 0,0 1 0 0 0,0-1 0 0 0,0 1 0 0 0,0-1 0 0 0,0 1 0 0 0,0-1 0 0 0,-1 1-1 0 0,1 0 1 0 0,0-1 0 0 0,0 1 0 0 0,0-1 0 0 0,-1 1 0 0 0,1 0 0 0 0,-1-1 0 0 0,-9 7-16 0 0,-8 21 21 0 0,-3 23 27 0 0,3 0 1 0 0,2 0-1 0 0,-16 85 1 0 0,20-81-16 0 0,-56 284 374 0 0,-44 177 473 0 0,101-474-775 0 0,-22 69 149 0 0,29-98-112 0 0,-1-1 1 0 0,-1 1-1 0 0,0-1 1 0 0,0 0 0 0 0,-1-1-1 0 0,-14 17 1 0 0,19-24-67 0 0,-1 0-1 0 0,0 0 1 0 0,0 0 0 0 0,0-1 0 0 0,-1 0 0 0 0,1 1 0 0 0,0-1 0 0 0,-1 0-1 0 0,1-1 1 0 0,-1 1 0 0 0,0-1 0 0 0,-7 3 0 0 0,10-4-46 0 0,-1 0 1 0 0,0 0-1 0 0,0 0 1 0 0,0 0-1 0 0,1 0 0 0 0,-1-1 1 0 0,0 1-1 0 0,0 0 1 0 0,1-1-1 0 0,-1 1 0 0 0,0-1 1 0 0,0 0-1 0 0,1 0 1 0 0,-1 0-1 0 0,1 1 0 0 0,-1-1 1 0 0,1-1-1 0 0,-1 1 1 0 0,1 0-1 0 0,0 0 0 0 0,-1 0 1 0 0,1-1-1 0 0,0 1 1 0 0,0-1-1 0 0,0 1 0 0 0,0-1 1 0 0,0 1-1 0 0,0-1 1 0 0,1 1-1 0 0,-1-3 0 0 0,-3-5 1 0 0,1-1-1 0 0,1 1 1 0 0,-1-1-1 0 0,2 1 0 0 0,-1-1 1 0 0,1 0-1 0 0,1 0 0 0 0,0 0 1 0 0,0 0-1 0 0,1 0 0 0 0,0 1 1 0 0,1-1-1 0 0,3-11 0 0 0,5-12-7 0 0,1 0-1 0 0,20-44 1 0 0,-13 40-10 0 0,1 1 0 0 0,2 0 1 0 0,1 1-1 0 0,2 2 0 0 0,34-37 1 0 0,-35 45-1 0 0,2 1 0 0 0,0 1 1 0 0,1 2-1 0 0,1 0 0 0 0,2 2 1 0 0,51-27-1 0 0,-65 38-10 0 0,1 2 1 0 0,0 0-1 0 0,1 0 0 0 0,-1 2 1 0 0,34-5-1 0 0,-44 8 8 0 0,0 1-1 0 0,0 0 1 0 0,0 0 0 0 0,0 1-1 0 0,0-1 1 0 0,1 1 0 0 0,-1 1-1 0 0,10 3 1 0 0,-13-4 2 0 0,1 1 1 0 0,-1 0 0 0 0,0 0-1 0 0,0 0 1 0 0,0 0-1 0 0,0 0 1 0 0,0 1-1 0 0,0-1 1 0 0,-1 1-1 0 0,1 0 1 0 0,-1 0 0 0 0,0 0-1 0 0,1 0 1 0 0,-1 0-1 0 0,2 5 1 0 0,-3-4 3 0 0,1 0-1 0 0,-1 0 1 0 0,0 0 0 0 0,0-1 0 0 0,0 1-1 0 0,0 0 1 0 0,-1 0 0 0 0,0 0 0 0 0,0 0-1 0 0,0 0 1 0 0,0 0 0 0 0,-1 0 0 0 0,0 5 0 0 0,-1-2 1 0 0,0 0 1 0 0,-1 0-1 0 0,0 0 1 0 0,0 0 0 0 0,0 0-1 0 0,-7 9 1 0 0,-1-1 4 0 0,-1-1 0 0 0,0 0 0 0 0,0-1 0 0 0,-28 22 0 0 0,23-23 6 0 0,1 0 0 0 0,-2-1 1 0 0,1-1-1 0 0,-2-1 0 0 0,1 0 0 0 0,-1-1 0 0 0,0-2 1 0 0,-1 1-1 0 0,1-2 0 0 0,-24 3 0 0 0,3-10 55 0 0,29 0-51 0 0,3 1-7 0 0,-8-7-3 0 0,4-1-2 0 0,6 1-8 0 0,6 7 5 0 0,0 1-1 0 0,0 0 1 0 0,0 0 0 0 0,0-1 0 0 0,-1 1 0 0 0,1 0-1 0 0,0-1 1 0 0,0 1 0 0 0,0 0 0 0 0,0-1-1 0 0,0 1 1 0 0,0 0 0 0 0,0-1 0 0 0,0 1 0 0 0,0 0-1 0 0,0-1 1 0 0,0 1 0 0 0,0 0 0 0 0,0-1 0 0 0,0 1-1 0 0,0 0 1 0 0,1-1 0 0 0,-1 1 0 0 0,0 0-1 0 0,0-1 1 0 0,0 1 0 0 0,0 0 0 0 0,1 0 0 0 0,-1-1-1 0 0,0 1 1 0 0,0 0 0 0 0,0 0 0 0 0,1-1 0 0 0,-1 1-1 0 0,0 0 1 0 0,0 0 0 0 0,1 0 0 0 0,-1-1 0 0 0,0 1-1 0 0,1 0 1 0 0,-1 0 0 0 0,0 0 0 0 0,1 0-1 0 0,-1 0 1 0 0,0 0 0 0 0,1 0 0 0 0,0-1-1 0 0,1 1 1 0 0,-1 0-1 0 0,0 0 1 0 0,1-1-1 0 0,-1 1 1 0 0,0 0-1 0 0,0 0 1 0 0,1 1-1 0 0,-1-1 0 0 0,0 0 1 0 0,0 0-1 0 0,1 1 1 0 0,-1-1-1 0 0,2 1 1 0 0,9 6-1 0 0,0 0 0 0 0,0 1 1 0 0,-1 1-1 0 0,0 0 0 0 0,0 0 0 0 0,10 13 1 0 0,56 73-103 0 0,-51-61-1291 0 0,33 35 0 0 0,-34-45-1468 0 0,39 31 0 0 0,-46-43-1257 0 0,32 18 0 0 0,-13-11-3546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10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419 293 584 0 0,'2'-9'1468'0'0,"30"-108"8504"0"0,-24 92-8187 0 0,1 1 0 0 0,21-39 0 0 0,-28 59-1690 0 0,1 0 0 0 0,0 0 0 0 0,0 0 0 0 0,1 1 0 0 0,-1-1 0 0 0,1 1 0 0 0,0 0 0 0 0,0 0 0 0 0,0 0 0 0 0,0 0 0 0 0,0 1 0 0 0,1-1 0 0 0,-1 1 0 0 0,1 1 0 0 0,-1-1 0 0 0,1 0 0 0 0,0 1 0 0 0,0 0 0 0 0,-1 0-1 0 0,1 1 1 0 0,6-1 0 0 0,-8 1-69 0 0,0 0-1 0 0,0 0 0 0 0,1 0 0 0 0,-1 1 1 0 0,0-1-1 0 0,0 1 0 0 0,0 0 1 0 0,0 0-1 0 0,0 0 0 0 0,0 0 0 0 0,0 0 1 0 0,-1 1-1 0 0,1-1 0 0 0,0 1 0 0 0,-1 0 1 0 0,1-1-1 0 0,-1 1 0 0 0,1 1 0 0 0,-1-1 1 0 0,0 0-1 0 0,0 1 0 0 0,0-1 0 0 0,0 1 1 0 0,0-1-1 0 0,-1 1 0 0 0,1 0 0 0 0,-1 0 1 0 0,0 0-1 0 0,0-1 0 0 0,0 1 0 0 0,0 1 1 0 0,0-1-1 0 0,0 5 0 0 0,-1-2 55 0 0,0 0 0 0 0,0 0-1 0 0,0 0 1 0 0,-1 1 0 0 0,0-1 0 0 0,0 0-1 0 0,0 0 1 0 0,-1 0 0 0 0,0 0-1 0 0,0 0 1 0 0,-1-1 0 0 0,0 1 0 0 0,0-1-1 0 0,0 1 1 0 0,0-1 0 0 0,-9 9 0 0 0,-5 5 231 0 0,0-1 0 0 0,-36 27 1 0 0,45-37-181 0 0,-104 70 1145 0 0,111-77-1270 0 0,-1 0-1 0 0,1 0 1 0 0,-1-1 0 0 0,1 2-1 0 0,0-1 1 0 0,0 0-1 0 0,-1 0 1 0 0,1 0 0 0 0,0 0-1 0 0,0 1 1 0 0,0-1 0 0 0,0 0-1 0 0,-1 3 1 0 0,2-4-1 0 0,0 1 0 0 0,0 0 0 0 0,0-1 0 0 0,0 1 0 0 0,0-1 0 0 0,0 1 0 0 0,0-1 0 0 0,0 1 0 0 0,0-1 0 0 0,0 1 0 0 0,0 0 0 0 0,1-1 0 0 0,-1 1 0 0 0,0-1 0 0 0,0 1 0 0 0,0-1 0 0 0,1 1 0 0 0,-1-1 0 0 0,0 1 0 0 0,1-1 0 0 0,-1 1 0 0 0,0-1 0 0 0,1 0 0 0 0,-1 1 0 0 0,1 0 0 0 0,4 2 30 0 0,0 0 0 0 0,0-1-1 0 0,0 1 1 0 0,0-1-1 0 0,0 0 1 0 0,6 2 0 0 0,4 1-7 0 0,23 11 244 0 0,0 1 1 0 0,48 31-1 0 0,-70-37-121 0 0,0 0 0 0 0,0 1 0 0 0,-1 0 0 0 0,-1 2 0 0 0,0 0 0 0 0,-1 0 0 0 0,14 21 0 0 0,-25-33-21 0 0,-1-1 0 0 0,0 1-1 0 0,0 0 1 0 0,0 0 0 0 0,0-1 0 0 0,-1 1-1 0 0,1 0 1 0 0,0 0 0 0 0,-1 0 0 0 0,1 0-1 0 0,-1 0 1 0 0,0 0 0 0 0,0 0 0 0 0,0 0-1 0 0,0 0 1 0 0,0 0 0 0 0,0 0 0 0 0,0 0-1 0 0,-1 0 1 0 0,0 4 0 0 0,-1-3 0 0 0,1 0 0 0 0,-1 0 0 0 0,0 0 1 0 0,0-1-1 0 0,0 1 0 0 0,0-1 0 0 0,0 1 1 0 0,-1-1-1 0 0,1 1 0 0 0,-1-1 0 0 0,-4 2 1 0 0,-6 4 105 0 0,-1 0 1 0 0,0-2 0 0 0,0 1 0 0 0,-18 4 0 0 0,-5 0-124 0 0,-1-2 0 0 0,-1-1 0 0 0,-42 2 0 0 0,-119-2 201 0 0,171-8-832 0 0,0-1-1 0 0,0-2 1 0 0,0-1-1 0 0,-50-14 1 0 0,75 17 29 0 0,0-1-1 0 0,0 1 1 0 0,0-1 0 0 0,0 0 0 0 0,0 0 0 0 0,0-1 0 0 0,0 1-1 0 0,0-1 1 0 0,1 0 0 0 0,0 0 0 0 0,-1 0 0 0 0,-2-4 0 0 0,4 5-459 0 0,1-1 1 0 0,-1 1 0 0 0,1-1 0 0 0,0 1-1 0 0,0-1 1 0 0,0 0 0 0 0,0 1-1 0 0,0-1 1 0 0,0 0 0 0 0,1 0 0 0 0,0 0-1 0 0,-1-5 1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10.4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44 3868 0 0,'11'-1'3308'0'0,"-1"0"-1"0"0,1 0 0 0 0,22-7 1767 0 0,-32 8-4759 0 0,0 0 0 0 0,0 0 0 0 0,1-1 0 0 0,-1 1 1 0 0,0 0-1 0 0,0 0 0 0 0,0-1 0 0 0,1 1 0 0 0,-1-1 1 0 0,0 1-1 0 0,0-1 0 0 0,0 0 0 0 0,0 1 0 0 0,0-1 1 0 0,0 0-1 0 0,0 0 0 0 0,0 0 0 0 0,1-2 0 0 0,9-8 1377 0 0,-5 1-3496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6:33.6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 73 700 0 0,'-10'-10'888'0'0,"0"3"-256"0"0,-1-1-128 0 0,3 1-144 0 0,1 0 92 0 0,-5-3-396 0 0,4 2-212 0 0,4-1-272 0 0,10 2-844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6:34.7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34 420 0 0,'-2'-11'1488'0'0,"2"-1"-540"0"0,0 2-1004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6:35.6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9 156 0 0,'0'0'764'0'0,"-2"-9"1452"0"0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6:40.2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1528 0 0,'0'0'6378'0'0,"2"7"-6242"0"0,-2-5-3066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6:45.7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 4 976 0 0,'0'0'760'0'0,"-19"0"168"0"0,4 0-700 0 0,3-4-252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6:46.5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4 556 0 0,'0'0'2528'0'0,"12"-3"-1608"0"0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8:30.3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0 1856 0 0,'-16'27'7507'0'0,"15"-26"-7508"0"0,0 0 67 0 0,0 0 0 0 0,1 0 0 0 0,-1 1 0 0 0,0-1 0 0 0,0 0 0 0 0,0 0 0 0 0,1 1 0 0 0,-1-1 0 0 0,1 1 1 0 0,-1-1-1 0 0,1 2 0 0 0,4 12-4885 0 0,2-7 1887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8:30.8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0 1392 0 0,'0'0'5761'0'0,"-9"5"-1869"0"0,1-1-3052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26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619 22 2140 0 0,'2'-3'901'0'0,"0"0"1"0"0,0 1-1 0 0,0-1 0 0 0,0 0 1 0 0,0 1-1 0 0,10-3 3710 0 0,-12 5-4541 0 0,-3 17 1094 0 0,-100 249 2408 0 0,-21-9-2772 0 0,119-247-755 0 0,-371 640 865 0 0,344-602-1532 0 0,35-66-6649 0 0,-2 14 6590 0 0,3-6 0 0 0,0 0-1352 0 0,3-11-2995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26.9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846 140 2168 0 0,'9'-17'1781'0'0,"25"-47"5640"0"0,-30 58-6580 0 0,0-1 1 0 0,1 1 0 0 0,0 0 0 0 0,0 0 0 0 0,1 0 0 0 0,10-8 0 0 0,-14 13-716 0 0,0 0 1 0 0,-1 0-1 0 0,1 0 0 0 0,0 1 0 0 0,0-1 1 0 0,0 1-1 0 0,-1-1 0 0 0,1 1 1 0 0,0-1-1 0 0,0 1 0 0 0,0 0 0 0 0,0 0 1 0 0,0 0-1 0 0,0 0 0 0 0,0 0 1 0 0,0 1-1 0 0,0-1 0 0 0,0 0 0 0 0,0 1 1 0 0,-1-1-1 0 0,1 1 0 0 0,0 0 1 0 0,0 0-1 0 0,-1 0 0 0 0,1 0 0 0 0,0 0 1 0 0,-1 0-1 0 0,1 0 0 0 0,2 3 1 0 0,3 2 321 0 0,0 1 1 0 0,-1 0 0 0 0,0 0-1 0 0,8 12 1 0 0,23 42 794 0 0,-2 1 1 0 0,33 85-1 0 0,-28-56-782 0 0,80 198 95 0 0,-106-252-505 0 0,57 165 116 0 0,-62-170-76 0 0,-1 1 0 0 0,-2 0 0 0 0,-2 1 1 0 0,2 43-1 0 0,-6-74-58 0 0,0 0 0 0 0,0 1 0 0 0,0-1 0 0 0,0 0 0 0 0,0 0 0 0 0,-1 1 0 0 0,1-1 0 0 0,-1 0 0 0 0,0 0 1 0 0,0 1-1 0 0,0-1 0 0 0,0 0 0 0 0,-1 0 0 0 0,1 0 0 0 0,-1-1 0 0 0,0 1 0 0 0,0 0 0 0 0,0 0 0 0 0,0-1 0 0 0,0 0 0 0 0,-1 1 0 0 0,1-1 0 0 0,-6 4 0 0 0,5-5-27 0 0,0 0 0 0 0,0 0 0 0 0,0-1 0 0 0,0 1 0 0 0,-1-1 0 0 0,1 1 0 0 0,0-1 0 0 0,0 0 0 0 0,0 0 0 0 0,0 0 0 0 0,-1-1 0 0 0,-4-1 0 0 0,6 2-2 0 0,-228-36 47 0 0,18 3-58 0 0,-411 20-12 0 0,391 15-721 0 0,167-4-2910 0 0,61 2 2349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29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63 1536 0 0,'0'0'13532'0'0,"-13"7"-9691"0"0,12-7-3819 0 0,0 1-1 0 0,0-1 1 0 0,0 1 0 0 0,0-1-1 0 0,0 0 1 0 0,1 1 0 0 0,-1-1-1 0 0,0 1 1 0 0,0 0 0 0 0,1-1-1 0 0,-1 1 1 0 0,0 0 0 0 0,1-1-1 0 0,-1 1 1 0 0,1 0-1 0 0,-1 0 1 0 0,0 0 0 0 0,0 1-1 0 0,1-1-25 0 0,1 0 18 0 0,5 2 11 0 0,0-1-13 0 0,0 0-1 0 0,0 0 0 0 0,0 0 1 0 0,0-1-1 0 0,0 0 0 0 0,0 0 1 0 0,1-1-1 0 0,-1 1 1 0 0,8-2-1 0 0,59-8 55 0 0,-66 8-61 0 0,213-43-211 0 0,-22 4-5887 0 0,-161 36-255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30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80 2548 0 0,'0'0'66'0'0,"-83"33"9729"0"0,33-5-6273 0 0,48-27-3353 0 0,4 3 46 0 0,-2-4-210 0 0,0 0-1 0 0,0 1 0 0 0,0-1 0 0 0,0 0 1 0 0,0 1-1 0 0,1-1 0 0 0,-1 0 0 0 0,0 0 1 0 0,0 1-1 0 0,0-1 0 0 0,0 0 0 0 0,0 1 1 0 0,0-1-1 0 0,1 0 0 0 0,-1 0 0 0 0,0 1 0 0 0,0-1 1 0 0,0 0-1 0 0,1 0 0 0 0,-1 0 0 0 0,0 1 1 0 0,0-1-1 0 0,1 0 0 0 0,-1 0 0 0 0,0 0 1 0 0,0 0-1 0 0,1 1 0 0 0,-1-1 0 0 0,0 0 1 0 0,0 0-1 0 0,1 0 0 0 0,-1 0 0 0 0,0 0 1 0 0,1 0-1 0 0,-1 0 0 0 0,0 0 0 0 0,1 0 1 0 0,-1 0-1 0 0,31 0 58 0 0,-1-2-1 0 0,0-1 1 0 0,0-2 0 0 0,52-14 0 0 0,-29 7-299 0 0,214-45-2579 0 0,-88 19-3348 0 0,-104 21 995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30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97 372 0 0,'-9'-88'14890'0'0,"7"85"-14263"0"0,-3-3 1233 0 0,3 13-1542 0 0,0 1-1 0 0,0-1 1 0 0,1 0 0 0 0,1 0-1 0 0,-1 0 1 0 0,2 15 0 0 0,-2 13 279 0 0,-15 173 1354 0 0,-31 342 506 0 0,-80 988-265 0 0,91 6-1544 0 0,38-1417-616 0 0,15 672 149 0 0,38-2-1 0 0,46-63 122 0 0,-93-683-1443 0 0,-8-48 381 0 0,-11-28-9396 0 0,11 21 8929 0 0,0-1 0 0 0,0 0 0 0 0,0 1-1 0 0,1-8 1 0 0,3-14-6689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31.7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310 225 1216 0 0,'6'-22'3503'0'0,"-1"0"0"0"0,4-31 0 0 0,-8 45-2882 0 0,-1-1 1 0 0,0 1 0 0 0,0-1 0 0 0,-1 1-1 0 0,0 0 1 0 0,0-1 0 0 0,-1 1-1 0 0,0 0 1 0 0,-6-14 0 0 0,8 21-590 0 0,-1-1 1 0 0,0 0 0 0 0,0 0 0 0 0,0 1-1 0 0,0-1 1 0 0,0 0 0 0 0,0 1 0 0 0,0-1-1 0 0,-1 1 1 0 0,1-1 0 0 0,-1 1 0 0 0,1 0-1 0 0,-1 0 1 0 0,1-1 0 0 0,-1 1 0 0 0,0 0-1 0 0,0 0 1 0 0,1 1 0 0 0,-1-1 0 0 0,0 0-1 0 0,0 1 1 0 0,0-1 0 0 0,0 1 0 0 0,0-1-1 0 0,0 1 1 0 0,0 0 0 0 0,0 0 0 0 0,0 0-1 0 0,0 0 1 0 0,0 0 0 0 0,1 0 0 0 0,-1 1-1 0 0,0-1 1 0 0,0 1 0 0 0,0-1 0 0 0,0 1-1 0 0,0 0 1 0 0,-2 1 0 0 0,-4 2-30 0 0,0 0 1 0 0,1 0 0 0 0,0 1 0 0 0,0 0-1 0 0,0 1 1 0 0,0-1 0 0 0,-8 10-1 0 0,-8 12 7 0 0,2 0-1 0 0,0 1 1 0 0,-32 62-1 0 0,41-67-17 0 0,1 1 0 0 0,1 1 0 0 0,2 0-1 0 0,0 0 1 0 0,-7 50 0 0 0,14-65 17 0 0,0 1-1 0 0,1-1 0 0 0,0 0 1 0 0,1 0-1 0 0,0 1 1 0 0,4 18-1 0 0,-4-26-2 0 0,0 0-1 0 0,-1 0 1 0 0,1-1 0 0 0,0 1-1 0 0,1-1 1 0 0,-1 1-1 0 0,0-1 1 0 0,1 1 0 0 0,-1-1-1 0 0,1 1 1 0 0,0-1-1 0 0,0 0 1 0 0,-1 0 0 0 0,2 0-1 0 0,-1 0 1 0 0,0-1-1 0 0,0 1 1 0 0,0 0-1 0 0,1-1 1 0 0,-1 0 0 0 0,1 1-1 0 0,-1-1 1 0 0,1 0-1 0 0,0 0 1 0 0,-1 0 0 0 0,1-1-1 0 0,0 1 1 0 0,0-1-1 0 0,0 0 1 0 0,-1 1 0 0 0,6-1-1 0 0,2-1 4 0 0,0-1 0 0 0,0 0-1 0 0,-1 0 1 0 0,1-1 0 0 0,-1 0 0 0 0,1 0 0 0 0,-1-1-1 0 0,0 0 1 0 0,0-1 0 0 0,-1 0 0 0 0,1-1 0 0 0,-1 1-1 0 0,0-2 1 0 0,-1 1 0 0 0,1-1 0 0 0,11-15-1 0 0,-2 0 50 0 0,-1-1-1 0 0,0 0 1 0 0,18-40-1 0 0,27-79 1279 0 0,-57 132-1212 0 0,-4 8-163 0 0,1 2 4 0 0,0 1 33 0 0,-1 0 0 0 0,1 0-1 0 0,-1 0 1 0 0,1-1 0 0 0,-1 1-1 0 0,1 0 1 0 0,-1 0-1 0 0,0 0 1 0 0,1 0 0 0 0,-1 0-1 0 0,0 0 1 0 0,0 0 0 0 0,1-1-1 0 0,-1 1 1 0 0,0 0 0 0 0,0 0-1 0 0,0 0 1 0 0,-1 2 0 0 0,2 15 3 0 0,-1-7-131 0 0,9 201 326 0 0,-5-183-1760 0 0,9 30-1 0 0,-12-54 954 0 0,1 1-1 0 0,0-1 0 0 0,0 0 1 0 0,1 0-1 0 0,2 5 0 0 0,12 10-5219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31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44 2804 0 0,'1'-3'3055'0'0,"2"-3"-601"0"0,9-16 7362 0 0,-2 10-6191 0 0,-8 26-3070 0 0,-2 1-408 0 0,1 0 0 0 0,-2 0 0 0 0,0 0 0 0 0,-1 0 0 0 0,-4 18 0 0 0,-3 19-17 0 0,-5 154-2829 0 0,3-32-8021 0 0,7-126 3222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33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54 1940 0 0,'50'-43'14202'0'0,"-50"42"-14064"0"0,1 0 0 0 0,0 0-1 0 0,-1 0 1 0 0,1 1 0 0 0,0-1 0 0 0,-1 0-1 0 0,1 1 1 0 0,0-1 0 0 0,0 1 0 0 0,0-1 0 0 0,-1 1-1 0 0,1-1 1 0 0,0 1 0 0 0,0-1 0 0 0,0 1-1 0 0,0 0 1 0 0,0 0 0 0 0,0-1 0 0 0,0 1-1 0 0,0 0 1 0 0,0 0 0 0 0,1 0 0 0 0,-1 0-100 0 0,0 1 0 0 0,-1 0 0 0 0,1-1 0 0 0,-1 1 0 0 0,1-1 0 0 0,-1 1 0 0 0,1-1 0 0 0,-1 1 0 0 0,1 0 1 0 0,-1 0-1 0 0,1-1 0 0 0,-1 1 0 0 0,0 0 0 0 0,1 0 0 0 0,-1-1 0 0 0,0 1 0 0 0,0 0 0 0 0,0 0 0 0 0,0-1 0 0 0,1 1 1 0 0,-1 1-1 0 0,0 10-232 0 0,0 0 1 0 0,-2 23 0 0 0,1-23 520 0 0,-16 133 60 0 0,-35 145 1 0 0,7-51-101 0 0,-5 93 446 0 0,63-373-682 0 0,-4 19-26 0 0,2-10-43 0 0,1 0 0 0 0,2 0-1 0 0,20-34 1 0 0,-22 46-11 0 0,1 1-1 0 0,0 0 1 0 0,2 1 0 0 0,0 1 0 0 0,29-27 0 0 0,-37 39 20 0 0,1-1 0 0 0,0 1 1 0 0,0 1-1 0 0,0-1 0 0 0,1 1 1 0 0,0 1-1 0 0,0 0 0 0 0,0 0 1 0 0,0 0-1 0 0,0 1 0 0 0,0 1 1 0 0,0 0-1 0 0,1 0 0 0 0,-1 0 1 0 0,1 1-1 0 0,-1 1 0 0 0,0 0 1 0 0,1 0-1 0 0,-1 1 0 0 0,0 0 1 0 0,0 0-1 0 0,0 1 0 0 0,0 0 1 0 0,0 1-1 0 0,-1 0 0 0 0,1 0 1 0 0,-1 1-1 0 0,0 0 0 0 0,-1 0 1 0 0,1 1-1 0 0,-1 0 0 0 0,0 1 1 0 0,0-1-1 0 0,-1 1 0 0 0,0 1 1 0 0,0-1-1 0 0,-1 1 0 0 0,0 0 1 0 0,0 0-1 0 0,5 14 0 0 0,-7-15 93 0 0,-2-1 0 0 0,1 1-1 0 0,-1 0 1 0 0,1 0 0 0 0,-2 0 0 0 0,1-1-1 0 0,-1 1 1 0 0,0 0 0 0 0,-1 0 0 0 0,1 0-1 0 0,-4 12 1 0 0,1-9 30 0 0,0 1 0 0 0,-1-1 0 0 0,-1 0 0 0 0,1-1 0 0 0,-1 1 0 0 0,-1-1 0 0 0,-7 10 1 0 0,4-7 52 0 0,0-2 0 0 0,-1 1-1 0 0,0-1 1 0 0,0-1 0 0 0,-1 0 0 0 0,0 0 0 0 0,-1-1 0 0 0,1-1 0 0 0,-2 0 0 0 0,1 0 0 0 0,-27 9 0 0 0,23-12-122 0 0,0-1 0 0 0,0-1 0 0 0,-1 0 0 0 0,1-1 0 0 0,0-1 0 0 0,-1-1 0 0 0,1 0 0 0 0,0-1 1 0 0,0 0-1 0 0,-18-6 0 0 0,17 3-1380 0 0,1-1 1 0 0,-27-12-1 0 0,42 18 1025 0 0,0 0 0 0 0,0-1 0 0 0,0 0 0 0 0,0 1 0 0 0,0-1 0 0 0,0 1 0 0 0,0-1 0 0 0,1 0 0 0 0,-1 1 0 0 0,0-1 0 0 0,0 0 0 0 0,1 0 0 0 0,-1 0 0 0 0,0 0 0 0 0,1 0 0 0 0,-1 0 0 0 0,1 0-1 0 0,0 0 1 0 0,-1 0 0 0 0,1 0 0 0 0,0 0 0 0 0,-1 0 0 0 0,1 0 0 0 0,0 0 0 0 0,0 0 0 0 0,0 0 0 0 0,0 0 0 0 0,0 0 0 0 0,0 0 0 0 0,0 0 0 0 0,0 0 0 0 0,0 0 0 0 0,1 0 0 0 0,-1 0 0 0 0,0 0 0 0 0,1 0 0 0 0,-1 0 0 0 0,1 0 0 0 0,-1 0 0 0 0,2-2 0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33.8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33 272 0 0,'14'-11'7455'0'0,"11"-4"291"0"0,-19 13-5895 0 0,-6 1-1735 0 0,1 1 1 0 0,-1 0-1 0 0,0-1 1 0 0,1 1-1 0 0,-1 0 0 0 0,1-1 1 0 0,-1 1-1 0 0,1 0 1 0 0,-1 0-1 0 0,1 0 1 0 0,-1-1-1 0 0,0 1 0 0 0,1 0 1 0 0,-1 0-1 0 0,1 0 1 0 0,-1 0-1 0 0,1 0 0 0 0,-1 0 1 0 0,1 0-1 0 0,-1 0 1 0 0,2 0-1 0 0,-1 1 2 0 0,0 0-1 0 0,1 1 1 0 0,-1-1 0 0 0,0 0-1 0 0,0 0 1 0 0,0 1 0 0 0,0-1-1 0 0,-1 1 1 0 0,1-1-1 0 0,0 1 1 0 0,-1-1 0 0 0,1 1-1 0 0,-1 0 1 0 0,1-1 0 0 0,-1 1-1 0 0,0-1 1 0 0,1 1-1 0 0,-1 0 1 0 0,0 0 0 0 0,0-1-1 0 0,0 1 1 0 0,-1 2-1 0 0,-3 51 716 0 0,2-40-600 0 0,-7 64 377 0 0,-5 56-454 0 0,14-111-1605 0 0,0 0-1 0 0,1 0 0 0 0,6 38 1 0 0,4-29-2484 0 0,2-14-1677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35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298 161 200 0 0,'0'-2'1493'0'0,"4"-42"3319"0"0,-3 37-4160 0 0,1 0 1 0 0,-2 0-1 0 0,1 0 0 0 0,-1 0 0 0 0,0 0 1 0 0,0 1-1 0 0,-1-1 0 0 0,0 0 0 0 0,0 0 1 0 0,0 0-1 0 0,-1 0 0 0 0,0 1 1 0 0,-3-7-1 0 0,4 12-618 0 0,0-1-1 0 0,0 1 1 0 0,-1 0 0 0 0,1 1 0 0 0,0-1 0 0 0,0 0-1 0 0,-1 0 1 0 0,1 0 0 0 0,0 1 0 0 0,-1-1 0 0 0,1 1 0 0 0,0-1-1 0 0,-1 1 1 0 0,1-1 0 0 0,-1 1 0 0 0,1 0 0 0 0,-1 0 0 0 0,1 0-1 0 0,-1 0 1 0 0,-2 0 0 0 0,-27 4 129 0 0,20-1-150 0 0,1 1-1 0 0,0 1 0 0 0,-1 0 1 0 0,2 0-1 0 0,-1 1 1 0 0,0 0-1 0 0,1 1 0 0 0,1 0 1 0 0,-17 16-1 0 0,10-7-22 0 0,0 1-1 0 0,1 1 0 0 0,-22 38 1 0 0,30-45 4 0 0,0 1 1 0 0,1-1-1 0 0,0 2 1 0 0,1-1 0 0 0,0 0-1 0 0,1 1 1 0 0,-1 13-1 0 0,3-22 9 0 0,1 1 0 0 0,0 0 0 0 0,0-1 0 0 0,1 1-1 0 0,-1-1 1 0 0,1 1 0 0 0,0 0 0 0 0,0-1-1 0 0,0 0 1 0 0,3 6 0 0 0,-3-7 2 0 0,0-1 0 0 0,1 0 0 0 0,-1 1 0 0 0,1-1 0 0 0,0 0 0 0 0,0 0 0 0 0,0 1 0 0 0,0-1 1 0 0,0-1-1 0 0,1 1 0 0 0,-1 0 0 0 0,0-1 0 0 0,1 1 0 0 0,-1-1 0 0 0,1 0 0 0 0,0 1 0 0 0,4 0 0 0 0,0 0 4 0 0,0-1 0 0 0,0 0 0 0 0,0 0 0 0 0,0-1 0 0 0,0 0 0 0 0,0 0 0 0 0,0 0 0 0 0,0-1 0 0 0,0 0 0 0 0,0-1 0 0 0,0 1 0 0 0,0-1 0 0 0,-1-1 0 0 0,1 1 0 0 0,-1-1 0 0 0,1 0-1 0 0,-1-1 1 0 0,0 0 0 0 0,8-6 0 0 0,-3 2 8 0 0,0-2-1 0 0,0 1 0 0 0,-1-1 0 0 0,-1-1 0 0 0,0 1 0 0 0,0-2 1 0 0,-1 1-1 0 0,11-23 0 0 0,45-87 559 0 0,-63 119-613 0 0,2 0-12 0 0,-3 2 50 0 0,0 0-1 0 0,0 0 0 0 0,0 0 1 0 0,0-1-1 0 0,0 1 1 0 0,0 0-1 0 0,1 0 1 0 0,-1 0-1 0 0,0 0 1 0 0,0-1-1 0 0,0 1 0 0 0,0 0 1 0 0,1 0-1 0 0,-1 0 1 0 0,0 0-1 0 0,0 0 1 0 0,0 0-1 0 0,1-1 0 0 0,-1 1 1 0 0,0 0-1 0 0,0 0 1 0 0,0 0-1 0 0,1 0 1 0 0,-1 0-1 0 0,0 0 0 0 0,0 0 1 0 0,0 0-1 0 0,1 0 1 0 0,-1 0-1 0 0,0 0 1 0 0,0 0-1 0 0,1 0 1 0 0,-1 0-1 0 0,0 0 0 0 0,0 1 1 0 0,0-1-1 0 0,1 0 1 0 0,-1 0-1 0 0,0 0 1 0 0,4 11 61 0 0,0 1 0 0 0,-1-1 0 0 0,-1 1 0 0 0,0-1 0 0 0,0 1 0 0 0,-1 19 0 0 0,1-4 0 0 0,-1-21-75 0 0,4 47-137 0 0,17 79-1 0 0,-17-113-847 0 0,1 0 0 0 0,15 32-1 0 0,-16-41-241 0 0,1 1-1 0 0,1-1 0 0 0,0 0 0 0 0,0 0 0 0 0,13 13 1 0 0,-3-7-3538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35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1 161 1148 0 0,'11'-59'10608'0'0,"-3"22"-6403"0"0,-6 31-3921 0 0,0 0-1 0 0,1 0 1 0 0,0 0 0 0 0,0 0-1 0 0,0 1 1 0 0,5-6-1 0 0,-6 9-249 0 0,0 1 1 0 0,0-1-1 0 0,0 0 0 0 0,1 1 0 0 0,-1-1 0 0 0,1 1 0 0 0,-1 0 0 0 0,1 0 1 0 0,-1 0-1 0 0,1 0 0 0 0,-1 0 0 0 0,6 0 0 0 0,-5 0-23 0 0,-1 1 1 0 0,0-1-1 0 0,0 1 0 0 0,1 0 0 0 0,-1 0 0 0 0,0 0 1 0 0,0 0-1 0 0,1 0 0 0 0,-1 1 0 0 0,0-1 1 0 0,0 1-1 0 0,1-1 0 0 0,-1 1 0 0 0,0 0 1 0 0,0 0-1 0 0,4 2 0 0 0,-4-1 16 0 0,1 1 0 0 0,-1 0 0 0 0,1-1 0 0 0,-1 1 0 0 0,0 0 0 0 0,0 0 0 0 0,0 0 0 0 0,0 1 0 0 0,-1-1 0 0 0,1 0 0 0 0,-1 1 0 0 0,0-1 0 0 0,0 1 0 0 0,1 5 0 0 0,-2-1 85 0 0,1-1 0 0 0,-1 0 0 0 0,0 1 0 0 0,-1-1 0 0 0,0 1 0 0 0,-3 12 0 0 0,-3 3 244 0 0,0-2 0 0 0,-2 1-1 0 0,-20 36 1 0 0,8-20-11 0 0,-36 69 243 0 0,57-107-585 0 0,-1 1 0 0 0,1-1 0 0 0,0 1 0 0 0,-1-1 1 0 0,1 1-1 0 0,0 0 0 0 0,0-1 0 0 0,-1 1 0 0 0,1-1 0 0 0,0 1 0 0 0,0-1 0 0 0,0 1 1 0 0,0 0-1 0 0,0-1 0 0 0,0 1 0 0 0,0 0 0 0 0,0-1 0 0 0,0 1 0 0 0,0-1 0 0 0,0 1 0 0 0,0 0 1 0 0,0-1-1 0 0,0 1 0 0 0,0-1 0 0 0,1 1 0 0 0,-1-1 0 0 0,0 1 0 0 0,1 0 0 0 0,-1-1 0 0 0,0 1 1 0 0,1-1-1 0 0,-1 1 0 0 0,0-1 0 0 0,1 0 0 0 0,-1 1 0 0 0,1-1 0 0 0,-1 1 0 0 0,1-1 1 0 0,-1 0-1 0 0,1 1 0 0 0,-1-1 0 0 0,1 0 0 0 0,-1 0 0 0 0,1 1 0 0 0,0-1 0 0 0,-1 0 0 0 0,1 0 1 0 0,-1 0-1 0 0,1 0 0 0 0,0 0 0 0 0,-1 0 0 0 0,1 1 0 0 0,-1-2 0 0 0,1 1 0 0 0,0 0 0 0 0,-1 0 1 0 0,1 0-1 0 0,37-7-113 0 0,-36 7 97 0 0,332-120-7336 0 0,-250 87 2621 0 0,9-3-2975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36.3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86 1028 0 0,'56'-86'20223'0'0,"-55"86"-20163"0"0,-1 1 0 0 0,1-1 0 0 0,-1 1 0 0 0,1-1 0 0 0,-1 1 0 0 0,1 0 0 0 0,-1-1 0 0 0,1 1 0 0 0,-1 0 1 0 0,1-1-1 0 0,-1 1 0 0 0,0 0 0 0 0,1-1 0 0 0,-1 1 0 0 0,0 0 0 0 0,0 0 0 0 0,1-1 0 0 0,-1 1 0 0 0,0 0 0 0 0,0 0 1 0 0,0-1-1 0 0,0 1 0 0 0,0 1 0 0 0,1 18 472 0 0,-1-19-504 0 0,1 98 1175 0 0,-15 122 0 0 0,3-82-855 0 0,5-56 190 0 0,-18 84 0 0 0,24-165-473 0 0,1-15-106 0 0,0 1 0 0 0,1-1 0 0 0,1 1 0 0 0,0 0 0 0 0,1-1 0 0 0,0 2 0 0 0,1-1 0 0 0,0 0 0 0 0,0 1 0 0 0,2 0 0 0 0,-1 1 0 0 0,1-1 1 0 0,1 1-1 0 0,0 0 0 0 0,0 1 0 0 0,18-15 0 0 0,-22 21 26 0 0,0 0 0 0 0,0 0 0 0 0,1 1 0 0 0,-1-1 0 0 0,1 1 0 0 0,0 0 0 0 0,-1 1-1 0 0,1-1 1 0 0,0 1 0 0 0,0 0 0 0 0,0 0 0 0 0,0 1 0 0 0,0-1 0 0 0,0 1 0 0 0,0 0 0 0 0,0 0 0 0 0,0 1 0 0 0,0-1 0 0 0,0 1 0 0 0,0 0 0 0 0,0 1 0 0 0,6 2 0 0 0,-3-1 2 0 0,1 1 0 0 0,-1 0 1 0 0,-1 0-1 0 0,1 0 0 0 0,0 1 1 0 0,-1 1-1 0 0,0-1 0 0 0,0 1 0 0 0,-1 0 1 0 0,0 1-1 0 0,10 13 0 0 0,-12-15 50 0 0,0 1-1 0 0,-1 0 1 0 0,0 0-1 0 0,0 0 1 0 0,-1 1 0 0 0,0-1-1 0 0,0 0 1 0 0,0 1-1 0 0,-1 0 1 0 0,0-1-1 0 0,0 1 1 0 0,0 0 0 0 0,-1 0-1 0 0,0 0 1 0 0,-1-1-1 0 0,1 1 1 0 0,-1 0 0 0 0,-1-1-1 0 0,1 1 1 0 0,-1 0-1 0 0,0-1 1 0 0,-6 12-1 0 0,3-9 43 0 0,0 0-1 0 0,-1 0 1 0 0,0-1-1 0 0,0 0 1 0 0,0 0-1 0 0,-1 0 1 0 0,-1-1-1 0 0,1 0 1 0 0,-1 0-1 0 0,0-1 1 0 0,-1 0-1 0 0,0-1 1 0 0,0 0-1 0 0,-16 8 1 0 0,9-8-106 0 0,0 0-1 0 0,0-1 1 0 0,0-1 0 0 0,0 0 0 0 0,-1-1-1 0 0,-22-1 1 0 0,37-1-189 0 0,1 0-1 0 0,-1 0 0 0 0,1 0 1 0 0,-1 0-1 0 0,1 0 0 0 0,0 0 1 0 0,-1-1-1 0 0,1 1 1 0 0,-1-1-1 0 0,1 1 0 0 0,0-1 1 0 0,-1 1-1 0 0,1-1 0 0 0,-2-1 1 0 0,2 1 34 0 0,1 1 1 0 0,-1-1 0 0 0,1 1 0 0 0,-1-1-1 0 0,1 0 1 0 0,0 1 0 0 0,-1-1 0 0 0,1 1 0 0 0,0-1-1 0 0,-1 0 1 0 0,1 1 0 0 0,0-1 0 0 0,0 0-1 0 0,0 0 1 0 0,0 1 0 0 0,0-1 0 0 0,0 0-1 0 0,0 1 1 0 0,0-1 0 0 0,0 0 0 0 0,0 0-1 0 0,1-2-479 0 0,0 0 0 0 0,0 0 0 0 0,0 0-1 0 0,1 0 1 0 0,-1 0 0 0 0,1 0 0 0 0,-1 1-1 0 0,1-1 1 0 0,0 1 0 0 0,4-5 0 0 0,7-5-3749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36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 2872 0 0,'1'0'3551'0'0,"13"-5"2474"0"0,-1 2-1214 0 0,-10 2-3700 0 0,-3 1-1086 0 0,5-2 347 0 0,-1 1 1 0 0,1 0 0 0 0,0 0 0 0 0,0 0-1 0 0,0 0 1 0 0,0 1 0 0 0,0 0 0 0 0,0 0-1 0 0,0 0 1 0 0,0 0 0 0 0,0 1 0 0 0,0 0-1 0 0,0 0 1 0 0,0 1 0 0 0,-1-1 0 0 0,1 1-1 0 0,0 0 1 0 0,4 2 0 0 0,-4 0-205 0 0,-1-1 0 0 0,1 1 0 0 0,-1 0 0 0 0,0 0 0 0 0,0 0 0 0 0,0 1 0 0 0,0 0 0 0 0,-1-1 0 0 0,0 1 0 0 0,0 0 0 0 0,0 1-1 0 0,0-1 1 0 0,-1 0 0 0 0,0 1 0 0 0,0 0 0 0 0,-1-1 0 0 0,1 1 0 0 0,0 8 0 0 0,-2-3 109 0 0,1-1-1 0 0,-2 1 1 0 0,1 0-1 0 0,-1-1 1 0 0,-1 1-1 0 0,0 0 1 0 0,0-1-1 0 0,-1 0 1 0 0,-7 17 0 0 0,-8 11 122 0 0,-1-1 1 0 0,-29 41 0 0 0,16-26-266 0 0,22-36-134 0 0,3-3 0 0 0,6-13 0 0 0,1 1 0 0 0,0-1 0 0 0,0 0 0 0 0,0 0 0 0 0,0 1 0 0 0,0-1 0 0 0,0 0 0 0 0,0 1 0 0 0,-1-1 0 0 0,1 0 0 0 0,0 1 0 0 0,0-1 0 0 0,0 0 0 0 0,0 0 0 0 0,0 1 0 0 0,0-1 0 0 0,1 0 0 0 0,-1 1 0 0 0,0-1 0 0 0,0 0 0 0 0,0 1 0 0 0,0-1 0 0 0,0 0 0 0 0,0 0 0 0 0,0 1 0 0 0,1-1 0 0 0,-1 0 0 0 0,0 0 0 0 0,1 1 0 0 0,0-1-9 0 0,1 0 0 0 0,0 1 0 0 0,0-1 1 0 0,0 0-1 0 0,-1 0 0 0 0,1-1 0 0 0,0 1 0 0 0,0 0 0 0 0,0-1 0 0 0,-1 1 0 0 0,1-1 1 0 0,0 1-1 0 0,1-2 0 0 0,31-12-460 0 0,-26 10 182 0 0,295-122-10947 0 0,-169 75 2627 0 0,-44 16-1035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40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286 133 2044 0 0,'6'-11'1269'0'0,"-4"7"-245"0"0,0 0-1 0 0,1 0 1 0 0,-1 0-1 0 0,-1-1 1 0 0,1 1 0 0 0,2-10-1 0 0,-4 10-741 0 0,0 1 1 0 0,0-1-1 0 0,0 1 0 0 0,0-1 0 0 0,0 1 0 0 0,-1-1 0 0 0,0 1 1 0 0,1-1-1 0 0,-1 1 0 0 0,0-1 0 0 0,-1 1 0 0 0,1 0 0 0 0,-1-1 1 0 0,1 1-1 0 0,-1 0 0 0 0,0 0 0 0 0,0 0 0 0 0,-3-2 1 0 0,3 3-262 0 0,0 0 1 0 0,1 1 0 0 0,-1 0 0 0 0,0-1 0 0 0,0 1 0 0 0,0 0 0 0 0,0 0 0 0 0,0 0 0 0 0,0 0 0 0 0,0 0 0 0 0,-1 1 0 0 0,1-1 0 0 0,0 1 0 0 0,0-1 0 0 0,-1 1-1 0 0,1 0 1 0 0,0 0 0 0 0,0 0 0 0 0,-1 0 0 0 0,1 0 0 0 0,0 0 0 0 0,-1 1 0 0 0,1-1 0 0 0,0 1 0 0 0,0 0 0 0 0,0 0 0 0 0,0-1 0 0 0,0 1 0 0 0,-3 2 0 0 0,-10 6-13 0 0,1 0 1 0 0,0 1 0 0 0,0 0 0 0 0,1 1 0 0 0,-16 18 0 0 0,5-2-4 0 0,-31 46 1 0 0,49-63-7 0 0,0 0 0 0 0,0 0 0 0 0,1 0 0 0 0,0 1-1 0 0,-4 15 1 0 0,8-21 8 0 0,-1 0 0 0 0,1 0 0 0 0,1-1 0 0 0,-1 1 0 0 0,1 0 0 0 0,-1 0 0 0 0,1 0 0 0 0,1 0 0 0 0,-1 0 0 0 0,1 0 0 0 0,0 0 0 0 0,0-1 0 0 0,0 1 1 0 0,4 8-1 0 0,-4-12-8 0 0,0 1 0 0 0,0 0 1 0 0,0-1-1 0 0,1 1 0 0 0,-1 0 1 0 0,1-1-1 0 0,-1 0 1 0 0,1 1-1 0 0,-1-1 0 0 0,1 0 1 0 0,0 0-1 0 0,0 0 1 0 0,-1 0-1 0 0,1 0 0 0 0,0 0 1 0 0,0-1-1 0 0,0 1 1 0 0,0-1-1 0 0,0 1 0 0 0,0-1 1 0 0,0 0-1 0 0,0 1 1 0 0,0-1-1 0 0,0 0 0 0 0,3-1 1 0 0,1 1-4 0 0,1-1-1 0 0,-1 0 1 0 0,1 0 0 0 0,11-5 0 0 0,-11 3 6 0 0,1 0-1 0 0,-1-1 0 0 0,0-1 1 0 0,0 1-1 0 0,0-1 1 0 0,-1 0-1 0 0,0 0 1 0 0,1-1-1 0 0,-2 0 1 0 0,1 0-1 0 0,-1 0 0 0 0,5-8 1 0 0,7-12 5 0 0,24-52 0 0 0,-30 56-4 0 0,13-21-271 0 0,-22 41 186 0 0,-2 2 78 0 0,0-1-1 0 0,0 1 1 0 0,0-1 0 0 0,1 1-1 0 0,-1 0 1 0 0,0-1-1 0 0,0 1 1 0 0,1 0 0 0 0,-1-1-1 0 0,0 1 1 0 0,1 0-1 0 0,-1-1 1 0 0,1 1 0 0 0,-1 0-1 0 0,0 0 1 0 0,1-1 0 0 0,-1 1-1 0 0,1 0 1 0 0,-1 0-1 0 0,1 0 1 0 0,-1 0 0 0 0,0 0-1 0 0,1-1 1 0 0,-1 1-1 0 0,1 0 1 0 0,-1 0 0 0 0,1 0-1 0 0,-1 0 1 0 0,1 0-1 0 0,-1 1 1 0 0,1-1 0 0 0,-1 0-1 0 0,1 0 1 0 0,-1 0 0 0 0,0 0-1 0 0,1 0 1 0 0,-1 1-1 0 0,1-1 1 0 0,-1 0 0 0 0,0 0-1 0 0,1 1 1 0 0,-1-1-1 0 0,1 0 1 0 0,-1 0 0 0 0,0 1-1 0 0,0-1 1 0 0,1 0-1 0 0,-1 1 1 0 0,0-1 0 0 0,1 1-1 0 0,-1-1 1 0 0,0 0 0 0 0,0 1-1 0 0,0-1 1 0 0,0 1-1 0 0,1-1 1 0 0,-1 1 0 0 0,0-1-1 0 0,0 1 1 0 0,9 34 96 0 0,-1 0 0 0 0,-2 0 0 0 0,2 44 0 0 0,8 51-1420 0 0,-12-112-38 0 0,1 1 0 0 0,0-2 1 0 0,1 1-1 0 0,1-1 0 0 0,9 18 0 0 0,-2-11-3272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40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34 150 2284 0 0,'-6'-79'12432'0'0,"8"31"-8831"0"0,-2 47-3569 0 0,0 0 1 0 0,1-1-1 0 0,0 1 0 0 0,-1 0 1 0 0,1 0-1 0 0,0 0 0 0 0,-1-1 1 0 0,1 1-1 0 0,0 0 0 0 0,0 0 1 0 0,0 0-1 0 0,0 0 0 0 0,0 1 1 0 0,0-1-1 0 0,0 0 0 0 0,1 0 1 0 0,-1 0-1 0 0,0 1 0 0 0,0-1 1 0 0,1 1-1 0 0,-1-1 0 0 0,0 1 0 0 0,1 0 1 0 0,-1-1-1 0 0,0 1 0 0 0,1 0 1 0 0,-1 0-1 0 0,3 0 0 0 0,4-1-8 0 0,1 1 1 0 0,-1 0-1 0 0,1 1 0 0 0,-1 0 0 0 0,1 0 0 0 0,-1 1 0 0 0,0 0 0 0 0,0 1 0 0 0,0-1 0 0 0,0 2 0 0 0,0-1 0 0 0,10 7 0 0 0,-14-8-17 0 0,-1 1 0 0 0,1-1 0 0 0,-1 0-1 0 0,0 1 1 0 0,0 0 0 0 0,0 0 0 0 0,0 0 0 0 0,-1 0-1 0 0,1 0 1 0 0,-1 1 0 0 0,0-1 0 0 0,0 1 0 0 0,0 0-1 0 0,0-1 1 0 0,-1 1 0 0 0,0 0 0 0 0,1 0 0 0 0,-1 0-1 0 0,-1 0 1 0 0,1 0 0 0 0,0 0 0 0 0,-1 0 0 0 0,0 0-1 0 0,0 0 1 0 0,0 1 0 0 0,-1-1 0 0 0,1 0 0 0 0,-3 6-1 0 0,-2 5 25 0 0,-2 1-1 0 0,0-1 1 0 0,0 0-1 0 0,-2-1 1 0 0,0 1-1 0 0,0-2 1 0 0,-2 1-1 0 0,1-1 1 0 0,-20 17-1 0 0,20-17 24 0 0,9-11-58 0 0,0 0 1 0 0,0 0-1 0 0,-1 0 0 0 0,1 0 0 0 0,-1 0 0 0 0,1 0 0 0 0,-1 0 0 0 0,-4 2 1 0 0,11-1-26 0 0,-5-2 27 0 0,0-1 1 0 0,0 1-1 0 0,0-1 0 0 0,1 0 1 0 0,-1 0-1 0 0,0 1 0 0 0,0-1 1 0 0,1 0-1 0 0,-1 1 0 0 0,0-1 1 0 0,0 0-1 0 0,1 0 0 0 0,-1 1 1 0 0,0-1-1 0 0,1 0 0 0 0,-1 0 1 0 0,0 0-1 0 0,1 1 0 0 0,-1-1 1 0 0,0 0-1 0 0,1 0 0 0 0,-1 0 1 0 0,0 0-1 0 0,1 0 0 0 0,-1 0 1 0 0,1 0-1 0 0,-1 0 0 0 0,0 0 1 0 0,1 0-1 0 0,-1 0 0 0 0,0 0 1 0 0,1 0-1 0 0,-1 0 0 0 0,1 0 1 0 0,26 1-25 0 0,0 2 1 0 0,0 1-1 0 0,0 1 1 0 0,-1 2-1 0 0,0 0 1 0 0,0 2-1 0 0,0 1 0 0 0,-1 1 1 0 0,-1 0-1 0 0,0 2 1 0 0,-1 1-1 0 0,42 33 1 0 0,-59-42 62 0 0,0 0-1 0 0,0 0 1 0 0,-1 1 0 0 0,0 0 0 0 0,0 0 0 0 0,0 1-1 0 0,-1-1 1 0 0,1 1 0 0 0,-2 0 0 0 0,4 8 0 0 0,-5-11 25 0 0,-1 0 0 0 0,0 0 0 0 0,0 0 0 0 0,-1 0 1 0 0,1 0-1 0 0,-1 1 0 0 0,0-1 0 0 0,0 0 0 0 0,0 0 1 0 0,0 0-1 0 0,-1 0 0 0 0,0 1 0 0 0,0-1 0 0 0,0 0 1 0 0,0 0-1 0 0,-1 0 0 0 0,1-1 0 0 0,-1 1 0 0 0,0 0 0 0 0,-4 5 1 0 0,-4 4 28 0 0,0-1 1 0 0,-1 0 0 0 0,0-1 0 0 0,-1 0 0 0 0,0 0 0 0 0,-1-1-1 0 0,0-1 1 0 0,-1 0 0 0 0,0-1 0 0 0,-28 12 0 0 0,14-9-30 0 0,-1 0 0 0 0,0-2 0 0 0,-1-2 0 0 0,-54 8 0 0 0,69-14-113 0 0,0 0 0 0 0,0 0 0 0 0,-29-4 0 0 0,40 3-116 0 0,1-1 0 0 0,-1 1 0 0 0,0-1 0 0 0,0 0 0 0 0,0 0 1 0 0,1-1-1 0 0,-1 1 0 0 0,1-1 0 0 0,-1 0 0 0 0,1 0 0 0 0,0 0 0 0 0,-1 0 0 0 0,1 0 0 0 0,0-1 0 0 0,0 1 0 0 0,1-1 0 0 0,-1 0 0 0 0,0 0 0 0 0,1 0 0 0 0,-3-4 0 0 0,4 4-76 0 0,1 0 0 0 0,-1 0 0 0 0,0 0 0 0 0,1 0 0 0 0,-1 0 0 0 0,1 0 0 0 0,0 0 0 0 0,0 0 0 0 0,0 0 0 0 0,1 0 0 0 0,-1 0-1 0 0,1 0 1 0 0,-1 0 0 0 0,1 0 0 0 0,0 0 0 0 0,0 0 0 0 0,0 0 0 0 0,1 1 0 0 0,-1-1 0 0 0,1 0 0 0 0,2-2 0 0 0,4-7-1875 0 0,1 0 1 0 0,19-20-1 0 0,-7 9-2769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43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76 109 1056 0 0,'4'-18'3306'0'0,"0"-1"0"0"0,9-21 0 0 0,-11 33-2919 0 0,-1 5 118 0 0,3-20 2006 0 0,2 92-816 0 0,-7 127 0 0 0,-23 73-1259 0 0,17-209-263 0 0,0-11-109 0 0,3-29 1742 0 0,-2 36-1 0 0,7-72-1792 0 0,1 1 1 0 0,0-1-1 0 0,1 1 1 0 0,1 0 0 0 0,0 0-1 0 0,1 1 1 0 0,1-1-1 0 0,0 1 1 0 0,0 0-1 0 0,1 1 1 0 0,1-1 0 0 0,0 1-1 0 0,1 1 1 0 0,0-1-1 0 0,1 2 1 0 0,12-11-1 0 0,-19 18-27 0 0,0 1-1 0 0,1 0 0 0 0,-1 0 0 0 0,1 0 1 0 0,-1 0-1 0 0,1 1 0 0 0,0-1 0 0 0,0 1 1 0 0,0 0-1 0 0,0 0 0 0 0,0 0 0 0 0,0 1 1 0 0,0-1-1 0 0,0 1 0 0 0,0 0 1 0 0,0 0-1 0 0,7 2 0 0 0,-5-1-1 0 0,0 1-1 0 0,-1-1 1 0 0,1 1 0 0 0,0 1-1 0 0,-1-1 1 0 0,0 1 0 0 0,0 0-1 0 0,0 0 1 0 0,0 0 0 0 0,0 1-1 0 0,0 0 1 0 0,6 7 0 0 0,-4-3 3 0 0,-1 0 1 0 0,1 0-1 0 0,-1 1 1 0 0,-1-1-1 0 0,0 2 1 0 0,0-1 0 0 0,4 12-1 0 0,-5-10 11 0 0,-1 0 0 0 0,0 0 1 0 0,-1 0-1 0 0,0 1 0 0 0,0-1 0 0 0,-1 19 0 0 0,-1-23 7 0 0,-1 0-1 0 0,1 0 0 0 0,-1 0 1 0 0,-1 1-1 0 0,1-1 0 0 0,-1 0 0 0 0,-1-1 1 0 0,1 1-1 0 0,-1 0 0 0 0,-6 9 1 0 0,4-9 28 0 0,-1 0 0 0 0,1 0 0 0 0,-2 0 0 0 0,1-1 0 0 0,-1 0 0 0 0,0 0 0 0 0,0-1 1 0 0,0 0-1 0 0,-1 0 0 0 0,0-1 0 0 0,0 0 0 0 0,0 0 0 0 0,0-1 0 0 0,0 0 0 0 0,-1 0 0 0 0,0-1 0 0 0,1 0 1 0 0,-1-1-1 0 0,0 1 0 0 0,-12-1 0 0 0,4-1-242 0 0,1 0 0 0 0,0-2 0 0 0,-1 1 0 0 0,-19-6 0 0 0,18 3-1249 0 0,0-2 1 0 0,1 0-1 0 0,-23-11 0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44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4 101 2036 0 0,'0'-2'5698'0'0,"-1"-13"341"0"0,1 9-4446 0 0,-1 3-1082 0 0,0 0 1 0 0,1 1-1 0 0,0-1 1 0 0,0 0-1 0 0,-1 1 1 0 0,2-1 0 0 0,-1 1-1 0 0,0-1 1 0 0,0 0-1 0 0,2-3 1 0 0,-1 5-471 0 0,0-1 1 0 0,0 0-1 0 0,0 1 0 0 0,1-1 1 0 0,-1 1-1 0 0,1 0 1 0 0,-1-1-1 0 0,1 1 0 0 0,-1 0 1 0 0,1 0-1 0 0,0 0 1 0 0,-1 0-1 0 0,1 0 0 0 0,0 0 1 0 0,0 1-1 0 0,0-1 1 0 0,0 0-1 0 0,2 1 0 0 0,16-6 9 0 0,0 1-1 0 0,1 0 0 0 0,-1 2 0 0 0,33-1 0 0 0,-47 3-56 0 0,0 1 0 0 0,0 0 0 0 0,1 0 0 0 0,-1 1 0 0 0,0 0 0 0 0,0 0 0 0 0,0 1 0 0 0,0-1-1 0 0,0 1 1 0 0,-1 0 0 0 0,1 1 0 0 0,0 0 0 0 0,-1-1 0 0 0,0 2 0 0 0,0-1 0 0 0,0 1 0 0 0,0-1 0 0 0,0 1-1 0 0,7 9 1 0 0,-9-9 13 0 0,-1 0-1 0 0,0 0 0 0 0,0 0 1 0 0,0 0-1 0 0,-1 0 0 0 0,0 0 1 0 0,1 0-1 0 0,-1 1 0 0 0,-1-1 1 0 0,1 0-1 0 0,-1 1 1 0 0,1-1-1 0 0,-1 1 0 0 0,0-1 1 0 0,-1 1-1 0 0,1-1 0 0 0,-1 0 1 0 0,0 1-1 0 0,0-1 0 0 0,0 0 1 0 0,-1 0-1 0 0,-2 5 0 0 0,-5 10 24 0 0,0-1-1 0 0,-2-1 0 0 0,-19 27 1 0 0,10-16 18 0 0,-39 43 535 0 0,56-67-474 0 0,-7 7 114 0 0,10-11-221 0 0,0 0 0 0 0,0 0 0 0 0,0 0 0 0 0,0 0 0 0 0,-1 0 0 0 0,1 0 0 0 0,0 1 0 0 0,0-1 0 0 0,0 0 0 0 0,0 0 0 0 0,0 0 0 0 0,0 0 0 0 0,0 0 0 0 0,-1 0 0 0 0,1 0-1 0 0,0 1 1 0 0,0-1 0 0 0,0 0 0 0 0,0 0 0 0 0,0 0 0 0 0,0 0 0 0 0,0 0 0 0 0,0 1 0 0 0,0-1 0 0 0,0 0 0 0 0,0 0 0 0 0,0 0 0 0 0,0 0 0 0 0,0 1 0 0 0,0-1 0 0 0,0 0 0 0 0,0 0-1 0 0,0 0 1 0 0,0 0 0 0 0,0 0 0 0 0,0 1 0 0 0,0-1 0 0 0,0 0 0 0 0,0 0 0 0 0,0 0 0 0 0,0 0 0 0 0,0 0 0 0 0,0 1 0 0 0,1-1 0 0 0,-1 0 0 0 0,0 0 0 0 0,0 0 0 0 0,0 0 0 0 0,0 0-1 0 0,0 0 1 0 0,0 0 0 0 0,0 0 0 0 0,1 1 0 0 0,-1-1 0 0 0,0 0 0 0 0,0 0 0 0 0,0 0 0 0 0,0 0 0 0 0,0 0 0 0 0,1 0 0 0 0,20 0-31 0 0,0 1 1 0 0,0 0-1 0 0,-1 2 1 0 0,1 0 0 0 0,24 8-1 0 0,-32-6 42 0 0,-1 0 0 0 0,0 1 1 0 0,1 0-1 0 0,-2 1 0 0 0,1 0 0 0 0,-1 1 0 0 0,0 0 0 0 0,-1 1 1 0 0,0 0-1 0 0,0 1 0 0 0,8 11 0 0 0,-14-17 78 0 0,-2 0 0 0 0,1 0 0 0 0,0 0 0 0 0,-1 0-1 0 0,0 0 1 0 0,0 1 0 0 0,0-1 0 0 0,0 1 0 0 0,-1-1 0 0 0,1 1-1 0 0,-1 0 1 0 0,0 0 0 0 0,-1-1 0 0 0,1 1 0 0 0,-1 0 0 0 0,0 0-1 0 0,-1 0 1 0 0,1 0 0 0 0,-1-1 0 0 0,1 1 0 0 0,-2 0 0 0 0,1-1-1 0 0,0 1 1 0 0,-1 0 0 0 0,0-1 0 0 0,0 0 0 0 0,0 1 0 0 0,-1-1-1 0 0,1 0 1 0 0,-1 0 0 0 0,0 0 0 0 0,0-1 0 0 0,0 1 0 0 0,-5 3-1 0 0,-3 4 139 0 0,-1-1 0 0 0,0-1 0 0 0,-1 0 0 0 0,0-1 0 0 0,0 0-1 0 0,0-1 1 0 0,-1 0 0 0 0,0-1 0 0 0,-1-1 0 0 0,-23 6-1 0 0,24-8-351 0 0,0 0 0 0 0,0-2 0 0 0,0 1 0 0 0,0-2 0 0 0,0 0 0 0 0,0 0 0 0 0,0-1 0 0 0,0-1 0 0 0,1-1 0 0 0,-1 0 1 0 0,-23-8-1 0 0,34 10-145 0 0,0 0 1 0 0,1 0 0 0 0,-1 0-1 0 0,1 0 1 0 0,0-1 0 0 0,-1 1 0 0 0,1-1-1 0 0,0 0 1 0 0,0 1 0 0 0,0-1 0 0 0,0 0-1 0 0,0 0 1 0 0,0 0 0 0 0,0-1 0 0 0,1 1-1 0 0,-1 0 1 0 0,1-1 0 0 0,0 1 0 0 0,0-1-1 0 0,0 1 1 0 0,0-1 0 0 0,-1-3-1 0 0,2 2-463 0 0,-1 0-1 0 0,1 0 0 0 0,1 0 0 0 0,-1 1 0 0 0,1-1 0 0 0,-1 0 0 0 0,1 0 0 0 0,0 0 0 0 0,0 1 0 0 0,1-1 0 0 0,-1 1 0 0 0,1-1 0 0 0,0 1 0 0 0,0-1 0 0 0,3-3 1 0 0,12-18-6236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34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493 125 1204 0 0,'3'-1'10361'0'0,"-2"1"-10093"0"0,1-1 0 0 0,-1 1 0 0 0,0-1 0 0 0,1 1 0 0 0,-1-1 0 0 0,0 0 0 0 0,1 1 0 0 0,-1-1 0 0 0,0 0 0 0 0,0 0 0 0 0,1 0 0 0 0,-1 0 0 0 0,0 0 0 0 0,0 0 0 0 0,0 0 0 0 0,0 0 0 0 0,-1-1 1 0 0,1 1-1 0 0,0 0 0 0 0,0 0 0 0 0,-1-1 0 0 0,1 1 0 0 0,-1-1 0 0 0,1 1 0 0 0,-1 0 0 0 0,0-1 0 0 0,1 1 0 0 0,-1-1 0 0 0,0 1 0 0 0,0-1 0 0 0,0 1 0 0 0,0-1 0 0 0,0 1 0 0 0,-1-3 0 0 0,1 0-111 0 0,-1 0 0 0 0,0 0 0 0 0,0 0 0 0 0,0 0 0 0 0,0 0 0 0 0,-1 0 0 0 0,1 0 0 0 0,-1 0 0 0 0,0 0 0 0 0,0 1 0 0 0,-1-1 0 0 0,1 1 0 0 0,-1-1 0 0 0,0 1 0 0 0,1 0 0 0 0,-2 0 0 0 0,1 0 0 0 0,0 0 0 0 0,0 1 0 0 0,-1 0 0 0 0,0-1 0 0 0,1 1 0 0 0,-7-2 0 0 0,2 4-158 0 0,-4 3-1 0 0,1 1 0 0 0,0 0-1 0 0,0 1 1 0 0,1 0 0 0 0,-1 1 0 0 0,1 0 0 0 0,0 1 0 0 0,1 0-1 0 0,-15 14 1 0 0,-78 84-104 0 0,100-102 103 0 0,-40 46 7 0 0,-44 68 0 0 0,68-90-8 0 0,2 1 0 0 0,1 1-1 0 0,1 0 1 0 0,-15 46 0 0 0,27-68-3 0 0,0 1 0 0 0,0 0 0 0 0,1 0 0 0 0,0 0 0 0 0,0-1 0 0 0,0 1 0 0 0,1 0 0 0 0,1 0 0 0 0,1 9-1 0 0,-2-13 4 0 0,1 0-1 0 0,1 0 1 0 0,-1 0-1 0 0,1 0 0 0 0,-1-1 1 0 0,1 1-1 0 0,0-1 0 0 0,0 1 1 0 0,1-1-1 0 0,-1 0 0 0 0,1 0 1 0 0,-1 0-1 0 0,1 0 0 0 0,0 0 1 0 0,0 0-1 0 0,0-1 0 0 0,1 0 1 0 0,-1 1-1 0 0,0-1 1 0 0,6 2-1 0 0,4 1-378 0 0,0-1-1 0 0,0 0 1 0 0,1-1-1 0 0,-1 0 1 0 0,1-1 0 0 0,0 0-1 0 0,-1-2 1 0 0,20 0 0 0 0,11-2-3497 0 0,54-11 0 0 0,-58 5-487 0 0,-2 2-2053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34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71 2456 0 0,'45'-58'20061'0'0,"-44"57"-19769"0"0,-1 0-1 0 0,1 0 0 0 0,0 0 1 0 0,-1 1-1 0 0,1-1 1 0 0,0 0-1 0 0,-1 0 0 0 0,1 1 1 0 0,0-1-1 0 0,0 0 0 0 0,0 1 1 0 0,-1-1-1 0 0,1 0 0 0 0,0 1 1 0 0,0 0-1 0 0,0-1 1 0 0,2 0-1 0 0,0 28 827 0 0,0 0 0 0 0,-3 52-1 0 0,-14 58-3325 0 0,2-13-3668 0 0,11-112 5123 0 0,-3 47-3989 0 0,0-20-1238 0 0,-2 1-3172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37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300 151 936 0 0,'16'-23'5341'0'0,"21"-26"0"0"0,3-4 3580 0 0,-34 47-7467 0 0,-5 5-1114 0 0,0 0-1 0 0,0 0 1 0 0,0 0-1 0 0,1 0 0 0 0,-1 0 1 0 0,0-1-1 0 0,-1 1 0 0 0,1 0 1 0 0,0-1-1 0 0,0 1 0 0 0,-1-1 1 0 0,1 1-1 0 0,0-3 0 0 0,-3 4-293 0 0,0 1-1 0 0,1-1 1 0 0,-1 0-1 0 0,0 0 0 0 0,0 1 1 0 0,0-1-1 0 0,1 1 0 0 0,-1 0 1 0 0,-2 0-1 0 0,4-1-4 0 0,-17 7 62 0 0,0 1 1 0 0,0 1-1 0 0,1 0 0 0 0,1 1 0 0 0,-16 12 0 0 0,-68 64 24 0 0,68-57-132 0 0,-49 59-1 0 0,72-78 21 0 0,0 1-1 0 0,0 1 1 0 0,1 0-1 0 0,1 0 0 0 0,0 0 1 0 0,0 1-1 0 0,1-1 1 0 0,1 1-1 0 0,-5 23 1 0 0,9-31-2 0 0,-1-1 1 0 0,1 1 0 0 0,0-1 0 0 0,0 1 0 0 0,0 0 0 0 0,1-1-1 0 0,0 1 1 0 0,0-1 0 0 0,0 1 0 0 0,0-1 0 0 0,1 1 0 0 0,-1-1 0 0 0,1 0-1 0 0,5 8 1 0 0,-3-7-5 0 0,0 1 0 0 0,0-1 0 0 0,1 0 0 0 0,0-1 0 0 0,0 1 0 0 0,0-1 0 0 0,1 0 0 0 0,-1 0 0 0 0,8 4 0 0 0,4 0-3 0 0,0-1 0 0 0,0-1 0 0 0,1 0 0 0 0,0-1 0 0 0,0-1 0 0 0,28 3 0 0 0,1-2 122 0 0,1-2 0 0 0,93-7 0 0 0,-138 4-122 0 0,1 0-60 0 0,15 0-173 0 0,-14 0-223 0 0,12-1-3920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38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96 1848 0 0,'0'0'13077'0'0,"0"-3"-12429"0"0,0 2-480 0 0,0 0 1 0 0,0 0-1 0 0,0 0 1 0 0,0 0-1 0 0,0 0 1 0 0,1 0-1 0 0,-1 0 1 0 0,0 0-1 0 0,1 0 1 0 0,-1 0-1 0 0,0 0 1 0 0,1 0-1 0 0,0 0 1 0 0,-1 1-1 0 0,1-1 0 0 0,-1 0 1 0 0,1 0-1 0 0,0 0 1 0 0,3-2 1287 0 0,6-10 383 0 0,-2 7-1741 0 0,-1 0-1 0 0,1 0 0 0 0,0 1 0 0 0,0 0 0 0 0,1 0 0 0 0,0 1 0 0 0,0 0 1 0 0,0 1-1 0 0,0 0 0 0 0,0 0 0 0 0,1 1 0 0 0,9-2 0 0 0,-10 3-110 0 0,0 0 0 0 0,0 0 0 0 0,0 1 0 0 0,0 0 0 0 0,0 1-1 0 0,0 0 1 0 0,0 0 0 0 0,0 1 0 0 0,-1 0 0 0 0,1 0 0 0 0,0 1-1 0 0,-1 0 1 0 0,13 8 0 0 0,-18-10 16 0 0,0 1-1 0 0,0 1 1 0 0,0-1-1 0 0,-1 0 1 0 0,1 1-1 0 0,-1-1 1 0 0,1 1-1 0 0,-1 0 1 0 0,0-1-1 0 0,0 1 1 0 0,0 0 0 0 0,-1 1-1 0 0,1-1 1 0 0,-1 0-1 0 0,2 4 1 0 0,-2-2 41 0 0,0 1 1 0 0,0-1 0 0 0,0 1 0 0 0,-1-1 0 0 0,0 1-1 0 0,0-1 1 0 0,0 1 0 0 0,-3 10 0 0 0,0-2 176 0 0,-2 1 1 0 0,0-1-1 0 0,0 0 0 0 0,-1 0 1 0 0,-1 0-1 0 0,-9 13 1 0 0,2-5 231 0 0,-2-1 1 0 0,0-1-1 0 0,-2 0 1 0 0,-30 26-1 0 0,-87 61 1527 0 0,60-51-1013 0 0,26-14-498 0 0,49-42-462 0 0,1 1 0 0 0,-1 0 1 0 0,1-1-1 0 0,0 1 0 0 0,-1-1 1 0 0,1 1-1 0 0,0-1 0 0 0,-1 1 1 0 0,1-1-1 0 0,0 1 0 0 0,0-1 1 0 0,-1 0-1 0 0,1 1 1 0 0,0-1-1 0 0,0 0 0 0 0,0 0 1 0 0,1 1-1 0 0,14 1-22 0 0,1 0 1 0 0,0-2 0 0 0,-1 1-1 0 0,1-2 1 0 0,22-3 0 0 0,6 0-160 0 0,380-37-4577 0 0,-144-10-3726 0 0,-201 29 685 0 0,-49 11 519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44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291 105 2140 0 0,'4'-4'1442'0'0,"0"-1"-1"0"0,0 0 0 0 0,0 0 0 0 0,-1 0 1 0 0,1 0-1 0 0,-1 0 0 0 0,0-1 1 0 0,-1 0-1 0 0,4-9 0 0 0,-2-14 1676 0 0,-4 28-3073 0 0,-1 0 1 0 0,1 1-1 0 0,0-1 0 0 0,-1 0 1 0 0,1 0-1 0 0,0 1 1 0 0,-1-1-1 0 0,1 0 1 0 0,-1 1-1 0 0,1-1 0 0 0,-1 0 1 0 0,1 1-1 0 0,-1-1 1 0 0,1 1-1 0 0,-1-1 1 0 0,0 1-1 0 0,1-1 0 0 0,-1 1 1 0 0,0 0-1 0 0,1-1 1 0 0,-1 1-1 0 0,0 0 1 0 0,0-1-1 0 0,1 1 0 0 0,-1 0 1 0 0,0 0-1 0 0,0 0 1 0 0,0-1-1 0 0,1 1 0 0 0,-1 0 1 0 0,0 0-1 0 0,0 0 1 0 0,0 0-1 0 0,1 1 1 0 0,-1-1-1 0 0,0 0 0 0 0,0 0 1 0 0,0 0-1 0 0,1 1 1 0 0,-1-1-1 0 0,0 0 1 0 0,0 1-1 0 0,-12 5 25 0 0,0 0 0 0 0,0 0 0 0 0,1 1 0 0 0,0 1 0 0 0,1 0 0 0 0,-1 1 1 0 0,-10 11-1 0 0,-6 7 0 0 0,-36 45 1 0 0,50-55-65 0 0,0 2-1 0 0,1-1 1 0 0,1 2-1 0 0,0 0 1 0 0,2 0-1 0 0,-8 23 1 0 0,15-35 3 0 0,1-1 1 0 0,0 0-1 0 0,1 1 0 0 0,0-1 1 0 0,0 1-1 0 0,1-1 0 0 0,0 1 1 0 0,0-1-1 0 0,2 12 0 0 0,-1-13 10 0 0,1-1-1 0 0,0 1 1 0 0,0-1-1 0 0,0 1 1 0 0,0-1-1 0 0,1 0 1 0 0,0 0-1 0 0,0 0 1 0 0,0 0-1 0 0,1-1 1 0 0,0 0-1 0 0,0 1 1 0 0,8 6-1 0 0,2 0-232 0 0,1-1 1 0 0,0-1-1 0 0,0-1 0 0 0,1 0 1 0 0,0-1-1 0 0,0 0 0 0 0,0-1 1 0 0,1-1-1 0 0,31 5 0 0 0,-20-6-1899 0 0,51 2 0 0 0,-50-7-2166 0 0,43-5-1 0 0,-42 2-1011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44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175 116 1860 0 0,'-1'-3'2190'0'0,"-3"-25"3001"0"0,-2-37 2523 0 0,6 65-7685 0 0,0-1 0 0 0,0 0 0 0 0,0 0 0 0 0,1 0 0 0 0,-1 0 0 0 0,0 0 0 0 0,0 0 0 0 0,1 1 0 0 0,-1-1 0 0 0,1 0 0 0 0,-1 0 0 0 0,1 1 0 0 0,-1-1-1 0 0,1 0 1 0 0,-1 0 0 0 0,1 1 0 0 0,0-1 0 0 0,-1 1 0 0 0,1-1 0 0 0,0 0 0 0 0,-1 1 0 0 0,1 0 0 0 0,0-1 0 0 0,0 1 0 0 0,0-1 0 0 0,0 1 0 0 0,-1 0 0 0 0,1-1 0 0 0,0 1 0 0 0,0 0 0 0 0,0 0 0 0 0,0 0 0 0 0,0 0 0 0 0,0 0 0 0 0,-1 0 0 0 0,2 0 0 0 0,3 0-2 0 0,0 0 0 0 0,0 1 0 0 0,0-1-1 0 0,0 1 1 0 0,7 2 0 0 0,-3 0-18 0 0,-1 0-1 0 0,1 1 1 0 0,-1-1-1 0 0,0 2 1 0 0,-1-1-1 0 0,1 1 1 0 0,-1 0-1 0 0,0 1 0 0 0,0 0 1 0 0,8 9-1 0 0,-12-12 41 0 0,-1 0 0 0 0,1 0 0 0 0,-1 0 0 0 0,0 1 0 0 0,0-1 0 0 0,0 1 0 0 0,0 0 0 0 0,-1-1 0 0 0,1 1 0 0 0,-1 0 0 0 0,0 0 0 0 0,0 0 0 0 0,-1 0 0 0 0,1 0 0 0 0,-1 0 0 0 0,0 0 0 0 0,0 0 0 0 0,0 0 0 0 0,0 0 0 0 0,-1 0 0 0 0,1 0 0 0 0,-1 0 0 0 0,0 0 0 0 0,-1 0 0 0 0,1 0 0 0 0,-4 5 0 0 0,-2 5 233 0 0,-2-1-1 0 0,0-1 0 0 0,0 0 1 0 0,-1 0-1 0 0,-22 19 0 0 0,17-15 141 0 0,5-7-192 0 0,8-8-197 0 0,1 0 0 0 0,-1 1 0 0 0,1-1 0 0 0,0 0 0 0 0,-1 1-1 0 0,1-1 1 0 0,0 1 0 0 0,0-1 0 0 0,0 1 0 0 0,0-1 0 0 0,0 1 0 0 0,-1 3 0 0 0,2-5-32 0 0,0 1 1 0 0,0-1 0 0 0,0 0-1 0 0,1 1 1 0 0,-1-1-1 0 0,0 1 1 0 0,0-1-1 0 0,0 0 1 0 0,1 1-1 0 0,-1-1 1 0 0,0 0 0 0 0,0 0-1 0 0,1 1 1 0 0,-1-1-1 0 0,0 0 1 0 0,1 1-1 0 0,-1-1 1 0 0,0 0 0 0 0,1 0-1 0 0,-1 0 1 0 0,0 1-1 0 0,1-1 1 0 0,0 0-1 0 0,20 6-75 0 0,4-2 65 0 0,-1 2-1 0 0,44 16 0 0 0,-61-19 15 0 0,0 0 0 0 0,0 0-1 0 0,0 1 1 0 0,0 0 0 0 0,-1 0 0 0 0,0 0-1 0 0,0 1 1 0 0,0 0 0 0 0,0 0 0 0 0,0 1-1 0 0,-1 0 1 0 0,0-1 0 0 0,-1 2 0 0 0,5 6-1 0 0,-7-10 43 0 0,-1 0 0 0 0,0 0 1 0 0,0 1-1 0 0,0-1 0 0 0,0 0 0 0 0,0 1 0 0 0,-1-1 0 0 0,1 0 0 0 0,-1 1 0 0 0,0-1 0 0 0,0 1 0 0 0,0-1 0 0 0,0 1 0 0 0,-1-1 0 0 0,-1 6 0 0 0,0-4-10 0 0,0 0-1 0 0,0 1 1 0 0,-1-1-1 0 0,0 0 1 0 0,0 0-1 0 0,0 0 1 0 0,0-1-1 0 0,-7 7 1 0 0,-3 2 4 0 0,-1-1 1 0 0,0 0-1 0 0,-1-1 1 0 0,-29 16-1 0 0,28-19-398 0 0,0 0 0 0 0,0-2 0 0 0,-1 1 1 0 0,0-2-1 0 0,-1 0 0 0 0,1-2 0 0 0,-23 3 0 0 0,19-4-2031 0 0,-1-1 1 0 0,1-1-1 0 0,-27-3 1 0 0,-10-6-6470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47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67 332 0 0,'3'-14'5591'0'0,"5"-11"-356"0"0,-8 22-4153 0 0,4-20 1793 0 0,-4 21-2413 0 0,0 5-344 0 0,-22 191 1823 0 0,6 320 1 0 0,53 200-203 0 0,-29-601-1402 0 0,86 1491 2256 0 0,17-515-2003 0 0,62-8 178 0 0,-169-1056-732 0 0,90 641 1542 0 0,-56 6-211 0 0,-56 42 508 0 0,12-608-2540 0 0,-24 121 0 0 0,24-206-2323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55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86 1020 0 0,'-20'-16'5784'0'0,"19"15"-5692"0"0,0 1-1 0 0,0-1 1 0 0,1 1 0 0 0,-1-1 0 0 0,0 0-1 0 0,0 1 1 0 0,1-1 0 0 0,-1 0-1 0 0,1 0 1 0 0,-1 0 0 0 0,1 1 0 0 0,-1-1-1 0 0,1 0 1 0 0,0 0 0 0 0,-1 0-1 0 0,1 0 1 0 0,0 0 0 0 0,0 0 0 0 0,-1 0-1 0 0,1 0 1 0 0,0 0 0 0 0,0 0-1 0 0,0 0 1 0 0,0 0 0 0 0,0 0 0 0 0,0 0-1 0 0,1 1 1 0 0,-1-1 0 0 0,0 0-1 0 0,0 0 1 0 0,1 0 0 0 0,-1 0 0 0 0,1 0-1 0 0,-1 0 1 0 0,0 0 0 0 0,1 1-1 0 0,0-1 1 0 0,-1 0 0 0 0,1 0 0 0 0,-1 1-1 0 0,1-1 1 0 0,0 0 0 0 0,0 1-1 0 0,-1-1 1 0 0,1 1 0 0 0,0-1 0 0 0,0 1-1 0 0,0-1 1 0 0,1 0 0 0 0,7-4 27 0 0,0 1 0 0 0,1 0 1 0 0,-1 1-1 0 0,1-1 0 0 0,0 2 0 0 0,0-1 1 0 0,0 2-1 0 0,0-1 0 0 0,0 1 0 0 0,1 1 1 0 0,-1 0-1 0 0,0 0 0 0 0,13 3 1 0 0,5 0 143 0 0,-1 2 0 0 0,1 1 0 0 0,46 17 1 0 0,-57-17-162 0 0,-1 1 0 0 0,0 1 1 0 0,0 0-1 0 0,-1 1 0 0 0,0 0 1 0 0,-1 1-1 0 0,22 20 0 0 0,-31-25-75 0 0,0 1-1 0 0,0-1 0 0 0,0 1 0 0 0,0 1 1 0 0,-1-1-1 0 0,0 1 0 0 0,0-1 0 0 0,-1 1 1 0 0,0 0-1 0 0,0 0 0 0 0,-1 1 0 0 0,0-1 0 0 0,0 1 1 0 0,-1-1-1 0 0,1 1 0 0 0,-2-1 0 0 0,1 1 1 0 0,-1 0-1 0 0,-2 14 0 0 0,-1-6-4 0 0,-1-1 1 0 0,0 0-1 0 0,-1 0 1 0 0,-1-1-1 0 0,0 0 0 0 0,-1 0 1 0 0,-1 0-1 0 0,0-1 1 0 0,-18 23-1 0 0,1-6 30 0 0,-1-2 1 0 0,-53 47-1 0 0,73-70-61 0 0,-67 53 289 0 0,62-50-17 0 0,-1 0 1 0 0,1-1 0 0 0,-2-1 0 0 0,-20 9-1 0 0,11-9 31 0 0,18-5-186 0 0,4-2-105 0 0,0 1 1 0 0,0 0-1 0 0,0 0 0 0 0,0-1 0 0 0,-1 1 0 0 0,1 0 0 0 0,0 0 0 0 0,0 0 0 0 0,0-1 0 0 0,0 1 1 0 0,0 0-1 0 0,-1 0 0 0 0,1 0 0 0 0,0-1 0 0 0,0 1 0 0 0,0 0 0 0 0,-1 0 0 0 0,1 0 0 0 0,0 0 0 0 0,0 0 1 0 0,-1 0-1 0 0,1-1 0 0 0,0 1 0 0 0,0 0 0 0 0,0 0 0 0 0,-1 0 0 0 0,1 0 0 0 0,0 0 0 0 0,-1 0 1 0 0,1 0-1 0 0,-1 0-2 0 0,1 0 0 0 0,0 0 1 0 0,-1 0-1 0 0,1 0 1 0 0,0 0-1 0 0,-1 0 0 0 0,1 0 1 0 0,0-1-1 0 0,-1 1 1 0 0,1 0-1 0 0,0 0 0 0 0,-1 0 1 0 0,1 0-1 0 0,0-1 1 0 0,-1 1-1 0 0,1 0 0 0 0,0 0 1 0 0,0-1-1 0 0,-1 1 1 0 0,1 0-1 0 0,0 0 0 0 0,0-1 1 0 0,-1 1-1 0 0,1 0 1 0 0,0-1-1 0 0,0 1 0 0 0,0 0 1 0 0,0-1-1 0 0,0 1 0 0 0,-1 0 1 0 0,1-1-1 0 0,0 1 1 0 0,0-1-1 0 0,0 1 0 0 0,0 0 1 0 0,0-1-1 0 0,0 0 1 0 0,2-7 5 0 0,0 1 0 0 0,0-1 0 0 0,0 0 1 0 0,1 1-1 0 0,0-1 0 0 0,0 1 0 0 0,1 0 0 0 0,8-12 1 0 0,47-57-26 0 0,-38 51 13 0 0,72-79-57 0 0,169-147 0 0 0,-155 164 65 0 0,-56 48-68 0 0,-49 37 55 0 0,-3 4 5 0 0,0 0-1 0 0,0 0 1 0 0,-1 0 0 0 0,1-1-1 0 0,-1 1 1 0 0,1 0-1 0 0,-1-1 1 0 0,1 1-1 0 0,-1-1 1 0 0,-3 2 0 0 0,-2 4-2 0 0,-34 37-29 0 0,2 2 0 0 0,2 2 0 0 0,-60 103 0 0 0,90-138 27 0 0,0 0 1 0 0,1 1 0 0 0,1-1-1 0 0,-6 20 1 0 0,10-29 11 0 0,0-1-1 0 0,0 1 1 0 0,0 0-1 0 0,1 1 1 0 0,-1-1 0 0 0,1 0-1 0 0,0 0 1 0 0,0 0 0 0 0,0 0-1 0 0,1 0 1 0 0,0 0-1 0 0,-1 0 1 0 0,1 0 0 0 0,1 0-1 0 0,-1 0 1 0 0,0 0-1 0 0,1-1 1 0 0,0 1 0 0 0,0-1-1 0 0,3 5 1 0 0,-2-5 2 0 0,0-1-1 0 0,1 1 1 0 0,-1-1-1 0 0,1 1 1 0 0,0-1 0 0 0,0 0-1 0 0,0 0 1 0 0,0-1 0 0 0,0 1-1 0 0,0-1 1 0 0,7 1 0 0 0,48 6 35 0 0,6-6-1257 0 0,126-11-1 0 0,-21-17-6605 0 0,-115 16 2762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55.8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137 111 1856 0 0,'-3'-2'2634'0'0,"-22"-12"3818"0"0,-27-12-1 0 0,3 3-1768 0 0,49 23-4644 0 0,-1 0-1 0 0,1 0 1 0 0,-1-1 0 0 0,1 1 0 0 0,-1 0-1 0 0,1-1 1 0 0,-1 1 0 0 0,1 0 0 0 0,0-1-1 0 0,-1 1 1 0 0,1-1 0 0 0,-1 1 0 0 0,1 0-1 0 0,0-1 1 0 0,0 1 0 0 0,-1-1-1 0 0,1 1 1 0 0,0-1 0 0 0,0 1 0 0 0,-1-1-1 0 0,1 0 1 0 0,62-11-499 0 0,1 4 0 0 0,82-2 0 0 0,-82 6-1837 0 0,4 2-1558 0 0,-23 2-2963 0 0,-24 2 644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56.0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 2640 0 0,'-37'22'6949'0'0,"-50"40"0"0"0,86-62-6923 0 0,1 0-1 0 0,0 0 1 0 0,-1 0-1 0 0,1 1 1 0 0,0-1 0 0 0,0 0-1 0 0,-1 0 1 0 0,1 0-1 0 0,0 1 1 0 0,0-1-1 0 0,-1 0 1 0 0,1 0 0 0 0,0 1-1 0 0,0-1 1 0 0,0 0-1 0 0,0 0 1 0 0,-1 1-1 0 0,1-1 1 0 0,0 0-1 0 0,0 1 1 0 0,0-1 0 0 0,0 0-1 0 0,0 0 1 0 0,0 1-1 0 0,0-1 1 0 0,0 0-1 0 0,0 1 1 0 0,0-1 0 0 0,0 0-1 0 0,0 1 1 0 0,0-1-1 0 0,0 0 1 0 0,0 1-1 0 0,0-1 1 0 0,0 0 0 0 0,0 1-1 0 0,0-1 1 0 0,1 0-1 0 0,-1 0 1 0 0,0 1-1 0 0,0-1 1 0 0,0 0 0 0 0,0 1-1 0 0,1-1 1 0 0,-1 0-1 0 0,0 0 1 0 0,0 0-1 0 0,1 1 1 0 0,-1-1-1 0 0,0 0 1 0 0,0 0 0 0 0,1 1-1 0 0,13 3 246 0 0,4-2-323 0 0,0-1-1 0 0,0-1 1 0 0,1-1 0 0 0,-1-1-1 0 0,29-5 1 0 0,-6 1-525 0 0,-21 3 190 0 0,252-37-8231 0 0,-191 24 2754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58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81 48 0 0,'1'-3'1731'0'0,"21"-44"5850"0"0,-21 45-6953 0 0,-1 1-452 0 0,1 0 0 0 0,0 0 0 0 0,-1 0-1 0 0,1 0 1 0 0,-1 0 0 0 0,1 0 0 0 0,-1 0 0 0 0,1 0-1 0 0,-1 0 1 0 0,0-1 0 0 0,1 1 0 0 0,-1 0 0 0 0,0-1-1 0 0,6-11 3112 0 0,-4 21-1209 0 0,-1-6-1658 0 0,-1 0-379 0 0,1 1 0 0 0,-1 0 0 0 0,0-1 0 0 0,0 1 1 0 0,0 0-1 0 0,0-1 0 0 0,-1 1 0 0 0,0 3 0 0 0,0 10 49 0 0,-6 137 1613 0 0,1-79-1476 0 0,4 37-181 0 0,3 119-51 0 0,14 144 203 0 0,-19-13 1664 0 0,-3-244-1586 0 0,-3 98-284 0 0,7-111 92 0 0,1 45-43 0 0,14 548 15 0 0,-19-393 255 0 0,-29 110-573 0 0,34-398 266 0 0,-6 127 43 0 0,-4 32-22 0 0,7-117 9 0 0,1 65 0 0 0,4-83 11 0 0,0-7-26 0 0,-3 36 64 0 0,2-67-91 0 0,1 1 12 0 0,0 7 4 0 0,0-6 0 0 0,0 5-5 0 0,0-7-19 0 0,0 50 141 0 0,0-50-129 0 0,1 9 239 0 0,1 1-2755 0 0,-4-10 1658 0 0,-2 2-284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2:59.8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102 540 68 0 0,'-15'-6'4634'0'0,"0"0"0"0"0,-25-17 0 0 0,34 20-3188 0 0,4 1-593 0 0,-8-3-122 0 0,7 3-136 0 0,2 2-476 0 0,0-1 0 0 0,0 0-1 0 0,1 1 1 0 0,-1-1 0 0 0,0 0 0 0 0,0 1-1 0 0,0-1 1 0 0,1 0 0 0 0,-1 0 0 0 0,0 0 0 0 0,0-2-1 0 0,1 1-80 0 0,1-1 0 0 0,0 0 0 0 0,0 0-1 0 0,0 1 1 0 0,0-1 0 0 0,1 0 0 0 0,-1 1-1 0 0,1-1 1 0 0,0 1 0 0 0,-1 0-1 0 0,1-1 1 0 0,0 1 0 0 0,0 0 0 0 0,1 0-1 0 0,-1 0 1 0 0,3-1 0 0 0,46-33 113 0 0,-44 32-126 0 0,37-23 62 0 0,-2-3 0 0 0,47-40 0 0 0,-76 58-80 0 0,0-1-1 0 0,-1 0 1 0 0,-1-1-1 0 0,0 0 1 0 0,-1 0-1 0 0,0-1 1 0 0,-1-1-1 0 0,-1 0 1 0 0,-1 0 0 0 0,7-19-1 0 0,11-57-12 0 0,-24 90-16 0 0,-4 3-34 0 0,0 1 55 0 0,0 0 0 0 0,-1 0 1 0 0,2 0-1 0 0,-1 1 0 0 0,0-1 0 0 0,0 1 0 0 0,1-1 0 0 0,-1 1 0 0 0,1 0 0 0 0,-4 6 1 0 0,-20 40 24 0 0,16-28-33 0 0,-8 19 10 0 0,2 1 0 0 0,-12 45 1 0 0,8-24-12 0 0,-35 129-1 0 0,-34 89 82 0 0,54-190 1119 0 0,35-90-1161 0 0,0 1 0 0 0,-1 0 0 0 0,1-1 1 0 0,0 1-1 0 0,-1-1 0 0 0,1 1 0 0 0,0-1 1 0 0,-1 1-1 0 0,1 0 0 0 0,0-1 0 0 0,-1 1 1 0 0,1-1-1 0 0,-1 0 0 0 0,1 1 0 0 0,-1-1 1 0 0,1 1-1 0 0,-1-1 0 0 0,0 0 0 0 0,1 1 0 0 0,-2-1 1 0 0,-5-6 146 0 0,1-16-118 0 0,6 10-48 0 0,1-1 1 0 0,-1 1-1 0 0,2-1 0 0 0,0 1 0 0 0,0 0 0 0 0,1 0 0 0 0,1 0 0 0 0,0 0 0 0 0,1 0 0 0 0,7-14 0 0 0,1 3-11 0 0,1 1-1 0 0,0 1 0 0 0,33-37 0 0 0,-34 46 1 0 0,0-1-1 0 0,1 2 0 0 0,1 0 0 0 0,0 0 0 0 0,0 2 0 0 0,1 0 1 0 0,0 0-1 0 0,0 2 0 0 0,1 0 0 0 0,34-9 0 0 0,-48 15 2 0 0,-1 0 0 0 0,1 0-1 0 0,0 1 1 0 0,0-1-1 0 0,-1 1 1 0 0,1 0 0 0 0,0 0-1 0 0,0 0 1 0 0,-1 0-1 0 0,1 0 1 0 0,0 1 0 0 0,-1-1-1 0 0,1 1 1 0 0,0 0-1 0 0,-1 0 1 0 0,1 0 0 0 0,-1 0-1 0 0,1 0 1 0 0,-1 0-1 0 0,1 1 1 0 0,-1-1-1 0 0,0 1 1 0 0,0 0 0 0 0,0 0-1 0 0,0 0 1 0 0,3 2-1 0 0,-4-1 4 0 0,1 0-1 0 0,0 0 0 0 0,-1 0 1 0 0,0 0-1 0 0,0 0 0 0 0,0 0 1 0 0,0 0-1 0 0,0 0 0 0 0,-1 0 0 0 0,1 1 1 0 0,-1-1-1 0 0,0 0 0 0 0,0 0 1 0 0,0 1-1 0 0,0-1 0 0 0,-1 0 1 0 0,1 0-1 0 0,-1 1 0 0 0,0-1 0 0 0,-1 4 1 0 0,-7 12 5 0 0,1 0 1 0 0,-2-1 0 0 0,-1 0 0 0 0,0-1-1 0 0,-1-1 1 0 0,-1 1 0 0 0,0-2 0 0 0,-1 0-1 0 0,-1 0 1 0 0,-1-2 0 0 0,1 0 0 0 0,-2 0-1 0 0,0-2 1 0 0,-1 0 0 0 0,-25 12 0 0 0,40-22-12 0 0,1 0 1 0 0,0 0 0 0 0,-1 0-1 0 0,1-1 1 0 0,-1 1 0 0 0,1-1-1 0 0,-1 1 1 0 0,1-1 0 0 0,-1 0-1 0 0,1 0 1 0 0,-1 0 0 0 0,1-1-1 0 0,-1 1 1 0 0,0 0 0 0 0,1-1-1 0 0,0 0 1 0 0,-1 1-1 0 0,1-1 1 0 0,-1 0 0 0 0,1 0-1 0 0,0 0 1 0 0,0-1 0 0 0,0 1-1 0 0,-4-3 1 0 0,5 2-11 0 0,-1-5-9 0 0,2 6 20 0 0,0 1 1 0 0,0-1 0 0 0,0 1 0 0 0,0-1-1 0 0,-1 1 1 0 0,1-1 0 0 0,0 1 0 0 0,0-1-1 0 0,0 1 1 0 0,0-1 0 0 0,0 1-1 0 0,0-1 1 0 0,1 0 0 0 0,-1 1 0 0 0,0-1-1 0 0,0 1 1 0 0,0-1 0 0 0,0 1 0 0 0,1-1-1 0 0,-1 1 1 0 0,0-1 0 0 0,0 1 0 0 0,1 0-1 0 0,-1-1 1 0 0,0 1 0 0 0,1-1-1 0 0,-1 1 1 0 0,1 0 0 0 0,-1-1 0 0 0,0 1-1 0 0,1 0 1 0 0,-1-1 0 0 0,1 1 0 0 0,-1 0-1 0 0,1 0 1 0 0,-1-1 0 0 0,1 1-1 0 0,-1 0 1 0 0,1 0 0 0 0,0 0 0 0 0,5-3-3 0 0,-1 2 1 0 0,1-1-1 0 0,-1 1 1 0 0,1 0-1 0 0,0 0 0 0 0,-1 0 1 0 0,1 1-1 0 0,0 0 1 0 0,0 0-1 0 0,-1 1 1 0 0,1-1-1 0 0,0 1 1 0 0,-1 0-1 0 0,1 1 1 0 0,7 2-1 0 0,2 1 11 0 0,-1 1 0 0 0,0 1 0 0 0,1 0 0 0 0,20 15 0 0 0,-5 1-311 0 0,51 51-1 0 0,-22-17-3462 0 0,-42-42-845 0 0,32 20 0 0 0,-28-22-1663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3:00.0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21 108 224 0 0,'8'-24'4695'0'0,"18"-60"14831"0"0,-48 140-18224 0 0,11-12-1618 0 0,-5 45 0 0 0,12-59-2468 0 0,2-1 1 0 0,3 48-1 0 0,1-45-2855 0 0,1-2-3082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3:02.0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1 517 1904 0 0,'6'-43'9694'0'0,"-4"28"-6533"0"0,-2 14-3081 0 0,0 0 0 0 0,1 0-1 0 0,-1 1 1 0 0,0-1 0 0 0,0 0 0 0 0,1 0-1 0 0,-1 0 1 0 0,1 1 0 0 0,-1-1-1 0 0,0 0 1 0 0,1 0 0 0 0,-1 1 0 0 0,1-1-1 0 0,0 0 1 0 0,-1 1 0 0 0,1-1-1 0 0,0 1 1 0 0,-1-1 0 0 0,1 1-1 0 0,0-1 1 0 0,-1 1 0 0 0,1-1 0 0 0,0 1-1 0 0,0 0 1 0 0,0-1 0 0 0,-1 1-1 0 0,3 0 1 0 0,31-7 380 0 0,-12 3-273 0 0,115-32 189 0 0,-109 27-322 0 0,-1-2 0 0 0,0 0 0 0 0,25-15 0 0 0,-41 19-42 0 0,1 0 0 0 0,-1-1 1 0 0,-1 0-1 0 0,1-1 1 0 0,-2 0-1 0 0,1-1 0 0 0,-1 0 1 0 0,9-13-1 0 0,-12 15-7 0 0,-1-1 0 0 0,0 0 0 0 0,-1-1 0 0 0,0 1 0 0 0,0-1 0 0 0,-1 0 0 0 0,0 0-1 0 0,-1 0 1 0 0,0 0 0 0 0,-1 0 0 0 0,0 0 0 0 0,0-11 0 0 0,-1 12 3 0 0,0 0-1 0 0,-1 0 1 0 0,0 0-1 0 0,0 0 1 0 0,-1 0-1 0 0,0 1 1 0 0,-1-1-1 0 0,-5-13 1 0 0,8 21-9 0 0,-1 0 0 0 0,0 0 0 0 0,1 0 0 0 0,-1 0 0 0 0,0 0 0 0 0,1 0 0 0 0,-1 0 0 0 0,0 0-1 0 0,0 0 1 0 0,0 0 0 0 0,0 1 0 0 0,1-1 0 0 0,-1 0 0 0 0,0 1 0 0 0,-1-1 0 0 0,1 0 0 0 0,0 1 0 0 0,0-1 0 0 0,0 1 0 0 0,0 0 0 0 0,0-1 0 0 0,0 1 0 0 0,-1 0-1 0 0,1 0 1 0 0,0 0 0 0 0,0 0 0 0 0,0 0 0 0 0,-1 0 0 0 0,1 0 0 0 0,0 0 0 0 0,0 0 0 0 0,0 1 0 0 0,0-1 0 0 0,-1 0 0 0 0,1 1 0 0 0,0-1 0 0 0,0 1 0 0 0,0-1 0 0 0,0 1-1 0 0,-1 0 1 0 0,-4 3-4 0 0,0 0 0 0 0,0 0-1 0 0,1 0 1 0 0,0 1-1 0 0,-6 6 1 0 0,-6 9 24 0 0,0 2 1 0 0,2-1-1 0 0,0 2 1 0 0,2 0-1 0 0,-20 45 1 0 0,-38 130 732 0 0,66-179-700 0 0,-21 67 148 0 0,4 1-1 0 0,-18 149 1 0 0,37-208 431 0 0,-14 48 0 0 0,17-74 11 0 0,0-6-620 0 0,0 1 0 0 0,0-1 0 0 0,1 0 0 0 0,0 0 0 0 0,0 0 0 0 0,0 0 1 0 0,0 1-1 0 0,1-1 0 0 0,-1 0 0 0 0,1 1 0 0 0,2-4 0 0 0,3-7 9 0 0,12-37-19 0 0,43-77-1 0 0,-54 114-20 0 0,0 0 0 0 0,2 1 0 0 0,0 0 0 0 0,0 0 0 0 0,1 1-1 0 0,0 1 1 0 0,1-1 0 0 0,1 2 0 0 0,26-18 0 0 0,-26 19-5 0 0,-10 7 11 0 0,0-1 0 0 0,0 1 0 0 0,0 0 0 0 0,1 1 0 0 0,-1-1 0 0 0,1 0 0 0 0,0 1-1 0 0,-1 0 1 0 0,1 0 0 0 0,0 0 0 0 0,0 0 0 0 0,-1 1 0 0 0,1-1 0 0 0,5 1 0 0 0,-4 0 1 0 0,-1 0 0 0 0,0 0 1 0 0,1 0-1 0 0,-1 0 0 0 0,0 1 1 0 0,1 0-1 0 0,-1 0 0 0 0,0 0 0 0 0,0 0 1 0 0,0 1-1 0 0,0-1 0 0 0,0 1 1 0 0,0 0-1 0 0,0 0 0 0 0,4 4 1 0 0,-5-4 3 0 0,-1 0 0 0 0,0 0 0 0 0,0 0 0 0 0,0 0 0 0 0,0 1 1 0 0,-1-1-1 0 0,1 0 0 0 0,-1 1 0 0 0,1 0 0 0 0,-1-1 0 0 0,0 1 0 0 0,0 0 1 0 0,0-1-1 0 0,0 1 0 0 0,-1 0 0 0 0,1 0 0 0 0,-1 0 0 0 0,0 0 0 0 0,1 0 1 0 0,-1 0-1 0 0,0 0 0 0 0,-1 0 0 0 0,1-1 0 0 0,-2 6 0 0 0,-1 3 8 0 0,-1 0 0 0 0,0 0 0 0 0,-1 0 0 0 0,0-1 0 0 0,-1 0 0 0 0,0 0 0 0 0,0 0-1 0 0,-1-1 1 0 0,-1 0 0 0 0,1 0 0 0 0,-1-1 0 0 0,-1 0 0 0 0,0 0 0 0 0,0-1 0 0 0,0 0 0 0 0,-1 0-1 0 0,-18 8 1 0 0,25-13-7 0 0,0 0-1 0 0,0-1 0 0 0,0 0 0 0 0,0 1 0 0 0,-1-1 0 0 0,1 0 0 0 0,0-1 0 0 0,0 1 1 0 0,-1-1-1 0 0,1 1 0 0 0,0-1 0 0 0,-1 0 0 0 0,1 0 0 0 0,0 0 0 0 0,-1-1 0 0 0,1 1 1 0 0,0-1-1 0 0,-1 0 0 0 0,-5-2 0 0 0,5 2-6 0 0,3 0 2 0 0,0 1 0 0 0,0 0 1 0 0,0 0-1 0 0,1-1 0 0 0,-1 1 0 0 0,0-1 1 0 0,1 1-1 0 0,-1-1 0 0 0,0 1 0 0 0,1-1 1 0 0,-1 1-1 0 0,0-1 0 0 0,1 1 0 0 0,-1-1 1 0 0,1 0-1 0 0,-1 1 0 0 0,1-1 0 0 0,-1-1 1 0 0,-1 1-4 0 0,1-1-1 0 0,0 0 1 0 0,-1 1 0 0 0,1-1 0 0 0,0 0 0 0 0,0 0 0 0 0,0 0 0 0 0,0 1 0 0 0,1-1 0 0 0,-1 0 0 0 0,0 0-1 0 0,1 0 1 0 0,-1 0 0 0 0,1-1 0 0 0,0 1 0 0 0,0 0 0 0 0,0 0 0 0 0,0 0 0 0 0,0 0 0 0 0,0 0-1 0 0,1-4 1 0 0,0 5 3 0 0,0 0 0 0 0,0 0 0 0 0,-1 0 0 0 0,1 0-1 0 0,0 0 1 0 0,0 1 0 0 0,0-1 0 0 0,0 0 0 0 0,0 0-1 0 0,0 1 1 0 0,0-1 0 0 0,0 1 0 0 0,1-1 0 0 0,-1 1-1 0 0,0 0 1 0 0,0-1 0 0 0,0 1 0 0 0,0 0 0 0 0,1 0-1 0 0,-1-1 1 0 0,0 1 0 0 0,0 0 0 0 0,1 0 0 0 0,-1 1-1 0 0,0-1 1 0 0,0 0 0 0 0,0 0 0 0 0,2 1 0 0 0,16 3-1 0 0,0 1 0 0 0,-1 1 1 0 0,1 1-1 0 0,-1 0 0 0 0,-1 1 1 0 0,1 1-1 0 0,-2 1 0 0 0,19 13 0 0 0,8 5 38 0 0,-31-20-583 0 0,-1 1 0 0 0,1 0 0 0 0,-2 0 0 0 0,12 15 0 0 0,-11-13-2221 0 0,-1 0 0 0 0,2-1 0 0 0,18 13 0 0 0,-15-12-3044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3:02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86 136 2228 0 0,'-1'-3'1948'0'0,"-3"-9"80"0"0,0-1-1 0 0,1-1 0 0 0,1 1 1 0 0,0 0-1 0 0,1-17 0 0 0,1 28-1940 0 0,0 1-1 0 0,0 0 1 0 0,0-1-1 0 0,1 1 1 0 0,-1-1-1 0 0,1 1 1 0 0,-1 0-1 0 0,1-1 1 0 0,-1 1 0 0 0,1 0-1 0 0,0 0 1 0 0,-1-1-1 0 0,1 1 1 0 0,0 0-1 0 0,0 0 1 0 0,0 0-1 0 0,0 0 1 0 0,0 0-1 0 0,0 0 1 0 0,0 1-1 0 0,1-1 1 0 0,-1 0-1 0 0,0 0 1 0 0,0 1 0 0 0,2-2-1 0 0,1 1-17 0 0,0 0 0 0 0,-1-1 0 0 0,1 1 0 0 0,0 1-1 0 0,0-1 1 0 0,0 0 0 0 0,5 1 0 0 0,-6-1-42 0 0,0 1 0 0 0,0 0 0 0 0,0 0-1 0 0,0 0 1 0 0,0 1 0 0 0,0-1 0 0 0,0 1 0 0 0,0 0-1 0 0,0 0 1 0 0,0 0 0 0 0,0 0 0 0 0,0 0 0 0 0,0 0-1 0 0,-1 1 1 0 0,1-1 0 0 0,0 1 0 0 0,-1 0 0 0 0,1 0-1 0 0,-1 0 1 0 0,0 0 0 0 0,0 0 0 0 0,0 1 0 0 0,0-1-1 0 0,0 0 1 0 0,0 1 0 0 0,-1 0 0 0 0,1-1 0 0 0,1 5-1 0 0,-3-5-6 0 0,1 1 0 0 0,-1-1 0 0 0,0 0-1 0 0,0 0 1 0 0,0 0 0 0 0,0 1 0 0 0,0-1-1 0 0,0 0 1 0 0,0 0 0 0 0,-1 0 0 0 0,1 0-1 0 0,-1 1 1 0 0,0-1 0 0 0,0 0 0 0 0,-1 2-1 0 0,-16 27 276 0 0,1-10 263 0 0,-1-1-1 0 0,-1-1 0 0 0,-1 0 1 0 0,-35 24-1 0 0,14-10 303 0 0,41-33-845 0 0,-1 1 0 0 0,0-1 0 0 0,1 1 0 0 0,-1 0 0 0 0,1-1 0 0 0,-1 1 1 0 0,1-1-1 0 0,-1 1 0 0 0,1 0 0 0 0,-1-1 0 0 0,1 1 0 0 0,0 0 0 0 0,-1 0 1 0 0,1-1-1 0 0,0 1 0 0 0,0 0 0 0 0,-1 0 0 0 0,1 0 0 0 0,0 1 1 0 0,0-2-11 0 0,1 1 1 0 0,-1-1 0 0 0,0 1 0 0 0,1-1 0 0 0,-1 1-1 0 0,0-1 1 0 0,1 1 0 0 0,-1-1 0 0 0,1 1 0 0 0,-1-1-1 0 0,1 1 1 0 0,-1-1 0 0 0,1 0 0 0 0,-1 1 0 0 0,1-1-1 0 0,-1 0 1 0 0,1 1 0 0 0,0-1 0 0 0,-1 0-1 0 0,1 0 1 0 0,-1 1 0 0 0,1-1 0 0 0,0 0 0 0 0,-1 0-1 0 0,1 0 1 0 0,0 0 0 0 0,-1 0 0 0 0,1 0 0 0 0,-1 0-1 0 0,2 0 1 0 0,306-8-704 0 0,-185 1-671 0 0,90 1-3020 0 0,-73 5-5860 0 0,-113 1 4700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3:03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116 568 1560 0 0,'-2'-1'1944'0'0,"-69"-39"12340"0"0,74 38-14153 0 0,0 0 0 0 0,0 0 1 0 0,1 0-1 0 0,-1 0 1 0 0,0 0-1 0 0,1 1 1 0 0,4-2-1 0 0,-8 2-124 0 0,16-7 54 0 0,-1-1 0 0 0,0 0 0 0 0,-1-1 1 0 0,0-1-1 0 0,0 0 0 0 0,-2-1 0 0 0,1-1 1 0 0,-1 0-1 0 0,-1 0 0 0 0,-1-1 0 0 0,0-1 1 0 0,0 0-1 0 0,-2 0 0 0 0,11-23 0 0 0,-1-7-52 0 0,-3 0 0 0 0,-1-1-1 0 0,-2-1 1 0 0,6-48 0 0 0,-18 71-89 0 0,0 22 64 0 0,-8 9-10 0 0,5-2 20 0 0,0 0 0 0 0,1 0 0 0 0,-1 0 1 0 0,1 0-1 0 0,0 0 0 0 0,1 1 0 0 0,-3 7 1 0 0,-2 10-9 0 0,-111 365 656 0 0,94-302-442 0 0,-17 87 120 0 0,23-92-194 0 0,-29 86-1 0 0,39-147-191 0 0,5-12 225 0 0,0-1-1 0 0,-1 1 1 0 0,1-1-1 0 0,-2 0 1 0 0,1 0-1 0 0,-1 0 1 0 0,0-1-1 0 0,-7 9 0 0 0,10-14 21 0 0,1-1-176 0 0,0 0 0 0 0,0 0 0 0 0,0-1 0 0 0,0 1 0 0 0,0 0 0 0 0,-1 0-1 0 0,1-1 1 0 0,0 1 0 0 0,0 0 0 0 0,0 0 0 0 0,0 0 0 0 0,0-1 0 0 0,0 1 0 0 0,-1 0 0 0 0,1 0 0 0 0,0 0 0 0 0,0 0 0 0 0,0-1 0 0 0,-1 1-1 0 0,1 0 1 0 0,0 0 0 0 0,0 0 0 0 0,0 0 0 0 0,-1 0 0 0 0,1 0 0 0 0,0 0 0 0 0,0 0 0 0 0,-1-1 0 0 0,1 1 0 0 0,0 0 0 0 0,-1 0-1 0 0,1 0 2 0 0,-1 0 0 0 0,1 0 0 0 0,-1 0 0 0 0,0 0-1 0 0,1-1 1 0 0,-1 1 0 0 0,1 0 0 0 0,-1-1 0 0 0,1 1-1 0 0,-1 0 1 0 0,1-1 0 0 0,-1 1 0 0 0,1 0-1 0 0,0-1 1 0 0,-1 1 0 0 0,1-1 0 0 0,-1 1 0 0 0,1-1-1 0 0,0 1 1 0 0,-1-1 0 0 0,1 0 0 0 0,-2-8 4 0 0,0 1 0 0 0,0 0-1 0 0,1-1 1 0 0,1 1 0 0 0,0-1 0 0 0,0 1 0 0 0,0-1 0 0 0,1 1 0 0 0,0-1 0 0 0,1 1 0 0 0,0 0 0 0 0,0-1 0 0 0,6-12 0 0 0,6-13-27 0 0,31-56 0 0 0,-45 90 19 0 0,18-32-11 0 0,2 0-1 0 0,2 2 1 0 0,48-54-1 0 0,-50 64-6 0 0,0 0 0 0 0,2 2 0 0 0,0 1 0 0 0,1 0 0 0 0,44-23 0 0 0,-65 39 18 0 0,3-2-3 0 0,0 1-1 0 0,0 0 0 0 0,1-1 0 0 0,-1 2 0 0 0,0-1 0 0 0,1 1 0 0 0,0 0 0 0 0,6-1 0 0 0,19 1 24 0 0,-25 3-22 0 0,-2 1 2 0 0,-3-3 1 0 0,0 0-1 0 0,0 0 0 0 0,-1 0 0 0 0,1 1 1 0 0,0-1-1 0 0,0 0 0 0 0,-1 1 0 0 0,1-1 0 0 0,0 0 1 0 0,-1 1-1 0 0,1-1 0 0 0,0 1 0 0 0,-1-1 1 0 0,1 1-1 0 0,0-1 0 0 0,-1 1 0 0 0,1 0 0 0 0,-1-1 1 0 0,1 2-1 0 0,1 0 1 0 0,3 9-3 0 0,-5-5 3 0 0,0-1 0 0 0,-1 1-1 0 0,1-1 1 0 0,-1 1-1 0 0,0-1 1 0 0,0 1-1 0 0,-1-1 1 0 0,0 0 0 0 0,1 0-1 0 0,-2 0 1 0 0,1 0-1 0 0,-1 0 1 0 0,0 0 0 0 0,0 0-1 0 0,0-1 1 0 0,0 1-1 0 0,-6 5 1 0 0,-7 6 22 0 0,-1 0-1 0 0,-34 26 1 0 0,45-39-17 0 0,1 1 0 0 0,0-1-1 0 0,-1 0 1 0 0,0-1 0 0 0,0 1-1 0 0,0-1 1 0 0,0-1 0 0 0,0 1-1 0 0,0-1 1 0 0,0 0 0 0 0,-1 0 0 0 0,1-1-1 0 0,0 1 1 0 0,0-2 0 0 0,-12 0-1 0 0,14 0-6 0 0,-3-2-36 0 0,-5-8 11 0 0,6-3-6 0 0,5 14 30 0 0,1 0 0 0 0,0-1 0 0 0,0 1-1 0 0,0 0 1 0 0,0-1 0 0 0,0 1 0 0 0,0-1-1 0 0,0 1 1 0 0,0 0 0 0 0,0-1 0 0 0,0 1-1 0 0,0 0 1 0 0,0-1 0 0 0,0 1 0 0 0,1 0-1 0 0,-1-1 1 0 0,0 1 0 0 0,0 0 0 0 0,0-1 0 0 0,0 1-1 0 0,1 0 1 0 0,-1-1 0 0 0,0 1 0 0 0,0 0-1 0 0,1 0 1 0 0,-1-1 0 0 0,0 1 0 0 0,0 0-1 0 0,1 0 1 0 0,-1-1 0 0 0,0 1 0 0 0,1 0-1 0 0,-1 0 1 0 0,0 0 0 0 0,1 0 0 0 0,-1 0-1 0 0,0-1 1 0 0,1 1 0 0 0,-1 0 0 0 0,0 0-1 0 0,1 0 1 0 0,-1 0 0 0 0,1 0 0 0 0,3 0 1 0 0,0 0 0 0 0,1 0 0 0 0,-1 1-1 0 0,0-1 1 0 0,0 1 0 0 0,0 0 0 0 0,0 0 0 0 0,0 0 0 0 0,0 1 0 0 0,0-1 0 0 0,0 1 0 0 0,0 0 0 0 0,-1 0 0 0 0,4 3 0 0 0,1 0 3 0 0,4 4-50 0 0,0 0-1 0 0,-1 0 0 0 0,0 1 0 0 0,-1 1 0 0 0,0 0 1 0 0,11 15-1 0 0,5 5-1302 0 0,-18-21 697 0 0,50 52-3768 0 0,-17-25-1937 0 0,-15-19-733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3:03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388 186 2340 0 0,'-2'-5'1099'0'0,"-14"-59"7546"0"0,15 57-7882 0 0,0-1 1 0 0,0 1-1 0 0,0-1 1 0 0,1 1-1 0 0,0 0 1 0 0,2-11-1 0 0,-1 15-672 0 0,0 0-1 0 0,-1 1 1 0 0,1-1-1 0 0,0 1 1 0 0,1-1 0 0 0,-1 1-1 0 0,0-1 1 0 0,1 1-1 0 0,-1 0 1 0 0,1 0-1 0 0,0 0 1 0 0,0 0-1 0 0,-1 0 1 0 0,2 0 0 0 0,-1 0-1 0 0,0 0 1 0 0,0 1-1 0 0,0-1 1 0 0,1 1-1 0 0,-1 0 1 0 0,1 0-1 0 0,-1 0 1 0 0,1 0 0 0 0,3-1-1 0 0,2 0 21 0 0,0 1 0 0 0,0-1 0 0 0,0 2 1 0 0,0-1-1 0 0,1 1 0 0 0,8 1 0 0 0,-13 0-72 0 0,1-1 0 0 0,-1 1-1 0 0,0 0 1 0 0,0 0 0 0 0,0 1 0 0 0,0-1 0 0 0,-1 1-1 0 0,1 0 1 0 0,0 0 0 0 0,-1 0 0 0 0,1 1 0 0 0,-1-1 0 0 0,0 1-1 0 0,0 0 1 0 0,0 0 0 0 0,0 0 0 0 0,4 5 0 0 0,-7-6-21 0 0,1-1-1 0 0,-1 1 1 0 0,0 0 0 0 0,1 0 0 0 0,-1 0 0 0 0,0 0 0 0 0,0-1 0 0 0,0 1 0 0 0,-1 0 0 0 0,1 0 0 0 0,0 0 0 0 0,-1 0-1 0 0,1-1 1 0 0,-1 1 0 0 0,1 0 0 0 0,-2 2 0 0 0,-16 27 123 0 0,-54 58 37 0 0,71-88-173 0 0,3 3 4 0 0,-2-3-9 0 0,0-1 0 0 0,0 1 0 0 0,0-1 0 0 0,0 1 0 0 0,0-1 0 0 0,0 0 0 0 0,0 1 0 0 0,0-1 0 0 0,0 1 0 0 0,0-1 0 0 0,0 1 0 0 0,1-1 0 0 0,-1 0 0 0 0,0 1 0 0 0,0-1 0 0 0,1 0 0 0 0,-1 1 0 0 0,0-1 0 0 0,0 0-1 0 0,1 1 1 0 0,-1-1 0 0 0,0 0 0 0 0,1 1 0 0 0,0-1 0 0 0,29 15 4 0 0,0-2-1 0 0,50 15 1 0 0,11 4 15 0 0,-74-25 50 0 0,9 3-109 0 0,31 18 0 0 0,-51-25 143 0 0,-1 1-1 0 0,1-1 1 0 0,-1 1-1 0 0,0 0 1 0 0,0 0 0 0 0,0 1-1 0 0,0 0 1 0 0,-1-1 0 0 0,0 1-1 0 0,0 1 1 0 0,3 5-1 0 0,-6-10-74 0 0,-1 1-1 0 0,0-1 0 0 0,0 1 0 0 0,1-1 0 0 0,-1 1 0 0 0,0-1 0 0 0,0 0 0 0 0,0 1 0 0 0,-1-1 1 0 0,1 1-1 0 0,0-1 0 0 0,0 1 0 0 0,-1-1 0 0 0,1 0 0 0 0,-1 1 0 0 0,1-1 0 0 0,-1 0 1 0 0,0 0-1 0 0,0 1 0 0 0,1-1 0 0 0,-1 0 0 0 0,0 0 0 0 0,0 0 0 0 0,0 0 0 0 0,0 0 0 0 0,0 0 1 0 0,0 0-1 0 0,-2 1 0 0 0,-2 2 61 0 0,0 0 0 0 0,-1 0 0 0 0,1-1 1 0 0,-12 6-1 0 0,-32 10-91 0 0,0-3-1 0 0,-1-2 1 0 0,-1-2 0 0 0,-72 8 0 0 0,52-13-2886 0 0,-1-3 0 0 0,-119-10-1 0 0,92-7-4149 0 0,51 6 883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3:04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 32 0 0,'0'0'448'0'0,"4"-10"-288"0"0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3:05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19 1072 0 0,'0'0'11457'0'0,"3"-1"-11304"0"0,21-17 10494 0 0,-30 42-10619 0 0,-4 27 1 0 0,-2 7 64 0 0,-36 120-1488 0 0,6-27-1953 0 0,7 3-4976 0 0,23-85 316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3:06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52 492 0 0,'30'-45'11423'0'0,"-26"42"-9747"0"0,1 0 272 0 0,-3 15-501 0 0,-7 51 49 0 0,-2-1 1 0 0,-30 121-1 0 0,21-113-1160 0 0,-69 337 416 0 0,81-390-365 0 0,1-4 639 0 0,10-30-650 0 0,22-62-319 0 0,45-104 22 0 0,-64 163-77 0 0,1-1 1 0 0,1 1-1 0 0,1 1 0 0 0,0 0 1 0 0,2 1-1 0 0,22-22 0 0 0,-34 37-5 0 0,0 1 0 0 0,0-1 0 0 0,0 1 0 0 0,1-1 0 0 0,-1 1-1 0 0,0 0 1 0 0,1 1 0 0 0,-1-1 0 0 0,1 0 0 0 0,0 1 0 0 0,-1 0 0 0 0,1 0-1 0 0,0 0 1 0 0,0 0 0 0 0,0 1 0 0 0,0 0 0 0 0,0-1 0 0 0,0 2 0 0 0,0-1-1 0 0,0 0 1 0 0,-1 1 0 0 0,1-1 0 0 0,0 1 0 0 0,0 0 0 0 0,0 0 0 0 0,-1 1-1 0 0,1-1 1 0 0,0 1 0 0 0,-1 0 0 0 0,0 0 0 0 0,4 2 0 0 0,2 3 8 0 0,0 0 1 0 0,0 1 0 0 0,-1-1 0 0 0,0 2-1 0 0,-1-1 1 0 0,0 1 0 0 0,0 0-1 0 0,0 1 1 0 0,8 17 0 0 0,-10-18 51 0 0,-1 1 1 0 0,0 0-1 0 0,0 0 1 0 0,-1 0-1 0 0,0 0 1 0 0,-1 1-1 0 0,0-1 1 0 0,-1 1-1 0 0,0-1 1 0 0,0 1-1 0 0,-1 0 0 0 0,-1-1 1 0 0,0 1-1 0 0,0 0 1 0 0,-1-1-1 0 0,0 1 1 0 0,-1-1-1 0 0,0 0 1 0 0,-1 0-1 0 0,0 0 1 0 0,-1 0-1 0 0,0-1 0 0 0,0 0 1 0 0,-1 0-1 0 0,0 0 1 0 0,0 0-1 0 0,-1-1 1 0 0,0 0-1 0 0,-1-1 1 0 0,0 0-1 0 0,0 0 1 0 0,-17 11-1 0 0,16-13 20 0 0,0-1 1 0 0,0 0-1 0 0,0 0 0 0 0,-1-1 1 0 0,1 0-1 0 0,-1 0 0 0 0,0-1 1 0 0,0-1-1 0 0,0 1 0 0 0,-17-1 1 0 0,8-2-29 0 0,0-1 1 0 0,0 0 0 0 0,-1-1-1 0 0,-19-7 1 0 0,31 8-460 0 0,1 0 0 0 0,-1 0-1 0 0,1-1 1 0 0,0 0 0 0 0,-8-4 0 0 0,66-18-16072 0 0,-29 21 10373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3:07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65 3048 0 0,'49'-65'20690'0'0,"-48"65"-20552"0"0,-1 1 0 0 0,1-1 0 0 0,0 0-1 0 0,-1 1 1 0 0,1-1 0 0 0,-1 1 0 0 0,1-1-1 0 0,0 0 1 0 0,-1 1 0 0 0,0-1 0 0 0,1 1 0 0 0,-1-1-1 0 0,1 1 1 0 0,-1 0 0 0 0,1-1 0 0 0,-1 1-1 0 0,0-1 1 0 0,1 1 0 0 0,-1 0 0 0 0,0-1 0 0 0,0 1-1 0 0,1 1 1 0 0,-9 77 2053 0 0,-7 89-2038 0 0,10 2-5641 0 0,6-136 3841 0 0,1 36-2850 0 0,-1-23-1316 0 0,1 3-3589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3:07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91 2008 0 0,'1'-4'1898'0'0,"19"-57"6986"0"0,-19 59-8177 0 0,-1 1-608 0 0,0 0-1 0 0,0-1 0 0 0,0 1 1 0 0,1 0-1 0 0,-1 0 0 0 0,0 0 1 0 0,1 0-1 0 0,-1 0 0 0 0,1 0 1 0 0,-1 0-1 0 0,1 0 0 0 0,-1 0 1 0 0,2-2-1 0 0,1-3 2114 0 0,1 24-1656 0 0,0 0 1 0 0,-2 1 0 0 0,0 0 0 0 0,-1 0-1 0 0,-1 21 1 0 0,-14 99 410 0 0,7-81-674 0 0,6-42-239 0 0,-25 265 455 0 0,22-198 18 0 0,3-70 171 0 0,0-16-97 0 0,3-24-320 0 0,5-1-251 0 0,2-1 0 0 0,13-28 0 0 0,-17 45-46 0 0,1 1 1 0 0,0-1-1 0 0,1 2 1 0 0,0-1-1 0 0,1 1 1 0 0,0 0-1 0 0,14-14 1 0 0,-20 22 11 0 0,1 0 1 0 0,-1 1-1 0 0,0-1 1 0 0,1 0-1 0 0,0 1 1 0 0,-1 0 0 0 0,1-1-1 0 0,0 1 1 0 0,-1 0-1 0 0,1 0 1 0 0,0 1-1 0 0,0-1 1 0 0,0 0-1 0 0,0 1 1 0 0,0 0 0 0 0,0 0-1 0 0,0 0 1 0 0,0 0-1 0 0,0 0 1 0 0,0 1-1 0 0,-1-1 1 0 0,1 1 0 0 0,0-1-1 0 0,0 1 1 0 0,0 0-1 0 0,0 1 1 0 0,-1-1-1 0 0,1 0 1 0 0,4 4-1 0 0,-1-1 8 0 0,0 1-1 0 0,0-1 0 0 0,0 2 0 0 0,-1-1 0 0 0,0 0 0 0 0,0 1 0 0 0,0 0 0 0 0,-1 0 0 0 0,1 1 0 0 0,4 10 0 0 0,-5-8 36 0 0,0-1 0 0 0,-1 1-1 0 0,0-1 1 0 0,-1 1 0 0 0,1 0-1 0 0,-2 0 1 0 0,1 0 0 0 0,-1 1-1 0 0,-1-1 1 0 0,0 0 0 0 0,0 0-1 0 0,0 0 1 0 0,-1 1 0 0 0,-1-1-1 0 0,0 0 1 0 0,0 0 0 0 0,-1 0-1 0 0,0-1 1 0 0,0 1 0 0 0,-1-1-1 0 0,0 0 1 0 0,0 1 0 0 0,-1-2-1 0 0,0 1 1 0 0,-1-1 0 0 0,0 1-1 0 0,0-1 1 0 0,-13 11 0 0 0,10-10 49 0 0,0-2 0 0 0,-1 1 0 0 0,0-1 0 0 0,1 0 0 0 0,-2-1 1 0 0,1 0-1 0 0,-1-1 0 0 0,0 0 0 0 0,-22 4 0 0 0,29-7-57 0 0,-1-1 0 0 0,1 0 0 0 0,-1 0 0 0 0,0 0-1 0 0,-8-2 1 0 0,4 0-11 0 0,6 2-165 0 0,1-1 0 0 0,0 1 1 0 0,0-1-1 0 0,-1 1 1 0 0,1-1-1 0 0,0 0 0 0 0,0 0 1 0 0,0 0-1 0 0,0 0 0 0 0,0-1 1 0 0,1 1-1 0 0,-1 0 0 0 0,0-1 1 0 0,0 0-1 0 0,-1-2 0 0 0,2 4-20 0 0,1-1-1 0 0,-1 0 0 0 0,1 0 0 0 0,-1 0 0 0 0,1 1 0 0 0,-1-1 0 0 0,1 0 0 0 0,0 0 0 0 0,-1 0 1 0 0,1 0-1 0 0,0 0 0 0 0,0 0 0 0 0,0 0 0 0 0,0 0 0 0 0,0 0 0 0 0,0 0 0 0 0,0 0 1 0 0,0 1-1 0 0,0-1 0 0 0,0 0 0 0 0,1 0 0 0 0,-1 0 0 0 0,0 0 0 0 0,1 0 0 0 0,-1 0 0 0 0,0 0 1 0 0,1 1-1 0 0,-1-1 0 0 0,1 0 0 0 0,-1 0 0 0 0,1 0 0 0 0,0 1 0 0 0,-1-1 0 0 0,1 0 1 0 0,0 1-1 0 0,0-1 0 0 0,-1 1 0 0 0,1-1 0 0 0,0 1 0 0 0,1-1 0 0 0,0-1-144 0 0,8-5-2503 0 0,0 0 0 0 0,17-7 0 0 0,-5 5-3378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3:08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89 3028 0 0,'7'-9'2927'0'0,"-1"0"0"0"0,0-1 0 0 0,-1 1 0 0 0,6-15 0 0 0,-2 3-409 0 0,-8 20-2475 0 0,0 1 0 0 0,0-1 0 0 0,-1 1 1 0 0,1-1-1 0 0,0 0 0 0 0,0 1 1 0 0,0-1-1 0 0,0 1 0 0 0,0 0 1 0 0,0-1-1 0 0,0 1 0 0 0,0 0 1 0 0,0 0-1 0 0,0-1 0 0 0,0 1 1 0 0,0 0-1 0 0,0 0 0 0 0,0 0 1 0 0,0 0-1 0 0,2 1 0 0 0,13 1 110 0 0,-11-2-130 0 0,1 1-1 0 0,-1 0 1 0 0,1 1-1 0 0,-1-1 1 0 0,0 1-1 0 0,0 0 1 0 0,1 1 0 0 0,-1-1-1 0 0,-1 1 1 0 0,1 0-1 0 0,0 0 1 0 0,-1 0-1 0 0,1 1 1 0 0,-1 0-1 0 0,0 0 1 0 0,-1 0-1 0 0,1 0 1 0 0,4 8-1 0 0,-4-7-6 0 0,-1 0 0 0 0,0 1-1 0 0,0 0 1 0 0,0-1-1 0 0,-1 1 1 0 0,0 0-1 0 0,0 0 1 0 0,0 0 0 0 0,-1 1-1 0 0,0-1 1 0 0,0 0-1 0 0,-1 0 1 0 0,0 1 0 0 0,0-1-1 0 0,-1 9 1 0 0,-1-7 60 0 0,0 0 0 0 0,0 0 1 0 0,-1 0-1 0 0,0-1 0 0 0,-1 1 0 0 0,0 0 1 0 0,-6 8-1 0 0,-38 45 1346 0 0,16-21 133 0 0,27-34-1247 0 0,4-6-268 0 0,0 1 1 0 0,0 0 0 0 0,0 0-1 0 0,0 0 1 0 0,0 0-1 0 0,0 0 1 0 0,0 0-1 0 0,1 0 1 0 0,-1 0 0 0 0,0 0-1 0 0,1 0 1 0 0,-1 0-1 0 0,1 1 1 0 0,-1-1 0 0 0,1 0-1 0 0,-1 2 1 0 0,40-8-931 0 0,66-18 0 0 0,-34 6-348 0 0,21-3-674 0 0,63-13-2309 0 0,-52 12-2453 0 0,-30 5-1603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3:09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11 1412 0 0,'4'-11'13649'0'0,"-2"31"-12784"0"0,-2-1-1 0 0,0 1 0 0 0,-1-1 1 0 0,-6 30-1 0 0,0 12-325 0 0,3-10-268 0 0,-21 242 491 0 0,24-288-714 0 0,-5 52 212 0 0,7-37 2966 0 0,4-38-3219 0 0,1 0-1 0 0,1 0 1 0 0,1 1 0 0 0,0 0-1 0 0,1 0 1 0 0,1 1 0 0 0,1 0-1 0 0,23-27 1 0 0,-32 41-27 0 0,0 0 0 0 0,0 0 0 0 0,1 1 0 0 0,-1-1 0 0 0,0 1 0 0 0,1-1-1 0 0,-1 1 1 0 0,1 0 0 0 0,-1 0 0 0 0,1 0 0 0 0,0 0 0 0 0,-1 0 0 0 0,1 0 0 0 0,0 1 0 0 0,0 0 0 0 0,-1-1 0 0 0,1 1 0 0 0,0 0 0 0 0,0 0 0 0 0,0 1 0 0 0,-1-1 0 0 0,1 0-1 0 0,0 1 1 0 0,5 2 0 0 0,-3-1 12 0 0,1 0 0 0 0,-1 1-1 0 0,0 0 1 0 0,1 0 0 0 0,-1 0 0 0 0,-1 1-1 0 0,1 0 1 0 0,-1 0 0 0 0,1 0-1 0 0,5 8 1 0 0,-5-6 27 0 0,-1 0-1 0 0,0 0 1 0 0,0 0 0 0 0,-1 1-1 0 0,0 0 1 0 0,0 0 0 0 0,0 0-1 0 0,-1 0 1 0 0,0 0-1 0 0,0 0 1 0 0,0 9 0 0 0,-1-11 78 0 0,-1 0-1 0 0,0-1 1 0 0,0 1 0 0 0,-1 0 0 0 0,1 0 0 0 0,-1 0 0 0 0,0 0 0 0 0,0-1 0 0 0,-1 1 0 0 0,0 0-1 0 0,1-1 1 0 0,-1 1 0 0 0,-1-1 0 0 0,1 0 0 0 0,-1 0 0 0 0,0 0 0 0 0,0 0 0 0 0,-5 6-1 0 0,3-6 9 0 0,-1 0 0 0 0,1 0 0 0 0,-1-1 0 0 0,0 0 0 0 0,0 0 0 0 0,0 0 0 0 0,0 0 0 0 0,0-1 0 0 0,0 0 0 0 0,-1-1 0 0 0,-10 2 0 0 0,13-2-58 0 0,0-1 9 0 0,-12 2-28 0 0,12-2 11 0 0,-12 2-291 0 0,13-2-246 0 0,-13-1-2346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3:09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47 2192 0 0,'0'-3'5363'0'0,"-6"-24"5785"0"0,5 26-11071 0 0,1 1 1 0 0,0-1-1 0 0,0 1 0 0 0,0-1 1 0 0,0 1-1 0 0,0-1 0 0 0,0 1 1 0 0,0-1-1 0 0,0 1 0 0 0,0-1 1 0 0,0 1-1 0 0,0-1 0 0 0,0 1 1 0 0,0-1-1 0 0,0 1 0 0 0,1-1 1 0 0,-1 1-1 0 0,0-1 0 0 0,0 1 1 0 0,1-1-1 0 0,-1 1 0 0 0,0-1 1 0 0,0 1-1 0 0,1-1 0 0 0,-1 1 1 0 0,1 0-1 0 0,-1-1 0 0 0,0 1 1 0 0,1-1-1 0 0,0 1-38 0 0,1 0 0 0 0,-1-1 0 0 0,0 1 0 0 0,0 0 0 0 0,0 0 0 0 0,0 0 0 0 0,0 0 0 0 0,1 0 0 0 0,-1 0 0 0 0,0 0 0 0 0,0 0 0 0 0,0 1 0 0 0,2-1 0 0 0,4 3-37 0 0,0-1 0 0 0,-1 1-1 0 0,1 0 1 0 0,7 5-1 0 0,-10-5 8 0 0,0-1 0 0 0,0 1 0 0 0,0 0-1 0 0,0 0 1 0 0,-1 0 0 0 0,0 0 0 0 0,1 1 0 0 0,-1-1-1 0 0,-1 1 1 0 0,1 0 0 0 0,0 0 0 0 0,-1 0-1 0 0,0 0 1 0 0,3 8 0 0 0,-4-8 4 0 0,0 0 0 0 0,-1 0-1 0 0,1 0 1 0 0,-1 0 0 0 0,0 0 0 0 0,0 0 0 0 0,0 0-1 0 0,0 0 1 0 0,-1 0 0 0 0,0 0 0 0 0,0-1 0 0 0,0 1-1 0 0,0 0 1 0 0,-1 0 0 0 0,1 0 0 0 0,-1-1 0 0 0,-3 6-1 0 0,-3 3 277 0 0,-2 1 0 0 0,0-1-1 0 0,0 0 1 0 0,-1-1-1 0 0,0-1 1 0 0,-20 15 0 0 0,29-24-140 0 0,3 0-149 0 0,-1-1 0 0 0,0 1 0 0 0,0-1 0 0 0,0 0 0 0 0,0 1 0 0 0,0-1 0 0 0,1 1 0 0 0,-1-1 0 0 0,0 0 1 0 0,0 1-1 0 0,1-1 0 0 0,-1 0 0 0 0,0 1 0 0 0,0-1 0 0 0,1 0 0 0 0,-1 0 0 0 0,0 1 0 0 0,1-1 0 0 0,-1 0 0 0 0,0 0 0 0 0,1 0 0 0 0,-1 1 0 0 0,1-1 0 0 0,-1 0 0 0 0,0 0 1 0 0,1 0-1 0 0,-1 0 0 0 0,1 0 0 0 0,0 0 0 0 0,18 3-33 0 0,-6-2-5 0 0,5 2-10 0 0,0 1 1 0 0,0 1-1 0 0,0 0 1 0 0,21 10-1 0 0,-30-11 25 0 0,1 1-1 0 0,-1 0 1 0 0,0 1-1 0 0,0 0 0 0 0,-1 0 1 0 0,0 1-1 0 0,0 0 0 0 0,0 0 1 0 0,9 13-1 0 0,-16-18 31 0 0,1 0 1 0 0,0 1-1 0 0,-1-1 0 0 0,0 1 0 0 0,1-1 1 0 0,-1 1-1 0 0,0 0 0 0 0,0 0 0 0 0,-1 0 1 0 0,1-1-1 0 0,0 1 0 0 0,-1 0 0 0 0,0 0 1 0 0,0 0-1 0 0,0 0 0 0 0,0 0 0 0 0,-1 4 1 0 0,0-3 2 0 0,0 1 0 0 0,-1 0 0 0 0,1-1 0 0 0,-1 0 0 0 0,0 1 0 0 0,-1-1 0 0 0,1 0 0 0 0,-1 0 0 0 0,-5 7 0 0 0,-1-2 7 0 0,0 1 0 0 0,-1-2 1 0 0,0 1-1 0 0,-1-1 0 0 0,0-1 1 0 0,-20 12-1 0 0,16-12-293 0 0,0 0-1 0 0,-1-2 0 0 0,-29 8 1 0 0,-3-8-3119 0 0,42-5 1980 0 0,-1 0 1 0 0,0-1 0 0 0,1 0 0 0 0,-1-1-1 0 0,-6-1 1 0 0,-9-7-7113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3:10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413 33 1956 0 0,'15'-22'15965'0'0,"-15"22"-15889"0"0,0-1 0 0 0,0 1 0 0 0,0 0 0 0 0,0-1-1 0 0,0 1 1 0 0,0-1 0 0 0,0 1 0 0 0,0 0 0 0 0,0-1 0 0 0,0 1 0 0 0,0-1 0 0 0,0 1 0 0 0,-1 0 0 0 0,1-1-1 0 0,0 1 1 0 0,0 0 0 0 0,-1-1 0 0 0,1 1 0 0 0,0 0 0 0 0,0-1 0 0 0,-1 1 0 0 0,1 0 0 0 0,0 0 0 0 0,-1-1-1 0 0,1 1 1 0 0,0 0 0 0 0,-1 0 0 0 0,1-1 0 0 0,0 1 0 0 0,-1 0 0 0 0,1 0 0 0 0,-1 0 0 0 0,1 0 0 0 0,0 0-1 0 0,-1 0 1 0 0,-19 3 692 0 0,-22 18-728 0 0,39-19 120 0 0,-18 11-77 0 0,1 1 0 0 0,0 2 0 0 0,-35 34 0 0 0,-43 63 15 0 0,73-80-86 0 0,1 0 1 0 0,-21 40-1 0 0,38-59-5 0 0,0-1 0 0 0,1 1-1 0 0,0 1 1 0 0,2-1 0 0 0,-1 1-1 0 0,2 0 1 0 0,0 0-1 0 0,-2 30 1 0 0,5-40-4 0 0,0 1-1 0 0,1 0 0 0 0,-1-1 1 0 0,1 1-1 0 0,1-1 1 0 0,-1 0-1 0 0,1 1 1 0 0,0-1-1 0 0,0 0 1 0 0,0 0-1 0 0,1 0 1 0 0,0 0-1 0 0,0-1 1 0 0,5 7-1 0 0,-2-5 25 0 0,0 0-1 0 0,0 0 1 0 0,1 0-1 0 0,0-1 1 0 0,0 0-1 0 0,1 0 1 0 0,-1-1 0 0 0,12 5-1 0 0,4 0-214 0 0,1-1 1 0 0,0-1-1 0 0,0-1 0 0 0,1-1 0 0 0,35 2 0 0 0,-8-5-1680 0 0,27-1-7145 0 0,-72-1 7341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3:10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28 332 0 0,'11'-27'22935'0'0,"-9"36"-22493"0"0,-2 0-275 0 0,-1 0-1 0 0,1 0 1 0 0,-1-1 0 0 0,-1 1 0 0 0,-3 12-1 0 0,3-14-83 0 0,-5 27-313 0 0,-2 43 0 0 0,3-2-3295 0 0,0 5-6186 0 0,2-47 1019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3:11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394 49 1288 0 0,'6'-21'14161'0'0,"-6"19"-14049"0"0,0 1 0 0 0,0 0 0 0 0,0 0 0 0 0,0 0 0 0 0,0 0 0 0 0,-1 0 0 0 0,1 0-1 0 0,0 0 1 0 0,-1 0 0 0 0,1 0 0 0 0,-1 0 0 0 0,1 0 0 0 0,-1 0 0 0 0,0 0 0 0 0,1 0-1 0 0,-1 0 1 0 0,0 0 0 0 0,0 1 0 0 0,1-1 0 0 0,-1 0 0 0 0,0 0 0 0 0,0 1 0 0 0,0-1-1 0 0,0 1 1 0 0,0-1 0 0 0,0 1 0 0 0,0-1 0 0 0,0 1 0 0 0,0 0 0 0 0,0-1-1 0 0,0 1 1 0 0,-2 0 0 0 0,0-1-71 0 0,0 1-1 0 0,0 0 0 0 0,0 0 1 0 0,0 0-1 0 0,-1 0 0 0 0,1 1 1 0 0,0-1-1 0 0,0 1 0 0 0,0 0 1 0 0,0 0-1 0 0,0 0 0 0 0,-3 2 1 0 0,-12 6 52 0 0,1 2 0 0 0,0 0 0 0 0,1 1 1 0 0,1 1-1 0 0,-16 15 0 0 0,-65 79 308 0 0,87-97-362 0 0,-7 10 22 0 0,0 0 0 0 0,2 1-1 0 0,1 1 1 0 0,0 0 0 0 0,1 0-1 0 0,-12 36 1 0 0,23-54-48 0 0,-1 0-1 0 0,1 1 1 0 0,0-1-1 0 0,0 0 1 0 0,1 0-1 0 0,-1 1 1 0 0,1-1 0 0 0,0 1-1 0 0,0-1 1 0 0,0 0-1 0 0,1 1 1 0 0,0-1 0 0 0,0 0-1 0 0,0 1 1 0 0,0-1-1 0 0,0 0 1 0 0,1 0-1 0 0,0 0 1 0 0,0 0 0 0 0,3 4-1 0 0,-1-3-28 0 0,0-1-1 0 0,0 1 0 0 0,1-1 1 0 0,-1 0-1 0 0,1 0 1 0 0,0 0-1 0 0,0-1 0 0 0,1 0 1 0 0,-1 0-1 0 0,1 0 1 0 0,-1-1-1 0 0,1 0 1 0 0,12 3-1 0 0,13 3-1030 0 0,1-2 1 0 0,0-2-1 0 0,34 1 0 0 0,44-6-7227 0 0,-75-1 2017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3:11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36 3144 0 0,'-3'-1'4847'0'0,"-32"-16"5765"0"0,27 12-9453 0 0,8 4-1104 0 0,0 1-1 0 0,-1 0 0 0 0,1 0 0 0 0,-1 0 1 0 0,1-1-1 0 0,0 1 0 0 0,-1 0 0 0 0,1-1 1 0 0,0 1-1 0 0,-1 0 0 0 0,1-1 0 0 0,0 1 0 0 0,0 0 1 0 0,-1-1-1 0 0,1 1 0 0 0,0-1 0 0 0,0 1 1 0 0,0-1-1 0 0,-1 1 0 0 0,1 0 0 0 0,0-1 0 0 0,0 1 1 0 0,0-2-1 0 0,4 1-42 0 0,0 1 1 0 0,0-1-1 0 0,1 1 0 0 0,-1-1 1 0 0,0 1-1 0 0,0 1 0 0 0,0-1 1 0 0,1 0-1 0 0,-1 1 0 0 0,0 0 1 0 0,0 0-1 0 0,0 0 0 0 0,0 1 1 0 0,0-1-1 0 0,0 1 0 0 0,0 0 1 0 0,-1 0-1 0 0,1 0 0 0 0,-1 1 1 0 0,1-1-1 0 0,-1 1 0 0 0,0 0 1 0 0,0 0-1 0 0,0 0 0 0 0,0 0 1 0 0,-1 0-1 0 0,1 1 0 0 0,-1-1 1 0 0,0 1-1 0 0,0 0 0 0 0,0-1 1 0 0,0 1-1 0 0,-1 0 0 0 0,1 0 1 0 0,-1 0-1 0 0,0 1 0 0 0,-1-1 1 0 0,1 0-1 0 0,-1 0 0 0 0,1 0 1 0 0,-1 1-1 0 0,-1-1 0 0 0,1 0 1 0 0,0 0-1 0 0,-2 5 0 0 0,-2 1 92 0 0,0 0 0 0 0,-1 0 0 0 0,0-1 0 0 0,-1 1-1 0 0,0-2 1 0 0,0 1 0 0 0,-9 8 0 0 0,-54 53 508 0 0,69-70-611 0 0,-82 79 262 0 0,80-76-211 0 0,2-2-58 0 0,1 0-1 0 0,-1-1 1 0 0,1 1-1 0 0,-1 0 1 0 0,1 0-1 0 0,0 0 1 0 0,-1 0-1 0 0,1-1 1 0 0,0 1-1 0 0,0 0 0 0 0,0-1 1 0 0,1 2-1 0 0,2-1-137 0 0,1 1 1 0 0,-1-1-1 0 0,1 0 0 0 0,0-1 0 0 0,-1 1 0 0 0,1-1 0 0 0,0 0 0 0 0,-1 0 0 0 0,1-1 0 0 0,8-1 0 0 0,6 1-439 0 0,34-2-1092 0 0,149-10-8277 0 0,-117 3 2844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3:12.2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477 44 432 0 0,'-14'-8'7803'0'0,"-39"-26"597"0"0,51 33-7935 0 0,-6 1-329 0 0,0 1 1 0 0,0 1 0 0 0,1 0 0 0 0,-1 0 0 0 0,0 0 0 0 0,1 1 0 0 0,0 0 0 0 0,0 0 0 0 0,0 1 0 0 0,0 0-1 0 0,-11 8 1 0 0,-8 8 179 0 0,-34 35-1 0 0,54-50-216 0 0,-34 35 226 0 0,-38 47-1 0 0,63-69-275 0 0,1 2 1 0 0,1-1-1 0 0,1 2 0 0 0,1 0 0 0 0,-11 28 1 0 0,19-43-37 0 0,2 0 1 0 0,-1-1 0 0 0,0 1 0 0 0,1 0 0 0 0,0 0 0 0 0,1 0 0 0 0,-1 0 0 0 0,1 0 0 0 0,0 0 0 0 0,1 0 0 0 0,0 0 0 0 0,-1 0 0 0 0,2 0 0 0 0,2 9-1 0 0,-2-10-57 0 0,0 0 0 0 0,1-1 1 0 0,0 1-1 0 0,0-1 0 0 0,0 0 0 0 0,0 0 0 0 0,0 0 0 0 0,1 0 0 0 0,0 0 0 0 0,0-1 0 0 0,0 1 0 0 0,0-1 0 0 0,1 0 0 0 0,-1-1 0 0 0,1 1 0 0 0,9 3 0 0 0,3 0-665 0 0,0 0 0 0 0,0-2 0 0 0,0 0 0 0 0,1-1 0 0 0,-1-1-1 0 0,1 0 1 0 0,34-2 0 0 0,-35-2-809 0 0,1 1 0 0 0,-1-2 0 0 0,0-1 0 0 0,26-8 0 0 0,-15 1-2693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3:12.6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161 109 1340 0 0,'2'-3'2002'0'0,"7"-14"903"0"0,-4 8-137 0 0,0-1 0 0 0,6-18 0 0 0,-10 26-2612 0 0,0-1-1 0 0,0 1 1 0 0,0 0-1 0 0,0 0 1 0 0,1 0-1 0 0,-1-1 1 0 0,0 1-1 0 0,1 1 1 0 0,0-1 0 0 0,-1 0-1 0 0,1 0 1 0 0,0 1-1 0 0,0-1 1 0 0,0 0-1 0 0,0 1 1 0 0,0 0-1 0 0,0 0 1 0 0,1 0-1 0 0,-1 0 1 0 0,0 0-1 0 0,0 0 1 0 0,1 0-1 0 0,-1 1 1 0 0,1-1-1 0 0,3 0 1 0 0,-3 1-160 0 0,1-1 0 0 0,0 1 0 0 0,0-1 0 0 0,0 1 0 0 0,-1 1-1 0 0,1-1 1 0 0,0 0 0 0 0,0 1 0 0 0,0 0 0 0 0,-1 0 0 0 0,1 0 0 0 0,-1 0 0 0 0,1 0 0 0 0,0 1 0 0 0,-1 0 0 0 0,6 3 0 0 0,-7-3 43 0 0,0-1 1 0 0,-1 1-1 0 0,1 0 1 0 0,0 0-1 0 0,-1 0 1 0 0,1 0 0 0 0,-1 0-1 0 0,0 0 1 0 0,0 0-1 0 0,0 0 1 0 0,0 0-1 0 0,0 1 1 0 0,0-1 0 0 0,0 0-1 0 0,-1 1 1 0 0,1-1-1 0 0,-1 0 1 0 0,0 1-1 0 0,0 3 1 0 0,0-2 49 0 0,-1 1 0 0 0,0 0 1 0 0,0 0-1 0 0,0 0 0 0 0,0 0 1 0 0,-1-1-1 0 0,0 1 0 0 0,0-1 1 0 0,-4 7-1 0 0,-17 24 360 0 0,-37 46 1 0 0,59-80-442 0 0,-1 1 20 0 0,4 1 1 0 0,-2-2-27 0 0,0-1 0 0 0,0 1 0 0 0,0-1 0 0 0,0 0 0 0 0,0 1 0 0 0,0-1 0 0 0,1 0-1 0 0,-1 1 1 0 0,0-1 0 0 0,0 1 0 0 0,0-1 0 0 0,0 0 0 0 0,1 1 0 0 0,-1-1 0 0 0,0 0 0 0 0,0 1 0 0 0,1-1 0 0 0,-1 0 0 0 0,0 1 0 0 0,0-1 0 0 0,1 0 0 0 0,0 1 0 0 0,10 3 5 0 0,1-1 1 0 0,0 1 0 0 0,22 2 0 0 0,-17-4-33 0 0,-1 1 1 0 0,23 8 0 0 0,-24-5-7 0 0,0 1 0 0 0,-1 0 0 0 0,0 1 0 0 0,20 15 0 0 0,-29-19 100 0 0,0 0 0 0 0,0 0 0 0 0,-1 0 0 0 0,0 1-1 0 0,0 0 1 0 0,0 0 0 0 0,0 0 0 0 0,-1 0 0 0 0,0 0 0 0 0,0 1-1 0 0,0-1 1 0 0,-1 1 0 0 0,1 0 0 0 0,1 12 0 0 0,-3-14 48 0 0,0 0 0 0 0,-1 1 1 0 0,0-1-1 0 0,0 0 1 0 0,0 0-1 0 0,-1 1 0 0 0,1-1 1 0 0,-1 0-1 0 0,0 0 1 0 0,-1 1-1 0 0,1-1 0 0 0,0 0 1 0 0,-1 0-1 0 0,-4 7 1 0 0,2-5-41 0 0,-1-1 0 0 0,1 1 0 0 0,-1-1 1 0 0,0 0-1 0 0,0 0 0 0 0,-1 0 0 0 0,1-1 1 0 0,-10 6-1 0 0,0-2-23 0 0,-2 0 0 0 0,1 0 0 0 0,-1-2 0 0 0,0 0-1 0 0,0-1 1 0 0,-25 4 0 0 0,20-5-334 0 0,0-1 0 0 0,-1-1 0 0 0,1-2 0 0 0,0 0 0 0 0,-35-5 0 0 0,47 3-291 0 0,0 0 0 0 0,0 0 0 0 0,1-2-1 0 0,-1 1 1 0 0,1-1 0 0 0,-12-6 0 0 0,15 6-275 0 0,1 0-1 0 0,-1 1 1 0 0,1-2 0 0 0,0 1 0 0 0,0-1 0 0 0,1 1-1 0 0,-1-1 1 0 0,1-1 0 0 0,0 1 0 0 0,-5-9 0 0 0,-4-15-6652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3:13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26 920 0 0,'2'-26'13532'0'0,"2"37"-13063"0"0,4 26 926 0 0,-2 0 0 0 0,2 42 0 0 0,-1-4-352 0 0,113 1159 6240 0 0,-73-362-6388 0 0,-35-603-733 0 0,16 415-82 0 0,16 289-80 0 0,81 826 33 0 0,-99-1565-1472 0 0,-20-200-38 0 0,1-15-3830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3:13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34 364 1468 0 0,'-3'0'5581'0'0,"-28"11"6553"0"0,31-11-12086 0 0,19-1 287 0 0,227-38 538 0 0,-110 15-734 0 0,1096-123 323 0 0,11 70-302 0 0,131 34-108 0 0,2 26 12 0 0,-619 10-50 0 0,1013-8 12 0 0,-1671 13-158 0 0,103 0 85 0 0,-72 1-3466 0 0,-105 3 955 0 0,-21-2 909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3:14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534 25 3460 0 0,'-47'-16'13224'0'0,"45"15"-12985"0"0,-18-6 3302 0 0,19 7-3464 0 0,0 0-1 0 0,0 0 1 0 0,0 0 0 0 0,0 0-1 0 0,0 0 1 0 0,0 0 0 0 0,0 0 0 0 0,0 0-1 0 0,0 0 1 0 0,0 0 0 0 0,0 0 0 0 0,0 1-1 0 0,0-1 1 0 0,0 0 0 0 0,0 1 0 0 0,0-1-1 0 0,0 1 1 0 0,1-1 0 0 0,-1 1-1 0 0,0-1 1 0 0,0 1 0 0 0,-1 1 0 0 0,-12 16 543 0 0,1 1 0 0 0,1 1 1 0 0,-10 21-1 0 0,-29 68 775 0 0,44-92-1204 0 0,-93 217 1225 0 0,-94 209-417 0 0,184-420-859 0 0,-9 14-1767 0 0,48-85-15869 0 0,-14 25 10172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3:14.6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1676 149 828 0 0,'37'-144'19497'0'0,"-35"143"-18804"0"0,-2 1-654 0 0,0 0 0 0 0,1-1 0 0 0,-1 1 0 0 0,1 0-1 0 0,-1-1 1 0 0,1 1 0 0 0,-1 0 0 0 0,1-1-1 0 0,-1 1 1 0 0,1 0 0 0 0,-1 0 0 0 0,1 0 0 0 0,-1 0-1 0 0,1 0 1 0 0,-1-1 0 0 0,1 1 0 0 0,-1 0 0 0 0,1 0-1 0 0,-1 0 1 0 0,1 0 0 0 0,0 1 0 0 0,-1-1 0 0 0,1 0-1 0 0,13 20 687 0 0,-2 0-1 0 0,0 1 0 0 0,-1 0 0 0 0,11 32 0 0 0,-1-5-353 0 0,128 260 452 0 0,-36-81-623 0 0,-101-203-123 0 0,-6-13 71 0 0,-1-1-1 0 0,0 1 1 0 0,0 0 0 0 0,5 21-1 0 0,-10-29-71 0 0,-1 1 0 0 0,1-1-1 0 0,0 0 1 0 0,-1 0 0 0 0,0 0-1 0 0,1 1 1 0 0,-1-1 0 0 0,-1 0-1 0 0,1 0 1 0 0,0 0 0 0 0,-1 0-1 0 0,1-1 1 0 0,-1 1 0 0 0,0 0 0 0 0,0-1-1 0 0,0 1 1 0 0,0-1 0 0 0,-1 1-1 0 0,1-1 1 0 0,-1 0 0 0 0,1 0-1 0 0,-1 0 1 0 0,-3 2 0 0 0,-9 5 68 0 0,0-1 1 0 0,-31 14 0 0 0,-189 57 245 0 0,-7-20-631 0 0,221-54 174 0 0,-428 92-2446 0 0,-35 4-2461 0 0,303-61 1851 0 0,-76 16-5383 0 0,118-27-86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3:47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7 1916 0 0,'8'-6'17672'0'0,"-11"17"-17549"0"0,-1 1 0 0 0,-1-1 0 0 0,0 0 0 0 0,0 0 0 0 0,-1-1 0 0 0,-10 14 0 0 0,0 0-241 0 0,-2 6-471 0 0,-53 92-3120 0 0,28-41-3445 0 0,27-45 679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3:48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34 106 2380 0 0,'-2'-6'1028'0'0,"1"-1"-1"0"0,0 1 1 0 0,0-1 0 0 0,0 0-1 0 0,1 0 1 0 0,0 1-1 0 0,1-9 1 0 0,0-4 923 0 0,-1 18-1790 0 0,-1 0-1 0 0,1 0 1 0 0,0 0-1 0 0,0 0 1 0 0,0 0-1 0 0,0 0 0 0 0,0 0 1 0 0,0 0-1 0 0,0 0 1 0 0,0 0-1 0 0,1 0 1 0 0,-1 0-1 0 0,0 0 0 0 0,1 0 1 0 0,-1 0-1 0 0,1 0 1 0 0,-1 0-1 0 0,1 0 1 0 0,-1 0-1 0 0,1 0 0 0 0,-1 0 1 0 0,1 1-1 0 0,0-1 1 0 0,0 0-1 0 0,1-1 1 0 0,-1 3-62 0 0,-1-1 0 0 0,1 1 0 0 0,0-1 0 0 0,0 1 0 0 0,-1 0 1 0 0,1-1-1 0 0,0 1 0 0 0,-1 0 0 0 0,1-1 0 0 0,-1 1 0 0 0,1 0 1 0 0,-1 0-1 0 0,1-1 0 0 0,0 2 0 0 0,7 15 367 0 0,0 0 0 0 0,-1 0-1 0 0,0 1 1 0 0,-2 0 0 0 0,6 33 0 0 0,-3-16-247 0 0,-1-7-99 0 0,35 123 241 0 0,-36-134-333 0 0,1 0 0 0 0,1-1 0 0 0,0 0 0 0 0,1 0 0 0 0,1-1 0 0 0,18 23 0 0 0,-24-34-21 0 0,1 1 1 0 0,-1-1-1 0 0,1 0 1 0 0,0-1-1 0 0,0 1 0 0 0,0-1 1 0 0,0 0-1 0 0,1 0 0 0 0,-1 0 1 0 0,1-1-1 0 0,0 0 1 0 0,0 0-1 0 0,6 1 0 0 0,-8-2-3 0 0,1-1 0 0 0,-1 1 0 0 0,0-1-1 0 0,0 0 1 0 0,1 0 0 0 0,-1-1 0 0 0,0 1 0 0 0,0-1 0 0 0,0 0-1 0 0,0 0 1 0 0,1 0 0 0 0,-2-1 0 0 0,1 1 0 0 0,0-1-1 0 0,0 0 1 0 0,0 0 0 0 0,-1 0 0 0 0,1-1 0 0 0,5-4-1 0 0,-1-1 4 0 0,-1-1 0 0 0,0 1 0 0 0,0-1-1 0 0,-1-1 1 0 0,0 1 0 0 0,0-1 0 0 0,-1 0-1 0 0,-1 0 1 0 0,0-1 0 0 0,0 1 0 0 0,4-22-1 0 0,-1-6 92 0 0,-2-1-1 0 0,-1-42 0 0 0,-1 28 209 0 0,-2 23 104 0 0,0 52 64 0 0,-9 497 2634 0 0,1-379-2604 0 0,3-46-201 0 0,-25 391 801 0 0,15-359-414 0 0,-53 223 0 0 0,61-326-556 0 0,-1 0 1 0 0,0 0-1 0 0,-2 0 1 0 0,-1-1-1 0 0,-1-1 1 0 0,0 0-1 0 0,-25 33 1 0 0,33-50-97 0 0,0 0 0 0 0,-1-1 0 0 0,1 1 0 0 0,-1-1 0 0 0,0 0 1 0 0,0 0-1 0 0,0 0 0 0 0,0 0 0 0 0,-1-1 0 0 0,1 0 0 0 0,-1 0 0 0 0,1 0 0 0 0,-8 2 0 0 0,9-4-20 0 0,-1 1-1 0 0,1-1 0 0 0,-1 0 0 0 0,0 0 0 0 0,1 0 0 0 0,-1-1 0 0 0,0 1 0 0 0,1-1 0 0 0,-1 0 0 0 0,1 0 0 0 0,-1 0 1 0 0,1 0-1 0 0,-1-1 0 0 0,1 1 0 0 0,0-1 0 0 0,0 0 0 0 0,0 0 0 0 0,0 0 0 0 0,-3-3 0 0 0,-4-5-2 0 0,0 0 0 0 0,0-1 0 0 0,2 0 0 0 0,-1 0 0 0 0,1-1 0 0 0,1 0 0 0 0,0 0 0 0 0,1-1 0 0 0,0 1 0 0 0,-7-26 0 0 0,4 9 3 0 0,2 0-1 0 0,1 0 0 0 0,2-1 0 0 0,-2-33 1 0 0,6 26-13 0 0,1 0 0 0 0,2-1-1 0 0,2 1 1 0 0,1 0 0 0 0,2 1 0 0 0,1-1 0 0 0,2 1 0 0 0,2 1 0 0 0,21-44 0 0 0,-8 30-540 0 0,1 1 1 0 0,3 2-1 0 0,2 0 0 0 0,1 3 0 0 0,66-67 1 0 0,-69 81-1575 0 0,1 2 0 0 0,44-30 0 0 0,26-4-6045 0 0,-69 43 3244 0 0,1-1-2382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3:48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0 179 2940 0 0,'1'-3'3389'0'0,"3"-44"8076"0"0,-3 12-6650 0 0,0 32-4710 0 0,0 1-1 0 0,0 0 1 0 0,-1 0 0 0 0,1-1 0 0 0,1 1-1 0 0,-1 0 1 0 0,0 0 0 0 0,0 0 0 0 0,1 0 0 0 0,-1 1-1 0 0,1-1 1 0 0,0 0 0 0 0,0 0 0 0 0,-1 1 0 0 0,1 0-1 0 0,0-1 1 0 0,3-1 0 0 0,37-17 505 0 0,-40 19-568 0 0,19-6-121 0 0,1 0 0 0 0,34-6 0 0 0,9 4-3562 0 0,-58 9 2452 0 0,-1 0-1 0 0,0 0 1 0 0,1 1-1 0 0,-1-1 1 0 0,8 3-1 0 0,-8-2-89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3:48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120 143 3364 0 0,'-114'103'17727'0'0,"114"-103"-17640"0"0,-1 0 0 0 0,1 1 0 0 0,0-1 0 0 0,-1 0 0 0 0,1 0 0 0 0,0 1 0 0 0,-1-1 0 0 0,1 0 0 0 0,0 1 0 0 0,0-1 0 0 0,-1 0 0 0 0,1 1 0 0 0,0-1 0 0 0,0 1 0 0 0,0-1 0 0 0,-1 0 0 0 0,1 1 0 0 0,0-1 0 0 0,0 1 0 0 0,0-1 0 0 0,0 1 0 0 0,0-1 0 0 0,0 1 0 0 0,0-1 0 0 0,0 0 0 0 0,0 1 0 0 0,0-1 0 0 0,0 2 0 0 0,11 1 517 0 0,20-6-370 0 0,26-11-489 0 0,88-36 1 0 0,49-36-4981 0 0,-63 18-3091 0 0,-65 29 348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3:49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7 127 2200 0 0,'-2'-107'15161'0'0,"-2"87"-8483"0"0,7 32-5483 0 0,23 76 325 0 0,-4 1 1 0 0,12 103-1 0 0,6 191-1044 0 0,-34-312-196 0 0,23 611 326 0 0,-13-174-431 0 0,-11-413-86 0 0,78 1137 1011 0 0,-47-825-1015 0 0,34 368 76 0 0,56 245-161 0 0,-63-528-246 0 0,-62-488 124 0 0,0 2-491 0 0,-1 0 1 0 0,1 0 0 0 0,-1 0-1 0 0,0-1 1 0 0,-1 1 0 0 0,1 0-1 0 0,-3 11 1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3:52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359 164 2140 0 0,'5'-15'4334'0'0,"-4"9"-3785"0"0,0 1 0 0 0,0-1 0 0 0,0 0-1 0 0,-1 1 1 0 0,0-1 0 0 0,0 1 0 0 0,0-1 0 0 0,-1 0 0 0 0,0 1 0 0 0,0-1-1 0 0,0 1 1 0 0,-1-1 0 0 0,0 1 0 0 0,0 0 0 0 0,0 0 0 0 0,-5-9 0 0 0,5 10-442 0 0,0 1 1 0 0,0 0-1 0 0,0 0 1 0 0,0 0-1 0 0,-1 1 1 0 0,1-1-1 0 0,-1 0 1 0 0,0 1-1 0 0,0 0 1 0 0,1-1 0 0 0,-2 1-1 0 0,1 0 1 0 0,0 1-1 0 0,0-1 1 0 0,0 0-1 0 0,-1 1 1 0 0,1 0-1 0 0,-1 0 1 0 0,1 0-1 0 0,-1 0 1 0 0,1 1-1 0 0,-1-1 1 0 0,0 1 0 0 0,1 0-1 0 0,-1 0 1 0 0,0 0-1 0 0,-4 1 1 0 0,-3 2-78 0 0,0 1 0 0 0,0 0 1 0 0,0 1-1 0 0,0 0 0 0 0,1 1 0 0 0,-1 0 1 0 0,2 1-1 0 0,-1 0 0 0 0,1 0 1 0 0,0 1-1 0 0,0 0 0 0 0,1 1 0 0 0,0-1 1 0 0,-11 17-1 0 0,4-3-23 0 0,1 0 1 0 0,1 1-1 0 0,1 0 1 0 0,1 1-1 0 0,-13 41 0 0 0,21-55 4 0 0,0 1 1 0 0,1 0-1 0 0,0 0 0 0 0,1 0 0 0 0,0 0 0 0 0,1 0 0 0 0,0 0 0 0 0,0 0 0 0 0,1 0 0 0 0,1 0 0 0 0,0 0 0 0 0,4 11 0 0 0,-4-17-3 0 0,0 0 0 0 0,0 0 0 0 0,0 0 0 0 0,1 0 0 0 0,0 0 0 0 0,0 0 1 0 0,0-1-1 0 0,1 1 0 0 0,-1-1 0 0 0,1 0 0 0 0,0 0 0 0 0,0-1 0 0 0,1 1 0 0 0,-1-1 0 0 0,1 0 0 0 0,-1 0 1 0 0,1 0-1 0 0,0-1 0 0 0,0 1 0 0 0,1-1 0 0 0,-1-1 0 0 0,0 1 0 0 0,1-1 0 0 0,-1 0 0 0 0,8 1 0 0 0,-6-1 0 0 0,0-1-1 0 0,1 1 0 0 0,-1-1 1 0 0,0-1-1 0 0,0 0 0 0 0,0 0 0 0 0,0 0 1 0 0,0-1-1 0 0,0 0 0 0 0,0 0 0 0 0,-1 0 1 0 0,1-1-1 0 0,-1 0 0 0 0,1-1 0 0 0,-1 1 1 0 0,0-1-1 0 0,0 0 0 0 0,-1-1 0 0 0,1 1 1 0 0,-1-1-1 0 0,0-1 0 0 0,0 1 0 0 0,-1 0 1 0 0,0-1-1 0 0,5-9 0 0 0,10-18 372 0 0,-3-2-1 0 0,0 0 0 0 0,12-46 1 0 0,-9 27 1050 0 0,-18 56-1164 0 0,-1-2-256 0 0,1 1-1 0 0,-1-1 0 0 0,0 0 1 0 0,1 0-1 0 0,-1 0 1 0 0,0 1-1 0 0,0-1 1 0 0,1 0-1 0 0,-1 0 0 0 0,0 0 1 0 0,0 1-1 0 0,1-1 1 0 0,-1 0-1 0 0,0 1 1 0 0,0-1-1 0 0,0 0 0 0 0,0 1 1 0 0,1-1-1 0 0,-1 0 1 0 0,0 0-1 0 0,0 1 0 0 0,0-1 1 0 0,0 1-1 0 0,0-1 1 0 0,0 0-1 0 0,0 1 1 0 0,0-1-1 0 0,0 1 0 0 0,1 55 562 0 0,15 99 0 0 0,9-48-1819 0 0,-17-81-1458 0 0,22 47 0 0 0,-12-44-972 0 0,-4-10-1615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3:52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41 32 0 0,'27'-40'21659'0'0,"-26"42"-21430"0"0,0 0 0 0 0,0 0 0 0 0,0 0 0 0 0,-1 0 0 0 0,1 0 0 0 0,0 0 0 0 0,-1 0 0 0 0,1 0 0 0 0,-1 4 1 0 0,-2 32-597 0 0,-11 54 0 0 0,2-15-3767 0 0,-1 12-5399 0 0,9-59 2356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3:55.4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339 125 1992 0 0,'-3'-2'2014'0'0,"-30"-28"3206"0"0,-31-25 633 0 0,56 50-5462 0 0,0-1 0 0 0,0 1 0 0 0,-1 0 0 0 0,0 1 0 0 0,0 0 0 0 0,-13-4 0 0 0,20 8-358 0 0,-1 0 0 0 0,0-1 0 0 0,0 1-1 0 0,0 0 1 0 0,1 1 0 0 0,-1-1 0 0 0,0 0 0 0 0,0 1-1 0 0,1-1 1 0 0,-1 1 0 0 0,0 0 0 0 0,1 0-1 0 0,-1 0 1 0 0,1 0 0 0 0,-1 0 0 0 0,1 1 0 0 0,0-1-1 0 0,-4 4 1 0 0,-1 0 40 0 0,1 0-1 0 0,0 1 0 0 0,0 0 1 0 0,-8 11-1 0 0,4-2 12 0 0,1-1 0 0 0,0 2 0 0 0,1-1 0 0 0,1 1 0 0 0,0 0 1 0 0,-6 25-1 0 0,10-31-55 0 0,1 1 0 0 0,0 1 0 0 0,0-1 0 0 0,1 0 1 0 0,1 0-1 0 0,-1 0 0 0 0,2 1 0 0 0,0-1 0 0 0,0 0 0 0 0,1 0 1 0 0,4 12-1 0 0,-5-18-17 0 0,1 0 1 0 0,1 0-1 0 0,-1 0 0 0 0,0 0 1 0 0,1-1-1 0 0,0 1 1 0 0,0-1-1 0 0,1 0 0 0 0,-1 0 1 0 0,1 0-1 0 0,0-1 0 0 0,0 1 1 0 0,0-1-1 0 0,0 0 1 0 0,1 0-1 0 0,-1 0 0 0 0,1-1 1 0 0,0 1-1 0 0,-1-1 1 0 0,9 2-1 0 0,-8-3-7 0 0,-1 0 0 0 0,1 0 0 0 0,0 0-1 0 0,-1-1 1 0 0,1 0 0 0 0,0 0 0 0 0,-1-1 0 0 0,1 1 0 0 0,0-1 0 0 0,-1 0-1 0 0,1 0 1 0 0,-1 0 0 0 0,1-1 0 0 0,-1 1 0 0 0,1-1 0 0 0,-1 0 0 0 0,0-1-1 0 0,0 1 1 0 0,0-1 0 0 0,0 0 0 0 0,-1 1 0 0 0,1-2 0 0 0,5-5 0 0 0,0-3 3 0 0,-1 1 1 0 0,-1-1 0 0 0,0 0 0 0 0,0-1 0 0 0,-1 0 0 0 0,-1 0-1 0 0,7-25 1 0 0,8-18 552 0 0,-19 53 200 0 0,5 8-351 0 0,-5-4-377 0 0,0 0-1 0 0,-1 0 1 0 0,1-1 0 0 0,0 1-1 0 0,0 0 1 0 0,-1 0-1 0 0,1 0 1 0 0,-1 0 0 0 0,1 0-1 0 0,-1 0 1 0 0,1 0-1 0 0,-1 0 1 0 0,1 0 0 0 0,-1 0-1 0 0,0 0 1 0 0,0 0 0 0 0,1 0-1 0 0,-1 2 1 0 0,10 50 190 0 0,17 76 522 0 0,-21-107-2952 0 0,17 38 0 0 0,-7-32-1969 0 0,-4-13-2384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3:55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1 100 3144 0 0,'3'-11'2576'0'0,"0"1"0"0"0,1 0 1 0 0,10-18-1 0 0,-11 24-2051 0 0,0 0 1 0 0,-1 0-1 0 0,2 0 1 0 0,-1 0-1 0 0,7-6 1 0 0,-7 8-320 0 0,0 1 0 0 0,0 0 0 0 0,0-1 0 0 0,0 1 0 0 0,1 0 1 0 0,-1 1-1 0 0,0-1 0 0 0,0 1 0 0 0,0-1 0 0 0,1 1 0 0 0,4 0 1 0 0,-6 0-136 0 0,2 0 52 0 0,-1 0 0 0 0,0 0 0 0 0,1 0 0 0 0,-1 1 0 0 0,1-1 0 0 0,-1 1 0 0 0,0 0 0 0 0,0 0 0 0 0,1 0 0 0 0,-1 0 0 0 0,0 0 0 0 0,0 1 0 0 0,0 0 0 0 0,0-1 0 0 0,0 1 0 0 0,-1 0 0 0 0,1 1 0 0 0,0-1 0 0 0,-1 0 0 0 0,0 1 0 0 0,3 3 0 0 0,-2-3 3 0 0,-1 0 0 0 0,0 1 0 0 0,1 0 0 0 0,-2-1 0 0 0,1 1 0 0 0,0 0 0 0 0,-1 0 0 0 0,1 0 0 0 0,-1 0 0 0 0,0 0 0 0 0,-1 1 0 0 0,1-1 0 0 0,-1 0 0 0 0,0 0 0 0 0,0 7 0 0 0,-2 0 49 0 0,0-1 0 0 0,-1 1 1 0 0,0-1-1 0 0,-1 0 0 0 0,0 0 0 0 0,-8 15 1 0 0,-40 55 370 0 0,16-26-288 0 0,26-40-228 0 0,8-11-17 0 0,0 0 0 0 0,-1 0 1 0 0,2 0-1 0 0,-1 0 0 0 0,0 0 1 0 0,1 1-1 0 0,-1-1 0 0 0,1 1 0 0 0,0-1 1 0 0,0 0-1 0 0,0 1 0 0 0,0 3 0 0 0,8 0 48 0 0,-1-6-40 0 0,2 0-6 0 0,363-75-1163 0 0,-170 28-2088 0 0,-105 27 410 0 0,57-12-7538 0 0,-117 23 4143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3:56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418 115 2092 0 0,'0'-12'2139'0'0,"1"8"-1630"0"0,-1 1 0 0 0,0-1 0 0 0,0 0 0 0 0,0 0 0 0 0,0 1 0 0 0,-1-1 0 0 0,1 0 1 0 0,-1 1-1 0 0,0-1 0 0 0,0 1 0 0 0,0-1 0 0 0,-1 1 0 0 0,1-1 0 0 0,-1 1 0 0 0,0 0 1 0 0,0-1-1 0 0,0 1 0 0 0,-4-5 0 0 0,3 5-303 0 0,-1 0-1 0 0,1 0 1 0 0,0 1 0 0 0,-1-1-1 0 0,1 1 1 0 0,-1 0 0 0 0,0 0-1 0 0,0 0 1 0 0,0 0-1 0 0,0 1 1 0 0,0-1 0 0 0,0 1-1 0 0,0 0 1 0 0,0 1 0 0 0,0-1-1 0 0,-5 0 1 0 0,2 2-64 0 0,1-1 0 0 0,-1 1 0 0 0,1 0 0 0 0,-1 0 1 0 0,1 1-1 0 0,0 0 0 0 0,-1 0 0 0 0,1 0 0 0 0,-9 6 0 0 0,-2 3-9 0 0,0 0 0 0 0,1 1 0 0 0,0 1 1 0 0,1 0-1 0 0,-25 29 0 0 0,21-20-55 0 0,1 1 1 0 0,1 0-1 0 0,-15 30 0 0 0,24-38-58 0 0,1 0-1 0 0,0 0 1 0 0,1 1-1 0 0,1 0 1 0 0,0 0-1 0 0,-4 32 1 0 0,9-44-16 0 0,-1 0 0 0 0,1-1 1 0 0,0 1-1 0 0,0-1 0 0 0,0 1 1 0 0,1 0-1 0 0,-1-1 0 0 0,1 1 0 0 0,0-1 1 0 0,0 1-1 0 0,0-1 0 0 0,1 0 0 0 0,-1 1 1 0 0,1-1-1 0 0,-1 0 0 0 0,1 0 1 0 0,0 0-1 0 0,0 0 0 0 0,1 0 0 0 0,-1 0 1 0 0,5 4-1 0 0,-3-5 3 0 0,0 1 0 0 0,0-1 1 0 0,1 1-1 0 0,-1-1 0 0 0,0-1 0 0 0,1 1 0 0 0,0 0 1 0 0,-1-1-1 0 0,1 0 0 0 0,0 0 0 0 0,-1-1 0 0 0,1 1 1 0 0,0-1-1 0 0,0 0 0 0 0,6-1 0 0 0,-3 0 1 0 0,1 0 1 0 0,-1-1-1 0 0,0 0 0 0 0,0-1 0 0 0,0 0 0 0 0,0 0 1 0 0,0 0-1 0 0,-1-1 0 0 0,1 0 0 0 0,-1-1 0 0 0,0 0 0 0 0,-1 0 1 0 0,1 0-1 0 0,-1-1 0 0 0,0 0 0 0 0,7-9 0 0 0,6-9 20 0 0,-2-1-1 0 0,0-1 0 0 0,14-31 1 0 0,-15 26-12 0 0,-8 18 105 0 0,-1 0 1 0 0,0-1-1 0 0,-1 0 0 0 0,5-20 1 0 0,-11 33-103 0 0,0 1 0 0 0,0-1 1 0 0,0 0-1 0 0,1 1 1 0 0,-1-1-1 0 0,0 0 1 0 0,0 1-1 0 0,1-1 0 0 0,-1 0 1 0 0,0 1-1 0 0,1-1 1 0 0,-1 1-1 0 0,1-1 1 0 0,-1 1-1 0 0,1-1 0 0 0,-1 1 1 0 0,1-1-1 0 0,0 0 1 0 0,2 3 706 0 0,-2 7-139 0 0,-15 78 283 0 0,7-55-783 0 0,2 0-1 0 0,-1 42 0 0 0,6-49-210 0 0,-1 30-540 0 0,10 72 1 0 0,-6-107-813 0 0,1 0 0 0 0,10 28 0 0 0,-9-35-476 0 0,0 1 1 0 0,1-1-1 0 0,1 0 1 0 0,10 15-1 0 0,-4-13-3969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3:56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287 246 2532 0 0,'-2'-13'2154'0'0,"1"-1"-1"0"0,1 1 0 0 0,2-24 0 0 0,-1 26-1361 0 0,1 1-1 0 0,0-1 0 0 0,1 1 0 0 0,0 0 0 0 0,5-12 0 0 0,-5 16-569 0 0,0 0-1 0 0,0 0 1 0 0,1 0-1 0 0,-1 1 0 0 0,1-1 1 0 0,1 1-1 0 0,-1 0 1 0 0,1 1-1 0 0,-1-1 0 0 0,1 1 1 0 0,1-1-1 0 0,-1 2 1 0 0,0-1-1 0 0,1 0 0 0 0,0 1 1 0 0,0 0-1 0 0,0 1 1 0 0,0-1-1 0 0,0 1 0 0 0,1 0 1 0 0,7-1-1 0 0,-8 2-121 0 0,0 0 0 0 0,1 1-1 0 0,-1 0 1 0 0,0 0 0 0 0,0 0-1 0 0,1 1 1 0 0,-1 0 0 0 0,0 0-1 0 0,0 0 1 0 0,10 4 0 0 0,-13-4-69 0 0,-1 0 1 0 0,1 1 0 0 0,-1-1-1 0 0,1 1 1 0 0,-1-1 0 0 0,1 1-1 0 0,-1 0 1 0 0,0 0 0 0 0,0 0-1 0 0,0 0 1 0 0,0 0 0 0 0,0 0-1 0 0,0 1 1 0 0,-1-1 0 0 0,1 1-1 0 0,-1-1 1 0 0,1 1 0 0 0,-1 0-1 0 0,0-1 1 0 0,0 1 0 0 0,0 0-1 0 0,-1 0 1 0 0,1 0 0 0 0,0 5-1 0 0,-1 1 18 0 0,-1 0-1 0 0,0 0 0 0 0,0 0 1 0 0,-1 0-1 0 0,0 0 0 0 0,0-1 1 0 0,-1 1-1 0 0,0-1 0 0 0,-1 1 1 0 0,0-1-1 0 0,-8 14 0 0 0,-8 7 40 0 0,-39 45 0 0 0,40-51-26 0 0,3-4 3 0 0,-49 56 1042 0 0,64-74-900 0 0,6-1-174 0 0,0 0-1 0 0,0-1 1 0 0,0 0-1 0 0,0 0 1 0 0,0-1-1 0 0,0 1 1 0 0,4-3-1 0 0,18-5 12 0 0,-12 6 42 0 0,0 1 1 0 0,0 1-1 0 0,0 0 0 0 0,1 0 0 0 0,-1 2 0 0 0,0 0 1 0 0,0 0-1 0 0,0 2 0 0 0,0 0 0 0 0,0 0 0 0 0,-1 1 1 0 0,1 1-1 0 0,-1 1 0 0 0,18 9 0 0 0,-22-9 92 0 0,0 0 0 0 0,0 0-1 0 0,-1 1 1 0 0,0 0 0 0 0,0 0 0 0 0,-1 1-1 0 0,9 11 1 0 0,-14-16-109 0 0,-1 0-1 0 0,0 0 0 0 0,0 1 1 0 0,0-1-1 0 0,0 1 0 0 0,0-1 1 0 0,-1 1-1 0 0,1 0 0 0 0,-1 0 1 0 0,0 0-1 0 0,0 0 0 0 0,-1-1 1 0 0,1 1-1 0 0,-1 0 1 0 0,0 0-1 0 0,0 0 0 0 0,0 0 1 0 0,0 0-1 0 0,-1 0 0 0 0,0 0 1 0 0,0 0-1 0 0,0 0 0 0 0,0 0 1 0 0,-2 4-1 0 0,-4 5 2 0 0,-1 0 0 0 0,0-1 0 0 0,0 0 0 0 0,-1-1 0 0 0,-1 1 1 0 0,0-2-1 0 0,-1 1 0 0 0,0-2 0 0 0,0 1 0 0 0,-20 11 0 0 0,-3 0-31 0 0,0-2 1 0 0,-63 26-1 0 0,73-36-648 0 0,-1 0 0 0 0,0-2 0 0 0,0-1 0 0 0,-48 6 1 0 0,49-11-1091 0 0,0 0 0 0 0,0-2 0 0 0,0 0 0 0 0,-1-2 0 0 0,-30-7 0 0 0,6-3-4146 0 0,0-4-3133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01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0 645 996 0 0,'12'8'9455'0'0,"-2"-10"-8823"0"0,-1 0 0 0 0,0 0 0 0 0,-1-1 0 0 0,1 0 0 0 0,0-1 0 0 0,-1 1 0 0 0,16-11 0 0 0,58-44 475 0 0,-53 35-744 0 0,-13 12-321 0 0,-2 0 0 0 0,1-1 1 0 0,-2-1-1 0 0,1-1 0 0 0,-2 0 1 0 0,0 0-1 0 0,-1-1 0 0 0,0-1 1 0 0,-1 0-1 0 0,-1 0 0 0 0,0-1 0 0 0,-1 0 1 0 0,-1-1-1 0 0,-1 0 0 0 0,-1 0 1 0 0,0 0-1 0 0,3-23 0 0 0,0-77 69 0 0,-8 105-10 0 0,-1-1 0 0 0,0 0 0 0 0,-1 0-1 0 0,0 1 1 0 0,-1-1 0 0 0,-6-18-1 0 0,9 31-97 0 0,-1 1 0 0 0,1-1 0 0 0,0 1-1 0 0,-1-1 1 0 0,1 1 0 0 0,-1 0 0 0 0,1-1-1 0 0,-1 1 1 0 0,1-1 0 0 0,0 1 0 0 0,-1 0-1 0 0,1-1 1 0 0,-1 1 0 0 0,0 0 0 0 0,1 0-1 0 0,-1 0 1 0 0,1-1 0 0 0,-1 1 0 0 0,1 0-1 0 0,-1 0 1 0 0,1 0 0 0 0,-1 0 0 0 0,0 0-1 0 0,1 0 1 0 0,-1 0 0 0 0,1 0 0 0 0,-1 0 0 0 0,0 0-1 0 0,1 0 1 0 0,-1 0 0 0 0,1 1 0 0 0,-1-1-1 0 0,1 0 1 0 0,-1 0 0 0 0,1 1 0 0 0,-1-1-1 0 0,1 0 1 0 0,-1 1 0 0 0,-19 13 81 0 0,8 3 70 0 0,1 2 1 0 0,0-1 0 0 0,2 2 0 0 0,0-1-1 0 0,1 1 1 0 0,1 0 0 0 0,-6 25 0 0 0,-22 152 756 0 0,32-175-856 0 0,-13 120 458 0 0,2 233 1 0 0,22-179-273 0 0,1 55 1131 0 0,-11-233-866 0 0,2-15-58 0 0,-1-4-433 0 0,1 0-1 0 0,-1 0 1 0 0,0 0-1 0 0,1 1 1 0 0,-1-1-1 0 0,1 0 1 0 0,-1 0-1 0 0,1 0 1 0 0,0 0-1 0 0,-1 0 1 0 0,1 0 0 0 0,0-1-1 0 0,0 0 1 0 0,1-32-26 0 0,2-1 1 0 0,1 1-1 0 0,2-1 1 0 0,17-55 0 0 0,-4 35-26 0 0,2 0 1 0 0,30-54 0 0 0,-37 81 15 0 0,2 2 1 0 0,1 0-1 0 0,35-41 1 0 0,-40 53 4 0 0,1 1 1 0 0,0 0-1 0 0,1 1 1 0 0,1 1-1 0 0,0 1 1 0 0,0 0-1 0 0,28-14 1 0 0,-40 23 12 0 0,1-1 0 0 0,-1 1 0 0 0,1 0 0 0 0,-1 0 1 0 0,1 0-1 0 0,-1 0 0 0 0,1 0 0 0 0,0 1 0 0 0,0 0 0 0 0,-1 0 1 0 0,1 0-1 0 0,0 0 0 0 0,0 0 0 0 0,-1 1 0 0 0,1 0 1 0 0,0 0-1 0 0,-1 0 0 0 0,1 0 0 0 0,-1 0 0 0 0,1 1 1 0 0,-1-1-1 0 0,3 3 0 0 0,-3-2 4 0 0,0 0 0 0 0,-1 1 0 0 0,0-1-1 0 0,0 1 1 0 0,0-1 0 0 0,0 1 0 0 0,0-1 0 0 0,0 1 0 0 0,0 0 0 0 0,-1 0 0 0 0,0 0-1 0 0,1 0 1 0 0,-1 0 0 0 0,0 0 0 0 0,-1 1 0 0 0,1-1 0 0 0,0 0 0 0 0,-1 0 0 0 0,0 1 0 0 0,0-1-1 0 0,0 0 1 0 0,0 1 0 0 0,0-1 0 0 0,-2 4 0 0 0,-1 8-3 0 0,-1 0 0 0 0,-1 0 0 0 0,0-1 0 0 0,-1 1 0 0 0,-1-1 0 0 0,0-1 0 0 0,-1 1 0 0 0,-13 17 0 0 0,-7 3 66 0 0,-50 52 0 0 0,73-81-51 0 0,2-2-4 0 0,0 0-1 0 0,0 0 1 0 0,-1-1-1 0 0,1 1 1 0 0,0-1-1 0 0,-1 0 1 0 0,1 0-1 0 0,-1 0 1 0 0,0-1-1 0 0,0 1 1 0 0,-5 1-1 0 0,7-2-7 0 0,1-1 0 0 0,0 1-1 0 0,-1-1 1 0 0,1 1 0 0 0,-1-1-1 0 0,1 0 1 0 0,0 1 0 0 0,-1-1-1 0 0,1 0 1 0 0,-1 0 0 0 0,1 0-1 0 0,-1 0 1 0 0,1 0 0 0 0,-1 0 0 0 0,1-1-1 0 0,-1 1 1 0 0,1 0 0 0 0,0-1-1 0 0,-1 1 1 0 0,1-1 0 0 0,0 0-1 0 0,-1 1 1 0 0,1-1 0 0 0,0 0-1 0 0,0 0 1 0 0,0 0 0 0 0,-1 0-1 0 0,1 0 1 0 0,0 0 0 0 0,0 0-1 0 0,0 0 1 0 0,1 0 0 0 0,-1 0-1 0 0,-1-2 1 0 0,0-1-11 0 0,0-1 1 0 0,1 1-1 0 0,-1-1 0 0 0,1 0 0 0 0,0 1 0 0 0,1-1 0 0 0,-1 0 1 0 0,1 0-1 0 0,0-5 0 0 0,0 9 11 0 0,0-1 0 0 0,0 1 0 0 0,1-1-1 0 0,-1 1 1 0 0,1-1 0 0 0,-1 1 0 0 0,1-1 0 0 0,-1 1 0 0 0,1-1 0 0 0,0 1 0 0 0,0 0 0 0 0,0-1 0 0 0,0 1-1 0 0,0 0 1 0 0,0 0 0 0 0,0 0 0 0 0,0 0 0 0 0,0 0 0 0 0,0 0 0 0 0,1 0 0 0 0,-1 0 0 0 0,0 0-1 0 0,1 1 1 0 0,1-2 0 0 0,-1 1 16 0 0,1 0-1 0 0,-1 0 1 0 0,1 0 0 0 0,0 1-1 0 0,-1-1 1 0 0,1 0 0 0 0,0 1-1 0 0,-1 0 1 0 0,1 0-1 0 0,0 0 1 0 0,0 0 0 0 0,-1 0-1 0 0,5 1 1 0 0,8 4 133 0 0,0 1 1 0 0,0 1-1 0 0,-1 0 1 0 0,0 1-1 0 0,0 1 1 0 0,-1 0-1 0 0,24 21 1 0 0,81 88 264 0 0,-108-107-394 0 0,13 14 69 0 0,27 28-1498 0 0,-13-25-3071 0 0,-34-26 3614 0 0,-1-1 0 0 0,1 0 0 0 0,0 0 0 0 0,0-1 0 0 0,0 1 0 0 0,0-1 0 0 0,0 1 1 0 0,0-1-1 0 0,0 0 0 0 0,-1 0 0 0 0,1 0 0 0 0,4-1 0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01.9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1 116 716 0 0,'16'-64'15100'0'0,"-8"12"779"0"0,-7 74-15560 0 0,-1-1 1 0 0,-4 34-1 0 0,2-15-205 0 0,-3 73-3737 0 0,3-32-5204 0 0,11 99 0 0 0,-5-150-259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02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19 429 2660 0 0,'-18'-22'17234'0'0,"42"19"-16606"0"0,1-1-1 0 0,-1 0 0 0 0,0-2 0 0 0,0-1 0 0 0,35-15 0 0 0,-51 18-608 0 0,1-1-1 0 0,-1 1 0 0 0,1-1 0 0 0,-1-1 1 0 0,-1 1-1 0 0,1-1 0 0 0,-1-1 0 0 0,0 1 1 0 0,-1-1-1 0 0,1 0 0 0 0,-1-1 1 0 0,-1 0-1 0 0,1 0 0 0 0,-2 0 0 0 0,1 0 1 0 0,-1-1-1 0 0,5-14 0 0 0,-4 4-20 0 0,-1 0 0 0 0,-1 1 0 0 0,-1-1 0 0 0,-1 0 0 0 0,-1 0 0 0 0,0 0 0 0 0,-1 0 0 0 0,-1 0 0 0 0,-6-25 0 0 0,8 44 0 0 0,0-1 0 0 0,0 1 0 0 0,0-1 1 0 0,0 1-1 0 0,0-1 0 0 0,-1 1 1 0 0,1-1-1 0 0,0 1 0 0 0,0-1 0 0 0,0 1 1 0 0,0 0-1 0 0,-1-1 0 0 0,1 1 1 0 0,0-1-1 0 0,0 1 0 0 0,-1-1 0 0 0,1 1 1 0 0,0 0-1 0 0,-1-1 0 0 0,1 1 1 0 0,0 0-1 0 0,-1-1 0 0 0,1 1 1 0 0,-1 0-1 0 0,1 0 0 0 0,0-1 0 0 0,-1 1 1 0 0,1 0-1 0 0,-1 0 0 0 0,1 0 1 0 0,-1-1-1 0 0,1 1 0 0 0,-1 0 0 0 0,1 0 1 0 0,-1 0-1 0 0,1 0 0 0 0,-1 0 1 0 0,1 0-1 0 0,-1 0 0 0 0,1 0 0 0 0,-1 0 1 0 0,1 0-1 0 0,-1 0 0 0 0,1 0 1 0 0,0 1-1 0 0,-1-1 0 0 0,1 0 0 0 0,-1 0 1 0 0,1 0-1 0 0,-1 1 0 0 0,1-1 1 0 0,0 0-1 0 0,-1 1 0 0 0,1-1 1 0 0,-1 0-1 0 0,1 1 0 0 0,0-1 0 0 0,-1 0 1 0 0,1 1-1 0 0,-1 0 0 0 0,-2 2-7 0 0,1-1 0 0 0,-1 1-1 0 0,0 1 1 0 0,1-1 0 0 0,0 0-1 0 0,-3 4 1 0 0,-8 24 170 0 0,2 1-1 0 0,0 1 1 0 0,2 0 0 0 0,-9 65-1 0 0,1 141 768 0 0,15-192-897 0 0,2 225 139 0 0,2-119-4 0 0,-9-108-13 0 0,6-41-140 0 0,0 0 51 0 0,0-5-60 0 0,-1 1 0 0 0,1-1 0 0 0,-1 1 1 0 0,1-1-1 0 0,0 1 0 0 0,-1-1 0 0 0,1 0 0 0 0,0 0 1 0 0,0 1-1 0 0,-1-1 0 0 0,1 0 0 0 0,0 0 0 0 0,0 0 1 0 0,0-1-1 0 0,0 1 0 0 0,0 0 0 0 0,0 0 1 0 0,0 0-1 0 0,1-1 0 0 0,-1 1 0 0 0,0 0 0 0 0,1-1 1 0 0,-1 1-1 0 0,1-1 0 0 0,-1 1 0 0 0,1-1 0 0 0,0 1 1 0 0,0-2-1 0 0,-8-51 33 0 0,7 45-21 0 0,1-10-25 0 0,0 0 0 0 0,1 0-1 0 0,0 0 1 0 0,2 0 0 0 0,0 0 0 0 0,2 0-1 0 0,0 1 1 0 0,0-1 0 0 0,2 2 0 0 0,0-1-1 0 0,2 1 1 0 0,0 0 0 0 0,0 0 0 0 0,2 1-1 0 0,0 0 1 0 0,0 1 0 0 0,2 1 0 0 0,0 0-1 0 0,0 0 1 0 0,1 1 0 0 0,1 1 0 0 0,0 1-1 0 0,1 0 1 0 0,0 1 0 0 0,1 0 0 0 0,0 1-1 0 0,0 1 1 0 0,1 1 0 0 0,21-6 0 0 0,-31 11 5 0 0,0 0 1 0 0,0 1 0 0 0,0 0 0 0 0,0 1 0 0 0,0 0-1 0 0,0 0 1 0 0,0 0 0 0 0,0 1 0 0 0,0 0-1 0 0,0 1 1 0 0,0 0 0 0 0,9 3 0 0 0,-14-4 6 0 0,0 1-1 0 0,0 0 1 0 0,1-1 0 0 0,-1 1 0 0 0,-1 0 0 0 0,1 1 0 0 0,0-1-1 0 0,0 0 1 0 0,-1 1 0 0 0,0-1 0 0 0,1 1 0 0 0,-1 0-1 0 0,0 0 1 0 0,0 0 0 0 0,0 0 0 0 0,-1 0 0 0 0,1 1 0 0 0,-1-1-1 0 0,0 0 1 0 0,0 1 0 0 0,0-1 0 0 0,0 1 0 0 0,0-1-1 0 0,-1 1 1 0 0,0-1 0 0 0,0 1 0 0 0,0-1 0 0 0,0 1 0 0 0,-1 5-1 0 0,-2 7 7 0 0,-1 0-1 0 0,0-1 0 0 0,-1 0 0 0 0,0 0 0 0 0,-2 0 1 0 0,0-1-1 0 0,0 0 0 0 0,-1 0 0 0 0,-1-1 0 0 0,0 0 1 0 0,-1 0-1 0 0,0-1 0 0 0,-1 0 0 0 0,-1-1 0 0 0,0-1 1 0 0,-25 19-1 0 0,34-27-2 0 0,1-1-1 0 0,0 1 1 0 0,-1-1 0 0 0,1 0 0 0 0,-1 1 0 0 0,0-1 0 0 0,0 0 0 0 0,1 0-1 0 0,-1-1 1 0 0,0 1 0 0 0,0 0 0 0 0,0-1 0 0 0,1 0 0 0 0,-1 0 0 0 0,0 0-1 0 0,0 0 1 0 0,0 0 0 0 0,0-1 0 0 0,0 1 0 0 0,0-1 0 0 0,1 1 0 0 0,-1-1-1 0 0,0 0 1 0 0,1 0 0 0 0,-1-1 0 0 0,0 1 0 0 0,1 0 0 0 0,-1-1 0 0 0,1 0-1 0 0,0 1 1 0 0,-4-5 0 0 0,3 3-5 0 0,0-1 1 0 0,0 1-1 0 0,1-1 1 0 0,0 1-1 0 0,-1-1 1 0 0,1 0-1 0 0,0 0 0 0 0,1 0 1 0 0,-1 0-1 0 0,1-1 1 0 0,0 1-1 0 0,0 0 0 0 0,0 0 1 0 0,1-1-1 0 0,-1 1 1 0 0,1-5-1 0 0,0 7-4 0 0,0 1 1 0 0,0-1-1 0 0,0 1 1 0 0,1-1-1 0 0,-1 1 0 0 0,0-1 1 0 0,1 1-1 0 0,-1-1 1 0 0,1 1-1 0 0,-1-1 0 0 0,1 1 1 0 0,0-1-1 0 0,0 1 1 0 0,-1 0-1 0 0,1-1 0 0 0,0 1 1 0 0,0 0-1 0 0,0 0 1 0 0,1 0-1 0 0,-1 0 0 0 0,0 0 1 0 0,0 0-1 0 0,1 0 1 0 0,-1 0-1 0 0,0 0 0 0 0,1 1 1 0 0,-1-1-1 0 0,1 0 1 0 0,1 0-1 0 0,1 0-1 0 0,1 0 0 0 0,-1 0-1 0 0,1 1 1 0 0,-1-1 0 0 0,1 1 0 0 0,0 0-1 0 0,6 1 1 0 0,-6 0 5 0 0,0 0-1 0 0,0 0 1 0 0,0 1-1 0 0,0 0 1 0 0,0 0-1 0 0,0 0 1 0 0,0 1-1 0 0,-1-1 1 0 0,1 1-1 0 0,6 6 1 0 0,35 35 35 0 0,21 39-446 0 0,-10-10-3421 0 0,-46-61 922 0 0,0 0 1 0 0,0-1 0 0 0,24 16 0 0 0,-16-14-5159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03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94 139 2628 0 0,'-7'-56'11930'0'0,"9"21"-8310"0"0,-1 33-3434 0 0,0-1 1 0 0,0 1 0 0 0,0 0 0 0 0,0 0 0 0 0,0 0 0 0 0,0 0-1 0 0,1 0 1 0 0,-1 0 0 0 0,1 0 0 0 0,-1 0 0 0 0,1 1 0 0 0,0-1-1 0 0,0 0 1 0 0,0 1 0 0 0,0 0 0 0 0,4-3 0 0 0,-3 2 62 0 0,1 0 1 0 0,0 1-1 0 0,0-1 1 0 0,0 1-1 0 0,-1-1 1 0 0,1 1-1 0 0,1 1 1 0 0,-1-1-1 0 0,6 0 1 0 0,-5 1-68 0 0,0 0 1 0 0,0 1-1 0 0,0-1 1 0 0,0 1 0 0 0,0 0-1 0 0,0 0 1 0 0,0 1-1 0 0,0 0 1 0 0,0 0-1 0 0,-1 0 1 0 0,1 0-1 0 0,-1 1 1 0 0,8 4-1 0 0,-9-4-62 0 0,0 0 0 0 0,-1 0 0 0 0,1 0 0 0 0,-1 0 0 0 0,1 0-1 0 0,-1 0 1 0 0,0 1 0 0 0,0-1 0 0 0,-1 1 0 0 0,1 0 0 0 0,-1-1 0 0 0,1 1-1 0 0,-1 0 1 0 0,0 0 0 0 0,-1 0 0 0 0,1 0 0 0 0,-1 0 0 0 0,0 0 0 0 0,1-1-1 0 0,-2 6 1 0 0,-1 5 73 0 0,0 1 0 0 0,-1 0 0 0 0,0-1 0 0 0,-2 0 0 0 0,1 0 0 0 0,-2 0 0 0 0,0 0 0 0 0,-1-1 0 0 0,-8 13 0 0 0,-11 15 485 0 0,-44 51-1 0 0,44-60-526 0 0,-58 78 259 0 0,76-99-410 0 0,8-10 0 0 0,0-1 0 0 0,0 0 0 0 0,0 1 0 0 0,-1-1 0 0 0,1 0 0 0 0,0 1 0 0 0,0-1 0 0 0,0 0 0 0 0,0 1 0 0 0,0-1 0 0 0,0 0 0 0 0,0 1 0 0 0,0-1 0 0 0,0 1 0 0 0,0-1 0 0 0,0 0 0 0 0,0 1 0 0 0,0-1 0 0 0,0 0 0 0 0,0 1 0 0 0,0-1 0 0 0,1 0 0 0 0,-1 1 0 0 0,0-1 0 0 0,0 0 0 0 0,0 1 0 0 0,0-1 0 0 0,1 0 0 0 0,-1 0 0 0 0,0 1 0 0 0,0-1 0 0 0,1 0 0 0 0,-1 0 0 0 0,0 1 0 0 0,4 0 0 0 0,-1 0 0 0 0,0 1 0 0 0,0-2 0 0 0,0 1 0 0 0,0 0 0 0 0,1-1 0 0 0,-1 1 0 0 0,0-1 0 0 0,1 0 0 0 0,-1 0 0 0 0,0 0 0 0 0,5-1 0 0 0,53-10 0 0 0,-35 6 0 0 0,476-92-8357 0 0,-302 57 5274 0 0,-106 17-6456 0 0,-54 13 155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04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94 622 1332 0 0,'-1'-3'2470'0'0,"-23"-65"12791"0"0,23 66-14537 0 0,1 0-551 0 0,1-1-1 0 0,-1 1 1 0 0,1 0 0 0 0,-1-1-1 0 0,1 1 1 0 0,0 0 0 0 0,0 0-1 0 0,0-1 1 0 0,0 1 0 0 0,1 0-1 0 0,-1 0 1 0 0,0 0-1 0 0,1 0 1 0 0,2-2 0 0 0,30-27 359 0 0,-14 13-231 0 0,-3 0-229 0 0,0-1 0 0 0,-2-1 0 0 0,0 0 0 0 0,-1-1 0 0 0,-1 0 0 0 0,-1-2 0 0 0,16-41 0 0 0,-21 44-68 0 0,-1 0 0 0 0,-1 0 0 0 0,0-1 0 0 0,-2 1 0 0 0,0-1 1 0 0,-1 0-1 0 0,-1 0 0 0 0,-2 1 0 0 0,-3-37 0 0 0,-5 40-3 0 0,5 18 1 0 0,0 1 7 0 0,1 0 0 0 0,-1 1-1 0 0,1-1 1 0 0,0 1 0 0 0,0 0 0 0 0,0 0 0 0 0,0 0-1 0 0,0 0 1 0 0,0 1 0 0 0,1-1 0 0 0,0 1-1 0 0,0-1 1 0 0,0 1 0 0 0,0 0 0 0 0,-2 5 0 0 0,-4 12 239 0 0,-8 35 1 0 0,14-48-173 0 0,-60 258 1474 0 0,-34 341 1 0 0,82-426-1217 0 0,-1 8 552 0 0,12-172-558 0 0,2-14-114 0 0,0-3-207 0 0,0 0-1 0 0,0 0 0 0 0,1 0 0 0 0,-1-1 0 0 0,0 1 0 0 0,0 0 1 0 0,1-1-1 0 0,-1 1 0 0 0,0-1 0 0 0,1 1 0 0 0,-1-1 1 0 0,0 1-1 0 0,1-1 0 0 0,-1 1 0 0 0,1-1 0 0 0,-1 1 0 0 0,1-1 1 0 0,-1 0-1 0 0,1 0 0 0 0,-1 1 0 0 0,1-1 0 0 0,-1 0 1 0 0,1 1-1 0 0,0-1 0 0 0,0 0 0 0 0,-1 0 0 0 0,1 0 0 0 0,0 1 1 0 0,0-3-1 0 0,-3-29 19 0 0,3 25-9 0 0,-1-49-14 0 0,2 0 1 0 0,2-1-1 0 0,16-74 0 0 0,-11 91-2 0 0,2 1 0 0 0,1 0-1 0 0,3 0 1 0 0,1 1 0 0 0,28-50-1 0 0,-32 68-8 0 0,2 2 0 0 0,0 0 0 0 0,1 0-1 0 0,0 1 1 0 0,22-19 0 0 0,-26 27 2 0 0,1 1 0 0 0,-1-1 0 0 0,2 2 0 0 0,-1-1 0 0 0,1 2 0 0 0,0-1 0 0 0,1 2 0 0 0,-1 0 0 0 0,26-7 0 0 0,-34 11 0 0 0,0 0 0 0 0,0 1 0 0 0,0-1 0 0 0,0 1 0 0 0,0 0 0 0 0,0 0 0 0 0,0 1 0 0 0,1-1 0 0 0,-1 1 0 0 0,0 0 0 0 0,0 0 1 0 0,0 0-1 0 0,-1 0 0 0 0,1 1 0 0 0,0-1 0 0 0,0 1 0 0 0,-1 0 0 0 0,1 1 0 0 0,6 4 0 0 0,-7-4 1 0 0,0 1 0 0 0,0-1 1 0 0,0 1-1 0 0,0 0 0 0 0,-1 0 1 0 0,0 0-1 0 0,1 0 0 0 0,-1 0 0 0 0,-1 0 1 0 0,1 1-1 0 0,-1-1 0 0 0,1 1 1 0 0,-1-1-1 0 0,0 1 0 0 0,-1-1 0 0 0,1 1 1 0 0,-1 6-1 0 0,-1 4 1 0 0,0-1 1 0 0,-1 1-1 0 0,-1-1 0 0 0,0 0 0 0 0,-1 0 1 0 0,-1 0-1 0 0,0-1 0 0 0,0 1 0 0 0,-12 18 1 0 0,8-17 10 0 0,0-1 0 0 0,-1 0 0 0 0,-1 0 0 0 0,0-1 0 0 0,0 0 0 0 0,-2-1 0 0 0,-20 17 0 0 0,29-26 4 0 0,-1 0-1 0 0,1 0 0 0 0,-1-1 1 0 0,1 1-1 0 0,-1-1 0 0 0,0 0 1 0 0,1-1-1 0 0,-1 1 0 0 0,0-1 1 0 0,0 0-1 0 0,-6 1 0 0 0,8-2-7 0 0,1 0-1 0 0,-1 0 0 0 0,0 0 1 0 0,1-1-1 0 0,-1 1 0 0 0,1-1 1 0 0,-1 0-1 0 0,1 1 0 0 0,-1-1 0 0 0,1 0 1 0 0,0 0-1 0 0,-1-1 0 0 0,1 1 1 0 0,0 0-1 0 0,0-1 0 0 0,0 1 1 0 0,0-1-1 0 0,0 0 0 0 0,0 0 1 0 0,0 0-1 0 0,1 0 0 0 0,-1 0 0 0 0,-1-3 1 0 0,1 2-8 0 0,0 0-1 0 0,0-1 1 0 0,0 1 0 0 0,0-1 0 0 0,1 1 0 0 0,-1-1 0 0 0,1 1 0 0 0,0-1 0 0 0,0 0 0 0 0,1 0-1 0 0,-1 1 1 0 0,1-1 0 0 0,0 0 0 0 0,0 0 0 0 0,0 0 0 0 0,0 0 0 0 0,1 1 0 0 0,-1-1-1 0 0,1 0 1 0 0,0 0 0 0 0,0 1 0 0 0,4-8 0 0 0,-4 10 3 0 0,-1 0 0 0 0,1 1 0 0 0,0-1 1 0 0,0 0-1 0 0,0 1 0 0 0,-1-1 0 0 0,1 1 0 0 0,0-1 0 0 0,0 1 1 0 0,0-1-1 0 0,0 1 0 0 0,0 0 0 0 0,0 0 0 0 0,0-1 0 0 0,0 1 1 0 0,0 0-1 0 0,0 0 0 0 0,0 0 0 0 0,0 0 0 0 0,2 0 0 0 0,12 2-13 0 0,-12-2 13 0 0,0 1 0 0 0,0-1 0 0 0,-1 1 0 0 0,1 0 0 0 0,0 0 0 0 0,-1 0 0 0 0,1 1 0 0 0,0-1 0 0 0,-1 1 0 0 0,3 1 0 0 0,5 4-7 0 0,-1-2 4 0 0,0 2 0 0 0,0-1 0 0 0,0 1 0 0 0,-1 0 0 0 0,0 1 0 0 0,7 9-1 0 0,39 54 2 0 0,-24-26-153 0 0,26 34-3022 0 0,-42-60-833 0 0,34 33 0 0 0,-45-49 2843 0 0,0-1 1 0 0,1 0-1 0 0,-1 1 0 0 0,0-1 0 0 0,1 0 1 0 0,7 2-1 0 0,6 3-5985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04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1 230 2432 0 0,'0'-13'2195'0'0,"1"-52"6302"0"0,0 54-7270 0 0,0-1 1 0 0,1 0-1 0 0,5-15 0 0 0,-6 22-1038 0 0,1 0-1 0 0,0 0 0 0 0,0 0 1 0 0,0 1-1 0 0,0-1 1 0 0,1 1-1 0 0,0 0 1 0 0,0 0-1 0 0,0 0 0 0 0,1 0 1 0 0,-1 0-1 0 0,1 1 1 0 0,0-1-1 0 0,0 1 0 0 0,0 0 1 0 0,0 0-1 0 0,1 0 1 0 0,-1 1-1 0 0,1 0 0 0 0,0 0 1 0 0,-1 0-1 0 0,10-2 1 0 0,-9 2-110 0 0,0 1 1 0 0,1 0-1 0 0,-1 0 1 0 0,0 1-1 0 0,1 0 0 0 0,-1 0 1 0 0,0 0-1 0 0,1 0 1 0 0,-1 1-1 0 0,0 0 1 0 0,1 0-1 0 0,-1 0 1 0 0,0 1-1 0 0,8 3 0 0 0,-10-4-51 0 0,-1 1 0 0 0,1 0 0 0 0,-1 0 0 0 0,0-1 0 0 0,1 1 0 0 0,-1 1 0 0 0,0-1-1 0 0,0 0 1 0 0,-1 0 0 0 0,1 1 0 0 0,0-1 0 0 0,-1 1 0 0 0,1 0 0 0 0,-1-1 0 0 0,0 1-1 0 0,0 0 1 0 0,0 0 0 0 0,0 0 0 0 0,0-1 0 0 0,-1 1 0 0 0,1 0 0 0 0,-1 0 0 0 0,0 0-1 0 0,0 0 1 0 0,0 0 0 0 0,0 0 0 0 0,-2 6 0 0 0,1-2-1 0 0,-1 1-1 0 0,0-1 1 0 0,0 0 0 0 0,-1 0-1 0 0,0 0 1 0 0,0 0 0 0 0,0 0-1 0 0,-6 6 1 0 0,-39 49 149 0 0,19-26 81 0 0,-8 11 1361 0 0,36-45-1538 0 0,6 0-48 0 0,1 1 0 0 0,-1-1 0 0 0,1 0-1 0 0,-1-1 1 0 0,12 3 0 0 0,-4-1-19 0 0,10 4 16 0 0,-1 1 1 0 0,1 1-1 0 0,-2 1 1 0 0,28 17 0 0 0,-37-19 173 0 0,0 0 0 0 0,-1 1 0 0 0,1 0 0 0 0,-2 1 0 0 0,1 0 0 0 0,-2 1 0 0 0,1 0 0 0 0,8 15 0 0 0,-15-23-92 0 0,-1 1 0 0 0,0 0-1 0 0,0 0 1 0 0,0 0 0 0 0,-1 0 0 0 0,1 0 0 0 0,-1 1 0 0 0,0-1 0 0 0,0 0 0 0 0,-1 0 0 0 0,1 1 0 0 0,-1-1 0 0 0,0 1 0 0 0,0-1 0 0 0,-1 0 0 0 0,0 7 0 0 0,-1-5-19 0 0,0-1 0 0 0,0 1 1 0 0,0 0-1 0 0,-1-1 1 0 0,0 0-1 0 0,0 1 0 0 0,0-1 1 0 0,-1 0-1 0 0,0-1 1 0 0,-7 8-1 0 0,0-1-20 0 0,-1-1 1 0 0,-1-1-1 0 0,1 0 0 0 0,-2-1 0 0 0,1 0 1 0 0,-1-1-1 0 0,0 0 0 0 0,-20 5 1 0 0,24-8-137 0 0,-1-1 0 0 0,0-1 0 0 0,0 0 0 0 0,1 0 0 0 0,-1-1 1 0 0,0-1-1 0 0,0 0 0 0 0,0 0 0 0 0,-15-3 0 0 0,21 2-195 0 0,1 0 0 0 0,0-1 0 0 0,0 1 0 0 0,0-1-1 0 0,0 0 1 0 0,0 0 0 0 0,0 0 0 0 0,0 0 0 0 0,1 0-1 0 0,-1-1 1 0 0,-3-3 0 0 0,4 3-180 0 0,1 0 0 0 0,-1-1 0 0 0,1 1 0 0 0,0 0 0 0 0,0-1 0 0 0,0 1 0 0 0,1-1 0 0 0,-1 1 0 0 0,1-1 0 0 0,0 0 0 0 0,0 0 0 0 0,0 0 0 0 0,0 0 0 0 0,0-4 0 0 0,1 1-1286 0 0,0 0 0 0 0,1 0 0 0 0,0 0 1 0 0,2-11-1 0 0,-2 15 627 0 0,5-27-8884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05.3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386 85 2224 0 0,'2'-4'1173'0'0,"0"1"-1"0"0,-1-1 0 0 0,0 0 1 0 0,0 0-1 0 0,0 0 1 0 0,0 0-1 0 0,0 0 0 0 0,-1-7 1 0 0,0 9-721 0 0,0-1 1 0 0,-1 1 0 0 0,1 0-1 0 0,-1 0 1 0 0,1 0 0 0 0,-1-1-1 0 0,0 1 1 0 0,0 0 0 0 0,0 0-1 0 0,0 0 1 0 0,0 0 0 0 0,-1 0-1 0 0,1 0 1 0 0,0 1 0 0 0,-3-4 0 0 0,1 4-309 0 0,1 0 0 0 0,0 0 1 0 0,-1 0-1 0 0,1 0 0 0 0,-1 1 1 0 0,1-1-1 0 0,-1 1 0 0 0,1-1 1 0 0,-1 1-1 0 0,1 0 1 0 0,-1 0-1 0 0,0 0 0 0 0,1 0 1 0 0,-3 1-1 0 0,4-1-125 0 0,-8 2 103 0 0,0-1-1 0 0,1 1 0 0 0,-1 0 0 0 0,1 1 1 0 0,-1 0-1 0 0,1 1 0 0 0,0-1 0 0 0,0 1 1 0 0,1 1-1 0 0,-1 0 0 0 0,-10 9 0 0 0,12-10-51 0 0,-14 11 51 0 0,0 2 0 0 0,2 0 0 0 0,0 1-1 0 0,1 1 1 0 0,0 0 0 0 0,2 1 0 0 0,1 1-1 0 0,0 1 1 0 0,1 0 0 0 0,2 0 0 0 0,0 1 0 0 0,-12 41-1 0 0,20-55-91 0 0,0 0 1 0 0,1 1-1 0 0,1-1 0 0 0,-1 1 0 0 0,1 0 0 0 0,1-1 1 0 0,0 1-1 0 0,0 0 0 0 0,1-1 0 0 0,0 1 0 0 0,3 10 1 0 0,-2-14-13 0 0,0 1 0 0 0,1-1 0 0 0,0 0 0 0 0,0 1 0 0 0,0-1 1 0 0,0 0-1 0 0,1-1 0 0 0,0 1 0 0 0,1-1 0 0 0,-1 1 0 0 0,1-1 1 0 0,0-1-1 0 0,0 1 0 0 0,0-1 0 0 0,1 0 0 0 0,6 4 0 0 0,1-1-243 0 0,0-1 0 0 0,0-1 0 0 0,1 0-1 0 0,0-1 1 0 0,0 0 0 0 0,0-1 0 0 0,0 0 0 0 0,0-2-1 0 0,1 1 1 0 0,-1-2 0 0 0,26-1 0 0 0,-19-2-1448 0 0,0 0 1 0 0,38-10 0 0 0,-40 7-1567 0 0,0-1 1 0 0,33-17-1 0 0,-29 11-2843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05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 2568 0 0,'24'-21'27500'0'0,"-26"39"-26711"0"0,-13 145-594 0 0,17 0-9322 0 0,-1-84-582 0 0,0-40-103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06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312 63 356 0 0,'3'-2'924'0'0,"-1"0"0"0"0,1-1 0 0 0,-1 1 0 0 0,0 0 0 0 0,0-1 0 0 0,0 0 0 0 0,0 0 0 0 0,0 1 0 0 0,0-1 1 0 0,-1 0-1 0 0,0 0 0 0 0,1 0 0 0 0,-1 0 0 0 0,0-1 0 0 0,0 1 0 0 0,-1 0 0 0 0,1-6 0 0 0,-1 9-890 0 0,0-1 1 0 0,-1 1 0 0 0,1-1-1 0 0,0 1 1 0 0,-1-1-1 0 0,1 1 1 0 0,0 0 0 0 0,-1-1-1 0 0,1 1 1 0 0,-1 0-1 0 0,1 0 1 0 0,-1-1 0 0 0,1 1-1 0 0,-1 0 1 0 0,1 0-1 0 0,-1-1 1 0 0,1 1 0 0 0,-1 0-1 0 0,1 0 1 0 0,-1 0-1 0 0,1 0 1 0 0,-1 0 0 0 0,0 0-1 0 0,1 0 1 0 0,-1 0-1 0 0,1 0 1 0 0,-1 0 0 0 0,1 0-1 0 0,-1 0 1 0 0,1 1-1 0 0,-1-1 1 0 0,1 0 0 0 0,-1 1-1 0 0,-19 3 242 0 0,19-4-259 0 0,-13 7 78 0 0,1 0 1 0 0,-1 1 0 0 0,1 0-1 0 0,1 1 1 0 0,-1 1 0 0 0,2 0-1 0 0,-21 21 1 0 0,9-3-27 0 0,0 0-1 0 0,-21 37 0 0 0,31-44-53 0 0,0 1 0 0 0,2 0 0 0 0,0 1 0 0 0,2 0 0 0 0,0 1-1 0 0,2 0 1 0 0,1 0 0 0 0,-7 48 0 0 0,13-65-77 0 0,-1 0 1 0 0,1 0-1 0 0,1 0 0 0 0,0 0 1 0 0,0 0-1 0 0,0-1 0 0 0,1 1 1 0 0,-1 0-1 0 0,2-1 0 0 0,-1 1 1 0 0,1-1-1 0 0,0 0 1 0 0,0 0-1 0 0,1 0 0 0 0,-1 0 1 0 0,2 0-1 0 0,5 6 0 0 0,-4-6-399 0 0,0 0 0 0 0,0-1 1 0 0,1 0-1 0 0,-1 0 0 0 0,1-1 0 0 0,8 4 0 0 0,-7-4-721 0 0,1 0 0 0 0,0-1 0 0 0,-1 0 0 0 0,2 0-1 0 0,10 1 1 0 0,10-1-4547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06.3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20 127 4 0 0,'-15'-69'14746'0'0,"14"61"-13560"0"0,0 7-1096 0 0,1 0 0 0 0,-1 0 0 0 0,1-1 1 0 0,-1 1-1 0 0,1 0 0 0 0,0 0 0 0 0,0 0 0 0 0,0-1 0 0 0,0 1 0 0 0,0 0 1 0 0,0 0-1 0 0,0-1 0 0 0,0 1 0 0 0,0 0 0 0 0,0 0 0 0 0,1 0 0 0 0,-1-1 0 0 0,1 1 1 0 0,-1 0-1 0 0,0 0 0 0 0,1 0 0 0 0,0 0 0 0 0,-1 0 0 0 0,1 0 0 0 0,0 0 0 0 0,0 0 1 0 0,-1 0-1 0 0,1 0 0 0 0,0 0 0 0 0,0 1 0 0 0,0-1 0 0 0,1-1 0 0 0,4 0-24 0 0,0 0-1 0 0,0 0 0 0 0,0 0 1 0 0,0 1-1 0 0,1 0 0 0 0,-1 0 1 0 0,0 0-1 0 0,0 1 1 0 0,1 0-1 0 0,-1 0 0 0 0,12 2 1 0 0,-16-1-51 0 0,1-1-1 0 0,0 0 1 0 0,0 0-1 0 0,0 0 0 0 0,0 1 0 0 0,0-1 0 0 0,0 1 0 0 0,0 0 0 0 0,0 0 0 0 0,0 0 0 0 0,-1 0 0 0 0,1 1 0 0 0,0-1 0 0 0,-1 1 0 0 0,1-1 0 0 0,-1 1 0 0 0,1 0 0 0 0,-1 0 0 0 0,0 0 0 0 0,0 1 0 0 0,0-1 0 0 0,0 0 0 0 0,0 1 0 0 0,0-1 0 0 0,-1 1 0 0 0,1 0 0 0 0,-1-1 0 0 0,0 1 0 0 0,0 0 0 0 0,0 0 0 0 0,0 0 0 0 0,0 0 0 0 0,-1 0 0 0 0,1 0 0 0 0,-1 0 0 0 0,0 0 0 0 0,0 0 0 0 0,0 0 0 0 0,0 5 0 0 0,-2 3 79 0 0,0 1-1 0 0,0-1 1 0 0,-1 0 0 0 0,-1 0-1 0 0,0 0 1 0 0,0 0-1 0 0,-1 0 1 0 0,-9 14 0 0 0,-21 27 337 0 0,-12 21 156 0 0,31-49-396 0 0,-4 9 312 0 0,19-31-387 0 0,4-1-31 0 0,0 0-67 0 0,1 0 1 0 0,0 0-1 0 0,0 0 0 0 0,-1 0 0 0 0,1 0 1 0 0,0-1-1 0 0,0 0 0 0 0,-1 0 0 0 0,1 0 1 0 0,7-1-1 0 0,49-10 94 0 0,-34 6-80 0 0,129-23-134 0 0,50-8-3347 0 0,-67 20-6355 0 0,-97 13 2237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06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317 77 2820 0 0,'-1'-2'2491'0'0,"0"-1"-1927"0"0,-2-3 708 0 0,1 0 0 0 0,-1-1 0 0 0,0 1 0 0 0,-1 0 0 0 0,1 0 0 0 0,-1 1-1 0 0,-1-1 1 0 0,1 1 0 0 0,-6-6 0 0 0,9 10-1168 0 0,-1 0-1 0 0,0 1 0 0 0,1-1 0 0 0,-1 0 0 0 0,1 0 0 0 0,-1 1 1 0 0,0-1-1 0 0,0 1 0 0 0,1-1 0 0 0,-1 1 0 0 0,0 0 1 0 0,0 0-1 0 0,1 0 0 0 0,-1 0 0 0 0,0 0 0 0 0,-2 0 1 0 0,-27 8 521 0 0,21-3-538 0 0,0 0 1 0 0,0 1-1 0 0,0 1 1 0 0,1-1-1 0 0,0 1 1 0 0,0 1-1 0 0,1 0 1 0 0,0 0-1 0 0,0 0 1 0 0,-11 17-1 0 0,5-3-33 0 0,0 1 1 0 0,1 0-1 0 0,-15 39 0 0 0,21-45-26 0 0,1 0 0 0 0,1 0 0 0 0,1 0-1 0 0,0 1 1 0 0,1 0 0 0 0,1-1 0 0 0,0 33-1 0 0,2-43-24 0 0,1 0-1 0 0,0 0 0 0 0,0 0 0 0 0,0-1 0 0 0,1 1 0 0 0,0 0 0 0 0,0-1 1 0 0,0 1-1 0 0,1-1 0 0 0,0 0 0 0 0,1 0 0 0 0,-1 0 0 0 0,1 0 0 0 0,0-1 0 0 0,1 1 1 0 0,-1-1-1 0 0,1 0 0 0 0,0 0 0 0 0,0-1 0 0 0,1 0 0 0 0,-1 0 0 0 0,1 0 1 0 0,8 4-1 0 0,-1-2-480 0 0,-1-1 0 0 0,2 0 0 0 0,-1-1 0 0 0,0 0-1 0 0,1-1 1 0 0,0-1 0 0 0,23 2 0 0 0,-15-4-2490 0 0,0-1 1 0 0,26-3-1 0 0,-9-2-4327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07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167 119 1572 0 0,'-14'-26'5433'0'0,"-23"-53"7811"0"0,36 77-12860 0 0,1 2-358 0 0,0-1 1 0 0,0 1 0 0 0,0-1-1 0 0,0 1 1 0 0,0 0 0 0 0,0-1-1 0 0,0 1 1 0 0,0-1 0 0 0,0 1-1 0 0,0 0 1 0 0,0-1 0 0 0,0 1 0 0 0,0-1-1 0 0,0 1 1 0 0,0 0 0 0 0,1-1-1 0 0,-1 1 1 0 0,0 0 0 0 0,0-1-1 0 0,0 1 1 0 0,1 0 0 0 0,-1-1-1 0 0,0 1 1 0 0,0 0 0 0 0,1 0-1 0 0,-1-1 1 0 0,0 1 0 0 0,1 0 0 0 0,-1 0-1 0 0,0 0 1 0 0,1-1 0 0 0,-1 1-1 0 0,1 0 1 0 0,4 0-9 0 0,0-1 1 0 0,0 2-1 0 0,0-1 0 0 0,0 1 0 0 0,0 0 1 0 0,0 0-1 0 0,0 0 0 0 0,0 0 1 0 0,-1 1-1 0 0,1 0 0 0 0,0 0 1 0 0,-1 0-1 0 0,0 1 0 0 0,1-1 0 0 0,-1 1 1 0 0,0 0-1 0 0,0 0 0 0 0,-1 1 1 0 0,1-1-1 0 0,-1 1 0 0 0,1 0 0 0 0,-1 0 1 0 0,3 6-1 0 0,-2-5-14 0 0,-2 0-1 0 0,1 0 1 0 0,0 1-1 0 0,-1-1 1 0 0,0 1 0 0 0,-1-1-1 0 0,1 1 1 0 0,-1 0-1 0 0,0 0 1 0 0,0 0-1 0 0,-1 0 1 0 0,0 0-1 0 0,0-1 1 0 0,0 1 0 0 0,-1 0-1 0 0,0 0 1 0 0,0 0-1 0 0,0 0 1 0 0,-1-1-1 0 0,-3 9 1 0 0,-4 4 99 0 0,-1-1 0 0 0,-1 0 0 0 0,-1-1 0 0 0,0 0 0 0 0,-26 25-1 0 0,21-18 700 0 0,17-22-795 0 0,0-1 1 0 0,0 1-1 0 0,0 0 1 0 0,0-1-1 0 0,0 1 1 0 0,1-1-1 0 0,-1 1 1 0 0,0-1-1 0 0,0 1 1 0 0,0-1-1 0 0,1 0 1 0 0,-1 1-1 0 0,0-1 1 0 0,1 1-1 0 0,-1-1 1 0 0,0 1-1 0 0,1-1 0 0 0,-1 0 1 0 0,0 1-1 0 0,1-1 1 0 0,-1 0-1 0 0,1 1 1 0 0,-1-1-1 0 0,1 0 1 0 0,-1 0-1 0 0,1 1 1 0 0,16 2-6 0 0,0 0 0 0 0,-1 1 0 0 0,1 1 0 0 0,-1 0-1 0 0,0 2 1 0 0,-1 0 0 0 0,0 0 0 0 0,23 15 0 0 0,-24-11 45 0 0,-1 0-1 0 0,0 0 1 0 0,0 2-1 0 0,-1-1 1 0 0,18 26 0 0 0,-27-34 59 0 0,-1 0 0 0 0,0-1 1 0 0,1 1-1 0 0,-1 0 0 0 0,-1 1 0 0 0,1-1 1 0 0,-1 0-1 0 0,1 0 0 0 0,-1 1 1 0 0,0-1-1 0 0,-1 1 0 0 0,1-1 1 0 0,-1 0-1 0 0,0 1 0 0 0,0-1 1 0 0,0 1-1 0 0,-1-1 0 0 0,1 1 1 0 0,-1-1-1 0 0,0 1 0 0 0,-1-1 1 0 0,1 0-1 0 0,-1 0 0 0 0,1 0 1 0 0,-1 0-1 0 0,-1 0 0 0 0,-3 6 0 0 0,-3 1 74 0 0,-1 0-1 0 0,0-1 1 0 0,0 0-1 0 0,-1-1 0 0 0,0-1 1 0 0,0 1-1 0 0,-1-2 1 0 0,-22 12-1 0 0,8-8-1072 0 0,-1 0-1 0 0,1-1 0 0 0,-40 8 1 0 0,4-8-5182 0 0,19-6-1835 0 0,11-1-690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08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37 2012 0 0,'-39'-26'8780'0'0,"14"15"-3902"0"0,24 11-4839 0 0,0 0 1 0 0,1 1-1 0 0,-1-1 0 0 0,0 0 1 0 0,1 0-1 0 0,-1 0 0 0 0,0 0 1 0 0,1 1-1 0 0,-1-1 0 0 0,1 0 0 0 0,-1 0 1 0 0,0 1-1 0 0,1-1 0 0 0,-1 1 1 0 0,1-1-1 0 0,-1 0 0 0 0,1 1 1 0 0,-1-1-1 0 0,1 1 0 0 0,0-1 1 0 0,-1 1-1 0 0,1 0 0 0 0,-1-1 0 0 0,1 1 1 0 0,0-1-1 0 0,-1 2 0 0 0,-3 23 973 0 0,10 36 592 0 0,-4-46-1264 0 0,88 603 4937 0 0,19 182-3361 0 0,-67-322-1482 0 0,29 319-146 0 0,-12-233-238 0 0,31 348 40 0 0,-86-865-188 0 0,36 677-1772 0 0,-27-532-3320 0 0,4-65-5813 0 0,-14-100 3826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09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113 881 1012 0 0,'-9'-11'2532'0'0,"0"0"0"0"0,0 0 1 0 0,-18-15-1 0 0,12 12-1021 0 0,-16-11 2306 0 0,19 16 123 0 0,68-3-2622 0 0,242-32-290 0 0,-88 12-784 0 0,1600-200 588 0 0,385 48-632 0 0,20 65-98 0 0,-1899 106-108 0 0,1479-78-379 0 0,-1471 58-748 0 0,-264 19-2710 0 0,-77 15-2142 0 0,13-1 5227 0 0,-1 2 0 0 0,-7 1 0 0 0,-5 1-2048 0 0,-9 3-2491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09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395 95 2452 0 0,'0'-4'2234'0'0,"7"-87"11433"0"0,-18 116-11494 0 0,7-18-1996 0 0,-130 299 4555 0 0,-70 156-3845 0 0,173-389-2693 0 0,13-30-3112 0 0,50-88-12276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09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884 118 1512 0 0,'2'-7'1076'0'0,"5"-25"6067"0"0,12-33 0 0 0,-19 64-6627 0 0,2-4 19 0 0,-2 5-479 0 0,0 0 0 0 0,0 0 0 0 0,0-1 0 0 0,0 1 0 0 0,0 0 0 0 0,0 0 0 0 0,0-1 0 0 0,0 1 0 0 0,0 0 0 0 0,0 0 0 0 0,0-1 0 0 0,0 1 0 0 0,0 0 0 0 0,0 0 0 0 0,0-1 0 0 0,0 1 0 0 0,0 0 0 0 0,0 0 0 0 0,1-1 0 0 0,-1 1 0 0 0,0 0 0 0 0,0 0 0 0 0,0 0 0 0 0,0-1 0 0 0,1 1 0 0 0,-1 0 0 0 0,0 0 0 0 0,0 0 0 0 0,1 0 0 0 0,-1-1 0 0 0,0 1 0 0 0,0 0 0 0 0,0 0 0 0 0,1 0 0 0 0,-1 0 0 0 0,0 0 0 0 0,0 0 0 0 0,1 0 0 0 0,-1 0 0 0 0,1 0 0 0 0,5 3 310 0 0,1 0 0 0 0,-1 0 0 0 0,0 1 0 0 0,0-1 1 0 0,-1 2-1 0 0,1-1 0 0 0,-1 1 0 0 0,6 5 0 0 0,42 52 1174 0 0,-25-29-1057 0 0,57 67 355 0 0,-4 4 0 0 0,95 160 0 0 0,-174-260-660 0 0,0 0 0 0 0,0-1 0 0 0,-1 1 0 0 0,1 0 0 0 0,-1 0 0 0 0,0 0 0 0 0,0 0 0 0 0,0 1 0 0 0,0-1 0 0 0,-1 0 0 0 0,0 0 0 0 0,0 0 1 0 0,0 1-1 0 0,0-1 0 0 0,-1 0 0 0 0,0 0 0 0 0,-1 5 0 0 0,0-3-53 0 0,0 1 0 0 0,-1-1 0 0 0,0 0 0 0 0,-1 0 0 0 0,1-1 0 0 0,-1 1 0 0 0,0-1 0 0 0,0 1 0 0 0,-1-1 0 0 0,-6 5 0 0 0,-13 10-112 0 0,-1-1 0 0 0,0-1 0 0 0,-1-2 0 0 0,-1 0 0 0 0,0-2 0 0 0,-2-1 1 0 0,-40 13-1 0 0,-216 48 16 0 0,257-68-29 0 0,-230 46-3739 0 0,-225 54-11384 0 0,423-92 3622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18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98 1412 0 0,'5'11'8056'0'0,"-5"-11"-7888"0"0,1 0 1 0 0,-1 1 0 0 0,0-1-1 0 0,0 1 1 0 0,0-1 0 0 0,1 1 0 0 0,-1-1-1 0 0,0 1 1 0 0,0-1 0 0 0,0 1 0 0 0,0-1-1 0 0,0 1 1 0 0,0-1 0 0 0,0 1-1 0 0,0-1 1 0 0,0 1 0 0 0,0-1 0 0 0,0 1-1 0 0,-1-1 1 0 0,1 1 0 0 0,0-1 0 0 0,0 1-1 0 0,0-1 1 0 0,-3 3 1349 0 0,3-2-1349 0 0,-1-1 0 0 0,1 0 0 0 0,-1 1-1 0 0,1-1 1 0 0,-1 0 0 0 0,-9 3-458 0 0,7-3 455 0 0,-1 0-29 0 0,-1 0-103 0 0,0 1 14 0 0,0-1 0 0 0,-1 0 0 0 0,1-1 1 0 0,0 1-1 0 0,-1-1 0 0 0,1 0 1 0 0,0-1-1 0 0,-7-2 0 0 0,8 3-34 0 0,-18-12 58 0 0,16 8-60 0 0,0 2 21 0 0,1-1-1 0 0,1 0 0 0 0,-1 0 1 0 0,0 0-1 0 0,1 0 0 0 0,-7-9 1 0 0,10 11-32 0 0,1 0 1 0 0,-1 0-1 0 0,0 0 0 0 0,1-1 1 0 0,-1 1-1 0 0,1 0 0 0 0,0-1 1 0 0,0 1-1 0 0,0-1 0 0 0,0 1 1 0 0,0 0-1 0 0,0-1 0 0 0,1 1 1 0 0,-1 0-1 0 0,1-1 0 0 0,0 1 1 0 0,-1 0-1 0 0,1 0 0 0 0,0 0 1 0 0,0-1-1 0 0,0 1 0 0 0,3-3 1 0 0,-3 4-4 0 0,-1 0 1 0 0,1 1-1 0 0,0-1 1 0 0,-1 0-1 0 0,1 1 1 0 0,0-1 0 0 0,-1 1-1 0 0,1-1 1 0 0,0 1-1 0 0,0-1 1 0 0,0 1-1 0 0,0-1 1 0 0,-1 1 0 0 0,1 0-1 0 0,0 0 1 0 0,0-1-1 0 0,0 1 1 0 0,0 0-1 0 0,0 0 1 0 0,0 0 0 0 0,0 0-1 0 0,0 0 1 0 0,0 0-1 0 0,0 0 1 0 0,-1 0 0 0 0,1 0-1 0 0,2 1 1 0 0,-2-1 0 0 0,1 1 1 0 0,0-1-1 0 0,0 1 1 0 0,-1-1-1 0 0,1 1 1 0 0,0 0-1 0 0,-1 0 1 0 0,1 0-1 0 0,-1 0 1 0 0,1 0 0 0 0,-1 0-1 0 0,1 0 1 0 0,-1 0-1 0 0,0 0 1 0 0,2 2-1 0 0,0 4 5 0 0,0 0 0 0 0,0-1 0 0 0,-1 1-1 0 0,1 0 1 0 0,-1 0 0 0 0,-1 0 0 0 0,0 0 0 0 0,0 1-1 0 0,0-1 1 0 0,-1 0 0 0 0,0 1 0 0 0,0-1 0 0 0,-1 0-1 0 0,0 0 1 0 0,0 1 0 0 0,-1-1 0 0 0,-2 8 0 0 0,-7 19-733 0 0,-1-1 1 0 0,-20 40 0 0 0,24-57-37 0 0,-20 42-5087 0 0,15-32 151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19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84 168 1692 0 0,'26'-10'19831'0'0,"-26"8"-19787"0"0,0 1 0 0 0,0 0 0 0 0,-1 0 1 0 0,1-1-1 0 0,-1 1 0 0 0,1 0 0 0 0,-1 0 0 0 0,1 0 0 0 0,-1 0 0 0 0,0 0 0 0 0,1 0 0 0 0,-1 0 0 0 0,0 0 0 0 0,0 0 0 0 0,0 0 0 0 0,0 0 0 0 0,0 1 0 0 0,0-1 0 0 0,-1-1 0 0 0,-26-13 55 0 0,14 7-19 0 0,12 7-78 0 0,-22-9-76 0 0,22 10 24 0 0,42-3-366 0 0,0-2 145 0 0,-1-2 0 0 0,0-1 0 0 0,53-18 0 0 0,-53 14 152 0 0,-27 8 101 0 0,-1 0 0 0 0,1-1-1 0 0,14-9 1 0 0,-1 1-154 0 0,-38 37 102 0 0,-338 555 170 0 0,343-566-86 0 0,3-6 29 0 0,1 0 0 0 0,0 0 1 0 0,0 0-1 0 0,0 1 0 0 0,-3 11 1 0 0,7-17-28 0 0,17-10 20 0 0,-15 6-36 0 0,5-2 5 0 0,0 1 1 0 0,0 0 0 0 0,0 0 0 0 0,0 0-1 0 0,0 0 1 0 0,1 1 0 0 0,10-1 0 0 0,-14 1-7 0 0,0 1 1 0 0,0 0 0 0 0,0 0 0 0 0,0 0-1 0 0,1 0 1 0 0,-1 1 0 0 0,0 0 0 0 0,0-1-1 0 0,0 2 1 0 0,0-1 0 0 0,6 1 0 0 0,-4 0-1 0 0,2-1 3 0 0,106 6-802 0 0,-86-7-1464 0 0,37-6 0 0 0,-9-4-4544 0 0,-28 3 351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19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49 168 288 0 0,'-14'-23'10244'0'0,"-4"-11"-5121"0"0,8 13-2159 0 0,9 19-2557 0 0,1 2-377 0 0,-1 0-1 0 0,1-1 1 0 0,0 1 0 0 0,-1 0 0 0 0,1-1 0 0 0,-1 1-1 0 0,1-1 1 0 0,0 1 0 0 0,-1-1 0 0 0,1 1 0 0 0,0-1 0 0 0,-1 1-1 0 0,1-1 1 0 0,0 0 0 0 0,0 1 0 0 0,-1-1 0 0 0,1 1-1 0 0,0-1 1 0 0,0 0 0 0 0,0 1 0 0 0,0-1 0 0 0,0 1-1 0 0,0-1 1 0 0,0 0 0 0 0,0 1 0 0 0,0-1 0 0 0,0 1 0 0 0,1-1-1 0 0,-1 0 1 0 0,0 1 0 0 0,0-1 0 0 0,0 1 0 0 0,1-1-1 0 0,-1 1 1 0 0,0-1 0 0 0,1 1 0 0 0,-1-1 0 0 0,0 1-1 0 0,1-1 1 0 0,-1 1 0 0 0,1-1 0 0 0,-1 1 0 0 0,1 0 0 0 0,-1-1-1 0 0,2 0 1 0 0,24-10 68 0 0,-24 10-43 0 0,122-35-1109 0 0,-83 27-2454 0 0,-1 3-3767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19.4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0 1832 0 0,'-96'70'13767'0'0,"94"-69"-13560"0"0,0 0 1 0 0,0 0-1 0 0,0 0 1 0 0,1 1-1 0 0,-1-1 1 0 0,0 1 0 0 0,1-1-1 0 0,-1 1 1 0 0,-2 3-1 0 0,4-5-179 0 0,0 1-1 0 0,0-1 1 0 0,0 0 0 0 0,0 0-1 0 0,0 1 1 0 0,0-1 0 0 0,0 0-1 0 0,0 1 1 0 0,0-1 0 0 0,0 0-1 0 0,0 0 1 0 0,0 1 0 0 0,0-1-1 0 0,0 0 1 0 0,0 0 0 0 0,0 1-1 0 0,0-1 1 0 0,0 0 0 0 0,0 0-1 0 0,1 0 1 0 0,-1 1-1 0 0,0-1 1 0 0,0 0 0 0 0,0 0-1 0 0,0 0 1 0 0,1 1 0 0 0,-1-1-1 0 0,0 0 1 0 0,0 0 0 0 0,0 0-1 0 0,1 0 1 0 0,-1 0 0 0 0,0 1-1 0 0,0-1 1 0 0,1 0 0 0 0,-1 0-1 0 0,0 0 1 0 0,0 0 0 0 0,1 0-1 0 0,-1 0 1 0 0,0 0-1 0 0,1 0 1 0 0,4 1 51 0 0,0-1 0 0 0,1 1 0 0 0,-1-1 1 0 0,0-1-1 0 0,7 0 0 0 0,135-29-2782 0 0,-52 3-4089 0 0,-91 26 6284 0 0,48-14-6423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20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43 1244 0 0,'5'-24'10473'0'0,"-5"15"-9449"0"0,1-1 2354 0 0,5 23-3003 0 0,1 22-260 0 0,-2 1 0 0 0,0 0 0 0 0,-2 37 0 0 0,-1-23 73 0 0,-1-42-166 0 0,27 834 3042 0 0,-29 199-2247 0 0,4-877-612 0 0,20 390 326 0 0,20-192-207 0 0,-23-207-108 0 0,-6 71 296 0 0,-9-104-3520 0 0,-5-106 1363 0 0,1 0-1520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25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124 101 2388 0 0,'11'-11'5232'0'0,"25"-53"6395"0"0,-34 50-10212 0 0,-2 14-1352 0 0,0 0-1 0 0,0-1 0 0 0,0 1 0 0 0,0-1 0 0 0,0 1 0 0 0,0-1 0 0 0,0 1 0 0 0,0-1 0 0 0,0 1 0 0 0,0 0 1 0 0,-1-1-1 0 0,1 1 0 0 0,0-1 0 0 0,0 1 0 0 0,0-1 0 0 0,0 1 0 0 0,-1 0 0 0 0,1-1 0 0 0,0 1 0 0 0,0 0 1 0 0,-1-1-1 0 0,1 1 0 0 0,0 0 0 0 0,-1-1 0 0 0,1 1 0 0 0,0 0 0 0 0,-1-1 0 0 0,0 1 0 0 0,-4 2-40 0 0,0 1-1 0 0,0 0 1 0 0,0 0-1 0 0,0 0 0 0 0,0 0 1 0 0,1 1-1 0 0,-1 0 0 0 0,1 0 1 0 0,0 0-1 0 0,0 1 1 0 0,1-1-1 0 0,-1 1 0 0 0,-3 8 1 0 0,-8 12 14 0 0,-16 38 0 0 0,28-55-24 0 0,-10 20 5 0 0,-13 46-1 0 0,22-61 5 0 0,1 0-1 0 0,1 0 1 0 0,0 0-1 0 0,1 0 1 0 0,0 1 0 0 0,1 15-1 0 0,0-27-25 0 0,0-1 1 0 0,0 1-1 0 0,1-1 1 0 0,-1 1-1 0 0,0 0 0 0 0,0-1 1 0 0,1 1-1 0 0,-1-1 0 0 0,1 0 1 0 0,0 1-1 0 0,-1-1 0 0 0,1 1 1 0 0,0-1-1 0 0,0 0 1 0 0,0 1-1 0 0,0-1 0 0 0,0 0 1 0 0,0 0-1 0 0,0 0 0 0 0,0 0 1 0 0,0 0-1 0 0,0 0 0 0 0,1 0 1 0 0,-1 0-1 0 0,0 0 1 0 0,1-1-1 0 0,-1 1 0 0 0,1 0 1 0 0,-1-1-1 0 0,1 1 0 0 0,-1-1 1 0 0,1 0-1 0 0,-1 0 0 0 0,1 1 1 0 0,-1-1-1 0 0,1 0 1 0 0,-1 0-1 0 0,1 0 0 0 0,0 0 1 0 0,-1-1-1 0 0,1 1 0 0 0,1-1 1 0 0,5-2-47 0 0,-1 1 0 0 0,0-2 0 0 0,1 1 0 0 0,-2-1 0 0 0,1 0 1 0 0,0 0-1 0 0,-1-1 0 0 0,0 0 0 0 0,0 0 0 0 0,0-1 0 0 0,-1 1 0 0 0,1-1 1 0 0,-1-1-1 0 0,5-7 0 0 0,9-16-54 0 0,29-63 1 0 0,-30 55 82 0 0,7-16 161 0 0,-24 52-131 0 0,-1 3-8 0 0,0-1 1 0 0,0 0-1 0 0,0 1 0 0 0,0-1 1 0 0,0 0-1 0 0,0 0 1 0 0,0 1-1 0 0,0-1 0 0 0,0 0 1 0 0,1 0-1 0 0,-1 1 0 0 0,0-1 1 0 0,0 0-1 0 0,0 0 0 0 0,0 1 1 0 0,0-1-1 0 0,0 0 1 0 0,1 0-1 0 0,-1 0 0 0 0,0 1 1 0 0,0-1-1 0 0,0 0 0 0 0,1 0 1 0 0,-1 0-1 0 0,0 0 1 0 0,0 1-1 0 0,1-1 0 0 0,-1 0 1 0 0,0 0-1 0 0,1 0 0 0 0,-1 0 1 0 0,0 1-1 0 0,1-1 1 0 0,-1 0-1 0 0,1 0 1 0 0,-1 1-1 0 0,0-1 1 0 0,1 0-1 0 0,-1 0 1 0 0,0 1-1 0 0,1-1 1 0 0,-1 0-1 0 0,0 1 1 0 0,1-1-1 0 0,-1 1 1 0 0,0-1-1 0 0,0 0 1 0 0,0 1-1 0 0,1-1 1 0 0,-1 1-1 0 0,0-1 1 0 0,0 1-1 0 0,0-1 1 0 0,0 1-1 0 0,0-1 1 0 0,0 1-1 0 0,0-1 1 0 0,0 0-1 0 0,0 1 1 0 0,0-1-1 0 0,0 1 1 0 0,-2 75-419 0 0,1 67 1440 0 0,11-73-3217 0 0,-7-57 626 0 0,0 0 0 0 0,1 0 0 0 0,7 13 0 0 0,-4-12-3175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26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46 140 660 0 0,'0'-10'2995'0'0,"0"0"-315"0"0,0 0 1 0 0,0 0 0 0 0,4-19 0 0 0,-3 25-2409 0 0,0 0-1 0 0,1 1 0 0 0,-1-1 1 0 0,1 1-1 0 0,-1 0 0 0 0,1 0 0 0 0,0-1 1 0 0,0 1-1 0 0,1 0 0 0 0,-1 0 1 0 0,1 1-1 0 0,-1-1 0 0 0,1 1 0 0 0,5-5 1 0 0,-5 5-186 0 0,1-1 1 0 0,0 1-1 0 0,-1 0 1 0 0,1 0-1 0 0,0 0 1 0 0,0 0-1 0 0,0 1 1 0 0,5-1 0 0 0,-7 1-73 0 0,0 1 0 0 0,0 0 0 0 0,0 0 0 0 0,0 0 1 0 0,0 0-1 0 0,0 0 0 0 0,0 1 0 0 0,0-1 1 0 0,0 1-1 0 0,0-1 0 0 0,0 1 0 0 0,0 0 1 0 0,0 0-1 0 0,0 0 0 0 0,0 0 0 0 0,0 0 1 0 0,-1 0-1 0 0,4 3 0 0 0,-3-2-2 0 0,0-1-1 0 0,-1 1 1 0 0,1 0-1 0 0,-1 0 0 0 0,0 0 1 0 0,1 1-1 0 0,-1-1 1 0 0,0 0-1 0 0,0 0 1 0 0,-1 1-1 0 0,1-1 1 0 0,0 0-1 0 0,-1 1 1 0 0,1-1-1 0 0,-1 1 1 0 0,0-1-1 0 0,0 1 1 0 0,0 2-1 0 0,-1 6 61 0 0,0-1 1 0 0,-4 19-1 0 0,3-23-42 0 0,-3 14 488 0 0,-1 1 0 0 0,0-1 0 0 0,-14 27 0 0 0,19-46-275 0 0,1 1-215 0 0,0-1-1 0 0,0 0 1 0 0,0 0 0 0 0,0 1 0 0 0,0-1 0 0 0,0 0 0 0 0,1 1 0 0 0,-1-1-1 0 0,0 0 1 0 0,1 0 0 0 0,-1 1 0 0 0,1-1 0 0 0,-1 0 0 0 0,1 0-1 0 0,0 0 1 0 0,-1 0 0 0 0,1 0 0 0 0,0 0 0 0 0,0 0 0 0 0,0 0 0 0 0,0 0-1 0 0,0 0 1 0 0,0 0 0 0 0,0 0 0 0 0,0-1 0 0 0,0 1 0 0 0,0 0 0 0 0,0-1-1 0 0,1 1 1 0 0,-1-1 0 0 0,0 1 0 0 0,0-1 0 0 0,1 0 0 0 0,-1 0-1 0 0,0 1 1 0 0,2-1 0 0 0,11 4 48 0 0,6 5-56 0 0,1 1-1 0 0,-2 0 0 0 0,1 2 0 0 0,-1 0 0 0 0,-1 1 0 0 0,0 1 1 0 0,18 18-1 0 0,-34-30 65 0 0,0 0 0 0 0,0 0 0 0 0,0 1 0 0 0,0-1 0 0 0,0 0 0 0 0,-1 1 0 0 0,1-1 0 0 0,-1 1 0 0 0,0-1 0 0 0,0 1 0 0 0,0 0 0 0 0,0-1 0 0 0,0 1 0 0 0,0 0 0 0 0,-1 0 0 0 0,1-1 0 0 0,-1 1 0 0 0,0 0 0 0 0,0 0 0 0 0,0 0 0 0 0,0 0 0 0 0,-1 0 0 0 0,0 2 0 0 0,0-1-10 0 0,0-1 0 0 0,-1 0 1 0 0,1 0-1 0 0,-1 1 0 0 0,0-1 0 0 0,0-1 0 0 0,0 1 0 0 0,0 0 0 0 0,-1 0 1 0 0,1-1-1 0 0,-1 1 0 0 0,1-1 0 0 0,-1 0 0 0 0,0 0 0 0 0,0 0 1 0 0,0 0-1 0 0,-6 2 0 0 0,-2 1-185 0 0,0-1 0 0 0,0-1 0 0 0,-1 0 0 0 0,1 0 0 0 0,-1-2 1 0 0,1 1-1 0 0,-1-1 0 0 0,0-1 0 0 0,1 0 0 0 0,-1 0 0 0 0,-14-3 0 0 0,10 0-1416 0 0,0-1-1 0 0,-29-9 0 0 0,31 7-1645 0 0,-1 0 0 0 0,-25-16-1 0 0,16 3-5876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24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88 2544 0 0,'0'0'1920'0'0,"4"-15"4186"0"0,-3 13-5986 0 0,-1-1 0 0 0,1 1 0 0 0,-1-1 0 0 0,0 1 0 0 0,0 0 0 0 0,0-1 0 0 0,0 1 0 0 0,-1-1 0 0 0,1 1 0 0 0,-1-1 0 0 0,1 1 0 0 0,-1 0 0 0 0,0-1 0 0 0,0 1 0 0 0,0 0 0 0 0,0 0 0 0 0,0 0 0 0 0,-1 0 0 0 0,1 0 0 0 0,-1 0 0 0 0,1 0 0 0 0,-1 0 0 0 0,0 0 0 0 0,1 1 0 0 0,-1-1 0 0 0,0 1 0 0 0,0-1 0 0 0,0 1 0 0 0,-1 0 0 0 0,1 0 0 0 0,0 0 0 0 0,-3-1 0 0 0,0 0 86 0 0,0 1 0 0 0,1 0-1 0 0,-1 0 1 0 0,0 0 0 0 0,0 1-1 0 0,0 0 1 0 0,0 0 0 0 0,0 0 0 0 0,0 0-1 0 0,0 1 1 0 0,0 0 0 0 0,0 0-1 0 0,0 0 1 0 0,0 0 0 0 0,-6 4 0 0 0,1 0-215 0 0,1 1 0 0 0,0-1 1 0 0,0 2-1 0 0,0-1 1 0 0,1 1-1 0 0,0 1 0 0 0,0-1 1 0 0,1 1-1 0 0,0 1 1 0 0,0-1-1 0 0,-10 19 0 0 0,14-22 5 0 0,0 0-1 0 0,0 1 1 0 0,1-1-1 0 0,0 1 1 0 0,0 0-1 0 0,0 0 1 0 0,1 0-1 0 0,0-1 1 0 0,0 1-1 0 0,0 1 1 0 0,1-1-1 0 0,0 0 1 0 0,0 0-1 0 0,0 0 1 0 0,1 0-1 0 0,0 0 0 0 0,0 0 1 0 0,0 0-1 0 0,1 0 1 0 0,0-1-1 0 0,0 1 1 0 0,5 7-1 0 0,-6-11 6 0 0,1 1 0 0 0,0-1 0 0 0,0 0 0 0 0,0 0 0 0 0,0 0-1 0 0,0-1 1 0 0,0 1 0 0 0,0 0 0 0 0,1-1 0 0 0,-1 1 0 0 0,0-1 0 0 0,1 0-1 0 0,0 0 1 0 0,-1 0 0 0 0,1 0 0 0 0,5 0 0 0 0,29 4 23 0 0,-24-9-13 0 0,-4 1-5 0 0,-3 1-2 0 0,0-1 0 0 0,0 1 0 0 0,-1-1 0 0 0,1 0 0 0 0,-1-1 0 0 0,0 1-1 0 0,0-1 1 0 0,0 0 0 0 0,0 0 0 0 0,-1 0 0 0 0,7-9 0 0 0,2-4 181 0 0,-2 0 1 0 0,12-23 0 0 0,13-21 1128 0 0,-34 60-1326 0 0,-2 1-47 0 0,1 0 57 0 0,-1 0 1 0 0,1 0-1 0 0,-1 1 0 0 0,1-1 0 0 0,0 0 0 0 0,-1 0 0 0 0,1 1 1 0 0,-1-1-1 0 0,1 0 0 0 0,-1 1 0 0 0,1-1 0 0 0,-1 1 0 0 0,0-1 1 0 0,1 1-1 0 0,-1-1 0 0 0,0 1 0 0 0,1-1 0 0 0,-1 1 0 0 0,0-1 1 0 0,1 1-1 0 0,-1-1 0 0 0,0 2 0 0 0,10 219-116 0 0,0-126-4140 0 0,-2-61-2104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24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 2840 0 0,'37'-26'12480'0'0,"-35"28"-12168"0"0,-2-2-294 0 0,1 0-1 0 0,0 0 0 0 0,0 1 0 0 0,-1-1 0 0 0,1 1 0 0 0,-1-1 0 0 0,1 0 0 0 0,0 1 0 0 0,-1-1 0 0 0,1 1 1 0 0,-1-1-1 0 0,1 1 0 0 0,-1-1 0 0 0,1 1 0 0 0,-1 0 0 0 0,0-1 0 0 0,1 1 0 0 0,0 1 0 0 0,-3 32 169 0 0,-2-1-1 0 0,-10 44 1 0 0,-3 28-3274 0 0,9-43-2631 0 0,7-32 416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24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251 184 356 0 0,'8'-7'1771'0'0,"-1"1"0"0"0,0-2-1 0 0,-1 1 1 0 0,0-1 0 0 0,0 0 0 0 0,9-16 0 0 0,-10 13-634 0 0,0 1-1 0 0,0-1 1 0 0,-1 0 0 0 0,-1 0 0 0 0,4-15 0 0 0,-7 25-1103 0 0,0-1 0 0 0,1 1 0 0 0,-1 0 0 0 0,0 0 0 0 0,0 0 0 0 0,0 0 0 0 0,0 0 0 0 0,0-1 0 0 0,0 1 1 0 0,0 0-1 0 0,0 0 0 0 0,-1 0 0 0 0,1 0 0 0 0,0 0 0 0 0,-1 0 0 0 0,1 0 0 0 0,0 0 0 0 0,-1-1 0 0 0,0 1 0 0 0,1 1 0 0 0,-1-1 0 0 0,0 0 0 0 0,1 0 0 0 0,-1 0 0 0 0,0 0 0 0 0,0 0 0 0 0,0 1 0 0 0,1-1 0 0 0,-1 0 0 0 0,0 1 0 0 0,0-1 0 0 0,0 0 0 0 0,0 1 0 0 0,0 0 1 0 0,-1-1-1 0 0,1 1 0 0 0,0 0 0 0 0,0-1 0 0 0,0 1 0 0 0,0 0 0 0 0,0 0 0 0 0,0 0 0 0 0,-1 0 0 0 0,1 0 0 0 0,0 0 0 0 0,0 0 0 0 0,0 0 0 0 0,-2 1 0 0 0,-3 0-20 0 0,-1 0 1 0 0,0 0-1 0 0,1 1 0 0 0,-1 0 1 0 0,1 0-1 0 0,-11 6 0 0 0,-3 4-9 0 0,0 1 0 0 0,1 1-1 0 0,0 1 1 0 0,1 1-1 0 0,1 0 1 0 0,1 1 0 0 0,0 1-1 0 0,1 1 1 0 0,1 0-1 0 0,0 0 1 0 0,2 2 0 0 0,-13 26-1 0 0,22-39-5 0 0,-1 1 0 0 0,1-1-1 0 0,1 1 1 0 0,-1-1 0 0 0,2 1 0 0 0,-1 0-1 0 0,0 15 1 0 0,2-22-3 0 0,0 0 0 0 0,0 1 0 0 0,0-1-1 0 0,0 0 1 0 0,0 1 0 0 0,1-1 0 0 0,-1 0 0 0 0,1 0 0 0 0,0 0-1 0 0,0 0 1 0 0,-1 1 0 0 0,1-1 0 0 0,1 0 0 0 0,-1 0 0 0 0,0-1-1 0 0,0 1 1 0 0,1 0 0 0 0,-1 0 0 0 0,1 0 0 0 0,-1-1-1 0 0,1 1 1 0 0,0-1 0 0 0,0 0 0 0 0,0 1 0 0 0,0-1 0 0 0,0 0-1 0 0,0 0 1 0 0,0 0 0 0 0,0 0 0 0 0,0-1 0 0 0,0 1-1 0 0,0 0 1 0 0,1-1 0 0 0,-1 1 0 0 0,0-1 0 0 0,4 0 0 0 0,2 0-2 0 0,-1 0 0 0 0,1-1 0 0 0,0 0-1 0 0,-1 0 1 0 0,1-1 0 0 0,-1 0 0 0 0,0 0 0 0 0,1 0 0 0 0,-1-1 0 0 0,0 0 0 0 0,-1-1 0 0 0,1 0 0 0 0,0 0 0 0 0,-1 0 0 0 0,0-1 0 0 0,0 1 0 0 0,0-2 0 0 0,-1 1 0 0 0,0-1 0 0 0,9-11 0 0 0,2-4 58 0 0,-2 0-1 0 0,0-1 1 0 0,20-45 0 0 0,-31 63-23 0 0,10-15-14 0 0,-13 19-17 0 0,0 0 1 0 0,0 0 0 0 0,1 0-1 0 0,-1 0 1 0 0,0 0-1 0 0,0 0 1 0 0,0 0 0 0 0,0 0-1 0 0,0 0 1 0 0,0 0 0 0 0,0 0-1 0 0,0 0 1 0 0,0 0 0 0 0,0-1-1 0 0,1 1 1 0 0,-1 0 0 0 0,0 0-1 0 0,0 0 1 0 0,0 0 0 0 0,0 0-1 0 0,0 0 1 0 0,0 0 0 0 0,0 0-1 0 0,0 0 1 0 0,0 0-1 0 0,1 1 1 0 0,-1-1 0 0 0,0 0-1 0 0,0 0 1 0 0,0 0 0 0 0,0 0-1 0 0,0 0 1 0 0,0 0 0 0 0,0 0-1 0 0,0 0 1 0 0,0 0 0 0 0,0 0-1 0 0,1 0 1 0 0,-1 0 0 0 0,0 0-1 0 0,0 0 1 0 0,0 0-1 0 0,0 0 1 0 0,0 1 0 0 0,0-1-1 0 0,0 0 1 0 0,0 0 0 0 0,0 0-1 0 0,0 0 1 0 0,0 0 0 0 0,0 0-1 0 0,0 0 1 0 0,0 0 0 0 0,0 0-1 0 0,0 1 1 0 0,0-1 0 0 0,0 0-1 0 0,0 0 1 0 0,0 0 0 0 0,0 0-1 0 0,0 0 1 0 0,2 4-5 0 0,-1-1 5 0 0,-1-1 1 0 0,1 1-1 0 0,-1-1 0 0 0,0 1 1 0 0,1-1-1 0 0,-1 1 1 0 0,0 0-1 0 0,-1-1 1 0 0,1 1-1 0 0,0-1 1 0 0,-2 5-1 0 0,1 5-7 0 0,-8 99 75 0 0,1-40-2320 0 0,8-1-5508 0 0,2-56 4015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25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0 113 476 0 0,'16'-44'11714'0'0,"-13"36"-10570"0"0,1 1 1 0 0,1-1 0 0 0,6-9-1 0 0,-7 14-1018 0 0,-1 0 0 0 0,0 0-1 0 0,1 1 1 0 0,-1-1 0 0 0,1 1 0 0 0,0 0-1 0 0,0 0 1 0 0,0 1 0 0 0,8-3 0 0 0,-10 3-33 0 0,0 0-83 0 0,-1 1 0 0 0,1 0 0 0 0,-1-1 0 0 0,1 1 0 0 0,-1 0 0 0 0,1 0 0 0 0,-1 0 0 0 0,1 0 0 0 0,-1 0 0 0 0,1 0 0 0 0,1 0 0 0 0,-1 0 0 0 0,-1 0 0 0 0,1 0-1 0 0,-1 0 1 0 0,1 0 0 0 0,-1 0 0 0 0,1 1 0 0 0,-1-1-1 0 0,1 0 1 0 0,-1 1 0 0 0,1-1 0 0 0,-1 1 0 0 0,0 0-1 0 0,1-1 1 0 0,-1 1 0 0 0,0 0 0 0 0,1 0 0 0 0,-1 0-1 0 0,0 0 1 0 0,0 0 0 0 0,0 0 0 0 0,0 0 0 0 0,0 0 0 0 0,0 0-1 0 0,0 1 1 0 0,0-1 0 0 0,0 0 0 0 0,-1 1 0 0 0,2 1-1 0 0,-1 1 32 0 0,1 0 0 0 0,-1 0-1 0 0,0 0 1 0 0,0 0-1 0 0,0 1 1 0 0,-1-1 0 0 0,1 7-1 0 0,-2 5 70 0 0,0 0-1 0 0,-5 22 0 0 0,3-24-59 0 0,1 0-1 0 0,0 18 0 0 0,2-29-7 0 0,1-1 18 0 0,1-1-51 0 0,0 1 1 0 0,0-1 0 0 0,0 0-1 0 0,0 0 1 0 0,0 0 0 0 0,0 0-1 0 0,0 0 1 0 0,0 0-1 0 0,0 0 1 0 0,0-1 0 0 0,1 1-1 0 0,-1-1 1 0 0,0 1-1 0 0,0-1 1 0 0,1 0 0 0 0,-1 0-1 0 0,0 0 1 0 0,0 0 0 0 0,1 0-1 0 0,-1-1 1 0 0,0 1-1 0 0,3-2 1 0 0,58-13 20 0 0,-58 13-35 0 0,150-51-3175 0 0,-52 14-5012 0 0,-65 26 2296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27.0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78 2384 0 0,'7'-19'5937'0'0,"0"-4"-2008"0"0,3 5-434 0 0,-3 1-928 0 0,-4 24-2469 0 0,0 0-1 0 0,-1 0 0 0 0,0 0 1 0 0,-1 0-1 0 0,0 1 0 0 0,1 11 1 0 0,-1 53 141 0 0,-2-43-158 0 0,6 410 442 0 0,1-340 1077 0 0,19-122-1245 0 0,-16 14-300 0 0,-2 0-49 0 0,1 0-1 0 0,0 1 1 0 0,0 0 0 0 0,1 0 0 0 0,0 1 0 0 0,0 0 0 0 0,1 1 0 0 0,10-6-1 0 0,-12 10-21 0 0,-1 0 0 0 0,1 0 0 0 0,-1 1 1 0 0,1 0-1 0 0,0 0 0 0 0,0 1 0 0 0,-1 0 0 0 0,1 1 0 0 0,0-1 0 0 0,0 1 0 0 0,-1 1 0 0 0,1-1 0 0 0,-1 1 0 0 0,1 1 0 0 0,-1 0 0 0 0,0 0 0 0 0,0 0 0 0 0,10 6 0 0 0,-6-2 10 0 0,-1 0 1 0 0,0 0-1 0 0,-1 1 0 0 0,1 0 0 0 0,-1 0 1 0 0,-1 1-1 0 0,0 0 0 0 0,0 1 0 0 0,-1 0 0 0 0,12 20 1 0 0,-18-27 57 0 0,0 0 0 0 0,0 0 1 0 0,0 0-1 0 0,-1 0 0 0 0,1 0 1 0 0,-1 0-1 0 0,0 0 1 0 0,0 0-1 0 0,0 0 0 0 0,-1 0 1 0 0,1 0-1 0 0,-1 0 0 0 0,1 0 1 0 0,-1 0-1 0 0,0 0 0 0 0,0-1 1 0 0,0 1-1 0 0,0 0 1 0 0,-1 0-1 0 0,1-1 0 0 0,-1 1 1 0 0,0-1-1 0 0,-3 5 0 0 0,2-5 7 0 0,1-1-1 0 0,-1 1 0 0 0,0 0 0 0 0,0-1 0 0 0,0 1 0 0 0,0-1 1 0 0,-1 0-1 0 0,1 0 0 0 0,0 0 0 0 0,0 0 0 0 0,-1-1 0 0 0,-3 1 0 0 0,6-1-47 0 0,-1 0 11 0 0,-19 4 138 0 0,4-5-34 0 0,-33 1 46 0 0,-7-6-765 0 0,27 2-3870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27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 3632 0 0,'3'-1'2909'0'0,"29"-21"8224"0"0,-30 20-10176 0 0,-1 2-887 0 0,-1 0 1 0 0,1-1-1 0 0,-1 1 0 0 0,1 0 1 0 0,-1-1-1 0 0,1 1 0 0 0,-1 0 1 0 0,1 0-1 0 0,-1 0 0 0 0,1 0 1 0 0,-1-1-1 0 0,1 1 0 0 0,-1 0 1 0 0,1 0-1 0 0,-1 0 0 0 0,1 0 1 0 0,-1 0-1 0 0,1 0 0 0 0,0 0 1 0 0,-1 1-1 0 0,1-1 0 0 0,-1 0 1 0 0,1 0-1 0 0,-1 0 0 0 0,1 0 1 0 0,-1 1-1 0 0,1-1 0 0 0,-1 0 1 0 0,1 0-1 0 0,-1 1 0 0 0,0-1 1 0 0,1 0-1 0 0,-1 1 0 0 0,1 0 1 0 0,0 0 1 0 0,0 1 0 0 0,-1-1 0 0 0,1 1 1 0 0,0-1-1 0 0,-1 1 0 0 0,1-1 0 0 0,-1 1 1 0 0,0-1-1 0 0,1 1 0 0 0,-1 0 0 0 0,0-1 1 0 0,0 3-1 0 0,-10 126 497 0 0,2-45-1608 0 0,-6 65-3471 0 0,1-50-1986 0 0,11-85 4941 0 0,-3 31-5042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27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92 2892 0 0,'0'-34'7656'0'0,"0"-12"-1480"0"0,0 44-5586 0 0,-2-8 1346 0 0,5 73-1352 0 0,-2 0-1 0 0,-13 99 1 0 0,3-58-389 0 0,1-29-80 0 0,-1 27 757 0 0,9-101-834 0 0,0 0 1 0 0,0-1 0 0 0,0 1 0 0 0,0-1-1 0 0,0 1 1 0 0,0 0 0 0 0,0-1-1 0 0,0 1 1 0 0,0 0 0 0 0,0-1 0 0 0,0 1-1 0 0,0 0 1 0 0,-1-1 0 0 0,1 1-1 0 0,0-1 1 0 0,0 1 0 0 0,-1 0 0 0 0,1-1-1 0 0,0 1 1 0 0,-1-1 0 0 0,1 1-1 0 0,-1 0 1 0 0,-7-7 547 0 0,7 2-575 0 0,1 1-1 0 0,0-1 0 0 0,-1 1 0 0 0,1-1 0 0 0,0 0 1 0 0,1 1-1 0 0,-1-1 0 0 0,1 1 0 0 0,-1-1 0 0 0,3-4 1 0 0,-3 7-6 0 0,4-13-5 0 0,-1 1 0 0 0,2 0 0 0 0,0 1-1 0 0,0-1 1 0 0,1 1 0 0 0,10-15 0 0 0,-15 25-6 0 0,0 0 0 0 0,1 0 0 0 0,-1 0 0 0 0,1 0 0 0 0,-1 1 0 0 0,1-1 0 0 0,-1 0 0 0 0,1 1 0 0 0,0-1 0 0 0,0 1 0 0 0,0 0 0 0 0,0 0 0 0 0,0 0 0 0 0,0 0 0 0 0,0 0 0 0 0,0 0 0 0 0,1 0 0 0 0,-1 0 0 0 0,0 1 0 0 0,0 0 0 0 0,1-1 0 0 0,-1 1 0 0 0,0 0 0 0 0,1 0 0 0 0,-1 0 0 0 0,0 0 0 0 0,1 0 0 0 0,-1 1 0 0 0,0-1 0 0 0,4 2 0 0 0,0 0 0 0 0,-1 0 0 0 0,1 0 0 0 0,-1 1 0 0 0,1 0 1 0 0,-1 0-1 0 0,0 1 0 0 0,0-1 0 0 0,0 1 0 0 0,0 0 0 0 0,5 6 0 0 0,-5-4 10 0 0,-1 0 0 0 0,1 0-1 0 0,-1 0 1 0 0,-1 0-1 0 0,1 1 1 0 0,-1 0-1 0 0,0 0 1 0 0,0-1-1 0 0,-1 2 1 0 0,0-1-1 0 0,2 11 1 0 0,-3-13 11 0 0,-1-1 0 0 0,0 1 0 0 0,0-1 0 0 0,0 1 0 0 0,0 0 0 0 0,-1-1 0 0 0,1 1 0 0 0,-1-1 0 0 0,-1 1 0 0 0,1-1 0 0 0,0 0 0 0 0,-1 1 0 0 0,0-1 0 0 0,0 0 0 0 0,0 0 0 0 0,-1 0 0 0 0,0 0 0 0 0,1-1 0 0 0,-6 6 0 0 0,-3 0-19 0 0,0-1 0 0 0,0 0 0 0 0,0 0 0 0 0,-1-2 0 0 0,-1 1 0 0 0,1-1 0 0 0,-1-1 0 0 0,0-1 0 0 0,0 1 0 0 0,0-2 0 0 0,-1 0 0 0 0,-25 2 0 0 0,36-4-643 0 0,-2-2-892 0 0,-3 0 862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28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 2068 0 0,'19'-10'10673'0'0,"-12"5"-8835"0"0,9 0 1620 0 0,-9 3-3070 0 0,-3 1-266 0 0,0 0 1 0 0,0 0-1 0 0,0 0 1 0 0,0 0-1 0 0,0 1 1 0 0,0 0-1 0 0,0 0 1 0 0,0 0-1 0 0,1 0 1 0 0,-1 0-1 0 0,0 1 1 0 0,5 1-1 0 0,-7-1-86 0 0,0 0 0 0 0,0 0 0 0 0,0 0 0 0 0,0 0-1 0 0,0 0 1 0 0,0 0 0 0 0,-1 1 0 0 0,1-1 0 0 0,0 1 0 0 0,-1-1 0 0 0,0 1 0 0 0,1 0-1 0 0,-1-1 1 0 0,0 1 0 0 0,0 0 0 0 0,0 0 0 0 0,0 0 0 0 0,0 0 0 0 0,0 0-1 0 0,0 0 1 0 0,-1 0 0 0 0,1 0 0 0 0,-1 0 0 0 0,1 0 0 0 0,-1 1 0 0 0,0-1 0 0 0,0 0-1 0 0,0 2 1 0 0,0 6 237 0 0,-1-1 0 0 0,0 1 1 0 0,0-1-1 0 0,-5 17 0 0 0,-6 12 669 0 0,-22 44 0 0 0,4-12-270 0 0,30-69-667 0 0,0-1 0 0 0,-1 1 0 0 0,1-1 0 0 0,0 1 1 0 0,0 0-1 0 0,0-1 0 0 0,-1 1 0 0 0,1-1 0 0 0,0 1 0 0 0,0-1 0 0 0,0 1 0 0 0,0-1 0 0 0,0 1 1 0 0,0 0-1 0 0,0-1 0 0 0,0 1 0 0 0,1-1 0 0 0,-1 1 0 0 0,0-1 0 0 0,0 1 0 0 0,0-1 0 0 0,0 1 1 0 0,1-1-1 0 0,-1 1 0 0 0,0-1 0 0 0,1 1 0 0 0,-1-1 0 0 0,0 1 0 0 0,1-1 0 0 0,0 1-5 0 0,0 0-1 0 0,0-1 0 0 0,1 1 0 0 0,-1-1 1 0 0,0 0-1 0 0,0 1 0 0 0,0-1 0 0 0,1 0 1 0 0,-1 0-1 0 0,0 0 0 0 0,0 1 0 0 0,3-2 1 0 0,39-6-458 0 0,-40 6 365 0 0,126-31-4324 0 0,1 0-5282 0 0,-73 19 1647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28.9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48 2408 0 0,'-19'-48'13429'0'0,"18"50"-13266"0"0,-1 0 1 0 0,1 1-1 0 0,0-1 0 0 0,0 0 1 0 0,0 0-1 0 0,0 1 1 0 0,0-1-1 0 0,0 0 1 0 0,0 5-1 0 0,-58 290 3951 0 0,30-51-3404 0 0,23-190 164 0 0,6-53-447 0 0,7-26-218 0 0,-3 15-164 0 0,54-136-97 0 0,-48 125 25 0 0,0 1-1 0 0,0 0 1 0 0,2 1-1 0 0,0 0 1 0 0,22-22-1 0 0,-30 35 15 0 0,0 0 0 0 0,0 1 0 0 0,0-1-1 0 0,1 1 1 0 0,-1 0 0 0 0,1 0-1 0 0,0 0 1 0 0,0 1 0 0 0,0 0-1 0 0,0 0 1 0 0,0 0 0 0 0,0 0-1 0 0,1 1 1 0 0,6-1 0 0 0,-8 2 9 0 0,-1 0 0 0 0,1 0 0 0 0,-1 1 0 0 0,0-1 0 0 0,1 1 0 0 0,-1 0 0 0 0,1 0 0 0 0,-1 0 0 0 0,0 0 0 0 0,0 0 0 0 0,0 1 1 0 0,1 0-1 0 0,-1-1 0 0 0,-1 1 0 0 0,1 0 0 0 0,0 0 0 0 0,0 1 0 0 0,-1-1 0 0 0,1 1 0 0 0,-1-1 0 0 0,0 1 0 0 0,0 0 0 0 0,3 5 0 0 0,-1-2 18 0 0,-1 1-1 0 0,1-1 0 0 0,-1 1 1 0 0,-1 0-1 0 0,1 0 0 0 0,-1 0 0 0 0,0 0 1 0 0,-1 1-1 0 0,0-1 0 0 0,0 0 0 0 0,-1 15 1 0 0,0-10 5 0 0,-2-1 1 0 0,0 0 0 0 0,0 0-1 0 0,-1 0 1 0 0,0 0 0 0 0,-1-1-1 0 0,-6 15 1 0 0,2-9 4 0 0,-1 0 0 0 0,-1-1 0 0 0,0 0 0 0 0,-1-1 0 0 0,-1 0 0 0 0,0-1 0 0 0,-1 0 0 0 0,0-1 0 0 0,-26 19 0 0 0,-13 1-543 0 0,18-16-3637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29.3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38 2692 0 0,'12'-22'14029'0'0,"-8"15"-11662"0"0,-3 6-2345 0 0,-1 0 0 0 0,1 1 0 0 0,-1-1 1 0 0,1 0-1 0 0,0 1 0 0 0,-1-1 0 0 0,1 1 1 0 0,0-1-1 0 0,0 1 0 0 0,-1-1 0 0 0,1 1 1 0 0,0 0-1 0 0,0-1 0 0 0,0 1 0 0 0,-1 0 1 0 0,1 0-1 0 0,0-1 0 0 0,0 1 0 0 0,0 0 1 0 0,0 0-1 0 0,0 0 0 0 0,-1 0 0 0 0,1 0 1 0 0,0 0-1 0 0,0 1 0 0 0,0-1 0 0 0,0 0 1 0 0,0 0-1 0 0,-1 0 0 0 0,1 1 0 0 0,0-1 1 0 0,0 1-1 0 0,0-1 0 0 0,-1 0 0 0 0,1 1 1 0 0,0-1-1 0 0,1 2 0 0 0,25 25-86 0 0,-24-22 109 0 0,-1-3-31 0 0,-1 1 0 0 0,1-1 0 0 0,-1 1 0 0 0,0-1 0 0 0,0 1 0 0 0,-1 0 0 0 0,1 0 0 0 0,0-1 0 0 0,-1 1 0 0 0,0 0 0 0 0,0 0 0 0 0,0 5 0 0 0,-3 29 247 0 0,0-28-131 0 0,1 0 0 0 0,-1 0 0 0 0,0-1 0 0 0,-8 14 0 0 0,7-15 76 0 0,1 1 0 0 0,0 0 0 0 0,0 0-1 0 0,-3 10 1 0 0,6-16-81 0 0,-4 3 36 0 0,4-4-155 0 0,0-1 1 0 0,0 0-1 0 0,-1 0 1 0 0,1 0-1 0 0,0 0 1 0 0,0 1-1 0 0,-1-1 1 0 0,1 0-1 0 0,0 0 0 0 0,0 0 1 0 0,0 1-1 0 0,-1-1 1 0 0,1 0-1 0 0,0 0 1 0 0,0 1-1 0 0,0-1 1 0 0,0 0-1 0 0,0 0 1 0 0,0 1-1 0 0,-1-1 1 0 0,1 0-1 0 0,0 1 1 0 0,0-1-1 0 0,0 0 1 0 0,0 0-1 0 0,0 1 0 0 0,0-1 1 0 0,0 0-1 0 0,0 1 1 0 0,0-1-1 0 0,0 0 1 0 0,0 1-1 0 0,1-1 1 0 0,-1 0-1 0 0,0 1 1 0 0,4 1 16 0 0,1 0 0 0 0,-1 0 0 0 0,1 0 1 0 0,-1 0-1 0 0,1-1 0 0 0,0 0 0 0 0,-1 0 1 0 0,1 0-1 0 0,0 0 0 0 0,8-1 0 0 0,20 5 31 0 0,-31-4-32 0 0,1-1 1 0 0,-1 1-1 0 0,0 0 0 0 0,1 0 1 0 0,-1 0-1 0 0,0 0 1 0 0,0 0-1 0 0,1 1 0 0 0,-1-1 1 0 0,0 1-1 0 0,0-1 0 0 0,0 1 1 0 0,-1 0-1 0 0,1 0 0 0 0,0 0 1 0 0,-1 0-1 0 0,1 0 0 0 0,-1 0 1 0 0,0 0-1 0 0,0 0 0 0 0,1 1 1 0 0,-1-1-1 0 0,-1 0 0 0 0,1 1 1 0 0,0-1-1 0 0,-1 1 0 0 0,1-1 1 0 0,-1 1-1 0 0,0-1 0 0 0,1 1 1 0 0,-1-1-1 0 0,-1 1 0 0 0,1-1 1 0 0,0 1-1 0 0,-1-1 1 0 0,0 4-1 0 0,-3 5 114 0 0,-1 0 0 0 0,0-1 0 0 0,-1 1 0 0 0,0-1 0 0 0,0 0 0 0 0,-1 0 0 0 0,-1-1 1 0 0,0 0-1 0 0,0 0 0 0 0,-15 12 0 0 0,12-12-424 0 0,-1 0 0 0 0,-1 0 0 0 0,1-2 1 0 0,-1 1-1 0 0,0-1 0 0 0,-1-1 0 0 0,1 0 0 0 0,-19 4 0 0 0,27-9-397 0 0,0 0 0 0 0,0 0 0 0 0,-1-1 0 0 0,1 1 0 0 0,0-1 0 0 0,-1 0 0 0 0,-9-2 0 0 0,11 1-497 0 0,0 0-1 0 0,0 0 1 0 0,0 0-1 0 0,0-1 1 0 0,-8-4-1 0 0,-8-8-6435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31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13 519 2684 0 0,'-12'-7'15200'0'0,"14"-1"-15117"0"0,2 1 0 0 0,-1-1-1 0 0,1 1 1 0 0,0 0 0 0 0,1 0 0 0 0,0 1-1 0 0,8-10 1 0 0,5-9-8 0 0,1-6-45 0 0,-1-2 1 0 0,-2 0-1 0 0,-2 0 0 0 0,0-2 1 0 0,15-68-1 0 0,-2-47-211 0 0,-27 147 119 0 0,-1 6-60 0 0,1 0 110 0 0,-1-1 0 0 0,1 1 0 0 0,-1 0 0 0 0,1 0 0 0 0,0 0 0 0 0,1 4 1 0 0,-1 10-20 0 0,-24 357-105 0 0,11-134 177 0 0,11-202 27 0 0,-13 114 893 0 0,15-145-468 0 0,0-6-433 0 0,0 0 0 0 0,0 0 1 0 0,1 0-1 0 0,-1 0 1 0 0,0 0-1 0 0,0 0 1 0 0,-1 0-1 0 0,1 0 0 0 0,0 0 1 0 0,0 1-1 0 0,0-1 1 0 0,-1 0-1 0 0,1 0 1 0 0,-1 0-1 0 0,1 0 0 0 0,0 0 1 0 0,-1-1-1 0 0,0 1 1 0 0,1 0-1 0 0,-1 0 1 0 0,0 1-1 0 0,3-42 309 0 0,2 18-351 0 0,1-1 1 0 0,1 0 0 0 0,2 1-1 0 0,0 1 1 0 0,1-1 0 0 0,0 1-1 0 0,2 1 1 0 0,14-21 0 0 0,-14 24-38 0 0,0 1 1 0 0,1 0-1 0 0,1 1 1 0 0,1 0-1 0 0,20-17 1 0 0,-33 30 10 0 0,1 1-1 0 0,0-1 1 0 0,0 1 0 0 0,0-1 0 0 0,0 1-1 0 0,0-1 1 0 0,0 1 0 0 0,0 0 0 0 0,0 0-1 0 0,1 0 1 0 0,-1 0 0 0 0,0 1-1 0 0,1-1 1 0 0,-1 1 0 0 0,0-1 0 0 0,1 1-1 0 0,-1 0 1 0 0,1 0 0 0 0,-1 0 0 0 0,1 0-1 0 0,-1 0 1 0 0,0 0 0 0 0,1 1 0 0 0,2 0-1 0 0,-3 0 6 0 0,-1-1 0 0 0,0 1 0 0 0,0 0-1 0 0,0-1 1 0 0,0 1 0 0 0,0 0 0 0 0,-1 0 0 0 0,1 0-1 0 0,0-1 1 0 0,0 1 0 0 0,0 0 0 0 0,-1 0-1 0 0,1 0 1 0 0,0 0 0 0 0,-1 0 0 0 0,1 1 0 0 0,-1-1-1 0 0,1 0 1 0 0,-1 0 0 0 0,0 0 0 0 0,1 0-1 0 0,-1 2 1 0 0,0 24-17 0 0,-1-20 20 0 0,-1 0 0 0 0,-1 0 0 0 0,1-1 0 0 0,-1 1 0 0 0,-1 0 0 0 0,1-1-1 0 0,-1 0 1 0 0,0 0 0 0 0,0 0 0 0 0,-1 0 0 0 0,-7 7 0 0 0,-7 4 43 0 0,-39 29 0 0 0,36-30 50 0 0,19-14-81 0 0,0-1-1 0 0,0 1 1 0 0,0-1 0 0 0,0 0 0 0 0,0 0 0 0 0,-1 0 0 0 0,1 0 0 0 0,0 0 0 0 0,-4-1 0 0 0,4 1 16 0 0,0-1 1 0 0,-9 0-1 0 0,9 0-13 0 0,1-1-5 0 0,2 0-11 0 0,-1 1 1 0 0,0 0-1 0 0,0-1 0 0 0,1 1 1 0 0,-1-1-1 0 0,0 1 0 0 0,1-1 1 0 0,-1 1-1 0 0,1-1 0 0 0,-1 0 1 0 0,1 1-1 0 0,-1-1 1 0 0,1 1-1 0 0,-1-1 0 0 0,1 0 1 0 0,0 0-1 0 0,-1-1 0 0 0,1 2 0 0 0,0 0 0 0 0,0-1-1 0 0,0 1 1 0 0,0-1 0 0 0,0 1-1 0 0,0 0 1 0 0,0-1 0 0 0,0 1-1 0 0,0-1 1 0 0,0 1 0 0 0,1 0-1 0 0,-1-1 1 0 0,0 1-1 0 0,0 0 1 0 0,0-1 0 0 0,0 1-1 0 0,1 0 1 0 0,-1-1 0 0 0,0 1-1 0 0,1 0 1 0 0,-1-1 0 0 0,0 1-1 0 0,0 0 1 0 0,1 0 0 0 0,-1-1-1 0 0,0 1 1 0 0,1 0 0 0 0,-1 0-1 0 0,1 0 1 0 0,-1-1 0 0 0,0 1-1 0 0,1 0 1 0 0,-1 0 0 0 0,1 0-1 0 0,1-1-18 0 0,2 2 7 0 0,6 4-32 0 0,1 0 0 0 0,-1 0 1 0 0,0 1-1 0 0,0 0 0 0 0,-1 1 0 0 0,1 0 1 0 0,-1 0-1 0 0,7 9 0 0 0,67 77-4901 0 0,-54-58 781 0 0,-16-21 271 0 0,-2 1-1814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31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5 108 2520 0 0,'12'-17'5078'0'0,"-1"-1"0"0"0,16-34-1 0 0,-17 32-1815 0 0,-9 21-3237 0 0,0 1-1 0 0,0-1 0 0 0,-1 1 0 0 0,1 0 1 0 0,-1-1-1 0 0,1 1 0 0 0,-1 0 0 0 0,0-1 1 0 0,0 1-1 0 0,0 0 0 0 0,0 0 0 0 0,0-1 1 0 0,0 1-1 0 0,0 3 0 0 0,-19 105 410 0 0,-14 124-3797 0 0,29-185 1487 0 0,-5 64-6499 0 0,5-77 2580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32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6 475 64 0 0,'-6'-11'9113'0'0,"8"4"-8370"0"0,1-1 1 0 0,0 1-1 0 0,0-1 0 0 0,1 1 1 0 0,0 0-1 0 0,0 0 0 0 0,1 1 1 0 0,9-12-1 0 0,17-27 594 0 0,-19 21-1168 0 0,-1 0 0 0 0,-1 0 0 0 0,-1-1 0 0 0,-2-1 0 0 0,0 1 0 0 0,6-51 0 0 0,-7-41-112 0 0,-6 114-120 0 0,-4 28-35 0 0,1 0 79 0 0,2-1-1 0 0,0 1 1 0 0,3 31 0 0 0,-1-38 17 0 0,5 364 2187 0 0,-6-380-1190 0 0,-7-16-814 0 0,6 6-161 0 0,-1 0 1 0 0,2 0-1 0 0,-1 0 1 0 0,1 0-1 0 0,1 0 1 0 0,-1 0-1 0 0,1 0 1 0 0,4-12-1 0 0,-1-8 0 0 0,-3 18-27 0 0,1 0 1 0 0,0 0-1 0 0,0 0 0 0 0,1 0 1 0 0,0 1-1 0 0,1-1 1 0 0,0 1-1 0 0,0 0 1 0 0,1 0-1 0 0,0 0 1 0 0,1 1-1 0 0,0 0 1 0 0,0 0-1 0 0,1 0 0 0 0,-1 1 1 0 0,2 0-1 0 0,-1 0 1 0 0,1 1-1 0 0,0 0 1 0 0,1 0-1 0 0,-1 1 1 0 0,1 0-1 0 0,0 0 0 0 0,0 1 1 0 0,1 1-1 0 0,-1-1 1 0 0,19-3-1 0 0,-23 7-4 0 0,0-1 1 0 0,1 1-1 0 0,-1 0 0 0 0,0 0 0 0 0,8 2 0 0 0,-7-2 6 0 0,-5 0 4 0 0,0 0-1 0 0,0 1 1 0 0,0-1-1 0 0,0 0 1 0 0,0 0-1 0 0,0 0 1 0 0,0 0-1 0 0,0 1 1 0 0,-1-1-1 0 0,1 0 0 0 0,0 1 1 0 0,0-1-1 0 0,0 1 1 0 0,0-1-1 0 0,-1 1 1 0 0,1 0-1 0 0,0-1 1 0 0,-1 1-1 0 0,2 1 1 0 0,1 0-7 0 0,9 13 17 0 0,-11-7-4 0 0,-2-6-3 0 0,0 2 2 0 0,1 0 0 0 0,-1-1 0 0 0,-1 1 1 0 0,1 0-1 0 0,0-1 0 0 0,-1 1 0 0 0,0-1 0 0 0,0 0 1 0 0,0 1-1 0 0,0-1 0 0 0,-1 0 0 0 0,1 0 1 0 0,-1 0-1 0 0,0-1 0 0 0,1 1 0 0 0,-1-1 0 0 0,0 1 1 0 0,-1-1-1 0 0,1 0 0 0 0,-6 3 0 0 0,-8 5 18 0 0,9-5-4 0 0,1 0 1 0 0,-1 0-1 0 0,-1-1 1 0 0,-14 6-1 0 0,3-2 10 0 0,18-7-26 0 0,0 0-13 0 0,-14 5-3 0 0,14-2 0 0 0,15 0-16 0 0,42 7-881 0 0,65 23-1 0 0,-23-5-9300 0 0,-72-23 2995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32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50 392 0 0,'-10'-10'7371'0'0,"-17"-27"4424"0"0,43 35-11599 0 0,-13 2-123 0 0,12 5 28 0 0,-12-3-86 0 0,0 0 0 0 0,0 0 0 0 0,-1 0 1 0 0,1 0-1 0 0,0 0 0 0 0,-1 1 0 0 0,0-1 0 0 0,1 1 0 0 0,-1 0 0 0 0,0-1 0 0 0,0 1 0 0 0,0 0 0 0 0,2 5 0 0 0,-3-4 17 0 0,1 1 1 0 0,-1-1-1 0 0,0 0 1 0 0,0 1 0 0 0,-1-1-1 0 0,1 1 1 0 0,-1-1 0 0 0,0 1-1 0 0,0-1 1 0 0,0 1 0 0 0,-1-1-1 0 0,0 1 1 0 0,-2 7 0 0 0,-2 5 114 0 0,-1-1 0 0 0,-10 19 0 0 0,5-11 54 0 0,-24 49 420 0 0,34-70-521 0 0,1-3-90 0 0,0 1-1 0 0,0-1 1 0 0,0 1 0 0 0,0 0 0 0 0,0-1 0 0 0,0 1 0 0 0,0-1-1 0 0,0 1 1 0 0,0-1 0 0 0,0 1 0 0 0,1-1 0 0 0,-1 1 0 0 0,0-1 0 0 0,0 1-1 0 0,0-1 1 0 0,1 1 0 0 0,-1-1 0 0 0,0 1 0 0 0,1-1 0 0 0,-1 1-1 0 0,1-1 1 0 0,-1 0 0 0 0,0 1 0 0 0,1-1 0 0 0,-1 1 0 0 0,1-1 0 0 0,0 0-1 0 0,20 6 134 0 0,31-9-47 0 0,-39 2-62 0 0,247-20-4690 0 0,-146 12-2908 0 0,-48 4-319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33.7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187 491 568 0 0,'-17'0'13829'0'0,"16"0"-13677"0"0,1 0 1 0 0,-1 0 0 0 0,1 0-1 0 0,-1-1 1 0 0,0 1 0 0 0,1 0-1 0 0,-1 0 1 0 0,0 0 0 0 0,1-1-1 0 0,-1 1 1 0 0,1 0 0 0 0,-1-1 0 0 0,1 1-1 0 0,-1 0 1 0 0,0-1 0 0 0,1 1-1 0 0,-1-1 1 0 0,1 1 0 0 0,0-1-1 0 0,-1 0 1 0 0,3-8 74 0 0,0 0 0 0 0,1 0 0 0 0,1 0-1 0 0,0 0 1 0 0,6-11 0 0 0,-3 8-171 0 0,-2 0-1 0 0,7-18 0 0 0,-2-8-37 0 0,-2-1 0 0 0,-1 0 0 0 0,-2-1-1 0 0,-2 1 1 0 0,-2-1 0 0 0,-5-60-1 0 0,2 73-174 0 0,2 24 100 0 0,-1 4 0 0 0,0-1 53 0 0,1 0 1 0 0,-1 0-1 0 0,1 0 0 0 0,-1 0 1 0 0,1 1-1 0 0,-1-1 0 0 0,1 0 1 0 0,-1 1-1 0 0,1-1 1 0 0,-1 0-1 0 0,1 1 0 0 0,-1-1 1 0 0,1 1-1 0 0,-1-1 1 0 0,1 1-1 0 0,0-1 0 0 0,-1 1 1 0 0,1-1-1 0 0,0 1 1 0 0,-1-1-1 0 0,1 1 0 0 0,0-1 1 0 0,0 1-1 0 0,-1 0 0 0 0,-4 19-27 0 0,3-14 15 0 0,-65 294 155 0 0,46-192-71 0 0,8-43-10 0 0,-59 264 431 0 0,69-316-175 0 0,3-10-196 0 0,0-1 0 0 0,-1 0 0 0 0,1 0 0 0 0,-1 1 0 0 0,0-1 0 0 0,0 0 0 0 0,0 0 0 0 0,0 1 0 0 0,0-1 0 0 0,0 0 0 0 0,0 0 0 0 0,-1 0 0 0 0,-2 2 0 0 0,3-2 103 0 0,-2-7 48 0 0,2 5-259 0 0,1 0-1 0 0,-1 0 1 0 0,0-1 0 0 0,1 1 0 0 0,-1-1 0 0 0,1 1 0 0 0,-1 0-1 0 0,1-1 1 0 0,-1 1 0 0 0,1-1 0 0 0,0 1 0 0 0,-1-1 0 0 0,1 0-1 0 0,0 1 1 0 0,-1-1 0 0 0,1 1 0 0 0,0-1 0 0 0,0 0 0 0 0,-1 0-1 0 0,-3-20 42 0 0,1 1-1 0 0,1 0 1 0 0,0-1-1 0 0,2 1 1 0 0,0-1-1 0 0,2 1 1 0 0,0-1-1 0 0,1 1 1 0 0,6-21-1 0 0,-4 23-70 0 0,0-1 0 0 0,2 1 0 0 0,0 0 0 0 0,1 1 0 0 0,1 0 1 0 0,0 0-1 0 0,1 1 0 0 0,1 0 0 0 0,1 1 0 0 0,13-15 0 0 0,-13 20-10 0 0,1-1 1 0 0,0 2-1 0 0,0-1 1 0 0,1 2 0 0 0,1 0-1 0 0,25-11 1 0 0,-35 18 21 0 0,-1 0 0 0 0,1 0 0 0 0,0 0 0 0 0,0 0 0 0 0,-1 1 0 0 0,1 0 0 0 0,5 0 0 0 0,-5 0-2 0 0,-4 0 8 0 0,0 0 0 0 0,0 0 1 0 0,0 0-1 0 0,0 0 0 0 0,0 0 1 0 0,0 1-1 0 0,0-1 0 0 0,0 0 1 0 0,0 0-1 0 0,-1 1 0 0 0,1-1 1 0 0,0 0-1 0 0,0 1 0 0 0,0-1 1 0 0,-1 1-1 0 0,1-1 0 0 0,1 2 0 0 0,1 0-3 0 0,11 8-7 0 0,-13-4 6 0 0,-1-4 5 0 0,1-1 4 0 0,-1 1 1 0 0,1 0-1 0 0,-1 0 0 0 0,0 0 1 0 0,1 0-1 0 0,-1 0 0 0 0,0 0 1 0 0,0 0-1 0 0,-1 0 0 0 0,1-1 0 0 0,0 1 1 0 0,-1 0-1 0 0,1 0 0 0 0,-1 0 1 0 0,1 0-1 0 0,-2 2 0 0 0,-15 26 94 0 0,16-29-94 0 0,-11 14-9 0 0,-1-1-1 0 0,-1 0 1 0 0,0-1-1 0 0,-1 0 1 0 0,0-1 0 0 0,-1-1-1 0 0,-21 12 1 0 0,-26 20-108 0 0,62-42 112 0 0,0 0-1 0 0,0 1 0 0 0,0-1 0 0 0,1 1 0 0 0,-1 0 0 0 0,0-1 0 0 0,1 1 1 0 0,-1 0-1 0 0,1-1 0 0 0,0 1 0 0 0,-1 0 0 0 0,1-1 0 0 0,0 1 1 0 0,0 0-1 0 0,0 0 0 0 0,0-1 0 0 0,0 1 0 0 0,1 0 0 0 0,-1 0 0 0 0,0-1 1 0 0,1 1-1 0 0,-1 0 0 0 0,1-1 0 0 0,0 1 0 0 0,1 1 0 0 0,-2 0 3 0 0,1 0 0 0 0,0 0 0 0 0,1 0 1 0 0,-1 0-1 0 0,0-1 0 0 0,1 1 0 0 0,0-1 0 0 0,-1 1 0 0 0,1-1 0 0 0,0 1 0 0 0,0-1 0 0 0,0 0 0 0 0,1 0 0 0 0,-1 0 0 0 0,0 0 0 0 0,1-1 0 0 0,5 4 0 0 0,1 0-2 0 0,5 4-655 0 0,1 0-1 0 0,0-2 1 0 0,0 1-1 0 0,24 6 1 0 0,-22-9-2782 0 0,-1-1 0 0 0,20 2-1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34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61 1320 0 0,'-4'-13'8390'0'0,"4"10"-7925"0"0,0 1 0 0 0,0 0 0 0 0,0-1 1 0 0,1 1-1 0 0,-1 0 0 0 0,1-1 0 0 0,0 1 0 0 0,0 0 1 0 0,0-1-1 0 0,1-2 0 0 0,-1 4-396 0 0,0-1 0 0 0,1 1 1 0 0,-1-1-1 0 0,0 1 0 0 0,0 0 0 0 0,1 0 0 0 0,-1-1 0 0 0,1 1 0 0 0,-1 0 1 0 0,1 0-1 0 0,0 1 0 0 0,-1-1 0 0 0,1 0 0 0 0,0 0 0 0 0,-1 1 0 0 0,1-1 1 0 0,0 1-1 0 0,0 0 0 0 0,0-1 0 0 0,-1 1 0 0 0,1 0 0 0 0,0 0 0 0 0,0 0 1 0 0,0 0-1 0 0,3 1 0 0 0,-2-1-38 0 0,0 0-1 0 0,0 1 1 0 0,0-1 0 0 0,0 1 0 0 0,-1-1 0 0 0,1 1-1 0 0,0 0 1 0 0,0 0 0 0 0,-1 0 0 0 0,1 0 0 0 0,-1 1-1 0 0,1-1 1 0 0,-1 1 0 0 0,1 0 0 0 0,-1-1 0 0 0,0 1-1 0 0,0 0 1 0 0,0 0 0 0 0,0 0 0 0 0,0 1 0 0 0,0-1-1 0 0,-1 0 1 0 0,1 1 0 0 0,-1-1 0 0 0,3 5 0 0 0,-4-5 12 0 0,1 0 0 0 0,-1 0 0 0 0,1 0 0 0 0,-1 0 0 0 0,0 0 0 0 0,0 0 0 0 0,0-1 0 0 0,0 1 1 0 0,0 0-1 0 0,0 0 0 0 0,0 0 0 0 0,-1 0 0 0 0,1 0 0 0 0,-2 3 0 0 0,-11 26 407 0 0,9-23-310 0 0,-36 66 1232 0 0,39-72-1357 0 0,0 0 1 0 0,0 0-1 0 0,0 0 1 0 0,0 0 0 0 0,1 0-1 0 0,-1 1 1 0 0,1-1-1 0 0,0 0 1 0 0,0 0-1 0 0,0 0 1 0 0,0 0-1 0 0,0 4 1 0 0,1-3-10 0 0,1-1-1 0 0,-1 1 1 0 0,0-1 0 0 0,1 1 0 0 0,0-1-1 0 0,-1 1 1 0 0,1-1 0 0 0,0 0-1 0 0,4 4 1 0 0,5 4 1 0 0,-1 1 1 0 0,0 0-1 0 0,-1 1 0 0 0,13 19 1 0 0,-20-26 67 0 0,1 0 1 0 0,-1 0 0 0 0,0-1 0 0 0,0 1 0 0 0,-1 1-1 0 0,0-1 1 0 0,0 0 0 0 0,0 0 0 0 0,0 0 0 0 0,-1 1-1 0 0,0-1 1 0 0,0 0 0 0 0,0 1 0 0 0,-1-1 0 0 0,1 0-1 0 0,-1 0 1 0 0,-2 6 0 0 0,-2 4 83 0 0,-1-1 0 0 0,0 0-1 0 0,-1 0 1 0 0,-1-1 0 0 0,0 0 0 0 0,-11 14 0 0 0,12-18-224 0 0,0-1 0 0 0,0 0 0 0 0,-1 0 0 0 0,0-1 0 0 0,0 0 1 0 0,-1-1-1 0 0,0 1 0 0 0,0-2 0 0 0,-12 6 0 0 0,19-10-148 0 0,-1 0 0 0 0,1 0-1 0 0,0-1 1 0 0,0 1 0 0 0,0-1-1 0 0,-1 0 1 0 0,1 0 0 0 0,0 0-1 0 0,0 0 1 0 0,0 0 0 0 0,-1 0-1 0 0,1 0 1 0 0,0-1 0 0 0,0 1-1 0 0,0-1 1 0 0,-1 0 0 0 0,1 1-1 0 0,0-1 1 0 0,0 0 0 0 0,-2-2-1 0 0,2 2-454 0 0,0 0 0 0 0,0-1 0 0 0,0 1-1 0 0,1-1 1 0 0,-1 0 0 0 0,0 1 0 0 0,1-1 0 0 0,-1 0-1 0 0,1 0 1 0 0,-3-4 0 0 0,-3-16-7255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34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17 460 0 0,'-13'-17'11797'0'0,"12"17"-11624"0"0,1 20 111 0 0,1-1 0 0 0,0 0 0 0 0,2 0 0 0 0,6 25-1 0 0,1 15 148 0 0,122 1087 2463 0 0,-131-1132-2875 0 0,51 1028 788 0 0,-55-381-567 0 0,0 247-20 0 0,20 54-202 0 0,7-322-3479 0 0,-14-380-3701 0 0,-9-193 1711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35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95 299 2260 0 0,'-4'-1'2172'0'0,"-28"-5"1806"0"0,-27-2 6234 0 0,93-5-8602 0 0,1084-146 430 0 0,10 102-2007 0 0,-351 42 75 0 0,101-3-902 0 0,-656 6-285 0 0,-129 3-3336 0 0,-102 10 817 0 0,6 0 3068 0 0,0 0 0 0 0,0 0 0 0 0,0 1 0 0 0,-4 1 0 0 0,-11 5-2214 0 0,-10 0-1985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35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233 141 2068 0 0,'76'-132'13061'0'0,"-75"131"-12788"0"0,2-5-18 0 0,0 4 656 0 0,-7 23-611 0 0,-2-1 1 0 0,0 0 0 0 0,-1-1 0 0 0,-18 34 0 0 0,13-25-172 0 0,-39 82 197 0 0,-85 206-525 0 0,99-210-2442 0 0,14-37-4356 0 0,14-42 711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36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1003 128 2652 0 0,'36'-111'10317'0'0,"-36"110"-10274"0"0,0 0 1 0 0,1 0 0 0 0,-1 0 0 0 0,0 0-1 0 0,1 1 1 0 0,-1-1 0 0 0,0 0-1 0 0,1 0 1 0 0,-1 1 0 0 0,1-1 0 0 0,0 0-1 0 0,-1 1 1 0 0,1-1 0 0 0,0 0 0 0 0,-1 1-1 0 0,1-1 1 0 0,0 1 0 0 0,-1-1 0 0 0,1 1-1 0 0,0 0 1 0 0,0-1 0 0 0,0 1 0 0 0,-1 0-1 0 0,1-1 1 0 0,0 1 0 0 0,0 0 0 0 0,0 0-1 0 0,0 0 1 0 0,1 0 0 0 0,23 4 474 0 0,-4 7-185 0 0,0 1-1 0 0,0 0 0 0 0,-1 2 1 0 0,28 24-1 0 0,-18-14-85 0 0,132 110 466 0 0,-128-101-619 0 0,-1 1-1 0 0,42 56 1 0 0,-69-82 109 0 0,1 1 0 0 0,-2 1-1 0 0,1-1 1 0 0,-1 1 0 0 0,0 0-1 0 0,-1 0 1 0 0,5 19 0 0 0,-8-24-98 0 0,0-1 0 0 0,-1 1 0 0 0,0-1 0 0 0,0 1 0 0 0,0-1 0 0 0,0 0 0 0 0,-1 1 0 0 0,0-1 0 0 0,0 1 0 0 0,0-1 0 0 0,0 0 0 0 0,-1 0 0 0 0,1 1 0 0 0,-1-1 0 0 0,0 0 0 0 0,0 0 0 0 0,-1-1 0 0 0,1 1 0 0 0,-1 0 0 0 0,0-1 0 0 0,-6 6 0 0 0,-4 3 44 0 0,-1 0-1 0 0,-1-1 1 0 0,0-1-1 0 0,0 0 1 0 0,-24 10-1 0 0,-91 34 205 0 0,113-47-312 0 0,-653 199-903 0 0,235-82-6492 0 0,332-91 2417 0 0,5-1-2425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7:38.3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485 44 1320 0 0,'9'-30'10914'0'0,"-6"17"-7939"0"0,-10 21-1326 0 0,-12 22-1029 0 0,-313 527 2053 0 0,309-518-2981 0 0,-44 70 731 0 0,19-40-6216 0 0,47-68 4259 0 0,6-11-9001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7:38.9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528 64 1632 0 0,'28'-56'8802'0'0,"-27"54"-8509"0"0,-1 2-242 0 0,1-1-1 0 0,-1 1 1 0 0,1 0-1 0 0,-1-1 1 0 0,0 1-1 0 0,1-1 1 0 0,-1 1 0 0 0,1 0-1 0 0,-1-1 1 0 0,1 1-1 0 0,-1 0 1 0 0,1 0 0 0 0,-1-1-1 0 0,1 1 1 0 0,0 0-1 0 0,-1 0 1 0 0,1 0-1 0 0,-1 0 1 0 0,1 0 0 0 0,-1 0-1 0 0,1 0 1 0 0,0 0-1 0 0,-1 0 1 0 0,1 0-1 0 0,-1 0 1 0 0,1 0 0 0 0,-1 0-1 0 0,1 0 1 0 0,0 0-1 0 0,-1 1 1 0 0,1-1-1 0 0,-1 0 1 0 0,1 0 0 0 0,-1 1-1 0 0,1-1 1 0 0,-1 0-1 0 0,0 1 1 0 0,1-1 0 0 0,-1 1-1 0 0,1-1 1 0 0,-1 0-1 0 0,1 1 1 0 0,27 38 1293 0 0,-1 0 1 0 0,21 44-1 0 0,-6-11-729 0 0,16 28-226 0 0,47 110 0 0 0,-99-197 61 0 0,-1 0-1 0 0,0 0 1 0 0,-2 1 0 0 0,1-1 0 0 0,-2 1 0 0 0,3 22 0 0 0,-6-33-361 0 0,1 1-1 0 0,-1-1 1 0 0,0 0 0 0 0,0 0 0 0 0,0 0 0 0 0,0 1 0 0 0,0-1 0 0 0,-1 0 0 0 0,1 0 0 0 0,-1-1 0 0 0,0 1 0 0 0,0 0-1 0 0,0-1 1 0 0,0 1 0 0 0,0-1 0 0 0,-1 1 0 0 0,1-1 0 0 0,-1 0 0 0 0,0 0 0 0 0,1 0 0 0 0,-1 0 0 0 0,0-1-1 0 0,-3 2 1 0 0,-9 4-32 0 0,-1 0 0 0 0,1-1 0 0 0,-21 4 0 0 0,27-7-1 0 0,-347 70-94 0 0,251-56 34 0 0,90-14-1 0 0,-205 31-20 0 0,178-29 3 0 0,32-3 1501 0 0,-11 0-5495 0 0,12-3-1089 0 0,21-4 2236 0 0,28-6-3129 0 0,-12 1 1111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7:39.4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 94 1428 0 0,'0'0'2067'0'0,"-3"0"-316"0"0,-6 0-717 0 0,-20-2 9833 0 0,23 1-11032 0 0,4 1 2623 0 0,17 1-2058 0 0,16 0 3 0 0,0-1 1 0 0,51-7-1 0 0,-23 2-358 0 0,218-27 549 0 0,-61 6-426 0 0,-150 17-149 0 0,-34 5-2024 0 0,36-2 0 0 0,-66 6 1209 0 0,1 0-976 0 0,3-1 2052 0 0,14-1-10203 0 0,-18 2 6672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7:40.5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 88 460 0 0,'0'0'1936'0'0,"-3"1"-328"0"0,-11 3 3954 0 0,-11 3-704 0 0,24-6-3576 0 0,15-3-808 0 0,457-55-77 0 0,-190 29-85 0 0,-279 28-346 0 0,1-1 69 0 0,8 0-79 0 0,-8 1-24 0 0,13-2-2007 0 0,22-7-6862 0 0,-36 8 5575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7:41.2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250 199 508 0 0,'-1'-11'2702'0'0,"0"0"-1"0"0,-1 0 1 0 0,0 0-1 0 0,-7-18 1 0 0,8 27-2121 0 0,1 2-518 0 0,0-1 0 0 0,0 0 0 0 0,0 1 1 0 0,0-1-1 0 0,0 0 0 0 0,0 1 0 0 0,-1-1 0 0 0,1 0 1 0 0,0 1-1 0 0,0-1 0 0 0,-1 0 0 0 0,1 1 1 0 0,-1-1-1 0 0,1 1 0 0 0,0-1 0 0 0,-1 1 1 0 0,1-1-1 0 0,-1 1 0 0 0,1-1 0 0 0,-1 1 0 0 0,1-1 1 0 0,-1 1-1 0 0,0 0 0 0 0,1-1 0 0 0,-1 1 1 0 0,1 0-1 0 0,-1-1 0 0 0,0 1 0 0 0,-1 0 1 0 0,1 0-35 0 0,0 0 0 0 0,-1 1 0 0 0,1-1 0 0 0,0 1 0 0 0,0-1 0 0 0,-1 1 0 0 0,1-1 0 0 0,0 1 1 0 0,0 0-1 0 0,0-1 0 0 0,0 1 0 0 0,0 0 0 0 0,0 0 0 0 0,-1 1 0 0 0,-6 7-111 0 0,0 0 1 0 0,-10 17-1 0 0,16-22 206 0 0,-33 48-20 0 0,-39 83-1 0 0,64-113-63 0 0,0 0 1 0 0,2 1-1 0 0,0 1 0 0 0,2-1 0 0 0,0 1 0 0 0,-3 44 1 0 0,8-58-37 0 0,2 1 0 0 0,-1-1 0 0 0,1 0 0 0 0,1 0 0 0 0,-1 0 0 0 0,2 0 0 0 0,0 0 0 0 0,0-1 0 0 0,0 1 0 0 0,1-1 0 0 0,1 0 0 0 0,0 0 0 0 0,0 0 0 0 0,8 10 0 0 0,-8-13 102 0 0,0-1 1 0 0,0 0-1 0 0,0 0 0 0 0,0 0 1 0 0,1 0-1 0 0,-1-1 0 0 0,1 0 1 0 0,1-1-1 0 0,-1 1 0 0 0,0-1 1 0 0,1 0-1 0 0,0 0 0 0 0,-1-1 1 0 0,1 0-1 0 0,0 0 0 0 0,0-1 1 0 0,0 0-1 0 0,0 0 0 0 0,1-1 1 0 0,13 0-1 0 0,1-3 102 0 0,-1-1 0 0 0,1 0 0 0 0,-1-2 1 0 0,0 0-1 0 0,-1-2 0 0 0,0 0 0 0 0,0-1 0 0 0,30-19 0 0 0,-21 10 97 0 0,-2-2-1 0 0,0-1 1 0 0,-1-1-1 0 0,42-46 1 0 0,-57 54-140 0 0,0 1 0 0 0,-1-1 0 0 0,0 0 0 0 0,-2-1 1 0 0,1 0-1 0 0,-2-1 0 0 0,11-32 0 0 0,-15 39-140 0 0,-1-1 1 0 0,0 1-1 0 0,0-1 0 0 0,-1 1 0 0 0,0-1 1 0 0,-1 1-1 0 0,0-1 0 0 0,-1 0 0 0 0,0 1 1 0 0,-1-1-1 0 0,1 1 0 0 0,-2 0 0 0 0,1-1 1 0 0,-1 1-1 0 0,-7-14 0 0 0,1 8-54 0 0,0 0 0 0 0,-1 1 0 0 0,-1 0 0 0 0,0 0 0 0 0,0 1 0 0 0,-2 1 0 0 0,1 0 0 0 0,-2 1 0 0 0,-22-16 0 0 0,12 13-498 0 0,1 0 0 0 0,-2 2-1 0 0,0 1 1 0 0,0 0 0 0 0,-39-9 0 0 0,51 17-306 0 0,0 0 1 0 0,-1 1-1 0 0,1 1 1 0 0,-1 0-1 0 0,0 0 1 0 0,1 2 0 0 0,-21 2-1 0 0,12 1-2969 0 0,-40 12 0 0 0,35-7-789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7:42.1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184 97 1476 0 0,'0'-3'1659'0'0,"-5"-53"8861"0"0,5 54-9676 0 0,-9-34 12047 0 0,2 160-13063 0 0,2-26 269 0 0,-48 416 103 0 0,-12 142 119 0 0,46-438-82 0 0,5-66 3883 0 0,11-113-3544 0 0,2-28-576 0 0,-1 0 0 0 0,2-1 0 0 0,0 0-275 0 0,0-8-1390 0 0,0 5-3171 0 0,0-3 1490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7:44.6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1044 0 0,'0'0'3820'0'0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7:45.3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1 992 0 0,'0'0'4673'0'0,"8"5"-1593"0"0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7:48.6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0 392 0 0,'0'0'1652'0'0,"-5"9"-2776"0"0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7:54.4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896 108 976 0 0,'6'-8'2902'0'0,"17"-23"6073"0"0,-24 2-7746 0 0,-5 15-584 0 0,6 13-309 0 0,-1-2 111 0 0,0 1-1 0 0,0-1 0 0 0,0 1 1 0 0,0-1-1 0 0,-1 1 0 0 0,1 0 1 0 0,-1-1-1 0 0,-2-2 0 0 0,-1 9-382 0 0,1 0 0 0 0,0 0-1 0 0,-1 0 1 0 0,2 1 0 0 0,-1-1-1 0 0,0 1 1 0 0,1 0 0 0 0,0 0-1 0 0,0 0 1 0 0,-4 11 0 0 0,-5 8 43 0 0,-316 539 1843 0 0,188-338-1543 0 0,9-17 35 0 0,74-120-200 0 0,-9 16 18 0 0,39-61-132 0 0,26-42-102 0 0,-11 19 718 0 0,96-105-571 0 0,-62 61-176 0 0,-1 0 0 0 0,34-51 0 0 0,23-59-173 0 0,-59 99 121 0 0,8-13-21 0 0,50-90-194 0 0,65-162 0 0 0,-65 103 162 0 0,-33 85-24 0 0,-44 111 121 0 0,14-23-77 0 0,-12 24 84 0 0,0 0 0 0 0,0 0 0 0 0,-1 0 0 0 0,1 0 0 0 0,0 1 0 0 0,0-1-1 0 0,0 1 1 0 0,-1-1 0 0 0,1 1 0 0 0,0 0 0 0 0,-1-1 0 0 0,1 1 0 0 0,-1 0-1 0 0,1 0 1 0 0,-1 0 0 0 0,1 0 0 0 0,-1 1 0 0 0,0-1 0 0 0,2 2-1 0 0,30 32-15 0 0,-25-24 15 0 0,12 13 6 0 0,0 0 1 0 0,-2 2-1 0 0,15 29 1 0 0,39 88 147 0 0,-34-62-123 0 0,97 208 204 0 0,-77-159-112 0 0,64 119 298 0 0,-64-132 189 0 0,-58-116-572 0 0,7 16-44 0 0,1 2 3042 0 0,-7-19-3020 0 0,-1 0-1 0 0,0 0 1 0 0,0 1 0 0 0,0-1 0 0 0,0 0-1 0 0,0 0 1 0 0,0 0 0 0 0,0 1 0 0 0,0-1-1 0 0,0 0 1 0 0,0 0 0 0 0,0 0 0 0 0,0 0-1 0 0,0 1 1 0 0,0-1 0 0 0,0 0 0 0 0,0 0-1 0 0,0 0 1 0 0,0 1 0 0 0,0-1 0 0 0,0 0-1 0 0,0 0 1 0 0,0 0 0 0 0,0 0 0 0 0,0 1-1 0 0,0-1 1 0 0,-1 0 0 0 0,1 0 0 0 0,0 0-1 0 0,0 0 1 0 0,0 1 0 0 0,0-1 0 0 0,0 0-1 0 0,0 0 1 0 0,-1 0 0 0 0,1 0 0 0 0,0 0-1 0 0,0 0 1 0 0,0 0 0 0 0,0 0 0 0 0,-1 1 0 0 0,1-1-1 0 0,0 0 1 0 0,0 0 0 0 0,0 0 0 0 0,-1 0-1 0 0,1 0 1 0 0,0 0 0 0 0,0 0 0 0 0,0 0-1 0 0,0 0 1 0 0,-1 0 0 0 0,1 0 0 0 0,0 0-1 0 0,0 0 1 0 0,0 0 0 0 0,-1 0 0 0 0,1 0-1 0 0,0-1 1 0 0,0 1 0 0 0,0 0 0 0 0,0 0-1 0 0,-1 0 1 0 0,1 0 0 0 0,-19-5 328 0 0,14 3-358 0 0,2 1 26 0 0,-8-1 4 0 0,1-1 0 0 0,-1 2 0 0 0,0 0 0 0 0,-15 0 0 0 0,-671-42-142 0 0,371 10 307 0 0,115 2-218 0 0,208 31 22 0 0,-16-2 33 0 0,-29-8-12 0 0,46 10 25 0 0,1 4-5797 0 0,1-3 4913 0 0,1 0 0 0 0,-1 0 0 0 0,0 0 0 0 0,0 0 0 0 0,0 0 1 0 0,1 1-1 0 0,-1-1 0 0 0,1 0 0 0 0,-1 0 0 0 0,1 0 0 0 0,-1 0 0 0 0,2 1 0 0 0,4 5-8478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8:14.3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0 952 0 0,'0'0'2472'0'0,"9"5"-1068"0"0,2-3-1728 0 0,5-6-1776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8:35.1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1 716 0 0,'0'0'3202'0'0,"0"14"-1570"0"0,0-10-3576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8:35.9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0 244 0 0,'-7'14'4701'0'0,"1"-2"-2620"0"0,5-10-2302 0 0,1 1-1 0 0,0-1 1 0 0,0 0 0 0 0,0 1 0 0 0,0-1 0 0 0,0 0-1 0 0,0 0 1 0 0,1 1 0 0 0,-1-1 0 0 0,2 3-1 0 0,1 5-1032 0 0,0 1 320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8:36.2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1 268 0 0,'-4'12'5522'0'0,"2"-7"-5274"0"0,-3 8 3142 0 0,5-13-3420 0 0,0 1 0 0 0,0-1 0 0 0,0 0 0 0 0,0 0 0 0 0,0 0 0 0 0,0 0-1 0 0,0 1 1 0 0,0-1 0 0 0,0 0 0 0 0,0 0 0 0 0,0 0 0 0 0,0 0 0 0 0,0 0 0 0 0,0 1 0 0 0,0-1 0 0 0,0 0 0 0 0,0 0 0 0 0,0 0 0 0 0,0 0 0 0 0,1 0-1 0 0,-1 1 1 0 0,0-1 0 0 0,0 0 0 0 0,0 0 0 0 0,0 0 0 0 0,0 0 0 0 0,0 0 0 0 0,0 0 0 0 0,0 0 0 0 0,1 1 0 0 0,-1-1 0 0 0,0 0 0 0 0,0 0-1 0 0,0 0 1 0 0,0 0 0 0 0,0 0 0 0 0,0 0 0 0 0,1 0 0 0 0,-1 0 0 0 0,0 0 0 0 0,0 0 0 0 0,0 0 0 0 0,0 0 0 0 0,0 0 0 0 0,1 0 0 0 0,-1 0 0 0 0,0 0-1 0 0,0 0 1 0 0,0 0 0 0 0,0 0 0 0 0,0 0 0 0 0,1 0 0 0 0,-1 0 0 0 0,0 0 0 0 0,0 0 0 0 0,0 0 0 0 0,0 0 0 0 0,0 0 0 0 0,1 0 0 0 0,-1 0 0 0 0,0-1-1 0 0,0 1 1 0 0,0 0 0 0 0,2 0-1292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8:36.6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 2472 0 0,'0'0'1788'0'0,"-3"15"609"0"0,3-3-917 0 0,-2-2-224 0 0,0 3-904 0 0,2-2-1140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8:36.9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29 1264 0 0,'23'-28'6935'0'0,"-22"27"-6711"0"0,2 3-821 0 0,-2-3 567 0 0,-1 1 0 0 0,0 0 0 0 0,0 0 0 0 0,1 0 0 0 0,-1 0 0 0 0,0 0 0 0 0,0 0 0 0 0,1 0 0 0 0,-1 0 0 0 0,0 1 0 0 0,0-1 0 0 0,1 0 0 0 0,-1 0 0 0 0,0 0 0 0 0,0 0 0 0 0,1 0 0 0 0,-1 0 0 0 0,0 0 0 0 0,0 0-1 0 0,0 1 1 0 0,1-1 0 0 0,-1 0 0 0 0,0 0 0 0 0,0 0 0 0 0,0 1 0 0 0,0-1 0 0 0,1 0 0 0 0,-1 0 0 0 0,0 0 0 0 0,0 1 0 0 0,0-1 0 0 0,0 0 0 0 0,1 13-2742 0 0,-2-2 1113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8:37.2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0 120 0 0,'0'4'-5'0'0,"2"13"7763"0"0,-2-16-5818 0 0,4 9-2614 0 0,-2-4-4083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8:38.0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2140 0 0,'9'30'10328'0'0,"-6"-24"-9865"0"0,3 7 54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8:42.2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1 684 0 0,'0'0'1722'0'0,"12"17"1198"0"0,-9-12-4704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8:46.2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1184 0 0,'0'0'3762'0'0,"11"5"-969"0"0,-10-6-2819 0 0,1 0 1 0 0,-1 1 0 0 0,1-1-1 0 0,-1 1 1 0 0,1 0-1 0 0,-1 0 1 0 0,1-1 0 0 0,-1 1-1 0 0,1 0 1 0 0,-1 0-1 0 0,4 1 1 0 0,14 3-3162 0 0,-5 0 1344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8:46.6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1 212 0 0,'0'0'1740'0'0,"-15"31"6080"0"0,14-30-7739 0 0,0 3-2429 0 0,-1 0-935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8:47.3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1276 0 0,'7'61'9516'0'0,"-7"-59"-9105"0"0,3 15-1267 0 0,-2-19 336 0 0,-1-1-136 0 0,-1-3-2632 0 0,-2-7-191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8:48.2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31 48 0 0,'0'0'5050'0'0,"-26"4"101"0"0,26-4-5166 0 0,0 1 0 0 0,-1-1 1 0 0,1 0-1 0 0,0 0 0 0 0,0 0 0 0 0,-1 0 1 0 0,1 0-1 0 0,0 0 0 0 0,0 0 0 0 0,0 0 1 0 0,-1 0-1 0 0,1 0 0 0 0,0 0 0 0 0,0 0 0 0 0,-1 0 1 0 0,1 0-1 0 0,0 0 0 0 0,0 0 0 0 0,-1 0 1 0 0,1 0-1 0 0,0 0 0 0 0,0 0 0 0 0,0 0 1 0 0,-1 0-1 0 0,1 0 0 0 0,0 0 0 0 0,0 0 0 0 0,0-1 1 0 0,-1 1-1 0 0,1 0 0 0 0,0 0 0 0 0,0 0 1 0 0,0 0-1 0 0,-1-1 0 0 0,1 1 0 0 0,0 0 1 0 0,0 0-1 0 0,0 0 0 0 0,0 0 0 0 0,0-1 1 0 0,0 1-1 0 0,0 0 0 0 0,-1 0 0 0 0,1-1 0 0 0,0 1 1 0 0,0 0-1 0 0,0 0 0 0 0,0 0 0 0 0,0-1 1 0 0,0 1-1 0 0,0 0 0 0 0,0 0 0 0 0,0-1 1 0 0,0 1-1 0 0,0 0 0 0 0,0 0 0 0 0,0-1 1 0 0,0 1-1 0 0,1 0 0 0 0,-1 0 0 0 0,0-1 0 0 0,7-17-3967 0 0,-6 17 3606 0 0,4-7-2195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8:49.0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3 656 0 0,'0'0'3624'0'0,"10"-3"-2370"0"0,-9 4-1452 0 0,1 0 0 0 0,-1 0 0 0 0,1 0-1 0 0,-1 0 1 0 0,0 1 0 0 0,1-1 0 0 0,-1 0 0 0 0,0 1 0 0 0,0-1 0 0 0,0 1 0 0 0,0-1-1 0 0,0 1 1 0 0,1 1 0 0 0,-2-1-158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8:49.4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1292 0 0,'0'0'1071'0'0,"13"7"2673"0"0,0-7-3179 0 0,-10 0 770 0 0,0 0-975 0 0,39 1-2693 0 0,-40-1 1215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8:50.0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9 1096 0 0,'0'0'5303'0'0,"2"7"-4985"0"0,-7-14-2984 0 0,1-2 1019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8:57.8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0 800 0 0,'0'0'3628'0'0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9:05.6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9 652 0 0,'0'0'1814'0'0,"0"-1"-1717"0"0,0 1 1 0 0,0 0 0 0 0,0-1-1 0 0,0 1 1 0 0,0-1 0 0 0,0 1-1 0 0,-1 0 1 0 0,1-1 0 0 0,0 1 0 0 0,0 0-1 0 0,0-1 1 0 0,0 1 0 0 0,-1 0-1 0 0,1-1 1 0 0,0 1 0 0 0,0 0-1 0 0,-1 0 1 0 0,1-1 0 0 0,0 1 0 0 0,-1 0-1 0 0,1 0 1 0 0,0-1 0 0 0,0 1-1 0 0,-1 0 1 0 0,0 0 0 0 0,-17 4 827 0 0,18-4-899 0 0,1 0 1 0 0,-1 0-1 0 0,0 0 1 0 0,0 0-1 0 0,0 0 1 0 0,1 1 0 0 0,-1-1-1 0 0,0 0 1 0 0,0 0-1 0 0,1 0 1 0 0,-1 0-1 0 0,0 0 1 0 0,0 0-1 0 0,0 0 1 0 0,1 1-1 0 0,-1-1 1 0 0,0 0-1 0 0,0 0 1 0 0,0 0-1 0 0,0 1 1 0 0,1-1-1 0 0,-1 0 1 0 0,0 0 0 0 0,0 0-1 0 0,0 1 1 0 0,0-1-1 0 0,0 0 1 0 0,0 0-1 0 0,0 1 1 0 0,0-1-1 0 0,0 0 1 0 0,0 0-1 0 0,0 0 1 0 0,0 1-1 0 0,0-1 1 0 0,0 0-1 0 0,0 0 1 0 0,0 1-1 0 0,0-1 1 0 0,0 0 0 0 0,0 0-1 0 0,0 1 1 0 0,0-1-1 0 0,0 0 1 0 0,0 0-1 0 0,0 0 1 0 0,0 1-1 0 0,-1-1 1 0 0,1 0-1 0 0,0 0 1 0 0,0 0-1 0 0,0 1 1 0 0,0-1-1 0 0,0 0 1 0 0,-1 0-1 0 0,1 0 1 0 0,0 0 0 0 0,0 1-1 0 0,0-1 1 0 0,-1 0-1 0 0,1 0 1 0 0,0 0-1 0 0,0 0 1 0 0,-1 0-1 0 0,1 0 1 0 0,0 0-1 0 0,0 0 1 0 0,-1 0-1 0 0,3 1-42 0 0,20 7-1113 0 0,-9-2-1345 0 0,-11-5 736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9:06.8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0 616 0 0,'0'0'820'0'0,"7"7"1116"0"0,5-4-1760 0 0,3-4-1488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51.3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664 196 548 0 0,'-2'0'4592'0'0,"-28"6"2628"0"0,30-6-7189 0 0,-1 1 1 0 0,0-1 0 0 0,1 0-1 0 0,-1 0 1 0 0,0 1-1 0 0,1-1 1 0 0,-1 0-1 0 0,1 1 1 0 0,-1-1-1 0 0,1 1 1 0 0,-1-1 0 0 0,1 1-1 0 0,-1-1 1 0 0,1 1-1 0 0,0-1 1 0 0,-1 1-1 0 0,1-1 1 0 0,-1 1 0 0 0,1 0-1 0 0,0 1-13 0 0,0-1-1 0 0,1 0 0 0 0,-1 0 1 0 0,0 1-1 0 0,1-1 1 0 0,-1 0-1 0 0,1 0 1 0 0,0 0-1 0 0,-1 1 0 0 0,1-1 1 0 0,0 0-1 0 0,0 0 1 0 0,0 0-1 0 0,-1 0 1 0 0,1 0-1 0 0,0 0 0 0 0,0-1 1 0 0,1 1-1 0 0,-1 0 1 0 0,0 0-1 0 0,0-1 1 0 0,0 1-1 0 0,0-1 0 0 0,1 1 1 0 0,-1-1-1 0 0,0 1 1 0 0,0-1-1 0 0,1 0 0 0 0,1 0 1 0 0,2 1 12 0 0,1 0 0 0 0,-1-1 1 0 0,0 1-1 0 0,1-2 0 0 0,-1 1 0 0 0,1 0 1 0 0,-1-1-1 0 0,1 0 0 0 0,-1-1 0 0 0,6-1 1 0 0,7-3 34 0 0,32-16 1 0 0,-42 18-61 0 0,0 0 0 0 0,-1-1-1 0 0,1-1 1 0 0,-1 1 0 0 0,0-1 0 0 0,0-1 0 0 0,8-9-1 0 0,-11 11-1 0 0,-1 1-1 0 0,1-1 1 0 0,-1-1-1 0 0,0 1 1 0 0,0 0-1 0 0,0-1 1 0 0,-1 0-1 0 0,0 0 1 0 0,0 1-1 0 0,-1-1 0 0 0,2-12 1 0 0,-2 15-3 0 0,-1 0 0 0 0,0 0 1 0 0,0 1-1 0 0,0-1 0 0 0,-1 0 0 0 0,1 0 1 0 0,-1 1-1 0 0,0-1 0 0 0,1 0 0 0 0,-1 1 1 0 0,0-1-1 0 0,-1 1 0 0 0,1-1 0 0 0,0 1 0 0 0,-1 0 1 0 0,1-1-1 0 0,-1 1 0 0 0,0 0 0 0 0,1 0 1 0 0,-1 0-1 0 0,0 0 0 0 0,-1 0 0 0 0,1 1 1 0 0,0-1-1 0 0,0 1 0 0 0,-1-1 0 0 0,1 1 1 0 0,-1 0-1 0 0,1 0 0 0 0,-1 0 0 0 0,1 0 0 0 0,-1 0 1 0 0,0 1-1 0 0,-4-2 0 0 0,-3 1-8 0 0,0 0-1 0 0,0 0 0 0 0,0 1 1 0 0,0 0-1 0 0,0 1 0 0 0,0 0 1 0 0,0 1-1 0 0,-13 3 1 0 0,3 1 4 0 0,1 2 1 0 0,1 0 0 0 0,0 0-1 0 0,0 2 1 0 0,1 0 0 0 0,0 1-1 0 0,0 1 1 0 0,2 1 0 0 0,-1 0-1 0 0,2 1 1 0 0,0 0 0 0 0,0 1-1 0 0,1 1 1 0 0,1 0 0 0 0,1 1-1 0 0,0 0 1 0 0,2 0 0 0 0,-1 1-1 0 0,2 1 1 0 0,1 0 0 0 0,-7 23-1 0 0,12-31-3 0 0,0 0-1 0 0,0 0 0 0 0,1 1 0 0 0,0-1 0 0 0,1 1 1 0 0,0-1-1 0 0,1 0 0 0 0,0 1 0 0 0,1-1 1 0 0,1 0-1 0 0,-1 0 0 0 0,2 0 0 0 0,-1 0 1 0 0,2-1-1 0 0,-1 1 0 0 0,2-1 0 0 0,-1 0 0 0 0,1 0 1 0 0,0-1-1 0 0,1 0 0 0 0,1 0 0 0 0,12 13 1 0 0,40 38-27 0 0,-22-23 47 0 0,61 76 1 0 0,-90-101 5 0 0,0 1-1 0 0,-1 0 1 0 0,-1 0 0 0 0,0 1-1 0 0,-1 0 1 0 0,0 0 0 0 0,-1 0 0 0 0,-1 1-1 0 0,0 0 1 0 0,-1 0 0 0 0,1 15 0 0 0,-3-16 43 0 0,-2 1 0 0 0,0-1 1 0 0,-1 0-1 0 0,0 0 1 0 0,-1 0-1 0 0,-1 0 1 0 0,0 0-1 0 0,-1-1 0 0 0,0 0 1 0 0,-1 0-1 0 0,-1 0 1 0 0,0-1-1 0 0,0 0 0 0 0,-14 17 1 0 0,6-11 114 0 0,-1 0 1 0 0,-1 0-1 0 0,0-2 1 0 0,-1 0-1 0 0,-1-2 0 0 0,0 0 1 0 0,-40 22-1 0 0,41-27 21 0 0,0-1-1 0 0,0-1 0 0 0,-1-1 1 0 0,0 0-1 0 0,-27 4 1 0 0,33-8-124 0 0,0-1 1 0 0,-1 0-1 0 0,1-1 1 0 0,0 0-1 0 0,-1-1 1 0 0,1-1 0 0 0,0 0-1 0 0,-25-7 1 0 0,21 3-47 0 0,0-1 0 0 0,0 0 0 0 0,0-1 1 0 0,1-1-1 0 0,0-1 0 0 0,-19-15 1 0 0,27 19-53 0 0,1-1 0 0 0,0 0 0 0 0,0 0 0 0 0,1 0 0 0 0,-1-1 0 0 0,2 0 0 0 0,-1 0 0 0 0,1-1 0 0 0,1 1 1 0 0,-1-1-1 0 0,1 0 0 0 0,1-1 0 0 0,-4-14 0 0 0,6 21-114 0 0,1 0-1 0 0,-1 0 1 0 0,1 0 0 0 0,-1 0 0 0 0,1 0-1 0 0,0 0 1 0 0,1 0 0 0 0,-1 0 0 0 0,0-1-1 0 0,1 1 1 0 0,0 0 0 0 0,-1 0 0 0 0,1 1-1 0 0,0-1 1 0 0,1 0 0 0 0,1-4-1 0 0,-1 5-58 0 0,-1 0 0 0 0,1 0 0 0 0,0 1 0 0 0,-1-1 0 0 0,1 1 0 0 0,0-1 0 0 0,0 1 0 0 0,0-1 0 0 0,0 1 0 0 0,1 0 0 0 0,-1 0 0 0 0,0 0 0 0 0,0 0 0 0 0,1 1-1 0 0,-1-1 1 0 0,0 0 0 0 0,1 1 0 0 0,-1 0 0 0 0,1 0 0 0 0,-1 0 0 0 0,3 0 0 0 0,33 3-4468 0 0,-17-3 403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52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179 643 1296 0 0,'3'-8'1733'0'0,"0"0"0"0"0,0-1 1 0 0,2-16-1 0 0,-5 21-1398 0 0,0 1 1 0 0,0 0 0 0 0,0-1-1 0 0,0 1 1 0 0,0 0 0 0 0,-1-1-1 0 0,0 1 1 0 0,0 0 0 0 0,0 0-1 0 0,0 0 1 0 0,0 0 0 0 0,0 0-1 0 0,-3-4 1 0 0,3 5-29 0 0,-17 5 134 0 0,16-2-412 0 0,-1 0 1 0 0,0 1-1 0 0,1-1 1 0 0,-1 1-1 0 0,1-1 1 0 0,0 1-1 0 0,0 0 0 0 0,0 0 1 0 0,-1 0-1 0 0,2 0 1 0 0,-1 0-1 0 0,-2 3 1 0 0,-18 30 160 0 0,16-25-140 0 0,-8 15 6 0 0,2 1 0 0 0,0-1 0 0 0,2 2 0 0 0,1-1 0 0 0,1 2 0 0 0,1-1 0 0 0,2 1 0 0 0,-4 50 0 0 0,9-70-40 0 0,-1-1 1 0 0,2 1-1 0 0,-1-1 1 0 0,1 1-1 0 0,0-1 1 0 0,1 1-1 0 0,0-1 0 0 0,0 0 1 0 0,1 0-1 0 0,-1 0 1 0 0,1 0-1 0 0,1 0 1 0 0,0 0-1 0 0,0-1 1 0 0,6 8-1 0 0,-6-10-3 0 0,0 0 0 0 0,0 0 0 0 0,0 0 0 0 0,1-1 0 0 0,-1 0 0 0 0,1 0 0 0 0,0 0-1 0 0,0 0 1 0 0,0-1 0 0 0,0 0 0 0 0,1 0 0 0 0,-1 0 0 0 0,0-1 0 0 0,1 0 0 0 0,-1 0 0 0 0,1 0 0 0 0,0-1-1 0 0,-1 1 1 0 0,1-1 0 0 0,0-1 0 0 0,6 0 0 0 0,3-1 4 0 0,1-1-1 0 0,0 0 1 0 0,0-1-1 0 0,-1-1 1 0 0,0-1-1 0 0,0 0 1 0 0,-1-1-1 0 0,1 0 1 0 0,-1-1-1 0 0,14-11 1 0 0,-19 12-14 0 0,0 0 0 0 0,-1-1 0 0 0,0 0 0 0 0,0-1-1 0 0,-1 0 1 0 0,0 0 0 0 0,-1 0 0 0 0,0-1 0 0 0,0 0 0 0 0,-1 0 0 0 0,0 0 0 0 0,-1-1 0 0 0,0 1 0 0 0,-1-1 0 0 0,3-12 0 0 0,-4 8-11 0 0,0 1 0 0 0,-1-1 0 0 0,0 0 0 0 0,-1 1 0 0 0,-1-1 0 0 0,0 0 0 0 0,-1 1 0 0 0,-1-1-1 0 0,0 1 1 0 0,-1 0 0 0 0,-1 0 0 0 0,0 0 0 0 0,0 1 0 0 0,-2-1 0 0 0,0 1 0 0 0,0 1 0 0 0,-1-1 0 0 0,0 1 0 0 0,-1 1 0 0 0,-16-17 0 0 0,20 24 4 0 0,1 0 1 0 0,-1 0-1 0 0,0 0 0 0 0,0 1 0 0 0,-1-1 1 0 0,1 1-1 0 0,-1 1 0 0 0,1-1 0 0 0,-1 1 1 0 0,0 0-1 0 0,0 0 0 0 0,0 1 1 0 0,0 0-1 0 0,0 0 0 0 0,-12-1 0 0 0,9 3-6 0 0,1 0 0 0 0,-1 0-1 0 0,1 0 1 0 0,0 1-1 0 0,-1 1 1 0 0,1-1 0 0 0,0 1-1 0 0,0 1 1 0 0,1-1-1 0 0,-12 8 1 0 0,5-2-3 0 0,2 1 1 0 0,-1 0 0 0 0,1 0-1 0 0,1 1 1 0 0,0 1 0 0 0,0 0-1 0 0,1 0 1 0 0,1 1-1 0 0,0 0 1 0 0,1 1 0 0 0,0 0-1 0 0,-5 15 1 0 0,9-20 23 0 0,1 1 0 0 0,0-1-1 0 0,1 1 1 0 0,0 0 0 0 0,1 0 0 0 0,-1 0 0 0 0,2 0 0 0 0,0 0 0 0 0,0 0 0 0 0,3 17 0 0 0,-2-22-5 0 0,0 0-1 0 0,1 0 1 0 0,-1-1 0 0 0,1 1 0 0 0,0-1 0 0 0,1 1-1 0 0,-1-1 1 0 0,1 0 0 0 0,-1 0 0 0 0,1 0 0 0 0,1 0-1 0 0,-1-1 1 0 0,0 1 0 0 0,1-1 0 0 0,0 0 0 0 0,0 0-1 0 0,0 0 1 0 0,0 0 0 0 0,0-1 0 0 0,0 0 0 0 0,1 0-1 0 0,-1 0 1 0 0,10 3 0 0 0,-1-2-15 0 0,0-1 0 0 0,0 0 1 0 0,0-1-1 0 0,0 0 0 0 0,1-1 0 0 0,-1 0 0 0 0,0-1 1 0 0,0 0-1 0 0,0-1 0 0 0,23-7 0 0 0,-10 1-156 0 0,-1-1 1 0 0,0-1-1 0 0,0-2 0 0 0,28-17 0 0 0,-29 13 56 0 0,0-1 0 0 0,-2-1 0 0 0,0-1 0 0 0,-1-1 0 0 0,-1 0 0 0 0,-1-2 0 0 0,0 0 0 0 0,-2-1 0 0 0,-1-1-1 0 0,-1-1 1 0 0,22-49 0 0 0,-14 19 97 0 0,-4-1-1 0 0,-1 0 0 0 0,-3-2 1 0 0,13-102-1 0 0,-8 13 812 0 0,-19 145-476 0 0,-1 7-216 0 0,0 30 130 0 0,-1 0 0 0 0,-2 1 0 0 0,-14 64 0 0 0,1-9-78 0 0,-1 29 9 0 0,-20 172 147 0 0,32-224-183 0 0,3 0-1 0 0,9 91 1 0 0,-7-156-120 0 0,0 0-1 0 0,0 0 1 0 0,1 0 0 0 0,-1 0 0 0 0,1 0-1 0 0,-1 0 1 0 0,1 0 0 0 0,0 0 0 0 0,0 0-1 0 0,1 0 1 0 0,-1-1 0 0 0,0 1 0 0 0,1 0-1 0 0,0-1 1 0 0,-1 1 0 0 0,1-1 0 0 0,0 0-1 0 0,0 1 1 0 0,0-1 0 0 0,1 0 0 0 0,2 2 0 0 0,-4-4-11 0 0,0 0 0 0 0,0 0 1 0 0,0 0-1 0 0,0 0 0 0 0,0-1 1 0 0,0 1-1 0 0,0 0 1 0 0,0 0-1 0 0,0-1 0 0 0,0 1 1 0 0,0-1-1 0 0,-1 1 0 0 0,1-1 1 0 0,0 1-1 0 0,0-1 1 0 0,0 1-1 0 0,-1-1 0 0 0,1 0 1 0 0,0 0-1 0 0,0 0 0 0 0,3-2-4 0 0,0 0 0 0 0,0-1 1 0 0,0 1-1 0 0,-1-1 0 0 0,1 0 1 0 0,-1 0-1 0 0,0 0 0 0 0,4-8 1 0 0,18-39-40 0 0,-17 31 30 0 0,29-82-53 0 0,-30 77-14 0 0,1 0 0 0 0,2 1-1 0 0,22-42 1 0 0,-32 65 75 0 0,1 0-4 0 0,-1-1 0 0 0,1 1 0 0 0,0 0-1 0 0,0-1 1 0 0,0 1 0 0 0,0 0 0 0 0,1 0 0 0 0,-1 0 0 0 0,0 0 0 0 0,0 0 0 0 0,1 0 0 0 0,-1 0 0 0 0,2 0 0 0 0,18-6-43 0 0,-13 10 47 0 0,-5-2-1 0 0,1 1 5 0 0,-1-1 1 0 0,1 1-1 0 0,-1 0 1 0 0,1 0-1 0 0,-1 0 1 0 0,0 0-1 0 0,1 1 1 0 0,-1-1-1 0 0,-1 1 1 0 0,1 0-1 0 0,3 4 1 0 0,27 39 39 0 0,-25-33-30 0 0,39 66 72 0 0,-29-46-12 0 0,27 35 0 0 0,-16-26 98 0 0,-27-41-160 0 0,-1 0 1 0 0,0 0-1 0 0,1 0 1 0 0,-1-1-1 0 0,1 1 1 0 0,-1 0-1 0 0,1-1 0 0 0,-1 1 1 0 0,1-1-1 0 0,0 1 1 0 0,-1-1-1 0 0,1 0 1 0 0,0 1-1 0 0,-1-1 1 0 0,1 0-1 0 0,0 0 1 0 0,-1 0-1 0 0,3-1 0 0 0,-3 1-5 0 0,0 0 0 0 0,0 0-1 0 0,0-1 1 0 0,0 1-1 0 0,0 0 1 0 0,1-1-1 0 0,-1 1 1 0 0,0 0-1 0 0,0-1 1 0 0,0 1-1 0 0,0-1 1 0 0,0 0-1 0 0,0 1 1 0 0,0-1-1 0 0,0 0 1 0 0,0 0-1 0 0,0 0 1 0 0,-1 0-1 0 0,2-1 1 0 0,1 0 1 0 0,4-5-5 0 0,-1 1 0 0 0,1-1 0 0 0,-1 0 1 0 0,0-1-1 0 0,-1 0 0 0 0,0 0 0 0 0,0 0 0 0 0,5-12 0 0 0,2-9-3 0 0,9-32 1 0 0,-18 51 5 0 0,10-30-7 0 0,-4 7-54 0 0,2 1-1 0 0,1 1 1 0 0,17-31-1 0 0,-28 60 49 0 0,0 0 3 0 0,0 0 0 0 0,0 0 0 0 0,0 0 0 0 0,0 0-1 0 0,1 0 1 0 0,-1 0 0 0 0,1 0 0 0 0,-1 0 0 0 0,1 0-1 0 0,0 1 1 0 0,0-1 0 0 0,0 1 0 0 0,-1 0 0 0 0,2-1 0 0 0,-1 1-1 0 0,0 0 1 0 0,0 0 0 0 0,0 0 0 0 0,0 0 0 0 0,4 0-1 0 0,28-1-17 0 0,-20 7 2 0 0,-5-1 19 0 0,19 8 35 0 0,41 25-1 0 0,17 8 67 0 0,-75-40-88 0 0,0-1 1 0 0,1 0 0 0 0,-1-1-1 0 0,1-1 1 0 0,-1 1-1 0 0,15-1 1 0 0,-15-1 13 0 0,0-1 0 0 0,0 0 0 0 0,0 0 0 0 0,0-2 0 0 0,-1 1 0 0 0,1-1 0 0 0,0-1 0 0 0,14-5 0 0 0,-21 6-19 0 0,-1 1-1 0 0,1-1 1 0 0,-1 0-1 0 0,0-1 1 0 0,1 1-1 0 0,-1 0 1 0 0,0-1-1 0 0,0 0 1 0 0,-1 0-1 0 0,1 0 1 0 0,-1 0-1 0 0,1 0 1 0 0,-1 0-1 0 0,0-1 0 0 0,0 1 1 0 0,0-1-1 0 0,-1 1 1 0 0,1-1-1 0 0,-1 0 1 0 0,0 0-1 0 0,0 1 1 0 0,0-1-1 0 0,-1 0 1 0 0,1 0-1 0 0,-1 0 1 0 0,0-6-1 0 0,0 6-11 0 0,0-1-1 0 0,-1 1 0 0 0,1 0 1 0 0,-1 0-1 0 0,0 0 1 0 0,0-1-1 0 0,0 1 0 0 0,-1 0 1 0 0,1 0-1 0 0,-1 1 0 0 0,0-1 1 0 0,0 0-1 0 0,-1 0 1 0 0,1 1-1 0 0,-1-1 0 0 0,-4-3 1 0 0,7 6 6 0 0,-1 0-1 0 0,0 1 1 0 0,0-1 0 0 0,0 0 0 0 0,0 1-1 0 0,0-1 1 0 0,0 1 0 0 0,0 0 0 0 0,0-1-1 0 0,0 1 1 0 0,0 0 0 0 0,0-1 0 0 0,0 1-1 0 0,0 0 1 0 0,-1 0 0 0 0,0 0 0 0 0,-1 0-7 0 0,0-1 5 0 0,0 1 1 0 0,0 0-1 0 0,0 0 0 0 0,0 0 0 0 0,0 0 1 0 0,-1 1-1 0 0,1-1 0 0 0,0 1 0 0 0,0 0 0 0 0,0 0 1 0 0,0 0-1 0 0,0 0 0 0 0,1 0 0 0 0,-1 1 1 0 0,-3 1-1 0 0,4-2 3 0 0,-14 9 41 0 0,0 1 1 0 0,0 0-1 0 0,1 2 0 0 0,1-1 0 0 0,0 2 1 0 0,1 0-1 0 0,0 0 0 0 0,2 2 0 0 0,-1-1 1 0 0,2 1-1 0 0,0 1 0 0 0,1 0 0 0 0,0 0 0 0 0,2 1 1 0 0,0 0-1 0 0,1 0 0 0 0,1 1 0 0 0,0-1 1 0 0,-2 23-1 0 0,7-34-23 0 0,-1 0 0 0 0,1-1-1 0 0,0 1 1 0 0,0 0 0 0 0,1 0 0 0 0,0 0 0 0 0,0 0-1 0 0,1-1 1 0 0,0 1 0 0 0,0-1 0 0 0,0 1 0 0 0,1-1-1 0 0,0 0 1 0 0,0 0 0 0 0,1 0 0 0 0,0 0 0 0 0,0 0-1 0 0,0-1 1 0 0,0 0 0 0 0,1 0 0 0 0,0 0 0 0 0,0 0 0 0 0,0-1-1 0 0,1 0 1 0 0,0 0 0 0 0,-1 0 0 0 0,1-1 0 0 0,1 0-1 0 0,-1 0 1 0 0,0-1 0 0 0,1 1 0 0 0,-1-1 0 0 0,1-1-1 0 0,10 2 1 0 0,5 0-537 0 0,0-1 0 0 0,1-2 0 0 0,38-3 0 0 0,69-17-6308 0 0,-62 6 562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53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123 903 1792 0 0,'-109'59'10066'0'0,"108"-58"-10020"0"0,0 0 0 0 0,0-1 0 0 0,0 1 0 0 0,0 0-1 0 0,0 0 1 0 0,0 0 0 0 0,1-1 0 0 0,-1 1-1 0 0,0 0 1 0 0,1 0 0 0 0,-1 0 0 0 0,1 0-1 0 0,-1 1 1 0 0,1-1 0 0 0,-1 0 0 0 0,1 0 0 0 0,0 0-1 0 0,-1 0 1 0 0,1 0 0 0 0,0 0 0 0 0,0 3-1 0 0,0-3-56 0 0,-1 1 240 0 0,3 0 67 0 0,-1-1-224 0 0,1 0 0 0 0,-1 0 0 0 0,1 0-1 0 0,-1 0 1 0 0,1 0 0 0 0,-1-1 0 0 0,1 1-1 0 0,-1 0 1 0 0,1-1 0 0 0,0 0 0 0 0,-1 1-1 0 0,1-1 1 0 0,-1 0 0 0 0,1 0 0 0 0,0 0 0 0 0,3 0-1 0 0,1 0 26 0 0,0-1 0 0 0,1 0 0 0 0,-1-1 0 0 0,9-3 0 0 0,0 0-30 0 0,0-2 0 0 0,-1 0-1 0 0,16-11 1 0 0,-10 4-29 0 0,-1 0-1 0 0,0-2 1 0 0,-2-1 0 0 0,0 0-1 0 0,0-1 1 0 0,24-36-1 0 0,-22 24-41 0 0,0-1 0 0 0,-3-2 0 0 0,25-64 0 0 0,-14 7-94 0 0,-4-2 0 0 0,18-144 1 0 0,-33 175-97 0 0,1-69 0 0 0,-9 126 73 0 0,-1 8 56 0 0,-3 17 44 0 0,-4 32 3 0 0,-35 275 6 0 0,36-264 21 0 0,1 80 1 0 0,7-126 16 0 0,0 1-1 0 0,1 0 1 0 0,1-1 0 0 0,0 1 0 0 0,2-1-1 0 0,0 0 1 0 0,1-1 0 0 0,1 1-1 0 0,8 16 1 0 0,-12-28-46 0 0,1-1 0 0 0,-1 1-1 0 0,1-1 1 0 0,0 0 0 0 0,0 0 0 0 0,1 0 0 0 0,-1-1-1 0 0,1 0 1 0 0,0 0 0 0 0,1 0 0 0 0,-1 0 0 0 0,0-1-1 0 0,1 0 1 0 0,0 0 0 0 0,8 3 0 0 0,-7-4-164 0 0,1 0 0 0 0,0-1 0 0 0,-1 0 0 0 0,1 0-1 0 0,0-1 1 0 0,0 0 0 0 0,-1 0 0 0 0,1 0 0 0 0,0-1 0 0 0,-1-1 0 0 0,11-2 0 0 0,-2-1-178 0 0,0-1 0 0 0,0-1 0 0 0,-1 0 0 0 0,0-1 0 0 0,0-1 0 0 0,-1 0 0 0 0,0-1 0 0 0,-1-1 1 0 0,0 0-1 0 0,22-25 0 0 0,-12 7 130 0 0,-1-1 0 0 0,-2-1 1 0 0,-1-1-1 0 0,-1-1 0 0 0,17-47 0 0 0,-9 9 1045 0 0,27-119-1 0 0,-51 180-698 0 0,11-46 1589 0 0,8-78 0 0 0,-21 108-1285 0 0,0 26-402 0 0,-1 1 0 0 0,0 0 0 0 0,0 0 0 0 0,1-1 0 0 0,-1 1 0 0 0,1 0 0 0 0,-1 0 0 0 0,0 0 0 0 0,1 0 0 0 0,0 0 0 0 0,-1 0 0 0 0,1 0 0 0 0,-1 0 0 0 0,1 0 0 0 0,0 0 0 0 0,0 0 0 0 0,0 0 0 0 0,0 1 0 0 0,-15 52 256 0 0,3 1 0 0 0,-7 83 0 0 0,16-114-232 0 0,-26 455 693 0 0,32-387 46 0 0,2-101-678 0 0,26-66-101 0 0,-17 39-51 0 0,1 0 1 0 0,34-55 0 0 0,-37 72 6 0 0,2 1 1 0 0,25-29 0 0 0,-33 42 27 0 0,0-1 1 0 0,0 1 0 0 0,0 0-1 0 0,0 0 1 0 0,1 1-1 0 0,0 0 1 0 0,0 0 0 0 0,0 0-1 0 0,0 1 1 0 0,0 0-1 0 0,11-2 1 0 0,11 0-69 0 0,-19 8 70 0 0,-3-1-3 0 0,-3-1 13 0 0,1 0 0 0 0,-1 0 0 0 0,0 0 1 0 0,0 1-1 0 0,0 0 0 0 0,0 0 0 0 0,-1 0 0 0 0,1 0 0 0 0,0 1 0 0 0,-1-1 0 0 0,0 1 0 0 0,1 0 0 0 0,-1 0 0 0 0,0 0 0 0 0,0 1 0 0 0,-1-1 0 0 0,1 1 0 0 0,-1-1 0 0 0,0 1 0 0 0,0 0 0 0 0,3 6 0 0 0,2 7 17 0 0,-1 1-1 0 0,-1 0 1 0 0,5 27 0 0 0,-9-41-13 0 0,33 171 190 0 0,-33-173-182 0 0,-1 0 0 0 0,1-1 0 0 0,0 1 0 0 0,-1 0 0 0 0,1-1-1 0 0,0 1 1 0 0,0 0 0 0 0,0-1 0 0 0,1 1 0 0 0,-1-1 0 0 0,0 0 0 0 0,1 1-1 0 0,-1-1 1 0 0,0 0 0 0 0,1 0 0 0 0,-1 0 0 0 0,1 0 0 0 0,0 0-1 0 0,-1 0 1 0 0,1 0 0 0 0,0 0 0 0 0,0-1 0 0 0,-1 1 0 0 0,1-1 0 0 0,0 1-1 0 0,0-1 1 0 0,0 0 0 0 0,0 0 0 0 0,0 0 0 0 0,-1 0 0 0 0,1 0-1 0 0,0 0 1 0 0,3-1 0 0 0,4 0 1 0 0,0-1 0 0 0,-1 0 0 0 0,1-1 0 0 0,-1 1 0 0 0,0-2 0 0 0,9-3 0 0 0,7-6 15 0 0,0-1 0 0 0,-1 0 0 0 0,-1-2 0 0 0,0-1 0 0 0,-1-1 0 0 0,-1-1 1 0 0,-1 0-1 0 0,0-1 0 0 0,-2-1 0 0 0,0-1 0 0 0,-1-1 0 0 0,-2 0 0 0 0,0-1 0 0 0,-1 0 0 0 0,-2-1 1 0 0,-1-1-1 0 0,14-49 0 0 0,-23 71-10 0 0,0 0-1 0 0,0 1 1 0 0,0-1 0 0 0,-1 0 0 0 0,1 0-1 0 0,-1 0 1 0 0,0 0 0 0 0,0 0 0 0 0,-1 1 0 0 0,1-1-1 0 0,-1 0 1 0 0,0 0 0 0 0,0 0 0 0 0,0 1-1 0 0,0-1 1 0 0,-1 0 0 0 0,-2-4 0 0 0,4 8-17 0 0,-1-1 0 0 0,0 0 0 0 0,0 1 0 0 0,0-1 0 0 0,0 1 0 0 0,0-1 0 0 0,1 1 0 0 0,-1 0 0 0 0,0-1 0 0 0,0 1 1 0 0,0 0-1 0 0,0 0 0 0 0,0 0 0 0 0,0 0 0 0 0,0-1 0 0 0,0 1 0 0 0,0 1 0 0 0,0-1 0 0 0,0 0 0 0 0,0 0 0 0 0,0 0 0 0 0,0 0 0 0 0,0 1 0 0 0,0-1 0 0 0,0 0 1 0 0,0 1-1 0 0,0-1 0 0 0,0 1 0 0 0,-26 15-42 0 0,18-7 73 0 0,-1 1 0 0 0,1 1 0 0 0,0 0 0 0 0,1 0-1 0 0,1 0 1 0 0,0 1 0 0 0,0 0 0 0 0,1 1-1 0 0,1-1 1 0 0,0 1 0 0 0,0 0 0 0 0,1 1 0 0 0,1-1-1 0 0,1 0 1 0 0,0 1 0 0 0,0 0 0 0 0,1 14-1 0 0,1-19 1 0 0,1 1 0 0 0,0 0 0 0 0,0 0 0 0 0,1 0 0 0 0,0 0 0 0 0,1-1 0 0 0,0 1 0 0 0,0-1 0 0 0,1 0 0 0 0,9 16 0 0 0,-9-19-4 0 0,1 1 0 0 0,0-1 1 0 0,0 0-1 0 0,0 0 0 0 0,1-1 1 0 0,0 1-1 0 0,0-1 0 0 0,1-1 1 0 0,0 1-1 0 0,-1-1 0 0 0,1 0 1 0 0,1-1-1 0 0,-1 1 0 0 0,13 3 1 0 0,-5-3-324 0 0,1-1 1 0 0,-1 0-1 0 0,1-1 1 0 0,-1 0-1 0 0,1-1 1 0 0,0-1-1 0 0,22-3 1 0 0,-17 0-1885 0 0,0-1 1 0 0,35-10-1 0 0,-13-3-3493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53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380 52 2608 0 0,'-342'11'11791'0'0,"308"-4"-10800"0"0,31-6-764 0 0,8-1-47 0 0,42 0-614 0 0,0-2-1 0 0,90-16 0 0 0,-51 6-873 0 0,94-11-4376 0 0,-73 7 587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55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596 1119 3028 0 0,'-28'6'2197'0'0,"-154"28"7569"0"0,179-33-9438 0 0,3-1-323 0 0,0 0 0 0 0,-1 0 1 0 0,1 0-1 0 0,0 0 0 0 0,0 0 0 0 0,-1 0 1 0 0,1 0-1 0 0,0 0 0 0 0,-1 0 1 0 0,1 0-1 0 0,0 0 0 0 0,0 0 0 0 0,-1 0 1 0 0,1 0-1 0 0,0 0 0 0 0,0 0 1 0 0,-1 0-1 0 0,1 0 0 0 0,0 0 0 0 0,0-1 1 0 0,0 1-1 0 0,-1 0 0 0 0,1 0 1 0 0,0 0-1 0 0,0 0 0 0 0,0 0 0 0 0,-1-1 1 0 0,1 1-1 0 0,0 0 0 0 0,0 0 1 0 0,0 0-1 0 0,0-1 0 0 0,-1 1 0 0 0,1 0 1 0 0,0 0-1 0 0,0-1 0 0 0,0 1 1 0 0,0 0-1 0 0,0 0 0 0 0,0-1 1 0 0,0 1-1 0 0,0 0 0 0 0,0 0 0 0 0,0-1 1 0 0,0 1-1 0 0,0 0 0 0 0,0 0 1 0 0,0-1-1 0 0,0 1 0 0 0,0 0 0 0 0,0 0 1 0 0,0-1-1 0 0,0 1 0 0 0,0 0 1 0 0,0 0-1 0 0,1-1 0 0 0,-1 1 0 0 0,0 0 1 0 0,0 0-1 0 0,0 0 0 0 0,0-1 1 0 0,0 1-1 0 0,1 0 0 0 0,10-16 101 0 0,17-15-57 0 0,-2 0 1 0 0,-1-2-1 0 0,-1-1 0 0 0,-2 0 1 0 0,-1-2-1 0 0,-3 0 0 0 0,0-2 1 0 0,-3 0-1 0 0,-1 0 1 0 0,11-50-1 0 0,-6 3-135 0 0,-4-1-1 0 0,-4 0 1 0 0,0-157-1 0 0,-11 236 59 0 0,0 5 11 0 0,0-1-1 0 0,0 1 0 0 0,0 0 0 0 0,0 0 0 0 0,0 0 0 0 0,0 0 0 0 0,0 0 0 0 0,-1 0 0 0 0,1 1 0 0 0,-1-1 1 0 0,0 0-1 0 0,0 0 0 0 0,1 0 0 0 0,-1 0 0 0 0,-2-1 0 0 0,-8 17-78 0 0,3 3 101 0 0,2 0 0 0 0,0 0-1 0 0,0 1 1 0 0,2-1 0 0 0,-3 25 0 0 0,3-22-9 0 0,-65 552-15 0 0,46 9 225 0 0,11-210-137 0 0,10-316-48 0 0,-17 614 250 0 0,18-626-224 0 0,0-9 39 0 0,2 1 0 0 0,1 0 0 0 0,8 47 0 0 0,-9-80-77 0 0,-1 0 0 0 0,1 0 0 0 0,-1 0 0 0 0,1 0 1 0 0,0 0-1 0 0,-1 0 0 0 0,1 0 0 0 0,0-1 1 0 0,0 1-1 0 0,1 0 0 0 0,-1-1 0 0 0,0 1 1 0 0,0-1-1 0 0,1 1 0 0 0,-1-1 0 0 0,1 1 1 0 0,-1-1-1 0 0,1 0 0 0 0,0 0 0 0 0,1 1 1 0 0,0-1-4 0 0,0 0 0 0 0,-1 0 1 0 0,1-1-1 0 0,0 1 1 0 0,0-1-1 0 0,0 0 1 0 0,-1 0-1 0 0,1 0 1 0 0,0 0-1 0 0,0-1 1 0 0,0 1-1 0 0,4-2 0 0 0,6-2 4 0 0,-1-1 0 0 0,0 0 1 0 0,0-1-1 0 0,22-14 0 0 0,-11 5-3 0 0,0-2 0 0 0,-2 0 0 0 0,0-1 0 0 0,-1-1 1 0 0,-1-1-1 0 0,0 0 0 0 0,-2-2 0 0 0,20-30 1 0 0,-29 38 17 0 0,0 0 0 0 0,-1 0 1 0 0,-1-1-1 0 0,0 0 0 0 0,-1 0 1 0 0,0-1-1 0 0,-1 1 0 0 0,-1-1 1 0 0,-1 0-1 0 0,0 0 0 0 0,-1 0 1 0 0,-1 0-1 0 0,0 0 1 0 0,-1 0-1 0 0,-6-28 0 0 0,0 16 25 0 0,-1 0 0 0 0,-1 0-1 0 0,-2 1 1 0 0,-1 1 0 0 0,-1 0 0 0 0,-30-46-1 0 0,20 40-31 0 0,-2 2 0 0 0,-1 0-1 0 0,-1 2 1 0 0,-45-36 0 0 0,18 22-37 0 0,-105-62 1 0 0,-67-14-8 0 0,195 103 23 0 0,-11-5 6 0 0,-50-31 1 0 0,91 50-18 0 0,-1 0 0 0 0,1 0 0 0 0,-1 0 0 0 0,0 0 0 0 0,1-1 0 0 0,0 1 0 0 0,-1 0 0 0 0,1-1 0 0 0,0 1 0 0 0,0-1 1 0 0,0 0-1 0 0,0 1 0 0 0,0-1 0 0 0,0 0 0 0 0,0 0 0 0 0,0 1 0 0 0,1-1 0 0 0,-1 0 0 0 0,1 0 0 0 0,-1 0 0 0 0,1-2 0 0 0,0 1-32 0 0,1 0 0 0 0,-1 0-1 0 0,1 0 1 0 0,-1 0 0 0 0,1 0-1 0 0,0 1 1 0 0,0-1 0 0 0,1 0-1 0 0,-1 1 1 0 0,0-1 0 0 0,1 1-1 0 0,3-5 1 0 0,6-5-236 0 0,0 0 0 0 0,1 1 1 0 0,0 1-1 0 0,16-11 0 0 0,-21 16 151 0 0,60-42-1456 0 0,112-58 1 0 0,83-22-1880 0 0,-25 13 672 0 0,-217 104 3139 0 0,-1-1-1 0 0,0-1 1 0 0,26-22 0 0 0,-37 26 207 0 0,0 1 1 0 0,0-1-1 0 0,-1 0 1 0 0,0-1-1 0 0,0 0 1 0 0,-1 0-1 0 0,0-1 1 0 0,8-19-1 0 0,-9-4 908 0 0,-5 30-1032 0 0,-7 6-375 0 0,5-2-46 0 0,0 0 0 0 0,0 0 0 0 0,0 0 0 0 0,0 0 0 0 0,0 1 1 0 0,0-1-1 0 0,0 1 0 0 0,0-1 0 0 0,1 1 0 0 0,-1-1 0 0 0,1 1 0 0 0,-1 0 1 0 0,1 0-1 0 0,-1 0 0 0 0,-1 3 0 0 0,-1 3 14 0 0,-7 9 0 0 0,1 1 1 0 0,1 0-1 0 0,0 1 1 0 0,1 0-1 0 0,2 0 0 0 0,-8 31 1 0 0,12-39 10 0 0,0 1 1 0 0,1-1 0 0 0,0 1-1 0 0,1-1 1 0 0,1 1 0 0 0,1 13-1 0 0,-1-22-19 0 0,-1 1 1 0 0,1-1-1 0 0,0 0 0 0 0,0 0 1 0 0,0 0-1 0 0,1 0 0 0 0,-1 0 0 0 0,1-1 1 0 0,0 1-1 0 0,0 0 0 0 0,0-1 1 0 0,0 1-1 0 0,0-1 0 0 0,0 1 1 0 0,1-1-1 0 0,-1 0 0 0 0,1 0 0 0 0,-1 0 1 0 0,1-1-1 0 0,0 1 0 0 0,0 0 1 0 0,0-1-1 0 0,0 0 0 0 0,0 0 0 0 0,0 0 1 0 0,6 1-1 0 0,3 0-3 0 0,0-1-1 0 0,1 0 1 0 0,-1-1 0 0 0,0-1 0 0 0,0 0-1 0 0,1 0 1 0 0,-1-1 0 0 0,0-1-1 0 0,0 0 1 0 0,17-7 0 0 0,-15 5-15 0 0,1-2 1 0 0,-1 1-1 0 0,-1-2 0 0 0,1 0 1 0 0,-1 0-1 0 0,-1-2 1 0 0,23-20-1 0 0,-26 20-7 0 0,0-2 1 0 0,-1 1-1 0 0,0-1 1 0 0,-1 0-1 0 0,0-1 0 0 0,-1 0 1 0 0,0 0-1 0 0,-1 0 1 0 0,-1-1-1 0 0,0 0 0 0 0,-1 1 1 0 0,0-1-1 0 0,-1 0 1 0 0,0-29-1 0 0,-2 30 3 0 0,0-1 1 0 0,-1 1-1 0 0,-1 0 0 0 0,0-1 1 0 0,-1 1-1 0 0,0 0 1 0 0,-1 0-1 0 0,0 1 0 0 0,-1-1 1 0 0,-1 1-1 0 0,0 0 0 0 0,0 0 1 0 0,-1 1-1 0 0,-1 0 1 0 0,-17-20-1 0 0,23 28 0 0 0,0 1-1 0 0,0 0 1 0 0,-1 0-1 0 0,1 1 1 0 0,-1-1-1 0 0,1 0 1 0 0,-1 1-1 0 0,1-1 1 0 0,-1 1 0 0 0,0 0-1 0 0,0 0 1 0 0,0 0-1 0 0,0 0 1 0 0,1 0-1 0 0,-1 1 1 0 0,0-1-1 0 0,0 1 1 0 0,0 0 0 0 0,0 0-1 0 0,0 0 1 0 0,0 0-1 0 0,-4 1 1 0 0,2 1-2 0 0,1 0 1 0 0,-1-1 0 0 0,1 1-1 0 0,-1 1 1 0 0,1-1 0 0 0,0 1-1 0 0,0-1 1 0 0,0 1 0 0 0,0 1-1 0 0,1-1 1 0 0,-1 0 0 0 0,1 1-1 0 0,-4 4 1 0 0,2-1 2 0 0,-1 1 1 0 0,2-1-1 0 0,-1 1 1 0 0,1 0-1 0 0,0 0 1 0 0,1 0-1 0 0,-1 1 1 0 0,2-1-1 0 0,-1 1 1 0 0,1 0-1 0 0,1 0 1 0 0,0 0-1 0 0,0 0 1 0 0,0 0-1 0 0,1 0 1 0 0,2 14-1 0 0,-1-16 16 0 0,0-1 0 0 0,1 1 0 0 0,0 0-1 0 0,0-1 1 0 0,0 0 0 0 0,1 1 0 0 0,0-1 0 0 0,0 0-1 0 0,1 0 1 0 0,-1 0 0 0 0,1-1 0 0 0,0 0 0 0 0,1 1-1 0 0,0-1 1 0 0,0-1 0 0 0,0 1 0 0 0,0-1-1 0 0,0 0 1 0 0,1 0 0 0 0,0 0 0 0 0,0-1 0 0 0,9 4-1 0 0,-1-2 6 0 0,1 0 0 0 0,0-2 0 0 0,0 0 0 0 0,0 0 0 0 0,1-1 0 0 0,-1-1 0 0 0,0-1 0 0 0,31-3 0 0 0,-11-1-19 0 0,1-2-1 0 0,60-19 1 0 0,-66 15-80 0 0,0-1 0 0 0,-1-1 0 0 0,0-2 0 0 0,-1-1 0 0 0,0-1 0 0 0,-1-1 0 0 0,41-36 0 0 0,-50 36 45 0 0,0 0 0 0 0,-2-2 0 0 0,0 0-1 0 0,0 0 1 0 0,-2-2 0 0 0,-1 0 0 0 0,0 0 0 0 0,-2-2-1 0 0,0 1 1 0 0,10-35 0 0 0,-11 19 53 0 0,-1 0 1 0 0,-2-1 0 0 0,-2 0-1 0 0,-1 0 1 0 0,-2-1-1 0 0,-2 1 1 0 0,-1-1 0 0 0,-9-44-1 0 0,10 80-14 0 0,0 1-1 0 0,-1-1 1 0 0,1 1-1 0 0,-1-1 1 0 0,0 1-1 0 0,0-1 1 0 0,0 1 0 0 0,-1 0-1 0 0,1 0 1 0 0,-1-1-1 0 0,0 1 1 0 0,0 0-1 0 0,0 1 1 0 0,0-1-1 0 0,-4-4 1 0 0,0 7-14 0 0,0 2 14 0 0,-1 0 0 0 0,1 0 1 0 0,0 1-1 0 0,0 0 0 0 0,1 0 0 0 0,-1 1 1 0 0,1 0-1 0 0,-1 0 0 0 0,1 0 0 0 0,0 0 1 0 0,1 1-1 0 0,-1 0 0 0 0,1 0 0 0 0,0 0 1 0 0,-4 8-1 0 0,-9 12 49 0 0,2 1 0 0 0,-13 29 0 0 0,8-11-18 0 0,1 2-1 0 0,3 0 1 0 0,2 1-1 0 0,2 0 0 0 0,2 1 1 0 0,2 0-1 0 0,2 0 1 0 0,2 1-1 0 0,3 0 1 0 0,1 0-1 0 0,12 76 1 0 0,-8-100 8 0 0,1 0 1 0 0,2-1 0 0 0,0 1 0 0 0,2-2 0 0 0,0 1-1 0 0,21 35 1 0 0,-26-51-22 0 0,1 0 1 0 0,0-1-1 0 0,1 0 0 0 0,0 0 0 0 0,0 0 0 0 0,0 0 1 0 0,1-1-1 0 0,0 0 0 0 0,0-1 0 0 0,1 1 0 0 0,-1-1 0 0 0,1-1 1 0 0,0 0-1 0 0,0 0 0 0 0,1 0 0 0 0,-1-1 0 0 0,1 0 1 0 0,0-1-1 0 0,0 0 0 0 0,0 0 0 0 0,13 0 0 0 0,-7-1-114 0 0,0-2 0 0 0,0 0-1 0 0,0-1 1 0 0,0 0 0 0 0,-1-1-1 0 0,1-1 1 0 0,-1 0 0 0 0,0-1-1 0 0,26-13 1 0 0,-22 8 2 0 0,0-1 0 0 0,-1-1 0 0 0,0-1 0 0 0,-1 0 1 0 0,-1-1-1 0 0,20-23 0 0 0,-7 1 31 0 0,-1-1 0 0 0,-2-1 0 0 0,-2-1 0 0 0,-1-1 0 0 0,30-81 0 0 0,-28 53-9 0 0,-3-1 0 0 0,21-129 1 0 0,-29 100 1113 0 0,0-150 0 0 0,-13 245-1028 0 0,0 0 1 0 0,0 1-1 0 0,0-1 1 0 0,0 0-1 0 0,0 0 0 0 0,-1 1 1 0 0,0-1-1 0 0,1 0 1 0 0,-1 1-1 0 0,0-1 0 0 0,0 0 1 0 0,0 1-1 0 0,0-1 1 0 0,-3-3-1 0 0,4 6-12 0 0,0 0 0 0 0,-1 0 0 0 0,1 0 1 0 0,0 0-1 0 0,0-1 0 0 0,0 1 0 0 0,0 0 0 0 0,0 0 0 0 0,0 0 0 0 0,0 0 0 0 0,0 0 1 0 0,-1 0-1 0 0,1 0 0 0 0,0 0 0 0 0,0 0 0 0 0,0 0 0 0 0,0 0 0 0 0,0 0 1 0 0,0 0-1 0 0,-1 0 0 0 0,1 0 0 0 0,0 0 0 0 0,0 0 0 0 0,0 0 0 0 0,0 0 0 0 0,0 0 1 0 0,0 0-1 0 0,-1 0 0 0 0,1 0 0 0 0,0 0 0 0 0,0 0 0 0 0,0 0 0 0 0,0 0 1 0 0,0 0-1 0 0,0 0 0 0 0,-1 0 0 0 0,1 0 0 0 0,0 0 0 0 0,0 0 0 0 0,0 1 0 0 0,0-1 1 0 0,0 0-1 0 0,0 0 0 0 0,0 0 0 0 0,-6 4 10 0 0,0 1 0 0 0,1-1 0 0 0,0 1 0 0 0,0 0 0 0 0,0 0 0 0 0,1 1 0 0 0,0-1-1 0 0,0 1 1 0 0,0 0 0 0 0,-3 7 0 0 0,-30 69 92 0 0,35-78-99 0 0,-22 63 52 0 0,2 1-1 0 0,3 2 1 0 0,3 0-1 0 0,3 0 1 0 0,4 1-1 0 0,2 1 1 0 0,5 120-1 0 0,3-170-76 0 0,1 1 0 0 0,1-1 0 0 0,0 0 0 0 0,2-1 0 0 0,0 1 0 0 0,16 36 0 0 0,-18-51-227 0 0,0 0 0 0 0,1 0 0 0 0,0 0 0 0 0,1-1-1 0 0,0 1 1 0 0,0-1 0 0 0,0 0 0 0 0,0-1 0 0 0,1 1-1 0 0,0-1 1 0 0,0 0 0 0 0,1-1 0 0 0,-1 1 0 0 0,1-1-1 0 0,0-1 1 0 0,0 1 0 0 0,0-1 0 0 0,1 0 0 0 0,-1-1-1 0 0,1 0 1 0 0,-1 0 0 0 0,10 1 0 0 0,15 0-2695 0 0,1-3-989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57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110 373 388 0 0,'2'-22'2198'0'0,"0"1"0"0"0,-1-1-1 0 0,-1 0 1 0 0,-2 0 0 0 0,0 0 0 0 0,-5-21 0 0 0,7 42-2140 0 0,0 0 0 0 0,0 0 0 0 0,0 0 0 0 0,0 0 0 0 0,-1 0 0 0 0,1 0 0 0 0,0 0 0 0 0,0 0 0 0 0,-1 0 0 0 0,1 1 0 0 0,-1-1 0 0 0,1 0 0 0 0,-1 0 0 0 0,1 0 0 0 0,-1 0 0 0 0,1 1 0 0 0,-1-1 0 0 0,0 0 0 0 0,1 1 0 0 0,-1-1 0 0 0,0 0 0 0 0,1 1 0 0 0,-1-1 0 0 0,-2 0 0 0 0,3 1-41 0 0,-1 0 0 0 0,0 0 1 0 0,0 0-1 0 0,0 0 0 0 0,0 0 1 0 0,0 1-1 0 0,1-1 0 0 0,-1 0 1 0 0,0 1-1 0 0,0-1 0 0 0,0 0 1 0 0,1 1-1 0 0,-1-1 0 0 0,0 1 1 0 0,1-1-1 0 0,-1 1 1 0 0,0-1-1 0 0,1 1 0 0 0,-1 0 1 0 0,0-1-1 0 0,0 2 0 0 0,-7 9 20 0 0,0 1-1 0 0,1-1 0 0 0,0 1 0 0 0,1 1 0 0 0,0-1 1 0 0,1 1-1 0 0,-8 26 0 0 0,9-19-13 0 0,0 0-1 0 0,1 0 1 0 0,1 0-1 0 0,2 36 1 0 0,0-48-5 0 0,0 0-1 0 0,1 0 1 0 0,1 0 0 0 0,-1 0-1 0 0,1 0 1 0 0,1 0-1 0 0,0 0 1 0 0,0-1 0 0 0,0 1-1 0 0,1-1 1 0 0,0 0 0 0 0,0 0-1 0 0,9 10 1 0 0,-9-13-5 0 0,0 0 0 0 0,0 0 0 0 0,1 0 0 0 0,-1-1 0 0 0,1 0 0 0 0,0 0 0 0 0,0 0 0 0 0,1 0 0 0 0,-1-1 0 0 0,0 0 1 0 0,1 0-1 0 0,-1-1 0 0 0,1 1 0 0 0,0-1 0 0 0,0 0 0 0 0,-1-1 0 0 0,1 1 0 0 0,0-1 0 0 0,11-1 0 0 0,-6-1-9 0 0,0 1 0 0 0,-1-1 0 0 0,1-1 0 0 0,0 0 0 0 0,-1-1 1 0 0,0 0-1 0 0,0 0 0 0 0,0-1 0 0 0,0 0 0 0 0,-1-1 0 0 0,1 0 0 0 0,-2-1 0 0 0,1 0 0 0 0,-1 0 0 0 0,0-1 0 0 0,0 0 1 0 0,-1 0-1 0 0,0-1 0 0 0,0 0 0 0 0,7-14 0 0 0,-7 10-7 0 0,-1 0 1 0 0,0 0-1 0 0,-1-1 0 0 0,0 1 1 0 0,-1-1-1 0 0,-1 0 0 0 0,0 0 1 0 0,-1-1-1 0 0,-1 1 0 0 0,0 0 1 0 0,-1-1-1 0 0,0 1 0 0 0,-1 0 1 0 0,-1-1-1 0 0,-5-21 0 0 0,4 24-13 0 0,-1 0 0 0 0,0 0-1 0 0,-1 0 1 0 0,0 0-1 0 0,-1 1 1 0 0,0-1 0 0 0,-1 2-1 0 0,0-1 1 0 0,-1 1-1 0 0,-11-13 1 0 0,14 19 4 0 0,1 0 1 0 0,-1 0-1 0 0,1 0 0 0 0,-1 1 0 0 0,0 0 1 0 0,-1 0-1 0 0,1 1 0 0 0,0-1 0 0 0,-1 1 1 0 0,1 0-1 0 0,-1 0 0 0 0,0 1 1 0 0,0 0-1 0 0,1 0 0 0 0,-1 0 0 0 0,0 1 1 0 0,0 0-1 0 0,0 0 0 0 0,0 0 1 0 0,0 1-1 0 0,0-1 0 0 0,1 2 0 0 0,-1-1 1 0 0,-7 3-1 0 0,3 0 7 0 0,0 1-1 0 0,1 0 1 0 0,-1 0 0 0 0,1 1-1 0 0,0 0 1 0 0,1 0 0 0 0,0 1-1 0 0,0 0 1 0 0,0 1 0 0 0,1 0-1 0 0,0 0 1 0 0,1 1 0 0 0,-1-1-1 0 0,2 1 1 0 0,-1 1-1 0 0,1-1 1 0 0,1 1 0 0 0,0 0-1 0 0,-5 15 1 0 0,7-18-42 0 0,0 1 0 0 0,1 0-1 0 0,0 0 1 0 0,0 1 0 0 0,1-1-1 0 0,-1 0 1 0 0,2 0 0 0 0,-1 0 0 0 0,1 0-1 0 0,1 0 1 0 0,2 12 0 0 0,-1-14-85 0 0,-1 1-1 0 0,1-1 1 0 0,0 0 0 0 0,0-1-1 0 0,1 1 1 0 0,0 0 0 0 0,0-1-1 0 0,0 0 1 0 0,1 0 0 0 0,-1 0 0 0 0,1-1-1 0 0,0 1 1 0 0,1-1 0 0 0,-1 0-1 0 0,8 4 1 0 0,0-2-162 0 0,0 0-1 0 0,-1-1 1 0 0,2-1-1 0 0,-1 0 1 0 0,0 0-1 0 0,1-1 1 0 0,0-1-1 0 0,0 0 1 0 0,19-1-1 0 0,-3-1-165 0 0,0-2-1 0 0,-1-1 1 0 0,41-10 0 0 0,-56 10 398 0 0,-1-1-1 0 0,0-1 1 0 0,1 0 0 0 0,-1 0 0 0 0,-1-1 0 0 0,1-1 0 0 0,-1 0 0 0 0,-1-1 0 0 0,1 0 0 0 0,17-17 0 0 0,-18 13 540 0 0,1-1 1 0 0,-2 0 0 0 0,0-1 0 0 0,0 1 0 0 0,-1-2-1 0 0,-1 0 1 0 0,-1 0 0 0 0,10-25 0 0 0,3-9 1358 0 0,-19 46-1517 0 0,-5 20-282 0 0,1-3-41 0 0,-23 157 50 0 0,24-147-8 0 0,1-1 0 0 0,1 1 0 0 0,1 0 0 0 0,2 0 0 0 0,5 29 0 0 0,-7-49-21 0 0,0 1 1 0 0,0 0-1 0 0,1-1 0 0 0,0 1 1 0 0,-1-1-1 0 0,2 1 1 0 0,-1-1-1 0 0,0 0 0 0 0,1 0 1 0 0,0 0-1 0 0,0 0 0 0 0,0 0 1 0 0,0-1-1 0 0,0 1 1 0 0,1-1-1 0 0,0 0 0 0 0,0 0 1 0 0,-1 0-1 0 0,2 0 1 0 0,4 2-1 0 0,-6-4-33 0 0,0-1 0 0 0,0 1 0 0 0,0-1 1 0 0,0 1-1 0 0,0-1 0 0 0,-1 0 0 0 0,1 0 0 0 0,0 0 1 0 0,0 0-1 0 0,0-1 0 0 0,0 1 0 0 0,0-1 0 0 0,0 0 0 0 0,-1 0 1 0 0,1 0-1 0 0,0 0 0 0 0,3-2 0 0 0,2-1-114 0 0,1-1 0 0 0,-1 0 1 0 0,12-11-1 0 0,-10 7 45 0 0,0-1 1 0 0,-1 1 0 0 0,0-2-1 0 0,-1 1 1 0 0,-1-1 0 0 0,1 0-1 0 0,8-20 1 0 0,32-92 114 0 0,-25 60 725 0 0,-9 14-657 0 0,-13 46-120 0 0,0 3-9 0 0,0 0 28 0 0,0 1-1 0 0,-1-1 1 0 0,1 0-1 0 0,0 0 1 0 0,0 0 0 0 0,0 0-1 0 0,-1 1 1 0 0,1-1-1 0 0,0 0 1 0 0,0 1-1 0 0,-1-1 1 0 0,1 1 0 0 0,0-1-1 0 0,0 1 1 0 0,-1-1-1 0 0,1 1 1 0 0,-1-1 0 0 0,1 1-1 0 0,-1-1 1 0 0,1 1-1 0 0,-1 0 1 0 0,1 0-1 0 0,-1-1 1 0 0,1 1 0 0 0,-1 0-1 0 0,1 1 1 0 0,4 25-29 0 0,-3-12 13 0 0,10 39-2 0 0,-10-37 45 0 0,2 1-1 0 0,0-1 1 0 0,1 0-1 0 0,1 0 1 0 0,0-1-1 0 0,2 1 0 0 0,8 14 1 0 0,-14-28-12 0 0,0 0 1 0 0,1 0-1 0 0,-1-1 1 0 0,0 1 0 0 0,1-1-1 0 0,0 1 1 0 0,0-1-1 0 0,0 0 1 0 0,0 0-1 0 0,0 0 1 0 0,0-1-1 0 0,0 1 1 0 0,0-1-1 0 0,1 0 1 0 0,-1 0-1 0 0,1 0 1 0 0,-1 0 0 0 0,1 0-1 0 0,-1-1 1 0 0,1 1-1 0 0,-1-1 1 0 0,6 0-1 0 0,-3-1-4 0 0,0-1 0 0 0,0 1 0 0 0,0-1 0 0 0,0 0-1 0 0,-1 0 1 0 0,1-1 0 0 0,-1 0 0 0 0,0 0 0 0 0,0 0 0 0 0,0 0-1 0 0,0-1 1 0 0,0 0 0 0 0,5-6 0 0 0,-3 3-2 0 0,0-1 1 0 0,-1-1-1 0 0,0 1 1 0 0,-1-1-1 0 0,0 0 1 0 0,0 0-1 0 0,4-15 1 0 0,-3 6-1 0 0,-1-1 0 0 0,0 1 1 0 0,-1-1-1 0 0,-2-1 1 0 0,0 1-1 0 0,-1 0 0 0 0,0 0 1 0 0,-4-26-1 0 0,1 28 3 0 0,-1 1 0 0 0,0 0-1 0 0,-1 0 1 0 0,-11-26 0 0 0,12 36-24 0 0,1-1 0 0 0,-2 1 1 0 0,1 1-1 0 0,0-1 0 0 0,-1 0 1 0 0,0 1-1 0 0,-1 0 1 0 0,1 0-1 0 0,-1 0 0 0 0,0 1 1 0 0,0-1-1 0 0,0 1 0 0 0,-12-6 1 0 0,14 9 7 0 0,1 0 0 0 0,-1 0 0 0 0,0 0 0 0 0,0 1 0 0 0,1-1 0 0 0,-1 1 0 0 0,0 0 1 0 0,0 0-1 0 0,1 0 0 0 0,-1 0 0 0 0,0 0 0 0 0,0 0 0 0 0,1 1 0 0 0,-1 0 0 0 0,0-1 1 0 0,1 1-1 0 0,-1 0 0 0 0,0 0 0 0 0,1 0 0 0 0,-1 1 0 0 0,1-1 0 0 0,0 1 0 0 0,0-1 1 0 0,-1 1-1 0 0,1 0 0 0 0,0 0 0 0 0,0 0 0 0 0,0 0 0 0 0,1 0 0 0 0,-1 0 0 0 0,0 1 1 0 0,1-1-1 0 0,0 0 0 0 0,-1 1 0 0 0,1-1 0 0 0,0 1 0 0 0,0 0 0 0 0,1-1 0 0 0,-1 1 1 0 0,0 0-1 0 0,1 3 0 0 0,0-1 2 0 0,0 0 0 0 0,0 0 1 0 0,1 0-1 0 0,0 0 0 0 0,0 0 0 0 0,0 0 0 0 0,1 0 1 0 0,0-1-1 0 0,0 1 0 0 0,0 0 0 0 0,0-1 1 0 0,1 1-1 0 0,-1-1 0 0 0,5 5 0 0 0,-2-3-113 0 0,1-1 0 0 0,0 0 1 0 0,0 0-1 0 0,0 0 0 0 0,0 0 0 0 0,1-1 0 0 0,-1 0 0 0 0,12 4 0 0 0,3 0-329 0 0,-1-1 1 0 0,1-2-1 0 0,1 0 0 0 0,-1-1 1 0 0,40 2-1 0 0,-44-4 121 0 0,1-2 0 0 0,-1 0 0 0 0,1-1 0 0 0,-1 0 0 0 0,0-2 0 0 0,1 0 0 0 0,26-9-1 0 0,-37 9 412 0 0,0 0 0 0 0,0 0-1 0 0,-1-1 1 0 0,1 0 0 0 0,-1 0-1 0 0,0 0 1 0 0,0-1 0 0 0,0 0-1 0 0,-1 0 1 0 0,1 0 0 0 0,-1-1-1 0 0,-1 0 1 0 0,1 0 0 0 0,-1 0-1 0 0,0 0 1 0 0,0-1 0 0 0,-1 0-1 0 0,0 0 1 0 0,0 0 0 0 0,2-9-1 0 0,-2 0 1044 0 0,0 1-1 0 0,1-22 0 0 0,-1 11-665 0 0,-3 23-273 0 0,-1 5-178 0 0,-3 7 31 0 0,0 1-1 0 0,0 0 0 0 0,2 1 1 0 0,-4 19-1 0 0,0-1 107 0 0,-11 49 192 0 0,-12 140 1 0 0,28-204-423 0 0,0 1 1 0 0,1-1-1 0 0,0 0 1 0 0,1 1-1 0 0,1-1 1 0 0,0 0 0 0 0,8 27-1 0 0,-9-39-34 0 0,-1-1 0 0 0,1 1 1 0 0,0 0-1 0 0,0-1 0 0 0,0 1 0 0 0,0-1 0 0 0,0 1 0 0 0,0-1 1 0 0,1 1-1 0 0,-1-1 0 0 0,0 0 0 0 0,1 1 0 0 0,-1-1 0 0 0,1 0 1 0 0,-1 0-1 0 0,1 0 0 0 0,0 0 0 0 0,-1 0 0 0 0,1-1 0 0 0,0 1 1 0 0,0-1-1 0 0,0 1 0 0 0,-1-1 0 0 0,1 1 0 0 0,0-1 0 0 0,0 0 0 0 0,0 0 1 0 0,0 0-1 0 0,0 0 0 0 0,0 0 0 0 0,-1 0 0 0 0,1-1 0 0 0,0 1 1 0 0,0 0-1 0 0,0-1 0 0 0,0 0 0 0 0,-1 1 0 0 0,3-2 0 0 0,3-1-205 0 0,0-1 0 0 0,0 0 0 0 0,0 0 0 0 0,-1 0 0 0 0,1-1 0 0 0,-1 0-1 0 0,-1 0 1 0 0,7-7 0 0 0,2-5 118 0 0,-2 0-1 0 0,0 0 0 0 0,0-1 1 0 0,15-37-1 0 0,25-81 2648 0 0,-40 102-1462 0 0,-1 1 958 0 0,9-38 0 0 0,-12 48-1539 0 0,-7 20-276 0 0,7 16 266 0 0,-2 10-224 0 0,-2 0 0 0 0,0 1 0 0 0,-2-1 0 0 0,0 1-1 0 0,-3 31 1 0 0,2 14-16 0 0,0-21-56 0 0,0-15 504 0 0,5 41 1 0 0,-5-72-178 0 0,0-2-406 0 0,0 0-1 0 0,-1 0 0 0 0,1-1 0 0 0,0 1 0 0 0,0 0 0 0 0,0-1 1 0 0,0 1-1 0 0,0-1 0 0 0,-1 1 0 0 0,1-1 0 0 0,0 0 0 0 0,0 1 0 0 0,-1-1 1 0 0,1 1-1 0 0,0-1 0 0 0,-1 0 0 0 0,1 0 0 0 0,-1 0 0 0 0,1 1 1 0 0,-1-1-1 0 0,1-1 0 0 0,11-24 73 0 0,-8 17-46 0 0,14-26 5 0 0,58-109-7 0 0,-60 117-60 0 0,2 1 0 0 0,0 1 0 0 0,27-29-1 0 0,-27 36-18 0 0,1 1-1 0 0,25-20 0 0 0,-36 31 13 0 0,0 1 1 0 0,0 0-1 0 0,0 1 0 0 0,1-1 0 0 0,0 2 1 0 0,0-1-1 0 0,0 1 0 0 0,18-4 0 0 0,-24 7 19 0 0,0 0-1 0 0,0-1 1 0 0,0 1-1 0 0,0 0 0 0 0,0 0 1 0 0,0 1-1 0 0,0-1 0 0 0,0 1 1 0 0,0-1-1 0 0,-1 1 0 0 0,1 0 1 0 0,0 0-1 0 0,0 0 0 0 0,-1 0 1 0 0,1 1-1 0 0,-1-1 1 0 0,5 4-1 0 0,-4-2 3 0 0,0 0 0 0 0,0 0 0 0 0,0 1 0 0 0,0-1 0 0 0,-1 1 0 0 0,1 0 0 0 0,-1-1 0 0 0,0 1 1 0 0,0 0-1 0 0,2 7 0 0 0,0 4 10 0 0,-1 0 1 0 0,0 0-1 0 0,-1 1 0 0 0,0-1 1 0 0,-1 22-1 0 0,-3 16 55 0 0,0-33-780 0 0,1 0-1 0 0,2 0 0 0 0,2 28 1 0 0,-2-47 531 0 0,-1 1 0 0 0,1 0 1 0 0,0-1-1 0 0,-1 1 0 0 0,1-1 1 0 0,0 1-1 0 0,0-1 0 0 0,0 1 1 0 0,0-1-1 0 0,0 0 0 0 0,0 0 1 0 0,0 1-1 0 0,0-1 0 0 0,1 0 1 0 0,-1 0-1 0 0,0 0 0 0 0,1 0 1 0 0,-1 0-1 0 0,1-1 0 0 0,2 2 0 0 0,1 0-834 0 0,0 0-1 0 0,0-1 0 0 0,0 0 0 0 0,11 1 0 0 0,6-1-3875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57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640 215 1680 0 0,'5'-12'1550'0'0,"-2"-1"0"0"0,1 0 0 0 0,-1 1 1 0 0,-1-1-1 0 0,1-21 0 0 0,-3 26-1044 0 0,0 1 0 0 0,-1-1 0 0 0,0 0 1 0 0,0 0-1 0 0,-1 1 0 0 0,0-1 0 0 0,0 1 0 0 0,-1-1 0 0 0,0 1 1 0 0,-6-11-1 0 0,8 16-445 0 0,0 0-1 0 0,0 1 1 0 0,0-1 0 0 0,0 1-1 0 0,0-1 1 0 0,-1 1 0 0 0,1 0-1 0 0,-1 0 1 0 0,1-1 0 0 0,-1 1 0 0 0,1 0-1 0 0,-1 0 1 0 0,0 1 0 0 0,0-1-1 0 0,1 0 1 0 0,-1 0 0 0 0,-3 0-1 0 0,1 0-18 0 0,0 1-1 0 0,0 0 0 0 0,1 0 0 0 0,-1 0 0 0 0,0 0 1 0 0,0 1-1 0 0,1-1 0 0 0,-7 2 0 0 0,-1 2-6 0 0,-1 0 0 0 0,1 1-1 0 0,0 0 1 0 0,-17 12 0 0 0,6-2-16 0 0,0 1 0 0 0,0 1-1 0 0,2 1 1 0 0,0 1 0 0 0,-19 23 0 0 0,29-30-6 0 0,1 0 0 0 0,1 0 1 0 0,0 0-1 0 0,1 1 0 0 0,0 0 0 0 0,1 1 0 0 0,0 0 0 0 0,1-1 1 0 0,0 2-1 0 0,2-1 0 0 0,-3 16 0 0 0,5-27-5 0 0,1 1 0 0 0,-1-1 0 0 0,1 1 0 0 0,0-1 1 0 0,1 1-1 0 0,-1-1 0 0 0,0 1 0 0 0,1-1 0 0 0,0 0 0 0 0,0 1 0 0 0,0-1 0 0 0,0 0 0 0 0,0 1 1 0 0,1-1-1 0 0,-1 0 0 0 0,1 0 0 0 0,0 0 0 0 0,0 0 0 0 0,0-1 0 0 0,0 1 0 0 0,1 0 0 0 0,-1-1 1 0 0,1 0-1 0 0,0 1 0 0 0,-1-1 0 0 0,1 0 0 0 0,0 0 0 0 0,0-1 0 0 0,0 1 0 0 0,0-1 0 0 0,1 1 1 0 0,-1-1-1 0 0,0 0 0 0 0,1 0 0 0 0,-1 0 0 0 0,1-1 0 0 0,-1 1 0 0 0,1-1 0 0 0,-1 0 0 0 0,0 0 1 0 0,1 0-1 0 0,5-1 0 0 0,-2 0-6 0 0,1-1 1 0 0,-1 0 0 0 0,0 0 0 0 0,1 0-1 0 0,-1-1 1 0 0,-1 0 0 0 0,1 0 0 0 0,0-1-1 0 0,-1 0 1 0 0,1 0 0 0 0,6-6 0 0 0,1-2 3 0 0,-1-1 1 0 0,0 0 0 0 0,14-19 0 0 0,-9 8 115 0 0,16-31 1 0 0,11-14 78 0 0,-41 63-227 0 0,-3 4 10 0 0,0 1 0 0 0,0-1-1 0 0,0 0 1 0 0,0 1 0 0 0,1-1 0 0 0,-1 1 0 0 0,1 0-1 0 0,-1 0 1 0 0,3-2 0 0 0,-3 3 13 0 0,-1 0-1 0 0,1 0 1 0 0,0 0-1 0 0,-1 0 1 0 0,1 0 0 0 0,0 0-1 0 0,-1 0 1 0 0,1 1-1 0 0,0-1 1 0 0,-1 0 0 0 0,1 0-1 0 0,-1 1 1 0 0,1-1-1 0 0,0 0 1 0 0,-1 1 0 0 0,1-1-1 0 0,-1 1 1 0 0,1-1-1 0 0,-1 0 1 0 0,1 1 0 0 0,-1 0-1 0 0,0-1 1 0 0,1 1-1 0 0,-1-1 1 0 0,1 1 0 0 0,-1-1-1 0 0,0 1 1 0 0,0 0-1 0 0,1-1 1 0 0,-1 1 0 0 0,0 0-1 0 0,0-1 1 0 0,0 2-1 0 0,5 10 28 0 0,-1 0-1 0 0,-1 0 1 0 0,0 0-1 0 0,0 0 0 0 0,0 15 1 0 0,1 64 457 0 0,-54 495 1721 0 0,26-396-1718 0 0,16-114-338 0 0,-34 230 1054 0 0,31-250-277 0 0,-2 1-1 0 0,-3-1 1 0 0,-30 69 0 0 0,36-105-274 0 0,0 0 1 0 0,-1 0 0 0 0,-20 27 0 0 0,25-39-427 0 0,0-1 1 0 0,0 0-1 0 0,-1 0 0 0 0,1-1 0 0 0,-1 0 0 0 0,-1 0 0 0 0,1-1 0 0 0,-1 0 0 0 0,0 0 0 0 0,0-1 1 0 0,-13 5-1 0 0,17-7-216 0 0,-1-1 1 0 0,-1 0-1 0 0,1 0 1 0 0,0 0-1 0 0,0-1 1 0 0,0 0 0 0 0,0 0-1 0 0,0 0 1 0 0,-1-1-1 0 0,1 1 1 0 0,0-1-1 0 0,0 0 1 0 0,-9-4 0 0 0,5 1-4 0 0,1 0 1 0 0,0 0 0 0 0,0-1-1 0 0,0 0 1 0 0,0 0 0 0 0,1-1 0 0 0,-8-8-1 0 0,-2-3-5 0 0,2-1 0 0 0,0-1 0 0 0,1 0 0 0 0,1-1 0 0 0,-12-26 0 0 0,15 26-385 0 0,1-1-1 0 0,2 0 1 0 0,0-1 0 0 0,1 1-1 0 0,1-1 1 0 0,0-1 0 0 0,2 1 0 0 0,1 0-1 0 0,1-1 1 0 0,1 0 0 0 0,1 1-1 0 0,4-28 1 0 0,4 2-817 0 0,2 0-1 0 0,2 1 1 0 0,2 0-1 0 0,33-70 1 0 0,-14 45-1665 0 0,23-55-6716 0 0,-39 78 2712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58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329 123 2888 0 0,'-38'-15'2701'0'0,"3"0"-693"0"0,-1 2-356 0 0,3 0-396 0 0,-1 0-120 0 0,8 0-108 0 0,3 4-212 0 0,1 1-180 0 0,3-1-132 0 0,1 3-180 0 0,6 1-120 0 0,-8 1-716 0 0,7 15-2668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59.1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356 193 2940 0 0,'-56'-41'11816'0'0,"54"39"-11343"0"0,-3-1 1 0 0,5 3-454 0 0,0 0-1 0 0,-1 0 1 0 0,1-1-1 0 0,0 1 1 0 0,0 0-1 0 0,0 0 1 0 0,-1 0-1 0 0,1-1 1 0 0,0 1-1 0 0,-1 0 1 0 0,1 0-1 0 0,0 0 1 0 0,0 0-1 0 0,-1 0 1 0 0,1-1-1 0 0,0 1 1 0 0,-1 0-1 0 0,1 0 1 0 0,0 0-1 0 0,-1 0 1 0 0,1 0-1 0 0,0 0 1 0 0,-1 0-1 0 0,1 0 1 0 0,0 0-1 0 0,-1 0 1 0 0,1 0-1 0 0,0 1 1 0 0,-1-1-1 0 0,1 0 1 0 0,0 0-1 0 0,-1 0 1 0 0,1 0-1 0 0,-1 1-10 0 0,1-1-1 0 0,-1 0 0 0 0,0 1 1 0 0,1-1-1 0 0,-1 1 0 0 0,1-1 1 0 0,-1 1-1 0 0,1-1 0 0 0,-1 1 1 0 0,1-1-1 0 0,-1 1 1 0 0,1-1-1 0 0,-1 1 0 0 0,1 0 1 0 0,0-1-1 0 0,-1 1 0 0 0,1 0 1 0 0,0-1-1 0 0,0 1 1 0 0,-1 0-1 0 0,2 1 4 0 0,-1-1 1 0 0,0 0-1 0 0,0 1 1 0 0,0-1 0 0 0,1 0-1 0 0,-1 0 1 0 0,1 1-1 0 0,-1-1 1 0 0,1 0-1 0 0,-1 0 1 0 0,1 0-1 0 0,0 0 1 0 0,-1 0-1 0 0,1 0 1 0 0,0 0-1 0 0,1 2 1 0 0,2 1 14 0 0,0-1 1 0 0,1 1-1 0 0,-1-1 1 0 0,1 0 0 0 0,0 0-1 0 0,-1 0 1 0 0,1-1-1 0 0,1 0 1 0 0,-1 0-1 0 0,0 0 1 0 0,0 0-1 0 0,1-1 1 0 0,-1 0-1 0 0,1 0 1 0 0,-1-1-1 0 0,1 1 1 0 0,7-1-1 0 0,-8 0-11 0 0,0-1 0 0 0,0 1-1 0 0,0-1 1 0 0,-1 0 0 0 0,1 0-1 0 0,0 0 1 0 0,-1 0 0 0 0,1-1-1 0 0,-1 0 1 0 0,1 0 0 0 0,-1 0 0 0 0,0-1-1 0 0,0 1 1 0 0,0-1 0 0 0,0 0-1 0 0,-1 0 1 0 0,1 0 0 0 0,-1-1-1 0 0,1 1 1 0 0,-1-1 0 0 0,0 0-1 0 0,3-5 1 0 0,-4 3-13 0 0,1 1 0 0 0,-1-1 0 0 0,0 0-1 0 0,-1 1 1 0 0,1-1 0 0 0,-1 0 0 0 0,0 0 0 0 0,-1 0 0 0 0,0 0 0 0 0,0 0-1 0 0,0 0 1 0 0,0 0 0 0 0,-1 0 0 0 0,0 0 0 0 0,-3-10 0 0 0,3 13-11 0 0,0 0 1 0 0,0 0-1 0 0,0 0 0 0 0,-1 0 1 0 0,1 0-1 0 0,-1 0 1 0 0,0 0-1 0 0,0 0 1 0 0,0 1-1 0 0,0-1 0 0 0,0 1 1 0 0,-1 0-1 0 0,1-1 1 0 0,-1 1-1 0 0,1 0 0 0 0,-1 1 1 0 0,0-1-1 0 0,0 0 1 0 0,0 1-1 0 0,0-1 0 0 0,0 1 1 0 0,0 0-1 0 0,0 0 1 0 0,0 0-1 0 0,-1 1 1 0 0,1-1-1 0 0,0 1 0 0 0,0 0 1 0 0,-1 0-1 0 0,-3 0 1 0 0,-3 1-7 0 0,1 1 1 0 0,-1 0 0 0 0,0 1 0 0 0,1 0 0 0 0,0 0 0 0 0,-1 1 0 0 0,1 0-1 0 0,1 1 1 0 0,-1 0 0 0 0,1 0 0 0 0,-12 10 0 0 0,-5 6-19 0 0,2 0 1 0 0,-26 30 0 0 0,21-19-9 0 0,2 0 1 0 0,-36 60 0 0 0,50-72 34 0 0,2 1 1 0 0,0 0-1 0 0,1 1 0 0 0,1 0 1 0 0,1 0-1 0 0,-6 30 1 0 0,12-45 12 0 0,0 1 1 0 0,0-1 0 0 0,1 1 0 0 0,0-1 0 0 0,0 1 0 0 0,1-1-1 0 0,0 0 1 0 0,0 1 0 0 0,0-1 0 0 0,5 11 0 0 0,-5-14-3 0 0,1-1 0 0 0,0 1 0 0 0,0 0 0 0 0,1-1 0 0 0,-1 1 0 0 0,1-1 0 0 0,-1 0 0 0 0,1 0 0 0 0,0 0 0 0 0,1 0 0 0 0,-1 0 0 0 0,0 0 0 0 0,1-1 0 0 0,-1 0 0 0 0,1 0 0 0 0,0 0 0 0 0,0 0 0 0 0,0 0 0 0 0,6 1 0 0 0,6 1-160 0 0,1-2-1 0 0,-1 1 1 0 0,0-2 0 0 0,1 0-1 0 0,-1-1 1 0 0,0-1 0 0 0,33-5-1 0 0,110-33-1662 0 0,-89 18 635 0 0,-1-2-1 0 0,66-34 0 0 0,-108 44 938 0 0,-2-1 0 0 0,1-1-1 0 0,-2-2 1 0 0,0 0 0 0 0,-1-1 0 0 0,-1-1 0 0 0,38-44-1 0 0,-51 52 506 0 0,-1-1 0 0 0,0 0 0 0 0,-1-1 0 0 0,0 0 0 0 0,-1 0 0 0 0,8-24 0 0 0,-12 30-50 0 0,0 0 1 0 0,0 0-1 0 0,-1 0 0 0 0,0 0 1 0 0,-1-1-1 0 0,1 1 0 0 0,-1 0 1 0 0,-1 0-1 0 0,1-1 1 0 0,-1 1-1 0 0,0 0 0 0 0,-1 0 1 0 0,0 0-1 0 0,0 0 0 0 0,-4-8 1 0 0,6 14-194 0 0,-1 1 0 0 0,1-1 1 0 0,-1 0-1 0 0,1 0 0 0 0,-1 1 0 0 0,1-1 1 0 0,-1 0-1 0 0,0 0 0 0 0,1 1 1 0 0,-1-1-1 0 0,0 1 0 0 0,0-1 1 0 0,0 1-1 0 0,-1-1 0 0 0,0-1 24 0 0,-5 1 85 0 0,0 3-87 0 0,0 0 0 0 0,-1 1 1 0 0,1 0-1 0 0,1 0 0 0 0,-1 0 1 0 0,0 1-1 0 0,1 0 0 0 0,0 1 1 0 0,0-1-1 0 0,0 1 0 0 0,0 1 1 0 0,-5 6-1 0 0,-12 13 87 0 0,-25 39 0 0 0,46-62-121 0 0,-14 21 28 0 0,1 1 0 0 0,1 0 0 0 0,1 1 0 0 0,1 1-1 0 0,2 0 1 0 0,0 0 0 0 0,1 1 0 0 0,2 0 0 0 0,-5 36-1 0 0,11-57-16 0 0,1-1 0 0 0,0 1-1 0 0,0 0 1 0 0,0 0 0 0 0,1 0 0 0 0,0-1-1 0 0,0 1 1 0 0,0 0 0 0 0,1-1-1 0 0,0 1 1 0 0,4 8 0 0 0,-4-11-5 0 0,0 0 1 0 0,0 0 0 0 0,0 0-1 0 0,0 0 1 0 0,1 0 0 0 0,-1-1-1 0 0,1 1 1 0 0,0-1 0 0 0,0 1-1 0 0,0-1 1 0 0,0 0 0 0 0,0-1-1 0 0,1 1 1 0 0,-1 0 0 0 0,1-1-1 0 0,-1 0 1 0 0,1 1-1 0 0,-1-2 1 0 0,5 2 0 0 0,-3-1-6 0 0,1-1 1 0 0,0 1 0 0 0,-1-1-1 0 0,1 0 1 0 0,0-1 0 0 0,0 1-1 0 0,-1-1 1 0 0,1 0-1 0 0,-1-1 1 0 0,1 1 0 0 0,-1-1-1 0 0,1 0 1 0 0,-1 0 0 0 0,0-1-1 0 0,0 0 1 0 0,0 0 0 0 0,0 0-1 0 0,-1 0 1 0 0,1-1-1 0 0,-1 0 1 0 0,0 0 0 0 0,0 0-1 0 0,0 0 1 0 0,0 0 0 0 0,4-8-1 0 0,6-10 219 0 0,-1-2 0 0 0,0 1-1 0 0,-2-2 1 0 0,10-29 0 0 0,-10 24 487 0 0,-2 16-672 0 0,-9 14-40 0 0,1 0 1 0 0,-1 0-1 0 0,0 0 0 0 0,0 0 1 0 0,0 0-1 0 0,1 0 1 0 0,-1 0-1 0 0,0 1 0 0 0,0-1 1 0 0,0 0-1 0 0,1 0 1 0 0,-1 0-1 0 0,0 0 0 0 0,0 0 1 0 0,0 1-1 0 0,0-1 1 0 0,1 0-1 0 0,-1 0 1 0 0,0 0-1 0 0,0 0 0 0 0,0 1 1 0 0,0-1-1 0 0,0 0 1 0 0,0 0-1 0 0,1 0 0 0 0,-1 1 1 0 0,0-1-1 0 0,0 0 1 0 0,0 0-1 0 0,0 1 0 0 0,0-1 1 0 0,0 0-1 0 0,0 0 1 0 0,0 0-1 0 0,0 1 0 0 0,2 32-4 0 0,-32 251 684 0 0,-19-2-353 0 0,7-53-127 0 0,23-120-154 0 0,-24 199-160 0 0,35-224-2635 0 0,8-83 2614 0 0,0-1 0 0 0,0 1 0 0 0,0 0 0 0 0,0 0 0 0 0,1-1-1 0 0,-1 1 1 0 0,0 0 0 0 0,0-1 0 0 0,1 1 0 0 0,-1 0-1 0 0,1-1 1 0 0,-1 1 0 0 0,0 0 0 0 0,1-1 0 0 0,-1 1-1 0 0,1-1 1 0 0,-1 1 0 0 0,2 0 0 0 0,25-14-11146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4:59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51 252 1452 0 0,'6'-47'3347'0'0,"0"0"563"0"0,-1-1 0 0 0,-3-61 1 0 0,-15 120-3687 0 0,10-5-196 0 0,-1 1 0 0 0,1 0 0 0 0,1 0 0 0 0,-1 0 0 0 0,1 0 0 0 0,-2 14 0 0 0,0-3 9 0 0,-6 24 12 0 0,1 0 1 0 0,-2 54-1 0 0,10-79-16 0 0,0 0-1 0 0,1 0 0 0 0,1 0 0 0 0,1-1 0 0 0,1 1 0 0 0,0 0 1 0 0,1-1-1 0 0,11 30 0 0 0,-13-42-72 0 0,0 1 0 0 0,1 0-1 0 0,-1 0 1 0 0,1-1 0 0 0,0 0 0 0 0,1 1 0 0 0,-1-1-1 0 0,1 0 1 0 0,-1-1 0 0 0,1 1 0 0 0,0-1 0 0 0,1 1 0 0 0,-1-1-1 0 0,1 0 1 0 0,-1-1 0 0 0,1 1 0 0 0,6 1 0 0 0,-5-2-132 0 0,0-1 1 0 0,1 1-1 0 0,-1-2 1 0 0,1 1-1 0 0,-1-1 1 0 0,1 1-1 0 0,-1-2 1 0 0,0 1 0 0 0,1-1-1 0 0,-1 0 1 0 0,1 0-1 0 0,-1-1 1 0 0,11-4-1 0 0,-4 0 39 0 0,-2 0 0 0 0,1-1 0 0 0,-1 0 0 0 0,0 0 1 0 0,-1-1-1 0 0,0-1 0 0 0,0 0 0 0 0,0 0 0 0 0,-1-1 0 0 0,-1 0 0 0 0,0-1 0 0 0,0 0 0 0 0,8-15 0 0 0,3-11 263 0 0,-1 0 1 0 0,26-76-1 0 0,-21 36 1173 0 0,12-32 856 0 0,-33 104-1876 0 0,0 8-35 0 0,-3 17 179 0 0,-6 31 387 0 0,-3 2-529 0 0,2 0 0 0 0,2 0-1 0 0,3 0 1 0 0,5 92 0 0 0,-1-138-480 0 0,0 1 1 0 0,0 0-1 0 0,0-1 0 0 0,1 1 0 0 0,0-1 1 0 0,1 1-1 0 0,0-1 0 0 0,0 0 0 0 0,8 12 1 0 0,-9-16-46 0 0,0-1 0 0 0,0 1 0 0 0,0-1 1 0 0,1 1-1 0 0,0-1 0 0 0,-1 0 0 0 0,1 0 1 0 0,0 0-1 0 0,0 0 0 0 0,0-1 0 0 0,0 1 1 0 0,0-1-1 0 0,1 0 0 0 0,-1 0 0 0 0,0 0 1 0 0,0 0-1 0 0,1 0 0 0 0,-1-1 0 0 0,1 1 1 0 0,-1-1-1 0 0,1 0 0 0 0,-1 0 0 0 0,0-1 0 0 0,5 0 1 0 0,5-1-1467 0 0,-1-1 0 0 0,24-9 1 0 0,0-2-2322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00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270 266 1772 0 0,'8'-16'1195'0'0,"-1"1"1"0"0,0-1-1 0 0,-2-1 0 0 0,0 1 0 0 0,0-1 0 0 0,-2 0 0 0 0,0 0 1 0 0,-1 0-1 0 0,-1 0 0 0 0,0-1 0 0 0,-1 1 0 0 0,-4-24 1 0 0,4 40-1171 0 0,0 0 1 0 0,0 0-1 0 0,0 0 1 0 0,0 0 0 0 0,0 0-1 0 0,-1 0 1 0 0,1 0 0 0 0,0 0-1 0 0,-1 0 1 0 0,1 0-1 0 0,-1 0 1 0 0,1 0 0 0 0,-1 0-1 0 0,0 0 1 0 0,1 0 0 0 0,-1 1-1 0 0,0-1 1 0 0,1 0-1 0 0,-1 0 1 0 0,0 1 0 0 0,0-1-1 0 0,0 0 1 0 0,0 1 0 0 0,0-1-1 0 0,0 1 1 0 0,0 0-1 0 0,0-1 1 0 0,0 1 0 0 0,0 0-1 0 0,0-1 1 0 0,0 1 0 0 0,0 0-1 0 0,0 0 1 0 0,0 0 0 0 0,0 0-1 0 0,0 0 1 0 0,0 0-1 0 0,0 0 1 0 0,0 0 0 0 0,0 0-1 0 0,0 1 1 0 0,0-1 0 0 0,0 0-1 0 0,0 1 1 0 0,0-1-1 0 0,0 0 1 0 0,-1 2 0 0 0,-7 2-4 0 0,0 1 0 0 0,1 0 0 0 0,0 0 0 0 0,-9 7-1 0 0,14-9 10 0 0,-17 13-17 0 0,0 2 1 0 0,1 1 0 0 0,1 0-1 0 0,0 1 1 0 0,2 1-1 0 0,0 0 1 0 0,2 2 0 0 0,0-1-1 0 0,2 2 1 0 0,0 0-1 0 0,2 0 1 0 0,-15 49 0 0 0,23-62-8 0 0,0 0 0 0 0,0 0 0 0 0,1 0 0 0 0,0 0 0 0 0,1 1 0 0 0,1-1 1 0 0,0 0-1 0 0,0 0 0 0 0,1 0 0 0 0,4 13 0 0 0,-5-20-69 0 0,0 0 1 0 0,1 1-1 0 0,0-1 0 0 0,0-1 1 0 0,0 1-1 0 0,0 0 0 0 0,0-1 1 0 0,1 1-1 0 0,0-1 0 0 0,0 1 1 0 0,0-1-1 0 0,0 0 1 0 0,0 0-1 0 0,0-1 0 0 0,1 1 1 0 0,0-1-1 0 0,-1 0 0 0 0,1 0 1 0 0,0 0-1 0 0,0 0 0 0 0,0 0 1 0 0,0-1-1 0 0,0 0 0 0 0,1 0 1 0 0,-1 0-1 0 0,0 0 1 0 0,0-1-1 0 0,9 0 0 0 0,-7 0 6 0 0,0 0 0 0 0,0-1 0 0 0,0 1 0 0 0,-1-2 0 0 0,1 1 0 0 0,0-1 0 0 0,-1 1 0 0 0,1-1 0 0 0,-1-1-1 0 0,0 1 1 0 0,0-1 0 0 0,6-3 0 0 0,-4 0 3 0 0,0 1 1 0 0,-1-1-1 0 0,1-1 0 0 0,-1 1 0 0 0,0-1 0 0 0,-1 0 1 0 0,6-9-1 0 0,4-12 250 0 0,-1 0-1 0 0,-1-1 1 0 0,13-47 0 0 0,-12 36 555 0 0,1-10-294 0 0,-12 38-512 0 0,2 19 10 0 0,0 17 16 0 0,-3 22-19 0 0,-2-22 46 0 0,1 0 0 0 0,2 0 0 0 0,0 0 0 0 0,1-1 0 0 0,2 1 0 0 0,8 25 0 0 0,-12-45-168 0 0,0 1 0 0 0,1-1 1 0 0,-1 1-1 0 0,1-1 0 0 0,0 0 0 0 0,0 0 0 0 0,0 0 0 0 0,1-1 0 0 0,0 1 0 0 0,-1-1 0 0 0,1 0 0 0 0,0 0 0 0 0,0 0 0 0 0,1 0 0 0 0,-1-1 0 0 0,1 1 1 0 0,-1-1-1 0 0,1 0 0 0 0,0-1 0 0 0,6 2 0 0 0,-3-1-507 0 0,0-1 0 0 0,1 0 1 0 0,-1 0-1 0 0,1-1 0 0 0,0 0 0 0 0,-1-1 1 0 0,1 0-1 0 0,-1 0 0 0 0,1-1 0 0 0,-1 0 1 0 0,10-3-1 0 0,13-8-3090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00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125 299 2188 0 0,'8'-52'4851'0'0,"3"-86"0"0"0,-6 54-1069 0 0,-6 60-3020 0 0,1 24-745 0 0,0 0-1 0 0,-1 0 0 0 0,1 0 0 0 0,0 0 1 0 0,-1 0-1 0 0,1 0 0 0 0,0 1 0 0 0,0-1 1 0 0,-1 0-1 0 0,1 0 0 0 0,0 0 0 0 0,0 1 1 0 0,-1-1-1 0 0,1 0 0 0 0,0 0 0 0 0,0 0 1 0 0,-1 1-1 0 0,1-1 0 0 0,0 0 0 0 0,0 0 1 0 0,0 1-1 0 0,0-1 0 0 0,-1 0 0 0 0,1 1 1 0 0,0-1-1 0 0,0 0 0 0 0,0 1 0 0 0,0-1 1 0 0,0 0-1 0 0,0 1 0 0 0,0-1 0 0 0,0 1 1 0 0,-15 46 534 0 0,-54 259 882 0 0,26 4-895 0 0,41-295-517 0 0,-11 174-19 0 0,17-63-3057 0 0,3-75 180 0 0,-6-47 1883 0 0,1 0-1 0 0,-1 0 1 0 0,1 0-1 0 0,0 0 1 0 0,3 7-1 0 0,5 2-4234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00.5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1 127 1228 0 0,'1'-2'584'0'0,"8"-23"4161"0"0,0-1 0 0 0,8-45 0 0 0,-17 68-4188 0 0,4 8-281 0 0,-4-5-270 0 0,0 0-1 0 0,1 1 1 0 0,-1-1 0 0 0,0 0 0 0 0,1 0 0 0 0,-1 0-1 0 0,0 0 1 0 0,0 1 0 0 0,1-1 0 0 0,-1 0 0 0 0,0 0-1 0 0,0 1 1 0 0,1-1 0 0 0,-1 0 0 0 0,0 1-1 0 0,0-1 1 0 0,0 0 0 0 0,1 0 0 0 0,-1 1 0 0 0,0-1-1 0 0,0 0 1 0 0,0 1 0 0 0,0-1 0 0 0,0 0 0 0 0,0 1-1 0 0,0-1 1 0 0,0 1 0 0 0,0-1 0 0 0,0 0 0 0 0,0 1-1 0 0,0-1 1 0 0,0 1 0 0 0,-1 103 349 0 0,2 125-105 0 0,0-219-616 0 0,-1 0 0 0 0,2-1 0 0 0,-1 1 0 0 0,1-1 0 0 0,1 1 0 0 0,0-1 0 0 0,5 12 0 0 0,-6-17-8 0 0,-1-1-1 0 0,1 0 1 0 0,0 0-1 0 0,0 0 1 0 0,0 0-1 0 0,1 0 1 0 0,-1-1-1 0 0,1 1 0 0 0,-1-1 1 0 0,1 1-1 0 0,0-1 1 0 0,0 0-1 0 0,0 0 1 0 0,0 0-1 0 0,1 0 1 0 0,-1-1-1 0 0,0 1 1 0 0,1-1-1 0 0,-1 0 1 0 0,1 0-1 0 0,-1 0 0 0 0,6 0 1 0 0,12 0-3356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01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1 411 608 0 0,'10'-19'2920'0'0,"0"0"0"0"0,-1 0-1 0 0,0-1 1 0 0,10-41 0 0 0,-18 59-2650 0 0,-8 110 592 0 0,6-90-859 0 0,-1-1 26 0 0,1 0 0 0 0,1 1 0 0 0,4 31 0 0 0,-4-46-15 0 0,1 1 0 0 0,0-1 1 0 0,-1 1-1 0 0,1-1 0 0 0,0 0 1 0 0,1 0-1 0 0,-1 1 0 0 0,1-1 0 0 0,-1 0 1 0 0,1 0-1 0 0,0 0 0 0 0,0 0 1 0 0,0-1-1 0 0,1 1 0 0 0,-1 0 1 0 0,0-1-1 0 0,1 0 0 0 0,0 0 0 0 0,0 1 1 0 0,0-1-1 0 0,-1-1 0 0 0,2 1 1 0 0,-1 0-1 0 0,0-1 0 0 0,5 2 1 0 0,-3-2 1 0 0,0 0 0 0 0,1 0 1 0 0,-1 0-1 0 0,0-1 1 0 0,1 0-1 0 0,-1 0 0 0 0,1 0 1 0 0,-1 0-1 0 0,0-1 0 0 0,1 0 1 0 0,-1 0-1 0 0,0-1 1 0 0,1 1-1 0 0,7-5 0 0 0,-6 2 0 0 0,0 0-1 0 0,0 0 0 0 0,-1-1 0 0 0,0 0 0 0 0,1 0 0 0 0,-2-1 0 0 0,1 0 0 0 0,-1 0 0 0 0,6-7 0 0 0,-3 1-6 0 0,0-1 0 0 0,-1 1 0 0 0,-1-1 1 0 0,0 0-1 0 0,0 0 0 0 0,-2-1 0 0 0,1 0 0 0 0,-2 1 0 0 0,0-2 0 0 0,2-23 0 0 0,-4 27-14 0 0,-2 1-1 0 0,1 0 1 0 0,-1-1 0 0 0,0 1-1 0 0,-1 0 1 0 0,0 0-1 0 0,-1 0 1 0 0,0 0-1 0 0,-1 0 1 0 0,0 0 0 0 0,-9-16-1 0 0,5 14-8 0 0,-1 1-1 0 0,0 0 0 0 0,-1 0 1 0 0,1 1-1 0 0,-2 0 0 0 0,0 1 1 0 0,0 0-1 0 0,-13-7 1 0 0,-9-5-24 0 0,19 13 6 0 0,1 0 0 0 0,1-1-1 0 0,-20-18 1 0 0,32 27 31 0 0,0-1 0 0 0,0 0 0 0 0,0 1 0 0 0,0-1 0 0 0,1 1 0 0 0,-1-1 0 0 0,0 0 0 0 0,1 1 0 0 0,-1-1 0 0 0,0 1 0 0 0,1-1 0 0 0,-1 1 0 0 0,0-1 0 0 0,1 1 0 0 0,-1-1 0 0 0,1 1 0 0 0,-1-1 0 0 0,1 1 0 0 0,0 0 0 0 0,-1-1 0 0 0,1 1 0 0 0,-1 0 0 0 0,1-1 0 0 0,-1 1 0 0 0,1 0 0 0 0,0 0 0 0 0,13-3-14 0 0,0 0 1 0 0,1 1-1 0 0,-1 1 1 0 0,0 1-1 0 0,0 0 1 0 0,1 0-1 0 0,-1 2 1 0 0,0 0-1 0 0,0 0 1 0 0,0 2-1 0 0,0-1 1 0 0,-1 2-1 0 0,16 6 1 0 0,-18-6-3 0 0,0 1 1 0 0,-1 0-1 0 0,1 0 1 0 0,-1 1-1 0 0,0 1 1 0 0,-1 0-1 0 0,1 0 0 0 0,-2 0 1 0 0,1 1-1 0 0,-1 1 1 0 0,-1 0-1 0 0,0 0 1 0 0,0 0-1 0 0,-1 1 1 0 0,9 20-1 0 0,-9-15 5 0 0,-1 0 0 0 0,-1 1 0 0 0,0-1 0 0 0,-2 1 0 0 0,0 0 0 0 0,-1 0 0 0 0,-1 27 0 0 0,-2-12 42 0 0,-2 0 0 0 0,-2 0 1 0 0,-9 33-1 0 0,5-31 195 0 0,9-32-167 0 0,1-5-41 0 0,8-22-10 0 0,0 1 1 0 0,2 0-1 0 0,0 1 0 0 0,26-42 1 0 0,-8 23-41 0 0,49-59 0 0 0,-60 82-21 0 0,23-22 0 0 0,-33 35 24 0 0,0 1 0 0 0,0-1 0 0 0,0 1 0 0 0,1 1 0 0 0,-1 0 0 0 0,17-7 0 0 0,-22 10 23 0 0,0 0 0 0 0,1 0-1 0 0,-1 1 1 0 0,0-1 0 0 0,1 1 0 0 0,-1 0-1 0 0,0 0 1 0 0,1 0 0 0 0,-1 0-1 0 0,0 0 1 0 0,1 0 0 0 0,-1 0 0 0 0,0 1-1 0 0,1-1 1 0 0,-1 1 0 0 0,0 0-1 0 0,0 0 1 0 0,0 0 0 0 0,4 1 0 0 0,-4 0 5 0 0,1 1 1 0 0,-1-1 0 0 0,1 0-1 0 0,-1 1 1 0 0,0-1 0 0 0,0 1 0 0 0,0 0-1 0 0,0 0 1 0 0,0 0 0 0 0,-1 0-1 0 0,1 0 1 0 0,0 3 0 0 0,2 8 13 0 0,0 0 1 0 0,-1 0 0 0 0,-1 0 0 0 0,2 28 0 0 0,-4 114 12 0 0,-1-147-709 0 0,1 1 0 0 0,0-1-1 0 0,1 0 1 0 0,0 1 0 0 0,0-1-1 0 0,1 0 1 0 0,0 0 0 0 0,7 16-1 0 0,-2-16-2567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01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571 159 2616 0 0,'5'-10'1099'0'0,"0"0"0"0"0,0 0-1 0 0,-1-1 1 0 0,0 0 0 0 0,-1 0-1 0 0,0 0 1 0 0,-1 0-1 0 0,0 0 1 0 0,-1 0 0 0 0,0-1-1 0 0,-1-15 1 0 0,-1 27-1069 0 0,1-1-1 0 0,0 0 1 0 0,-1 1-1 0 0,1-1 1 0 0,0 0-1 0 0,-1 0 1 0 0,1 1-1 0 0,-1-1 1 0 0,1 1-1 0 0,-1-1 1 0 0,1 0 0 0 0,-1 1-1 0 0,0-1 1 0 0,1 1-1 0 0,-1-1 1 0 0,0 1-1 0 0,1 0 1 0 0,-1-1-1 0 0,0 1 1 0 0,1 0-1 0 0,-1-1 1 0 0,0 1-1 0 0,0 0 1 0 0,1 0-1 0 0,-1 0 1 0 0,0 0 0 0 0,0 0-1 0 0,0 0 1 0 0,1 0-1 0 0,-2 0 1 0 0,-15 1 166 0 0,8 0-170 0 0,0 0-1 0 0,0 1 1 0 0,0 0 0 0 0,0 0-1 0 0,1 1 1 0 0,-1 0 0 0 0,1 1-1 0 0,-1 0 1 0 0,1 0 0 0 0,1 1-1 0 0,-1 0 1 0 0,1 0-1 0 0,0 1 1 0 0,0 0 0 0 0,0 0-1 0 0,1 1 1 0 0,-11 13 0 0 0,15-17-21 0 0,0 1 0 0 0,1 0 0 0 0,-1 0 0 0 0,1 0 0 0 0,0 0 0 0 0,0 0 0 0 0,0 1 0 0 0,0-1 0 0 0,1 0 0 0 0,-1 0 0 0 0,1 1 0 0 0,0-1 1 0 0,1 0-1 0 0,-1 0 0 0 0,1 1 0 0 0,0-1 0 0 0,0 0 0 0 0,0 0 0 0 0,0 0 0 0 0,4 6 0 0 0,3 7-7 0 0,1 0 0 0 0,1-1-1 0 0,15 21 1 0 0,-16-25-1 0 0,20 28-4 0 0,-10-14 14 0 0,-1 0 1 0 0,16 30-1 0 0,-25-40 177 0 0,-7-12 108 0 0,1 0 0 0 0,-1 1 0 0 0,0-1 0 0 0,0 1 0 0 0,2 7 0 0 0,-4-10-226 0 0,1-1 0 0 0,-1 1-1 0 0,0-1 1 0 0,0 1 0 0 0,0-1 0 0 0,0 0-1 0 0,-1 1 1 0 0,1-1 0 0 0,0 1 0 0 0,-1-1-1 0 0,1 0 1 0 0,-1 1 0 0 0,1-1 0 0 0,-1 0-1 0 0,1 1 1 0 0,-1-1 0 0 0,0 0-1 0 0,0 0 1 0 0,0 0 0 0 0,0 0 0 0 0,0 0-1 0 0,0 0 1 0 0,0 0 0 0 0,-1 1 0 0 0,-3 2 14 0 0,0-1 1 0 0,-1 0-1 0 0,1 0 1 0 0,-1-1-1 0 0,1 0 1 0 0,-1 0 0 0 0,0 0-1 0 0,0-1 1 0 0,0 1-1 0 0,0-1 1 0 0,0-1-1 0 0,-11 1 1 0 0,-4-1-64 0 0,0-1 0 0 0,-27-5 0 0 0,11-2-995 0 0,1 0 0 0 0,0-3 0 0 0,0-1 0 0 0,-42-20 0 0 0,-59-41-7718 0 0,87 41 2525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01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63 408 0 0,'-70'-30'10888'0'0,"11"5"-8611"0"0,56 24-3011 0 0,-26-5-6163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01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1 744 0 0,'-40'14'3586'0'0,"-32"14"2140"0"0,56-16-4492 0 0,16-12-1209 0 0,-1 0-1 0 0,1 0 1 0 0,0 1-1 0 0,0-1 0 0 0,0 0 1 0 0,-1 1-1 0 0,1-1 0 0 0,0 0 1 0 0,0 1-1 0 0,0-1 1 0 0,0 1-1 0 0,0-1 0 0 0,0 0 1 0 0,0 1-1 0 0,0-1 0 0 0,0 0 1 0 0,0 1-1 0 0,0-1 1 0 0,0 0-1 0 0,0 1 0 0 0,0-1 1 0 0,0 1-1 0 0,0-1 1 0 0,0 0-1 0 0,1 1 0 0 0,-1-1 1 0 0,0 0-1 0 0,0 1 0 0 0,0-1 1 0 0,0 0-1 0 0,1 0 1 0 0,-1 1-1 0 0,0-1 0 0 0,0 0 1 0 0,1 1-1 0 0,-1-1 0 0 0,0 0 1 0 0,1 0-1 0 0,-1 0 1 0 0,0 1-1 0 0,1-1 0 0 0,-1 0 1 0 0,0 0-1 0 0,1 0 1 0 0,-1 0-1 0 0,0 0 0 0 0,1 0 1 0 0,-1 0-1 0 0,0 1 0 0 0,1-1 1 0 0,39 4 220 0 0,0 0 1 0 0,0-3 0 0 0,76-7 0 0 0,-69 3-342 0 0,26-1-478 0 0,102-7-4602 0 0,-91 1-91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02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44 1684 0 0,'-1'-4'2336'0'0,"-3"-28"3457"0"0,0 24-2344 0 0,0 27-2874 0 0,0 43 846 0 0,-7 69-486 0 0,-70 309 38 0 0,62-361 95 0 0,18-76-547 0 0,0-3-513 0 0,1 0 0 0 0,-1 0-1 0 0,1-1 1 0 0,-1 1 0 0 0,1 0-1 0 0,-1 0 1 0 0,1-1 0 0 0,0 1 0 0 0,-1 0-1 0 0,1-1 1 0 0,0 1 0 0 0,-1-1 0 0 0,1 1-1 0 0,0 0 1 0 0,-1-1 0 0 0,1 1-1 0 0,0-1 1 0 0,-1 1 0 0 0,1-1 0 0 0,0 1-1 0 0,0-1 1 0 0,0 1 0 0 0,0-1 0 0 0,0 1-1 0 0,0-1 1 0 0,-1 1 0 0 0,1-1-1 0 0,0 1 1 0 0,0-1 0 0 0,1 0 0 0 0,-2-16 24 0 0,2 17-29 0 0,-1-9-11 0 0,1 1 0 0 0,1 0 0 0 0,0-1 1 0 0,0 1-1 0 0,0 0 0 0 0,1 0 0 0 0,0 0 0 0 0,1 0 1 0 0,0 1-1 0 0,0 0 0 0 0,0-1 0 0 0,8-7 0 0 0,-10 13-1 0 0,0 0-1 0 0,0 1 0 0 0,0-1 0 0 0,0 1 1 0 0,1-1-1 0 0,-1 1 0 0 0,0 0 0 0 0,1 0 1 0 0,-1 0-1 0 0,1 0 0 0 0,-1 0 0 0 0,1 1 1 0 0,0-1-1 0 0,-1 1 0 0 0,5 0 0 0 0,-1-1-4 0 0,0 2 0 0 0,0-1 0 0 0,0 0 0 0 0,0 1-1 0 0,0 0 1 0 0,8 3 0 0 0,-3 1 6 0 0,1 0 1 0 0,-1 1-1 0 0,0 1 0 0 0,0 0 0 0 0,-1 0 1 0 0,0 1-1 0 0,0 0 0 0 0,-1 1 1 0 0,0 0-1 0 0,0 0 0 0 0,-1 1 0 0 0,0 0 1 0 0,-1 1-1 0 0,0 0 0 0 0,-1 0 0 0 0,6 13 1 0 0,-10-20 20 0 0,-1 1-1 0 0,1 0 1 0 0,-1-1 0 0 0,0 1 0 0 0,0 0 0 0 0,0-1 0 0 0,-1 1-1 0 0,1 0 1 0 0,-1 0 0 0 0,0 0 0 0 0,-1 0 0 0 0,1 0 0 0 0,-1-1 0 0 0,0 1-1 0 0,0 0 1 0 0,-3 5 0 0 0,1-4 10 0 0,0 0 0 0 0,0 0 0 0 0,-1 0 0 0 0,1-1 0 0 0,-2 0 0 0 0,1 1 0 0 0,0-2 0 0 0,-1 1 0 0 0,0 0 0 0 0,-9 6 0 0 0,1-3 11 0 0,0 0 0 0 0,-1 0 0 0 0,0-1 1 0 0,0-1-1 0 0,-1 0 0 0 0,0-2 0 0 0,0 1 0 0 0,0-1 0 0 0,-21 1 0 0 0,23-3-278 0 0,-1 0-1 0 0,0-1 1 0 0,1-1-1 0 0,-1-1 0 0 0,0 0 1 0 0,-23-5-1 0 0,36 6 138 0 0,0 0 0 0 0,1 0 0 0 0,-1-1 0 0 0,0 1 0 0 0,0 0 0 0 0,1 0 0 0 0,-1-1 0 0 0,0 1 0 0 0,1-1 0 0 0,-1 1 0 0 0,0-1 1 0 0,1 1-1 0 0,-1-1 0 0 0,1 1 0 0 0,-1-1 0 0 0,1 0 0 0 0,-1 1 0 0 0,1-1 0 0 0,-1-1 0 0 0,0 0-289 0 0,0 2 239 0 0,1-1-1 0 0,0 0 0 0 0,0 0 0 0 0,0 0 0 0 0,0 0 0 0 0,1 0 0 0 0,-1 0 0 0 0,0 0 1 0 0,0 0-1 0 0,0 0 0 0 0,1 0 0 0 0,-1 1 0 0 0,0-1 0 0 0,1 0 0 0 0,-1 0 0 0 0,1 0 1 0 0,-1 1-1 0 0,1-1 0 0 0,1-1 0 0 0,8-14-3965 0 0,6-1-1300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03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15 1628 0 0,'3'-2'898'0'0,"27"-8"3771"0"0,-29 10-4466 0 0,1-1 0 0 0,-1 1 0 0 0,0 0-1 0 0,1-1 1 0 0,-1 1 0 0 0,1 0 0 0 0,-1 0 0 0 0,0 0-1 0 0,1 0 1 0 0,-1 0 0 0 0,1 0 0 0 0,-1 0 0 0 0,0 1-1 0 0,1-1 1 0 0,-1 0 0 0 0,0 1 0 0 0,1-1 0 0 0,1 2-1 0 0,0 1 91 0 0,-1 0-1 0 0,0 0 0 0 0,0 0 0 0 0,-1 0 0 0 0,1 0 1 0 0,0 0-1 0 0,-1 1 0 0 0,0-1 0 0 0,0 0 1 0 0,0 1-1 0 0,1 6 0 0 0,2 48 827 0 0,0-9-524 0 0,0-24-404 0 0,1 0 0 0 0,1 0 0 0 0,1 0 0 0 0,2-1 0 0 0,21 43 0 0 0,-27-60-161 0 0,1 0 0 0 0,1 0 0 0 0,-1-1 1 0 0,1 1-1 0 0,0-1 0 0 0,1-1 0 0 0,-1 1 1 0 0,1-1-1 0 0,0 0 0 0 0,0 0 0 0 0,1-1 0 0 0,0 1 1 0 0,-1-1-1 0 0,1-1 0 0 0,1 0 0 0 0,-1 0 1 0 0,0 0-1 0 0,1-1 0 0 0,0 0 0 0 0,-1 0 1 0 0,1-1-1 0 0,0 0 0 0 0,11 0 0 0 0,-13-1-11 0 0,1 0 1 0 0,-1-1-1 0 0,1 0 0 0 0,-1 0 0 0 0,0 0 0 0 0,0-1 0 0 0,0 0 1 0 0,0 0-1 0 0,0-1 0 0 0,0 0 0 0 0,11-6 0 0 0,-10 3-23 0 0,1 0-1 0 0,-1-1 1 0 0,0 1-1 0 0,-1-1 0 0 0,1-1 1 0 0,-2 1-1 0 0,8-11 1 0 0,2-11 202 0 0,0 0 0 0 0,-2-1 0 0 0,16-53 0 0 0,-21 57 221 0 0,-4 11-281 0 0,-3 11-126 0 0,0 0 0 0 0,0 0 0 0 0,1 1 0 0 0,-1-1 0 0 0,1 1 0 0 0,3-6 0 0 0,-4 8-21 0 0,-4 86 379 0 0,-16 103 1 0 0,-27 82 542 0 0,40-238-825 0 0,-45 219 472 0 0,-119 354-1 0 0,150-552-464 0 0,-47 93 0 0 0,52-121 75 0 0,0 0 0 0 0,-2-1 0 0 0,0 0 1 0 0,-2-1-1 0 0,-26 24 0 0 0,39-41-91 0 0,0-1-1 0 0,-1 1 1 0 0,1-2 0 0 0,-1 1-1 0 0,-1-1 1 0 0,1 0-1 0 0,0 0 1 0 0,-1-1 0 0 0,0 0-1 0 0,0 0 1 0 0,-15 2-1 0 0,18-4-49 0 0,0-1 0 0 0,0 0 0 0 0,-1 0-1 0 0,1 0 1 0 0,0 0 0 0 0,0-1 0 0 0,0 0-1 0 0,0 0 1 0 0,0-1 0 0 0,0 1 0 0 0,0-1-1 0 0,1 0 1 0 0,-1-1 0 0 0,0 1 0 0 0,1-1-1 0 0,0 0 1 0 0,-1 0 0 0 0,1 0 0 0 0,-7-7-1 0 0,4 1-54 0 0,0 0 0 0 0,0 0 0 0 0,0 0 0 0 0,1-1 0 0 0,1 0 0 0 0,0 0 0 0 0,0-1 0 0 0,1 1 0 0 0,0-1 0 0 0,1 0 1 0 0,0 0-1 0 0,1-1 0 0 0,0 1 0 0 0,-1-17 0 0 0,3-3-157 0 0,0 1 0 0 0,2 0 0 0 0,1 0 1 0 0,9-38-1 0 0,-1 25-171 0 0,1 1 1 0 0,2 0 0 0 0,2 1-1 0 0,23-42 1 0 0,-7 24-1517 0 0,80-108 0 0 0,-4 37-1894 0 0,-31 47-2090 0 0,-76 82 5725 0 0,45-48-6258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03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633 122 848 0 0,'-1'-1'496'0'0,"-12"-16"1823"0"0,-2 0 0 0 0,0 1 0 0 0,-31-25 0 0 0,42 38-2134 0 0,0-1 0 0 0,-1 1 1 0 0,0 0-1 0 0,0 1 0 0 0,0-1 0 0 0,0 1 0 0 0,0 0 0 0 0,0 0 1 0 0,-1 0-1 0 0,1 1 0 0 0,0 0 0 0 0,-1 0 0 0 0,0 1 0 0 0,1-1 1 0 0,-1 1-1 0 0,1 0 0 0 0,-1 1 0 0 0,1-1 0 0 0,-1 1 1 0 0,-9 3-1 0 0,1 1-13 0 0,0 2 0 0 0,0 0 1 0 0,1 0-1 0 0,0 1 0 0 0,1 1 1 0 0,0 0-1 0 0,0 1 0 0 0,1 0 1 0 0,-18 21-1 0 0,1 2 11 0 0,3 1 0 0 0,-27 46 0 0 0,25-35-82 0 0,3 1 1 0 0,1 1-1 0 0,3 2 0 0 0,1-1 1 0 0,3 2-1 0 0,2 1 0 0 0,-14 101 1 0 0,26-138-62 0 0,1 2 1 0 0,1-1 0 0 0,0 0 0 0 0,2 0 0 0 0,-1 0 0 0 0,2-1 0 0 0,0 1 0 0 0,1 0 0 0 0,0-1-1 0 0,10 22 1 0 0,-10-27-120 0 0,0-2-1 0 0,1 1 1 0 0,0 0-1 0 0,1-1 1 0 0,-1 0 0 0 0,1 0-1 0 0,0-1 1 0 0,1 1-1 0 0,0-2 1 0 0,0 1-1 0 0,0-1 1 0 0,1 0-1 0 0,-1 0 1 0 0,1-1-1 0 0,0 0 1 0 0,1 0-1 0 0,-1-1 1 0 0,16 5 0 0 0,-11-6-427 0 0,0 1 1 0 0,1-2-1 0 0,-1 0 1 0 0,0 0-1 0 0,1-1 1 0 0,-1-1 0 0 0,23-4-1 0 0,-24 3-424 0 0,0-1 0 0 0,-1-1 0 0 0,1 0 0 0 0,-1 0 0 0 0,11-7 0 0 0,10-8-3574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04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1 252 1792 0 0,'24'-111'7858'0'0,"-23"104"-7505"0"0,1 0 0 0 0,0 1 0 0 0,0-1 0 0 0,6-11-1 0 0,-7 18-320 0 0,-1-1-1 0 0,1 0 0 0 0,-1 1 0 0 0,1-1 0 0 0,-1 1 0 0 0,1-1 1 0 0,-1 1-1 0 0,1-1 0 0 0,0 1 0 0 0,-1 0 0 0 0,1-1 1 0 0,0 1-1 0 0,-1 0 0 0 0,1-1 0 0 0,0 1 0 0 0,-1 0 1 0 0,1 0-1 0 0,0-1 0 0 0,0 1 0 0 0,-1 0 0 0 0,1 0 0 0 0,0 0 1 0 0,0 0-1 0 0,-1 0 0 0 0,1 0 0 0 0,0 1 0 0 0,0-1 1 0 0,-1 0-1 0 0,1 0 0 0 0,0 0 0 0 0,-1 1 0 0 0,2 0 0 0 0,20 10 599 0 0,-12-2-382 0 0,-1 1 1 0 0,0-1 0 0 0,-1 1-1 0 0,0 1 1 0 0,0 0 0 0 0,-1 0-1 0 0,-1 0 1 0 0,8 20 0 0 0,-6-13-86 0 0,-1 1 1 0 0,-1 0-1 0 0,-1 0 1 0 0,-1 0-1 0 0,2 22 0 0 0,-5-29-22 0 0,0 0 0 0 0,-1 0 0 0 0,0-1-1 0 0,-1 1 1 0 0,0 0 0 0 0,-1 0-1 0 0,0 0 1 0 0,-1 0 0 0 0,-1-1-1 0 0,-5 14 1 0 0,8-23-53 0 0,-10 20 524 0 0,11-22-583 0 0,-1 1 0 0 0,1 0 0 0 0,0 0 1 0 0,0-1-1 0 0,-1 1 0 0 0,1-1 1 0 0,-1 1-1 0 0,1 0 0 0 0,-1-1 0 0 0,1 1 1 0 0,-1-1-1 0 0,1 1 0 0 0,-1-1 0 0 0,1 1 1 0 0,-1-1-1 0 0,1 1 0 0 0,-1-1 1 0 0,0 0-1 0 0,1 1 0 0 0,-1-1 0 0 0,0 0 1 0 0,1 0-1 0 0,-1 0 0 0 0,0 1 1 0 0,-1-1-1 0 0,-6-8-17 0 0,8 6-45 0 0,-1-1 1 0 0,1 1-1 0 0,0-1 1 0 0,0 1-1 0 0,0-1 1 0 0,0 1-1 0 0,0-1 1 0 0,1 1-1 0 0,-1-1 1 0 0,1 1-1 0 0,0-1 1 0 0,-1 1-1 0 0,1 0 0 0 0,0-1 1 0 0,0 1-1 0 0,1 0 1 0 0,1-4-1 0 0,28-38-972 0 0,-31 44 1000 0 0,18-20-593 0 0,0 1 0 0 0,1 0 0 0 0,1 1 0 0 0,1 1 0 0 0,1 1 0 0 0,0 1 0 0 0,28-14 0 0 0,23-7-1072 0 0,78-26 0 0 0,-110 45 1300 0 0,-26 12 219 0 0,5-3 342 0 0,0 0-1 0 0,32-19 1 0 0,-48 24 59 0 0,1 0 1 0 0,-1 0 0 0 0,0 0-1 0 0,0 0 1 0 0,0-1 0 0 0,-1 0-1 0 0,1 1 1 0 0,-1-1 0 0 0,0 0-1 0 0,0-1 1 0 0,0 1 0 0 0,-1-1-1 0 0,1 1 1 0 0,-1-1 0 0 0,0 0-1 0 0,2-8 1 0 0,-4 11-123 0 0,1 0 1 0 0,-1-1-1 0 0,0 1 0 0 0,0-1 1 0 0,0 1-1 0 0,0 0 1 0 0,-1-1-1 0 0,1 1 0 0 0,-1-3 1 0 0,1 5-112 0 0,0-1 0 0 0,-1 0 0 0 0,1 1 1 0 0,0-1-1 0 0,0 0 0 0 0,-1 1 0 0 0,1-1 1 0 0,-1 1-1 0 0,1-1 0 0 0,0 1 0 0 0,-1-1 1 0 0,1 1-1 0 0,-1-1 0 0 0,1 1 0 0 0,-1-1 1 0 0,0 1-1 0 0,1-1 0 0 0,-1 1 0 0 0,1 0 1 0 0,-1-1-1 0 0,0 1 0 0 0,1 0 0 0 0,-1 0 1 0 0,0-1-1 0 0,1 1 0 0 0,-1 0 0 0 0,0 0 1 0 0,1 0-1 0 0,-1 0 0 0 0,0 0 0 0 0,0 0 1 0 0,1 0-1 0 0,-1 0 0 0 0,-1 1 0 0 0,-7 1 42 0 0,0 1-1 0 0,0 1 0 0 0,0 0 0 0 0,0 0 0 0 0,1 1 1 0 0,-1 0-1 0 0,1 0 0 0 0,1 1 0 0 0,-1 0 0 0 0,-13 14 1 0 0,-7 10 115 0 0,-30 40 0 0 0,37-42-99 0 0,-28 50 0 0 0,41-63-47 0 0,1 0 0 0 0,0 1 0 0 0,1 0-1 0 0,1 0 1 0 0,-5 24 0 0 0,9-37-35 0 0,0 0 1 0 0,1 1-1 0 0,0-1 1 0 0,-1 0-1 0 0,1 0 1 0 0,0 0-1 0 0,1 0 1 0 0,-1 0-1 0 0,0 0 0 0 0,1 0 1 0 0,0 0-1 0 0,0 0 1 0 0,0 0-1 0 0,0 0 1 0 0,0-1-1 0 0,0 1 1 0 0,1 0-1 0 0,-1-1 1 0 0,1 1-1 0 0,0-1 0 0 0,0 1 1 0 0,0-1-1 0 0,0 0 1 0 0,0 1-1 0 0,0-1 1 0 0,1-1-1 0 0,-1 1 1 0 0,1 0-1 0 0,0 0 1 0 0,-1-1-1 0 0,1 0 0 0 0,0 1 1 0 0,0-1-1 0 0,0 0 1 0 0,-1 0-1 0 0,6 0 1 0 0,1 1-234 0 0,0-1 1 0 0,0 0-1 0 0,0 0 1 0 0,0-1-1 0 0,0 0 1 0 0,0-1-1 0 0,0 0 1 0 0,0 0-1 0 0,0-1 1 0 0,0 0-1 0 0,13-5 1 0 0,-10 1 31 0 0,-1 0 1 0 0,1 0 0 0 0,-1-2-1 0 0,0 1 1 0 0,-1-1 0 0 0,0 0-1 0 0,0-1 1 0 0,-1-1 0 0 0,16-20 0 0 0,0-5 935 0 0,34-64 0 0 0,-38 61 692 0 0,-20 37-1414 0 0,0 0 0 0 0,-1-1-1 0 0,1 1 1 0 0,0 0 0 0 0,-1 0 0 0 0,1 0-1 0 0,0 0 1 0 0,0 0 0 0 0,0 0 0 0 0,0 0 0 0 0,0 0-1 0 0,0 0 1 0 0,0 0 0 0 0,0 1 0 0 0,1-1-1 0 0,0 0 1 0 0,-1 1-5 0 0,-1 0 0 0 0,1 0 0 0 0,-1 0 0 0 0,1 0 0 0 0,-1 0 0 0 0,1 0 0 0 0,-1 0 0 0 0,1 0 0 0 0,-1 1 0 0 0,1-1 0 0 0,-1 0 0 0 0,1 0-1 0 0,-1 1 1 0 0,1-1 0 0 0,-1 0 0 0 0,0 0 0 0 0,1 1 0 0 0,-1-1 0 0 0,0 1 0 0 0,1-1 0 0 0,-1 0 0 0 0,0 1 0 0 0,1-1 0 0 0,-1 1 0 0 0,0-1 0 0 0,0 1 0 0 0,1 0 0 0 0,1 5 10 0 0,1 1 0 0 0,-1-1 0 0 0,-1 1 0 0 0,3 12 1 0 0,0 15-94 0 0,14 75-1063 0 0,-14-93-1233 0 0,0-1 0 0 0,10 22 1 0 0,-9-26-1824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04.6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0 170 1116 0 0,'7'-28'2894'0'0,"0"0"1"0"0,2 0-1 0 0,12-27 0 0 0,-20 54-2851 0 0,-1 0-1 0 0,1 0 0 0 0,-1 0 1 0 0,1 0-1 0 0,-1 0 1 0 0,1 0-1 0 0,0 0 1 0 0,-1 0-1 0 0,1 0 0 0 0,0 0 1 0 0,0 0-1 0 0,0 1 1 0 0,0-1-1 0 0,0 0 1 0 0,0 1-1 0 0,0-1 0 0 0,0 1 1 0 0,0-1-1 0 0,0 1 1 0 0,0-1-1 0 0,0 1 1 0 0,0 0-1 0 0,0-1 0 0 0,3 1 1 0 0,-2 0 17 0 0,0 0 1 0 0,-1 1-1 0 0,1-1 1 0 0,0 1-1 0 0,0 0 1 0 0,0-1-1 0 0,0 1 1 0 0,0 0-1 0 0,-1 0 1 0 0,1 0-1 0 0,0 0 1 0 0,-1 0-1 0 0,3 2 1 0 0,1 2 102 0 0,1 1 1 0 0,-1-1 0 0 0,-1 1-1 0 0,1 0 1 0 0,-1 0-1 0 0,6 11 1 0 0,-3-2-34 0 0,-2 1 0 0 0,0 0 0 0 0,0 1 0 0 0,-2-1 0 0 0,3 20 1 0 0,-1 86 3282 0 0,-7-125-3391 0 0,1-1 0 0 0,-1 0 0 0 0,1 0 0 0 0,-1 1-1 0 0,1-1 1 0 0,0 0 0 0 0,0 0 0 0 0,1 0 0 0 0,-1 0-1 0 0,1 0 1 0 0,0 0 0 0 0,0-1 0 0 0,0 1 0 0 0,1 0-1 0 0,0-4 1 0 0,1 0-36 0 0,-1 0-1 0 0,1 0 1 0 0,0 0 0 0 0,1 0-1 0 0,0 0 1 0 0,0 1 0 0 0,0-1-1 0 0,1 1 1 0 0,0 0 0 0 0,1 0-1 0 0,0 1 1 0 0,0-1 0 0 0,0 1-1 0 0,1 0 1 0 0,0 0 0 0 0,0 1-1 0 0,0-1 1 0 0,1 1 0 0 0,-1 1-1 0 0,1-1 1 0 0,1 1 0 0 0,-1 1-1 0 0,0-1 1 0 0,9-2-1 0 0,-11 5 6 0 0,0 1-1 0 0,1-1 0 0 0,-1 1 1 0 0,0 0-1 0 0,1 0 0 0 0,-1 0 0 0 0,0 1 1 0 0,0-1-1 0 0,0 1 0 0 0,1 1 1 0 0,-1-1-1 0 0,0 1 0 0 0,0 0 0 0 0,-1 0 1 0 0,1 0-1 0 0,0 1 0 0 0,-1 0 1 0 0,1 0-1 0 0,-1 0 0 0 0,7 7 0 0 0,-4-5 9 0 0,-2 1 0 0 0,1-1 0 0 0,-1 1 0 0 0,1 0 0 0 0,-2 1 0 0 0,1-1 0 0 0,-1 1 0 0 0,0 0 0 0 0,0 0 0 0 0,-1 1 0 0 0,0-1 0 0 0,4 16 0 0 0,-6-15 34 0 0,0-1 1 0 0,0 1-1 0 0,-1 0 0 0 0,0 0 0 0 0,0-1 1 0 0,-3 12-1 0 0,3-19-33 0 0,0 1 1 0 0,0-1-1 0 0,0 1 0 0 0,0-1 1 0 0,0 1-1 0 0,0-1 0 0 0,0 1 1 0 0,0-1-1 0 0,0 1 1 0 0,-1-1-1 0 0,1 0 0 0 0,0 1 1 0 0,0-1-1 0 0,0 1 0 0 0,-1-1 1 0 0,1 0-1 0 0,0 1 1 0 0,-1-1-1 0 0,1 0 0 0 0,0 1 1 0 0,-1-1-1 0 0,1 0 0 0 0,0 1 1 0 0,-1-1-1 0 0,1 0 1 0 0,-1 0-1 0 0,1 0 0 0 0,-1 1 1 0 0,0-1-1 0 0,1 0-7 0 0,0 0 1 0 0,-1 0-1 0 0,1 0 0 0 0,0-1 0 0 0,0 1 1 0 0,-1 0-1 0 0,1 0 0 0 0,0 0 0 0 0,0 0 1 0 0,-1-1-1 0 0,1 1 0 0 0,0 0 0 0 0,0 0 1 0 0,0 0-1 0 0,-1-1 0 0 0,1 1 0 0 0,0 0 1 0 0,0 0-1 0 0,0-1 0 0 0,0 1 0 0 0,-1 0 1 0 0,1 0-1 0 0,0-1 0 0 0,0 1 0 0 0,0 0 1 0 0,0-1-1 0 0,0 1 0 0 0,0 0 0 0 0,0 0 1 0 0,0-1-1 0 0,0 1 0 0 0,0 0 0 0 0,0-1 1 0 0,0 1-1 0 0,0 0 0 0 0,0-1 0 0 0,0 1 1 0 0,0 0-1 0 0,1 0 0 0 0,-1-1 0 0 0,4-14-53 0 0,0 0 0 0 0,2 1 0 0 0,0 0 0 0 0,0 0 0 0 0,1 0-1 0 0,1 1 1 0 0,0 0 0 0 0,1 0 0 0 0,1 1 0 0 0,11-13-1 0 0,-5 8 15 0 0,1 1 0 0 0,0 1 0 0 0,2 0-1 0 0,-1 2 1 0 0,2 0 0 0 0,24-13-1 0 0,-41 24 44 0 0,1 0-1 0 0,0 1 0 0 0,-1 0 0 0 0,1-1 1 0 0,0 1-1 0 0,0 0 0 0 0,0 1 0 0 0,-1-1 0 0 0,1 1 1 0 0,0 0-1 0 0,0 0 0 0 0,0 0 0 0 0,0 0 1 0 0,0 1-1 0 0,0-1 0 0 0,0 1 0 0 0,-1 0 0 0 0,1 0 1 0 0,0 1-1 0 0,-1-1 0 0 0,1 1 0 0 0,-1 0 1 0 0,1-1-1 0 0,-1 2 0 0 0,0-1 0 0 0,1 0 0 0 0,-1 1 1 0 0,-1-1-1 0 0,1 1 0 0 0,0 0 0 0 0,-1 0 1 0 0,1 0-1 0 0,-1 0 0 0 0,0 1 0 0 0,0-1 1 0 0,0 0-1 0 0,0 1 0 0 0,-1 0 0 0 0,1-1 0 0 0,-1 1 1 0 0,0 0-1 0 0,0 0 0 0 0,-1-1 0 0 0,1 1 1 0 0,-1 0-1 0 0,0 7 0 0 0,-1 14-603 0 0,-1 0 0 0 0,-8 33 0 0 0,0-6-5177 0 0,10-40 2206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05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199 324 2544 0 0,'0'-3'2922'0'0,"0"-32"6980"0"0,0 26-8404 0 0,0 8-1417 0 0,0 1 0 0 0,0-1 1 0 0,0 1-1 0 0,0-1 0 0 0,0 1 0 0 0,0-1 0 0 0,0 1 0 0 0,0-1 0 0 0,0 0 0 0 0,0 1 0 0 0,0-1 0 0 0,0 1 1 0 0,0-1-1 0 0,0 1 0 0 0,0-1 0 0 0,1 1 0 0 0,-1-1 0 0 0,0 1 0 0 0,1-2 0 0 0,5 5 20 0 0,0 0 1 0 0,0 0-1 0 0,0 0 0 0 0,8 1 0 0 0,-11-4-47 0 0,2 0-6 0 0,-1 0-40 0 0,1 0-1 0 0,-1 0 1 0 0,1 0 0 0 0,-1-1 0 0 0,1 0 0 0 0,-1 0 0 0 0,0 0 0 0 0,1 0 0 0 0,-1-1-1 0 0,0 0 1 0 0,0 1 0 0 0,0-2 0 0 0,0 1 0 0 0,0 0 0 0 0,6-6 0 0 0,-6 3-40 0 0,0 0 1 0 0,0-1-1 0 0,-1 1 1 0 0,1-1-1 0 0,-1 1 1 0 0,-1-1 0 0 0,1 0-1 0 0,-1 0 1 0 0,0 0-1 0 0,0-1 1 0 0,-1 1-1 0 0,1 0 1 0 0,-2-1-1 0 0,1 1 1 0 0,-1-9-1 0 0,0 5 6 0 0,0 0-1 0 0,-1 1 1 0 0,0-1-1 0 0,-1 0 1 0 0,0 1 0 0 0,0-1-1 0 0,-1 1 1 0 0,0 0-1 0 0,-7-12 1 0 0,9 17 11 0 0,-1 1 1 0 0,0 0 0 0 0,0 0 0 0 0,-1 0-1 0 0,1 1 1 0 0,-1-1 0 0 0,0 0 0 0 0,1 1 0 0 0,-1 0-1 0 0,0-1 1 0 0,0 1 0 0 0,0 0 0 0 0,-1 1-1 0 0,1-1 1 0 0,0 0 0 0 0,-1 1 0 0 0,1 0-1 0 0,-1 0 1 0 0,0 0 0 0 0,1 0 0 0 0,-1 1-1 0 0,0-1 1 0 0,1 1 0 0 0,-8 0 0 0 0,1 2 6 0 0,1 0-1 0 0,-1 0 1 0 0,1 1 0 0 0,0 0 0 0 0,-1 1 0 0 0,1 0 0 0 0,1 0 0 0 0,-1 1 0 0 0,1 0 0 0 0,0 1 0 0 0,0 0-1 0 0,-11 10 1 0 0,4-1 48 0 0,0 1 0 0 0,2 1 0 0 0,0 0 0 0 0,1 0 0 0 0,0 1 0 0 0,2 1 0 0 0,-11 25 0 0 0,18-36-26 0 0,0 0-1 0 0,1 1 0 0 0,0-1 1 0 0,0 1-1 0 0,1-1 1 0 0,0 1-1 0 0,0 0 1 0 0,2 17-1 0 0,0-20-12 0 0,0 0 0 0 0,1 0 0 0 0,-1 1 0 0 0,1-1 0 0 0,1-1 0 0 0,-1 1-1 0 0,1 0 1 0 0,0 0 0 0 0,0-1 0 0 0,1 0 0 0 0,0 1 0 0 0,-1-1 0 0 0,9 7 0 0 0,-5-6-338 0 0,0 0 0 0 0,0-1 1 0 0,1 1-1 0 0,0-1 1 0 0,0-1-1 0 0,0 0 0 0 0,1 0 1 0 0,0 0-1 0 0,-1-1 0 0 0,1 0 1 0 0,0-1-1 0 0,18 3 0 0 0,-14-4-552 0 0,0 0 0 0 0,1-1 0 0 0,-1 0 0 0 0,0-1 0 0 0,0-1 0 0 0,0 0-1 0 0,0 0 1 0 0,20-8 0 0 0,-3-2-2774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05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0 181 744 0 0,'20'-46'5562'0'0,"25"-43"0"0"0,-44 89-5522 0 0,-1-1 0 0 0,0 1 0 0 0,1-1 0 0 0,-1 1 0 0 0,0-1 0 0 0,1 1 0 0 0,-1 0 0 0 0,1-1 0 0 0,-1 1 0 0 0,0 0 0 0 0,1 0 0 0 0,-1-1 0 0 0,1 1 0 0 0,-1 0 0 0 0,1 0 0 0 0,-1-1 0 0 0,1 1 0 0 0,-1 0 0 0 0,1 0 0 0 0,-1 0 0 0 0,1 0 0 0 0,0 0 0 0 0,-1 0 0 0 0,1 0 0 0 0,-1 0 0 0 0,1 0 0 0 0,-1 0 0 0 0,1 0 0 0 0,-1 0 0 0 0,1 0 0 0 0,-1 1 0 0 0,1-1 0 0 0,-1 0 0 0 0,1 0 0 0 0,-1 1 0 0 0,1-1 0 0 0,-1 0 0 0 0,1 0 0 0 0,-1 1 0 0 0,1-1 1 0 0,-1 0-1 0 0,0 1 0 0 0,1-1 0 0 0,-1 1 0 0 0,0-1 0 0 0,1 1 0 0 0,-1-1 0 0 0,0 1 0 0 0,0-1 0 0 0,1 1 0 0 0,0 1-58 0 0,3 4 230 0 0,0 0-1 0 0,-1 0 1 0 0,0 0-1 0 0,0 1 0 0 0,0-1 1 0 0,-1 1-1 0 0,0 0 1 0 0,2 12-1 0 0,-2-7 32 0 0,3 10 93 0 0,-1 1 0 0 0,-1 0 1 0 0,-1 35-1 0 0,-8 69 1276 0 0,5-122-1282 0 0,1 0-1 0 0,-1 0 1 0 0,0 0-1 0 0,0 0 1 0 0,-4 9-1 0 0,4-12-229 0 0,1 0 0 0 0,-2 0 0 0 0,1 0 0 0 0,0-1 0 0 0,0 1 0 0 0,0-1 0 0 0,-1 1 0 0 0,1-1 0 0 0,-1 1 0 0 0,1-1-1 0 0,-1 0 1 0 0,0 1 0 0 0,1-1 0 0 0,-1 0 0 0 0,-3 1 0 0 0,2-1 220 0 0,0-1-61 0 0,1 0-229 0 0,0 0 0 0 0,0 0 0 0 0,0 0-1 0 0,0 0 1 0 0,0-1 0 0 0,0 1 0 0 0,0-1 0 0 0,0 1 0 0 0,0-1 0 0 0,0 0 0 0 0,1 0 0 0 0,-1 0 0 0 0,0 0 0 0 0,0 0 0 0 0,1 0 0 0 0,-1 0-1 0 0,1 0 1 0 0,-1-1 0 0 0,1 1 0 0 0,-3-3 0 0 0,3 1-11 0 0,-1 0 0 0 0,0-1 0 0 0,1 1 0 0 0,-1 0 0 0 0,1-1 0 0 0,0 1 0 0 0,0-1 0 0 0,0 1 0 0 0,1-1 0 0 0,-1-6 0 0 0,1-1-181 0 0,0 0-1 0 0,1 0 0 0 0,0 1 0 0 0,1-1 0 0 0,0 0 0 0 0,1 1 0 0 0,4-12 0 0 0,0 6-544 0 0,1 0 0 0 0,0 1 0 0 0,1 0 0 0 0,1 0 0 0 0,18-20 1 0 0,67-62-5324 0 0,-53 55 1698 0 0,-2 3-1344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05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63 1740 0 0,'3'-4'1561'0'0,"0"-1"0"0"0,-1 0 1 0 0,1 1-1 0 0,-1-1 0 0 0,-1 0 0 0 0,1 0 0 0 0,1-6 0 0 0,2-7 2676 0 0,-9 20-3991 0 0,-7 4-154 0 0,1 0-1 0 0,0 1 1 0 0,0 1-1 0 0,1 0 1 0 0,-1 0-1 0 0,2 1 1 0 0,-1 0 0 0 0,1 0-1 0 0,1 1 1 0 0,-8 13-1 0 0,4-7-387 0 0,1 1 1 0 0,1 1-1 0 0,1 0 0 0 0,0 0 1 0 0,-9 37-1 0 0,15-47-63 0 0,1-1-1 0 0,0 0 1 0 0,0 1-1 0 0,1-1 1 0 0,0 1 0 0 0,0-1-1 0 0,1 1 1 0 0,0-1-1 0 0,0 1 1 0 0,1-1 0 0 0,0 0-1 0 0,0 0 1 0 0,6 13-1 0 0,-3-11 50 0 0,0-1 0 0 0,0 0 0 0 0,1 0 0 0 0,0 0 0 0 0,1-1 0 0 0,-1 0 0 0 0,1 0 0 0 0,1-1 0 0 0,-1 0 0 0 0,11 6 0 0 0,18 9-442 0 0,0-2-1 0 0,1-2 1 0 0,50 16 0 0 0,-80-31 1474 0 0,1 0 1 0 0,-1 0-1 0 0,1 0 0 0 0,0-1 1 0 0,0 0-1 0 0,0-1 1 0 0,0 0-1 0 0,0 0 0 0 0,0 0 1 0 0,14-4-1 0 0,-21 4-575 0 0,0-1 1 0 0,0 1-1 0 0,0 0 0 0 0,0-1 1 0 0,0 1-1 0 0,-1 0 0 0 0,1-1 1 0 0,0 1-1 0 0,0-1 0 0 0,0 1 1 0 0,-1-1-1 0 0,1 0 0 0 0,0 1 1 0 0,-1-1-1 0 0,1 0 0 0 0,-1 0 1 0 0,1 1-1 0 0,-1-1 0 0 0,1 0 1 0 0,-1 0-1 0 0,1 0 0 0 0,-1 1 1 0 0,0-1-1 0 0,1 0 0 0 0,-1 0 1 0 0,0 0-1 0 0,0 0 0 0 0,0 0 1 0 0,0 0-1 0 0,0 0 0 0 0,0 0 1 0 0,0 0-1 0 0,0 0 0 0 0,0 1 1 0 0,0-1-1 0 0,0 0 0 0 0,0 0 1 0 0,-1 0-1 0 0,1 0 0 0 0,-1-1 1 0 0,0 0 406 0 0,-17 4-451 0 0,13 0-64 0 0,1 3-36 0 0,1 0 0 0 0,-1 0 0 0 0,1 0 0 0 0,0 1-1 0 0,0-1 1 0 0,1 1 0 0 0,0 0 0 0 0,0 0 0 0 0,0 0 0 0 0,1 0-1 0 0,0 0 1 0 0,0 0 0 0 0,0 9 0 0 0,1 0 4 0 0,2 0 0 0 0,-1 0 1 0 0,8 26-1 0 0,-2-8-9 0 0,-2-4-117 0 0,-1-13 218 0 0,-1 1 0 0 0,-1 0 0 0 0,0 0 0 0 0,-1 25 0 0 0,-2-37-35 0 0,1-1 0 0 0,-1 1 1 0 0,0 0-1 0 0,0 0 1 0 0,-1-1-1 0 0,1 1 0 0 0,-1 0 1 0 0,0-1-1 0 0,0 0 1 0 0,-1 1-1 0 0,1-1 0 0 0,-1 0 1 0 0,0 0-1 0 0,0 0 1 0 0,-1-1-1 0 0,1 1 0 0 0,-1-1 1 0 0,1 0-1 0 0,-1 0 1 0 0,-6 4-1 0 0,-5 1-3 0 0,0 0-1 0 0,-1 0 0 0 0,0-1 1 0 0,0-1-1 0 0,0-1 1 0 0,-1-1-1 0 0,0 0 1 0 0,-17 2-1 0 0,19-5-525 0 0,-1 0 1 0 0,1-1-1 0 0,-27-3 1 0 0,30 1-519 0 0,1-1 1 0 0,-1 1-1 0 0,1-2 0 0 0,0 0 1 0 0,-15-6-1 0 0,23 8 132 0 0,1 0 1 0 0,-1 1-1 0 0,0-1 0 0 0,0 0 1 0 0,1 0-1 0 0,-1 0 0 0 0,-3-5 1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07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0 433 2768 0 0,'0'-4'849'0'0,"0"0"0"0"0,1 0 0 0 0,-1 0 0 0 0,1 0 0 0 0,0 0 0 0 0,0 1-1 0 0,2-5 1 0 0,-2 6-670 0 0,0 0-1 0 0,0 0 1 0 0,0-1-1 0 0,0 1 1 0 0,0 0-1 0 0,1 1 1 0 0,-1-1-1 0 0,1 0 1 0 0,0 0-1 0 0,0 0 1 0 0,-1 1-1 0 0,1-1 1 0 0,0 1-1 0 0,0 0 1 0 0,0-1-1 0 0,0 1 1 0 0,1 0-1 0 0,3-1 1 0 0,-3 1-105 0 0,0 1 0 0 0,0-1 0 0 0,1 1 1 0 0,-1 0-1 0 0,0 0 0 0 0,1 0 1 0 0,-1 1-1 0 0,0-1 0 0 0,0 1 1 0 0,1-1-1 0 0,-1 1 0 0 0,0 0 0 0 0,0 1 1 0 0,4 1-1 0 0,-1 0 8 0 0,1 1-1 0 0,0 0 1 0 0,-1 0 0 0 0,10 8-1 0 0,-6-3-17 0 0,0 1 1 0 0,-1 0-1 0 0,0 1 0 0 0,-1 0 0 0 0,0 0 0 0 0,-1 0 0 0 0,0 1 0 0 0,0 1 0 0 0,8 23 0 0 0,-12-26 8 0 0,1 1 0 0 0,-2 0 0 0 0,0 0 0 0 0,0 0-1 0 0,-1 0 1 0 0,0 0 0 0 0,-1 1 0 0 0,0-1 0 0 0,-1 0 0 0 0,0 0-1 0 0,-1 0 1 0 0,-5 17 0 0 0,7-28-71 0 0,-1 5 158 0 0,0 0 0 0 0,-1 0 1 0 0,0 0-1 0 0,0 0 0 0 0,0 0 1 0 0,-1 0-1 0 0,1-1 1 0 0,-1 1-1 0 0,0-1 0 0 0,-4 5 1 0 0,5-8 100 0 0,-4-6-132 0 0,6 5-126 0 0,-1 0 0 0 0,1 0 0 0 0,-1 0 1 0 0,1 0-1 0 0,0 0 0 0 0,-1 0 0 0 0,1 0 0 0 0,0 0 0 0 0,-1 0 0 0 0,1 0 1 0 0,0-1-1 0 0,0 1 0 0 0,-1 0 0 0 0,1 0 0 0 0,0 0 0 0 0,-1-1 1 0 0,1 1-1 0 0,0 0 0 0 0,0 0 0 0 0,-1-1 0 0 0,1 1 0 0 0,0 0 0 0 0,0-1 1 0 0,0 1-1 0 0,-1 0 0 0 0,1 0 0 0 0,0-1 0 0 0,0 1 0 0 0,0 0 0 0 0,0-1 1 0 0,0 1-1 0 0,0-1 0 0 0,0 1 0 0 0,0 0 0 0 0,0-1 0 0 0,0 1 1 0 0,0-1-1 0 0,5-18-223 0 0,0 1 0 0 0,2 0 1 0 0,0 0-1 0 0,1 0 0 0 0,1 1 1 0 0,1 0-1 0 0,16-21 0 0 0,12-11-1548 0 0,45-42 1 0 0,-37 41 833 0 0,-35 38 789 0 0,0 1 0 0 0,1 0 0 0 0,19-13 0 0 0,-29 23 638 0 0,2 6 6 0 0,-4-5-478 0 0,0 0 1 0 0,0 0 0 0 0,1 0 0 0 0,-1 1 0 0 0,0-1 0 0 0,1 0-1 0 0,-1 0 1 0 0,0 0 0 0 0,0 1 0 0 0,1-1 0 0 0,-1 0-1 0 0,0 0 1 0 0,0 1 0 0 0,0-1 0 0 0,1 0 0 0 0,-1 0 0 0 0,0 1-1 0 0,0-1 1 0 0,0 0 0 0 0,0 1 0 0 0,0-1 0 0 0,1 0-1 0 0,-1 1 1 0 0,0-1 0 0 0,0 0 0 0 0,0 1 0 0 0,0-1 0 0 0,0 0-1 0 0,0 1 1 0 0,0-1 0 0 0,0 1 0 0 0,-3 38 1326 0 0,-10 60 1 0 0,-2 19-745 0 0,15-109-586 0 0,-2 7 75 0 0,2 1 0 0 0,0-1 0 0 0,4 23 0 0 0,-4-34-78 0 0,1-1 0 0 0,1 1 0 0 0,-1-1 0 0 0,1 1 0 0 0,0-1 0 0 0,0 1 0 0 0,0-1 0 0 0,0 0 1 0 0,1 0-1 0 0,-1 0 0 0 0,1 0 0 0 0,0-1 0 0 0,1 1 0 0 0,-1-1 0 0 0,7 6 0 0 0,-7-8-106 0 0,0 1-1 0 0,0-1 0 0 0,0 0 1 0 0,0 0-1 0 0,0 0 1 0 0,1-1-1 0 0,-1 1 0 0 0,0-1 1 0 0,0 0-1 0 0,1 0 0 0 0,-1 0 1 0 0,4 0-1 0 0,-5-1 49 0 0,2 1-49 0 0,-1 0 0 0 0,1-1-1 0 0,-1 0 1 0 0,1 0 0 0 0,-1 0 0 0 0,1 0-1 0 0,-1-1 1 0 0,1 1 0 0 0,-1-1 0 0 0,0 0 0 0 0,0 0-1 0 0,4-3 1 0 0,31-29-521 0 0,-32 28 520 0 0,13-15 157 0 0,-1 0 0 0 0,-1-1 0 0 0,16-26 0 0 0,-21 28 1660 0 0,18-41 0 0 0,-29 57-1581 0 0,1 0 1 0 0,0 0 0 0 0,1 0 0 0 0,-1 0 0 0 0,1 0 0 0 0,3-4-1 0 0,-2 3-70 0 0,-3 4-67 0 0,1 15-23 0 0,-1 3 13 0 0,-1-1 0 0 0,0 1 1 0 0,-4 23-1 0 0,2-22 34 0 0,0 35 1 0 0,3-37-5 0 0,-1-4 18 0 0,1 0 1 0 0,4 23-1 0 0,-5-32-27 0 0,1 0 0 0 0,0 0 1 0 0,0 0-1 0 0,0-1 0 0 0,0 1 0 0 0,1 0 0 0 0,-1-1 0 0 0,1 1 0 0 0,-1 0 0 0 0,1-1 0 0 0,0 0 0 0 0,0 1 0 0 0,0-1 0 0 0,0 0 0 0 0,1 0 0 0 0,-1 0 0 0 0,3 2 0 0 0,-2-3-57 0 0,1 1-1 0 0,-1-1 0 0 0,0 0 0 0 0,0 0 1 0 0,0 0-1 0 0,1 0 0 0 0,-1 0 0 0 0,0-1 1 0 0,1 0-1 0 0,-1 1 0 0 0,1-1 0 0 0,-1 0 0 0 0,1-1 1 0 0,-1 1-1 0 0,0-1 0 0 0,4 0 0 0 0,-1-1-96 0 0,1-1 1 0 0,-1 1-1 0 0,0-1 0 0 0,0 0 0 0 0,0-1 0 0 0,0 1 0 0 0,8-9 0 0 0,2-2-182 0 0,-2 0 0 0 0,0-1 0 0 0,-1-1-1 0 0,18-28 1 0 0,-6 4 216 0 0,-3-1-1 0 0,-2-2 1 0 0,-1 0 0 0 0,19-64-1 0 0,-12 10 2087 0 0,14-100-1 0 0,-32 119-885 0 0,-7 75-1072 0 0,-3 4-22 0 0,0 1 0 0 0,1-1 0 0 0,-1 0 0 0 0,1 0 0 0 0,0 1 0 0 0,-1-1 0 0 0,1 1 1 0 0,0-1-1 0 0,0 1 0 0 0,0 0 0 0 0,0-1 0 0 0,0 1 0 0 0,0 0 0 0 0,-1 2 1 0 0,-17 41 133 0 0,2 1 1 0 0,1 0 0 0 0,-9 53 0 0 0,-14 147 262 0 0,38-239-390 0 0,-3 29 70 0 0,1 62 0 0 0,3-90-51 0 0,0 1 0 0 0,1 0 0 0 0,0 0-1 0 0,1-1 1 0 0,0 1 0 0 0,0-1 0 0 0,1 1-1 0 0,0-1 1 0 0,1 0 0 0 0,-1 0 0 0 0,1 0 0 0 0,10 12-1 0 0,-11-16-19 0 0,1 0-1 0 0,-1-1 1 0 0,1 1 0 0 0,0-1-1 0 0,0 0 1 0 0,0 0-1 0 0,1 0 1 0 0,-1-1 0 0 0,1 0-1 0 0,-1 0 1 0 0,1 0-1 0 0,0 0 1 0 0,0-1-1 0 0,0 1 1 0 0,0-1 0 0 0,0 0-1 0 0,0-1 1 0 0,0 0-1 0 0,0 1 1 0 0,0-1-1 0 0,0-1 1 0 0,0 1 0 0 0,0-1-1 0 0,0 0 1 0 0,0 0-1 0 0,0-1 1 0 0,0 1 0 0 0,9-5-1 0 0,-3 1-43 0 0,0-1-1 0 0,-1 0 1 0 0,0-1-1 0 0,0 0 1 0 0,0 0 0 0 0,-1-1-1 0 0,0 0 1 0 0,0-1-1 0 0,-1 0 1 0 0,0 0-1 0 0,8-13 1 0 0,-4 2 0 0 0,-1 0 0 0 0,0-1 0 0 0,-2 0 0 0 0,-1-1 1 0 0,0 0-1 0 0,-2 0 0 0 0,0 0 0 0 0,-1-1 0 0 0,-2 0 0 0 0,2-44 0 0 0,-6 67-17 0 0,0 0 50 0 0,1-1-1 0 0,-1 1 0 0 0,1 0 1 0 0,-1-1-1 0 0,0 1 0 0 0,1 0 0 0 0,-1 0 1 0 0,1-1-1 0 0,-1 1 0 0 0,0 0 1 0 0,1 0-1 0 0,-1 0 0 0 0,0 0 1 0 0,1 0-1 0 0,-1 0 0 0 0,0 0 1 0 0,1 0-1 0 0,-1 0 0 0 0,0 1 1 0 0,1-1-1 0 0,-2 0 0 0 0,-5 8 17 0 0,-1-1 0 0 0,1 2 0 0 0,1-1 0 0 0,-1 1 0 0 0,1 0 0 0 0,1 0-1 0 0,0 0 1 0 0,0 1 0 0 0,1 0 0 0 0,0 0 0 0 0,-3 12 0 0 0,5-13 18 0 0,0 1 1 0 0,0-1-1 0 0,0 0 1 0 0,1 1 0 0 0,1-1-1 0 0,0 1 1 0 0,0-1-1 0 0,1 1 1 0 0,0-1-1 0 0,0 1 1 0 0,1-1-1 0 0,1 0 1 0 0,3 12-1 0 0,-3-17-110 0 0,0 1-1 0 0,0 0 0 0 0,0-1 0 0 0,1 0 0 0 0,-1 0 1 0 0,1 0-1 0 0,0 0 0 0 0,0 0 0 0 0,0-1 0 0 0,1 0 1 0 0,-1 0-1 0 0,1 0 0 0 0,0 0 0 0 0,-1-1 0 0 0,1 1 1 0 0,0-2-1 0 0,1 1 0 0 0,-1 0 0 0 0,8 1 0 0 0,-3-2-710 0 0,-1 1 0 0 0,1-1 0 0 0,-1 0 0 0 0,15-2 0 0 0,-16 1-446 0 0,0-1 1 0 0,0 0-1 0 0,0-1 0 0 0,0 0 0 0 0,7-3 1 0 0,17-9-4990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07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24 125 3504 0 0,'-12'-64'13181'0'0,"5"25"-8271"0"0,4 28-3765 0 0,2 0-4385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07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1 600 0 0,'-6'15'4320'0'0,"1"-2"-1255"0"0,1-2 1143 0 0,-3 6-1536 0 0,3-4-959 0 0,-2-3-681 0 0,4 1-916 0 0,-1 2-3937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09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97 904 0 0,'-15'-14'12651'0'0,"15"12"-12099"0"0,1 1-503 0 0,0 0 0 0 0,1 0 0 0 0,-1 1 0 0 0,1-1 0 0 0,-1 0 0 0 0,1 1 0 0 0,-1-1 0 0 0,1 1 0 0 0,-1-1 0 0 0,1 1 0 0 0,-1 0 0 0 0,1 0 0 0 0,-1 0 0 0 0,1 0 0 0 0,0 0 0 0 0,-1 0 0 0 0,2 1 0 0 0,2-1 8 0 0,0 2 0 0 0,-1-1-1 0 0,1 0 1 0 0,-1 1-1 0 0,8 4 1 0 0,-2 0-27 0 0,0 0 0 0 0,0 1 0 0 0,0 1 0 0 0,9 9 0 0 0,-11-9-12 0 0,0 0 1 0 0,-1 1-1 0 0,0 0 0 0 0,-1 0 0 0 0,0 0 0 0 0,0 1 0 0 0,-1 0 0 0 0,-1 0 0 0 0,1 0 0 0 0,-1 1 0 0 0,-1-1 0 0 0,0 1 0 0 0,-1 0 0 0 0,0 0 0 0 0,0 0 0 0 0,-1 0 0 0 0,-1 0 0 0 0,0 0 0 0 0,0 0 0 0 0,-1 1 0 0 0,-1-1 1 0 0,0 0-1 0 0,0-1 0 0 0,-1 1 0 0 0,0 0 0 0 0,-6 11 0 0 0,0-4 186 0 0,-1-1 1 0 0,-1-1-1 0 0,0 1 0 0 0,-1-2 1 0 0,0 0-1 0 0,-2 0 1 0 0,1-1-1 0 0,-30 22 0 0 0,35-29-17 0 0,-11 7 559 0 0,18-14-739 0 0,1 0 0 0 0,0 1 0 0 0,-1-1 0 0 0,1 0 1 0 0,-1 0-1 0 0,1 0 0 0 0,-1 0 0 0 0,1 0 0 0 0,-1 0 0 0 0,1 0 0 0 0,-1 0 0 0 0,1 0 1 0 0,-1 0-1 0 0,1 0 0 0 0,-1 0 0 0 0,1 0 0 0 0,-1 0 0 0 0,1 0 0 0 0,-1 0 0 0 0,1 0 1 0 0,-1-1-1 0 0,1 1 0 0 0,-1 0 0 0 0,1 0 0 0 0,-1-1 0 0 0,1 1 0 0 0,0 0 1 0 0,-1-1-1 0 0,1 1 0 0 0,0 0 0 0 0,-1-1 0 0 0,1 1 0 0 0,0-1 0 0 0,-1 1 0 0 0,1 0 1 0 0,0-1-1 0 0,-1 0 0 0 0,1 0-6 0 0,0 0 1 0 0,0 0 0 0 0,0 1 0 0 0,0-1-1 0 0,-1 0 1 0 0,1 0 0 0 0,0 0-1 0 0,1 0 1 0 0,-1 0 0 0 0,0 0-1 0 0,0 0 1 0 0,0 0 0 0 0,0 0 0 0 0,1 1-1 0 0,-1-1 1 0 0,0 0 0 0 0,1 0-1 0 0,-1 0 1 0 0,1-1 0 0 0,12-17 3 0 0,-9 14-5 0 0,26-34-68 0 0,2 1 1 0 0,58-53-1 0 0,-63 66 47 0 0,377-329-136 0 0,-396 347 64 0 0,-15 9-8 0 0,-14 11 32 0 0,-11 16 29 0 0,2 2-1 0 0,1 1 1 0 0,1 1-1 0 0,2 1 1 0 0,2 1-1 0 0,-26 49 1 0 0,43-71 44 0 0,1 0 0 0 0,0 1 1 0 0,1 0-1 0 0,1 0 1 0 0,0 1-1 0 0,1-1 0 0 0,1 1 1 0 0,0 0-1 0 0,0 22 1 0 0,2-33 0 0 0,1 0 1 0 0,-1 0-1 0 0,1 0 0 0 0,0 0 1 0 0,0-1-1 0 0,1 1 1 0 0,-1 0-1 0 0,1-1 1 0 0,-1 1-1 0 0,1-1 1 0 0,0 0-1 0 0,1 1 0 0 0,-1-1 1 0 0,4 4-1 0 0,-1-3 17 0 0,-1 0-1 0 0,1 0 0 0 0,0 0 1 0 0,1-1-1 0 0,-1 1 0 0 0,1-1 1 0 0,-1-1-1 0 0,8 3 0 0 0,8 2-251 0 0,1-1 1 0 0,1-1-1 0 0,40 3 0 0 0,-58-8 115 0 0,32 3-1900 0 0,57-3 0 0 0,-5-8-4111 0 0,-49 2 1281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09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36 100 1860 0 0,'-2'-3'2588'0'0,"-8"-12"1835"0"0,-3-2 2153 0 0,7 7-4891 0 0,2-2-703 0 0,19 9-871 0 0,0 0 0 0 0,0 0 0 0 0,28 0-1 0 0,-10 1-50 0 0,28-4-257 0 0,13-1-1658 0 0,-6 1-3796 0 0,-59 4 2129 0 0,9-5-1466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09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20 744 0 0,'-4'-2'3004'0'0,"-72"-16"9186"0"0,75 18-12146 0 0,0 0 1 0 0,0 0-1 0 0,0 0 0 0 0,0 1 0 0 0,0-1 0 0 0,0 0 0 0 0,0 0 1 0 0,0 1-1 0 0,0-1 0 0 0,0 1 0 0 0,0-1 0 0 0,0 1 1 0 0,0-1-1 0 0,0 1 0 0 0,0 0 0 0 0,0-1 0 0 0,1 1 1 0 0,-1 0-1 0 0,0 0 0 0 0,0-1 0 0 0,1 1 0 0 0,-1 0 0 0 0,0 0 1 0 0,1 0-1 0 0,-1 0 0 0 0,1 0 0 0 0,0 0 0 0 0,-1 0 1 0 0,0 1-1 0 0,-10 34 664 0 0,4 10-497 0 0,3 1-1 0 0,1-1 1 0 0,5 62-1 0 0,-1-27-1166 0 0,-2-49-236 0 0,1 22-1610 0 0,3-20-2607 0 0,1-16-642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10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375 108 1484 0 0,'41'-108'16278'0'0,"-39"134"-15632"0"0,-5 9-497 0 0,1 0 1 0 0,1 0-1 0 0,2 0 0 0 0,2 0 0 0 0,10 50 0 0 0,-11-79-131 0 0,0-1 1 0 0,1 0-1 0 0,-1 0 0 0 0,1 0 1 0 0,0 0-1 0 0,1 0 0 0 0,-1 0 1 0 0,1-1-1 0 0,0 0 0 0 0,0 0 1 0 0,0 0-1 0 0,1 0 0 0 0,-1-1 1 0 0,1 0-1 0 0,0 1 0 0 0,0-2 1 0 0,0 1-1 0 0,0-1 0 0 0,8 3 1 0 0,-11-4-15 0 0,-1-1 0 0 0,0 1 0 0 0,1-1 0 0 0,-1 1 0 0 0,1-1 0 0 0,-1 0-1 0 0,0 0 1 0 0,1 0 0 0 0,-1 1 0 0 0,1-2 0 0 0,-1 1 0 0 0,1 0 0 0 0,-1 0 0 0 0,3-1 0 0 0,0 0 10 0 0,0 1-7 0 0,1 0 0 0 0,-1-1 0 0 0,0 1 0 0 0,0-1 0 0 0,0-1 0 0 0,1 1 0 0 0,-1 0 0 0 0,0-1 1 0 0,-1 0-1 0 0,1 0 0 0 0,0 0 0 0 0,0 0 0 0 0,-1-1 0 0 0,0 1 0 0 0,1-1 0 0 0,-1 0 0 0 0,0 0 0 0 0,0 0 0 0 0,0 0 0 0 0,-1-1 0 0 0,1 1 0 0 0,3-8 0 0 0,1-4 2 0 0,0 0 1 0 0,-1 0-1 0 0,0 0 0 0 0,4-21 0 0 0,17-88-7 0 0,-27 121-51 0 0,-2 18-64 0 0,-27 194 831 0 0,16-96-280 0 0,-12 69 213 0 0,-84 308 0 0 0,101-464-297 0 0,-1 1-1 0 0,-2-2 1 0 0,0 1 0 0 0,-1-2 0 0 0,-2 1 0 0 0,-23 30 0 0 0,31-47-200 0 0,0-1-1 0 0,-1 1 1 0 0,-1-1 0 0 0,1-1 0 0 0,-1 0-1 0 0,0 0 1 0 0,0 0 0 0 0,-1-1 0 0 0,-10 5 0 0 0,12-7-96 0 0,0-1 1 0 0,0 0-1 0 0,-1 0 1 0 0,1 0 0 0 0,0-1-1 0 0,-1-1 1 0 0,1 1-1 0 0,0-1 1 0 0,-1 0-1 0 0,1-1 1 0 0,-1 1 0 0 0,1-1-1 0 0,-13-4 1 0 0,8 1-51 0 0,0 0 1 0 0,0-1 0 0 0,1 0-1 0 0,0-1 1 0 0,0-1 0 0 0,0 1-1 0 0,1-1 1 0 0,0-1-1 0 0,0 0 1 0 0,1-1 0 0 0,0 1-1 0 0,1-2 1 0 0,-1 1-1 0 0,2-1 1 0 0,0-1 0 0 0,0 1-1 0 0,-6-13 1 0 0,8 12-171 0 0,0 0 0 0 0,1 0 1 0 0,0 0-1 0 0,1-1 0 0 0,0 1 0 0 0,1-1 1 0 0,0 0-1 0 0,1 0 0 0 0,0 1 0 0 0,1-1 1 0 0,0 0-1 0 0,1 0 0 0 0,0 0 0 0 0,1 0 1 0 0,1 1-1 0 0,0-1 0 0 0,0 1 0 0 0,6-13 1 0 0,2 2-569 0 0,0 0 0 0 0,2 1 0 0 0,0 1 0 0 0,2 0 0 0 0,22-25 0 0 0,27-20-3150 0 0,4 5-3383 0 0,-43 40 1024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10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55 2116 0 0,'-2'-1'4594'0'0,"-9"-5"-354"0"0,-4 1 2198 0 0,-5 8-259 0 0,35-3-6931 0 0,179-20-2556 0 0,-56 5-1604 0 0,-80 10 90 0 0,2 0-2547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11.3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79 1992 0 0,'-3'1'4469'0'0,"-22"1"4043"0"0,-9 0-1719 0 0,30-1-5315 0 0,17 0-1732 0 0,18-3 288 0 0,-1-1 0 0 0,59-14-1 0 0,-23 4-643 0 0,-49 11 21 0 0,64-14-1660 0 0,-42 2-1296 0 0,-8-4-3677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11.5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26 800 0 0,'-27'-14'7647'0'0,"7"3"-1855"0"0,16 11-5222 0 0,4 0-506 0 0,-1 0 0 0 0,0 0 1 0 0,0 0-1 0 0,1 0 0 0 0,-1 1 0 0 0,0-1 1 0 0,0 0-1 0 0,1 0 0 0 0,-1 1 1 0 0,0-1-1 0 0,0 0 0 0 0,1 1 0 0 0,-1-1 1 0 0,0 1-1 0 0,1-1 0 0 0,-1 1 1 0 0,1-1-1 0 0,-1 1 0 0 0,0-1 0 0 0,1 1 1 0 0,-1 0-1 0 0,0 1 119 0 0,0 0 0 0 0,1 1-1 0 0,-1-1 1 0 0,1 0 0 0 0,0 0 0 0 0,0 0 0 0 0,0 0-1 0 0,0 0 1 0 0,0 0 0 0 0,1 4 0 0 0,26 203 1598 0 0,-1-69-5374 0 0,-24-126 1640 0 0,2-1 0 0 0,0 0 0 0 0,8 20 0 0 0,-2-15-4253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12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114 334 556 0 0,'22'-47'13726'0'0,"-9"18"-7810"0"0,-14 17-4957 0 0,1 11-889 0 0,0 0 0 0 0,0-1 0 0 0,0 1-1 0 0,0-1 1 0 0,0 1 0 0 0,0-1 0 0 0,0 1 0 0 0,0 0 0 0 0,0-1 0 0 0,-1 1 0 0 0,1-1-1 0 0,-2-1 1 0 0,-5-10 80 0 0,-2 1 1 0 0,0-1-1 0 0,0 2 0 0 0,-18-18 0 0 0,-15-18 68 0 0,39 43-211 0 0,-2 0-34 0 0,0 1 0 0 0,1-1 0 0 0,0 0-1 0 0,0-1 1 0 0,0 1 0 0 0,-4-8 0 0 0,4 6-15 0 0,3 5 2 0 0,2-1 19 0 0,1 0 0 0 0,-1 1 0 0 0,0-1 0 0 0,1 0 0 0 0,0 1 0 0 0,-1 0-1 0 0,1-1 1 0 0,0 1 0 0 0,-1 0 0 0 0,1-1 0 0 0,0 1 0 0 0,0 0-1 0 0,0 1 1 0 0,0-1 0 0 0,0 0 0 0 0,0 0 0 0 0,0 1 0 0 0,4-1 0 0 0,45-4-486 0 0,-37 5 361 0 0,364-23-2457 0 0,-334 21 2552 0 0,-41 1 26 0 0,-2 2 19 0 0,1-1-1 0 0,-1 1 0 0 0,0-1 0 0 0,1 0 1 0 0,-1 0-1 0 0,0 1 0 0 0,0-1 0 0 0,1 0 1 0 0,-1 0-1 0 0,0 0 0 0 0,3-1 0 0 0,0 1-12 0 0,0 0-37 0 0,-2 9-43 0 0,0 3 51 0 0,-5-5 60 0 0,-1 1 1 0 0,1-2-1 0 0,-2 1 1 0 0,1 0-1 0 0,-1-1 1 0 0,1 0-1 0 0,-2 0 1 0 0,-7 7-1 0 0,-4 6 99 0 0,-373 432 861 0 0,342-392-693 0 0,47-57-149 0 0,2-1-106 0 0,8 4-11 0 0,10-8-16 0 0,19-7-21 0 0,0 2-1 0 0,1 1 1 0 0,0 1 0 0 0,0 3-1 0 0,0 1 1 0 0,77 7 0 0 0,-48 4-834 0 0,-3-1-2464 0 0,2-4-5064 0 0,-44-4 3155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12.4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0 143 2216 0 0,'0'-4'2901'0'0,"2"-29"4420"0"0,0-7-757 0 0,-2 37-6204 0 0,10-9 374 0 0,6 5-603 0 0,1 0 0 0 0,0 2 1 0 0,0 0-1 0 0,0 1 0 0 0,29-4 0 0 0,95-1-1600 0 0,-99 8-241 0 0,-11 0-292 0 0,6-1-4295 0 0,-19 1-704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12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9 1036 0 0,'-16'11'4280'0'0,"0"-2"0"0"0,-31 15-1 0 0,22-7-1596 0 0,23-16-2273 0 0,-1 3 381 0 0,2-4-742 0 0,1 0 0 0 0,0 1 0 0 0,-1-1 0 0 0,1 0 0 0 0,0 0 0 0 0,0 0 0 0 0,-1 0 0 0 0,1 1 0 0 0,0-1 0 0 0,0 0 0 0 0,-1 0 0 0 0,1 0 0 0 0,0 1 0 0 0,0-1 0 0 0,0 0-1 0 0,-1 1 1 0 0,1-1 0 0 0,0 0 0 0 0,0 0 0 0 0,0 1 0 0 0,0-1 0 0 0,0 0 0 0 0,0 1 0 0 0,-1-1 0 0 0,1 0 0 0 0,0 1 0 0 0,0-1 0 0 0,0 0 0 0 0,0 0 0 0 0,0 1 0 0 0,0-1-1 0 0,0 1 1 0 0,3 1 50 0 0,0 0-1 0 0,0-1 0 0 0,0 1 0 0 0,1-1 0 0 0,-1 1 0 0 0,0-1 0 0 0,0 0 0 0 0,1 0 1 0 0,-1 0-1 0 0,1-1 0 0 0,-1 1 0 0 0,1-1 0 0 0,5 0 0 0 0,55-3 222 0 0,-50 2-255 0 0,31-4-1598 0 0,74-16 0 0 0,42-27-7883 0 0,-101 27 3169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13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189 352 16 0 0,'0'-3'6131'0'0,"0"-7"-3162"0"0,-1-27 5007 0 0,-7-4-4581 0 0,0 17-2527 0 0,2 9-509 0 0,0-1 0 0 0,2-1 0 0 0,0 1 0 0 0,-3-22 0 0 0,7 33-349 0 0,0 0 1 0 0,0 1-1 0 0,0-1 0 0 0,0 0 1 0 0,1 1-1 0 0,0-1 0 0 0,0 1 0 0 0,0-1 1 0 0,0 1-1 0 0,1-1 0 0 0,0 1 1 0 0,0 0-1 0 0,0 0 0 0 0,0 0 0 0 0,1 0 1 0 0,-1 0-1 0 0,1 0 0 0 0,0 1 1 0 0,0-1-1 0 0,7-5 0 0 0,-5 5-28 0 0,1-1 1 0 0,0 1-1 0 0,0 1 0 0 0,0-1 1 0 0,0 1-1 0 0,1 0 0 0 0,0 0 0 0 0,-1 1 1 0 0,1 0-1 0 0,0 0 0 0 0,0 1 1 0 0,0-1-1 0 0,0 2 0 0 0,0-1 0 0 0,8 1 1 0 0,-5 1 3 0 0,-1 0 0 0 0,1 0 0 0 0,-1 1 0 0 0,0 1 0 0 0,1 0 0 0 0,-1 0 0 0 0,-1 0 0 0 0,1 1 0 0 0,0 1 0 0 0,11 7 0 0 0,-10-5 9 0 0,-1-1 0 0 0,0 1-1 0 0,-1 1 1 0 0,1 0 0 0 0,-2 0-1 0 0,1 0 1 0 0,-1 1 0 0 0,0 0-1 0 0,-1 1 1 0 0,0-1 0 0 0,-1 1-1 0 0,0 0 1 0 0,0 1 0 0 0,-1-1-1 0 0,0 1 1 0 0,-1 0 0 0 0,0 0-1 0 0,-1 0 1 0 0,2 19 0 0 0,-5-16 6 0 0,-1 0 1 0 0,0 0-1 0 0,0 0 1 0 0,-1 0-1 0 0,-1 0 1 0 0,-1-1-1 0 0,0 1 1 0 0,0-1-1 0 0,-1 0 1 0 0,-1-1-1 0 0,0 0 1 0 0,-13 17-1 0 0,-10 9 29 0 0,-2-2 0 0 0,-45 41-1 0 0,45-50 230 0 0,-67 45 0 0 0,-1-1 636 0 0,22-16-416 0 0,77-54-502 0 0,-1 1 15 0 0,-6 6 106 0 0,9-4-9 0 0,10-3 10 0 0,237-7 269 0 0,59-1-472 0 0,109 26-618 0 0,-217-8-325 0 0,-175-10-1562 0 0,47-5 0 0 0,-64 4 1661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14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291 145 1360 0 0,'-3'-1'1366'0'0,"-58"-23"6109"0"0,59 23-6654 0 0,0 0-584 0 0,1 1 0 0 0,-1-1-1 0 0,1 1 1 0 0,0-1-1 0 0,-1 1 1 0 0,1-1-1 0 0,0 0 1 0 0,0 0 0 0 0,-1 0-1 0 0,1 0 1 0 0,0 0-1 0 0,0 0 1 0 0,0 0 0 0 0,0 0-1 0 0,0 0 1 0 0,1 0-1 0 0,-1-1 1 0 0,0 1-1 0 0,0 0 1 0 0,1-1 0 0 0,-1 1-1 0 0,1 0 1 0 0,-1-1-1 0 0,1 1 1 0 0,-1-2 0 0 0,3 0-213 0 0,0 0 1 0 0,0 0 0 0 0,0 0 0 0 0,0 0 0 0 0,1 0-1 0 0,-1 1 1 0 0,1-1 0 0 0,-1 1 0 0 0,1-1-1 0 0,0 1 1 0 0,0 0 0 0 0,0 0 0 0 0,0 1 0 0 0,0-1-1 0 0,5-1 1 0 0,56-20 8 0 0,-60 21-23 0 0,21-5-12 0 0,1 1 0 0 0,1 1 0 0 0,-1 1 0 0 0,1 2 0 0 0,-1 0 0 0 0,51 5 1 0 0,-60-2-8 0 0,1 1 1 0 0,-1 2 0 0 0,0-1 0 0 0,-1 2 0 0 0,1 0 0 0 0,-1 1-1 0 0,0 1 1 0 0,0 0 0 0 0,0 1 0 0 0,-1 1 0 0 0,20 16 0 0 0,-29-21 9 0 0,-1 0 0 0 0,-1 1 0 0 0,1 0 0 0 0,-1 0 0 0 0,0 0 0 0 0,0 0 0 0 0,0 1 0 0 0,-1 0 0 0 0,0-1 0 0 0,0 1 0 0 0,0 0 0 0 0,-1 1 0 0 0,1-1 0 0 0,-2 0 0 0 0,1 1 0 0 0,-1-1 1 0 0,1 13-1 0 0,-2-10 4 0 0,0 0-1 0 0,-1 0 1 0 0,-1 0 0 0 0,1 0 0 0 0,-2 0 0 0 0,1 0 0 0 0,-1-1 0 0 0,0 1 0 0 0,-1-1 0 0 0,0 0 0 0 0,0 0 0 0 0,-8 11 0 0 0,-5 4 10 0 0,-1-1-1 0 0,-1-1 1 0 0,-1-1 0 0 0,-1 0-1 0 0,0-2 1 0 0,-2 0 0 0 0,0-2 0 0 0,-1 0-1 0 0,-38 18 1 0 0,13-11 14 0 0,-1-2 0 0 0,-1-3 0 0 0,0-2-1 0 0,-58 11 1 0 0,90-23 5 0 0,1-1-1 0 0,-1-1 1 0 0,1-1-1 0 0,-1 0 1 0 0,0-1-1 0 0,1-1 1 0 0,-33-6-1 0 0,49 6-36 0 0,0 1 0 0 0,0-1 0 0 0,0 1 0 0 0,0-1 0 0 0,0 0 0 0 0,0 0-1 0 0,0 0 1 0 0,0 0 0 0 0,0 0 0 0 0,0 0 0 0 0,0 0 0 0 0,1-1 0 0 0,-1 1 0 0 0,0 0-1 0 0,1-1 1 0 0,-1 0 0 0 0,1 1 0 0 0,0-1 0 0 0,0 0 0 0 0,-1 0 0 0 0,1 0 0 0 0,0 0-1 0 0,1 0 1 0 0,-1 0 0 0 0,0 0 0 0 0,0 0 0 0 0,1 0 0 0 0,-1 0 0 0 0,1 0 0 0 0,0 0-1 0 0,0 0 1 0 0,0-1 0 0 0,0 1 0 0 0,0 0 0 0 0,0 0 0 0 0,0 0 0 0 0,1 0 0 0 0,-1 0-1 0 0,1-1 1 0 0,0 1 0 0 0,-1 0 0 0 0,1 0 0 0 0,0 0 0 0 0,0 0 0 0 0,0 1 0 0 0,1-1-1 0 0,-1 0 1 0 0,0 0 0 0 0,1 1 0 0 0,2-4 0 0 0,0 1-12 0 0,1 1 1 0 0,0-1-1 0 0,0 1 0 0 0,0-1 0 0 0,0 1 1 0 0,0 1-1 0 0,1-1 0 0 0,-1 1 1 0 0,1 0-1 0 0,0 0 0 0 0,0 0 1 0 0,0 1-1 0 0,-1 0 0 0 0,11 0 0 0 0,2 0-9 0 0,0 1 0 0 0,-1 0 0 0 0,32 6 0 0 0,-24-1 31 0 0,-1 1 1 0 0,1 1 0 0 0,41 19 0 0 0,64 40-352 0 0,-38-17-2584 0 0,4-8-4052 0 0,-68-30 1937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14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5 186 2320 0 0,'-4'-84'7354'0'0,"4"75"-6866"0"0,1 1-1 0 0,0-1 1 0 0,0 1-1 0 0,1-1 1 0 0,0 1-1 0 0,0 0 0 0 0,6-14 1 0 0,-7 21-450 0 0,1-1 1 0 0,-1 0-1 0 0,1 1 0 0 0,0-1 1 0 0,-1 1-1 0 0,1-1 0 0 0,0 1 1 0 0,0 0-1 0 0,0 0 1 0 0,0 0-1 0 0,0 0 0 0 0,0 0 1 0 0,0 0-1 0 0,0 0 0 0 0,0 1 1 0 0,1-1-1 0 0,-1 1 0 0 0,0 0 1 0 0,0-1-1 0 0,1 1 0 0 0,-1 0 1 0 0,0 0-1 0 0,0 1 1 0 0,0-1-1 0 0,1 0 0 0 0,-1 1 1 0 0,4 1-1 0 0,-1-1 20 0 0,1 1 1 0 0,-1 0-1 0 0,-1 1 0 0 0,1-1 1 0 0,0 1-1 0 0,-1 0 0 0 0,1 0 1 0 0,-1 0-1 0 0,0 1 0 0 0,0 0 1 0 0,0-1-1 0 0,0 1 0 0 0,-1 1 1 0 0,1-1-1 0 0,-1 0 0 0 0,-1 1 1 0 0,1 0-1 0 0,0 0 0 0 0,-1-1 1 0 0,3 9-1 0 0,-2-2 76 0 0,0 0 0 0 0,0 0-1 0 0,-1 0 1 0 0,0 0 0 0 0,-1 1 0 0 0,-1-1-1 0 0,0 0 1 0 0,-2 20 0 0 0,0-19-19 0 0,0 0 0 0 0,-1 0 0 0 0,-1-1 0 0 0,0 1 0 0 0,0-1 0 0 0,-1 0 0 0 0,-11 18 0 0 0,-3 0 725 0 0,-31 34 0 0 0,26-33 152 0 0,23-29-951 0 0,0 0 0 0 0,-1 0 0 0 0,1 0-1 0 0,0-1 1 0 0,0 1 0 0 0,0-1 0 0 0,-1 1 0 0 0,1-1 0 0 0,0 1-1 0 0,0-1 1 0 0,-1 1 0 0 0,1-1 0 0 0,0 0 0 0 0,-1 0-1 0 0,1 0 1 0 0,0 0 0 0 0,-1 0 0 0 0,1 0 0 0 0,0 0 0 0 0,-1 0-1 0 0,-1-1 1 0 0,2 1-79 0 0,0-1 40 0 0,1 1-1 0 0,0-1 0 0 0,-1 0 0 0 0,1 1 0 0 0,0-1 1 0 0,0 0-1 0 0,0 0 0 0 0,-1 1 0 0 0,1-1 1 0 0,0 0-1 0 0,0 1 0 0 0,0-1 0 0 0,0 0 1 0 0,0 1-1 0 0,0-1 0 0 0,1 0 0 0 0,-1 0 1 0 0,0 1-1 0 0,0-1 0 0 0,0 0 0 0 0,1 1 0 0 0,-1-1 1 0 0,0 0-1 0 0,0 1 0 0 0,1-1 0 0 0,0 0 1 0 0,5-9-19 0 0,0 0 1 0 0,1 0-1 0 0,0 1 1 0 0,0 0-1 0 0,1 1 1 0 0,16-14-1 0 0,65-45-308 0 0,-41 32 138 0 0,-38 28 145 0 0,245-194-679 0 0,-247 191 605 0 0,-11 8-32 0 0,-18 12 18 0 0,5 5 98 0 0,1 0 0 0 0,0 1 0 0 0,1 1 0 0 0,1 1 0 0 0,0 0-1 0 0,-13 27 1 0 0,15-26 29 0 0,1 2 0 0 0,-8 22 0 0 0,15-37 11 0 0,1 0 0 0 0,1 0 0 0 0,-1 1-1 0 0,1-1 1 0 0,0 0 0 0 0,1 1 0 0 0,-1-1 0 0 0,1 1-1 0 0,0-1 1 0 0,1 1 0 0 0,0-1 0 0 0,1 7 0 0 0,-1-10-19 0 0,1 0-1 0 0,-1 0 1 0 0,1 0 0 0 0,0-1-1 0 0,0 1 1 0 0,0 0 0 0 0,0-1-1 0 0,0 1 1 0 0,0-1 0 0 0,1 0 0 0 0,-1 0-1 0 0,1 0 1 0 0,0 0 0 0 0,-1 0-1 0 0,1 0 1 0 0,0-1 0 0 0,0 0 0 0 0,0 1-1 0 0,0-1 1 0 0,0 0 0 0 0,1 0-1 0 0,-1-1 1 0 0,6 1 0 0 0,8 2-592 0 0,1-2 0 0 0,-1 0 1 0 0,21-2-1 0 0,-30 1 250 0 0,31-3-2612 0 0,1-1 1 0 0,47-13-1 0 0,-35 5-2348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14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15 100 2092 0 0,'-10'-8'10983'0'0,"9"8"-10867"0"0,1 0 1 0 0,0-1 0 0 0,-1 1 0 0 0,1 0 0 0 0,0 0-1 0 0,0-1 1 0 0,-1 1 0 0 0,1 0 0 0 0,0-1 0 0 0,0 1-1 0 0,-1 0 1 0 0,1-1 0 0 0,0 1 0 0 0,0 0 0 0 0,0-1-1 0 0,0 1 1 0 0,0 0 0 0 0,-1-1 0 0 0,1 1 0 0 0,0-1-1 0 0,0 1 1 0 0,0 0 0 0 0,0-1 0 0 0,0 1 0 0 0,0-1 0 0 0,0 1-1 0 0,1 0 1 0 0,-1-1 0 0 0,0 1 0 0 0,0-1 0 0 0,12-6 923 0 0,24 2-1519 0 0,-29 4 804 0 0,194-28-2594 0 0,-70 2-5337 0 0,-83 16 2303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15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63 784 0 0,'-8'-6'1624'0'0,"1"0"0"0"0,0 0 1 0 0,0 0-1 0 0,1-1 0 0 0,-9-12 0 0 0,13 17-1141 0 0,1-1 15 0 0,1 3-484 0 0,0 0 0 0 0,0 0 0 0 0,0 0 0 0 0,0 0 0 0 0,-1 0-1 0 0,1-1 1 0 0,0 1 0 0 0,0 0 0 0 0,0 0 0 0 0,0 0 0 0 0,0 0 0 0 0,0-1-1 0 0,-1 1 1 0 0,1 0 0 0 0,0 0 0 0 0,0 0 0 0 0,0-1 0 0 0,0 1 0 0 0,0 0 0 0 0,0 0-1 0 0,0-1 1 0 0,0 1 0 0 0,0 0 0 0 0,0 0 0 0 0,0 0 0 0 0,0-1 0 0 0,0 1-1 0 0,0 0 1 0 0,0 0 0 0 0,0 0 0 0 0,1-1 0 0 0,-1 1 0 0 0,0 0 0 0 0,0 0-1 0 0,0 0 1 0 0,0 0 0 0 0,0-1 0 0 0,0 1 0 0 0,1 0 0 0 0,-1 0 0 0 0,0 0 0 0 0,0-1-1 0 0,9 2 63 0 0,-1 0 0 0 0,0 1-1 0 0,1 0 1 0 0,-1 0-1 0 0,0 1 1 0 0,0 0-1 0 0,0 0 1 0 0,-1 1-1 0 0,1 0 1 0 0,-1 0-1 0 0,0 0 1 0 0,0 1-1 0 0,0 1 1 0 0,-1-1-1 0 0,9 9 1 0 0,-8-7-13 0 0,0 1 0 0 0,-1-1-1 0 0,1 1 1 0 0,-2 0 0 0 0,1 1 0 0 0,-1 0 0 0 0,0 0-1 0 0,-1 0 1 0 0,0 0 0 0 0,0 0 0 0 0,-1 1-1 0 0,3 18 1 0 0,-5-19-33 0 0,-1 0 1 0 0,-1 0-1 0 0,1-1 0 0 0,-1 1 0 0 0,-1 0 0 0 0,0-1 1 0 0,0 1-1 0 0,-1-1 0 0 0,0 0 0 0 0,0 1 0 0 0,-1-1 1 0 0,0-1-1 0 0,0 1 0 0 0,-1-1 0 0 0,-7 10 0 0 0,0-3 49 0 0,0 1 0 0 0,-1-2 0 0 0,0 0 0 0 0,-2-1 0 0 0,1 0 0 0 0,-19 11 0 0 0,-11-2 776 0 0,41-20-696 0 0,-14-5-55 0 0,18 2-108 0 0,0 1-1 0 0,0-1 1 0 0,0 1 0 0 0,0 0-1 0 0,0-1 1 0 0,0 1 0 0 0,0 0 0 0 0,0 0-1 0 0,0 0 1 0 0,0-1 0 0 0,1 1 0 0 0,-1 1-1 0 0,1-1 1 0 0,-1 0 0 0 0,0 0 0 0 0,4-1-1 0 0,0 1-11 0 0,0-1 0 0 0,0 1 0 0 0,0 0 1 0 0,0 0-1 0 0,7 0 0 0 0,5 1-21 0 0,-1 1 0 0 0,25 4-1 0 0,-23-1 80 0 0,0 1 0 0 0,0 1 0 0 0,0 0 0 0 0,-1 1 0 0 0,0 1 0 0 0,-1 1 0 0 0,1 0 0 0 0,-2 1 0 0 0,1 1 0 0 0,-1 0 0 0 0,-1 1 0 0 0,13 15 0 0 0,-24-26 29 0 0,-1 1 1 0 0,0 0 0 0 0,0 1-1 0 0,-1-1 1 0 0,1 0-1 0 0,0 0 1 0 0,-1 1 0 0 0,1-1-1 0 0,-1 1 1 0 0,0-1-1 0 0,1 1 1 0 0,-2 0-1 0 0,1 0 1 0 0,0-1 0 0 0,0 1-1 0 0,-1 0 1 0 0,1 0-1 0 0,-1 0 1 0 0,0 0 0 0 0,0 0-1 0 0,0-1 1 0 0,0 1-1 0 0,-1 0 1 0 0,1 0 0 0 0,-1 0-1 0 0,0 0 1 0 0,0-1-1 0 0,1 1 1 0 0,-2 0-1 0 0,1-1 1 0 0,0 1 0 0 0,-1-1-1 0 0,1 1 1 0 0,-4 3-1 0 0,0 0 12 0 0,-1 0 0 0 0,0 0 0 0 0,0-1 0 0 0,0 0-1 0 0,-1 0 1 0 0,1 0 0 0 0,-1-1 0 0 0,-1 0 0 0 0,1 0-1 0 0,-15 5 1 0 0,18-8-64 0 0,-27 9 164 0 0,-58 13-1 0 0,56-19-158 0 0,1 0 0 0 0,-1-3 0 0 0,0 0 0 0 0,-45-6 0 0 0,75 4-244 0 0,1 1 1 0 0,-1-1 0 0 0,1 0 0 0 0,-1 0 0 0 0,0 0-1 0 0,1-1 1 0 0,0 1 0 0 0,-1 0 0 0 0,1-1 0 0 0,0 0-1 0 0,-3-2 1 0 0,3 2-69 0 0,1 2 173 0 0,1-1 1 0 0,0 0 0 0 0,-1 0 0 0 0,1 1 0 0 0,0-1 0 0 0,0 0-1 0 0,0 0 1 0 0,0 0 0 0 0,0 0 0 0 0,0 1 0 0 0,0-1 0 0 0,0 0-1 0 0,0 0 1 0 0,0 0 0 0 0,0 0 0 0 0,0 1 0 0 0,0-1 0 0 0,1 0-1 0 0,-1 0 1 0 0,0 0 0 0 0,1 1 0 0 0,0-2 0 0 0,0-1-661 0 0,0 0 208 0 0,1 1 1 0 0,0-1-1 0 0,-1 1 1 0 0,1-1-1 0 0,0 1 1 0 0,0 0-1 0 0,0 0 1 0 0,3-2-1 0 0,-4 2 49 0 0,18-13-5612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16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31 2968 0 0,'2'-2'2410'0'0,"5"-9"1511"0"0,8-7 3136 0 0,-14 26-6910 0 0,-1 0 0 0 0,0 0 0 0 0,0 0 0 0 0,-3 13 0 0 0,-1 30 109 0 0,5-41-218 0 0,0 0-1 0 0,0 0 1 0 0,1 0-1 0 0,0 0 1 0 0,1-1 0 0 0,0 1-1 0 0,1-1 1 0 0,0 0 0 0 0,0 0-1 0 0,9 13 1 0 0,-9-16-19 0 0,1 0 1 0 0,0 0-1 0 0,0-1 0 0 0,1 1 1 0 0,0-1-1 0 0,0-1 1 0 0,0 1-1 0 0,0-1 1 0 0,1 0-1 0 0,0-1 1 0 0,0 1-1 0 0,0-1 0 0 0,0-1 1 0 0,11 4-1 0 0,-9-4-13 0 0,1 0 0 0 0,0-1 0 0 0,0 1-1 0 0,-1-2 1 0 0,1 0 0 0 0,0 0 0 0 0,0 0 0 0 0,0-1-1 0 0,0-1 1 0 0,-1 0 0 0 0,1 0 0 0 0,-1-1-1 0 0,1 0 1 0 0,10-5 0 0 0,-5 0-18 0 0,0-1 0 0 0,0 0-1 0 0,-1-1 1 0 0,0-1 0 0 0,-1 0-1 0 0,0-1 1 0 0,13-16 0 0 0,26-34 45 0 0,-50 60-94 0 0,1 13-70 0 0,-3-10 133 0 0,1-1 0 0 0,-1 1 0 0 0,0 0 0 0 0,1 0 0 0 0,-1 0 0 0 0,0 0-1 0 0,0 0 1 0 0,0-1 0 0 0,1 1 0 0 0,-1 0 0 0 0,0 0 0 0 0,0 0 0 0 0,0 0 0 0 0,-1 0 0 0 0,1 0 0 0 0,0 0 0 0 0,0 0-1 0 0,-1 0 1 0 0,-154 657 4099 0 0,153-647-4038 0 0,-51 230 840 0 0,42-201-599 0 0,-2 0 0 0 0,-2 0 0 0 0,-35 66 0 0 0,38-85-69 0 0,-2 0 0 0 0,0-1 0 0 0,-1-1 0 0 0,-1-1 0 0 0,-33 32 0 0 0,41-44-182 0 0,0 1 0 0 0,0-1 1 0 0,-1 0-1 0 0,0-1 0 0 0,0 0 1 0 0,0 0-1 0 0,0-1 0 0 0,-1 0 0 0 0,0-1 1 0 0,0 0-1 0 0,0 0 0 0 0,0-1 0 0 0,0 0 1 0 0,0-1-1 0 0,-1 0 0 0 0,-13-1 0 0 0,17-1-43 0 0,-1-1 0 0 0,1 1 0 0 0,0-1 0 0 0,0-1 0 0 0,0 1 0 0 0,1-1 0 0 0,-1 0 0 0 0,0 0 0 0 0,1-1 0 0 0,0 0 0 0 0,0 0 0 0 0,0-1 0 0 0,0 0 0 0 0,1 0 0 0 0,0 0 0 0 0,0 0 0 0 0,0-1 0 0 0,1 0 0 0 0,0 0 0 0 0,0 0-1 0 0,0 0 1 0 0,-5-14 0 0 0,4 7-180 0 0,0 0-1 0 0,1-1 0 0 0,0 0 1 0 0,1 1-1 0 0,0-1 1 0 0,2-1-1 0 0,-1 1 0 0 0,2 0 1 0 0,0 0-1 0 0,3-27 0 0 0,2 19-201 0 0,1 0 0 0 0,0 0 0 0 0,2 1-1 0 0,0-1 1 0 0,2 2 0 0 0,0-1 0 0 0,1 2-1 0 0,1-1 1 0 0,25-29 0 0 0,-6 12-787 0 0,3 1 1 0 0,0 2 0 0 0,58-44-1 0 0,78-41-6706 0 0,-112 83 1622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16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31 940 0 0,'-83'-1'9816'0'0,"47"2"-6459"0"0,32-1-2583 0 0,0 0-126 0 0,-12 0-146 0 0,12 0-117 0 0,1 0-73 0 0,-21 3 343 0 0,19 0-233 0 0,24 0-340 0 0,93-2-640 0 0,111-14 0 0 0,-173 10-690 0 0,22-7-1529 0 0,-27 1-2658 0 0,-28 4 522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17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53 2700 0 0,'1'-3'2679'0'0,"12"-37"7180"0"0,-10 30-5807 0 0,-11 30-3247 0 0,-6 20-393 0 0,-17 80 0 0 0,28-98-369 0 0,0-1-1 0 0,1 1 1 0 0,1-1-1 0 0,1 1 0 0 0,5 38 1 0 0,-4-55-67 0 0,0 1 1 0 0,0-1-1 0 0,1 0 0 0 0,0 1 0 0 0,0-1 1 0 0,0 0-1 0 0,0 0 0 0 0,1 0 1 0 0,0 0-1 0 0,0 0 0 0 0,0-1 1 0 0,1 0-1 0 0,0 1 0 0 0,0-1 0 0 0,0 0 1 0 0,0-1-1 0 0,0 1 0 0 0,1-1 1 0 0,-1 0-1 0 0,1 0 0 0 0,0 0 0 0 0,0-1 1 0 0,0 1-1 0 0,1-1 0 0 0,-1-1 1 0 0,0 1-1 0 0,1-1 0 0 0,-1 0 1 0 0,7 1-1 0 0,-2-1-86 0 0,0-1 0 0 0,1 1 1 0 0,-1-2-1 0 0,0 0 0 0 0,1 0 1 0 0,-1-1-1 0 0,0 0 0 0 0,0 0 0 0 0,0-1 1 0 0,0-1-1 0 0,0 0 0 0 0,-1 0 1 0 0,0-1-1 0 0,17-11 0 0 0,-8 1 88 0 0,0-1-1 0 0,-1-1 1 0 0,-1 0-1 0 0,-1-2 1 0 0,18-26-1 0 0,1-2 1094 0 0,-1 6-421 0 0,-32 39-619 0 0,3 18 158 0 0,-70 214 1291 0 0,38-145-2344 0 0,-27 148 0 0 0,50-180-2363 0 0,5-49 2447 0 0,1 1 0 0 0,-1-1 1 0 0,0 0-1 0 0,1 0 0 0 0,0 0 0 0 0,0 0 0 0 0,0 0 0 0 0,1 0 1 0 0,-1 0-1 0 0,1 0 0 0 0,2 3 0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17.6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0 181 3192 0 0,'6'-16'3209'0'0,"-2"0"-1"0"0,0-1 0 0 0,0 1 0 0 0,0-21 1 0 0,0 12-1543 0 0,-4 23-1396 0 0,1-2-4 0 0,-1 4-253 0 0,0-1 0 0 0,0 1 0 0 0,0-1 0 0 0,0 1 0 0 0,0-1 0 0 0,0 1 0 0 0,0-1 0 0 0,0 1-1 0 0,0-1 1 0 0,0 1 0 0 0,0-1 0 0 0,0 1 0 0 0,1-1 0 0 0,-1 1 0 0 0,0-1 0 0 0,0 1 0 0 0,1-1 0 0 0,-1 1 0 0 0,0 0-1 0 0,1-1 1 0 0,10-4 33 0 0,-1 2 0 0 0,1-1 0 0 0,0 1-1 0 0,0 1 1 0 0,0 0 0 0 0,1 1 0 0 0,16-1-1 0 0,-14 1-16 0 0,326-14-110 0 0,-322 17-34 0 0,-15-2 72 0 0,0 6-11 0 0,-3-6 52 0 0,1 0 1 0 0,-1 0-1 0 0,0 0 1 0 0,0 1-1 0 0,0-1 1 0 0,1 0-1 0 0,-1 1 0 0 0,0-1 1 0 0,0 0-1 0 0,0 0 1 0 0,1 1-1 0 0,-1-1 1 0 0,0 0-1 0 0,0 1 0 0 0,0-1 1 0 0,0 0-1 0 0,0 1 1 0 0,0-1-1 0 0,0 0 0 0 0,0 1 1 0 0,0-1-1 0 0,0 0 1 0 0,0 1-1 0 0,0-1 1 0 0,0 0-1 0 0,0 1 0 0 0,0-1 1 0 0,0 0-1 0 0,0 0 1 0 0,0 1-1 0 0,0-1 1 0 0,-1 0-1 0 0,1 1 0 0 0,-12 17-10 0 0,0-1 0 0 0,-1 0-1 0 0,-1-1 1 0 0,0-1 0 0 0,-2 0-1 0 0,-16 13 1 0 0,8-6 19 0 0,-44 39 66 0 0,-84 80 131 0 0,132-122-117 0 0,-29 32 133 0 0,48-50-112 0 0,2 0-78 0 0,-1 0 0 0 0,1-1 0 0 0,-1 1 0 0 0,1 0 0 0 0,-1 0 1 0 0,1-1-1 0 0,-1 1 0 0 0,1 0 0 0 0,0-1 0 0 0,-1 1 0 0 0,1-1 0 0 0,0 1 0 0 0,0-1 0 0 0,-1 1 0 0 0,1-1 0 0 0,2 1 0 0 0,23 1 121 0 0,1-2 0 0 0,0-1-1 0 0,28-4 1 0 0,86-19-473 0 0,-55 9-789 0 0,92-18-3322 0 0,-61 8-2933 0 0,-47 10-480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17.8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83 212 0 0,'-11'-14'13308'0'0,"0"-5"-6107"0"0,11 18-7173 0 0,0 1 0 0 0,0-1 0 0 0,0 1 0 0 0,0-1-1 0 0,0 1 1 0 0,0-1 0 0 0,0 1 0 0 0,0-1 0 0 0,0 1-1 0 0,0-1 1 0 0,0 1 0 0 0,1-1 0 0 0,-1 1 0 0 0,0-1-1 0 0,0 1 1 0 0,1 0 0 0 0,-1-1 0 0 0,0 1 0 0 0,1-1-1 0 0,-1 1 1 0 0,0 0 0 0 0,1-1 0 0 0,-1 1 0 0 0,1 0-1 0 0,-1-1 1 0 0,0 1 0 0 0,1 0 0 0 0,-1 0 0 0 0,1-1-1 0 0,-1 1 1 0 0,1 0 0 0 0,-1 0 0 0 0,1 0 0 0 0,-1 0-1 0 0,1 0 1 0 0,-1 0 0 0 0,1 0 0 0 0,-1 0 0 0 0,1 0-1 0 0,-1 0 1 0 0,1 0 0 0 0,-1 0 0 0 0,2 0 0 0 0,145-15-211 0 0,-47 5-5237 0 0,-63 3-1539 0 0,-20 3-20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18.0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0 2664 0 0,'-42'25'5219'0'0,"22"-14"-1344"0"0,-25 18 776 0 0,45-28-4564 0 0,0-1 1 0 0,0 1-1 0 0,0 0 1 0 0,0-1 0 0 0,0 1-1 0 0,1 0 1 0 0,-1 0-1 0 0,0-1 1 0 0,0 1-1 0 0,1 0 1 0 0,-1-1-1 0 0,0 1 1 0 0,1-1-1 0 0,-1 1 1 0 0,1 0-1 0 0,-1-1 1 0 0,1 1-1 0 0,-1-1 1 0 0,1 1-1 0 0,0 0 1 0 0,38 4-119 0 0,0-1 0 0 0,0-2 0 0 0,0-1 0 0 0,0-2-1 0 0,40-7 1 0 0,14-5-3520 0 0,-33 0-2061 0 0,-23 3-881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18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99 3280 0 0,'-31'-9'18719'0'0,"45"4"-15940"0"0,-1 2-3335 0 0,185-23 2059 0 0,-134 19-1363 0 0,98-15-1402 0 0,-128 15-3635 0 0,35-12 1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18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163 137 2800 0 0,'-6'-15'3947'0'0,"1"6"-941"0"0,2-1-1 0 0,-1 0 1 0 0,-2-11-1 0 0,1 0 1303 0 0,-3-9 4753 0 0,6 17-8473 0 0,-1 6-547 0 0,-2 13-41 0 0,-51 158 0 0 0,42-128-167 0 0,2 0 0 0 0,1 0 0 0 0,-11 75 0 0 0,22-105 54 0 0,-1-1-1 0 0,1 1 1 0 0,0 0 0 0 0,0-1-1 0 0,1 1 1 0 0,0-1 0 0 0,0 1-1 0 0,0-1 1 0 0,0 0-1 0 0,1 1 1 0 0,0-1 0 0 0,0 0-1 0 0,0 0 1 0 0,1 0 0 0 0,0 0-1 0 0,0 0 1 0 0,0-1 0 0 0,0 1-1 0 0,1-1 1 0 0,0 0 0 0 0,7 6-1 0 0,-6-6-44 0 0,1 0 0 0 0,0 0 0 0 0,1-1-1 0 0,-1 1 1 0 0,1-1 0 0 0,-1-1 0 0 0,1 1 0 0 0,0-1-1 0 0,0 0 1 0 0,0-1 0 0 0,0 0 0 0 0,1 0 0 0 0,-1 0-1 0 0,0-1 1 0 0,0 0 0 0 0,10-2 0 0 0,-7 1 52 0 0,0-1 1 0 0,0-1-1 0 0,-1 0 0 0 0,1 0 1 0 0,-1-1-1 0 0,1 0 1 0 0,-1 0-1 0 0,-1-1 1 0 0,1-1-1 0 0,13-10 0 0 0,0-2 77 0 0,-2-2-1 0 0,28-33 0 0 0,12-29 3158 0 0,-51 67-2352 0 0,-8 13-693 0 0,0-1 1 0 0,0 1 0 0 0,0 0 0 0 0,1 0-1 0 0,-1-1 1 0 0,1 1 0 0 0,-1 0 0 0 0,1 0-1 0 0,2-1 1 0 0,-3 3-49 0 0,0 1-1 0 0,-1-1 1 0 0,1 1-1 0 0,0-1 1 0 0,0 1-1 0 0,0-1 1 0 0,-1 1-1 0 0,1 0 0 0 0,0 0 1 0 0,-1-1-1 0 0,1 1 1 0 0,0 0-1 0 0,-1 0 1 0 0,1 0-1 0 0,-1-1 1 0 0,0 1-1 0 0,1 0 1 0 0,-1 0-1 0 0,0 0 1 0 0,1 0-1 0 0,-1 0 1 0 0,0 0-1 0 0,0 0 1 0 0,0 0-1 0 0,0 0 1 0 0,0 0-1 0 0,0 1 1 0 0,2 34 497 0 0,-2-32-454 0 0,2 281 707 0 0,-5-146-3814 0 0,-4-70-2428 0 0,-3 0 0 0 0,-30 113 0 0 0,27-133-5506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20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401 138 1200 0 0,'-8'-5'1598'0'0,"0"0"0"0"0,1 0 1 0 0,0-1-1 0 0,0 0 0 0 0,0 0 0 0 0,1-1 0 0 0,-8-8 1 0 0,-7-9 1387 0 0,20 24-2946 0 0,1-1 0 0 0,-1 1 0 0 0,1-1 0 0 0,-1 1 0 0 0,0-1 0 0 0,1 0 1 0 0,-1 1-1 0 0,1-1 0 0 0,0 0 0 0 0,-1 0 0 0 0,1 1 0 0 0,0-1 0 0 0,-1 0 1 0 0,1 0-1 0 0,0 1 0 0 0,0-1 0 0 0,0 0 0 0 0,-1 0 0 0 0,1 0 0 0 0,0 0 0 0 0,0 1 1 0 0,0-1-1 0 0,1 0 0 0 0,-1 0 0 0 0,0 0 0 0 0,0-1 0 0 0,1 1-18 0 0,0-1 1 0 0,0 1-1 0 0,0-1 0 0 0,0 1 0 0 0,0 0 0 0 0,0-1 0 0 0,1 1 1 0 0,-1 0-1 0 0,0 0 0 0 0,1 0 0 0 0,-1 0 0 0 0,2-1 0 0 0,4-1-19 0 0,-1 0-1 0 0,1 0 0 0 0,0 0 1 0 0,12-2-1 0 0,-10 3-5 0 0,0 1 0 0 0,0 0 0 0 0,0 1 0 0 0,0 0 0 0 0,0 0 0 0 0,0 1 0 0 0,0 0 0 0 0,0 1 0 0 0,-1 0 0 0 0,1 0 0 0 0,0 1 0 0 0,-1 0 0 0 0,0 1 0 0 0,0-1 0 0 0,0 2 0 0 0,0-1 0 0 0,11 9 0 0 0,-14-9 8 0 0,-1 0-1 0 0,1 0 0 0 0,-1 1 1 0 0,0-1-1 0 0,0 1 1 0 0,0 0-1 0 0,-1 0 1 0 0,0 0-1 0 0,0 1 1 0 0,0-1-1 0 0,0 1 0 0 0,-1-1 1 0 0,0 1-1 0 0,0 0 1 0 0,-1 0-1 0 0,0 0 1 0 0,0 0-1 0 0,0 0 0 0 0,0 1 1 0 0,-1-1-1 0 0,0 0 1 0 0,-1 0-1 0 0,1 0 1 0 0,-1 0-1 0 0,0 0 1 0 0,-3 7-1 0 0,0-2 37 0 0,0 0-1 0 0,0-1 1 0 0,-1 1 0 0 0,-1-1-1 0 0,0-1 1 0 0,0 1 0 0 0,-1-1-1 0 0,0 0 1 0 0,0 0 0 0 0,-1-1-1 0 0,-1 0 1 0 0,1 0 0 0 0,-1-1-1 0 0,-12 7 1 0 0,-12 7 875 0 0,-2-2 0 0 0,-63 25 0 0 0,64-30 6 0 0,32-13-820 0 0,2-2-102 0 0,0 1-1 0 0,0 0 0 0 0,0-1 0 0 0,1 1 1 0 0,-1-1-1 0 0,0 1 0 0 0,0-1 0 0 0,1 1 1 0 0,-1 0-1 0 0,0-1 0 0 0,0 1 0 0 0,1 0 1 0 0,-1-1-1 0 0,1 1 0 0 0,-1 0 0 0 0,0-1 1 0 0,1 1-1 0 0,-1 0 0 0 0,1 0 0 0 0,-1-1 1 0 0,0 1-1 0 0,1 0 0 0 0,-1 0 0 0 0,1 0 0 0 0,-1 0 1 0 0,1 0-1 0 0,-1-1 0 0 0,2 1 0 0 0,20-2-21 0 0,-17 2 10 0 0,13 0-14 0 0,0 0-1 0 0,1 2 1 0 0,-1 0 0 0 0,0 1-1 0 0,0 0 1 0 0,0 2-1 0 0,-1 0 1 0 0,30 13-1 0 0,-32-11 16 0 0,0 1 1 0 0,0 0-1 0 0,-1 1 1 0 0,0 0-1 0 0,-1 1 0 0 0,0 1 1 0 0,0 0-1 0 0,-1 1 0 0 0,-1 0 1 0 0,11 14-1 0 0,-19-22 43 0 0,0 0 0 0 0,0 1 0 0 0,-1-1 0 0 0,1 0 1 0 0,-1 1-1 0 0,-1 0 0 0 0,1-1 0 0 0,0 1 0 0 0,-1 0 0 0 0,0 0 0 0 0,0 0 0 0 0,-1 0 0 0 0,1 0 0 0 0,-1 0 1 0 0,0 0-1 0 0,0 0 0 0 0,-1 5 0 0 0,-1-4 79 0 0,0 0 0 0 0,0 0 0 0 0,-1 0 0 0 0,1 0 0 0 0,-1 0 0 0 0,0-1 0 0 0,-1 1 0 0 0,1-1 1 0 0,-1 0-1 0 0,0 0 0 0 0,-9 8 0 0 0,-2 0 198 0 0,-1-1 0 0 0,0-1 0 0 0,0 0 0 0 0,-1-1 0 0 0,-1-1 0 0 0,1 0-1 0 0,-31 9 1 0 0,16-9-106 0 0,0-2 0 0 0,0-1 0 0 0,0-2 0 0 0,-1-1-1 0 0,1-1 1 0 0,-1-2 0 0 0,1-1 0 0 0,-1-2 0 0 0,1-1-1 0 0,0-2 1 0 0,-34-10 0 0 0,64 16-187 0 0,-4-2-236 0 0,0 1 0 0 0,0-1 0 0 0,0-1 0 0 0,-6-3 0 0 0,11 5 55 0 0,-1 1 0 0 0,1-1 0 0 0,0 0 0 0 0,0 0 0 0 0,0 0 0 0 0,0 0 0 0 0,0 0 0 0 0,0 0-1 0 0,0 0 1 0 0,1 0 0 0 0,-1 0 0 0 0,0-1 0 0 0,1 1 0 0 0,-1 0 0 0 0,1 0 0 0 0,-1-1 0 0 0,1 1-1 0 0,-1 0 1 0 0,1-1 0 0 0,0 1 0 0 0,0-1 0 0 0,0-2 0 0 0,0 3 60 0 0,0 1-1 0 0,0-1 1 0 0,0 0 0 0 0,1 0 0 0 0,-1 0 0 0 0,0 0-1 0 0,1 1 1 0 0,-1-1 0 0 0,0 0 0 0 0,1 0 0 0 0,-1 0-1 0 0,1 1 1 0 0,0-1 0 0 0,-1 0 0 0 0,1 1 0 0 0,0-1-1 0 0,-1 1 1 0 0,1-1 0 0 0,1 0 0 0 0,0-1-267 0 0,9-7-828 0 0,-1 0 0 0 0,2 1 0 0 0,-1 0 0 0 0,1 1-1 0 0,1 0 1 0 0,-1 1 0 0 0,1 0 0 0 0,17-4 0 0 0,-9 1-1623 0 0,15-3-3000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20.7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91 1332 0 0,'77'-39'15233'0'0,"-48"27"-12675"0"0,-27 11-2215 0 0,2 1-85 0 0,1 0-211 0 0,-1 1 0 0 0,1-1 0 0 0,0 1 0 0 0,-1 0 0 0 0,1 0 0 0 0,-1 1 0 0 0,1-1 0 0 0,-1 1 0 0 0,1 0 1 0 0,-1 0-1 0 0,0 1 0 0 0,0-1 0 0 0,0 1 0 0 0,3 3 0 0 0,0 0-16 0 0,-1 0 0 0 0,0 0 0 0 0,0 1 0 0 0,-1 0 0 0 0,1 0 0 0 0,-2 1 0 0 0,7 11 0 0 0,-7-10 7 0 0,1 1-1 0 0,-1 1 0 0 0,-1-1 1 0 0,1 0-1 0 0,-2 1 0 0 0,0 0 1 0 0,0 0-1 0 0,-1 0 0 0 0,0-1 0 0 0,-1 1 1 0 0,0 0-1 0 0,-1 0 0 0 0,-2 12 1 0 0,1-14 150 0 0,-1 1-1 0 0,0-1 1 0 0,-1-1 0 0 0,0 1 0 0 0,-1 0 0 0 0,0-1 0 0 0,0 0 0 0 0,0 0 0 0 0,-1 0 0 0 0,0-1 0 0 0,-1 0 0 0 0,0 0 0 0 0,0-1 0 0 0,0 0 0 0 0,-9 6 0 0 0,14-11 118 0 0,-5-3-167 0 0,7 2-137 0 0,0 0 0 0 0,-1 1 0 0 0,1-1 0 0 0,-1 0 0 0 0,1 0 0 0 0,0 0 0 0 0,-1 0 1 0 0,1-1-1 0 0,0 1 0 0 0,-1 0 0 0 0,1 0 0 0 0,-1 0 0 0 0,1 0 0 0 0,0 0 0 0 0,-1 0 0 0 0,1 0 0 0 0,0-1 0 0 0,-1 1 0 0 0,1 0 0 0 0,0 0 0 0 0,0-1 0 0 0,-1 1 0 0 0,1 0 1 0 0,0 0-1 0 0,-1-1 0 0 0,1 1 0 0 0,0 0 0 0 0,0-1 0 0 0,0 1 0 0 0,-1-1 0 0 0,4-5-12 0 0,-1 0 1 0 0,1 1-1 0 0,0-1 1 0 0,0 0-1 0 0,1 1 1 0 0,-1 0-1 0 0,1 0 1 0 0,5-5-1 0 0,43-40-298 0 0,-34 34 187 0 0,117-100-489 0 0,37-35 373 0 0,-160 135 181 0 0,-12 16 49 0 0,1 0-1 0 0,-1-1 1 0 0,0 1 0 0 0,1-1 0 0 0,-1 1-1 0 0,1-1 1 0 0,-1 1 0 0 0,0-1-1 0 0,0 0 1 0 0,1 1 0 0 0,-1-1 0 0 0,0 1-1 0 0,0-1 1 0 0,1 1 0 0 0,-1-1-1 0 0,0 0 1 0 0,0 1 0 0 0,0-1 0 0 0,0 0-1 0 0,0 1 1 0 0,0-1 0 0 0,0 1-1 0 0,0-2 1 0 0,-2 2 0 0 0,1 1-1 0 0,0-1 1 0 0,-1 0-1 0 0,1 0 1 0 0,-1 1-1 0 0,1-1 1 0 0,0 0 0 0 0,0 1-1 0 0,-1-1 1 0 0,1 1-1 0 0,0 0 1 0 0,-2 1-1 0 0,-1 0-11 0 0,-4 2-6 0 0,0 0 0 0 0,0 1-1 0 0,0 0 1 0 0,1 1 0 0 0,-1 0 0 0 0,1 0 0 0 0,-9 11-1 0 0,-8 6-17 0 0,12-12 32 0 0,1 0-1 0 0,0 1 1 0 0,0 1-1 0 0,1 0 1 0 0,1 0-1 0 0,0 1 1 0 0,1 0-1 0 0,1 0 1 0 0,0 1-1 0 0,-9 28 1 0 0,15-40 16 0 0,0 1 0 0 0,1-1 0 0 0,-1 0 0 0 0,1 1 0 0 0,0-1 0 0 0,0 1 0 0 0,0-1 1 0 0,0 0-1 0 0,1 1 0 0 0,-1-1 0 0 0,1 0 0 0 0,0 1 0 0 0,0-1 0 0 0,0 0 0 0 0,0 0 0 0 0,1 0 1 0 0,2 4-1 0 0,-2-3 12 0 0,1-1 0 0 0,0 0 1 0 0,0 1-1 0 0,1-1 0 0 0,-1 0 1 0 0,1-1-1 0 0,0 1 0 0 0,-1-1 1 0 0,1 1-1 0 0,0-1 0 0 0,6 2 1 0 0,8 2-123 0 0,-1-1 1 0 0,1-1-1 0 0,0 0 1 0 0,0-2-1 0 0,22 1 0 0 0,12-1-2147 0 0,67-6 1 0 0,-5-8-5305 0 0,-44 2-290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20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91 1044 0 0,'-34'-2'19793'0'0,"108"3"-19147"0"0,-1-3 0 0 0,99-16 1 0 0,-80 7-939 0 0,17-5-2732 0 0,-38-1-2033 0 0,-66 15 3759 0 0,1 0 0 0 0,-1-1 0 0 0,0 1 0 0 0,8-6 0 0 0,1-1-4211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21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21 3136 0 0,'-3'-2'2731'0'0,"-47"-14"7697"0"0,46 15-9866 0 0,-1 0 1 0 0,0 1 0 0 0,1 0 0 0 0,-1 0 0 0 0,-6 0 0 0 0,10 0-524 0 0,1 1 0 0 0,-1-1 1 0 0,0 1-1 0 0,0-1 0 0 0,0 1 1 0 0,1-1-1 0 0,-1 1 0 0 0,0-1 0 0 0,1 1 1 0 0,-1-1-1 0 0,1 1 0 0 0,-1 0 1 0 0,1 0-1 0 0,-1-1 0 0 0,1 1 0 0 0,-1 0 1 0 0,1 0-1 0 0,0-1 0 0 0,-1 1 1 0 0,1 0-1 0 0,-1 2 0 0 0,-5 21 374 0 0,5-16-253 0 0,-4 14 129 0 0,2 0 1 0 0,0 1-1 0 0,2-1 0 0 0,2 36 0 0 0,-1 8-118 0 0,-3-13-1962 0 0,7 61-1 0 0,-4-107 907 0 0,1 0-1 0 0,1 0 1 0 0,0 0-1 0 0,3 9 1 0 0,-4-13 100 0 0,0 0 1 0 0,1 0 0 0 0,-1 0 0 0 0,1-1-1 0 0,0 1 1 0 0,0 0 0 0 0,2 2-1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21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116 115 288 0 0,'-2'-3'1418'0'0,"0"-1"0"0"0,0 1-1 0 0,0-1 1 0 0,0 0 0 0 0,-2-7 0 0 0,-4-35 4049 0 0,7 42-5170 0 0,1 3-252 0 0,0 0 1 0 0,0-1 0 0 0,0 1 0 0 0,0 0 0 0 0,0 0 0 0 0,0-1-1 0 0,0 1 1 0 0,1 0 0 0 0,-1 0 0 0 0,0-1 0 0 0,1 1 0 0 0,-1 0-1 0 0,1 0 1 0 0,-1 0 0 0 0,1 0 0 0 0,0-1 0 0 0,0 1-1 0 0,-1 0 1 0 0,1 0 0 0 0,0 0 0 0 0,0 1 0 0 0,0-1 0 0 0,0 0-1 0 0,0 0 1 0 0,0 0 0 0 0,0 1 0 0 0,0-1 0 0 0,0 0-1 0 0,1 1 1 0 0,-1-1 0 0 0,0 1 0 0 0,0 0 0 0 0,0-1 0 0 0,1 1-1 0 0,1 0 1 0 0,3-1-13 0 0,-1 0 0 0 0,1 1 0 0 0,-1-1-1 0 0,1 1 1 0 0,8 2 0 0 0,-7-1-21 0 0,0 1-1 0 0,1 0 1 0 0,-1 1 0 0 0,0-1 0 0 0,0 1 0 0 0,0 1-1 0 0,0 0 1 0 0,-1 0 0 0 0,0 0 0 0 0,1 0-1 0 0,8 10 1 0 0,-5-5-4 0 0,0 2 0 0 0,-1 0 0 0 0,0 0 0 0 0,0 0 0 0 0,7 15 0 0 0,-11-17 7 0 0,-1 0 0 0 0,0-1 1 0 0,-1 1-1 0 0,0 0 0 0 0,0 1 1 0 0,-1-1-1 0 0,0 1 0 0 0,0-1 1 0 0,-1 1-1 0 0,-1-1 0 0 0,0 1 1 0 0,0 0-1 0 0,-1-1 0 0 0,0 1 1 0 0,0-1-1 0 0,-5 15 0 0 0,1-9 84 0 0,0 0 0 0 0,-2 0 1 0 0,0-1-1 0 0,0 0 0 0 0,-1 0 0 0 0,-1-1 0 0 0,-1 1 0 0 0,0-2 0 0 0,-13 14 0 0 0,-7 2 732 0 0,-1-2 1 0 0,-67 44-1 0 0,40-30 1 0 0,48-34-737 0 0,8-6-91 0 0,1 1 1 0 0,0-1-1 0 0,-1 1 1 0 0,1-1-1 0 0,0 1 1 0 0,0 0-1 0 0,0 0 1 0 0,0 0 0 0 0,-1 0-1 0 0,1-1 1 0 0,1 1-1 0 0,-1 1 1 0 0,-2 1-1 0 0,3-3-2 0 0,1 1 0 0 0,-1-1 0 0 0,0 1 0 0 0,0-1 0 0 0,0 1 0 0 0,1-1 0 0 0,-1 0 0 0 0,0 1 0 0 0,1-1-1 0 0,-1 1 1 0 0,0-1 0 0 0,1 0 0 0 0,-1 1 0 0 0,1-1 0 0 0,-1 0 0 0 0,0 0 0 0 0,1 1 0 0 0,-1-1 0 0 0,1 0 0 0 0,-1 0-1 0 0,1 0 1 0 0,-1 1 0 0 0,1-1 0 0 0,-1 0 0 0 0,1 0 0 0 0,-1 0 0 0 0,1 0 0 0 0,-1 0 0 0 0,1 0 0 0 0,-1 0 0 0 0,1 0 0 0 0,0 0-1 0 0,18 0 9 0 0,-19 0-9 0 0,67-3-1719 0 0,109-19 1 0 0,-143 17 629 0 0,120-27-7575 0 0,-103 17 2850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22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325 35 3044 0 0,'-23'-34'11067'0'0,"8"48"-8519"0"0,10-1-2183 0 0,0 1 0 0 0,1-1 0 0 0,0 1 0 0 0,1 0 1 0 0,1 0-1 0 0,0 1 0 0 0,1-1 0 0 0,0 0 0 0 0,1 1 0 0 0,1-1 0 0 0,0 0 0 0 0,1 0 1 0 0,1 1-1 0 0,6 21 0 0 0,-5-25-308 0 0,0 0 0 0 0,1 0 1 0 0,0 0-1 0 0,1-1 0 0 0,0 0 1 0 0,0 0-1 0 0,1 0 0 0 0,1-1 1 0 0,0 0-1 0 0,0 0 0 0 0,0-1 1 0 0,1 0-1 0 0,0-1 0 0 0,1 0 1 0 0,0 0-1 0 0,0-1 0 0 0,0 0 0 0 0,16 6 1 0 0,-18-9-109 0 0,0 0 0 0 0,0 0 1 0 0,0 0-1 0 0,0-1 0 0 0,0-1 1 0 0,0 0-1 0 0,1 0 0 0 0,-1 0 0 0 0,0-1 1 0 0,1 0-1 0 0,-1-1 0 0 0,0 1 1 0 0,1-2-1 0 0,-1 1 0 0 0,0-1 0 0 0,0-1 1 0 0,0 1-1 0 0,0-1 0 0 0,-1-1 0 0 0,1 1 1 0 0,-1-1-1 0 0,0-1 0 0 0,0 1 1 0 0,0-1-1 0 0,0 0 0 0 0,-1-1 0 0 0,0 0 1 0 0,0 0-1 0 0,7-10 0 0 0,4-9 44 0 0,-2-1-1 0 0,0-1 1 0 0,-2 0 0 0 0,18-52-1 0 0,-4 10 317 0 0,-26 66-347 0 0,0 3 9 0 0,-1 0 31 0 0,1 1 0 0 0,0-1 0 0 0,-1 0 0 0 0,1 0 0 0 0,0 1-1 0 0,-1-1 1 0 0,1 0 0 0 0,-1 1 0 0 0,1-1 0 0 0,-1 0 0 0 0,1 1 0 0 0,-1-1 0 0 0,1 1 0 0 0,-1-1 0 0 0,1 1 0 0 0,-1-1 0 0 0,1 1-1 0 0,-1 0 1 0 0,0-1 0 0 0,1 1 0 0 0,-1-1 0 0 0,0 1 0 0 0,1 0 0 0 0,-1-1 0 0 0,0 1 0 0 0,0 0 0 0 0,0 1 0 0 0,6 23 146 0 0,-6-23-121 0 0,3 24 225 0 0,-2-1 0 0 0,0 0 0 0 0,-3 30 0 0 0,-15 79 519 0 0,12-98-571 0 0,-53 320 1486 0 0,-31-3-820 0 0,76-314-670 0 0,-2 0 1 0 0,-2-1-1 0 0,-1-1 1 0 0,-2 0 0 0 0,-1-2-1 0 0,-27 34 1 0 0,34-51-27 0 0,-1-2 1 0 0,-1 0 0 0 0,0-1-1 0 0,-1-1 1 0 0,-26 18 0 0 0,29-23-94 0 0,0-1 0 0 0,0-1 1 0 0,-1 0-1 0 0,0-1 0 0 0,0-1 1 0 0,0 0-1 0 0,-1-1 0 0 0,-19 2 0 0 0,27-5-72 0 0,0 0-1 0 0,0-1 0 0 0,0 1 0 0 0,-1-2 0 0 0,1 1 0 0 0,0-1 0 0 0,0 0 0 0 0,1-1 0 0 0,-1 0 1 0 0,0 0-1 0 0,0-1 0 0 0,1 0 0 0 0,-1 0 0 0 0,1-1 0 0 0,0 0 0 0 0,0 0 0 0 0,1 0 1 0 0,-1-1-1 0 0,1 0 0 0 0,0-1 0 0 0,0 1 0 0 0,0-1 0 0 0,1 0 0 0 0,0-1 0 0 0,0 1 1 0 0,1-1-1 0 0,0 0 0 0 0,0 0 0 0 0,0 0 0 0 0,1 0 0 0 0,0-1 0 0 0,1 0 0 0 0,0 1 1 0 0,0-1-1 0 0,0 0 0 0 0,1 0 0 0 0,-1-13 0 0 0,4 3-227 0 0,-1 0-1 0 0,2 0 1 0 0,0 0-1 0 0,2 0 1 0 0,0 0 0 0 0,0 1-1 0 0,2 0 1 0 0,0 0-1 0 0,1 1 1 0 0,1 0-1 0 0,0 0 1 0 0,1 1 0 0 0,21-24-1 0 0,10-8-910 0 0,3 2 0 0 0,79-62 0 0 0,103-55-3886 0 0,-68 68-3552 0 0,-93 57 1178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22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45 121 1428 0 0,'-2'-1'5447'0'0,"-13"-4"773"0"0,-5-3 653 0 0,12 4-5975 0 0,9 4-866 0 0,-1-1-1 0 0,1 0 1 0 0,0 0 0 0 0,-1 1-1 0 0,1-1 1 0 0,0 1 0 0 0,0-1-1 0 0,0 0 1 0 0,0 1 0 0 0,-1-1-1 0 0,1 1 1 0 0,0 0 0 0 0,0-1-1 0 0,0 1 1 0 0,0 0 0 0 0,0 0-1 0 0,1-1 1 0 0,18-3 54 0 0,-19 3-75 0 0,156-22 170 0 0,-113 18-476 0 0,28-2-979 0 0,58-10-2600 0 0,-114 14 1894 0 0,0-1 0 0 0,-1-1-1 0 0,18-8 1 0 0,-11 1-3966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22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25 2028 0 0,'-27'-16'8769'0'0,"5"7"-5481"0"0,21 10-3168 0 0,-1 0 0 0 0,1-1 0 0 0,0 1 0 0 0,0 0 0 0 0,0 0 1 0 0,-1-1-1 0 0,1 1 0 0 0,0 0 0 0 0,0 0 0 0 0,0 0 0 0 0,0 1 0 0 0,0-1 1 0 0,1 0-1 0 0,-1 0 0 0 0,0 0 0 0 0,1 1 0 0 0,-1-1 0 0 0,0 3 0 0 0,-6 15 475 0 0,2 0-1 0 0,0 1 0 0 0,1 0 0 0 0,1 0 0 0 0,0 34 1 0 0,2-40-415 0 0,-9 227 1172 0 0,10-181-2705 0 0,3 0 0 0 0,12 61 0 0 0,-11-103-2405 0 0,9 29 0 0 0,-4-21-3728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23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61 2020 0 0,'5'-10'2524'0'0,"-2"5"-1087"0"0,0 0 1 0 0,-1 1-1 0 0,1-1 1 0 0,-1-1-1 0 0,-1 1 1 0 0,1 0 0 0 0,1-10-1 0 0,-20 19-653 0 0,-13 6-136 0 0,0 1 0 0 0,0 2-1 0 0,-49 30 1 0 0,73-41-626 0 0,1 1 0 0 0,1 0 0 0 0,-1 0-1 0 0,0 0 1 0 0,1 1 0 0 0,-1 0 0 0 0,1 0 0 0 0,0 0-1 0 0,0 0 1 0 0,-6 9 0 0 0,10-12-19 0 0,0 0 1 0 0,-1-1-1 0 0,1 1 0 0 0,0 0 0 0 0,0-1 0 0 0,0 1 0 0 0,-1 0 1 0 0,1 0-1 0 0,0-1 0 0 0,0 1 0 0 0,0 0 0 0 0,0 0 1 0 0,0-1-1 0 0,0 1 0 0 0,1 0 0 0 0,-1-1 0 0 0,0 1 1 0 0,0 0-1 0 0,0 0 0 0 0,1-1 0 0 0,-1 1 0 0 0,0 0 0 0 0,1-1 1 0 0,-1 1-1 0 0,0 0 0 0 0,1-1 0 0 0,-1 1 0 0 0,1-1 1 0 0,-1 1-1 0 0,1-1 0 0 0,0 1 0 0 0,19 12 18 0 0,89 30-53 0 0,-66-28-39 0 0,50 26-1 0 0,-75-32 204 0 0,-1 1 0 0 0,0 1 0 0 0,-1 0 0 0 0,28 27 0 0 0,-38-34 142 0 0,-2 1 1 0 0,1 1 0 0 0,-1-1-1 0 0,1 0 1 0 0,-2 1 0 0 0,1 0-1 0 0,0 0 1 0 0,-1 0 0 0 0,0 1-1 0 0,-1-1 1 0 0,0 1 0 0 0,0-1 0 0 0,0 1-1 0 0,0 0 1 0 0,-1 0 0 0 0,0 0-1 0 0,-1 11 1 0 0,-1-12-45 0 0,0 0 0 0 0,-1 0 0 0 0,1-1-1 0 0,-1 1 1 0 0,-1-1 0 0 0,1 1 0 0 0,-1-1 0 0 0,0 0 0 0 0,0 0 0 0 0,-1 0 0 0 0,1-1 0 0 0,-1 1-1 0 0,0-1 1 0 0,0 0 0 0 0,0 0 0 0 0,-1 0 0 0 0,0 0 0 0 0,-7 3 0 0 0,-2 3 141 0 0,-2-1 0 0 0,1-1 0 0 0,-1-1 1 0 0,-32 11-1 0 0,29-13-116 0 0,1 0 0 0 0,-1-1 1 0 0,-33 2-1 0 0,45-6-307 0 0,-1 0 1 0 0,0 0-1 0 0,0-1 1 0 0,1 1-1 0 0,-1-2 1 0 0,0 1-1 0 0,1-1 1 0 0,-1 0-1 0 0,1-1 1 0 0,0 0-1 0 0,0 0 1 0 0,-8-5-1 0 0,12 6-255 0 0,0 0 0 0 0,0 0 0 0 0,0 0-1 0 0,1-1 1 0 0,-1 1 0 0 0,1-1 0 0 0,0 0 0 0 0,-1 1-1 0 0,1-1 1 0 0,0 0 0 0 0,1-1 0 0 0,-1 1-1 0 0,0 0 1 0 0,1 0 0 0 0,0-1 0 0 0,0 1 0 0 0,0-1-1 0 0,0 1 1 0 0,1-1 0 0 0,-1 1 0 0 0,1-1 0 0 0,0 1-1 0 0,0-1 1 0 0,0 0 0 0 0,0 1 0 0 0,1-1-1 0 0,0-3 1 0 0,3-5-1522 0 0,-1 0 1 0 0,1 1-1 0 0,1-1 0 0 0,0 1 0 0 0,1 1 0 0 0,12-18 0 0 0,1-2-6149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23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26 147 344 0 0,'-21'-65'17076'0'0,"17"40"-13599"0"0,5 23-3440 0 0,0 0 0 0 0,1 1 1 0 0,-1-1-1 0 0,0 1 1 0 0,1 0-1 0 0,-1-1 1 0 0,1 1-1 0 0,0 0 1 0 0,-1 0-1 0 0,1 0 1 0 0,0 0-1 0 0,0 0 0 0 0,-1 1 1 0 0,1-1-1 0 0,0 0 1 0 0,0 1-1 0 0,0-1 1 0 0,0 1-1 0 0,2 0 1 0 0,47-6 290 0 0,-37 5-233 0 0,295-28-62 0 0,-306 28-579 0 0,13 1-1266 0 0,-12 0 802 0 0,-2 1 557 0 0,20 5-2551 0 0,-2 2-4074 0 0,-2-1 1283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24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1 512 0 0,'-5'24'17562'0'0,"4"-21"-17382"0"0,-1 11 5712 0 0,4-1-63 0 0,4-9-5762 0 0,323-6-16 0 0,-275 4-1296 0 0,-53-3 1228 0 0,-1 1 0 0 0,1 0-1 0 0,0 0 1 0 0,-1 0 0 0 0,1 0 0 0 0,0 0-1 0 0,-1 0 1 0 0,1 0 0 0 0,0 0 0 0 0,-1 0-1 0 0,1 0 1 0 0,0 0 0 0 0,-1 0 0 0 0,1 0 0 0 0,0 1-1 0 0,-1-1 1 0 0,1 0 0 0 0,-1 0 0 0 0,1 1-1 0 0,0-1 1 0 0,-1 0 0 0 0,1 1 0 0 0,-1-1-1 0 0,1 1 1 0 0,-1-1 0 0 0,1 1 0 0 0,-1-1 0 0 0,1 1-1 0 0,-1-1 1 0 0,0 1 0 0 0,1-1 0 0 0,-1 1-1 0 0,0 0 1 0 0,1-1 0 0 0,-1 1 0 0 0,0 0-1 0 0,0-1 1 0 0,0 1 0 0 0,1-1 0 0 0,-1 1 0 0 0,0 0-1 0 0,0-1 1 0 0,0 1 0 0 0,0 0 0 0 0,0 0-1 0 0,0-1 1 0 0,0 1 0 0 0,-1 0 0 0 0,1-1-1 0 0,0 1 1 0 0,0-1 0 0 0,0 1 0 0 0,-1 0 0 0 0,1-1-1 0 0,0 1 1 0 0,-1 0 0 0 0,1-1 0 0 0,0 1-1 0 0,-2 0 1 0 0,-2 6-29 0 0,0 0-1 0 0,-1-1 1 0 0,-9 11-1 0 0,11-14 5 0 0,-32 33-86 0 0,-1-2 0 0 0,-41 29 0 0 0,0 1-54 0 0,25-20 159 0 0,-49 45 64 0 0,101-88-25 0 0,-1-1-1 0 0,1 1 1 0 0,-1-1 0 0 0,1 0 0 0 0,-1 1 0 0 0,1-1 0 0 0,-1 1-1 0 0,1-1 1 0 0,0 1 0 0 0,-1 0 0 0 0,1-1 0 0 0,0 1-1 0 0,-1-1 1 0 0,1 1 0 0 0,0-1 0 0 0,0 1 0 0 0,0 0-1 0 0,0-1 1 0 0,-1 1 0 0 0,1 0 0 0 0,0-1 0 0 0,0 1 0 0 0,0 0-1 0 0,0-1 1 0 0,0 1 0 0 0,1-1 0 0 0,-1 1 0 0 0,0 0-1 0 0,0-1 1 0 0,0 1 0 0 0,0-1 0 0 0,1 1 0 0 0,-1 0 0 0 0,0-1-1 0 0,1 1 1 0 0,-1-1 0 0 0,0 1 0 0 0,1-1 0 0 0,-1 1-1 0 0,1-1 1 0 0,-1 1 0 0 0,1-1 0 0 0,-1 0 0 0 0,1 1 0 0 0,-1-1-1 0 0,1 1 1 0 0,-1-1 0 0 0,1 0 0 0 0,-1 0 0 0 0,1 1-1 0 0,0-1 1 0 0,-1 0 0 0 0,2 0 0 0 0,34 10 252 0 0,-36-10-264 0 0,40 3 62 0 0,0-1 0 0 0,-1-2 0 0 0,60-7 0 0 0,-26 1-504 0 0,175-13-3455 0 0,-83-4-2024 0 0,-85 5-2009 0 0,-41 9 76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24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22 3384 0 0,'-4'0'2990'0'0,"4"0"-2992"0"0,-14-2 2554 0 0,-37-6 13205 0 0,69 4-15081 0 0,30-1-760 0 0,173 3-813 0 0,-79 12-8621 0 0,-126-7 4199 0 0,-13-2 3830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24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0 288 0 0,'-162'80'20724'0'0,"178"-71"-19460"0"0,-3-7-1051 0 0,-1-1 0 0 0,1 0 1 0 0,0 0-1 0 0,-1-2 0 0 0,20-2 0 0 0,-3 1-58 0 0,274-27-2714 0 0,-101-7-7875 0 0,-128 20 2121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25.0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84 2072 0 0,'-41'-76'18779'0'0,"35"69"-17055"0"0,1 6-165 0 0,4 11-151 0 0,21 286 2371 0 0,-18-205-2056 0 0,-13 118 0 0 0,-60 188-1723 0 0,60-342 0 0 0,-22 92 0 0 0,30-128-1556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25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31 246 3180 0 0,'15'-178'18097'0'0,"-11"113"-13610"0"0,-4 63-3754 0 0,-1 2-694 0 0,1 1-1 0 0,-1 0 1 0 0,0-1-1 0 0,1 1 1 0 0,-1 0 0 0 0,0-1-1 0 0,1 1 1 0 0,-1 0-1 0 0,1 0 1 0 0,-1-1-1 0 0,1 1 1 0 0,-1 0 0 0 0,1 0-1 0 0,-1 0 1 0 0,1 0-1 0 0,0 0 1 0 0,0 0-1 0 0,-1 0 1 0 0,1 1 0 0 0,-6 26 468 0 0,5-24-407 0 0,-8 41 562 0 0,-13 78 134 0 0,21-109-758 0 0,0-1 1 0 0,1 0 0 0 0,1 0-1 0 0,0 0 1 0 0,1 0-1 0 0,0 0 1 0 0,6 18 0 0 0,-5-23-40 0 0,0-1 1 0 0,1 1 0 0 0,0-1 0 0 0,0 0-1 0 0,0 0 1 0 0,1 0 0 0 0,0-1-1 0 0,1 1 1 0 0,0-1 0 0 0,0-1 0 0 0,0 1-1 0 0,0-1 1 0 0,1 0 0 0 0,0 0-1 0 0,0-1 1 0 0,0 0 0 0 0,1 0 0 0 0,-1-1-1 0 0,1 0 1 0 0,0 0 0 0 0,14 3-1 0 0,-13-4 1 0 0,0-1 0 0 0,0 1 0 0 0,0-2 0 0 0,0 1 0 0 0,1-1-1 0 0,-1-1 1 0 0,0 0 0 0 0,0 0 0 0 0,0 0 0 0 0,0-1 0 0 0,0-1 0 0 0,0 0-1 0 0,-1 0 1 0 0,1 0 0 0 0,-1-1 0 0 0,0-1 0 0 0,0 1 0 0 0,0-1 0 0 0,11-10-1 0 0,-6 3-10 0 0,0-1-1 0 0,-1-1 0 0 0,-1 0 1 0 0,18-30-1 0 0,29-68 193 0 0,-33 60 154 0 0,-22 44-372 0 0,4-4-122 0 0,-4 13 151 0 0,-2 9 123 0 0,-1 2 114 0 0,0 1 0 0 0,-2-1-1 0 0,-2 16 1 0 0,0-6-84 0 0,-51 456 345 0 0,25-199-4532 0 0,-7 1-8833 0 0,22-173 644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45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1039 20 1648 0 0,'0'0'1580'0'0,"-4"-11"1033"0"0,4 11-2461 0 0,0-1-1 0 0,-4-5 2728 0 0,4 5-2728 0 0,-1 1 1 0 0,1 0-1 0 0,0 0 1 0 0,-1 0-1 0 0,1 0 1 0 0,0-1-1 0 0,-1 1 1 0 0,-4 3-25 0 0,1 0 0 0 0,-1 0 0 0 0,1 1 1 0 0,0-1-1 0 0,1 1 0 0 0,-1 0 0 0 0,-5 8 0 0 0,-25 38 572 0 0,18-24-505 0 0,-117 166 412 0 0,-198 314 354 0 0,323-492-914 0 0,-14 28 121 0 0,21-40-244 0 0,176-410-2230 0 0,-171 396 2280 0 0,55-133 291 0 0,-48 121-126 0 0,2 0-1 0 0,0 1 0 0 0,31-39 0 0 0,-41 59-115 0 0,-1-1-1 0 0,1 1 0 0 0,0-1 0 0 0,0 1 0 0 0,1 0 0 0 0,-1 0 0 0 0,1 1 0 0 0,-1-1 0 0 0,1 1 0 0 0,0 0 0 0 0,0 0 0 0 0,0 0 1 0 0,0 0-1 0 0,0 1 0 0 0,0-1 0 0 0,1 1 0 0 0,-1 0 0 0 0,0 0 0 0 0,1 1 0 0 0,-1 0 0 0 0,1-1 0 0 0,-1 1 0 0 0,1 1 0 0 0,-1-1 1 0 0,0 1-1 0 0,1-1 0 0 0,-1 1 0 0 0,0 1 0 0 0,1-1 0 0 0,-1 0 0 0 0,0 1 0 0 0,0 0 0 0 0,0 0 0 0 0,0 0 0 0 0,-1 1 0 0 0,5 2 1 0 0,5 6 74 0 0,0-1 0 0 0,-1 2 1 0 0,0 0-1 0 0,-1 0 1 0 0,-1 1-1 0 0,0 0 1 0 0,14 24-1 0 0,49 109 776 0 0,-50-89-697 0 0,-3 0 0 0 0,-2 1-1 0 0,-3 1 1 0 0,-2 1 0 0 0,5 62 0 0 0,-16-95-88 0 0,0 1 1 0 0,-2 0-1 0 0,-4 31 1 0 0,3-50-20 0 0,0 0 1 0 0,-1 1-1 0 0,0-1 1 0 0,-1 0-1 0 0,0 0 1 0 0,0 0-1 0 0,-1 0 1 0 0,0-1-1 0 0,-1 1 1 0 0,1-1-1 0 0,-2 0 1 0 0,-10 12 0 0 0,11-15-15 0 0,-1-1 0 0 0,1 0 0 0 0,-1 0 0 0 0,0-1 0 0 0,0 0 1 0 0,0 0-1 0 0,0 0 0 0 0,-1-1 0 0 0,1 0 0 0 0,-1 0 1 0 0,0 0-1 0 0,1-1 0 0 0,-13 1 0 0 0,-9-1 90 0 0,1-1 0 0 0,-29-4 0 0 0,52 4-133 0 0,-387-65 429 0 0,262 38-417 0 0,-279-65-1501 0 0,405 91 628 0 0,77-3-8249 0 0,-40 2 4226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45.3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0 117 348 0 0,'3'-2'2625'0'0,"35"-48"11634"0"0,-25 36-13061 0 0,-5 9-1065 0 0,1 1 1 0 0,-1 0-1 0 0,1 0 0 0 0,0 1 1 0 0,0 1-1 0 0,15-4 1 0 0,62-5-485 0 0,-73 10 164 0 0,129-9-3899 0 0,-120 10 1355 0 0,0 1 0 0 0,27 4 0 0 0,-33-1-1412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45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0 2768 0 0,'-84'48'14936'0'0,"185"-44"-14794"0"0,194-19-9927 0 0,-218 6 4128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46.1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12 932 0 0,'2'-1'4501'0'0,"20"-9"4155"0"0,-21 10-8622 0 0,0 1 1 0 0,0 0-1 0 0,0-1 1 0 0,-1 1-1 0 0,1 0 1 0 0,0-1 0 0 0,0 1-1 0 0,0 0 1 0 0,-1 0-1 0 0,1 0 1 0 0,0 0 0 0 0,-1 0-1 0 0,1 1 1 0 0,4 27 369 0 0,-2 0 0 0 0,-2 49 0 0 0,0-15-209 0 0,10 413 1317 0 0,-16 1011-567 0 0,-5-945-875 0 0,0 1086-193 0 0,12-1401 94 0 0,0 383 14 0 0,-23-3 84 0 0,-2-303-1230 0 0,21-290-244 0 0,0 0 1 0 0,-6 16-1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46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97 2048 0 0,'13'-21'4369'0'0,"14"-30"1"0"0,-15 27-1549 0 0,-12 50-2159 0 0,-27 142 963 0 0,10-66-1236 0 0,-6 114 1 0 0,20-156-489 0 0,0 77-561 0 0,4-113-3397 0 0,9 43 0 0 0,-6-46-1340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47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43 2416 0 0,'3'-2'2354'0'0,"35"-39"10403"0"0,-36 41-12743 0 0,-1 0 1 0 0,0 1-1 0 0,0-1 1 0 0,0 0-1 0 0,0 1 1 0 0,0-1-1 0 0,0 1 1 0 0,0-1-1 0 0,0 1 1 0 0,0-1-1 0 0,0 1 0 0 0,0 0 1 0 0,0-1-1 0 0,0 1 1 0 0,0 0-1 0 0,-1 0 1 0 0,1 0-1 0 0,0 0 1 0 0,-1 0-1 0 0,1 0 1 0 0,0 0-1 0 0,-1 0 0 0 0,1 0 1 0 0,-1 0-1 0 0,0 0 1 0 0,1 0-1 0 0,-1 2 1 0 0,8 35 65 0 0,-7-27-36 0 0,8 63 191 0 0,-1 104 0 0 0,-5-66-2003 0 0,-3-80 148 0 0,4 30-5472 0 0,-2-42 1450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49.1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267 133 592 0 0,'-2'-1'1835'0'0,"-40"-33"6771"0"0,20 9-5721 0 0,22 24-2865 0 0,0 0 1 0 0,-1 0-1 0 0,1 0 0 0 0,0 0 1 0 0,0 0-1 0 0,0 0 0 0 0,0 0 1 0 0,0 0-1 0 0,0 0 0 0 0,0 0 1 0 0,0 0-1 0 0,0 0 0 0 0,0 0 1 0 0,0 1-1 0 0,1-1 0 0 0,-1 0 1 0 0,0 0-1 0 0,1 0 0 0 0,-1 0 1 0 0,1 0-1 0 0,-1 1 0 0 0,1-1 1 0 0,-1 0-1 0 0,1 0 0 0 0,-1 1 1 0 0,2-2-1 0 0,16-15 160 0 0,-13 13-175 0 0,1 1 1 0 0,-1-1-1 0 0,1 1 0 0 0,0 0 1 0 0,0 1-1 0 0,0-1 1 0 0,0 1-1 0 0,0 1 0 0 0,0-1 1 0 0,0 1-1 0 0,1 0 1 0 0,-1 0-1 0 0,1 1 0 0 0,-1 0 1 0 0,1 0-1 0 0,-1 0 1 0 0,0 1-1 0 0,1 0 1 0 0,9 3-1 0 0,-12-3-2 0 0,1 1 0 0 0,0 0 0 0 0,-1 0-1 0 0,0 0 1 0 0,0 1 0 0 0,1 0 0 0 0,-2-1 0 0 0,1 1 0 0 0,0 1 0 0 0,0-1-1 0 0,-1 0 1 0 0,0 1 0 0 0,0 0 0 0 0,0 0 0 0 0,0 0 0 0 0,0 0 0 0 0,-1 0-1 0 0,0 0 1 0 0,0 1 0 0 0,0-1 0 0 0,0 1 0 0 0,-1 0 0 0 0,0-1 0 0 0,0 1-1 0 0,1 9 1 0 0,-2 2 11 0 0,0 0 0 0 0,-1-1 0 0 0,0 1 0 0 0,-2-1 0 0 0,1 0 0 0 0,-2 1 0 0 0,0-1 0 0 0,-1-1 0 0 0,-1 1 0 0 0,0-1 0 0 0,-11 19 0 0 0,-3 0 11 0 0,-1-1 0 0 0,-1 0 0 0 0,-38 39 0 0 0,6-17 383 0 0,-2-3 1 0 0,-85 58 0 0 0,136-105-367 0 0,4-3-37 0 0,1-1 0 0 0,-1 0 0 0 0,1 1-1 0 0,-1-1 1 0 0,1 1 0 0 0,-1-1 0 0 0,1 0-1 0 0,-1 1 1 0 0,1-1 0 0 0,0 1 0 0 0,-1-1-1 0 0,1 1 1 0 0,0 0 0 0 0,-1-1-1 0 0,1 1 1 0 0,0-1 0 0 0,0 1 0 0 0,0-1-1 0 0,-1 2 1 0 0,8 3 66 0 0,20-3-13 0 0,206-41-55 0 0,-154 23-270 0 0,120-19-1703 0 0,-10 1-4361 0 0,-108 19 711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52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306 145 448 0 0,'-4'-2'2288'0'0,"-7"-2"-701"0"0,-2 0 1069 0 0,-1-1 0 0 0,-21-13 0 0 0,31 16-2337 0 0,0 0 1 0 0,0-1-1 0 0,1 0 0 0 0,0 1 0 0 0,-1-1 0 0 0,1-1 0 0 0,0 1 0 0 0,0 0 0 0 0,1-1 1 0 0,-1 1-1 0 0,1-1 0 0 0,-1 0 0 0 0,1 0 0 0 0,-2-5 0 0 0,4 7-300 0 0,-1 1 0 0 0,1 0 0 0 0,0 0-1 0 0,0 0 1 0 0,-1 0 0 0 0,1 0 0 0 0,0-1 0 0 0,0 1-1 0 0,0 0 1 0 0,0 0 0 0 0,1 0 0 0 0,-1-1 0 0 0,0 1-1 0 0,0 0 1 0 0,1 0 0 0 0,-1 0 0 0 0,1 0 0 0 0,-1 0-1 0 0,1 0 1 0 0,-1 0 0 0 0,1 0 0 0 0,0 0 0 0 0,0-1-1 0 0,1 0-6 0 0,0 0 0 0 0,1 0 0 0 0,-1 0-1 0 0,0 0 1 0 0,1 1 0 0 0,-1-1-1 0 0,1 1 1 0 0,0 0 0 0 0,3-2-1 0 0,4 0-9 0 0,0 1-1 0 0,0-1 1 0 0,1 1-1 0 0,15 0 1 0 0,-7 1-6 0 0,0 2 1 0 0,1 0-1 0 0,-1 1 1 0 0,34 8-1 0 0,-43-8 4 0 0,-1 1 0 0 0,-1 0-1 0 0,1 0 1 0 0,0 1 0 0 0,-1 0-1 0 0,0 1 1 0 0,0-1 0 0 0,0 2-1 0 0,0-1 1 0 0,-1 1 0 0 0,0 0 0 0 0,6 8-1 0 0,-11-12 6 0 0,0 0-1 0 0,-1 0 1 0 0,1 1-1 0 0,-1-1 1 0 0,1 1-1 0 0,-1-1 0 0 0,0 1 1 0 0,0 0-1 0 0,0-1 1 0 0,-1 1-1 0 0,1 0 1 0 0,-1 0-1 0 0,1-1 1 0 0,-1 1-1 0 0,0 0 0 0 0,0 3 1 0 0,-1-1 1 0 0,1 0 0 0 0,-1-1 0 0 0,-1 1 0 0 0,1-1-1 0 0,-1 1 1 0 0,0-1 0 0 0,0 1 0 0 0,-5 7 0 0 0,-1-1 7 0 0,0 0 0 0 0,-1 0 0 0 0,-1-1 0 0 0,0 0-1 0 0,-18 14 1 0 0,-2-3 44 0 0,-38 22 0 0 0,-29 17 129 0 0,95-59-190 0 0,0 1-5 0 0,-3 1 12 0 0,29-2-43 0 0,6-3 17 0 0,1 1 0 0 0,-1 2 0 0 0,45 7 0 0 0,-59-5 27 0 0,1 0 1 0 0,-1 1 0 0 0,0 1-1 0 0,0 1 1 0 0,0 0 0 0 0,-1 1-1 0 0,0 1 1 0 0,14 9 0 0 0,-26-15 54 0 0,-1-1-1 0 0,0 1 1 0 0,0-1 0 0 0,0 1 0 0 0,0 0 0 0 0,0 0 0 0 0,0 0 0 0 0,-1 0 0 0 0,1 0-1 0 0,0 0 1 0 0,-1 0 0 0 0,0 0 0 0 0,1 1 0 0 0,-1-1 0 0 0,0 1 0 0 0,0-1 0 0 0,-1 1-1 0 0,1-1 1 0 0,0 1 0 0 0,-1-1 0 0 0,0 1 0 0 0,1 0 0 0 0,-1-1 0 0 0,0 1-1 0 0,0 0 1 0 0,-1 3 0 0 0,0-1 91 0 0,-1 0 0 0 0,0 0 0 0 0,0 0 0 0 0,-1 0 1 0 0,1 0-1 0 0,-1 0 0 0 0,0-1 0 0 0,0 1 0 0 0,-1-1 0 0 0,1 0 0 0 0,-9 8 0 0 0,-4 2 143 0 0,-1-1 0 0 0,-1 0 0 0 0,0-1 0 0 0,0-1 1 0 0,-1-1-1 0 0,-1-1 0 0 0,-25 9 0 0 0,11-6 36 0 0,-1-2 1 0 0,-1-2-1 0 0,-55 7 0 0 0,72-13-320 0 0,0-1-1 0 0,0-1 1 0 0,0 0-1 0 0,0-2 1 0 0,0 0-1 0 0,0-1 1 0 0,-34-10-1 0 0,51 12-146 0 0,1 1-1 0 0,-1 0 0 0 0,1-1 1 0 0,0 1-1 0 0,-1-1 0 0 0,1 0 1 0 0,-1 1-1 0 0,1-1 0 0 0,0 0 0 0 0,0 0 1 0 0,0 0-1 0 0,-1 0 0 0 0,1 0 1 0 0,0 0-1 0 0,0 0 0 0 0,0 0 1 0 0,0 0-1 0 0,1 0 0 0 0,-1-1 1 0 0,0 1-1 0 0,0 0 0 0 0,1-1 1 0 0,-1 1-1 0 0,1 0 0 0 0,-1-1 1 0 0,1 1-1 0 0,0-1 0 0 0,-1-1 1 0 0,1 1-174 0 0,1 0 0 0 0,0-1 1 0 0,-1 1-1 0 0,1 0 1 0 0,0 0-1 0 0,0 0 0 0 0,0 0 1 0 0,0 0-1 0 0,0 1 1 0 0,0-1-1 0 0,1 0 0 0 0,-1 0 1 0 0,1 1-1 0 0,-1-1 0 0 0,1 1 1 0 0,0-1-1 0 0,-1 1 1 0 0,4-2-1 0 0,17-10-4746 0 0,6-4-2696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47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26 1916 0 0,'6'-25'12519'0'0,"-18"110"-8284"0"0,-6 45-3396 0 0,-61 300 81 0 0,71-369-1458 0 0,-1 74 1 0 0,8-70-2824 0 0,1-1-3591 0 0,0-64 6952 0 0,0 23-6637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50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19 2724 0 0,'-43'-2'6644'0'0,"39"2"-5274"0"0,-16-2 2885 0 0,-15 2-640 0 0,32 0-3201 0 0,6 0-309 0 0,44 3 150 0 0,88-5-1 0 0,-35-1-170 0 0,77 0 126 0 0,-128 0-386 0 0,-20-4-4441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51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0 170 408 0 0,'42'-56'9898'0'0,"-23"31"-4733"0"0,15-27 1 0 0,-29 45-4532 0 0,-1 0 0 0 0,1 1-1 0 0,9-11 1 0 0,-12 20-589 0 0,-2-2-41 0 0,1-1-1 0 0,-1 1 1 0 0,1-1-1 0 0,-1 1 1 0 0,1-1-1 0 0,-1 1 1 0 0,1-1-1 0 0,-1 1 1 0 0,0 0-1 0 0,1-1 1 0 0,-1 1-1 0 0,0 0 1 0 0,1-1-1 0 0,-1 1 1 0 0,0 0-1 0 0,0 0 1 0 0,0 18 9 0 0,-1-1 1 0 0,-1 1 0 0 0,0-1-1 0 0,-10 34 1 0 0,3-17 16 0 0,-1 10 0 0 0,1-10-2 0 0,-6 52 0 0 0,15-84-24 0 0,0 0 1 0 0,0 0 0 0 0,0 0 0 0 0,0 0-1 0 0,0 0 1 0 0,1 0 0 0 0,-1 0-1 0 0,1 0 1 0 0,-1-1 0 0 0,1 1-1 0 0,0 0 1 0 0,1 0 0 0 0,-1-1-1 0 0,0 1 1 0 0,1 0 0 0 0,-1-1-1 0 0,1 0 1 0 0,3 5 0 0 0,-1-4-17 0 0,-1-1 0 0 0,1 1 0 0 0,0 0 1 0 0,-1-1-1 0 0,1 0 0 0 0,0 0 0 0 0,1 0 0 0 0,-1 0 1 0 0,0-1-1 0 0,0 0 0 0 0,6 2 0 0 0,4-1-65 0 0,0-1 0 0 0,0 0 1 0 0,1-1-1 0 0,-1 0 0 0 0,0-1 0 0 0,25-5 0 0 0,-24 3 169 0 0,0 0 0 0 0,-1-1 1 0 0,1-1-1 0 0,-1 0 0 0 0,0-1 0 0 0,-1 0 0 0 0,0-1 0 0 0,0-1 1 0 0,0 0-1 0 0,-1-1 0 0 0,0 0 0 0 0,0 0 0 0 0,-1-2 0 0 0,-1 1 1 0 0,0-2-1 0 0,10-13 0 0 0,12-18 2271 0 0,-31 41-2244 0 0,-1 2-115 0 0,0-1 0 0 0,1 0-1 0 0,-1 1 1 0 0,0-1 0 0 0,1 1-1 0 0,-1 0 1 0 0,1-1 0 0 0,-1 1-1 0 0,0-1 1 0 0,1 1 0 0 0,-1-1-1 0 0,1 1 1 0 0,-1 0 0 0 0,1-1-1 0 0,-1 1 1 0 0,1 0 0 0 0,0 0-1 0 0,0-1 1 0 0,-1 19 53 0 0,0-1 0 0 0,-2 1 0 0 0,0-1 0 0 0,-6 25 0 0 0,1 0-21 0 0,-40 331-1755 0 0,30-217-2565 0 0,-3 0-4585 0 0,11-79-1165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52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20 172 3060 0 0,'-1'-2'2499'0'0,"-17"-42"7831"0"0,18 43-10236 0 0,0 0-1 0 0,0 0 0 0 0,0 0 0 0 0,0-1 1 0 0,0 1-1 0 0,0 0 0 0 0,0 0 0 0 0,0 0 1 0 0,0 0-1 0 0,0-1 0 0 0,1 1 0 0 0,-1 0 1 0 0,1 0-1 0 0,-1 0 0 0 0,1 0 0 0 0,-1 0 0 0 0,1 0 1 0 0,-1 0-1 0 0,2-2 0 0 0,14-14 390 0 0,-9 11-424 0 0,0 1 0 0 0,0 1 0 0 0,0 0 1 0 0,0 0-1 0 0,1 0 0 0 0,-1 1 0 0 0,17-5 0 0 0,57-10 43 0 0,-78 17-100 0 0,116-17-2223 0 0,-43 8-6621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53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1 2716 0 0,'-4'0'2163'0'0,"-12"0"-449"0"0,12 0-375 0 0,1 0-1114 0 0,0-1 0 0 0,0 1-1 0 0,0 0 1 0 0,0 1 0 0 0,0-1 0 0 0,0 0 0 0 0,0 1 0 0 0,0 0-1 0 0,0 0 1 0 0,0 0 0 0 0,0 0 0 0 0,1 0 0 0 0,-1 0-1 0 0,0 1 1 0 0,1-1 0 0 0,-1 1 0 0 0,1 0 0 0 0,-1 0-1 0 0,1 0 1 0 0,0 0 0 0 0,0 0 0 0 0,0 0 0 0 0,0 0 0 0 0,0 1-1 0 0,0-1 1 0 0,-1 4 0 0 0,-3 7-38 0 0,0 0 0 0 0,1 0 0 0 0,1 1 1 0 0,0-1-1 0 0,0 1 0 0 0,2 0 0 0 0,0 0 0 0 0,0 0 0 0 0,1 1 1 0 0,1-1-1 0 0,1 0 0 0 0,0 0 0 0 0,0 0 0 0 0,2 0 0 0 0,0 0 1 0 0,0 0-1 0 0,6 14 0 0 0,-7-23-173 0 0,0-2 0 0 0,0 1 0 0 0,1 0 1 0 0,-1 0-1 0 0,1-1 0 0 0,0 1 0 0 0,0-1 0 0 0,0 0 0 0 0,0 0 1 0 0,0 0-1 0 0,1 0 0 0 0,-1-1 0 0 0,1 1 0 0 0,0-1 0 0 0,0 0 0 0 0,0 0 1 0 0,0 0-1 0 0,0-1 0 0 0,0 1 0 0 0,0-1 0 0 0,1 0 0 0 0,-1 0 1 0 0,6 0-1 0 0,9 0-4 0 0,1 0 1 0 0,-1-2-1 0 0,1 0 1 0 0,19-4-1 0 0,-2 1-21 0 0,-20 2 14 0 0,12-1-48 0 0,0 1 1 0 0,0 2-1 0 0,32 3 0 0 0,-53-2 33 0 0,1 0-1 0 0,-1 1 0 0 0,0 0 0 0 0,1 0 0 0 0,-1 1 1 0 0,0 0-1 0 0,-1 1 0 0 0,1 0 0 0 0,-1 0 0 0 0,1 0 1 0 0,-1 1-1 0 0,0 0 0 0 0,-1 1 0 0 0,1-1 0 0 0,5 8 1 0 0,-5-5 63 0 0,-1 0 0 0 0,0 0 0 0 0,-1 1 0 0 0,0 0 0 0 0,0-1 0 0 0,-1 2 0 0 0,0-1 0 0 0,-1 0 0 0 0,0 1 0 0 0,0 0 0 0 0,-1 0 0 0 0,0-1 0 0 0,0 17 0 0 0,-2-19 74 0 0,0 0 0 0 0,0 0 0 0 0,-1-1 0 0 0,0 1 0 0 0,0 0-1 0 0,-1 0 1 0 0,0-1 0 0 0,0 1 0 0 0,0-1 0 0 0,-1 1 0 0 0,0-1-1 0 0,-1 0 1 0 0,1 0 0 0 0,-1 0 0 0 0,0-1 0 0 0,0 0 0 0 0,-1 1-1 0 0,0-1 1 0 0,0-1 0 0 0,-8 7 0 0 0,-3 0 59 0 0,0-1-1 0 0,-1-1 1 0 0,-1 0 0 0 0,1-2 0 0 0,-1 0 0 0 0,-1-1-1 0 0,1 0 1 0 0,-1-2 0 0 0,-29 4 0 0 0,13-5-138 0 0,1 0 0 0 0,-1-3 1 0 0,0-1-1 0 0,-49-7 0 0 0,76 6-321 0 0,-5 1-178 0 0,0-1 0 0 0,1-1 0 0 0,-17-6 0 0 0,26 8-5 0 0,0 0 0 0 0,0-1-1 0 0,0 0 1 0 0,0 1 0 0 0,0-1 0 0 0,1 0-1 0 0,-5-4 1 0 0,6 5-57 0 0,0-1 0 0 0,0 1-1 0 0,0-1 1 0 0,0 1 0 0 0,0-1-1 0 0,0 1 1 0 0,0-1 0 0 0,0 0-1 0 0,1 1 1 0 0,-1-1 0 0 0,1 0-1 0 0,-1 0 1 0 0,1 1 0 0 0,-1-4-1 0 0,1-14-6374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53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21 340 0 0,'22'-18'8545'0'0,"-20"17"-7658"0"0,-2 1-803 0 0,1 0 1 0 0,-1 0 0 0 0,1-1 0 0 0,-1 1-1 0 0,1 0 1 0 0,-1 0 0 0 0,1 0 0 0 0,-1 0 0 0 0,1 0-1 0 0,-1 0 1 0 0,1 0 0 0 0,-1 0 0 0 0,1 0 0 0 0,-1 0-1 0 0,1 0 1 0 0,-1 0 0 0 0,1 0 0 0 0,-1 0-1 0 0,1 0 1 0 0,-1 1 0 0 0,1-1 0 0 0,-1 0 0 0 0,1 0-1 0 0,-1 1 1 0 0,1-1 0 0 0,-1 0 0 0 0,0 1 0 0 0,1-1-1 0 0,-1 0 1 0 0,1 1 0 0 0,9 20 1590 0 0,0 33 68 0 0,-9-46-1462 0 0,44 488 5408 0 0,-31-297-4646 0 0,31 1233 1569 0 0,-22-382-2342 0 0,66-6-244 0 0,-13-511 19 0 0,76 337-16 0 0,-65-246-1980 0 0,-63-205-5364 0 0,-26-276-1185 0 0,0-107 2857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54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0 1572 0 0,'-3'2'2942'0'0,"-51"44"9552"0"0,53-45-11929 0 0,1 0-520 0 0,-1-1 0 0 0,1 0 1 0 0,-1 1-1 0 0,1-1 0 0 0,-1 0 0 0 0,1 1 1 0 0,-1-1-1 0 0,1 0 0 0 0,0 1 1 0 0,-1-1-1 0 0,1 1 0 0 0,0-1 0 0 0,-1 1 1 0 0,1-1-1 0 0,0 1 0 0 0,0-1 0 0 0,-1 1 1 0 0,1-1-1 0 0,0 1 0 0 0,0 0 0 0 0,0-1-28 0 0,0 1 0 0 0,-1-1 0 0 0,1 0 0 0 0,0 0 0 0 0,0 1 0 0 0,0-1 0 0 0,0 0 0 0 0,0 1 0 0 0,0-1 0 0 0,0 0 0 0 0,0 1 0 0 0,0-1 0 0 0,0 0 0 0 0,0 1 0 0 0,1-1 0 0 0,-1 0 0 0 0,0 1 0 0 0,0-1 0 0 0,0 0 0 0 0,0 0 0 0 0,0 1 0 0 0,1-1 0 0 0,-1 0 0 0 0,0 1 0 0 0,0-1 0 0 0,0 0 0 0 0,1 0 0 0 0,-1 0 0 0 0,0 1 0 0 0,0-1 0 0 0,1 0 0 0 0,-1 0 0 0 0,0 0 0 0 0,0 1 0 0 0,1-1 0 0 0,-1 0 0 0 0,0 0 0 0 0,1 0 0 0 0,-1 0 0 0 0,0 0 0 0 0,1 0 0 0 0,-1 0 0 0 0,0 0 0 0 0,1 0 0 0 0,-1 0 0 0 0,106 6 340 0 0,-35-3-2268 0 0,119 20 0 0 0,-144-9-1052 0 0,-19 0-1842 0 0,-13-5-863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54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0 3240 0 0,'-101'82'11178'0'0,"100"-81"-11089"0"0,0-1 1 0 0,-1 1-1 0 0,1 0 1 0 0,0 0-1 0 0,0 0 1 0 0,0 0-1 0 0,0 1 0 0 0,0-1 1 0 0,0 0-1 0 0,0 0 1 0 0,0 1-1 0 0,0-1 1 0 0,1 0-1 0 0,-1 1 1 0 0,0 1-1 0 0,1-2-65 0 0,0-1 0 0 0,0 1 0 0 0,0-1 0 0 0,0 1 0 0 0,0-1 0 0 0,0 1 0 0 0,0-1 0 0 0,1 1 0 0 0,-1-1 0 0 0,0 1 1 0 0,0-1-1 0 0,1 1 0 0 0,-1-1 0 0 0,0 0 0 0 0,1 1 0 0 0,-1-1 0 0 0,0 1 0 0 0,1-1 0 0 0,-1 0 0 0 0,0 1 0 0 0,1-1 0 0 0,-1 0 0 0 0,1 0 0 0 0,-1 1 0 0 0,1-1 0 0 0,-1 0 0 0 0,2 1 0 0 0,2 0-2 0 0,1 0 0 0 0,-1 0-1 0 0,1 0 1 0 0,0 0-1 0 0,0-1 1 0 0,8 1 0 0 0,38-6-1435 0 0,0-2 1 0 0,-1-2 0 0 0,52-16 0 0 0,-61 15-984 0 0,40-13-3829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54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43 684 0 0,'1'-2'3317'0'0,"23"-39"13537"0"0,-19 102-14843 0 0,-7 144-316 0 0,6 269-915 0 0,11-291-2972 0 0,5-63-3272 0 0,-18-110 3490 0 0,1 0-1 0 0,0-1 1 0 0,4 11 0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55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929 362 104 0 0,'19'-56'5162'0'0,"-3"0"0"0"0,-2-1 0 0 0,9-89 1 0 0,-21 102-3631 0 0,-2 41-1388 0 0,-3 4-91 0 0,-1 0-1 0 0,1 0 1 0 0,0 0-1 0 0,1 1 1 0 0,-1-1-1 0 0,0 1 1 0 0,0 0-1 0 0,1 0 0 0 0,-1 0 1 0 0,1 0-1 0 0,-1 0 1 0 0,1 0-1 0 0,0 1 1 0 0,0-1-1 0 0,0 1 1 0 0,-2 3-1 0 0,-3 3 109 0 0,-99 119 1332 0 0,7 4 1 0 0,-118 207-1 0 0,136-189-1159 0 0,6 4 0 0 0,8 3 1 0 0,6 3-1 0 0,8 3 0 0 0,-44 221 0 0 0,61-189-491 0 0,9 0 0 0 0,8 2 0 0 0,8 269 0 0 0,17-339-726 0 0,5-1 1 0 0,6 0-1 0 0,5-1 0 0 0,6-1 0 0 0,5-2 0 0 0,61 149 0 0 0,-57-188-840 0 0,2-1 1 0 0,53 78-1 0 0,-56-107-2257 0 0,77 89-1 0 0,-24-51-3645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57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1736 0 0,'0'0'13039'0'0,"4"-1"-12879"0"0,59-1-1061 0 0,81 7-1 0 0,-65-1-5235 0 0,-51-4 1546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57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59 3096 0 0,'-6'-49'8534'0'0,"5"40"-6213"0"0,0 9-2252 0 0,1 0-1 0 0,-1 0 1 0 0,1 1-1 0 0,-1-1 1 0 0,1 0-1 0 0,-1 1 1 0 0,1-1-1 0 0,-1 1 1 0 0,1-1-1 0 0,-1 1 1 0 0,1-1-1 0 0,-1 1 1 0 0,1-1-1 0 0,0 1 0 0 0,-1-1 1 0 0,1 1-1 0 0,0 0 1 0 0,0-1-1 0 0,-1 1 1 0 0,1-1-1 0 0,0 1 1 0 0,0 0-1 0 0,0 0 1 0 0,-5 20 346 0 0,4-15-167 0 0,-59 304 2706 0 0,36-176-2645 0 0,7-34-1306 0 0,-4 112 1 0 0,20-201-53 0 0,0 0 1 0 0,1 0-1 0 0,1 0 1 0 0,0 0-1 0 0,4 18 1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58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294 126 1960 0 0,'18'-26'2941'0'0,"2"-1"1937"0"0,23-43-1 0 0,-42 68-4303 0 0,-6 2-380 0 0,-9 3-113 0 0,1 0 0 0 0,0 1 1 0 0,0 1-1 0 0,0-1 0 0 0,-13 9 0 0 0,-68 39 164 0 0,51-27-176 0 0,31-18-60 0 0,-43 27 2 0 0,40-19 61 0 0,14-12-55 0 0,1-3-14 0 0,0 0 0 0 0,0 1 0 0 0,0-1 0 0 0,0 0 0 0 0,0 1 0 0 0,-1-1 0 0 0,1 1 0 0 0,0-1 0 0 0,1 0 1 0 0,-1 1-1 0 0,0-1 0 0 0,0 1 0 0 0,0-1 0 0 0,0 0 0 0 0,0 1 0 0 0,0-1 0 0 0,0 0 0 0 0,0 1 0 0 0,1-1 0 0 0,-1 0 0 0 0,0 1 0 0 0,0-1 0 0 0,1 0 0 0 0,-1 1 0 0 0,0-1 0 0 0,0 0 0 0 0,1 1 0 0 0,-1-1 0 0 0,0 0 0 0 0,1 0 0 0 0,-1 0 0 0 0,0 1 0 0 0,1-1 0 0 0,-1 0 0 0 0,0 0 0 0 0,1 0 1 0 0,-1 0-1 0 0,0 0 0 0 0,1 1 0 0 0,-1-1 0 0 0,1 0 0 0 0,16 4 30 0 0,-16-4-29 0 0,17 4 49 0 0,2-1 1 0 0,-1-1-1 0 0,27 0 1 0 0,19 1-5 0 0,-38 0 25 0 0,0 1 1 0 0,0 1-1 0 0,0 1 1 0 0,33 13 0 0 0,-54-17-9 0 0,0 1-1 0 0,0 0 1 0 0,0 0 0 0 0,0 0 0 0 0,0 1-1 0 0,-1-1 1 0 0,1 2 0 0 0,-1-1 0 0 0,0 0 0 0 0,0 1-1 0 0,-1 0 1 0 0,0 0 0 0 0,1 1 0 0 0,-2-1 0 0 0,1 1-1 0 0,-1 0 1 0 0,0 0 0 0 0,0 0 0 0 0,0 0 0 0 0,-1 0-1 0 0,0 1 1 0 0,0-1 0 0 0,1 9 0 0 0,-3-10 29 0 0,0 0-1 0 0,0 1 1 0 0,-1-1 0 0 0,0 1 0 0 0,0-1 0 0 0,0 0 0 0 0,0 0 0 0 0,-1 1 0 0 0,0-1-1 0 0,0 0 1 0 0,0 0 0 0 0,-1-1 0 0 0,1 1 0 0 0,-1 0 0 0 0,-5 4 0 0 0,1 1 98 0 0,-1-1 0 0 0,0 0 0 0 0,0-1 0 0 0,-1 0 0 0 0,-19 13 0 0 0,13-12-181 0 0,-1 0-1 0 0,0-2 1 0 0,-1 0-1 0 0,0 0 1 0 0,0-2 0 0 0,0 0-1 0 0,0-1 1 0 0,-1 0-1 0 0,0-2 1 0 0,0 0 0 0 0,1-1-1 0 0,-1-1 1 0 0,0 0-1 0 0,0-2 1 0 0,0 0 0 0 0,0-1-1 0 0,1 0 1 0 0,-1-2-1 0 0,-23-8 1 0 0,37 11-342 0 0,0 0 0 0 0,0 0 0 0 0,-1 0 0 0 0,1 0 0 0 0,1-1 0 0 0,-1 1 0 0 0,0-1 0 0 0,1 0 0 0 0,-1-1 0 0 0,-4-4 0 0 0,7 6-102 0 0,0 0 1 0 0,-1 0 0 0 0,1 0 0 0 0,0 0-1 0 0,0 0 1 0 0,0 0 0 0 0,1-1-1 0 0,-1 1 1 0 0,0 0 0 0 0,1 0 0 0 0,0-1-1 0 0,-1 1 1 0 0,1 0 0 0 0,0-1-1 0 0,0 1 1 0 0,0 0 0 0 0,1-1 0 0 0,-1 1-1 0 0,1 0 1 0 0,-1-1 0 0 0,1 1-1 0 0,1-3 1 0 0,5-13-5237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58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0 187 2176 0 0,'25'-57'15358'0'0,"-18"39"-12907"0"0,-5 15-2366 0 0,0 1-1 0 0,0-1 0 0 0,0 1 1 0 0,1 0-1 0 0,-1 0 0 0 0,1 0 1 0 0,-1 0-1 0 0,1 1 0 0 0,0-1 1 0 0,-1 0-1 0 0,1 1 1 0 0,0 0-1 0 0,0 0 0 0 0,6-2 1 0 0,0 0 33 0 0,31-10 17 0 0,1 1 1 0 0,0 3 0 0 0,61-7 0 0 0,-80 12-103 0 0,181-17-1945 0 0,-136 17-2050 0 0,-2 3-3748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58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72 3136 0 0,'-2'-1'2680'0'0,"-34"-5"12182"0"0,36 7-14787 0 0,3 0-45 0 0,0 1 0 0 0,0 0-1 0 0,0-1 1 0 0,1 1 0 0 0,-1-1 0 0 0,0 0-1 0 0,0 0 1 0 0,1 0 0 0 0,-1-1 0 0 0,0 1-1 0 0,4-1 1 0 0,-2 1-18 0 0,19 4 61 0 0,0-1 0 0 0,0-1 0 0 0,35 0 0 0 0,71-9-439 0 0,-120 5 259 0 0,16-1-1020 0 0,0-2 1 0 0,0 0-1 0 0,49-16 0 0 0,-56 13-1036 0 0,-1-1-1 0 0,0 0 0 0 0,20-13 0 0 0,-19 8-3211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58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20 760 0 0,'-12'-3'2694'0'0,"-12"-4"5588"0"0,3 0-2437 0 0,12 5-5990 0 0,8 2 175 0 0,0 0 0 0 0,1 0 0 0 0,-1 0 0 0 0,0 0 0 0 0,1 0 0 0 0,-1 1 0 0 0,1-1 0 0 0,-1 0 0 0 0,0 0 0 0 0,1 1 0 0 0,-1-1 0 0 0,1 0 0 0 0,-1 1 0 0 0,1-1 0 0 0,-1 0 0 0 0,1 1 0 0 0,-1-1 0 0 0,1 1 0 0 0,-1-1 0 0 0,1 1 0 0 0,-1-1 0 0 0,1 1 0 0 0,0 0 0 0 0,-1-1 0 0 0,1 1 0 0 0,0-1 0 0 0,0 1 0 0 0,-1 0 1 0 0,1-1-1 0 0,0 1 0 0 0,0 1 0 0 0,-7 28 632 0 0,4-20-449 0 0,-34 172 1350 0 0,17-74-1220 0 0,18-95-326 0 0,-20 98-992 0 0,14-38-3682 0 0,10-43-1965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59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230 146 2504 0 0,'54'-107'13187'0'0,"-46"87"-11287"0"0,-8 19-1839 0 0,0 1-1 0 0,1-1 1 0 0,-1 1-1 0 0,1-1 1 0 0,-1 0-1 0 0,0 1 1 0 0,0-1-1 0 0,1 0 1 0 0,-1 0-1 0 0,0 1 0 0 0,0-1 1 0 0,0 0-1 0 0,0 0 1 0 0,0 1-1 0 0,0-1 1 0 0,0 0-1 0 0,0 0 1 0 0,0 1-1 0 0,0-1 1 0 0,0 0-1 0 0,0 0 1 0 0,-1 1-1 0 0,1-1 1 0 0,-1-1-1 0 0,-5 4-22 0 0,0 0 1 0 0,0 1-1 0 0,0-1 0 0 0,0 1 1 0 0,1 0-1 0 0,-1 0 0 0 0,1 1 1 0 0,0 0-1 0 0,0 0 0 0 0,0 0 1 0 0,-5 5-1 0 0,-4 6-23 0 0,0 0 0 0 0,-16 22 0 0 0,25-30-7 0 0,0 0 1 0 0,1 0-1 0 0,0 1 1 0 0,0 0-1 0 0,0 0 1 0 0,1 0-1 0 0,0 0 0 0 0,-3 16 1 0 0,6-20 3 0 0,0 0 0 0 0,-1 0-1 0 0,1 0 1 0 0,0-1 0 0 0,1 1 0 0 0,-1 0-1 0 0,1 0 1 0 0,0 0 0 0 0,0 0 0 0 0,0 0 0 0 0,0-1-1 0 0,1 1 1 0 0,-1-1 0 0 0,1 1 0 0 0,0-1-1 0 0,0 1 1 0 0,0-1 0 0 0,1 0 0 0 0,-1 0 0 0 0,1 0-1 0 0,4 4 1 0 0,12 8 72 0 0,1-1-1 0 0,1 0 1 0 0,0-1-1 0 0,43 18 1 0 0,-37-19-81 0 0,-2 1 0 0 0,1 1 0 0 0,24 19 0 0 0,-47-31 116 0 0,1 1 1 0 0,-1-1 0 0 0,0 1 0 0 0,0 0 0 0 0,0 0 0 0 0,-1 0 0 0 0,1 0 0 0 0,-1 0 0 0 0,1 1 0 0 0,-1-1 0 0 0,0 1 0 0 0,0-1 0 0 0,-1 1-1 0 0,3 6 1 0 0,-4-8-1 0 0,0 0 0 0 0,1 1-1 0 0,-1-1 1 0 0,0 0-1 0 0,0 0 1 0 0,-1 1-1 0 0,1-1 1 0 0,0 0 0 0 0,-1 0-1 0 0,1 1 1 0 0,-1-1-1 0 0,0 0 1 0 0,0 0 0 0 0,0 0-1 0 0,0 0 1 0 0,0 0-1 0 0,0 0 1 0 0,0 0-1 0 0,-1 0 1 0 0,1 0 0 0 0,-1-1-1 0 0,-2 3 1 0 0,-1 1 155 0 0,-1-1 1 0 0,1 1 0 0 0,-1-1 0 0 0,0-1-1 0 0,-10 6 1 0 0,1-3 20 0 0,1-1 1 0 0,-1 0-1 0 0,0-1 0 0 0,-1-1 1 0 0,1 0-1 0 0,-31 1 0 0 0,6-4 212 0 0,-54-6 0 0 0,91 6-495 0 0,0-1 0 0 0,0 0 0 0 0,0 0 1 0 0,0 0-1 0 0,0 0 0 0 0,0 0 0 0 0,-4-3 0 0 0,7 4-14 0 0,-1-1 0 0 0,0 1 1 0 0,0 0-1 0 0,0-1 0 0 0,1 1 0 0 0,-1-1 0 0 0,0 0 0 0 0,1 1 1 0 0,-1-1-1 0 0,0 0 0 0 0,1 1 0 0 0,-1-1 0 0 0,1 0 0 0 0,-1 1 1 0 0,1-1-1 0 0,-1 0 0 0 0,1 0 0 0 0,0 0 0 0 0,-1 0 0 0 0,1 1 1 0 0,0-1-1 0 0,-1 0 0 0 0,1 0 0 0 0,0 0 0 0 0,0 0 1 0 0,0 0-1 0 0,0 0 0 0 0,0-1 0 0 0,8-16-9 0 0,0 0 0 0 0,1 1 1 0 0,1 0-1 0 0,1 0 0 0 0,0 1 0 0 0,14-15 0 0 0,-5 6 51 0 0,21-37-1 0 0,-30 43-8 0 0,-1 0-1 0 0,-1-1 0 0 0,-1 0 0 0 0,-1 0 0 0 0,9-36 0 0 0,-15 50-29 0 0,0 0-1 0 0,0 1 0 0 0,-1-1 0 0 0,0 0 0 0 0,0 0 1 0 0,0 0-1 0 0,0 1 0 0 0,-1-1 0 0 0,0 0 1 0 0,-1 0-1 0 0,1 1 0 0 0,-1-1 0 0 0,0 1 0 0 0,0-1 1 0 0,-1 1-1 0 0,1 0 0 0 0,-1 0 0 0 0,0 0 0 0 0,-1 0 1 0 0,1 1-1 0 0,-1-1 0 0 0,0 1 0 0 0,0 0 0 0 0,0 0 1 0 0,-1 0-1 0 0,-5-3 0 0 0,2 2-135 0 0,1 1 0 0 0,-2 0-1 0 0,1 1 1 0 0,0 0 0 0 0,-1 0 0 0 0,1 1 0 0 0,-1 0-1 0 0,0 0 1 0 0,0 1 0 0 0,0 0 0 0 0,-10 1-1 0 0,5 0-1202 0 0,1 1-1 0 0,0 0 0 0 0,-1 1 1 0 0,1 1-1 0 0,0 0 0 0 0,-24 9 0 0 0,22-4-1272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59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317 72 120 0 0,'8'-22'4521'0'0,"-4"12"-1869"0"0,0 0-1 0 0,10-17 1 0 0,-12 25-1743 0 0,0 2-778 0 0,0 0 0 0 0,0 1-1 0 0,-1-1 1 0 0,1 1 0 0 0,0 0 0 0 0,0 0-1 0 0,-1-1 1 0 0,1 1 0 0 0,0 0-1 0 0,-1 0 1 0 0,1 1 0 0 0,-1-1 0 0 0,1 0-1 0 0,-1 0 1 0 0,2 3 0 0 0,20 25 492 0 0,-21-27-542 0 0,26 39 173 0 0,-2 1 0 0 0,-1 2 0 0 0,-2 1 1 0 0,-3 0-1 0 0,-1 2 0 0 0,20 80 0 0 0,-25-65-111 0 0,-3 0-1 0 0,-3 0 1 0 0,-2 1-1 0 0,-6 117 1 0 0,-8-90-153 0 0,-3-1 0 0 0,-5 0 0 0 0,-4-1 1 0 0,-3-2-1 0 0,-4 0 0 0 0,-4-1 1 0 0,-69 133-1 0 0,-90 105-2593 0 0,37-125-5571 0 0,111-152 2640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00.3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41 1848 0 0,'-36'1'21756'0'0,"50"-6"-21687"0"0,20 0 40 0 0,0 1 1 0 0,51 0-1 0 0,11 0-360 0 0,-70 2-95 0 0,14-1-812 0 0,-12-7-3342 0 0,-24 9 3764 0 0,1-2-249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49.5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18 904 0 0,'-4'-1'2218'0'0,"-163"-3"13478"0"0,162 4-15439 0 0,70 1-80 0 0,4 0-59 0 0,73-9 1 0 0,-69 6 65 0 0,-70 2-174 0 0,1-1-5 0 0,32 0-473 0 0,-32 1 25 0 0,2-1-1583 0 0,-1 0 1720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50.0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213 128 2144 0 0,'12'-42'8785'0'0,"-9"34"-7719"0"0,0 1 0 0 0,1 0 0 0 0,7-11 0 0 0,-8 14-958 0 0,0 0 0 0 0,-1 1 1 0 0,1 0-1 0 0,0 0 1 0 0,1 0-1 0 0,-1 0 0 0 0,1 0 1 0 0,-1 0-1 0 0,1 1 1 0 0,0 0-1 0 0,0 0 0 0 0,0 0 1 0 0,0 0-1 0 0,0 1 1 0 0,0-1-1 0 0,1 1 0 0 0,-1 0 1 0 0,8-1-1 0 0,-3 2-82 0 0,0 0 0 0 0,1 1 0 0 0,-1-1 0 0 0,0 2 0 0 0,0-1 0 0 0,0 1 0 0 0,0 1 0 0 0,-1 0 0 0 0,1 0 0 0 0,12 7 0 0 0,-17-8-14 0 0,0 0-1 0 0,0 0 0 0 0,-1 1 0 0 0,1-1 1 0 0,-1 1-1 0 0,1 0 0 0 0,-1 0 0 0 0,0 1 1 0 0,0-1-1 0 0,0 1 0 0 0,-1-1 0 0 0,1 1 1 0 0,-1 0-1 0 0,0 0 0 0 0,0 0 0 0 0,0 0 1 0 0,-1 0-1 0 0,1 0 0 0 0,-1 0 0 0 0,0 1 1 0 0,0-1-1 0 0,-1 1 0 0 0,1-1 0 0 0,-1 1 1 0 0,0 4-1 0 0,-1 0 5 0 0,0-1 0 0 0,-1 0 0 0 0,0 1 0 0 0,-1-1-1 0 0,0 0 1 0 0,0 0 0 0 0,0-1 0 0 0,-1 1 0 0 0,0-1 0 0 0,-1 1 0 0 0,0-1 0 0 0,0-1 0 0 0,0 1 0 0 0,-7 6-1 0 0,-11 9 60 0 0,0-2 0 0 0,-39 26-1 0 0,32-23 89 0 0,12-13 313 0 0,0 0 66 0 0,18-9-536 0 0,0-1 1 0 0,0 0-1 0 0,-1 0 0 0 0,1 0 1 0 0,0 0-1 0 0,0 1 1 0 0,-1-1-1 0 0,1 0 0 0 0,0 0 1 0 0,0 0-1 0 0,0 1 1 0 0,0-1-1 0 0,-1 0 1 0 0,1 0-1 0 0,0 1 0 0 0,0-1 1 0 0,0 0-1 0 0,0 1 1 0 0,0-1-1 0 0,0 0 0 0 0,0 0 1 0 0,0 1-1 0 0,-1-1 1 0 0,1 0-1 0 0,0 1 0 0 0,0-1 1 0 0,0 0-1 0 0,1 0 1 0 0,-1 1-1 0 0,0-1 0 0 0,0 0 1 0 0,0 1-1 0 0,0-1 1 0 0,0 0-1 0 0,0 0 0 0 0,0 1 1 0 0,0-1-1 0 0,0 0 1 0 0,1 0-1 0 0,-1 1 0 0 0,0-1 1 0 0,1 0-1 0 0,2 2-11 0 0,0 0 1 0 0,0 0-1 0 0,0-1 0 0 0,1 0 1 0 0,-1 1-1 0 0,1-1 0 0 0,-1-1 1 0 0,1 1-1 0 0,4 0 0 0 0,11 3-7 0 0,-3 2 1 0 0,-1 1-1 0 0,0 1 0 0 0,-1 0 0 0 0,0 1 0 0 0,0 0 0 0 0,-1 1 0 0 0,0 0 1 0 0,-1 1-1 0 0,0 1 0 0 0,0 0 0 0 0,-2 1 0 0 0,1 0 0 0 0,11 20 0 0 0,-20-30 22 0 0,0 1 0 0 0,0 0 0 0 0,-1-1 0 0 0,1 1 0 0 0,-1 0 0 0 0,0 0 0 0 0,0 0 0 0 0,0-1 0 0 0,-1 1 0 0 0,0 0 0 0 0,1 0 0 0 0,-1 0 0 0 0,-1 0 0 0 0,1 0 0 0 0,0 0 0 0 0,-1 0-1 0 0,-2 7 1 0 0,1-7 42 0 0,0 1-1 0 0,-1 0 0 0 0,1-1 1 0 0,-1 1-1 0 0,0-1 0 0 0,0 0 1 0 0,-1 0-1 0 0,1 0 0 0 0,-1 0 1 0 0,0-1-1 0 0,-8 7 0 0 0,0-3 44 0 0,0 0 0 0 0,1-1-1 0 0,-2 0 1 0 0,1-1 0 0 0,-1 0 0 0 0,0-1-1 0 0,0-1 1 0 0,0 0 0 0 0,-21 2 0 0 0,3-2-157 0 0,-1-2 0 0 0,1-2 0 0 0,0 0 0 0 0,0-2 0 0 0,0-2 1 0 0,1-1-1 0 0,-54-17 0 0 0,82 22-288 0 0,-1 0-1 0 0,1 0 1 0 0,0-1 0 0 0,0 1 0 0 0,0-1-1 0 0,0 0 1 0 0,0 1 0 0 0,0-1-1 0 0,0 0 1 0 0,-1-3 0 0 0,3 5 352 0 0,0 0-51 0 0,0 0 1 0 0,-1 0 0 0 0,1 0-1 0 0,0-1 1 0 0,0 1-1 0 0,0 0 1 0 0,0 0 0 0 0,0 0-1 0 0,0 0 1 0 0,0 0-1 0 0,0-1 1 0 0,-1 1-1 0 0,1 0 1 0 0,0 0 0 0 0,0 0-1 0 0,0 0 1 0 0,0-1-1 0 0,0 1 1 0 0,0 0-1 0 0,0 0 1 0 0,0 0 0 0 0,0 0-1 0 0,0-1 1 0 0,0 1-1 0 0,0 0 1 0 0,0 0 0 0 0,0 0-1 0 0,0 0 1 0 0,0-1-1 0 0,0 1 1 0 0,1 0-1 0 0,-1 0 1 0 0,0 0 0 0 0,0 0-1 0 0,0 0 1 0 0,0-1-1 0 0,0 1 1 0 0,0 0-1 0 0,0 0 1 0 0,4-5-1300 0 0,-1-1-1 0 0,1 1 1 0 0,0 1-1 0 0,8-9 1 0 0,7-3-4490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5:52.4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69 2376 0 0,'-7'-27'10679'0'0,"7"26"-10522"0"0,0-1 1 0 0,0 0 0 0 0,0 0 0 0 0,0 1 0 0 0,1-1 0 0 0,-1 0-1 0 0,0 1 1 0 0,1-1 0 0 0,-1 0 0 0 0,1 1 0 0 0,0-1 0 0 0,-1 0-1 0 0,1 1 1 0 0,0-1 0 0 0,0 1 0 0 0,0 0 0 0 0,0-1 0 0 0,0 1 0 0 0,1 0-1 0 0,-1-1 1 0 0,0 1 0 0 0,3-1 0 0 0,0 0-96 0 0,0 1-1 0 0,1 0 1 0 0,-1 1-1 0 0,0-1 1 0 0,1 1 0 0 0,-1 0-1 0 0,1 0 1 0 0,-1 0 0 0 0,0 1-1 0 0,1-1 1 0 0,-1 1 0 0 0,0 0-1 0 0,6 2 1 0 0,0 1-28 0 0,0-1 1 0 0,0 2-1 0 0,0-1 1 0 0,17 12-1 0 0,-21-12-8 0 0,0 1-1 0 0,0 0 1 0 0,0 0-1 0 0,-1 0 1 0 0,1 0-1 0 0,-1 1 1 0 0,-1 0-1 0 0,1 0 1 0 0,-1 0-1 0 0,0 1 1 0 0,0 0 0 0 0,-1-1-1 0 0,0 1 1 0 0,5 15-1 0 0,-7-15 87 0 0,0 0 0 0 0,0 0 0 0 0,-1 1 1 0 0,0-1-1 0 0,0 0 0 0 0,0 0 0 0 0,-1 1 0 0 0,-1-1 0 0 0,1 0 0 0 0,-1 0 1 0 0,0 0-1 0 0,0 0 0 0 0,-1 0 0 0 0,0-1 0 0 0,-7 12 0 0 0,-3 1 240 0 0,-1-1 0 0 0,0-1 0 0 0,-2 0 0 0 0,0-1 0 0 0,-1 0 0 0 0,-19 13 0 0 0,-36 34 626 0 0,20-15-599 0 0,52-48-377 0 0,0 1 1 0 0,0-1-1 0 0,0 1 1 0 0,0-1-1 0 0,0 1 1 0 0,0-1-1 0 0,0 1 1 0 0,0-1 0 0 0,0 1-1 0 0,0-1 1 0 0,0 1-1 0 0,0-1 1 0 0,0 1-1 0 0,1-1 1 0 0,-1 0-1 0 0,0 1 1 0 0,0-1 0 0 0,1 1-1 0 0,-1-1 1 0 0,0 1-1 0 0,1-1 1 0 0,-1 0-1 0 0,0 1 1 0 0,1-1-1 0 0,-1 0 1 0 0,0 1 0 0 0,1-1-1 0 0,-1 0 1 0 0,1 0-1 0 0,-1 1 1 0 0,1-1-1 0 0,-1 0 1 0 0,0 0-1 0 0,1 0 1 0 0,-1 0 0 0 0,1 0-1 0 0,-1 0 1 0 0,1 1-1 0 0,-1-1 1 0 0,1 0-1 0 0,-1 0 1 0 0,1-1 0 0 0,47 5-282 0 0,-1-2 1 0 0,59-6-1 0 0,101-18-2336 0 0,-105 10 552 0 0,74-10-5817 0 0,-89 7-150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01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1 952 0 0,'30'127'1132'0'0,"7"11"-252"0"0,-1 6-208 0 0,3 34-184 0 0,4 3-280 0 0,-4-5-360 0 0,-7-29-1164 0 0,-2 1 856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00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92 476 0 0,'5'-17'5233'0'0,"1"-1"0"0"0,10-20 0 0 0,-13 29-3878 0 0,5-1 2898 0 0,-7 22-2965 0 0,-7 160 3671 0 0,-8 3-3292 0 0,-28 173-1508 0 0,37-304 80 0 0,-10 78-2103 0 0,15-116-169 0 0,-2 1 3711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00.9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873 146 2084 0 0,'13'-41'8048'0'0,"10"-62"0"0"0,-23 101-7728 0 0,-3 5 37 0 0,-16 15 73 0 0,1 0 0 0 0,-18 24 0 0 0,15-16-151 0 0,-50 67 903 0 0,-103 175 1 0 0,75-95 93 0 0,-148 362 0 0 0,194-391-1003 0 0,8 1 0 0 0,5 3 0 0 0,-23 177 0 0 0,53-248-207 0 0,4 0-1 0 0,3 1 1 0 0,3 0 0 0 0,18 134-1 0 0,-10-165-144 0 0,2 0 0 0 0,2 0 0 0 0,2-1 0 0 0,2-1 0 0 0,2 0 0 0 0,1-1 0 0 0,3-1 0 0 0,48 72 0 0 0,-48-87-481 0 0,1-1 0 0 0,0-1 0 0 0,2-1 0 0 0,1-1 0 0 0,45 31-1 0 0,-37-32-1265 0 0,1-2-1 0 0,48 22 1 0 0,-22-19-3932 0 0,-4-13-3292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03.1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43 2480 0 0,'25'-23'8299'0'0,"-15"11"-6181"0"0,-8 10-1606 0 0,1 0 12 0 0,-3 2-496 0 0,0 0 1 0 0,1-1-1 0 0,-1 1 1 0 0,0 0-1 0 0,0 0 0 0 0,0 0 1 0 0,1-1-1 0 0,-1 1 1 0 0,0 0-1 0 0,0 0 1 0 0,0 0-1 0 0,1 0 1 0 0,-1 0-1 0 0,0-1 1 0 0,0 1-1 0 0,1 0 1 0 0,-1 0-1 0 0,0 0 1 0 0,0 0-1 0 0,1 0 1 0 0,-1 0-1 0 0,0 0 1 0 0,1 0-1 0 0,-1 0 0 0 0,0 0 1 0 0,0 0-1 0 0,1 0 1 0 0,-1 0-1 0 0,0 0 1 0 0,0 0-1 0 0,1 0 1 0 0,-1 0-1 0 0,1 1 1 0 0,3 10 267 0 0,0 1 0 0 0,-1 0 0 0 0,0 0 0 0 0,-1 0 0 0 0,0 1-1 0 0,0 17 1 0 0,2 16 34 0 0,2 4 10 0 0,-2 90 0 0 0,-15 51-14 0 0,8-147-266 0 0,0-1-27 0 0,-3 44-573 0 0,4-29-2712 0 0,4-43 1883 0 0,6 3-4840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03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128 126 2672 0 0,'6'-10'1292'0'0,"18"-24"5214"0"0,25-47 0 0 0,-70 99-5358 0 0,5 0-672 0 0,1 0 0 0 0,-17 30-1 0 0,18-27-299 0 0,-5 6-17 0 0,2 1 1 0 0,1 1-1 0 0,-16 42 0 0 0,27-58-125 0 0,1 0 0 0 0,0 0 0 0 0,1 0 0 0 0,0 0 0 0 0,1 0 0 0 0,0 0 0 0 0,1 1 0 0 0,1-1 0 0 0,0 1 0 0 0,1-1 0 0 0,3 16 0 0 0,-3-24-8 0 0,1 0 0 0 0,-1 0 1 0 0,1-1-1 0 0,1 1 0 0 0,-1 0 0 0 0,1-1 0 0 0,-1 1 1 0 0,1-1-1 0 0,1 0 0 0 0,-1 0 0 0 0,1 0 0 0 0,-1 0 1 0 0,1 0-1 0 0,0-1 0 0 0,0 0 0 0 0,1 0 0 0 0,-1 0 1 0 0,1 0-1 0 0,-1-1 0 0 0,1 0 0 0 0,0 0 1 0 0,0 0-1 0 0,0 0 0 0 0,0-1 0 0 0,0 0 0 0 0,0 0 1 0 0,0 0-1 0 0,1-1 0 0 0,-1 1 0 0 0,0-1 0 0 0,0-1 1 0 0,1 1-1 0 0,-1-1 0 0 0,0 0 0 0 0,0 0 0 0 0,0 0 1 0 0,0-1-1 0 0,0 0 0 0 0,0 0 0 0 0,0 0 1 0 0,0 0-1 0 0,-1-1 0 0 0,1 0 0 0 0,-1 0 0 0 0,0 0 1 0 0,0 0-1 0 0,6-7 0 0 0,-1-2 4 0 0,0 0 0 0 0,-1-1 0 0 0,0 0 0 0 0,-1-1 0 0 0,-1 0 0 0 0,0 0 0 0 0,-1 0 0 0 0,0-1 0 0 0,-1 1 0 0 0,-1-1 0 0 0,-1 0 0 0 0,0 0 0 0 0,0 0 0 0 0,-2-16 0 0 0,0 16-41 0 0,0 1 1 0 0,-1-1 0 0 0,-1 1 0 0 0,-1-1-1 0 0,0 1 1 0 0,0 0 0 0 0,-2 0 0 0 0,0 0-1 0 0,0 0 1 0 0,-1 1 0 0 0,-1 0 0 0 0,0 0 0 0 0,-1 1-1 0 0,-16-20 1 0 0,22 29-88 0 0,-1 1 1 0 0,1-1-1 0 0,-1 1 1 0 0,0 0-1 0 0,0 0 1 0 0,0 0-1 0 0,0 0 1 0 0,0 0-1 0 0,0 0 1 0 0,0 1-1 0 0,-1 0 0 0 0,1-1 1 0 0,-1 1-1 0 0,1 0 1 0 0,-1 1-1 0 0,1-1 1 0 0,-1 1-1 0 0,1-1 1 0 0,-1 1-1 0 0,-4 1 0 0 0,6-1-71 0 0,0 0-1 0 0,0 1 0 0 0,1 0 1 0 0,-1-1-1 0 0,0 1 0 0 0,0 0 0 0 0,1 0 1 0 0,-1 0-1 0 0,0 0 0 0 0,1 0 1 0 0,-1 0-1 0 0,1 0 0 0 0,0 1 0 0 0,-1-1 1 0 0,-1 3-1 0 0,1-1-120 0 0,1-1 1 0 0,-1 1 0 0 0,1 0-1 0 0,0 0 1 0 0,0-1-1 0 0,0 1 1 0 0,0 0-1 0 0,0 0 1 0 0,1 0 0 0 0,-1 0-1 0 0,1 0 1 0 0,0 5-1 0 0,6 24-5532 0 0,0-15 249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03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1 133 2848 0 0,'19'-36'14717'0'0,"-15"25"-13160"0"0,21-5-196 0 0,-13 12-1290 0 0,-1 1 0 0 0,1 0 0 0 0,0 0 0 0 0,0 1 0 0 0,13 0 0 0 0,4-2 10 0 0,113-18 259 0 0,-13 2-5453 0 0,-109 14 620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04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61 240 0 0,'-24'-38'11891'0'0,"9"16"-6744"0"0,9 24-4179 0 0,6-2-943 0 0,-1 0 0 0 0,1 0 0 0 0,0 0 0 0 0,-1 0 1 0 0,1 0-1 0 0,0 0 0 0 0,-1 0 0 0 0,1 0 0 0 0,0 0 0 0 0,-1 0 0 0 0,1 1 0 0 0,0-1 0 0 0,-1 0 0 0 0,1 0 0 0 0,0 0 0 0 0,-1 0 0 0 0,1 0 0 0 0,0 1 0 0 0,0-1 0 0 0,-1 0 0 0 0,1 0 0 0 0,0 1 0 0 0,0-1 0 0 0,-1 0 0 0 0,1 0 0 0 0,0 1 0 0 0,0-1 0 0 0,0 0 0 0 0,-1 0 0 0 0,1 1 0 0 0,0-1 0 0 0,0 0 0 0 0,0 1 0 0 0,0-1 0 0 0,0 0 0 0 0,0 1 0 0 0,0 0 0 0 0,-9 60 1887 0 0,-1 86 0 0 0,5-57-1478 0 0,-4 25-164 0 0,-3 42-298 0 0,9-53-4549 0 0,4-84 638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04.3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20 189 104 0 0,'37'-83'8890'0'0,"12"-23"1252"0"0,-45 117-8638 0 0,-3 0-1062 0 0,-1 0 0 0 0,0-1 1 0 0,-1 1-1 0 0,0 0 0 0 0,-1 0 0 0 0,0-1 0 0 0,-3 11 1 0 0,-5 31 199 0 0,-29 179 657 0 0,0 6-4121 0 0,36-205 852 0 0,-1 10-1521 0 0,0-12-5432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04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61 248 1128 0 0,'6'-16'2298'0'0,"65"-146"11729"0"0,-68 157-13919 0 0,0 1 0 0 0,0-1 1 0 0,0 0-1 0 0,1 1 0 0 0,-1 0 1 0 0,1 0-1 0 0,0 0 0 0 0,0 0 0 0 0,0 1 1 0 0,1-1-1 0 0,0 1 0 0 0,-1 0 1 0 0,1 0-1 0 0,0 1 0 0 0,0 0 0 0 0,0-1 1 0 0,1 2-1 0 0,-1-1 0 0 0,0 1 0 0 0,1-1 1 0 0,-1 2-1 0 0,1-1 0 0 0,-1 1 1 0 0,1-1-1 0 0,0 1 0 0 0,-1 1 0 0 0,1-1 1 0 0,-1 1-1 0 0,1 0 0 0 0,8 3 1 0 0,-7-2-78 0 0,0 0 0 0 0,0 1 1 0 0,-1 0-1 0 0,1 0 1 0 0,-1 1-1 0 0,1 0 0 0 0,-1 0 1 0 0,0 0-1 0 0,-1 1 1 0 0,1-1-1 0 0,-1 1 0 0 0,0 1 1 0 0,0-1-1 0 0,0 1 1 0 0,-1 0-1 0 0,0 0 1 0 0,0 0-1 0 0,0 1 0 0 0,-1-1 1 0 0,0 1-1 0 0,-1 0 1 0 0,4 13-1 0 0,-4-11 101 0 0,-1 0 0 0 0,0 0 0 0 0,-1 1 0 0 0,0-1 0 0 0,-1 0 0 0 0,0 0 0 0 0,0 1 0 0 0,-1-1 0 0 0,-3 11 0 0 0,0-6 72 0 0,-1 0 1 0 0,0 0-1 0 0,-1 0 0 0 0,-1-1 0 0 0,-8 13 0 0 0,-11 8 564 0 0,-1-1 1 0 0,-62 56-1 0 0,-6-8 844 0 0,-20 20 1313 0 0,114-100-2703 0 0,3 0-215 0 0,-1-1 1 0 0,1 1-1 0 0,-1-1 1 0 0,1 0-1 0 0,0 1 1 0 0,-1-1-1 0 0,1 0 1 0 0,-1 0-1 0 0,1 1 1 0 0,0-1-1 0 0,-1 0 1 0 0,1 0-1 0 0,0 0 1 0 0,-1 0-1 0 0,1 0 1 0 0,0 0-1 0 0,-1 0 1 0 0,1 0-1 0 0,0 0 1 0 0,0 0-1 0 0,67-14-861 0 0,0-2-1 0 0,65-26 0 0 0,-73 22-722 0 0,1 2-406 0 0,86-32-3783 0 0,-123 40 2851 0 0,-1-1 0 0 0,22-15 0 0 0,-2-3-5344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04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80 2028 0 0,'-1'-3'445'0'0,"-5"-8"1656"0"0,0-1 0 0 0,1 0 0 0 0,-5-17 0 0 0,6 17 2570 0 0,10 19-3637 0 0,19 26-209 0 0,-2 1-1 0 0,-2 1 1 0 0,-1 1 0 0 0,29 75-1 0 0,-23-40-607 0 0,-3 1 1 0 0,-4 1-1 0 0,-2 0 0 0 0,-4 1 1 0 0,-3 1-1 0 0,0 83 0 0 0,-9-21-78 0 0,-7 1 0 0 0,-33 196 0 0 0,-76 171-372 0 0,8-177-3426 0 0,71-223 487 0 0,12-36-2764 0 0,10-30-1303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05.2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3 274 2780 0 0,'-1'-62'10701'0'0,"0"13"-4255"0"0,1 47-6347 0 0,0 1-1 0 0,0-1 1 0 0,1 0-1 0 0,-1 0 1 0 0,0 0 0 0 0,1 1-1 0 0,0-1 1 0 0,-1 0-1 0 0,1 1 1 0 0,0-1-1 0 0,0 0 1 0 0,0 1-1 0 0,0-1 1 0 0,0 1 0 0 0,0 0-1 0 0,0-1 1 0 0,1 1-1 0 0,-1 0 1 0 0,0 0-1 0 0,1 0 1 0 0,-1 0-1 0 0,1 0 1 0 0,-1 0 0 0 0,3-1-1 0 0,4-2-31 0 0,0 1 0 0 0,0 1 0 0 0,16-4 0 0 0,-14 4 64 0 0,222-41 595 0 0,-101 21-1882 0 0,-2-6-4402 0 0,-124 27 4354 0 0,1-1 1 0 0,-1 1-1 0 0,0-1 1 0 0,0 0-1 0 0,9-6 1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05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37 1600 0 0,'-59'-35'12961'0'0,"57"33"-12261"0"0,0 4-487 0 0,0 0 0 0 0,-1-1-1 0 0,1 1 1 0 0,0 0 0 0 0,0 0-1 0 0,0 0 1 0 0,0 0-1 0 0,1 0 1 0 0,-1 1 0 0 0,1-1-1 0 0,-1 0 1 0 0,1 1 0 0 0,0-1-1 0 0,-1 1 1 0 0,0 4-1 0 0,-10 46 1144 0 0,9-32-884 0 0,-13 73 397 0 0,-2 101 0 0 0,9-79-675 0 0,7-93-280 0 0,-11 133-1462 0 0,12-53-2925 0 0,5-57-2626 0 0,-1-27 286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05.6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1 253 1608 0 0,'47'-150'11711'0'0,"-13"48"-5094"0"0,-32 114-6163 0 0,-1 0-1 0 0,-1 0 1 0 0,0 0 0 0 0,0 0 0 0 0,-1 0-1 0 0,-4 16 1 0 0,1 1-38 0 0,-21 256 1073 0 0,19-96-4443 0 0,6-173 1740 0 0,1 37-2394 0 0,5-22-4228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05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691 199 2920 0 0,'-7'-133'9721'0'0,"5"97"-7746"0"0,2 35-1885 0 0,0-1 0 0 0,0 1 0 0 0,0-1 0 0 0,-1 1 0 0 0,1-1 0 0 0,0 1 0 0 0,0 0-1 0 0,-1-1 1 0 0,1 1 0 0 0,-1-1 0 0 0,1 1 0 0 0,-1 0 0 0 0,0-1 0 0 0,0 1 0 0 0,1 0 0 0 0,-1 0 0 0 0,0-1 0 0 0,-2-1 0 0 0,2 3-46 0 0,0 0 1 0 0,0-1-1 0 0,1 1 0 0 0,-1 0 1 0 0,0 0-1 0 0,0 0 1 0 0,0 0-1 0 0,0 0 0 0 0,0 0 1 0 0,0 0-1 0 0,0 0 1 0 0,1 0-1 0 0,-1 0 0 0 0,0 0 1 0 0,0 0-1 0 0,0 1 1 0 0,0-1-1 0 0,0 0 0 0 0,1 1 1 0 0,-1-1-1 0 0,0 0 1 0 0,-1 2-1 0 0,-5 3 190 0 0,0 0 0 0 0,0 1 0 0 0,0 0 0 0 0,-9 12 0 0 0,-9 11 298 0 0,2 2-1 0 0,-26 44 0 0 0,-32 73 641 0 0,64-116-951 0 0,-61 122 794 0 0,7 4 1 0 0,-73 237 0 0 0,112-283-795 0 0,6 1-1 0 0,4 0 1 0 0,5 2-1 0 0,-3 188 1 0 0,20-268-377 0 0,1 0 1 0 0,2-1-1 0 0,2 0 0 0 0,17 67 0 0 0,-17-85-178 0 0,1 0 0 0 0,0 0 0 0 0,2-1-1 0 0,0 0 1 0 0,0 0 0 0 0,1-1-1 0 0,1 0 1 0 0,0-1 0 0 0,1 0-1 0 0,1 0 1 0 0,0-1 0 0 0,16 13 0 0 0,-11-13-668 0 0,0-1-1 0 0,0 0 1 0 0,34 14 0 0 0,-30-17-2008 0 0,34 9 0 0 0,13-3-5086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06.6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49 140 1792 0 0,'2'-7'616'0'0,"4"-20"3269"0"0,-1 0-1 0 0,4-52 1266 0 0,-15 103-3940 0 0,-5 19-516 0 0,-31 143 516 0 0,37-157-1133 0 0,2 1 0 0 0,1 0-1 0 0,1 1 1 0 0,4 37-1 0 0,-3-62-55 0 0,1-1 0 0 0,0 1 0 0 0,0-1 0 0 0,1 1 0 0 0,0-1-1 0 0,-1 1 1 0 0,2-1 0 0 0,-1 0 0 0 0,1 0 0 0 0,0 0-1 0 0,0 0 1 0 0,0 0 0 0 0,0-1 0 0 0,1 0 0 0 0,0 1 0 0 0,0-1-1 0 0,0 0 1 0 0,0-1 0 0 0,1 1 0 0 0,6 3 0 0 0,-8-6-12 0 0,0 0 0 0 0,0 0 0 0 0,0 0 0 0 0,-1-1 0 0 0,1 1 0 0 0,0-1 0 0 0,0 0 0 0 0,0 0 1 0 0,0 0-1 0 0,0 0 0 0 0,0 0 0 0 0,0-1 0 0 0,-1 1 0 0 0,6-2 0 0 0,-1-1 5 0 0,1 1 0 0 0,-1-1 0 0 0,0-1 0 0 0,7-4 0 0 0,-5 2-10 0 0,-1 0 0 0 0,1-1 0 0 0,-1 0 0 0 0,-1 0 0 0 0,0-1 0 0 0,0 0 0 0 0,11-17 0 0 0,36-70 548 0 0,-37 62 144 0 0,27-56 1167 0 0,-43 87-1848 0 0,0 7-27 0 0,0-1 10 0 0,0 0-1 0 0,0 0 0 0 0,-1 0 1 0 0,0 8-1 0 0,0-12-1 0 0,-14 206 189 0 0,3-81-126 0 0,3-34-31 0 0,2-30-1438 0 0,3 86 0 0 0,8-108-2162 0 0,3-18-3140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06.9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22 136 108 0 0,'-11'-40'11047'0'0,"3"-1"-4057"0"0,8 38-6460 0 0,-1 1 83 0 0,1-8 476 0 0,0 9-1011 0 0,0 0-1 0 0,-1 1 0 0 0,1-1 0 0 0,0 0 1 0 0,0 0-1 0 0,0 0 0 0 0,0 0 0 0 0,0 1 1 0 0,0-1-1 0 0,0 0 0 0 0,0 0 0 0 0,0 0 1 0 0,0 0-1 0 0,0 1 0 0 0,0-1 0 0 0,1-1 1 0 0,9-1-26 0 0,0 0 0 0 0,0 1 0 0 0,0 0 0 0 0,0 1 0 0 0,0 0 0 0 0,0 1 0 0 0,15 1 0 0 0,7-2-31 0 0,160-9 370 0 0,-188 9-408 0 0,0 1-245 0 0,30-1-3772 0 0,-31 0 2744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07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65 2572 0 0,'-1'-16'5829'0'0,"-5"-33"4370"0"0,5 52-10089 0 0,0 0 1 0 0,0 0 0 0 0,1 0-1 0 0,-1 0 1 0 0,1 0-1 0 0,0 1 1 0 0,-1-1 0 0 0,2 5-1 0 0,-3 14 181 0 0,-19 241 974 0 0,12-170-2103 0 0,7-33-2903 0 0,1-58 3238 0 0,1 0 1 0 0,0-1-1 0 0,0 1 1 0 0,1 0 0 0 0,-1 0-1 0 0,0-1 1 0 0,0 1 0 0 0,1 0-1 0 0,-1-1 1 0 0,1 1 0 0 0,0 0-1 0 0,-1-1 1 0 0,1 1-1 0 0,0-1 1 0 0,0 1 0 0 0,2 2-1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07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140 201 1364 0 0,'8'-20'2103'0'0,"4"-14"2869"0"0,12-47 0 0 0,-14 19-1417 0 0,-10 59-3179 0 0,-4 3-351 0 0,0 1 0 0 0,-1 0-1 0 0,1 0 1 0 0,0 0-1 0 0,0 1 1 0 0,0-1 0 0 0,0 1-1 0 0,0 0 1 0 0,0 0 0 0 0,0 0-1 0 0,1 1 1 0 0,-1-1 0 0 0,1 1-1 0 0,-1 0 1 0 0,-4 5-1 0 0,-5 8 11 0 0,-24 32-1 0 0,33-43-25 0 0,-9 14 16 0 0,1 0 0 0 0,-13 28 0 0 0,21-38 5 0 0,0 1 0 0 0,1-1-1 0 0,0 1 1 0 0,0 0 0 0 0,1 0 0 0 0,1 0-1 0 0,-1 15 1 0 0,2-21-13 0 0,0-1 1 0 0,1 0-1 0 0,-1 0 1 0 0,1 1-1 0 0,0-1 1 0 0,0 0-1 0 0,2 3 1 0 0,-3-5-12 0 0,1 0 0 0 0,-1 1 0 0 0,1-1-1 0 0,-1 0 1 0 0,1 0 0 0 0,0 0 0 0 0,-1 0 0 0 0,1 0 0 0 0,0 0 0 0 0,0 0 0 0 0,0 0-1 0 0,0 0 1 0 0,0-1 0 0 0,0 1 0 0 0,0 0 0 0 0,0-1 0 0 0,0 1 0 0 0,0 0 0 0 0,0-1-1 0 0,2 1 1 0 0,2-1-3 0 0,-1 0 0 0 0,0-1 0 0 0,0 1 0 0 0,0-1 0 0 0,0 0-1 0 0,0 0 1 0 0,0-1 0 0 0,0 1 0 0 0,0-1 0 0 0,0 0 0 0 0,-1 0 0 0 0,1 0-1 0 0,-1 0 1 0 0,1 0 0 0 0,-1-1 0 0 0,0 0 0 0 0,0 0 0 0 0,5-5 0 0 0,7-10 97 0 0,0 0 0 0 0,14-24 0 0 0,-14 20 289 0 0,17-25 134 0 0,-29 48-543 0 0,10 5 29 0 0,-12-6-7 0 0,-1 0 1 0 0,0 0 0 0 0,0 0 0 0 0,0 0-1 0 0,0 0 1 0 0,1 0 0 0 0,-1 1-1 0 0,0-1 1 0 0,0 0 0 0 0,0 0-1 0 0,0 0 1 0 0,1 0 0 0 0,-1 0-1 0 0,0 0 1 0 0,0 0 0 0 0,0 1-1 0 0,0-1 1 0 0,0 0 0 0 0,0 0 0 0 0,0 0-1 0 0,1 0 1 0 0,-1 0 0 0 0,0 1-1 0 0,0-1 1 0 0,0 0 0 0 0,0 0-1 0 0,0 0 1 0 0,0 1 0 0 0,0-1-1 0 0,0 0 1 0 0,0 0 0 0 0,0 0-1 0 0,0 0 1 0 0,0 1 0 0 0,0-1-1 0 0,3 62 517 0 0,-3 0 0 0 0,-11 84-1 0 0,4-73-2033 0 0,3 92 0 0 0,4-160 884 0 0,2 22-1337 0 0,2-7-5499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08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530 188 820 0 0,'-6'-44'3936'0'0,"-6"-99"6948"0"0,26 177-8645 0 0,26 89-279 0 0,42 232 0 0 0,-70-269-1842 0 0,-4 0 0 0 0,-3 0 0 0 0,-4 1 0 0 0,-4 0 0 0 0,-4-1 0 0 0,-3 0 0 0 0,-36 137 0 0 0,21-135-837 0 0,-4-1-1 0 0,-4-1 0 0 0,-4-2 1 0 0,-50 86-1 0 0,23-65-2496 0 0,-3-3 0 0 0,-91 105 0 0 0,50-83-3877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08.1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 36 0 0,'0'0'-16'0'0,"2"-23"4"0"0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08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91 3912 0 0,'-3'-1'2883'0'0,"-10"-3"-220"0"0,-32-14 9227 0 0,31 11-9906 0 0,15 5-1855 0 0,2 0-110 0 0,-1 0 0 0 0,1 0 0 0 0,-1 0 0 0 0,1 0 0 0 0,0 0 0 0 0,0 1 0 0 0,0-1 0 0 0,0 1 0 0 0,0 0 0 0 0,0 0 0 0 0,0 0 0 0 0,0 0 0 0 0,1 0 0 0 0,-1 1 0 0 0,0 0 0 0 0,7-1 0 0 0,8-1-21 0 0,191-28-2088 0 0,-102 26-1976 0 0,-3 10-5611 0 0,-88-4 4132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09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0 852 0 0,'-149'55'11877'0'0,"148"-55"-11840"0"0,0 0-1 0 0,1 0 1 0 0,-1 1-1 0 0,0-1 1 0 0,1 0-1 0 0,-1 1 1 0 0,0-1-1 0 0,1 1 1 0 0,-1-1-1 0 0,1 0 1 0 0,-1 1-1 0 0,0-1 1 0 0,1 1-1 0 0,-1 0 1 0 0,1-1-1 0 0,0 1 1 0 0,-1-1-1 0 0,0 2 1 0 0,1-2-18 0 0,0 0-1 0 0,0 1 1 0 0,0-1 0 0 0,0 0 0 0 0,0 1 0 0 0,1-1 0 0 0,-1 1 0 0 0,0-1-1 0 0,0 0 1 0 0,0 1 0 0 0,0-1 0 0 0,0 0 0 0 0,0 1 0 0 0,1-1 0 0 0,-1 0-1 0 0,0 1 1 0 0,0-1 0 0 0,0 0 0 0 0,1 0 0 0 0,-1 1 0 0 0,0-1-1 0 0,0 0 1 0 0,1 0 0 0 0,0 1 0 0 0,1 0-11 0 0,0 1 0 0 0,0-1 0 0 0,1 0 0 0 0,-1 0 0 0 0,1 0 0 0 0,-1 0 0 0 0,6 1 0 0 0,31 2-2178 0 0,0-2 0 0 0,70-6 0 0 0,-98 4 1471 0 0,52-4-3646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09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57 492 0 0,'-29'-1'19602'0'0,"70"-2"-16871"0"0,10 0-2897 0 0,368-33 414 0 0,-353 30-45 0 0,1 1-1080 0 0,-37 3-6991 0 0,-26 2 8073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10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108 319 2820 0 0,'2'-1'2440'0'0,"6"-5"355"0"0,-1 0 0 0 0,0 0-1 0 0,0-1 1 0 0,11-12 1604 0 0,-11-4-1127 0 0,-9 19-3202 0 0,0 1 1 0 0,1-1 0 0 0,-1 1-1 0 0,-1 0 1 0 0,1 0 0 0 0,0 0 0 0 0,-1 0-1 0 0,1 0 1 0 0,-1 0 0 0 0,0 1 0 0 0,-6-5-1 0 0,7 5-70 0 0,-52-37 198 0 0,38 29-313 0 0,1-1-1 0 0,-18-16 1 0 0,32 25-91 0 0,-1 1-90 0 0,1 1 269 0 0,1 0 0 0 0,0-1 0 0 0,-1 1 0 0 0,1 0 1 0 0,0 0-1 0 0,-1 0 0 0 0,1 0 0 0 0,0-1 1 0 0,-1 1-1 0 0,1 0 0 0 0,0 0 0 0 0,0 0 1 0 0,-1-1-1 0 0,1 1 0 0 0,0 0 0 0 0,0-1 0 0 0,-1 1 1 0 0,1 0-1 0 0,0 0 0 0 0,0-1 0 0 0,0 1 1 0 0,0 0-1 0 0,-1-1 0 0 0,1 1 0 0 0,0 0 0 0 0,0-1 1 0 0,0 1-1 0 0,0 0 0 0 0,0-1 0 0 0,0 1 1 0 0,0-1-1 0 0,0 1 0 0 0,0 0 0 0 0,0-1 1 0 0,0 1-1 0 0,0 0 0 0 0,0-1 0 0 0,1 1 0 0 0,-1 0 1 0 0,0-1-1 0 0,0 1 0 0 0,0-1 0 0 0,19-8-607 0 0,28 1 224 0 0,-45 7 388 0 0,177-28-1221 0 0,-93 15 763 0 0,3-8 340 0 0,-39 8 960 0 0,-48 13-591 0 0,32-5 598 0 0,-31 6-815 0 0,1 3-67 0 0,-3-3 55 0 0,-1 0 1 0 0,0 0-1 0 0,0 0 0 0 0,1 0 0 0 0,-1 0 0 0 0,0 0 0 0 0,0 0 0 0 0,0 0 0 0 0,1 0 0 0 0,-1 0 0 0 0,0 0 0 0 0,0 0 1 0 0,1 0-1 0 0,-1 0 0 0 0,0 1 0 0 0,0-1 0 0 0,0 0 0 0 0,1 0 0 0 0,-1 0 0 0 0,0 0 0 0 0,0 1 0 0 0,0-1 0 0 0,0 0 1 0 0,1 0-1 0 0,-1 0 0 0 0,0 1 0 0 0,0-1 0 0 0,0 0 0 0 0,0 0 0 0 0,0 1 0 0 0,0-1 0 0 0,0 0 0 0 0,0 0 0 0 0,0 0 1 0 0,1 1-1 0 0,-1-1 0 0 0,0 0 0 0 0,0 0 0 0 0,-1 1 0 0 0,-12 76 279 0 0,-42 125 0 0 0,44-165-248 0 0,-20 69-72 0 0,-58 196-894 0 0,38-99-5893 0 0,42-159 1873 0 0,4-2-2535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10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76 2248 0 0,'-3'-1'3835'0'0,"-23"-2"5341"0"0,10 0-4776 0 0,30-2-4100 0 0,29-3 79 0 0,73-4 0 0 0,-23 4-259 0 0,30-7 116 0 0,-83 12-84 0 0,-37 3-114 0 0,1 0-11 0 0,32-2 16 0 0,-33 2-39 0 0,29-7-2115 0 0,-29 7 1395 0 0,22-9-9704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13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212 119 300 0 0,'0'0'1984'0'0,"-8"-13"3393"0"0,-29-48 3205 0 0,36 60-8231 0 0,1 0-347 0 0,0 1 1 0 0,0-1 0 0 0,-1 0-1 0 0,1 1 1 0 0,0-1 0 0 0,0 0 0 0 0,0 1-1 0 0,0-1 1 0 0,0 1 0 0 0,0-1-1 0 0,0 0 1 0 0,0 1 0 0 0,0-1 0 0 0,0 0-1 0 0,0 1 1 0 0,0-1 0 0 0,1 1-1 0 0,-1-1 1 0 0,0 0 0 0 0,0 1 0 0 0,1-1-1 0 0,-1 1 1 0 0,0-1 0 0 0,1 1-1 0 0,-1-1 1 0 0,0 1 0 0 0,1-1 0 0 0,-1 1-1 0 0,1-1 1 0 0,-1 1 0 0 0,1-1-1 0 0,-1 1 1 0 0,1 0 0 0 0,-1-1 0 0 0,2 1-1 0 0,24-16 29 0 0,-23 15-41 0 0,1-1 0 0 0,0 1-1 0 0,0 0 1 0 0,0 0 0 0 0,0 1 0 0 0,0-1-1 0 0,-1 1 1 0 0,1 0 0 0 0,0 0 0 0 0,0 0-1 0 0,0 0 1 0 0,0 1 0 0 0,0-1 0 0 0,0 1-1 0 0,0 0 1 0 0,0 1 0 0 0,-1-1 0 0 0,1 1-1 0 0,0-1 1 0 0,-1 1 0 0 0,1 0 0 0 0,-1 0-1 0 0,0 0 1 0 0,0 1 0 0 0,0-1 0 0 0,0 1-1 0 0,0 0 1 0 0,0 0 0 0 0,-1 0 0 0 0,1 0-1 0 0,2 6 1 0 0,-2-4 7 0 0,0 1-1 0 0,-1-1 1 0 0,1 1-1 0 0,-1 0 1 0 0,-1 0 0 0 0,1 0-1 0 0,-1 0 1 0 0,0 0-1 0 0,-1 0 1 0 0,1 0-1 0 0,-1 9 1 0 0,-1-4 2 0 0,-1-1 0 0 0,0 1 1 0 0,0-1-1 0 0,-1 1 0 0 0,0-1 0 0 0,-5 10 0 0 0,-4 4 26 0 0,0 0-1 0 0,-2-1 1 0 0,-1-1 0 0 0,-24 30-1 0 0,-10 1 525 0 0,-80 69-1 0 0,88-82-292 0 0,40-38-168 0 0,1-2-86 0 0,0 0 0 0 0,0 1 0 0 0,0-1 0 0 0,0 1 0 0 0,0-1 0 0 0,0 0 0 0 0,0 1 0 0 0,0-1 0 0 0,0 1 0 0 0,0-1 0 0 0,0 0 0 0 0,0 1 0 0 0,0-1 0 0 0,0 0 0 0 0,1 1 0 0 0,-1-1 0 0 0,0 0 0 0 0,0 1 0 0 0,0-1 0 0 0,1 0 1 0 0,-1 1-1 0 0,0-1 0 0 0,1 0 0 0 0,-1 0 0 0 0,0 1 0 0 0,0-1 0 0 0,1 0 0 0 0,14 2 35 0 0,-7-3-24 0 0,45-2-512 0 0,-1-2 1 0 0,0-3-1 0 0,0-2 0 0 0,71-24 1 0 0,-78 16-2533 0 0,-16 0-2118 0 0,-10 5-62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13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49 222 896 0 0,'-16'-38'5002'0'0,"-9"-28"1733"0"0,23 60-6236 0 0,0 0-1 0 0,1-1 1 0 0,0 1 0 0 0,0 0 0 0 0,1-1 0 0 0,0 1 0 0 0,0-1 0 0 0,1-8 0 0 0,0 12-438 0 0,-1 1 1 0 0,1 0-1 0 0,-1 0 0 0 0,1 0 0 0 0,0 0 1 0 0,0 0-1 0 0,0 0 0 0 0,0 0 1 0 0,1 0-1 0 0,-1 0 0 0 0,0 0 1 0 0,1 0-1 0 0,-1 1 0 0 0,1-1 1 0 0,0 1-1 0 0,0-1 0 0 0,2-1 1 0 0,0 1-12 0 0,0 0 0 0 0,0 0 1 0 0,1 0-1 0 0,-1 0 1 0 0,0 1-1 0 0,1 0 1 0 0,-1 0-1 0 0,7 0 1 0 0,2 0-7 0 0,0 0 1 0 0,0 1-1 0 0,1 1 1 0 0,-1 1-1 0 0,15 3 1 0 0,-13-2-31 0 0,1 1 0 0 0,-1 1 0 0 0,-1 1 0 0 0,1 0 0 0 0,-1 1 0 0 0,0 0 0 0 0,0 2 0 0 0,-1-1 0 0 0,16 14 0 0 0,-24-17-9 0 0,1-1-1 0 0,-1 2 1 0 0,0-1-1 0 0,0 0 1 0 0,0 1 0 0 0,-1 0-1 0 0,0 0 1 0 0,0 1-1 0 0,-1-1 1 0 0,0 1 0 0 0,0-1-1 0 0,0 1 1 0 0,-1 0-1 0 0,0 0 1 0 0,0 0 0 0 0,-1 1-1 0 0,0-1 1 0 0,0 0-1 0 0,-1 1 1 0 0,0-1 0 0 0,0 0-1 0 0,-2 9 1 0 0,-1 0 89 0 0,-1-1-1 0 0,-1 0 1 0 0,0 0 0 0 0,-1 0 0 0 0,-1 0 0 0 0,0-1 0 0 0,-1 0-1 0 0,-1-1 1 0 0,0 0 0 0 0,-17 19 0 0 0,-12 8 615 0 0,-74 61 1 0 0,53-50-228 0 0,26-22-246 0 0,31-28-185 0 0,3 2-18 0 0,0-2-25 0 0,-1 0-1 0 0,1 1 0 0 0,0-1 0 0 0,0 0 1 0 0,0 0-1 0 0,0 0 0 0 0,0 0 0 0 0,0 0 1 0 0,1 0-1 0 0,-1 0 0 0 0,0 0 0 0 0,0-1 0 0 0,1 1 1 0 0,-1 0-1 0 0,0-1 0 0 0,1 1 0 0 0,-1-1 1 0 0,1 1-1 0 0,-1-1 0 0 0,0 0 0 0 0,1 0 1 0 0,-1 0-1 0 0,1 1 0 0 0,1-2 0 0 0,49 2 22 0 0,-33-2-14 0 0,76-4-362 0 0,157-29-1 0 0,-211 28-102 0 0,1-1-226 0 0,-7 3-961 0 0,0-2 0 0 0,0-2-1 0 0,51-18 1 0 0,-73 19-608 0 0,11-6-7408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14.2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93 134 3332 0 0,'-93'-33'14334'0'0,"96"31"-14123"0"0,-3 2-205 0 0,1 0-1 0 0,-1-1 1 0 0,0 1-1 0 0,0-1 1 0 0,1 1-1 0 0,-1-1 0 0 0,0 1 1 0 0,0 0-1 0 0,1-1 1 0 0,-1 1-1 0 0,0 0 1 0 0,1-1-1 0 0,-1 1 1 0 0,1 0-1 0 0,-1 0 1 0 0,0-1-1 0 0,1 1 0 0 0,-1 0 1 0 0,1 0-1 0 0,-1 0 1 0 0,1-1-1 0 0,-1 1 1 0 0,1 0-1 0 0,-1 0 1 0 0,0 0-1 0 0,1 0 1 0 0,-1 0-1 0 0,1 0 1 0 0,0 0-1 0 0,437-70 654 0 0,-375 55-3343 0 0,-47 8-651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14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59 732 0 0,'-3'-4'1097'0'0,"-8"-6"2730"0"0,0-2 0 0 0,-12-16 0 0 0,22 26-3066 0 0,-7 0 367 0 0,2 2 5 0 0,2 12 739 0 0,2 6-1039 0 0,1 0 0 0 0,0 0 0 0 0,5 33-1 0 0,-1-5-131 0 0,-2 260 945 0 0,-2-149-1492 0 0,0-136-544 0 0,2 0-1 0 0,7 38 1 0 0,-7-52-183 0 0,1 0 0 0 0,0 0 0 0 0,1-1 0 0 0,-1 1 0 0 0,6 7 0 0 0,-7-11-177 0 0,1 1 0 0 0,1-2 0 0 0,-1 1 0 0 0,0 0 0 0 0,1 0 0 0 0,-1-1 0 0 0,1 1 0 0 0,0-1 0 0 0,0 0 0 0 0,0 0 0 0 0,4 2 0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14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1 123 3340 0 0,'24'-64'7231'0'0,"-6"20"-1488"0"0,-18 43-5592 0 0,0 0-1 0 0,0 1 1 0 0,0-1 0 0 0,0 0-1 0 0,0 1 1 0 0,0-1 0 0 0,1 0-1 0 0,-1 1 1 0 0,0-1 0 0 0,0 1-1 0 0,1-1 1 0 0,-1 0 0 0 0,0 1-1 0 0,1-1 1 0 0,-1 1 0 0 0,1-1-1 0 0,-1 1 1 0 0,1-1 0 0 0,-1 1-1 0 0,1-1 1 0 0,-1 1 0 0 0,1 0-1 0 0,-1-1 1 0 0,1 1 0 0 0,1-1-1 0 0,-2 2-52 0 0,1-1-1 0 0,-1 1 0 0 0,1-1 1 0 0,-1 1-1 0 0,1 0 1 0 0,-1-1-1 0 0,1 1 1 0 0,-1 0-1 0 0,1 0 0 0 0,-1-1 1 0 0,0 1-1 0 0,1 0 1 0 0,-1 0-1 0 0,0 0 1 0 0,0-1-1 0 0,0 2 0 0 0,6 37 1386 0 0,-11 279 1463 0 0,-1-208-2628 0 0,4 53-2034 0 0,2-129-967 0 0,2-22 901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15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1 232 1184 0 0,'-1'-47'4525'0'0,"2"-53"4867"0"0,0 97-9251 0 0,-1-1 0 0 0,1 1-1 0 0,-1 0 1 0 0,1-1-1 0 0,0 1 1 0 0,0 0 0 0 0,1-1-1 0 0,-1 1 1 0 0,0 0-1 0 0,1 0 1 0 0,0 0 0 0 0,0 0-1 0 0,0 0 1 0 0,0 1-1 0 0,1-1 1 0 0,-1 1 0 0 0,4-3-1 0 0,-2 1-40 0 0,1 1-1 0 0,0 0 1 0 0,0 1 0 0 0,0-1-1 0 0,0 1 1 0 0,0 0-1 0 0,1 1 1 0 0,-1-1-1 0 0,11-1 1 0 0,-2 2-56 0 0,0 0-1 0 0,1 0 1 0 0,-1 2 0 0 0,0 0 0 0 0,0 0-1 0 0,0 2 1 0 0,22 5 0 0 0,-27-5-38 0 0,0 0 1 0 0,0 1 0 0 0,0-1 0 0 0,0 2-1 0 0,0 0 1 0 0,-1 0 0 0 0,0 0-1 0 0,0 1 1 0 0,8 8 0 0 0,-13-11-2 0 0,1 1 0 0 0,-1 0 0 0 0,0 0 0 0 0,0 0 0 0 0,-1 0 1 0 0,1 0-1 0 0,-1 0 0 0 0,0 1 0 0 0,0-1 0 0 0,-1 1 0 0 0,1 0 1 0 0,-1-1-1 0 0,0 1 0 0 0,0 0 0 0 0,-1 0 0 0 0,1 0 0 0 0,-1 0 1 0 0,0-1-1 0 0,0 1 0 0 0,-2 5 0 0 0,0 2 4 0 0,-1 0 0 0 0,0-1 0 0 0,-1 1 1 0 0,-1-1-1 0 0,0 0 0 0 0,0 0 0 0 0,-1 0 0 0 0,0-1 0 0 0,-14 16 0 0 0,-8 8 31 0 0,-43 39-1 0 0,43-46-1 0 0,-42 39 2475 0 0,69-64-2140 0 0,-9 3 598 0 0,13-8-968 0 0,1 1 1 0 0,-1-1-1 0 0,0 1 0 0 0,1 0 1 0 0,-1 0-1 0 0,1 0 0 0 0,0 1 1 0 0,-1-1-1 0 0,1 1 0 0 0,0 0 0 0 0,0 0 1 0 0,0 0-1 0 0,0 0 0 0 0,0 1 1 0 0,0 0-1 0 0,0 0 0 0 0,0 0 1 0 0,0 0-1 0 0,8 2 0 0 0,-2-1-19 0 0,1 1-1 0 0,-1 0 0 0 0,1 1 1 0 0,-1 0-1 0 0,0 1 1 0 0,0 0-1 0 0,10 6 0 0 0,-9-4-2 0 0,0 2-1 0 0,0-1 0 0 0,-1 2 0 0 0,0-1 0 0 0,0 1 0 0 0,-1 1 0 0 0,0 0 0 0 0,-1 0 0 0 0,0 1 1 0 0,0 0-1 0 0,6 13 0 0 0,-11-17 75 0 0,0-1 0 0 0,0 1 0 0 0,-1 0 0 0 0,0 0 0 0 0,0 0-1 0 0,-1 0 1 0 0,1 1 0 0 0,-2-1 0 0 0,1 0 0 0 0,-1 0 0 0 0,0 1 0 0 0,-1-1 0 0 0,1 0 0 0 0,-1 0 0 0 0,-1 1 0 0 0,0-1 0 0 0,0 0 0 0 0,0-1 0 0 0,0 1 0 0 0,-1 0 0 0 0,-6 9 0 0 0,2-5 120 0 0,-2 0 0 0 0,1 0 1 0 0,-1-1-1 0 0,-1 0 0 0 0,0 0 1 0 0,0-1-1 0 0,-1 0 1 0 0,0-1-1 0 0,-1-1 0 0 0,0 0 1 0 0,0 0-1 0 0,0-1 1 0 0,-1 0-1 0 0,0-1 0 0 0,0-1 1 0 0,0 0-1 0 0,0-1 0 0 0,-22 3 1 0 0,26-6-445 0 0,1 0 0 0 0,0 0 0 0 0,-1-1 1 0 0,1 0-1 0 0,0 0 0 0 0,0-1 0 0 0,0 0 1 0 0,-15-6-1 0 0,-27-17-8738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17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1 2028 0 0,'-5'7'1442'0'0,"-1"-1"0"0"0,0 1 0 0 0,-1-1-1 0 0,1-1 1 0 0,-1 1 0 0 0,0-1 0 0 0,-1 0 0 0 0,1-1-1 0 0,-9 4 1 0 0,-11 10 715 0 0,27-17-2137 0 0,-1-1 1 0 0,1 0-1 0 0,-1 1 0 0 0,1-1 1 0 0,-1 1-1 0 0,1-1 0 0 0,-1 1 1 0 0,1-1-1 0 0,-1 1 0 0 0,1-1 0 0 0,-1 1 1 0 0,1-1-1 0 0,0 1 0 0 0,-1-1 1 0 0,1 1-1 0 0,0 0 0 0 0,-1-1 0 0 0,1 1 1 0 0,0 0-1 0 0,0-1 0 0 0,0 1 1 0 0,0 0-1 0 0,0-1 0 0 0,-1 1 0 0 0,1 0 1 0 0,1 0-1 0 0,2 1 2 0 0,0-1 0 0 0,1 0 0 0 0,-1 1 0 0 0,1-2 0 0 0,0 1 0 0 0,-1 0 0 0 0,1-1 0 0 0,-1 0 0 0 0,1 0 0 0 0,7 0 0 0 0,-7 0-19 0 0,74-1-166 0 0,100-12 0 0 0,-124 8-1129 0 0,3 0-1740 0 0,-13 1-4955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18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0 2968 0 0,'-65'34'12217'0'0,"64"-33"-11557"0"0,217-2-1398 0 0,0-2-3382 0 0,-117 2 695 0 0,-5-1-1733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19.9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77 1740 0 0,'0'0'3353'0'0,"-3"0"-2437"0"0,-3 1-1209 0 0,-21-4 10395 0 0,38-3-10357 0 0,8 0 288 0 0,1 0-1 0 0,0 1 0 0 0,35-5 0 0 0,-6 2-6 0 0,76-17 11 0 0,-110 22-230 0 0,17-3-1419 0 0,-15 9-5878 0 0,-6 2 3434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20.3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78 130 1484 0 0,'16'-114'14471'0'0,"-15"101"-12336"0"0,-1 11-1457 0 0,0 3-318 0 0,-21 169 2813 0 0,-7 50-560 0 0,3-36-1881 0 0,13-89-528 0 0,8-62 45 0 0,-1 40 0 0 0,5-71-428 0 0,1 5-1019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20.8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345 113 2316 0 0,'9'-11'1628'0'0,"4"-3"1768"0"0,-1-1 0 0 0,0 0 0 0 0,13-23 0 0 0,-25 36-2838 0 0,6-8 686 0 0,-3 2-214 0 0,-6 12-866 0 0,-14 13-66 0 0,-30 30 57 0 0,3 3 0 0 0,2 1-1 0 0,-37 61 1 0 0,46-66-85 0 0,3 2 0 0 0,1 1-1 0 0,3 2 1 0 0,-32 85 0 0 0,54-122-47 0 0,0-1 0 0 0,1 1-1 0 0,1 0 1 0 0,0 0 0 0 0,1 0 0 0 0,1 1-1 0 0,0-1 1 0 0,2 18 0 0 0,-1-25 3 0 0,0 0 0 0 0,1 0 0 0 0,-1-1 0 0 0,1 1 0 0 0,1-1 0 0 0,-1 0 0 0 0,1 1 0 0 0,0-1 0 0 0,1-1-1 0 0,-1 1 1 0 0,1 0 0 0 0,0-1 0 0 0,0 1 0 0 0,1-1 0 0 0,0-1 0 0 0,0 1 0 0 0,0-1 0 0 0,10 7 0 0 0,-13-10 33 0 0,1 1 1 0 0,-1-1-1 0 0,1 0 1 0 0,0 0-1 0 0,-1 0 1 0 0,1-1-1 0 0,0 1 0 0 0,0-1 1 0 0,0 1-1 0 0,0-1 1 0 0,-1 0-1 0 0,1 0 1 0 0,0 0-1 0 0,0 0 1 0 0,0-1-1 0 0,0 1 0 0 0,-1-1 1 0 0,1 0-1 0 0,0 0 1 0 0,0 0-1 0 0,-1 0 1 0 0,1 0-1 0 0,-1 0 0 0 0,1-1 1 0 0,-1 0-1 0 0,1 1 1 0 0,-1-1-1 0 0,3-3 1 0 0,-1 1 62 0 0,1 0 0 0 0,-1 0 0 0 0,0-1 0 0 0,0 0 0 0 0,-1 0 0 0 0,0 0 0 0 0,0 0 1 0 0,0 0-1 0 0,0-1 0 0 0,-1 0 0 0 0,3-9 0 0 0,-4 11-110 0 0,-1 0 0 0 0,0 0-1 0 0,-1 0 1 0 0,1 0 0 0 0,-1 0 0 0 0,0 0 0 0 0,0 0 0 0 0,0 0-1 0 0,0 0 1 0 0,0 0 0 0 0,-1 1 0 0 0,0-1 0 0 0,0 0 0 0 0,0 1-1 0 0,0 0 1 0 0,-1-1 0 0 0,1 1 0 0 0,-4-3 0 0 0,-7-6-735 0 0,0 1 1 0 0,0 1-1 0 0,-24-14 0 0 0,33 22-1081 0 0,-4 1 1292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21.0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82 952 0 0,'-17'-21'13528'0'0,"4"1"-7653"0"0,13 20-5842 0 0,-1 0-1 0 0,1 0 1 0 0,0-1-1 0 0,0 1 1 0 0,0 0-1 0 0,0 0 1 0 0,-1-1 0 0 0,1 1-1 0 0,0 0 1 0 0,0 0-1 0 0,0-1 1 0 0,0 1-1 0 0,0 0 1 0 0,0 0-1 0 0,0-1 1 0 0,0 1-1 0 0,0 0 1 0 0,0-1 0 0 0,0 1-1 0 0,0 0 1 0 0,0 0-1 0 0,0-1 1 0 0,0 1-1 0 0,0 0 1 0 0,0-1-1 0 0,0 1 1 0 0,0 0-1 0 0,0 0 1 0 0,0-1 0 0 0,0 1-1 0 0,0 0 1 0 0,1 0-1 0 0,-1-1 1 0 0,0 1-1 0 0,0 0 1 0 0,0 0-1 0 0,0 0 1 0 0,1-1-1 0 0,-1 1 1 0 0,0 0-1 0 0,0 0 1 0 0,1 0 0 0 0,-1 0-1 0 0,0-1 1 0 0,0 1-1 0 0,1 0 1 0 0,-1 0-1 0 0,275-14 1882 0 0,-69 1-3575 0 0,-188 11 587 0 0,23 2-2488 0 0,2 1-2250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21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7 2496 0 0,'-106'55'12798'0'0,"65"-32"-10066"0"0,40-21-2113 0 0,1-2-560 0 0,0 1 1 0 0,0 0-1 0 0,0-1 1 0 0,0 1-1 0 0,0 0 0 0 0,0-1 1 0 0,0 1-1 0 0,1 0 1 0 0,-1-1-1 0 0,0 1 0 0 0,0 0 1 0 0,1-1-1 0 0,-1 1 0 0 0,0-1 1 0 0,1 1-1 0 0,-1 0 1 0 0,1-1-1 0 0,-1 1 0 0 0,1-1 1 0 0,-1 1-1 0 0,1-1 1 0 0,-1 0-1 0 0,1 1 0 0 0,0-1 1 0 0,-1 0-1 0 0,1 1 1 0 0,-1-1-1 0 0,1 0 0 0 0,0 1 1 0 0,-1-1-1 0 0,1 0 0 0 0,1 0 1 0 0,27 1 292 0 0,-16-1-156 0 0,31-1-181 0 0,0-2 0 0 0,67-12 0 0 0,-79 8-1770 0 0,33-12 1 0 0,-42 10-2513 0 0,43-22 0 0 0,-34 12-2484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21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403 102 964 0 0,'-94'-93'17032'0'0,"93"93"-16967"0"0,1-1-1 0 0,-1 0 1 0 0,0 1 0 0 0,1-1-1 0 0,-1 0 1 0 0,0 1-1 0 0,1-1 1 0 0,-1 1 0 0 0,0-1-1 0 0,0 1 1 0 0,1 0-1 0 0,-1-1 1 0 0,0 1 0 0 0,0 0-1 0 0,0 0 1 0 0,0-1-1 0 0,1 1 1 0 0,-1 0-1 0 0,0 0 1 0 0,0 0 0 0 0,0 0-1 0 0,0 0 1 0 0,0 0-1 0 0,0 0 1 0 0,0 0 0 0 0,-1 1 11 0 0,1 0 1 0 0,0-1 0 0 0,0 1 0 0 0,0 0 0 0 0,0 0 0 0 0,0 0 0 0 0,0 0-1 0 0,0 0 1 0 0,0 0 0 0 0,0 0 0 0 0,1 0 0 0 0,-1 0 0 0 0,0 0 0 0 0,0 3-1 0 0,-3 5 324 0 0,1 0-1 0 0,0 1 1 0 0,-2 14-1 0 0,4-19-205 0 0,-141 576 3972 0 0,70-337-4889 0 0,34-79-6085 0 0,36-156 5638 0 0,-1 9-266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22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50 273 684 0 0,'66'-270'19973'0'0,"-66"267"-19194"0"0,-6 18-57 0 0,-2 7 35 0 0,-7 38 0 0 0,3-10-169 0 0,-49 219 1793 0 0,55-230-2218 0 0,2 1 1 0 0,1 0-1 0 0,3 0 0 0 0,8 75 1 0 0,-7-107-106 0 0,0-1 1 0 0,1 1 0 0 0,0-1-1 0 0,0 1 1 0 0,1-1-1 0 0,0 0 1 0 0,0 0-1 0 0,1 0 1 0 0,0 0 0 0 0,0 0-1 0 0,8 9 1 0 0,-8-13 14 0 0,-1 0 0 0 0,1 0 0 0 0,-1 0 1 0 0,1 0-1 0 0,0-1 0 0 0,0 1 0 0 0,0-1 0 0 0,0 0 1 0 0,1 0-1 0 0,-1-1 0 0 0,0 1 0 0 0,1-1 0 0 0,-1 0 1 0 0,1 0-1 0 0,0-1 0 0 0,-1 1 0 0 0,1-1 0 0 0,-1 0 1 0 0,1 0-1 0 0,8-2 0 0 0,2-1-3 0 0,0-1 0 0 0,0 0 0 0 0,-1-2 0 0 0,1 1 0 0 0,-1-2 0 0 0,0 0 0 0 0,-1 0 0 0 0,0-2 0 0 0,0 1 0 0 0,-1-2-1 0 0,0 1 1 0 0,0-2 0 0 0,14-17 0 0 0,-1 0-28 0 0,-1-2-1 0 0,-2-1 0 0 0,-1 0 1 0 0,23-46-1 0 0,-34 57-31 0 0,0 0 1 0 0,-1-1-1 0 0,-1 0 0 0 0,-1-1 0 0 0,4-24 1 0 0,-9 38-58 0 0,-1 0 0 0 0,0-1-1 0 0,-1 1 1 0 0,0-1 0 0 0,-1 1 0 0 0,1-1 0 0 0,-1 1 0 0 0,-1-1 0 0 0,0 1 0 0 0,0 0 0 0 0,-1 0 0 0 0,0 0 0 0 0,0 0 0 0 0,-1 0 0 0 0,0 1 0 0 0,-7-12 0 0 0,6 13-250 0 0,1-1 0 0 0,-1 1 0 0 0,-1 0 0 0 0,1 0 0 0 0,-1 1 0 0 0,0-1 0 0 0,0 1 0 0 0,-1 1 0 0 0,1-1 0 0 0,-1 1 0 0 0,0 0 0 0 0,0 1 0 0 0,-1-1 0 0 0,1 1 0 0 0,-1 1-1 0 0,1 0 1 0 0,-1 0 0 0 0,0 0 0 0 0,0 1 0 0 0,0 0 0 0 0,0 1 0 0 0,0-1 0 0 0,0 2 0 0 0,0-1 0 0 0,0 1 0 0 0,0 0 0 0 0,1 1 0 0 0,-14 4 0 0 0,-6 5-1699 0 0,0 1 0 0 0,1 2 0 0 0,1 0 0 0 0,0 2 0 0 0,-35 29 0 0 0,10-3-5156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33.6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256 192 96 0 0,'-91'-37'5299'0'0,"27"13"-2225"0"0,-35-9 733 0 0,97 33-2981 0 0,4-2-405 0 0,3-1-345 0 0,0 1 1 0 0,0-1-1 0 0,1 1 0 0 0,-1 0 0 0 0,0 1 1 0 0,1-1-1 0 0,-1 1 0 0 0,1 0 0 0 0,-1 1 1 0 0,11-1-1 0 0,8-1 30 0 0,967-73 891 0 0,6 85-859 0 0,338 75 69 0 0,-9 40-1257 0 0,-1294-121 972 0 0,57 4-303 0 0,413 50-5109 0 0,-496-57 5175 0 0,21 2-393 0 0,-8-2-2666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33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185 417 1556 0 0,'-46'3'2416'0'0,"14"0"-444"0"0,1-2 0 0 0,-36-3 0 0 0,67 2-1948 0 0,0 0 0 0 0,-1 0 0 0 0,1 0 0 0 0,0 0 0 0 0,-1 0-1 0 0,1 0 1 0 0,0 0 0 0 0,-1 0 0 0 0,1 0 0 0 0,0 0 0 0 0,0 0 0 0 0,-1 0 0 0 0,1 0-1 0 0,0-1 1 0 0,-1 1 0 0 0,1 0 0 0 0,0 0 0 0 0,0 0 0 0 0,-1 0 0 0 0,1 0 0 0 0,0-1-1 0 0,0 1 1 0 0,-1 0 0 0 0,1 0 0 0 0,0-1 0 0 0,0 1 0 0 0,0 0 0 0 0,0 0 0 0 0,-1-1-1 0 0,1 1 1 0 0,0 0 0 0 0,0 0 0 0 0,0-1 0 0 0,0 1 0 0 0,0 0 0 0 0,0-1 0 0 0,0 1-1 0 0,0 0 1 0 0,-1 0 0 0 0,1-1 0 0 0,0 1 0 0 0,0 0 0 0 0,1-1 0 0 0,-1 1 0 0 0,0 0-1 0 0,0-1 1 0 0,0 1 0 0 0,0-1 0 0 0,10-10 386 0 0,14-3-188 0 0,1 2 1 0 0,0 0-1 0 0,1 2 1 0 0,1 0-1 0 0,39-8 1 0 0,-16 4-65 0 0,484-107 545 0 0,10 48-472 0 0,749-21 32 0 0,6 71-999 0 0,-27 39-1337 0 0,-1 25-3336 0 0,-1176-38 4657 0 0,145 6-2032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9:46.9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0 480 0 0,'0'0'1234'0'0,"2"1"-752"0"0,9 0-94 0 0,-9-1 423 0 0,15 0-2378 0 0,-2 0 951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9:47.4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0 163 1140 0 0,'0'0'1992'0'0,"5"7"1381"0"0,5-14-2637 0 0,-3 1-356 0 0,0-3-4 0 0,1-3-368 0 0,3-3 8 0 0,0-2-416 0 0,5-3-184 0 0,-1-6-548 0 0,-2 1-725 0 0,4-7 213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9:48.0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0 864 0 0,'0'0'1932'0'0,"-7"13"1290"0"0,1-4-5189 0 0,5-8 320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9:48.3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2380 0 0,'4'42'7562'0'0,"-3"-40"-7152"0"0,-1-2-375 0 0,0 1-1 0 0,0-1 0 0 0,1 0 1 0 0,-1 1-1 0 0,0-1 1 0 0,0 1-1 0 0,1-1 0 0 0,-1 1 1 0 0,0-1-1 0 0,0 0 0 0 0,0 1 1 0 0,0-1-1 0 0,0 1 1 0 0,0-1-1 0 0,0 1 0 0 0,0-1 1 0 0,0 1-1 0 0,0-1 0 0 0,0 1 1 0 0,0-1-1 0 0,0 1 1 0 0,1 9-2445 0 0,-1-10 2318 0 0,0 0 1 0 0,1 0-1 0 0,-1 0 1 0 0,0 0-1 0 0,1 0 1 0 0,-1 0-1 0 0,0 0 0 0 0,1-1 1 0 0,-1 1-1 0 0,0 0 1 0 0,1 0-1 0 0,-1 0 1 0 0,0 0-1 0 0,0 0 1 0 0,1-1-1 0 0,-1 1 0 0 0,0 0 1 0 0,0 0-1 0 0,1 0 1 0 0,-1-1-1 0 0,0 1 1 0 0,0 0-1 0 0,0 0 0 0 0,1-1 1 0 0,-1 1-1 0 0,0 0 1 0 0,0 0-1 0 0,0-1 1 0 0,0 1-1 0 0,0 0 1 0 0,0-1-1 0 0,1 1 0 0 0,-1-1 1 0 0,4-7-3091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9:48.7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9 436 0 0,'0'0'1044'0'0,"3"-9"1804"0"0,3 19-5624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9:49.2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1 1068 0 0,'0'0'6825'0'0,"-2"8"-3565"0"0,1 1-3988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9:51.3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 1624 0 0,'0'0'3533'0'0,"13"-9"-679"0"0,-9 6-6093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9:52.8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0 744 0 0,'0'0'1980'0'0,"-7"7"-1604"0"0,-8-5-1796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9:53.2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0 852 0 0,'0'0'724'0'0,"-10"5"40"0"0,1 2-592 0 0,4 0-132 0 0,-5 6-324 0 0,3 1-948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9:55.0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0 120 0 0,'0'0'2732'0'0,"3"27"-1289"0"0,-1-22-3090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9:56.2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1 104 0 0,'0'0'2380'0'0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9:57.6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 55 828 0 0,'-1'-2'765'0'0,"-5"-8"38"0"0,-1 0 0 0 0,-10-14 0 0 0,15 23-743 0 0,0-2 20 0 0,0-1-77 0 0,-9 8 149 0 0,9-3-138 0 0,2 0-16 0 0,-2 5 3 0 0,1-5 6 0 0,-12 24-622 0 0,3-13-943 0 0,9-11 850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9:59.9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82 536 0 0,'0'0'725'0'0,"24"-10"2816"0"0,-23 10-3400 0 0,1 0 1 0 0,-1-1-1 0 0,0 1 0 0 0,0 0 1 0 0,1 0-1 0 0,-1-1 1 0 0,0 1-1 0 0,0-1 0 0 0,0 1 1 0 0,0-1-1 0 0,0 1 1 0 0,0-1-1 0 0,1 0 1 0 0,-1 0-1 0 0,-1 1 0 0 0,1-1 1 0 0,0 0-1 0 0,0 0 1 0 0,1-1-1 0 0,-1 0-65 0 0,-1 1-73 0 0,2-5 3 0 0,-1 5 5 0 0,-1 0-9 0 0,3-4-1 0 0,-3 4 11 0 0,14-20 44 0 0,-12 20-56 0 0,-2 0-198 0 0,1 0 128 0 0,-1 0 1 0 0,1 1-1 0 0,-1-1 0 0 0,1 0 1 0 0,-1 0-1 0 0,1 0 0 0 0,0 1 0 0 0,-1-1 1 0 0,1 0-1 0 0,0 1 0 0 0,0-1 0 0 0,-1 1 1 0 0,1-1-1 0 0,0 1 0 0 0,0-1 1 0 0,0 1-1 0 0,0-1 0 0 0,0 1 0 0 0,0 0 1 0 0,0-1-1 0 0,0 1 0 0 0,0 0 1 0 0,0 0-1 0 0,0 0 0 0 0,0 0 0 0 0,0 0 1 0 0,0 0-1 0 0,0 0 0 0 0,0 0 1 0 0,1 1-1 0 0,-3-3-1525 0 0,-2-3 156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0:00.5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69 108 0 0,'2'10'3712'0'0,"-4"-22"-3668"0"0,-1-3-304 0 0,-4-7-868 0 0,-2-7 1056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0:01.1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126 70 700 0 0,'-6'-12'1164'0'0,"-3"3"-312"0"0,-1 2-196 0 0,-2 2-180 0 0,0 0-32 0 0,-1-1-116 0 0,1-1-96 0 0,0 3-136 0 0,2-1-220 0 0,-7 0-1020 0 0,5 0-132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0:02.8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0 106 744 0 0,'7'-12'868'0'0,"-4"2"-216"0"0,-1 3 248 0 0,0-10-348 0 0,-4 4-192 0 0,0-3-140 0 0,1 4-152 0 0,-1 2-288 0 0,-5 2-1720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0:04.8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 16 556 0 0,'-12'-7'864'0'0,"-6"5"-640"0"0,2 1-240 0 0,1-3-524 0 0,-5 3 168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0:05.3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 32 0 0,'0'0'2756'0'0,"14"-7"-2604"0"0,-6 0-540 0 0,2-1-988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0:06.7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1 848 0 0,'2'2'511'0'0,"0"0"1"0"0,0 0-1 0 0,0 0 1 0 0,0 0-1 0 0,1 0 0 0 0,-1 0 1 0 0,4 1-1 0 0,-4-2-68 0 0,-1 0-445 0 0,-1-1-1 0 0,0 1 0 0 0,0-1 0 0 0,1 1 0 0 0,-1-1 0 0 0,0 1 0 0 0,1-1 0 0 0,-1 1 0 0 0,1-1 1 0 0,-1 1-1 0 0,0-1 0 0 0,1 0 0 0 0,-1 1 0 0 0,1-1 0 0 0,-1 0 0 0 0,1 1 0 0 0,-1-1 0 0 0,1 0 0 0 0,-1 0 1 0 0,1 1-1 0 0,0-1 0 0 0,-1 0 0 0 0,2 0 0 0 0,3 3-2348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0:07.2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52 356 0 0,'0'0'2008'0'0,"10"-33"1805"0"0,-7 28-3663 0 0,-3 4-165 0 0,0 0-1 0 0,0 1 1 0 0,1-1-1 0 0,-1 0 1 0 0,0 1-1 0 0,1-1 0 0 0,-1 0 1 0 0,0 1-1 0 0,1-1 1 0 0,-1 1-1 0 0,0-1 1 0 0,1 1-1 0 0,-1-1 0 0 0,1 1 1 0 0,-1-1-1 0 0,1 1 1 0 0,0-1-1 0 0,-1 1 1 0 0,1-1-1 0 0,-1 1 1 0 0,1 0-1 0 0,0-1 0 0 0,-1 1 1 0 0,1 0-1 0 0,0 0 1 0 0,-1 0-1 0 0,1-1 1 0 0,0 1-1 0 0,0 0 1 0 0,-1 0-1 0 0,1 0 0 0 0,1 0 1 0 0,-1 1-501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0:07.9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1 776 0 0,'0'0'6705'0'0,"-7"4"-6560"0"0,5-3-3325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0:09.3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1 1380 0 0,'-8'19'6439'0'0,"4"-18"-6347"0"0,-7 5-591 0 0,11-5 446 0 0,0 0 0 0 0,0 0 0 0 0,0 0 0 0 0,-1 0 0 0 0,1-1 0 0 0,0 1 1 0 0,0 0-1 0 0,1 0 0 0 0,-1 0 0 0 0,0 0 0 0 0,0 0 0 0 0,0-1 0 0 0,0 1 0 0 0,1 0 0 0 0,-1 0 0 0 0,0 0 0 0 0,1 1 0 0 0,0-1-151 0 0,8 18-3037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0:10.3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0 600 0 0,'-1'14'644'0'0,"-1"-2"136"0"0,4 3-268 0 0,3-5-108 0 0,15-8-368 0 0,0-10-1124 0 0,-8 2 488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0:10.9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18 924 0 0,'2'-1'-59'0'0,"19"-10"3233"0"0,-17 6-4963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0:12.5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5 188 0 0,'22'-1'176'0'0,"1"-1"-108"0"0,3 0-216 0 0,3 2 48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0:15.5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4 288 0 0,'0'0'2032'0'0,"11"-4"-3292"0"0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0:37.9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0 952 0 0,'0'0'2728'0'0,"-9"7"-631"0"0,1-14-4442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0:38.5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1 720 0 0,'11'3'2028'0'0,"-3"4"-2984"0"0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41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90 996 0 0,'0'-3'5100'0'0,"-1"-1"-4164"0"0,-1-1-1 0 0,1 1 1 0 0,-1-1 0 0 0,0 1 0 0 0,0-1 0 0 0,-6-7-1 0 0,7 11-381 0 0,0-1-89 0 0,0 1-382 0 0,0-1 1 0 0,1 1-1 0 0,-1 0 1 0 0,1 0-1 0 0,-1 0 1 0 0,1-1-1 0 0,-1 1 1 0 0,1 0 0 0 0,0-1-1 0 0,0 1 1 0 0,-1 0-1 0 0,1-1 1 0 0,0 1-1 0 0,0 0 1 0 0,0-1-1 0 0,1 1 1 0 0,-1-3-1 0 0,1 3-71 0 0,0 0-1 0 0,0 0 1 0 0,0 0-1 0 0,0 0 1 0 0,0 0-1 0 0,0 0 1 0 0,1 0-1 0 0,-1 0 1 0 0,0 1-1 0 0,0-1 1 0 0,1 0-1 0 0,-1 1 1 0 0,0-1-1 0 0,1 1 1 0 0,-1-1-1 0 0,0 1 1 0 0,1 0-1 0 0,-1 0 0 0 0,1-1 1 0 0,1 1-1 0 0,14-2 4 0 0,0 1-1 0 0,0 0 0 0 0,1 1 0 0 0,-1 1 1 0 0,0 0-1 0 0,28 7 0 0 0,-37-7-3 0 0,0 1 1 0 0,0 1-1 0 0,-1-1 0 0 0,1 1 1 0 0,-1 1-1 0 0,1-1 0 0 0,-1 1 1 0 0,0 1-1 0 0,-1-1 0 0 0,1 1 1 0 0,-1 0-1 0 0,0 1 0 0 0,0-1 0 0 0,-1 1 1 0 0,1 0-1 0 0,8 13 0 0 0,-12-13 6 0 0,1 1 0 0 0,-1-1 0 0 0,0 0 0 0 0,0 1 0 0 0,-1 0 0 0 0,0-1 0 0 0,0 1 0 0 0,-1 0 0 0 0,0-1 0 0 0,0 1 0 0 0,0 0 0 0 0,-1 0 0 0 0,0-1 0 0 0,0 1-1 0 0,0-1 1 0 0,-1 1 0 0 0,0-1 0 0 0,-1 1 0 0 0,-4 8 0 0 0,-5 8 37 0 0,0 0 0 0 0,-2 0 0 0 0,-25 30 0 0 0,-52 49 212 0 0,89-100-292 0 0,3-4-106 0 0,0 0 117 0 0,-1 1 0 0 0,1-1 1 0 0,0 0-1 0 0,0 1 0 0 0,0-1 0 0 0,0 0 0 0 0,0 1 0 0 0,0-1 1 0 0,1 1-1 0 0,-1 0 0 0 0,0-1 0 0 0,3 0 0 0 0,-1-2-19 0 0,242-239-493 0 0,-92 95 452 0 0,-143 141-47 0 0,-13 16 76 0 0,-11 16 13 0 0,-22 24-9 0 0,22-32 23 0 0,0 2 1 0 0,1 0-1 0 0,1 0 1 0 0,1 1-1 0 0,-11 28 1 0 0,22-47 18 0 0,-1 1 1 0 0,1-1 0 0 0,-1 1 0 0 0,1 0-1 0 0,-1-1 1 0 0,1 1 0 0 0,0-1-1 0 0,0 1 1 0 0,0 0 0 0 0,0-1-1 0 0,0 1 1 0 0,0-1 0 0 0,1 1 0 0 0,-1 0-1 0 0,0-1 1 0 0,1 1 0 0 0,-1-1-1 0 0,1 1 1 0 0,0-1 0 0 0,-1 1 0 0 0,1-1-1 0 0,0 0 1 0 0,1 2 0 0 0,0-1 2 0 0,0 0 1 0 0,0 0-1 0 0,1-1 0 0 0,-1 1 1 0 0,0-1-1 0 0,1 1 1 0 0,-1-1-1 0 0,1 0 1 0 0,0 0-1 0 0,-1 0 1 0 0,1 0-1 0 0,3 0 1 0 0,7 1-14 0 0,1 0 1 0 0,-1-2 0 0 0,1 1 0 0 0,15-3 0 0 0,44-5-1593 0 0,89-20 0 0 0,-10-9-4312 0 0,-99 23 2239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41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17 100 2572 0 0,'-14'-13'10893'0'0,"12"9"-9799"0"0,2 2-1054 0 0,1 0-1 0 0,0 1 0 0 0,0-1 0 0 0,0 1 0 0 0,1 0 1 0 0,-1-1-1 0 0,0 1 0 0 0,1 0 0 0 0,-1 0 0 0 0,0 0 1 0 0,1 0-1 0 0,-1 0 0 0 0,1 0 0 0 0,0 0 0 0 0,-1 0 1 0 0,1 0-1 0 0,0 1 0 0 0,-1-1 0 0 0,3 0 0 0 0,48-13 134 0 0,-32 9-115 0 0,119-25-2008 0 0,-45 20-4610 0 0,-72 10 1900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41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1 288 0 0,'-32'18'6618'0'0,"-36"26"1"0"0,67-44-6573 0 0,1 0 1 0 0,0 1-1 0 0,-1-1 1 0 0,1 0-1 0 0,0 0 1 0 0,0 0-1 0 0,-1 0 1 0 0,1 1-1 0 0,0-1 1 0 0,-1 0-1 0 0,1 0 1 0 0,0 0-1 0 0,0 1 1 0 0,0-1-1 0 0,-1 0 1 0 0,1 0-1 0 0,0 1 1 0 0,0-1 0 0 0,0 0-1 0 0,0 0 1 0 0,0 1-1 0 0,-1-1 1 0 0,1 0-1 0 0,0 1 1 0 0,0-1-1 0 0,0 0 1 0 0,0 1-1 0 0,0-1 1 0 0,0 0-1 0 0,0 0 1 0 0,0 1-1 0 0,0 0 1 0 0,10 2 271 0 0,19-5-491 0 0,13-5-1338 0 0,49-16 1 0 0,-3-4-3589 0 0,-37 12 418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42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33 480 0 0,'9'-14'2539'0'0,"5"-5"5442"0"0,-12 22-7810 0 0,-1-1-1 0 0,0 1 1 0 0,0 0-1 0 0,0 0 0 0 0,0 0 1 0 0,0-1-1 0 0,-1 1 1 0 0,1 0-1 0 0,-1 0 1 0 0,1 0-1 0 0,-1 0 0 0 0,0 4 1 0 0,-4 46 673 0 0,1-15-533 0 0,29 1235 815 0 0,85 325-775 0 0,2-251-131 0 0,-55-631-107 0 0,21 91-2049 0 0,-75-761 1003 0 0,0 7-6422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46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337 107 504 0 0,'-23'-12'2593'0'0,"1"0"1"0"0,0-2-1 0 0,-27-21 0 0 0,39 26-1932 0 0,9 9-611 0 0,0 0 1 0 0,0-1 0 0 0,1 1-1 0 0,-1-1 1 0 0,0 1-1 0 0,1-1 1 0 0,-1 1-1 0 0,0-1 1 0 0,1 1 0 0 0,-1-1-1 0 0,1 0 1 0 0,-1 1-1 0 0,1-1 1 0 0,-1 0 0 0 0,1 1-1 0 0,-1-1 1 0 0,1 0-1 0 0,0 0 1 0 0,-1 1-1 0 0,1-1 1 0 0,0 0 0 0 0,0 0-1 0 0,0 0 1 0 0,0 1-1 0 0,0-1 1 0 0,-1 0 0 0 0,1 0-1 0 0,1 0 1 0 0,-1 0-1 0 0,0 0 1 0 0,4-2 161 0 0,11 2-152 0 0,0 2 0 0 0,1-1 0 0 0,-1 2-1 0 0,0 0 1 0 0,0 1 0 0 0,0 0 0 0 0,0 1 0 0 0,-1 1 0 0 0,0 0 0 0 0,1 1-1 0 0,-2 1 1 0 0,1 0 0 0 0,-1 1 0 0 0,19 14 0 0 0,-28-19-50 0 0,0 0 0 0 0,0 0 1 0 0,-1 1-1 0 0,0-1 0 0 0,1 1 0 0 0,-2 0 1 0 0,1-1-1 0 0,0 1 0 0 0,-1 1 0 0 0,1-1 1 0 0,-1 0-1 0 0,0 1 0 0 0,-1-1 0 0 0,1 1 1 0 0,-1-1-1 0 0,2 8 0 0 0,-3-5-2 0 0,0 0 0 0 0,0 0-1 0 0,0 0 1 0 0,-1 0 0 0 0,0 0 0 0 0,-1 0-1 0 0,1-1 1 0 0,-1 1 0 0 0,0 0-1 0 0,-5 8 1 0 0,-4 6 30 0 0,-2 0 1 0 0,0 0-1 0 0,-1-1 0 0 0,-1-1 0 0 0,-23 23 1 0 0,-6 0 330 0 0,-1-2 0 0 0,-74 49 1 0 0,-21 18 385 0 0,139-106-746 0 0,0 0-1 0 0,0-1 1 0 0,0 1-1 0 0,0 0 0 0 0,0 0 1 0 0,0 0-1 0 0,0 0 1 0 0,0 0-1 0 0,0 0 1 0 0,0 0-1 0 0,0 0 1 0 0,1 1-1 0 0,-1-1 1 0 0,0 0-1 0 0,1 0 1 0 0,-1 1-1 0 0,1-1 0 0 0,0 0 1 0 0,-1 0-1 0 0,1 1 1 0 0,0-1-1 0 0,0 2 1 0 0,0-2-5 0 0,1 0 1 0 0,-1 0-1 0 0,1-1 1 0 0,0 1-1 0 0,-1 0 1 0 0,1 0 0 0 0,0-1-1 0 0,0 1 1 0 0,-1 0-1 0 0,1-1 1 0 0,0 1-1 0 0,0-1 1 0 0,0 1-1 0 0,0-1 1 0 0,0 1 0 0 0,0-1-1 0 0,0 0 1 0 0,0 1-1 0 0,0-1 1 0 0,0 0-1 0 0,2 0 1 0 0,7 2 6 0 0,1-1 0 0 0,0-1 0 0 0,-1 0 0 0 0,14-2 0 0 0,270-39-59 0 0,-104 12-2010 0 0,-1 7-5459 0 0,-152 18 2626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46.8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23 2024 0 0,'-3'1'1939'0'0,"-19"10"3290"0"0,1-1 738 0 0,14-7-5294 0 0,4-2 512 0 0,-17 14 4274 0 0,22-14-5442 0 0,0 0-1 0 0,1 1 1 0 0,-1-1-1 0 0,0 0 1 0 0,0-1-1 0 0,1 1 1 0 0,-1 0 0 0 0,1-1-1 0 0,-1 1 1 0 0,1-1-1 0 0,-1 0 1 0 0,1 0-1 0 0,-1 0 1 0 0,0 0-1 0 0,4-1 1 0 0,48-6 65 0 0,-36 4-30 0 0,167-19 113 0 0,53-9-32 0 0,-213 27-1941 0 0,2-1-5222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47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11 111 2528 0 0,'23'-75'13692'0'0,"-14"47"-9636"0"0,-7 21-1985 0 0,-7 20-1840 0 0,-4 12-150 0 0,1 2 1 0 0,1-1-1 0 0,2 1 0 0 0,1 0 1 0 0,0 0-1 0 0,2 38 0 0 0,1-57-76 0 0,2 0 0 0 0,-1 0-1 0 0,1 0 1 0 0,1 0-1 0 0,-1 0 1 0 0,1 0-1 0 0,1 0 1 0 0,-1 0-1 0 0,1-1 1 0 0,1 1 0 0 0,-1-1-1 0 0,8 10 1 0 0,-8-12-15 0 0,1-1 1 0 0,0 0-1 0 0,0 0 0 0 0,0 0 1 0 0,0-1-1 0 0,1 1 1 0 0,-1-1-1 0 0,1 0 1 0 0,0 0-1 0 0,0-1 0 0 0,0 1 1 0 0,1-1-1 0 0,-1 0 1 0 0,0-1-1 0 0,1 1 0 0 0,-1-1 1 0 0,1 0-1 0 0,10 0 1 0 0,-8-1-12 0 0,0 0 1 0 0,-1 0 0 0 0,1-1-1 0 0,0 0 1 0 0,-1-1 0 0 0,1 1-1 0 0,-1-1 1 0 0,0-1 0 0 0,1 0-1 0 0,-1 0 1 0 0,0 0 0 0 0,-1-1-1 0 0,1 0 1 0 0,0 0 0 0 0,-1 0 0 0 0,0-1-1 0 0,0 0 1 0 0,-1 0 0 0 0,1-1-1 0 0,-1 0 1 0 0,0 0 0 0 0,5-8-1 0 0,6-12 103 0 0,-1-1 1 0 0,-1-1-1 0 0,-1-1 0 0 0,11-34 0 0 0,-6 12 570 0 0,-11 39-232 0 0,-9 26 226 0 0,0 1-538 0 0,-5 74-20 0 0,4 1-1 0 0,14 154 1 0 0,17-33-4302 0 0,12-4-6379 0 0,-25-139 2747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49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70 2200 0 0,'2'-4'938'0'0,"1"1"1"0"0,-1-1-1 0 0,1 0 0 0 0,-1 0 0 0 0,0 0 1 0 0,-1 0-1 0 0,1 0 0 0 0,-1 0 0 0 0,2-8 0 0 0,-3 10-615 0 0,1 0 0 0 0,0 0 0 0 0,0 1 0 0 0,-1-1 0 0 0,1 1 0 0 0,0-1 0 0 0,0 1 0 0 0,0-1 0 0 0,1 1 0 0 0,-1 0 0 0 0,0-1 0 0 0,3-2 1432 0 0,-16 142 133 0 0,1-34-1529 0 0,4-5-330 0 0,0 2-1055 0 0,6 142 0 0 0,11-168-2489 0 0,3-27-2902 0 0,-6-31 1316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49.4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0 212 1044 0 0,'16'-105'8829'0'0,"-3"11"-1379"0"0,-7 82-5285 0 0,-2 15-1573 0 0,1 18-403 0 0,1 42 242 0 0,-5-41-368 0 0,1 0 0 0 0,1 0 0 0 0,1 0 0 0 0,9 28 0 0 0,-11-44-62 0 0,1 0 1 0 0,-1-1-1 0 0,1 1 1 0 0,0-1 0 0 0,0 0-1 0 0,1 0 1 0 0,-1 0-1 0 0,1 0 1 0 0,1 0 0 0 0,-1-1-1 0 0,0 0 1 0 0,1 0-1 0 0,0 0 1 0 0,0 0-1 0 0,0-1 1 0 0,1 0 0 0 0,-1 0-1 0 0,1 0 1 0 0,-1-1-1 0 0,7 2 1 0 0,-2-1-7 0 0,-1-2 0 0 0,1 1 0 0 0,0-1-1 0 0,-1-1 1 0 0,1 1 0 0 0,0-2 0 0 0,-1 1 0 0 0,1-1 0 0 0,-1-1 0 0 0,1 0 0 0 0,-1 0-1 0 0,1-1 1 0 0,-1 0 0 0 0,0-1 0 0 0,0 1 0 0 0,-1-2 0 0 0,1 1 0 0 0,-1-2 0 0 0,0 1 0 0 0,0-1-1 0 0,-1 0 1 0 0,1 0 0 0 0,-1-1 0 0 0,11-14 0 0 0,-8 9 97 0 0,-1-1 0 0 0,0 0 0 0 0,-1-1 0 0 0,0 0 0 0 0,-1-1 0 0 0,-1 1 0 0 0,0-1-1 0 0,-1-1 1 0 0,5-22 0 0 0,-5 15 373 0 0,-3 16-288 0 0,0-1-1 0 0,-1 0 1 0 0,2-12 0 0 0,-3 17 23 0 0,-1 8-141 0 0,-2 52 67 0 0,3 1 0 0 0,11 92 0 0 0,33 118-1838 0 0,-7-52-4228 0 0,-27-142 577 0 0,-1-9-2866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53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 1276 0 0,'0'0'973'0'0,"10"-10"2140"0"0,-5 8-2416 0 0,-3 0-359 0 0,0 0-1 0 0,0 1 1 0 0,1 0-1 0 0,-1-1 1 0 0,1 1 0 0 0,-1 0-1 0 0,1 0 1 0 0,-1 0-1 0 0,1 1 1 0 0,-1-1-1 0 0,1 1 1 0 0,0-1-1 0 0,3 1 1 0 0,-3 0 14 0 0,-11 199 3534 0 0,0 37-3714 0 0,21 4-1394 0 0,7-81-5698 0 0,-11-115 2271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54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9 872 0 0,'0'0'13689'0'0,"10"8"-9466"0"0,-10-6-3854 0 0,-1-1-1 0 0,1 1 1 0 0,-1-1-1 0 0,0 1 1 0 0,0 0-1 0 0,1-1 0 0 0,-1 0 1 0 0,0 1-1 0 0,-3 2 1001 0 0,-1-1-1342 0 0,5-3-26 0 0,0 0 0 0 0,0 0 0 0 0,0 0 0 0 0,0 0 0 0 0,0 0 0 0 0,0 0-1 0 0,0 0 1 0 0,0 0 0 0 0,0 0 0 0 0,-1 0 0 0 0,1 0 0 0 0,0 0 0 0 0,0 0-1 0 0,0 0 1 0 0,0 0 0 0 0,0 0 0 0 0,0 0 0 0 0,0 0 0 0 0,0 0-1 0 0,0 0 1 0 0,0 0 0 0 0,0 0 0 0 0,-1 1 0 0 0,1-1 0 0 0,0 0 0 0 0,0 0-1 0 0,0 0 1 0 0,0 0 0 0 0,0 0 0 0 0,0 0 0 0 0,0 0 0 0 0,0 0-1 0 0,0 0 1 0 0,0 1 0 0 0,0-1 0 0 0,0 0 0 0 0,0 0 0 0 0,0 0 0 0 0,0 0-1 0 0,0 0 1 0 0,0 0 0 0 0,0 0 0 0 0,0 0 0 0 0,0 0 0 0 0,0 1-1 0 0,0-1 1 0 0,0 0 0 0 0,0 0 0 0 0,0 0 0 0 0,0 0 0 0 0,1 0 0 0 0,-1 0-1 0 0,0 0 1 0 0,0 0 0 0 0,0 0 0 0 0,0 0 0 0 0,0 0 0 0 0,0 1 0 0 0,0-1-1 0 0,0 0 1 0 0,11 1-2 0 0,0 0 0 0 0,0-1 0 0 0,0 0 0 0 0,-1-1 1 0 0,19-3-1 0 0,10-1 39 0 0,122-16-68 0 0,-96 13 112 0 0,-62 7-54 0 0,0 1-25 0 0,11-1 28 0 0,-10 0-8 0 0,0 1-23 0 0,15-1-99 0 0,0 1-4927 0 0,19-1-11163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6:55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154 119 1056 0 0,'-1'-3'1856'0'0,"-13"-74"10532"0"0,17 61-11421 0 0,1 13-831 0 0,1 1-1 0 0,-1-1 1 0 0,1 1 0 0 0,0 0-1 0 0,0 0 1 0 0,-1 0 0 0 0,1 1-1 0 0,0 0 1 0 0,9-2 0 0 0,46 1 192 0 0,-42 3-195 0 0,-6-1-98 0 0,1 1 1 0 0,0 1-1 0 0,-1 0 0 0 0,1 0 0 0 0,-1 1 1 0 0,0 1-1 0 0,0 0 0 0 0,17 9 0 0 0,-27-12-27 0 0,0 1 0 0 0,1-1 0 0 0,-1 1 1 0 0,0 0-1 0 0,0 0 0 0 0,0 0 0 0 0,0 0 0 0 0,0 0 0 0 0,-1 0 0 0 0,1 0 0 0 0,-1 1 0 0 0,1-1 0 0 0,-1 1 0 0 0,0-1 0 0 0,0 1 0 0 0,2 5 0 0 0,-2-4 1 0 0,-1 0 0 0 0,1 1-1 0 0,-1-1 1 0 0,0 1 0 0 0,0-1 0 0 0,-1 0 0 0 0,1 1-1 0 0,-1-1 1 0 0,-2 8 0 0 0,-3 3 11 0 0,-1 1 0 0 0,0-1 0 0 0,0-1 0 0 0,-14 19-1 0 0,4-6 38 0 0,-2-1 0 0 0,-31 34-1 0 0,19-26 913 0 0,30-32-492 0 0,-1-3-469 0 0,-2-3 10 0 0,13-10-9 0 0,-6 12-16 0 0,0-1 1 0 0,-1 1 0 0 0,1 0 0 0 0,0 0 0 0 0,0 0 0 0 0,0 0 0 0 0,0 0 0 0 0,1 0 0 0 0,-1 1 0 0 0,0 0 0 0 0,5-1-1 0 0,-3 0 3 0 0,13-1-5 0 0,-14 3 8 0 0,0 0-3 0 0,0 1-6 0 0,0-1 7 0 0,3 1 6 0 0,0 1 1 0 0,0-1 0 0 0,0 1 0 0 0,1 1 0 0 0,9 4 0 0 0,-2 1 7 0 0,26 21 0 0 0,-40-28-10 0 0,6 5 19 0 0,0 0 1 0 0,0 0-1 0 0,0 1 0 0 0,-1 0 0 0 0,0 0 0 0 0,-1 0 1 0 0,1 1-1 0 0,-1 0 0 0 0,-1 0 0 0 0,6 13 1 0 0,-9-15 42 0 0,-1 0-1 0 0,0-1 1 0 0,0 1 0 0 0,-1 0 0 0 0,0-1 0 0 0,0 1 0 0 0,0 0 0 0 0,-1-1 0 0 0,1 1 0 0 0,-6 9 0 0 0,1-5 22 0 0,0 1 1 0 0,0-1-1 0 0,-1-1 0 0 0,-1 1 0 0 0,1-1 0 0 0,-13 11 0 0 0,3-5 1 0 0,-1 0 0 0 0,-26 17 0 0 0,-35 10 67 0 0,74-40-146 0 0,0-1 1 0 0,-1 1-1 0 0,1-1 1 0 0,0 0-1 0 0,-9 0 1 0 0,2 0-4 0 0,-1 0-250 0 0,0 0-1 0 0,0-1 0 0 0,0-1 0 0 0,-16-2 0 0 0,-11-1-2130 0 0,1 3-576 0 0,-14 0-5455 0 0,21 1 3495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06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205 228 2320 0 0,'0'0'3745'0'0,"-6"-14"1214"0"0,-39-15 22 0 0,29 20-3489 0 0,14 7-996 0 0,1 2-380 0 0,-1 0 1 0 0,1 0-1 0 0,-1-1 0 0 0,1 1 0 0 0,0-1 1 0 0,-1 1-1 0 0,1-1 0 0 0,0 0 1 0 0,-1 0-1 0 0,1 1 0 0 0,0-1 1 0 0,0 0-1 0 0,0 0 0 0 0,-2-3 0 0 0,2 4-83 0 0,0-1-1 0 0,1 0 1 0 0,-1 1-1 0 0,1-1 0 0 0,-1 0 1 0 0,1 0-1 0 0,-1 0 1 0 0,1 0-1 0 0,0 1 0 0 0,-1-1 1 0 0,1 0-1 0 0,0 0 1 0 0,0 0-1 0 0,0 0 1 0 0,0 0-1 0 0,0 0 0 0 0,-1 0 1 0 0,2 0-1 0 0,-1 0 1 0 0,0 0-1 0 0,0 1 0 0 0,0-1 1 0 0,0 0-1 0 0,1 0 1 0 0,-1 0-1 0 0,0 0 0 0 0,1 0 1 0 0,-1 0-1 0 0,0 1 1 0 0,2-3-1 0 0,6-6-6 0 0,1-1 0 0 0,0 1 0 0 0,0 0 0 0 0,1 1 0 0 0,0 1 0 0 0,0-1 0 0 0,1 1 0 0 0,0 1 0 0 0,0 0 1 0 0,20-7-1 0 0,-8 4-13 0 0,0 1 1 0 0,1 2 0 0 0,0 0 0 0 0,43-4 0 0 0,-45 8-5 0 0,1 1 0 0 0,-1 2 0 0 0,1 0 0 0 0,-1 1 1 0 0,36 9-1 0 0,-50-10 18 0 0,0 2 0 0 0,0-1 0 0 0,0 1 0 0 0,0 0 0 0 0,0 1 0 0 0,-1-1 1 0 0,0 2-1 0 0,0-1 0 0 0,0 1 0 0 0,0 0 0 0 0,0 0 0 0 0,-1 1 0 0 0,0 0 0 0 0,0 0 1 0 0,-1 0-1 0 0,0 1 0 0 0,0 0 0 0 0,4 8 0 0 0,-6-8 23 0 0,-1 0 0 0 0,0 0-1 0 0,0 0 1 0 0,-1 1 0 0 0,0-1 0 0 0,0 0-1 0 0,-1 1 1 0 0,0-1 0 0 0,0 1 0 0 0,-1-1 0 0 0,0 0-1 0 0,0 1 1 0 0,0-1 0 0 0,-5 13 0 0 0,-3 4 112 0 0,-1 1 1 0 0,-22 40 0 0 0,0-11 184 0 0,-3-2 0 0 0,-1-2 0 0 0,-3-1 0 0 0,-60 60 0 0 0,-198 158 1649 0 0,232-212-1514 0 0,60-50-452 0 0,-1 0 17 0 0,-1 0 1 0 0,1 1 0 0 0,0 0 0 0 0,1 0 0 0 0,-1 0 0 0 0,-5 10 0 0 0,11-16-45 0 0,0 1 0 0 0,0-1 1 0 0,0 0-1 0 0,0 1 0 0 0,0-1 1 0 0,-1 1-1 0 0,1-1 1 0 0,0 0-1 0 0,0 1 0 0 0,0-1 1 0 0,0 1-1 0 0,0-1 1 0 0,0 0-1 0 0,0 1 0 0 0,1-1 1 0 0,-1 1-1 0 0,0-1 0 0 0,0 0 1 0 0,0 1-1 0 0,0-1 1 0 0,0 1-1 0 0,1-1 0 0 0,-1 0 1 0 0,0 1-1 0 0,0-1 1 0 0,1 0-1 0 0,-1 1 0 0 0,0-1 1 0 0,0 0-1 0 0,1 0 0 0 0,-1 1 1 0 0,0-1-1 0 0,1 0 1 0 0,-1 0-1 0 0,0 1 0 0 0,1-1 1 0 0,-1 0-1 0 0,1 0 1 0 0,-1 0-1 0 0,0 0 0 0 0,1 0 1 0 0,-1 0-1 0 0,1 1 0 0 0,-1-1 1 0 0,0 0-1 0 0,1 0 1 0 0,-1 0-1 0 0,1 0 0 0 0,-1 0 1 0 0,1-1-1 0 0,-1 1 1 0 0,0 0-1 0 0,1 0 0 0 0,24-2 43 0 0,-24 2-43 0 0,48-9 49 0 0,0-2 1 0 0,61-23-1 0 0,-48 14-34 0 0,137-41-479 0 0,142-45-2736 0 0,-116 32-2906 0 0,-121 35-3412 0 0,-79 26 3308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08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56 1800 0 0,'0'-15'6607'0'0,"0"-15"1635"0"0,-2 20-4674 0 0,-3 192-614 0 0,4 126-7203 0 0,12-103-4793 0 0,-7-135 1566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09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77 328 0 0,'-10'-5'3310'0'0,"-1"0"0"0"0,0 0 0 0 0,0 0 0 0 0,-20-4 0 0 0,28 8-2536 0 0,-8 0 3541 0 0,23-1-3392 0 0,24-1-934 0 0,66-3-99 0 0,17-1-3348 0 0,-87 3-1767 0 0,52-12 0 0 0,-54 8-1232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09.4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94 166 3180 0 0,'-4'-11'2132'0'0,"0"1"-1"0"0,-1 0 1 0 0,-1 1 0 0 0,0-1-1 0 0,0 1 1 0 0,-14-16 0 0 0,11 14-65 0 0,9 11-2036 0 0,0 1 1 0 0,-1-1 0 0 0,1 0 0 0 0,0 0 0 0 0,0 0 0 0 0,0 1 0 0 0,-1-1 0 0 0,1 0-1 0 0,0 0 1 0 0,0 0 0 0 0,-1 1 0 0 0,1-1 0 0 0,0 0 0 0 0,-1 0 0 0 0,1 0 0 0 0,0 0 0 0 0,-1 0-1 0 0,1 0 1 0 0,0 0 0 0 0,0 0 0 0 0,-1 0 0 0 0,1 0 0 0 0,0 0 0 0 0,-1 0 0 0 0,1 0-1 0 0,0 0 1 0 0,-1 0 0 0 0,0 0 0 0 0,1 0-13 0 0,0 0 0 0 0,-1 0 0 0 0,1 0-1 0 0,-1 0 1 0 0,1 0 0 0 0,0 0 0 0 0,-1 0 0 0 0,1 0-1 0 0,-1 0 1 0 0,1 0 0 0 0,0 0 0 0 0,-1 0 0 0 0,1 0 0 0 0,-1 0-1 0 0,1 0 1 0 0,0 0 0 0 0,-1 1 0 0 0,1-1 0 0 0,0 0 0 0 0,-1 0-1 0 0,1 1 1 0 0,0-1 0 0 0,-1 0 0 0 0,1 0 0 0 0,0 1 0 0 0,-1-1-1 0 0,1 0 1 0 0,0 1 0 0 0,0-1 0 0 0,-1 0 0 0 0,1 1-1 0 0,0-1 1 0 0,0 0 0 0 0,0 1 0 0 0,-4 11 162 0 0,1-1 0 0 0,1 0 0 0 0,0 1 0 0 0,1 0 0 0 0,0-1 0 0 0,0 1 0 0 0,2 0-1 0 0,-1 0 1 0 0,1-1 0 0 0,5 18 0 0 0,-5-21-208 0 0,0-1-1 0 0,1 0 0 0 0,1 0 0 0 0,-1 0 1 0 0,1 0-1 0 0,0-1 0 0 0,0 1 0 0 0,1-1 1 0 0,0 0-1 0 0,0 0 0 0 0,1 0 1 0 0,0 0-1 0 0,0-1 0 0 0,0 0 0 0 0,0 0 1 0 0,1 0-1 0 0,0 0 0 0 0,7 3 0 0 0,-9-6-49 0 0,-1 0-1 0 0,1-1 0 0 0,0 1 1 0 0,0-1-1 0 0,0 0 0 0 0,0 0 0 0 0,1 0 1 0 0,-1-1-1 0 0,0 0 0 0 0,0 1 0 0 0,0-1 1 0 0,1-1-1 0 0,-1 1 0 0 0,0-1 0 0 0,6-1 1 0 0,-4 0 9 0 0,0 0 0 0 0,0-1-1 0 0,0 0 1 0 0,-1 0 0 0 0,1 0 0 0 0,0-1 0 0 0,-1 0 0 0 0,10-9 0 0 0,1-5 6 0 0,0-1 0 0 0,-1 0 0 0 0,-1-1 0 0 0,13-24 0 0 0,-25 40 56 0 0,82-170 3759 0 0,-82 168-3565 0 0,-2 6-163 0 0,0-1 0 0 0,0 1 0 0 0,1-1 0 0 0,-1 1 0 0 0,0 0 0 0 0,0-1 0 0 0,0 1 0 0 0,0-1 0 0 0,0 1 0 0 0,0 0 0 0 0,0-1 0 0 0,1 1 0 0 0,-1-1 0 0 0,0 1 0 0 0,0 0 0 0 0,1-1 0 0 0,-1 1 0 0 0,0 0 0 0 0,0-1 0 0 0,1 1-1 0 0,-1 0 1 0 0,0 0 0 0 0,1-1 0 0 0,-1 1 0 0 0,1 0 0 0 0,-1 0 0 0 0,0 0 0 0 0,1-1 0 0 0,-1 1 0 0 0,1 0 0 0 0,-1 0 0 0 0,0 0 0 0 0,1 0 0 0 0,-1 0 0 0 0,1 0 0 0 0,-1 0 0 0 0,0 0 0 0 0,1 0 0 0 0,-1 0 0 0 0,1 0 0 0 0,-1 0 0 0 0,1 0 0 0 0,-1 0 0 0 0,0 0 0 0 0,1 0 0 0 0,-1 1 0 0 0,1-1-1 0 0,-1 0 1 0 0,0 0 0 0 0,1 0 0 0 0,-1 1 0 0 0,0-1 0 0 0,1 0 0 0 0,-1 0 0 0 0,0 1 0 0 0,1-1 0 0 0,-1 0 0 0 0,0 1 0 0 0,0-1 0 0 0,1 0 0 0 0,-1 1 0 0 0,0-1 0 0 0,0 1 0 0 0,0-1 0 0 0,1 0 0 0 0,-1 2 0 0 0,11 23 520 0 0,-11-24-525 0 0,8 31 250 0 0,-1 1 0 0 0,-2 0 0 0 0,-1 0-1 0 0,-1 36 1 0 0,-1-43-224 0 0,6 258-4789 0 0,-7-190 87 0 0,0 0-3301 0 0,-3-46-900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10.0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86 160 1548 0 0,'7'-13'2773'0'0,"1"-1"0"0"0,-2-1 0 0 0,7-18 0 0 0,8-43 4832 0 0,-21 75-7578 0 0,0 1 0 0 0,0 0-1 0 0,0 0 1 0 0,0 0-1 0 0,1-1 1 0 0,-1 1 0 0 0,0 0-1 0 0,0 0 1 0 0,0 0 0 0 0,0-1-1 0 0,0 1 1 0 0,0 0 0 0 0,0 0-1 0 0,0 0 1 0 0,0-1 0 0 0,0 1-1 0 0,0 0 1 0 0,0 0 0 0 0,0 0-1 0 0,0-1 1 0 0,0 1 0 0 0,0 0-1 0 0,0 0 1 0 0,0-1 0 0 0,0 1-1 0 0,0 0 1 0 0,0 0 0 0 0,0 0-1 0 0,0-1 1 0 0,-1 1 0 0 0,1 0-1 0 0,0 0 1 0 0,0 0 0 0 0,0 0-1 0 0,0-1 1 0 0,0 1 0 0 0,-1 0-1 0 0,1 0 1 0 0,0 0 0 0 0,0 0-1 0 0,-1-1 1 0 0,-8 8 260 0 0,-10 17-213 0 0,18-22-69 0 0,-24 38 122 0 0,-30 64 0 0 0,50-92-115 0 0,0 1-1 0 0,0 0 0 0 0,2 0 1 0 0,-1 0-1 0 0,2 0 0 0 0,-1 0 0 0 0,2 1 1 0 0,0-1-1 0 0,0 1 0 0 0,3 15 0 0 0,-2-25-7 0 0,1 1 1 0 0,0 0-1 0 0,1 0 0 0 0,-1-1 0 0 0,1 1 0 0 0,0-1 0 0 0,0 1 0 0 0,0-1 0 0 0,1 0 0 0 0,-1 0 1 0 0,1 0-1 0 0,0 0 0 0 0,0-1 0 0 0,0 1 0 0 0,1-1 0 0 0,-1 1 0 0 0,1-1 0 0 0,0 0 0 0 0,6 3 1 0 0,6 3-13 0 0,1-2 0 0 0,-1 1 0 0 0,36 8 0 0 0,-32-10-6 0 0,34 15-1 0 0,-41-14 220 0 0,0-1 0 0 0,-1 2-1 0 0,0 0 1 0 0,0 0 0 0 0,0 2 0 0 0,14 13-1 0 0,-23-19-36 0 0,1 1 0 0 0,-1-1 0 0 0,0 0 0 0 0,0 1 1 0 0,0 0-1 0 0,0 0 0 0 0,-1 0 0 0 0,0 0 0 0 0,0 0 0 0 0,0 0 0 0 0,-1 0 0 0 0,1 1 0 0 0,-1-1 0 0 0,-1 1 0 0 0,1-1 0 0 0,-1 1 0 0 0,0-1 0 0 0,0 1 0 0 0,-1-1 0 0 0,0 6 0 0 0,-1-2-18 0 0,0-1 1 0 0,-1 0-1 0 0,0 0 0 0 0,-1 0 0 0 0,1 0 0 0 0,-2 0 0 0 0,1-1 1 0 0,-1 0-1 0 0,0 0 0 0 0,0 0 0 0 0,-1 0 0 0 0,0-1 1 0 0,0 0-1 0 0,0 0 0 0 0,-1-1 0 0 0,0 1 0 0 0,0-2 0 0 0,-15 9 1 0 0,16-11-244 0 0,1 1-1 0 0,-1-1 1 0 0,0 0 0 0 0,0-1 0 0 0,0 1 0 0 0,0-1 0 0 0,0 0-1 0 0,-1-1 1 0 0,1 0 0 0 0,0 0 0 0 0,-11-1 0 0 0,12 0-278 0 0,-1 0 0 0 0,1-1 0 0 0,0 1 0 0 0,0-1 1 0 0,-1-1-1 0 0,1 1 0 0 0,0-1 0 0 0,1 0 0 0 0,-1 0 0 0 0,0 0 1 0 0,1-1-1 0 0,0 1 0 0 0,0-1 0 0 0,-5-6 0 0 0,3 2-927 0 0,1 1 0 0 0,0-1-1 0 0,0-1 1 0 0,0 1 0 0 0,2-1-1 0 0,-1 0 1 0 0,-2-9 0 0 0,2 6-1310 0 0,-5-16-5260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10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15 246 2960 0 0,'-7'-33'6022'0'0,"5"27"-5096"0"0,0 0 1 0 0,1 0-1 0 0,0-1 0 0 0,0 1 0 0 0,0-1 1 0 0,1 1-1 0 0,0 0 0 0 0,2-10 0 0 0,-2 15-891 0 0,0 0 0 0 0,1 0-1 0 0,0 1 1 0 0,-1-1 0 0 0,1 0 0 0 0,-1 0-1 0 0,1 1 1 0 0,0-1 0 0 0,0 0-1 0 0,-1 1 1 0 0,1-1 0 0 0,0 1 0 0 0,0-1-1 0 0,0 1 1 0 0,0-1 0 0 0,0 1-1 0 0,0 0 1 0 0,1-1 0 0 0,24-6 191 0 0,-17 4-156 0 0,156-36 372 0 0,-12 3-2799 0 0,-121 28 1188 0 0,-16 4-982 0 0,-1 0 0 0 0,27-13 0 0 0,-10 1-4182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10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 2004 0 0,'26'-32'17748'0'0,"-22"40"-17615"0"0,-1 0 0 0 0,0 1-1 0 0,0 0 1 0 0,-1 0-1 0 0,0-1 1 0 0,0 1-1 0 0,-1 1 1 0 0,0-1 0 0 0,0 10-1 0 0,1 9 66 0 0,78 1208 2566 0 0,-79-887-2603 0 0,7 419 113 0 0,32-1-101 0 0,42-7-1514 0 0,-17-255-3762 0 0,-23-177-3071 0 0,-27-209 548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11.4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85 633 1896 0 0,'-46'-20'11191'0'0,"36"14"-10093"0"0,8 4-71 0 0,-14-3 2863 0 0,12 5-3973 0 0,-3-3 1040 0 0,25 0-162 0 0,618-77-419 0 0,450-48-268 0 0,181 26 18 0 0,-42 34-286 0 0,-247 33-459 0 0,-839 31 484 0 0,870-20-1202 0 0,1225-49-4481 0 0,-1784 42 3707 0 0,-156-2-2858 0 0,-209 18 1141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14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0 120 0 0,'-15'13'17207'0'0,"14"-11"-16677"0"0,1-1-529 0 0,1 0-1 0 0,0 0 1 0 0,0 0-1 0 0,0-1 1 0 0,0 1-1 0 0,0 0 1 0 0,0-1-1 0 0,0 1 1 0 0,0-1 0 0 0,0 1-1 0 0,0-1 1 0 0,1 1-1 0 0,-1-1 1 0 0,0 0-1 0 0,0 1 1 0 0,0-1 0 0 0,0 0-1 0 0,3 0 1 0 0,27 0 30 0 0,-17-1-24 0 0,7 1 9 0 0,346-7-3 0 0,-247 4 138 0 0,-116 2-137 0 0,0 1-36 0 0,10 0-36 0 0,-10 0-48 0 0,-1 0-292 0 0,11 0 248 0 0,-13 0-592 0 0,1 0 1 0 0,0-1-1 0 0,0 1 1 0 0,0 0-1 0 0,0-1 1 0 0,0 1-1 0 0,0-1 1 0 0,0 1-1 0 0,0-1 1 0 0,-1 0-1 0 0,1 0 1 0 0,5-4-1484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14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 2692 0 0,'12'-32'15807'0'0,"-10"41"-15748"0"0,-3 108 2149 0 0,-1-45-1701 0 0,2 269 435 0 0,0-267-5172 0 0,0-1-4629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14.9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202 113 1992 0 0,'8'-17'4583'0'0,"-1"0"-1"0"0,-1 0 0 0 0,7-33 1 0 0,-10 39-3343 0 0,-15 21-898 0 0,6-6-270 0 0,-1 4 14 0 0,1 0 1 0 0,0 1-1 0 0,-5 9 1 0 0,-6 9 14 0 0,-12 16-55 0 0,2 1-1 0 0,2 1 0 0 0,3 1 0 0 0,1 1 1 0 0,-15 50-1 0 0,32-86-41 0 0,1 1 1 0 0,1 0-1 0 0,0 0 1 0 0,0 0 0 0 0,1 0-1 0 0,1 0 1 0 0,0 0-1 0 0,1 0 1 0 0,4 24 0 0 0,-4-30-3 0 0,1-1 1 0 0,0 1-1 0 0,0-1 1 0 0,0 1-1 0 0,1-1 0 0 0,0 0 1 0 0,0 0-1 0 0,0 0 1 0 0,1 0-1 0 0,0 0 1 0 0,-1-1-1 0 0,2 1 1 0 0,-1-1-1 0 0,0 0 1 0 0,1-1-1 0 0,0 1 1 0 0,0-1-1 0 0,0 0 1 0 0,0 0-1 0 0,0 0 1 0 0,11 3-1 0 0,-6-3 6 0 0,0-1-1 0 0,0 0 1 0 0,0-1-1 0 0,0 0 1 0 0,0 0-1 0 0,1-1 1 0 0,-1 0-1 0 0,0-1 1 0 0,0 0-1 0 0,0-1 1 0 0,0 0-1 0 0,0 0 1 0 0,12-6-1 0 0,-15 6 41 0 0,0-1-1 0 0,0 0 0 0 0,0 0 1 0 0,-1 0-1 0 0,1-1 1 0 0,-1 0-1 0 0,0-1 0 0 0,-1 1 1 0 0,1-1-1 0 0,-1 0 1 0 0,0-1-1 0 0,0 1 0 0 0,0-1 1 0 0,-1 0-1 0 0,0 0 1 0 0,0 0-1 0 0,0-1 0 0 0,4-13 1 0 0,-7 17-16 0 0,0-1 1 0 0,-1 0-1 0 0,1 1 0 0 0,-1-1 1 0 0,0 1-1 0 0,0-1 1 0 0,-1 0-1 0 0,1 1 0 0 0,-1-1 1 0 0,1 0-1 0 0,-1 1 1 0 0,0-1-1 0 0,-1 1 0 0 0,1 0 1 0 0,-1-1-1 0 0,1 1 0 0 0,-1 0 1 0 0,0 0-1 0 0,0 0 1 0 0,0 0-1 0 0,-1 0 0 0 0,1 0 1 0 0,-1 1-1 0 0,-2-3 1 0 0,-2-1-16 0 0,-1 0 0 0 0,1 0 1 0 0,-1 1-1 0 0,1 0 0 0 0,-1 0 1 0 0,-1 1-1 0 0,1 0 1 0 0,-13-3-1 0 0,12 4-256 0 0,-1 1-1 0 0,1 0 1 0 0,0 1 0 0 0,-1 0-1 0 0,1 0 1 0 0,-1 1-1 0 0,1 1 1 0 0,-1-1 0 0 0,1 2-1 0 0,-1-1 1 0 0,-15 5 0 0 0,24-6 132 0 0,0 1 1 0 0,0-1-1 0 0,0 0 1 0 0,0 1-1 0 0,0-1 1 0 0,0 1 0 0 0,0-1-1 0 0,0 1 1 0 0,0-1-1 0 0,0 1 1 0 0,1 0-1 0 0,-1-1 1 0 0,0 1-1 0 0,0 0 1 0 0,1 0 0 0 0,-2 1-1 0 0,0 1-281 0 0,1-2 159 0 0,0 0 0 0 0,1 0 0 0 0,-1-1-1 0 0,0 1 1 0 0,1 0 0 0 0,-1 0 0 0 0,1 0 0 0 0,0 0-1 0 0,-1 0 1 0 0,1 0 0 0 0,0 0 0 0 0,-1 0 0 0 0,1 0 0 0 0,0 0-1 0 0,0 0 1 0 0,0 0 0 0 0,0 0 0 0 0,0 0 0 0 0,0 0-1 0 0,0 0 1 0 0,0 0 0 0 0,1 2 0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15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476 74 1648 0 0,'-47'-74'16883'0'0,"47"77"-16244"0"0,2 3-386 0 0,1 1 0 0 0,-1-1-1 0 0,1 1 1 0 0,0-1-1 0 0,1 0 1 0 0,0 0 0 0 0,5 6-1 0 0,7 10 136 0 0,11 23-22 0 0,-2 1 0 0 0,-1 0 0 0 0,-3 2 0 0 0,17 56-1 0 0,-29-73-289 0 0,-1 1 0 0 0,-2 0 0 0 0,-1 1 0 0 0,-2-1 0 0 0,-1 1 0 0 0,-1-1 0 0 0,-7 60 0 0 0,-3-42-323 0 0,-1 1 0 0 0,-3-1 1 0 0,-3-1-1 0 0,-1-1 1 0 0,-2 0-1 0 0,-43 74 1 0 0,20-52-1237 0 0,-3-1 0 0 0,-4-2 0 0 0,-79 85 0 0 0,-19-12-5577 0 0,67-75 166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15.6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358 39 1420 0 0,'0'-32'8341'0'0,"0"32"-8281"0"0,0-1 0 0 0,0 1 0 0 0,0 0 0 0 0,0 0-1 0 0,0-1 1 0 0,0 1 0 0 0,0 0 0 0 0,0 0 0 0 0,0-1 0 0 0,0 1 0 0 0,-1 0 0 0 0,1 0 0 0 0,0-1 0 0 0,0 1 0 0 0,0 0-1 0 0,0 0 1 0 0,0-1 0 0 0,-1 1 0 0 0,1 0 0 0 0,0 0 0 0 0,0 0 0 0 0,0-1 0 0 0,-1 1 0 0 0,1 0 0 0 0,0 0 0 0 0,0 0-1 0 0,-1 0 1 0 0,1 0 0 0 0,0-1 0 0 0,0 1 0 0 0,-1 0 0 0 0,1 0 0 0 0,0 0 0 0 0,0 0 0 0 0,-1 0 0 0 0,1 0 0 0 0,0 0-1 0 0,-1 0 1 0 0,1 0 0 0 0,0 0 0 0 0,0 0 0 0 0,-1 0 0 0 0,1 0 0 0 0,0 0 0 0 0,0 0 0 0 0,-1 1 0 0 0,1-1 0 0 0,0 0-1 0 0,0 0 1 0 0,-1 0 0 0 0,1 0 0 0 0,0 0 0 0 0,0 0 0 0 0,-1 1 0 0 0,1-1 0 0 0,0 0 0 0 0,0 0 0 0 0,0 0 0 0 0,0 1-1 0 0,-1-1 1 0 0,-13 11 827 0 0,-6 14-73 0 0,1 1 0 0 0,0 1 0 0 0,-26 52 0 0 0,41-72-724 0 0,-45 83 530 0 0,5 1 0 0 0,-38 108-1 0 0,70-165-538 0 0,2 0 0 0 0,2 1 0 0 0,1 0 0 0 0,2 1 0 0 0,1-1 0 0 0,1 1 0 0 0,3 0 0 0 0,0 0 0 0 0,11 64 0 0 0,-3-64-163 0 0,2-2 0 0 0,1 1 0 0 0,2-1 1 0 0,1-1-1 0 0,2 0 0 0 0,1-1 0 0 0,2-1 1 0 0,0-1-1 0 0,2-1 0 0 0,37 39 0 0 0,-18-25-1477 0 0,87 71-1 0 0,64 18-5080 0 0,-54-50-614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15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0 151 4172 0 0,'7'-19'3177'0'0,"-1"2"-1177"0"0,-4 4-640 0 0,-2-2-312 0 0,5 0-492 0 0,-3 2-664 0 0,2-2-840 0 0,1 2-1060 0 0,5-4-932 0 0,-1 4-965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16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101 166 940 0 0,'-3'-1'3344'0'0,"-77"-23"12025"0"0,77 24-14473 0 0,-12-5 8 0 0,267-65-891 0 0,-158 46-1737 0 0,1 0-1831 0 0,-31 11-3158 0 0,-35 9-357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16.7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18 3540 0 0,'-188'117'13244'0'0,"184"-114"-12431"0"0,7-1-278 0 0,15-5-74 0 0,34-10-431 0 0,-45 11 69 0 0,221-56-2089 0 0,-74 21-3559 0 0,-118 28 3333 0 0,41-9-4347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17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22 2792 0 0,'-3'0'4336'0'0,"-9"-3"-1035"0"0,1-1 1 0 0,-25-10 1237 0 0,45 15-4524 0 0,0 0 0 0 0,0 0 1 0 0,0 1-1 0 0,0 0 0 0 0,0 1 1 0 0,-1-1-1 0 0,1 2 1 0 0,-1 0-1 0 0,1 0 0 0 0,6 5 1 0 0,0 0 4 0 0,0 1 1 0 0,-1 1 0 0 0,-1 0 0 0 0,16 17-1 0 0,-24-22-7 0 0,1 0-1 0 0,-1 0 1 0 0,-1 0-1 0 0,1 1 0 0 0,-1 0 1 0 0,-1 0-1 0 0,1 0 1 0 0,-1 0-1 0 0,0 1 0 0 0,-1-1 1 0 0,1 1-1 0 0,-2 0 1 0 0,1 0-1 0 0,-1-1 1 0 0,0 1-1 0 0,-1 10 0 0 0,0-7 53 0 0,-2 1 0 0 0,1-1 0 0 0,-2 0-1 0 0,1 0 1 0 0,-2 0 0 0 0,1 0-1 0 0,-2 0 1 0 0,1-1 0 0 0,-1 1-1 0 0,-12 17 1 0 0,-3 0 329 0 0,-2 0 0 0 0,-47 48 0 0 0,-59 38 859 0 0,44-41-657 0 0,82-72-587 0 0,1 0 1 0 0,0 0-1 0 0,0 1 0 0 0,-1-1 1 0 0,1 0-1 0 0,0 0 0 0 0,0 1 1 0 0,0-1-1 0 0,1 1 0 0 0,-1-1 1 0 0,0 1-1 0 0,0-1 0 0 0,1 1 1 0 0,-1 0-1 0 0,1-1 0 0 0,0 1 1 0 0,-1 2-1 0 0,5-1 34 0 0,9-2-19 0 0,1-1 1 0 0,0-1-1 0 0,0 0 0 0 0,23-6 1 0 0,60-18-22 0 0,-68 17-12 0 0,16-5-275 0 0,233-69-3508 0 0,-97 13-5624 0 0,-122 41 2489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18.2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536 114 3512 0 0,'-40'-112'14143'0'0,"39"110"-13778"0"0,-2 5 95 0 0,-2 3-261 0 0,-1 2-1 0 0,1-1 0 0 0,0 1 1 0 0,1-1-1 0 0,0 1 0 0 0,0 0 0 0 0,1 1 1 0 0,-5 13-1 0 0,-4 11 111 0 0,-228 634 2375 0 0,184-490-2323 0 0,-51 284 0 0 0,93-370-308 0 0,4 0 0 0 0,4 0 0 0 0,4 1 0 0 0,4-1 0 0 0,16 111 0 0 0,-8-146-336 0 0,2-1-1 0 0,2 0 0 0 0,3-1 1 0 0,33 71-1 0 0,-31-85-804 0 0,3-1 0 0 0,26 39 0 0 0,-26-49-1742 0 0,0-1 0 0 0,51 49 0 0 0,-17-29-5892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19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85 892 0 0,'-3'-1'5261'0'0,"-27"-3"7454"0"0,259-6-12389 0 0,-111-8-2740 0 0,-85 11-927 0 0,45-16 0 0 0,-55 12 71 0 0,0 1-1154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20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87 1144 0 0,'10'-42'11846'0'0,"-7"-2"-3951"0"0,-3 47-7416 0 0,-4 84 1928 0 0,-19 104 1 0 0,9-96-2103 0 0,-4 83-1894 0 0,18-88-2105 0 0,8-1-4147 0 0,-4-70 3401 0 0,2-3-2076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20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182 127 2572 0 0,'8'-19'3802'0'0,"0"-2"1"0"0,-2 1-1 0 0,6-31 0 0 0,-12 51-3757 0 0,0-1 0 0 0,1 1 0 0 0,-1 0 0 0 0,0-1 0 0 0,0 1 0 0 0,0-1 0 0 0,0 1 0 0 0,0-1 0 0 0,0 1 0 0 0,0-1 0 0 0,0 1 0 0 0,0-1 0 0 0,0 1 0 0 0,0-1 0 0 0,-1 1 0 0 0,1-1 0 0 0,0 1-1 0 0,0-1 1 0 0,0 1 0 0 0,-1-1 0 0 0,1 1 0 0 0,0 0 0 0 0,0-1 0 0 0,-1 1 0 0 0,1-1 0 0 0,0 1 0 0 0,-1 0 0 0 0,1-1 0 0 0,-1 1 0 0 0,1 0 0 0 0,0-1 0 0 0,-1 1 0 0 0,1 0 0 0 0,-1 0 0 0 0,1 0 0 0 0,-1-1 0 0 0,1 1 0 0 0,-1 0 0 0 0,1 0 0 0 0,-1 0 0 0 0,1 0 0 0 0,-1 0 0 0 0,1 0 0 0 0,-1 0 0 0 0,1 0 0 0 0,-1 0 0 0 0,1 0 0 0 0,-1 0 0 0 0,-2 0 7 0 0,1 1-1 0 0,0 0 1 0 0,0-1 0 0 0,0 1 0 0 0,0 0 0 0 0,0 0 0 0 0,0 0 0 0 0,0 0 0 0 0,-3 3 0 0 0,-16 14 43 0 0,0 2 0 0 0,2 0 0 0 0,0 1 0 0 0,2 1 0 0 0,0 1 1 0 0,1 0-1 0 0,2 2 0 0 0,-13 26 0 0 0,25-47-92 0 0,1-1 0 0 0,0 1 0 0 0,0-1 0 0 0,0 1 0 0 0,0 0 0 0 0,1 0 0 0 0,-1 4 0 0 0,1-6-1 0 0,0-1 1 0 0,0 1-1 0 0,0-1 1 0 0,1 1-1 0 0,-1-1 1 0 0,0 1-1 0 0,1-1 1 0 0,-1 1-1 0 0,0-1 1 0 0,1 1-1 0 0,0-1 1 0 0,-1 1-1 0 0,1-1 1 0 0,0 0-1 0 0,0 1 1 0 0,0-1-1 0 0,0 0 1 0 0,0 0-1 0 0,0 0 1 0 0,0 0-1 0 0,0 1 1 0 0,2-1-1 0 0,5 4 2 0 0,0-1 0 0 0,1-1 0 0 0,-1 0 0 0 0,1 0 0 0 0,0-1-1 0 0,17 3 1 0 0,65 2-30 0 0,-36-4 1 0 0,-34-1-17 0 0,-1 0-1 0 0,1 2 0 0 0,-1 0 1 0 0,38 14-1 0 0,-51-15 148 0 0,-1-1 0 0 0,1 2 0 0 0,-1-1 0 0 0,1 1 0 0 0,-1 0 0 0 0,0 0 0 0 0,-1 1 0 0 0,1 0 0 0 0,-1 0 0 0 0,0 0 0 0 0,0 0 0 0 0,0 1 0 0 0,-1 0 0 0 0,0 0 0 0 0,0 0 0 0 0,0 0 0 0 0,3 12-1 0 0,-5-12 36 0 0,-1-1 0 0 0,0 1 0 0 0,0 0 0 0 0,-1 0 0 0 0,1 0 0 0 0,-1 0 0 0 0,-1 0 0 0 0,1 0 0 0 0,-1 0 0 0 0,0 0 0 0 0,-1-1 0 0 0,1 1 0 0 0,-1 0 0 0 0,0-1 0 0 0,0 1 0 0 0,-1-1 0 0 0,0 0 0 0 0,-6 9 0 0 0,2-2-29 0 0,-1-1-1 0 0,-1-1 0 0 0,0 1 1 0 0,-1-1-1 0 0,0-1 1 0 0,0 0-1 0 0,-13 9 0 0 0,11-10-169 0 0,0-1-1 0 0,-1 0 1 0 0,1-1-1 0 0,-1 0 1 0 0,-1 0-1 0 0,1-2 1 0 0,-1 0-1 0 0,-14 3 1 0 0,23-7-299 0 0,-1 1 0 0 0,1-1 0 0 0,-1 0 0 0 0,1 0 0 0 0,0 0 0 0 0,-1-1 1 0 0,1 0-1 0 0,0 0 0 0 0,-1 0 0 0 0,-7-4 0 0 0,9 3-236 0 0,0 0-1 0 0,0 0 1 0 0,0-1 0 0 0,1 1-1 0 0,-1-1 1 0 0,1 0-1 0 0,0 0 1 0 0,0 0 0 0 0,0-1-1 0 0,0 1 1 0 0,0-1 0 0 0,1 1-1 0 0,0-1 1 0 0,-4-7 0 0 0,0-7-3820 0 0,3-3-2017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20.8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0 232 1836 0 0,'13'-50'12539'0'0,"-7"32"-10212"0"0,-5 15-2205 0 0,0 1 0 0 0,0 0 0 0 0,0-1 0 0 0,1 1 0 0 0,-1 0 0 0 0,1 0 0 0 0,0 0 0 0 0,-1 0 0 0 0,1 0 0 0 0,0 0 0 0 0,0 1 0 0 0,0-1-1 0 0,0 1 1 0 0,4-2 0 0 0,33-16 382 0 0,-34 17-408 0 0,51-21-235 0 0,2 3 0 0 0,1 2 0 0 0,0 3 1 0 0,1 2-1 0 0,0 3 0 0 0,76-3 0 0 0,-112 13-2098 0 0,45 5 0 0 0,-8 7-4118 0 0,-37-5 1429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21.0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0 1716 0 0,'-36'48'14872'0'0,"21"-29"-11027"0"0,14-17-3287 0 0,1 1 58 0 0,0-2-594 0 0,0-1-1 0 0,0 1 0 0 0,0-1 1 0 0,0 0-1 0 0,0 1 1 0 0,0-1-1 0 0,0 1 0 0 0,0-1 1 0 0,0 1-1 0 0,0-1 1 0 0,0 0-1 0 0,0 1 0 0 0,0-1 1 0 0,0 1-1 0 0,0-1 1 0 0,0 0-1 0 0,1 1 0 0 0,-1-1 1 0 0,0 1-1 0 0,0-1 1 0 0,0 0-1 0 0,1 1 0 0 0,-1-1 1 0 0,6 2 106 0 0,1 0 0 0 0,-1-1 0 0 0,0 0-1 0 0,0-1 1 0 0,1 1 0 0 0,10-2 0 0 0,44-4 141 0 0,-54 4-217 0 0,151-25-948 0 0,-133 20-1191 0 0,0-2 1 0 0,25-11-1 0 0,-46 18 1071 0 0,-1-1 0 0 0,1 0 0 0 0,-1 0 0 0 0,0 0 0 0 0,0 0 0 0 0,5-6 0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21.2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44 832 0 0,'-32'-22'11184'0'0,"8"7"-4474"0"0,18 12-5413 0 0,6 3-1224 0 0,-1 0 0 0 0,1 0 1 0 0,0-1-1 0 0,0 1 0 0 0,0 0 0 0 0,-1 0 0 0 0,1-1 1 0 0,0 1-1 0 0,0 0 0 0 0,-1 0 0 0 0,1 0 0 0 0,0 0 0 0 0,0-1 1 0 0,-1 1-1 0 0,1 0 0 0 0,0 0 0 0 0,-1 0 0 0 0,1 0 1 0 0,0 0-1 0 0,-1 0 0 0 0,1 0 0 0 0,0 0 0 0 0,-1 0 1 0 0,1 0-1 0 0,0 0 0 0 0,-1 0 0 0 0,1 0 0 0 0,0 0 1 0 0,0 0-1 0 0,-1 0 0 0 0,1 0 0 0 0,0 0 0 0 0,-1 1 0 0 0,1-1 1 0 0,0 0-1 0 0,0 0 0 0 0,-1 0 0 0 0,1 1 0 0 0,-3 1 208 0 0,1 1-1 0 0,0 0 0 0 0,-1 0 0 0 0,2 0 0 0 0,-1 0 0 0 0,0 1 0 0 0,0-1 1 0 0,1 0-1 0 0,0 1 0 0 0,0-1 0 0 0,0 1 0 0 0,0-1 0 0 0,-1 7 0 0 0,-1 57 1457 0 0,2-39-1345 0 0,-6 213 1001 0 0,10-82-4523 0 0,1-95-1254 0 0,-1-44 483 0 0,0 0-3511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21.8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129 147 1096 0 0,'52'-101'14244'0'0,"-31"58"-6894"0"0,-41 48-6342 0 0,9 0-850 0 0,1 1 0 0 0,0 1 1 0 0,1-1-1 0 0,0 2 1 0 0,0-1-1 0 0,0 1 1 0 0,1 0-1 0 0,-8 11 1 0 0,9-12-93 0 0,-3 4-19 0 0,0 0 0 0 0,1 0 1 0 0,0 1-1 0 0,1 1 0 0 0,0-1 0 0 0,1 1 0 0 0,-7 18 0 0 0,12-26-34 0 0,0 0 0 0 0,1 0 0 0 0,0 0 0 0 0,0 0 1 0 0,0 0-1 0 0,1 0 0 0 0,-1 0 0 0 0,1 1 0 0 0,1-1 0 0 0,-1 0 0 0 0,1 0 0 0 0,0 0 0 0 0,0 0 1 0 0,0 1-1 0 0,1-1 0 0 0,-1-1 0 0 0,1 1 0 0 0,1 0 0 0 0,-1 0 0 0 0,1-1 0 0 0,-1 1 0 0 0,1-1 1 0 0,6 7-1 0 0,4 2 10 0 0,0-1-1 0 0,0 0 1 0 0,1-1 0 0 0,1 0 0 0 0,18 10 0 0 0,86 40-47 0 0,-23-13-124 0 0,-84-41 104 0 0,-3-3 243 0 0,-1 0-1 0 0,0 1 1 0 0,0 0 0 0 0,-1 0-1 0 0,1 1 1 0 0,-1 0 0 0 0,7 9 0 0 0,-13-14-136 0 0,0 1 0 0 0,0-1 0 0 0,0 1 1 0 0,-1 0-1 0 0,1-1 0 0 0,0 1 0 0 0,-1 0 1 0 0,1 0-1 0 0,-1-1 0 0 0,0 1 0 0 0,0 0 1 0 0,0 0-1 0 0,1-1 0 0 0,-2 1 0 0 0,1 0 1 0 0,0 0-1 0 0,0 0 0 0 0,-1-1 0 0 0,1 1 1 0 0,0 0-1 0 0,-1 0 0 0 0,0-1 0 0 0,1 1 1 0 0,-1 0-1 0 0,0-1 0 0 0,0 1 0 0 0,0-1 1 0 0,0 1-1 0 0,0-1 0 0 0,-1 0 0 0 0,1 1 1 0 0,-3 1-1 0 0,-3 4 50 0 0,0-1 1 0 0,-1 0 0 0 0,1 0-1 0 0,-14 7 1 0 0,2-3 27 0 0,0-2 0 0 0,0 0 1 0 0,-1-1-1 0 0,1 0 0 0 0,-2-2 0 0 0,1 0 0 0 0,0-2 1 0 0,-1 0-1 0 0,0-1 0 0 0,0-1 0 0 0,1-1 0 0 0,-39-5 1 0 0,58 5-141 0 0,-1 0 1 0 0,0-1-1 0 0,0 1 1 0 0,1 0-1 0 0,-1-1 1 0 0,0 1-1 0 0,0-1 1 0 0,1 0-1 0 0,-1 1 1 0 0,1-1-1 0 0,-1 0 1 0 0,1 0-1 0 0,-1 0 1 0 0,1 0 0 0 0,-1 0-1 0 0,1-1 1 0 0,0 1-1 0 0,0 0 1 0 0,-1 0-1 0 0,1-1 1 0 0,0 1-1 0 0,0-1 1 0 0,0 1-1 0 0,1-1 1 0 0,-1 0-1 0 0,0 1 1 0 0,1-1-1 0 0,-1 0 1 0 0,1 1 0 0 0,-1-1-1 0 0,1 0 1 0 0,0 1-1 0 0,0-1 1 0 0,-1 0-1 0 0,1 0 1 0 0,1 0-1 0 0,-1 1 1 0 0,0-1-1 0 0,1-3 1 0 0,1-3-28 0 0,0-1-1 0 0,0 1 1 0 0,1-1 0 0 0,1 1 0 0 0,-1 0 0 0 0,7-9 0 0 0,23-36 79 0 0,42-49 1 0 0,15-24 42 0 0,-82 114-93 0 0,-1 0 1 0 0,0 0-1 0 0,-1-1 0 0 0,-1 0 1 0 0,0 0-1 0 0,4-14 0 0 0,-8 21-6 0 0,0 0 0 0 0,0 0 0 0 0,-1 0 0 0 0,0 0-1 0 0,0 0 1 0 0,0 0 0 0 0,-1 1 0 0 0,0-1 0 0 0,0 0 0 0 0,0 0-1 0 0,-1 0 1 0 0,0 1 0 0 0,0-1 0 0 0,0 1 0 0 0,-1-1-1 0 0,-5-7 1 0 0,2 5-19 0 0,-1 0 0 0 0,0 0-1 0 0,0 1 1 0 0,0 0 0 0 0,-1 1-1 0 0,-1-1 1 0 0,1 2 0 0 0,-1-1 0 0 0,0 1-1 0 0,-17-7 1 0 0,-17-11-1192 0 0,16 12-2017 0 0,24 11 1876 0 0,-1 0-118 0 0,-12 0-157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22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 1260 0 0,'0'-3'3577'0'0,"7"-31"9452"0"0,-6 33-12876 0 0,9 10 640 0 0,-1 1 1 0 0,0 0-1 0 0,0 0 1 0 0,-1 0-1 0 0,0 1 0 0 0,10 20 1 0 0,-1-3 118 0 0,21 34 605 0 0,-2 3 0 0 0,45 115 0 0 0,-54-106-1234 0 0,-4 1 0 0 0,-2 1 1 0 0,-4 1-1 0 0,11 125 0 0 0,-25-153-382 0 0,-1-1-1 0 0,-3 1 1 0 0,-2 0-1 0 0,-2-1 1 0 0,-2 0-1 0 0,-2 0 1 0 0,-2-1-1 0 0,-3 0 1 0 0,-1-1-1 0 0,-2-1 1 0 0,-3 0-1 0 0,-46 78 1 0 0,54-104-711 0 0,-33 48-3051 0 0,40-61 2239 0 0,0-1 0 0 0,0 1 1 0 0,0-1-1 0 0,-11 7 0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22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0 200 460 0 0,'22'-67'20563'0'0,"-17"55"-16226"0"0,-5 10-4238 0 0,1 1-1 0 0,0-1 0 0 0,0 1 1 0 0,0-1-1 0 0,0 1 0 0 0,0-1 1 0 0,0 1-1 0 0,0 0 0 0 0,0 0 1 0 0,1 0-1 0 0,-1-1 0 0 0,0 1 1 0 0,1 0-1 0 0,-1 1 0 0 0,1-1 1 0 0,-1 0-1 0 0,1 0 0 0 0,2 0 1 0 0,34-5 16 0 0,-9 2 126 0 0,106-23 342 0 0,-33 7-1450 0 0,-35 5-2797 0 0,-60 13 2188 0 0,0-1 0 0 0,0 0 1 0 0,11-6-1 0 0,0 0-5364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22.7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73 1692 0 0,'1'-15'6728'0'0,"8"-43"14684"0"0,-2 121-18477 0 0,-8 68-2952 0 0,-6 0 0 0 0,-40 226 0 0 0,37-304-2706 0 0,7-31-1095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23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708 233 2832 0 0,'-5'-36'3759'0'0,"3"13"-1608"0"0,-1 1 0 0 0,0-1 1 0 0,-2 1-1 0 0,-1 1 0 0 0,-1-1 1 0 0,-14-31-1 0 0,21 53-2097 0 0,-1-1-1 0 0,1 0 1 0 0,-1 1 0 0 0,1-1 0 0 0,0 0-1 0 0,-1 1 1 0 0,0-1 0 0 0,1 1-1 0 0,-1-1 1 0 0,1 1 0 0 0,-1-1 0 0 0,0 1-1 0 0,1-1 1 0 0,-1 1 0 0 0,0-1-1 0 0,1 1 1 0 0,-1 0 0 0 0,0-1 0 0 0,0 1-1 0 0,0 0 1 0 0,1 0 0 0 0,-1 0-1 0 0,0 0 1 0 0,0 0 0 0 0,0 0 0 0 0,1 0-1 0 0,-2 0 1 0 0,0 0 46 0 0,-1 1-1 0 0,1-1 1 0 0,0 1 0 0 0,0 0-1 0 0,0 0 1 0 0,-1 0-1 0 0,1 0 1 0 0,0 0 0 0 0,-2 3-1 0 0,-6 4 336 0 0,2-1 0 0 0,-16 18 0 0 0,-10 18 477 0 0,2 1 0 0 0,-51 93 0 0 0,-36 109 576 0 0,103-210-1296 0 0,-41 94 114 0 0,5 3-1 0 0,7 2 1 0 0,5 1-1 0 0,-34 226 1 0 0,64-278-718 0 0,4-1 1 0 0,4 1-1 0 0,3-1 0 0 0,4 1 1 0 0,4-1-1 0 0,3 0 1 0 0,43 152-1 0 0,-35-175-1124 0 0,3 0 0 0 0,42 78 0 0 0,-37-88-3822 0 0,42 58 1 0 0,-25-50-5022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25.0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7 156 0 0,'14'-3'21015'0'0,"-13"4"-21011"0"0,0 0 0 0 0,0 0 0 0 0,0 0 0 0 0,1 0 0 0 0,-1 0-1 0 0,0 0 1 0 0,0 0 0 0 0,1 0 0 0 0,-1 0 0 0 0,0-1 0 0 0,1 1 0 0 0,-1-1 0 0 0,1 1-1 0 0,-1-1 1 0 0,1 0 0 0 0,-1 1 0 0 0,1-1 0 0 0,-1 0 0 0 0,1 0 0 0 0,2 0-1 0 0,46-1 29 0 0,-30 0 0 0 0,334-7 312 0 0,-334 6-287 0 0,-16 1-30 0 0,-1 1-10 0 0,31-1-312 0 0,-30 0-184 0 0,9 0-3015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25.4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0 140 2096 0 0,'18'-22'8154'0'0,"-3"-1"-3622"0"0,-12 17-4153 0 0,0 0 0 0 0,1 0 0 0 0,0 0 0 0 0,0 1 0 0 0,1 0 0 0 0,-1 0 0 0 0,1 0 0 0 0,0 0 0 0 0,11-7 0 0 0,-6 7-333 0 0,1 0-1 0 0,-1 0 0 0 0,1 1 1 0 0,0 0-1 0 0,0 1 0 0 0,0 1 0 0 0,0 0 1 0 0,1 0-1 0 0,-1 1 0 0 0,1 0 1 0 0,-1 1-1 0 0,0 0 0 0 0,1 1 1 0 0,-1 1-1 0 0,13 2 0 0 0,-17-2-38 0 0,-1-1 0 0 0,1 2-1 0 0,-1-1 1 0 0,0 0 0 0 0,1 1-1 0 0,-1 1 1 0 0,-1-1 0 0 0,1 1 0 0 0,0 0-1 0 0,-1 0 1 0 0,0 0 0 0 0,0 1-1 0 0,0-1 1 0 0,-1 1 0 0 0,1 1 0 0 0,-1-1-1 0 0,0 1 1 0 0,-1-1 0 0 0,1 1-1 0 0,-1 0 1 0 0,-1 0 0 0 0,1 1 0 0 0,-1-1-1 0 0,0 0 1 0 0,0 1 0 0 0,1 12-1 0 0,-2-4 47 0 0,0 1-1 0 0,-2 0 0 0 0,0 0 0 0 0,0-1 0 0 0,-2 1 0 0 0,0-1 0 0 0,0 1 0 0 0,-2-1 1 0 0,0 0-1 0 0,0-1 0 0 0,-13 22 0 0 0,-6 8 281 0 0,-1-2 0 0 0,-43 52 0 0 0,15-29 133 0 0,25-31 80 0 0,-34 52-1 0 0,61-84-459 0 0,15 2 1 0 0,-10-4-83 0 0,-1 1 1 0 0,0-1-1 0 0,1 0 0 0 0,-1 0 1 0 0,0-1-1 0 0,1 1 1 0 0,-1-1-1 0 0,0 1 1 0 0,1-1-1 0 0,3-2 1 0 0,7 0 0 0 0,226-55-3339 0 0,-82 12-6572 0 0,-105 29 2663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25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219 57 1404 0 0,'-9'-17'4853'0'0,"7"12"-3735"0"0,0 1 0 0 0,-1 0 0 0 0,1-1 0 0 0,-1 1 0 0 0,0 0 0 0 0,0 1 0 0 0,-6-7 805 0 0,-7 17-572 0 0,12-5-1112 0 0,-2 3 48 0 0,-1 0 0 0 0,1 1 0 0 0,0 0 0 0 0,0 0 1 0 0,1 1-1 0 0,0 0 0 0 0,0 0 0 0 0,-4 8 0 0 0,2-4-6 0 0,-9 14 89 0 0,2 1 1 0 0,0 0 0 0 0,2 1 0 0 0,-17 54 0 0 0,25-68-330 0 0,0 1 0 0 0,2-1 0 0 0,-1 1 0 0 0,2-1 0 0 0,0 1 0 0 0,1 0 1 0 0,0 0-1 0 0,1-1 0 0 0,0 1 0 0 0,1 0 0 0 0,1-1 0 0 0,7 24 0 0 0,-8-31-26 0 0,1-1 0 0 0,0 1-1 0 0,0-1 1 0 0,1 0 0 0 0,-1 0 0 0 0,1 0 0 0 0,0 0 0 0 0,1-1 0 0 0,-1 1 0 0 0,1-1-1 0 0,0 0 1 0 0,0-1 0 0 0,0 1 0 0 0,0-1 0 0 0,1 0 0 0 0,-1 0 0 0 0,1-1 0 0 0,0 1 0 0 0,0-1-1 0 0,0-1 1 0 0,0 1 0 0 0,0-1 0 0 0,0 0 0 0 0,0 0 0 0 0,1-1 0 0 0,11 0 0 0 0,-6-1-1 0 0,0 0 1 0 0,0 0-1 0 0,1-1 1 0 0,-1-1 0 0 0,-1 0-1 0 0,1-1 1 0 0,0 0-1 0 0,-1-1 1 0 0,0 0-1 0 0,0 0 1 0 0,0-2 0 0 0,18-13-1 0 0,-15 8 124 0 0,0-1 0 0 0,-1 0 0 0 0,-1-1 0 0 0,0 0 0 0 0,0-1 0 0 0,-2 0 0 0 0,0-1 0 0 0,-1 0 0 0 0,0-1 0 0 0,6-20-1 0 0,-11 28-90 0 0,-2 1 0 0 0,1-1-1 0 0,-1 0 1 0 0,-1 0 0 0 0,1 0-1 0 0,-2 0 1 0 0,1-1-1 0 0,-1 1 1 0 0,0 0 0 0 0,-1 0-1 0 0,0 0 1 0 0,-1 0 0 0 0,0 0-1 0 0,0 0 1 0 0,-1 0-1 0 0,0 1 1 0 0,-1-1 0 0 0,0 1-1 0 0,0 0 1 0 0,0 0-1 0 0,-1 0 1 0 0,-8-9 0 0 0,6 9-135 0 0,-1 0-1 0 0,1 1 1 0 0,-1 0 0 0 0,-1 0 0 0 0,1 1 0 0 0,-1 0-1 0 0,0 0 1 0 0,-1 1 0 0 0,-17-7 0 0 0,16 8-706 0 0,0 1 0 0 0,0 0 0 0 0,-1 1 0 0 0,-19-3 1 0 0,26 5 160 0 0,1 1 0 0 0,-1-1 0 0 0,0 1 0 0 0,0-1 0 0 0,1 1 0 0 0,-1 1 0 0 0,-6 1 0 0 0,-8 8-7327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26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67 2212 0 0,'-23'3'5813'0'0,"9"-3"-1921"0"0,0 1 0 0 0,-25 5 1 0 0,37-5-2983 0 0,18 3-788 0 0,-12-3-107 0 0,1-1-1 0 0,-1 1 1 0 0,0-1 0 0 0,1 0 0 0 0,-1 0-1 0 0,0-1 1 0 0,9-1 0 0 0,6-1 18 0 0,189-18 3 0 0,-71-1-2805 0 0,-126 20 1694 0 0,0 0 0 0 0,21-9-1 0 0,-28 10 105 0 0,-1-1 0 0 0,1 0 1 0 0,0 0-1 0 0,-1 0 0 0 0,0-1 0 0 0,6-4 0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26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33 816 0 0,'-3'-2'3227'0'0,"-48"-27"8893"0"0,49 27-11549 0 0,2 3-485 0 0,-1-1 1 0 0,0 0 0 0 0,1 0 0 0 0,-1 1 0 0 0,0-1 0 0 0,1 0 0 0 0,-1 1 0 0 0,1-1 0 0 0,-1 0 0 0 0,1 1 0 0 0,-1-1-1 0 0,1 1 1 0 0,-1-1 0 0 0,1 1 0 0 0,-1-1 0 0 0,1 1 0 0 0,-1 0 0 0 0,1-1 0 0 0,0 1 0 0 0,-1-1 0 0 0,1 1 0 0 0,0 0-1 0 0,0-1 1 0 0,0 1 0 0 0,-1 1 0 0 0,-4 21 1079 0 0,5-20-994 0 0,-3 23 827 0 0,1 30-1 0 0,1-3-439 0 0,-10 72 116 0 0,-4 156-5159 0 0,16-266 3290 0 0,0 0 1 0 0,5 20-1 0 0,7 5-5248 0 0,-4-22-209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27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278 131 120 0 0,'0'-3'2460'0'0,"0"-11"1166"0"0,0-1 1 0 0,-4-18 0 0 0,3 28-3250 0 0,0 0 1 0 0,0 1-1 0 0,-1-1 1 0 0,1 0-1 0 0,-1 1 1 0 0,0-1-1 0 0,0 1 1 0 0,-1 0-1 0 0,1-1 1 0 0,-1 1-1 0 0,-5-6 1 0 0,7 9-363 0 0,-1 1 0 0 0,1-1 1 0 0,0 0-1 0 0,0 1 0 0 0,0-1 1 0 0,0 1-1 0 0,-1-1 0 0 0,1 1 1 0 0,0 0-1 0 0,-1-1 1 0 0,1 1-1 0 0,0 0 0 0 0,-1 0 1 0 0,1 0-1 0 0,0 0 0 0 0,-1 0 1 0 0,1 0-1 0 0,0 1 0 0 0,0-1 1 0 0,-1 0-1 0 0,-1 1 0 0 0,-25 11 62 0 0,12-2-59 0 0,0 0-1 0 0,1 2 0 0 0,1 0 0 0 0,0 0 1 0 0,1 1-1 0 0,0 1 0 0 0,1 0 1 0 0,0 1-1 0 0,1 0 0 0 0,1 1 0 0 0,-13 27 1 0 0,20-38 0 0 0,0 0 1 0 0,1 1 0 0 0,0-1 0 0 0,0 0 0 0 0,0 1-1 0 0,1-1 1 0 0,0 1 0 0 0,0 0 0 0 0,0-1-1 0 0,1 1 1 0 0,0 0 0 0 0,0 0 0 0 0,0-1-1 0 0,1 1 1 0 0,-1 0 0 0 0,1 0 0 0 0,1-1-1 0 0,-1 1 1 0 0,1-1 0 0 0,0 1 0 0 0,0-1-1 0 0,1 0 1 0 0,0 0 0 0 0,0 0 0 0 0,0 0-1 0 0,0-1 1 0 0,1 1 0 0 0,0-1 0 0 0,-1 1 0 0 0,2-1-1 0 0,-1-1 1 0 0,0 1 0 0 0,1-1 0 0 0,0 1-1 0 0,9 4 1 0 0,71 35 418 0 0,-52-28-53 0 0,-1 2 1 0 0,-1 1 0 0 0,31 24 0 0 0,-58-40-231 0 0,-1 1-1 0 0,0-1 1 0 0,0 1-1 0 0,0 0 0 0 0,-1 0 1 0 0,1 0-1 0 0,-1 1 1 0 0,1-1-1 0 0,-1 0 1 0 0,0 1-1 0 0,-1 0 0 0 0,1-1 1 0 0,0 1-1 0 0,-1 0 1 0 0,0 0-1 0 0,0 0 0 0 0,1 6 1 0 0,-3-7-85 0 0,1 0-1 0 0,0 0 1 0 0,-1 1 0 0 0,1-1-1 0 0,-1 0 1 0 0,0 0 0 0 0,0 0 0 0 0,0 0-1 0 0,-1 0 1 0 0,1 0 0 0 0,-1 0-1 0 0,0 0 1 0 0,1 0 0 0 0,-1-1-1 0 0,0 1 1 0 0,-1-1 0 0 0,1 1 0 0 0,0-1-1 0 0,-1 0 1 0 0,1 0 0 0 0,-1 0-1 0 0,-4 2 1 0 0,-2 2-230 0 0,-1 0-1 0 0,-1-1 1 0 0,1 0 0 0 0,-1 0-1 0 0,0-1 1 0 0,0-1 0 0 0,0 1-1 0 0,-19 1 1 0 0,24-4-542 0 0,-1-1 1 0 0,0 0-1 0 0,0 0 0 0 0,0 0 1 0 0,0-1-1 0 0,-12-3 0 0 0,14 2-306 0 0,0 1-1 0 0,0-1 0 0 0,1 0 0 0 0,-1-1 0 0 0,0 1 0 0 0,1-1 1 0 0,0 0-1 0 0,0 0 0 0 0,-8-7 0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27.5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1 282 788 0 0,'8'-26'5078'0'0,"-3"9"-1958"0"0,1 0-1 0 0,14-29 0 0 0,-16 40-2928 0 0,-1 1-1 0 0,1-1 1 0 0,0 1-1 0 0,1 0 1 0 0,-1 0-1 0 0,1 0 0 0 0,0 0 1 0 0,0 1-1 0 0,1 0 1 0 0,0 0-1 0 0,5-3 1 0 0,19-8-83 0 0,0 1 1 0 0,0 2-1 0 0,1 1 1 0 0,1 1 0 0 0,39-6-1 0 0,47-2-2125 0 0,1 6-3661 0 0,-77 8 2431 0 0,-8 2-1568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27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13 564 0 0,'33'-12'19343'0'0,"-33"12"-19213"0"0,0 3 66 0 0,0-1-1 0 0,0 0 1 0 0,0 0 0 0 0,0 0 0 0 0,-1 0-1 0 0,1 1 1 0 0,-1-1 0 0 0,0 0-1 0 0,1 0 1 0 0,-1 0 0 0 0,0 0 0 0 0,-2 2-1 0 0,-41 82 2225 0 0,-58 124-221 0 0,87-172-2087 0 0,1 0 0 0 0,2 2 0 0 0,-12 65 0 0 0,22-94-102 0 0,0-1-1 0 0,1 1 1 0 0,1 0-1 0 0,0 0 1 0 0,0-1 0 0 0,1 1-1 0 0,0 0 1 0 0,1-1 0 0 0,0 1-1 0 0,1-1 1 0 0,0 0 0 0 0,1 0-1 0 0,0 0 1 0 0,0 0 0 0 0,1-1-1 0 0,1 1 1 0 0,-1-1 0 0 0,10 11-1 0 0,-13-18 2 0 0,0-1 0 0 0,0 1 0 0 0,0 0 0 0 0,0-1 0 0 0,0 1 0 0 0,0-1 0 0 0,0 1 0 0 0,1-1 0 0 0,-1 0 0 0 0,0 0 0 0 0,1 0 0 0 0,-1-1 0 0 0,1 1 0 0 0,-1 0 0 0 0,1-1 0 0 0,-1 0 0 0 0,1 1 0 0 0,-1-1 0 0 0,6-1 0 0 0,-4 1 14 0 0,0-1-1 0 0,1 0 1 0 0,-1 0-1 0 0,0 0 1 0 0,0-1-1 0 0,0 0 1 0 0,0 1-1 0 0,0-1 1 0 0,0-1-1 0 0,-1 1 1 0 0,6-4-1 0 0,-6 3-19 0 0,0 1 0 0 0,0 0 0 0 0,0-1 0 0 0,0 1 0 0 0,-1-1 0 0 0,0 0 0 0 0,1 0 0 0 0,-1 0 0 0 0,0 0 0 0 0,0-1 0 0 0,0 1 0 0 0,-1 0 0 0 0,1-1 0 0 0,-1 1 0 0 0,0-1 0 0 0,0 0 0 0 0,0 1 0 0 0,0-1 0 0 0,-1 0 0 0 0,0 0 0 0 0,1 1 0 0 0,-1-1 0 0 0,-1 0 0 0 0,1 0 0 0 0,0 1 0 0 0,-1-1 0 0 0,0 0 0 0 0,0 1 0 0 0,-2-8 0 0 0,-2 4-24 0 0,0 1 0 0 0,0-1 0 0 0,0 1 0 0 0,-1-1-1 0 0,0 2 1 0 0,0-1 0 0 0,0 1 0 0 0,-1 0 0 0 0,0 0 0 0 0,-11-6-1 0 0,-3 0-1618 0 0,-1 1-1 0 0,-31-10 1 0 0,13 9-4599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28.2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104 152 2976 0 0,'-6'-44'7448'0'0,"-1"-15"3245"0"0,5 22-6508 0 0,2 35-3574 0 0,0 2-595 0 0,0-1 0 0 0,0 1 0 0 0,0 0 0 0 0,-1-1 0 0 0,1 1 0 0 0,0 0 0 0 0,0-1 0 0 0,1 1 0 0 0,-1 0 0 0 0,0-1 0 0 0,0 1 0 0 0,0 0 0 0 0,0-1-1 0 0,0 1 1 0 0,0 0 0 0 0,0-1 0 0 0,0 1 0 0 0,1 0 0 0 0,-1-1 0 0 0,0 1 0 0 0,0 0 0 0 0,0 0 0 0 0,1-1 0 0 0,-1 1 0 0 0,0 0 0 0 0,1 0 0 0 0,-1-1 0 0 0,0 1 0 0 0,0 0 0 0 0,1 0 0 0 0,-1-1 0 0 0,21 13 394 0 0,-2 0 0 0 0,0 1 1 0 0,0 1-1 0 0,-1 1 0 0 0,28 31 0 0 0,-7-6-86 0 0,-3 1-1 0 0,-1 2 1 0 0,-2 1-1 0 0,-2 2 1 0 0,-2 1-1 0 0,-2 1 1 0 0,-2 2-1 0 0,20 56 1 0 0,-33-70-270 0 0,-2 0 0 0 0,-1 0 0 0 0,-2 1 0 0 0,-2 0 1 0 0,2 52-1 0 0,-7-59-42 0 0,-1 0 0 0 0,-2 0 0 0 0,-1 0 1 0 0,-2-1-1 0 0,0 0 0 0 0,-2 0 0 0 0,-15 37 1 0 0,6-28-35 0 0,-2-1 1 0 0,-1 0 0 0 0,-2-2 0 0 0,-51 64 0 0 0,31-51-1711 0 0,-2-3 0 0 0,-80 65 0 0 0,36-38-3576 0 0,33-23-3524 0 0,26-24-1542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28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 1740 0 0,'0'0'1440'0'0,"-9"13"224"0"0,-1-5-1572 0 0,-1 1-2180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28.9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217 76 2552 0 0,'-168'-6'15251'0'0,"164"6"-14492"0"0,0 0-87 0 0,-13 0-90 0 0,12 0-79 0 0,2 0-115 0 0,-10 0-52 0 0,10 0 832 0 0,3 0-1131 0 0,0 1 1 0 0,0-1-1 0 0,0 0 0 0 0,0 1 1 0 0,0-1-1 0 0,1 1 1 0 0,-1-1-1 0 0,0 1 0 0 0,0-1 1 0 0,0 0-1 0 0,1 1 1 0 0,-1-1-1 0 0,0 0 1 0 0,0 1-1 0 0,1-1 0 0 0,-1 1 1 0 0,0-1-1 0 0,1 0 1 0 0,-1 0-1 0 0,0 1 0 0 0,1-1 1 0 0,-1 0-1 0 0,0 0 1 0 0,2 1-1 0 0,4 1 67 0 0,1 0-1 0 0,-1 0 1 0 0,1 0-1 0 0,0-1 1 0 0,0 0 0 0 0,0 0-1 0 0,0-1 1 0 0,11-1-1 0 0,6 2 67 0 0,111 2-751 0 0,242-24 1 0 0,-368 20 288 0 0,74-11-2445 0 0,-75 10 1768 0 0,0 0 0 0 0,0 0 0 0 0,0-1 0 0 0,0 0 0 0 0,0 0 0 0 0,-1-1 0 0 0,13-8 0 0 0,-9-1-3124 0 0,-4-1-1716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29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39 1716 0 0,'-2'-2'3370'0'0,"-41"-35"10778"0"0,42 37-14040 0 0,0 1 0 0 0,0-1 0 0 0,0 0 0 0 0,1 1 0 0 0,-1-1 0 0 0,0 1 0 0 0,0-1 0 0 0,1 1 0 0 0,-1-1 0 0 0,0 1 0 0 0,1-1 0 0 0,-1 1 0 0 0,1 0 0 0 0,-1-1 0 0 0,1 1 0 0 0,-1 0 0 0 0,1-1 0 0 0,-1 1 1 0 0,1 0-1 0 0,0 0 0 0 0,-1 0 0 0 0,1-1 0 0 0,0 1 0 0 0,0 0 0 0 0,-1 0 0 0 0,1 0 0 0 0,0 0 0 0 0,0 1 0 0 0,-3 26 1546 0 0,-4 231 2745 0 0,-1 0-4682 0 0,8-257 219 0 0,0 28-1151 0 0,1 1 1 0 0,7 39-1 0 0,-7-63 606 0 0,0 0 1 0 0,1-1-1 0 0,0 1 1 0 0,0 0-1 0 0,0 0 0 0 0,1-1 1 0 0,0 1-1 0 0,0-1 0 0 0,1 0 1 0 0,0 0-1 0 0,0 0 1 0 0,0-1-1 0 0,1 1 0 0 0,0-1 1 0 0,0 0-1 0 0,6 5 1 0 0,10-1-4107 0 0,0-2-2249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29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1 166 3800 0 0,'78'-153'17355'0'0,"-77"152"-17219"0"0,-1 1 1 0 0,0-1 0 0 0,0 0-1 0 0,0 1 1 0 0,1-1 0 0 0,-1 1 0 0 0,0-1-1 0 0,1 0 1 0 0,-1 1 0 0 0,0-1-1 0 0,1 1 1 0 0,-1-1 0 0 0,1 1 0 0 0,-1-1-1 0 0,1 1 1 0 0,-1-1 0 0 0,1 1 0 0 0,-1-1-1 0 0,1 1 1 0 0,0 0 0 0 0,-1 0-1 0 0,1-1 1 0 0,-1 1 0 0 0,1 0 0 0 0,0 0-1 0 0,0-1 1 0 0,0 2-33 0 0,0-1-1 0 0,-1 1 1 0 0,1-1 0 0 0,-1 1 0 0 0,1-1-1 0 0,-1 1 1 0 0,1-1 0 0 0,-1 1 0 0 0,1 0-1 0 0,-1-1 1 0 0,1 1 0 0 0,-1 0-1 0 0,0-1 1 0 0,1 1 0 0 0,-1 0 0 0 0,0 0-1 0 0,0-1 1 0 0,1 2 0 0 0,4 40 1648 0 0,-19 157 935 0 0,0-26-2858 0 0,14-141-1319 0 0,0-1-1 0 0,2 1 1 0 0,9 44-1 0 0,-10-72 619 0 0,8 27-1003 0 0,-1-18-1493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29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660 310 2032 0 0,'15'-38'4055'0'0,"-1"-1"-1"0"0,13-58 0 0 0,-4-20 3280 0 0,-23 116-7281 0 0,0 0 0 0 0,1 1 0 0 0,-1-1 0 0 0,0 0-1 0 0,0 0 1 0 0,0 1 0 0 0,0-1 0 0 0,0 0 0 0 0,0 1 0 0 0,0-1-1 0 0,0 0 1 0 0,0 0 0 0 0,0 1 0 0 0,0-1 0 0 0,0 0 0 0 0,-1 0-1 0 0,1 1 1 0 0,0-1 0 0 0,-1 0 0 0 0,0 0 0 0 0,1 0 3 0 0,0 1 0 0 0,-1 0 1 0 0,1 0-1 0 0,-1 0 0 0 0,1-1 1 0 0,-1 1-1 0 0,1 0 0 0 0,-1 0 0 0 0,1 0 1 0 0,-1 0-1 0 0,1 0 0 0 0,-1 0 0 0 0,1 0 1 0 0,-1 0-1 0 0,1 0 0 0 0,-1 0 1 0 0,1 0-1 0 0,-1 0 0 0 0,1 1 0 0 0,-1-1 1 0 0,1 0-1 0 0,-1 1 0 0 0,-3 0 120 0 0,0 1-1 0 0,0 1 1 0 0,1-1 0 0 0,-1 0-1 0 0,1 1 1 0 0,-6 5-1 0 0,-30 37 912 0 0,1 1-1 0 0,-40 66 1 0 0,-53 112 250 0 0,85-141-977 0 0,-177 354 713 0 0,194-367-978 0 0,3 2-1 0 0,3 1 0 0 0,3 0 1 0 0,-15 106-1 0 0,32-148-249 0 0,1 1 0 0 0,1-1 0 0 0,1 1-1 0 0,2-1 1 0 0,1 1 0 0 0,2-1 0 0 0,1 0 0 0 0,18 54 0 0 0,-18-68-442 0 0,2 0 1 0 0,0 0-1 0 0,1-1 0 0 0,0-1 1 0 0,1 1-1 0 0,24 26 1 0 0,-23-31-290 0 0,0 0-1 0 0,1-1 1 0 0,0-1 0 0 0,1 0-1 0 0,0 0 1 0 0,0-1 0 0 0,0-1 0 0 0,1 0-1 0 0,16 5 1 0 0,21 3-4987 0 0,1-4-3079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32.4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56 183 2648 0 0,'-12'-10'9559'0'0,"-24"-16"187"0"0,28 21-9809 0 0,10 3 162 0 0,-2 2-95 0 0,0-1 0 0 0,0 1 0 0 0,1-1 0 0 0,-1 1 0 0 0,0-1 0 0 0,0 1 1 0 0,0-1-1 0 0,1 1 0 0 0,-1-1 0 0 0,0 1 0 0 0,1 0 0 0 0,-1-1 0 0 0,0 1 1 0 0,1-1-1 0 0,-1 1 0 0 0,1 0 0 0 0,-1 0 0 0 0,0-1 0 0 0,1 1 0 0 0,-1 0 1 0 0,1 0-1 0 0,-1-1 0 0 0,2 1 0 0 0,134-35 101 0 0,70-23-21 0 0,-105 28 145 0 0,-99 29-210 0 0,1 0-11 0 0,7-4 686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33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343 78 3556 0 0,'3'-7'1684'0'0,"0"0"1"0"0,-1 0-1 0 0,0-1 0 0 0,0 1 0 0 0,-1-1 0 0 0,1-14 0 0 0,-2 21-1621 0 0,0 1 0 0 0,0-1 0 0 0,0 1 0 0 0,0 0-1 0 0,0-1 1 0 0,0 1 0 0 0,0-1 0 0 0,0 1-1 0 0,0-1 1 0 0,0 1 0 0 0,0-1 0 0 0,-1 1 0 0 0,1 0-1 0 0,0-1 1 0 0,0 1 0 0 0,-1 0 0 0 0,1-1 0 0 0,0 1-1 0 0,0-1 1 0 0,-1 1 0 0 0,1 0 0 0 0,0 0 0 0 0,-1-1-1 0 0,1 1 1 0 0,0 0 0 0 0,-1 0 0 0 0,1-1-1 0 0,-1 1 1 0 0,1 0 0 0 0,0 0 0 0 0,-1 0 0 0 0,1 0-1 0 0,-1-1 1 0 0,1 1 0 0 0,-1 0 0 0 0,1 0 0 0 0,-1 0-1 0 0,-15 3 816 0 0,14-3-933 0 0,-8 3 298 0 0,0 0 0 0 0,1 1 0 0 0,0 0 0 0 0,0 1 0 0 0,0-1 0 0 0,0 2 0 0 0,1-1 0 0 0,-11 10 0 0 0,-1 3 200 0 0,-33 36 0 0 0,44-44-389 0 0,1 0 0 0 0,1 1 1 0 0,-1 0-1 0 0,1 0 0 0 0,1 1 0 0 0,0 0 0 0 0,-7 21 0 0 0,11-24-39 0 0,0-1 1 0 0,0 1-1 0 0,1 0 1 0 0,0-1-1 0 0,0 1 1 0 0,1 0-1 0 0,0 0 1 0 0,0-1-1 0 0,1 1 1 0 0,1 0-1 0 0,-1-1 1 0 0,6 15-1 0 0,-3-11 2 0 0,2-1 0 0 0,-1 0 1 0 0,1 0-1 0 0,1 0 0 0 0,0-1 0 0 0,1 0 0 0 0,11 13 0 0 0,69 58 127 0 0,-19-19-1 0 0,-63-56-97 0 0,3 2 345 0 0,0 1 1 0 0,-1 0-1 0 0,0 1 0 0 0,12 19 1 0 0,-18-25-264 0 0,0-1 0 0 0,-1 1 1 0 0,0 0-1 0 0,1-1 0 0 0,-1 1 0 0 0,-1 0 1 0 0,1 0-1 0 0,0 0 0 0 0,-1 0 0 0 0,0 0 0 0 0,0 0 1 0 0,0 0-1 0 0,-1 0 0 0 0,1-1 0 0 0,-1 1 1 0 0,0 0-1 0 0,0 0 0 0 0,0 0 0 0 0,-3 6 0 0 0,-2 1-15 0 0,-1 1 0 0 0,1-1-1 0 0,-2 0 1 0 0,0-1-1 0 0,0 0 1 0 0,-1 0 0 0 0,0-1-1 0 0,-1 0 1 0 0,1-1-1 0 0,-2 1 1 0 0,1-2-1 0 0,-13 7 1 0 0,9-6-59 0 0,1-1 0 0 0,-1-1 0 0 0,0 0 0 0 0,0-1 0 0 0,-1 0 0 0 0,1-1 0 0 0,-1-1 0 0 0,0 0 0 0 0,-29 1 0 0 0,41-4-53 0 0,-1 0 0 0 0,1 0 0 0 0,-1 0 0 0 0,0 0 0 0 0,1-1 0 0 0,-1 0 0 0 0,1 1 0 0 0,-1-1 0 0 0,1-1 0 0 0,-1 1 0 0 0,1 0 0 0 0,0-1 0 0 0,-1 0 0 0 0,1 0 0 0 0,0 0 0 0 0,0 0 0 0 0,1 0 0 0 0,-1 0 0 0 0,0-1 0 0 0,1 1 0 0 0,-1-1 0 0 0,-1-3 0 0 0,2 2-50 0 0,0 0 0 0 0,0 0 0 0 0,1 0-1 0 0,-1-1 1 0 0,1 1 0 0 0,0 0 0 0 0,1-1 0 0 0,-1 1-1 0 0,1 0 1 0 0,0-1 0 0 0,0 1 0 0 0,0-1-1 0 0,0 1 1 0 0,1 0 0 0 0,0-1 0 0 0,0 1-1 0 0,1-5 1 0 0,4-9-144 0 0,1 0 0 0 0,1 1-1 0 0,1-1 1 0 0,0 2 0 0 0,13-19-1 0 0,62-75-373 0 0,-62 83 454 0 0,38-44-37 0 0,-25 31 102 0 0,-2-1 0 0 0,46-76 0 0 0,-75 110 36 0 0,0-1 1 0 0,-1 0-1 0 0,1 0 1 0 0,-1 0-1 0 0,-1 0 1 0 0,1 0-1 0 0,-2-1 0 0 0,1 1 1 0 0,0-14-1 0 0,-2 18 5 0 0,0 1-1 0 0,-1-1 0 0 0,1 1 1 0 0,-1-1-1 0 0,0 1 1 0 0,0-1-1 0 0,0 1 0 0 0,0 0 1 0 0,-1-1-1 0 0,1 1 1 0 0,-1 0-1 0 0,0 0 0 0 0,0 0 1 0 0,0 0-1 0 0,0 0 1 0 0,-1 1-1 0 0,1-1 0 0 0,-1 1 1 0 0,1-1-1 0 0,-1 1 1 0 0,0 0-1 0 0,0 0 0 0 0,0 0 1 0 0,0 1-1 0 0,-5-3 1 0 0,-1 1-71 0 0,0 0 1 0 0,1 0-1 0 0,-1 1 0 0 0,0 0 1 0 0,-1 1-1 0 0,1 0 1 0 0,0 0-1 0 0,0 1 0 0 0,-1 0 1 0 0,-8 1-1 0 0,5 1-519 0 0,1 0-1 0 0,-1 1 0 0 0,1 0 0 0 0,0 0 0 0 0,0 2 1 0 0,-20 8-1 0 0,29-11 244 0 0,0 0 0 0 0,0 0 0 0 0,0 1 0 0 0,1-1 0 0 0,-1 0 0 0 0,1 1 0 0 0,-1 0 0 0 0,1 0 0 0 0,0-1 0 0 0,-3 6 0 0 0,4-7-22 0 0,0 0 1 0 0,0 1 0 0 0,1 0-1 0 0,-1-1 1 0 0,1 1-1 0 0,-1-1 1 0 0,1 1-1 0 0,-1 0 1 0 0,1-1 0 0 0,0 1-1 0 0,0-1 1 0 0,0 1-1 0 0,0 0 1 0 0,0 0-1 0 0,0-1 1 0 0,0 1-1 0 0,0 0 1 0 0,1-1 0 0 0,-1 1-1 0 0,1-1 1 0 0,-1 1-1 0 0,1-1 1 0 0,0 1-1 0 0,1 2 1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33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78 2284 0 0,'-17'3'12943'0'0,"16"-3"-13374"0"0,-16 10 7626 0 0,42-7-7065 0 0,0-2 0 0 0,0-1 0 0 0,1-1 0 0 0,34-5 0 0 0,2 0-18 0 0,-13 2-885 0 0,1-2 0 0 0,-1-2 0 0 0,49-15-1 0 0,-46 1-3173 0 0,-21 3-2428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33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57 3280 0 0,'-11'-10'4273'0'0,"0"0"-1"0"0,-18-10 1 0 0,9 7-1244 0 0,18 12-2391 0 0,-4 0-64 0 0,5 0-520 0 0,1 1-1 0 0,0 0 1 0 0,-1 0-1 0 0,1 0 1 0 0,-1 0-1 0 0,1-1 1 0 0,-1 1-1 0 0,1 0 1 0 0,0 0-1 0 0,-1 0 1 0 0,1 0-1 0 0,-1 0 1 0 0,1 0 0 0 0,-1 0-1 0 0,1 0 1 0 0,-1 0-1 0 0,1 1 1 0 0,-1-1-1 0 0,1 0 1 0 0,0 0-1 0 0,-1 0 1 0 0,1 0-1 0 0,-1 1 1 0 0,1-1-1 0 0,-1 0 1 0 0,1 0 0 0 0,0 1-1 0 0,-1-1 1 0 0,1 0-1 0 0,0 1 1 0 0,-1-1-1 0 0,1 0 1 0 0,0 1-1 0 0,0-1 1 0 0,-1 0-1 0 0,1 1 1 0 0,0-1-1 0 0,0 1 1 0 0,0-1 0 0 0,-1 1-1 0 0,1-1 1 0 0,0 0-1 0 0,0 1 1 0 0,0-1-1 0 0,0 1 1 0 0,0-1-1 0 0,0 1 1 0 0,0-1-1 0 0,0 1 1 0 0,0 0-1 0 0,-5 32 736 0 0,1 1 0 0 0,2-1-1 0 0,2 36 1 0 0,-1 23-347 0 0,-8 85-289 0 0,0 14-4552 0 0,1-65-6771 0 0,6-99 2324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35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57 512 0 0,'-8'-24'5776'0'0,"5"-6"4924"0"0,0 35-9998 0 0,3-5-674 0 0,-1 0 0 0 0,1 1 1 0 0,-1-1-1 0 0,1 0 0 0 0,0 0 0 0 0,-1 1 0 0 0,1-1 0 0 0,0 0 1 0 0,-1 1-1 0 0,1-1 0 0 0,0 1 0 0 0,-1-1 0 0 0,1 0 1 0 0,0 1-1 0 0,0-1 0 0 0,0 1 0 0 0,-1-1 0 0 0,1 0 1 0 0,0 1-1 0 0,0-1 0 0 0,0 1 0 0 0,0 0 0 0 0,-6 26 413 0 0,1 0 0 0 0,2 0-1 0 0,0 45 1 0 0,3-64-422 0 0,0 0 0 0 0,0 0 0 0 0,1 0 0 0 0,0 1 0 0 0,1-1-1 0 0,0 0 1 0 0,0-1 0 0 0,1 1 0 0 0,0 0 0 0 0,0-1 0 0 0,1 1 0 0 0,0-1 0 0 0,0 0 0 0 0,1 0 0 0 0,-1-1 0 0 0,12 12 0 0 0,-12-14-13 0 0,1-1 0 0 0,-1 0 1 0 0,0 0-1 0 0,1 0 0 0 0,0-1 1 0 0,0 1-1 0 0,0-1 1 0 0,0 0-1 0 0,0-1 0 0 0,0 1 1 0 0,0-1-1 0 0,0 0 0 0 0,1 0 1 0 0,-1-1-1 0 0,0 0 0 0 0,1 0 1 0 0,-1 0-1 0 0,0 0 1 0 0,1-1-1 0 0,-1 0 0 0 0,0 0 1 0 0,0 0-1 0 0,0-1 0 0 0,0 0 1 0 0,0 0-1 0 0,0 0 1 0 0,9-6-1 0 0,-4 2 2 0 0,0-1 1 0 0,-1 0 0 0 0,0-1-1 0 0,0 0 1 0 0,0-1-1 0 0,-1 1 1 0 0,-1-2 0 0 0,1 1-1 0 0,-2-1 1 0 0,1 0-1 0 0,8-19 1 0 0,23-73 226 0 0,-6 16 397 0 0,-25 75-658 0 0,-3 14 309 0 0,-2 21 331 0 0,-2-20-607 0 0,1 42 1058 0 0,-12 89-1 0 0,4-78-837 0 0,-21 147 504 0 0,1-21-4668 0 0,26-138-273 0 0,5-17-4941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36.2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3 201 300 0 0,'41'-143'15489'0'0,"-39"136"-14748"0"0,-1 3-573 0 0,0 0 0 0 0,0 0 0 0 0,1 1 0 0 0,-1-1 0 0 0,1 1 0 0 0,-1-1 0 0 0,1 1 0 0 0,0-1 0 0 0,1 1 0 0 0,3-5 0 0 0,-5 7-152 0 0,0 1 0 0 0,1-1 0 0 0,-1 0 1 0 0,0 1-1 0 0,0-1 0 0 0,0 1 0 0 0,1-1 1 0 0,-1 1-1 0 0,0 0 0 0 0,1-1 0 0 0,-1 1 1 0 0,0 0-1 0 0,1 0 0 0 0,-1 0 0 0 0,0 0 0 0 0,1 0 1 0 0,-1 0-1 0 0,0 0 0 0 0,2 1 0 0 0,0 0 51 0 0,0-1-1 0 0,0 1 0 0 0,0 0 1 0 0,0 0-1 0 0,0 1 0 0 0,0-1 1 0 0,-1 1-1 0 0,4 2 0 0 0,-1-1 99 0 0,0 1-1 0 0,-1 0 1 0 0,0 0-1 0 0,0 0 1 0 0,-1 1 0 0 0,1 0-1 0 0,-1-1 1 0 0,0 1-1 0 0,0 0 1 0 0,0 1-1 0 0,-1-1 1 0 0,1 0 0 0 0,-1 1-1 0 0,1 8 1 0 0,-1-5 97 0 0,-1 0 1 0 0,-1 0 0 0 0,1 0 0 0 0,-2 0-1 0 0,1 0 1 0 0,-1 0 0 0 0,0 0 0 0 0,-5 14-1 0 0,-4 6 296 0 0,-1-1 0 0 0,-1-1-1 0 0,-1 0 1 0 0,-28 43-1 0 0,-35 54 82 0 0,75-123-634 0 0,0-1 0 0 0,1 1 1 0 0,-1 0-1 0 0,1 0 1 0 0,-1 1-1 0 0,1-1 1 0 0,-1 0-1 0 0,1 0 0 0 0,0 0 1 0 0,-1 0-1 0 0,1 0 1 0 0,0 0-1 0 0,0 1 0 0 0,0-1 1 0 0,0 0-1 0 0,0 0 1 0 0,0 0-1 0 0,0 0 1 0 0,0 0-1 0 0,0 1 0 0 0,1-1 1 0 0,-1 0-1 0 0,0 0 1 0 0,1 0-1 0 0,-1 0 1 0 0,1 0-1 0 0,-1 0 0 0 0,1 0 1 0 0,0 1-1 0 0,1 0 4 0 0,0-1-1 0 0,0 1 1 0 0,0-1-1 0 0,1 0 0 0 0,-1 0 1 0 0,0 0-1 0 0,0 0 1 0 0,1 0-1 0 0,-1 0 0 0 0,1-1 1 0 0,-1 1-1 0 0,3 0 1 0 0,16 0-34 0 0,0-1 1 0 0,-1-1 0 0 0,1 0 0 0 0,-1-2-1 0 0,0 0 1 0 0,25-8 0 0 0,-20 5-188 0 0,41-9-1203 0 0,-1-3 1 0 0,77-32 0 0 0,-95 29-1590 0 0,75-45 1 0 0,-102 52 499 0 0,-1 0 1 0 0,18-18-1 0 0,-4 2-4780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36.5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45 114 1620 0 0,'-20'-52'9471'0'0,"-5"-10"614"0"0,40 72-8942 0 0,-1 5-718 0 0,0 0 1 0 0,0 1-1 0 0,-1 1 1 0 0,15 27 0 0 0,33 77 302 0 0,-43-79-679 0 0,-3 1 0 0 0,-2 1-1 0 0,-1 0 1 0 0,-3 1 0 0 0,-1 0 0 0 0,-3 0 0 0 0,-1 1 0 0 0,-3 0-1 0 0,-1-1 1 0 0,-9 65 0 0 0,-1-46-1276 0 0,-2-1 1 0 0,-29 88-1 0 0,15-77-3809 0 0,-57 114 1 0 0,29-90-4522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38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1 131 1492 0 0,'2'-1'2590'0'0,"18"-4"6278"0"0,17 8-5111 0 0,-4 1-3346 0 0,781 14 345 0 0,-541-16-709 0 0,792-10 6 0 0,-859 4-52 0 0,1173-45 49 0 0,567-14-4 0 0,146 35-39 0 0,22 59-12 0 0,-1451-15 18 0 0,1866 7 101 0 0,-1154-37-129 0 0,-674-24 48 0 0,-680 36-104 0 0,148-10-2445 0 0,-165 12 1519 0 0,-41 9-11233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39.7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633 124 1392 0 0,'1'-7'1248'0'0,"-1"-1"-1"0"0,1 1 1 0 0,-2-1-1 0 0,1 1 1 0 0,-1 0 0 0 0,0-1-1 0 0,0 1 1 0 0,-4-11-1 0 0,3 14-850 0 0,0-1 0 0 0,0 1-1 0 0,0 0 1 0 0,0-1 0 0 0,-1 1 0 0 0,0 0-1 0 0,1 1 1 0 0,-6-6 0 0 0,7 9-359 0 0,0-1 0 0 0,0 1 0 0 0,0-1 0 0 0,0 1 1 0 0,0-1-1 0 0,0 1 0 0 0,0 0 0 0 0,0-1 0 0 0,0 1 0 0 0,0 0 0 0 0,0 0 1 0 0,-1 0-1 0 0,1 0 0 0 0,0 0 0 0 0,0 0 0 0 0,0 0 0 0 0,0 0 0 0 0,0 1 1 0 0,0-1-1 0 0,-1 0 0 0 0,1 1 0 0 0,0-1 0 0 0,0 0 0 0 0,0 1 0 0 0,0-1 0 0 0,-2 2 1 0 0,-24 18 450 0 0,2 5 46 0 0,2 1 1 0 0,-36 50 0 0 0,-31 64 324 0 0,86-132-810 0 0,-55 90 572 0 0,-87 204 0 0 0,69-91-450 0 0,61-156-107 0 0,-17 107 0 0 0,28-124-29 0 0,2 1-1 0 0,2-1 1 0 0,1 0-1 0 0,2 1 1 0 0,8 42-1 0 0,-8-65-276 0 0,2 1 0 0 0,0-1 0 0 0,1 0 0 0 0,0-1 0 0 0,1 1 1 0 0,1-1-1 0 0,1 0 0 0 0,0-1 0 0 0,1 1 0 0 0,0-2 0 0 0,1 1 0 0 0,1-1 0 0 0,0-1 0 0 0,16 14 0 0 0,-19-19-376 0 0,0-1-1 0 0,1-1 0 0 0,-1 1 0 0 0,1-2 0 0 0,1 1 0 0 0,10 3 1 0 0,-13-6-379 0 0,0 0 0 0 0,0 0 0 0 0,0-1 0 0 0,1 0 0 0 0,10 0 0 0 0,14-2-4672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39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14 232 1364 0 0,'-5'-94'13637'0'0,"-3"31"-7637"0"0,8 61-5824 0 0,0 2-155 0 0,0-1 0 0 0,0 0 0 0 0,0 1 0 0 0,0-1 0 0 0,0 1 0 0 0,0-1 0 0 0,1 1 0 0 0,-1-1 0 0 0,0 1 0 0 0,0-1 0 0 0,1 1 0 0 0,-1-1 0 0 0,0 1 0 0 0,0-1 0 0 0,1 1 0 0 0,-1 0 0 0 0,1-1 0 0 0,-1 1 0 0 0,0-1 0 0 0,1 1 0 0 0,-1 0 0 0 0,1 0 0 0 0,-1-1 0 0 0,2 1 0 0 0,172-19 467 0 0,-47 8-2874 0 0,-103 8 1301 0 0,39-6-2777 0 0,-21-2-1792 0 0,-16 2-1145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40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54 2248 0 0,'2'-3'3154'0'0,"18"-48"10072"0"0,-19 52-13157 0 0,-1-1 0 0 0,1 0 0 0 0,-1 0 0 0 0,1 0 0 0 0,-1 1 0 0 0,1-1 0 0 0,0 0 0 0 0,-1 1 0 0 0,1-1 1 0 0,-1 1-1 0 0,0-1 0 0 0,1 0 0 0 0,-1 1 0 0 0,1-1 0 0 0,-1 1 0 0 0,1-1 0 0 0,-1 1 0 0 0,0-1 0 0 0,0 1 0 0 0,1 0 0 0 0,-1-1 0 0 0,0 1 1 0 0,0-1-1 0 0,1 1 0 0 0,-1 1 0 0 0,3 15 667 0 0,-2-15-708 0 0,2 27 820 0 0,0 0 0 0 0,-4 55 0 0 0,-13 59-278 0 0,4-56-345 0 0,4-35-120 0 0,-6 120-1168 0 0,12-144-1201 0 0,7 55 1 0 0,1-45-1825 0 0,2-15-1696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40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324 144 2700 0 0,'21'-35'4217'0'0,"-4"6"1928"0"0,24-49-1 0 0,-41 76-5650 0 0,-5 10-74 0 0,-1 1 1 0 0,0-2-1 0 0,0 1 1 0 0,-9 7-1 0 0,-2 3 42 0 0,-36 47 304 0 0,3 2 0 0 0,-45 78 0 0 0,94-143-762 0 0,-67 126 261 0 0,61-113-236 0 0,1 0 0 0 0,0 1 0 0 0,2 0 0 0 0,-1 0 0 0 0,2 0 0 0 0,-3 28 0 0 0,6-38-19 0 0,0-1 0 0 0,0 0 0 0 0,1 1 1 0 0,0-1-1 0 0,-1 0 0 0 0,2 1 0 0 0,-1-1 1 0 0,1 0-1 0 0,-1 0 0 0 0,2 0 1 0 0,-1 0-1 0 0,0 0 0 0 0,1-1 0 0 0,5 8 1 0 0,-3-6 0 0 0,0-1 0 0 0,0 0 0 0 0,0-1 0 0 0,1 1 0 0 0,0-1 0 0 0,0 0 0 0 0,0 0 1 0 0,0-1-1 0 0,13 5 0 0 0,1-1 10 0 0,0-2 0 0 0,0 0 0 0 0,1-2 1 0 0,-1 0-1 0 0,1-1 0 0 0,34-1 0 0 0,-26-2 4 0 0,-1-2 0 0 0,1 0 1 0 0,-1-2-1 0 0,40-12 0 0 0,-54 13 0 0 0,-1-1 0 0 0,0 0 0 0 0,0-1 0 0 0,0 0 0 0 0,0-1-1 0 0,-1-1 1 0 0,-1 0 0 0 0,1-1 0 0 0,-1 0 0 0 0,18-19 0 0 0,-26 25-21 0 0,-1 0-1 0 0,0 0 1 0 0,1 0 0 0 0,-1 0-1 0 0,0 0 1 0 0,-1 0-1 0 0,1-1 1 0 0,-1 1 0 0 0,1-1-1 0 0,-1 1 1 0 0,0-1 0 0 0,0 1-1 0 0,0-1 1 0 0,-1 0-1 0 0,0 1 1 0 0,1-1 0 0 0,-1 0-1 0 0,0 0 1 0 0,-1 1 0 0 0,1-1-1 0 0,-2-4 1 0 0,1 4-3 0 0,-1 0 0 0 0,0 1 0 0 0,0-1 0 0 0,0 1 0 0 0,0-1 0 0 0,0 1 0 0 0,-1 0 0 0 0,0 0 0 0 0,0 0 0 0 0,0 0 0 0 0,0 0 0 0 0,0 1 0 0 0,0-1 0 0 0,-1 1 0 0 0,1 0 0 0 0,-1 0 0 0 0,1 0 0 0 0,-1 1 0 0 0,-5-2 0 0 0,-8-2-9 0 0,0 0 0 0 0,0 2 0 0 0,0 0-1 0 0,0 1 1 0 0,0 1 0 0 0,-24 0 0 0 0,-105 16 15 0 0,100-8-460 0 0,-71 21-1 0 0,102-23-116 0 0,1 0 0 0 0,-1 0 1 0 0,1 2-1 0 0,0 0 0 0 0,1 0 0 0 0,0 2 0 0 0,0-1 1 0 0,-20 19-1 0 0,30-24-297 0 0,-10 11-27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40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514 98 3204 0 0,'39'-72'11481'0'0,"-24"47"-6370"0"0,-13 25-4954 0 0,1 1 0 0 0,-1-1 0 0 0,0 1 0 0 0,0 0 0 0 0,0-1 0 0 0,0 1 1 0 0,0 0-1 0 0,1 0 0 0 0,-2 0 0 0 0,1 1 0 0 0,0-1 0 0 0,0 0 0 0 0,0 1 0 0 0,-1 0 0 0 0,1-1 1 0 0,0 1-1 0 0,-1 0 0 0 0,0-1 0 0 0,1 1 0 0 0,-1 0 0 0 0,1 2 0 0 0,4 7 379 0 0,0 0-1 0 0,6 19 0 0 0,-11-26-436 0 0,9 25 266 0 0,-2 0-1 0 0,-1 1 1 0 0,-1 1 0 0 0,-1-1 0 0 0,-2 1 0 0 0,-1 46-1 0 0,-5-17-105 0 0,-2-2-1 0 0,-18 85 1 0 0,2-57-474 0 0,-5 0-1 0 0,-2-1 1 0 0,-5-2 0 0 0,-45 84 0 0 0,-1-24-3672 0 0,-123 170 1 0 0,119-201-2685 0 0,-11 6-3891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43.5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12 704 0 0,'-2'1'2948'0'0,"-6"4"-371"0"0,-10 8 4627 0 0,7-7-4721 0 0,9-4-1730 0 0,1-2-720 0 0,1 0 1 0 0,0 0-1 0 0,0 0 1 0 0,0 1-1 0 0,-1-1 0 0 0,1 0 1 0 0,0 0-1 0 0,0 0 1 0 0,0 0-1 0 0,0 0 1 0 0,-1 0-1 0 0,1 0 0 0 0,0 1 1 0 0,0-1-1 0 0,0 0 1 0 0,0 0-1 0 0,-1 0 1 0 0,1 0-1 0 0,0 0 0 0 0,0 1 1 0 0,0-1-1 0 0,0 0 1 0 0,0 0-1 0 0,0 0 1 0 0,0 1-1 0 0,0-1 0 0 0,0 0 1 0 0,0 0-1 0 0,0 0 1 0 0,0 1-1 0 0,-1-1 1 0 0,1 0-1 0 0,0 0 0 0 0,1 0 1 0 0,-1 1-1 0 0,5 1 15 0 0,0 0-1 0 0,0-1 0 0 0,0 0 0 0 0,0 0 1 0 0,1 0-1 0 0,-1 0 0 0 0,0-1 0 0 0,8 0 1 0 0,51-5-195 0 0,-42 2-120 0 0,176-22-3808 0 0,-73 8-3129 0 0,-94 14 3003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43.7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239 0 932 0 0,'-194'78'14365'0'0,"149"-61"-11753"0"0,57-12-2161 0 0,-4-4-434 0 0,-1 0 0 0 0,0-1 1 0 0,0 0-1 0 0,0-1 0 0 0,0 0 0 0 0,12-2 1 0 0,9-1-180 0 0,3 0-189 0 0,281-28-3109 0 0,-102 14-3099 0 0,-118 12 1014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53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330 128 3180 0 0,'-58'-38'8008'0'0,"22"15"-4179"0"0,34 22-3640 0 0,0-1 1 0 0,0 0 0 0 0,0 1 0 0 0,0-1-1 0 0,1 0 1 0 0,-1 0 0 0 0,1 0 0 0 0,0-1-1 0 0,-1 1 1 0 0,1 0 0 0 0,0 0 0 0 0,0-1-1 0 0,1 1 1 0 0,-2-4 0 0 0,2 5-166 0 0,0 0 0 0 0,0 0 0 0 0,0 0 0 0 0,0 0 0 0 0,0 0 0 0 0,0-1 0 0 0,0 1 0 0 0,0 0 0 0 0,0 0 0 0 0,1 0 0 0 0,-1 0 0 0 0,0 0 0 0 0,1 0 0 0 0,-1 0 0 0 0,1 0 0 0 0,0 0 0 0 0,-1 0 0 0 0,1 0 0 0 0,0 0 0 0 0,-1 0 0 0 0,1 0 0 0 0,0 0 0 0 0,0 1 0 0 0,0-1 0 0 0,0 0 0 0 0,-1 0 0 0 0,1 1 0 0 0,0-1 0 0 0,0 1 0 0 0,1-1 0 0 0,-1 1 0 0 0,0-1 0 0 0,0 1 0 0 0,0 0 0 0 0,0 0 0 0 0,0-1 0 0 0,0 1 0 0 0,0 0 0 0 0,1 0 0 0 0,0 0 0 0 0,9-1-3 0 0,1 1 0 0 0,-1 0 0 0 0,0 1 0 0 0,1 0 0 0 0,-1 0-1 0 0,0 1 1 0 0,0 1 0 0 0,0 0 0 0 0,0 0 0 0 0,-1 1 0 0 0,1 0 0 0 0,-1 1 0 0 0,0 1 0 0 0,0-1 0 0 0,10 10-1 0 0,-13-10-14 0 0,0 0 0 0 0,-1 1-1 0 0,0 0 1 0 0,0 0-1 0 0,0 1 1 0 0,-1 0-1 0 0,0 0 1 0 0,0 0 0 0 0,5 11-1 0 0,-8-13 3 0 0,1 1-1 0 0,-1 0 1 0 0,-1 1-1 0 0,1-1 1 0 0,-1 0-1 0 0,0 0 1 0 0,0 1-1 0 0,-1-1 1 0 0,0 0-1 0 0,0 1 1 0 0,0-1-1 0 0,-1 1 1 0 0,-2 9-1 0 0,-2-2 8 0 0,0 0-1 0 0,-1 0 0 0 0,0 0 0 0 0,-1 0 0 0 0,-1-1 0 0 0,0-1 1 0 0,0 1-1 0 0,-20 20 0 0 0,-92 83 60 0 0,119-116-74 0 0,-196 160 914 0 0,112-93-393 0 0,73-50 537 0 0,13-16-1022 0 0,0 0 0 0 0,0 0-1 0 0,0-1 1 0 0,0 1 0 0 0,0 0-1 0 0,0 0 1 0 0,0-1 0 0 0,1 1 0 0 0,-1-1-1 0 0,0 1 1 0 0,0-1 0 0 0,1 1-1 0 0,-1-1 1 0 0,0 0 0 0 0,1 0-1 0 0,-1 1 1 0 0,0-1 0 0 0,1 0-1 0 0,-1 0 1 0 0,0 0 0 0 0,1-1-1 0 0,-1 1 1 0 0,0 0 0 0 0,1 0 0 0 0,-1-1-1 0 0,2 0 1 0 0,2 0-12 0 0,240-58-423 0 0,-174 39-525 0 0,106-32-3561 0 0,-64 9-3772 0 0,-75 26 1701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53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95 3224 0 0,'-4'-66'12787'0'0,"-1"38"-9018"0"0,-7 45-3256 0 0,3-3-296 0 0,1 1 1 0 0,1 0 0 0 0,-9 29 0 0 0,6-16-72 0 0,-106 292 1306 0 0,30 12-863 0 0,79-294-669 0 0,1 0 0 0 0,2 0 0 0 0,2 1 1 0 0,1-1-1 0 0,2 1 0 0 0,2-1 0 0 0,1 0 1 0 0,11 39-1 0 0,-13-69-212 0 0,0 0 0 0 0,1 0 1 0 0,0 0-1 0 0,1 0 0 0 0,0-1 1 0 0,0 1-1 0 0,1-1 0 0 0,-1 0 1 0 0,2 0-1 0 0,-1-1 0 0 0,1 1 1 0 0,0-1-1 0 0,12 9 0 0 0,-12-10-595 0 0,1-1-1 0 0,0 0 1 0 0,0-1 0 0 0,0 0-1 0 0,0 0 1 0 0,0 0 0 0 0,1-1-1 0 0,0 0 1 0 0,12 2 0 0 0,16-3-6385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53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142 116 528 0 0,'-13'-8'2761'0'0,"-72"-38"15049"0"0,52 30-13967 0 0,30 15-3223 0 0,-3-1-455 0 0,4-1 542 0 0,298-23 3 0 0,-266 23-609 0 0,-27 2-95 0 0,-2 1-3 0 0,0 1 1 0 0,1-1-1 0 0,-1-1 0 0 0,0 1 0 0 0,1 0 1 0 0,-1 0-1 0 0,0 0 0 0 0,0-1 1 0 0,1 1-1 0 0,-1 0 0 0 0,2-2 0 0 0,-2 2 2 0 0,2-1 6 0 0,17-2-1883 0 0,-10 0 881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54.3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184 287 1296 0 0,'0'-3'7568'0'0,"-1"1"-7004"0"0,0-1-1 0 0,0 0 1 0 0,1 0-1 0 0,-2 1 0 0 0,1-1 1 0 0,0 1-1 0 0,0-1 1 0 0,-1 1-1 0 0,0 0 1 0 0,1-1-1 0 0,-1 1 1 0 0,0 0-1 0 0,0 0 0 0 0,0 0 1 0 0,0 0-1 0 0,0 1 1 0 0,-4-3-1 0 0,-6-3 109 0 0,1 0 1 0 0,-21-7-1 0 0,-8-5 814 0 0,13 8-910 0 0,23 10-514 0 0,2 0 24 0 0,-23-15-25 0 0,28 14-68 0 0,0 0-1 0 0,0 0 1 0 0,0 1-1 0 0,0-1 1 0 0,0 1-1 0 0,0 0 1 0 0,1 0-1 0 0,-1 0 1 0 0,0 0-1 0 0,5 0 1 0 0,41-5-331 0 0,-34 5 171 0 0,180-36-1635 0 0,-177 32 1952 0 0,-1-1 0 0 0,0-1 0 0 0,0 0 0 0 0,-1-1 0 0 0,0-1 0 0 0,0 0 0 0 0,-1-2 0 0 0,17-14 0 0 0,-6 8 1001 0 0,-25 16-1153 0 0,-1 1 0 0 0,0 0 0 0 0,1 0 0 0 0,-1 0 0 0 0,1 0 0 0 0,-1-1 0 0 0,0 1 0 0 0,1 0 0 0 0,-1 0 0 0 0,0 0 0 0 0,1 0 0 0 0,-1 0 0 0 0,1 0 0 0 0,-1 0 0 0 0,0 0 0 0 0,1 0 0 0 0,-1 0 0 0 0,1 1 0 0 0,-1-1 0 0 0,0 0 0 0 0,1 0 0 0 0,-1 0 0 0 0,1 1 0 0 0,-1-1 1 0 0,1 1 1 0 0,-1-1-1 0 0,0 1 1 0 0,1 0-1 0 0,-1-1 1 0 0,0 1-1 0 0,0 0 0 0 0,0-1 1 0 0,0 1-1 0 0,0 0 1 0 0,0-1-1 0 0,0 1 1 0 0,0 0-1 0 0,0-1 1 0 0,0 1-1 0 0,0 0 0 0 0,0-1 1 0 0,0 1-1 0 0,-1 0 1 0 0,-66 244 2554 0 0,53-199-2491 0 0,-68 238 395 0 0,76-260-936 0 0,-12 55-1773 0 0,13-28-5817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54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185 160 464 0 0,'-6'-58'7755'0'0,"-3"-43"3929"0"0,23 105-10792 0 0,-9-1-752 0 0,-1 1 0 0 0,0 0 1 0 0,-1 1-1 0 0,1-1 1 0 0,0 0-1 0 0,-1 1 0 0 0,4 8 1 0 0,4 4 184 0 0,22 33 131 0 0,-2 2 1 0 0,-2 1 0 0 0,-3 1 0 0 0,38 113-1 0 0,-43-96-325 0 0,-3 1 0 0 0,-4 0 0 0 0,9 124 0 0 0,-22-142-93 0 0,-3 1 1 0 0,-2-1 0 0 0,-2-1 0 0 0,-3 1 0 0 0,-2-1 0 0 0,-2 0-1 0 0,-38 95 1 0 0,27-92-427 0 0,-3-2 0 0 0,-2 0 0 0 0,-52 72 0 0 0,42-73-2109 0 0,-63 64 1 0 0,62-79-912 0 0,9-18-2591 0 0,11-11-1005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55.1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106 116 120 0 0,'-3'-1'3022'0'0,"-6"-1"-1331"0"0,-23-5 7926 0 0,19 3-6334 0 0,5 2-2602 0 0,-22-1 7410 0 0,23 2-8210 0 0,3 1 921 0 0,8-1-745 0 0,211-31 227 0 0,-17 3-224 0 0,-6 4-32 0 0,-163 22-230 0 0,-26 3-49 0 0,13-2-473 0 0,-12 2 274 0 0,13-2-1806 0 0,-6 1 1596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57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545 124 660 0 0,'1'-10'1787'0'0,"0"0"-1"0"0,-2 0 1 0 0,-1-20-1 0 0,1 28-1071 0 0,1-1-94 0 0,0-8-87 0 0,0 8-59 0 0,-2-12 1595 0 0,1 12-1903 0 0,1 0 310 0 0,0 1 0 0 0,-1-1-1 0 0,0 1 1 0 0,1-1 0 0 0,-1 1 0 0 0,0-1 0 0 0,0 1 0 0 0,-3-4 0 0 0,-3 16-486 0 0,0 0 0 0 0,1 0-1 0 0,0 1 1 0 0,0 0 0 0 0,1 0-1 0 0,1 0 1 0 0,-4 13 0 0 0,-2 3 113 0 0,-43 113 418 0 0,-115 282 738 0 0,27-82-244 0 0,112-256-799 0 0,4 0 1 0 0,-18 102 0 0 0,38-153-175 0 0,1 0 0 0 0,2 1 0 0 0,1-1 1 0 0,2 0-1 0 0,1 0 0 0 0,1 1 1 0 0,2-2-1 0 0,12 43 0 0 0,-12-58-93 0 0,0 0-1 0 0,2 0 1 0 0,0-1 0 0 0,0 0-1 0 0,2 0 1 0 0,0-1-1 0 0,1 0 1 0 0,0-1 0 0 0,1 0-1 0 0,1-1 1 0 0,0 0-1 0 0,1 0 1 0 0,0-1 0 0 0,1-1-1 0 0,0-1 1 0 0,0 0 0 0 0,18 9-1 0 0,-9-8-860 0 0,-1-2 1 0 0,1 0-1 0 0,31 7 1 0 0,-36-12-1545 0 0,1-1 0 0 0,28 1 0 0 0,-20-3-3777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58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2 160 2180 0 0,'0'-3'2216'0'0,"-1"-37"4874"0"0,1 35-6498 0 0,1 0 0 0 0,0 0 0 0 0,0 0 0 0 0,0 0 0 0 0,3-6 0 0 0,-2 7-439 0 0,1-1 0 0 0,-1 1 0 0 0,1 0 0 0 0,-1 0 0 0 0,1 0 0 0 0,0 1 0 0 0,1-1 0 0 0,-1 1 0 0 0,1-1 0 0 0,-1 1 0 0 0,1 0 0 0 0,0 1 0 0 0,0-1 0 0 0,8-3 0 0 0,0 1-81 0 0,-1 1 1 0 0,1 0-1 0 0,0 1 1 0 0,0 0-1 0 0,0 1 1 0 0,0 0 0 0 0,0 1-1 0 0,1 0 1 0 0,-1 1-1 0 0,0 0 1 0 0,0 1-1 0 0,16 4 1 0 0,-14-3-60 0 0,0 1 1 0 0,0 1-1 0 0,0 0 1 0 0,-1 1 0 0 0,0 1-1 0 0,0 0 1 0 0,0 1-1 0 0,0 0 1 0 0,-1 1-1 0 0,13 11 1 0 0,-21-15-5 0 0,0-1 0 0 0,0 1 0 0 0,-1 0 0 0 0,0 0 0 0 0,0 1-1 0 0,0-1 1 0 0,0 1 0 0 0,-1-1 0 0 0,1 1 0 0 0,-1 0 0 0 0,0 0 0 0 0,-1 0 0 0 0,1 0 0 0 0,-1 0 0 0 0,0 0 0 0 0,0 1-1 0 0,-1-1 1 0 0,0 0 0 0 0,0 0 0 0 0,0 1 0 0 0,0-1 0 0 0,-1 0 0 0 0,0 0 0 0 0,0 1 0 0 0,0-1 0 0 0,-3 8 0 0 0,-2 1 7 0 0,0-1 1 0 0,-1 1 0 0 0,0-1 0 0 0,-1 0 0 0 0,0-1 0 0 0,-1 0 0 0 0,0 0 0 0 0,-15 13 0 0 0,15-15 34 0 0,1 0 0 0 0,-9 15 0 0 0,4-7-12 0 0,12-16-54 0 0,1-2 2 0 0,0 1 10 0 0,0 0-1 0 0,0 0 1 0 0,1 0-1 0 0,-1-1 1 0 0,0 1-1 0 0,0 0 1 0 0,1 0-1 0 0,-1-1 1 0 0,0 1 0 0 0,1 0-1 0 0,-1-1 1 0 0,1 1-1 0 0,-1 0 1 0 0,1-1-1 0 0,-1 1 1 0 0,1-1-1 0 0,0 1 1 0 0,11 2-12 0 0,0 1 0 0 0,0 0 0 0 0,-1 1 0 0 0,1 0 1 0 0,-1 1-1 0 0,-1 0 0 0 0,1 1 0 0 0,-1 0 0 0 0,0 1 0 0 0,-1 0 1 0 0,11 10-1 0 0,-9-7 203 0 0,1 1-1 0 0,-2 1 1 0 0,0 0 0 0 0,0 0 0 0 0,-1 1 0 0 0,-1 0 0 0 0,13 28 0 0 0,-19-34-104 0 0,1-1 0 0 0,-1 0 1 0 0,-1 0-1 0 0,1 1 0 0 0,-1-1 1 0 0,-1 1-1 0 0,1-1 0 0 0,-1 1 1 0 0,-1-1-1 0 0,1 1 0 0 0,-1-1 1 0 0,-1 1-1 0 0,1-1 0 0 0,-1 1 1 0 0,-1-1-1 0 0,1 0 0 0 0,-1 0 1 0 0,0 0-1 0 0,-6 8 0 0 0,4-7 44 0 0,0-1-1 0 0,-1 0 0 0 0,0 0 1 0 0,0 0-1 0 0,-1 0 1 0 0,0-1-1 0 0,0 0 0 0 0,0-1 1 0 0,-1 0-1 0 0,0 0 0 0 0,0 0 1 0 0,0-1-1 0 0,-1 0 1 0 0,1-1-1 0 0,-1 0 0 0 0,0 0 1 0 0,0-1-1 0 0,0 0 0 0 0,0 0 1 0 0,0-1-1 0 0,0 0 1 0 0,-1-1-1 0 0,1 0 0 0 0,0-1 1 0 0,-17-2-1 0 0,5-1-394 0 0,0 0 0 0 0,0-2 0 0 0,-39-15 0 0 0,59 21 109 0 0,0-1 1 0 0,1 1-1 0 0,-1 0 1 0 0,0-1-1 0 0,0 1 1 0 0,1-1-1 0 0,-1 1 1 0 0,0-1-1 0 0,0 0 1 0 0,1 1-1 0 0,-1-1 1 0 0,1 0-1 0 0,-1 1 1 0 0,1-1-1 0 0,-1 0 1 0 0,1 0-1 0 0,-1 1 1 0 0,1-1-1 0 0,0 0 1 0 0,-1 0-1 0 0,1 0 1 0 0,0 0-1 0 0,0 1 1 0 0,-1-3-1 0 0,1 1-90 0 0,1 1-1 0 0,-1-1 0 0 0,0 1 1 0 0,1-1-1 0 0,-1 1 1 0 0,1-1-1 0 0,0 1 0 0 0,-1-1 1 0 0,1 1-1 0 0,0 0 0 0 0,0-1 1 0 0,2-1-1 0 0,3-4-1653 0 0,0 1 0 0 0,1 0-1 0 0,13-10 1 0 0,-18 15 1123 0 0,18-14-5434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59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468 154 256 0 0,'4'-13'2668'0'0,"0"-2"2217"0"0,4-32 0 0 0,-7 36-3393 0 0,-1 0-1 0 0,0 0 1 0 0,-1 0-1 0 0,-1-12 1 0 0,2 23-1467 0 0,0-1 0 0 0,0 1 0 0 0,0-1-1 0 0,-1 1 1 0 0,1-1 0 0 0,0 1 0 0 0,0 0 0 0 0,0-1 0 0 0,0 1 0 0 0,-1-1 0 0 0,1 1 0 0 0,0-1 0 0 0,0 1 0 0 0,-1-1-1 0 0,1 1 1 0 0,0 0 0 0 0,-1-1 0 0 0,1 1 0 0 0,0 0 0 0 0,-1-1 0 0 0,1 1 0 0 0,0 0 0 0 0,-1 0 0 0 0,1-1 0 0 0,-1 1-1 0 0,1 0 1 0 0,-1 0 0 0 0,1-1 0 0 0,0 1 0 0 0,-1 0 0 0 0,1 0 0 0 0,-1 0 0 0 0,1 0 0 0 0,-1 0 0 0 0,1 0 0 0 0,-1 0-1 0 0,1 0 1 0 0,-1 0 0 0 0,1 0 0 0 0,-2 0 0 0 0,-16 8 169 0 0,17-8-201 0 0,-12 9 82 0 0,-1 1-1 0 0,1 0 1 0 0,1 0 0 0 0,-17 19-1 0 0,3-3 4 0 0,-25 23 147 0 0,-76 98 1 0 0,99-111-154 0 0,3 2 1 0 0,1 1 0 0 0,-34 75 0 0 0,52-101-53 0 0,1 1 0 0 0,1 0 0 0 0,0 0 1 0 0,1 0-1 0 0,1 1 0 0 0,0-1 0 0 0,1 1 1 0 0,1-1-1 0 0,0 1 0 0 0,0-1 0 0 0,5 21 1 0 0,-4-27-13 0 0,1 0 1 0 0,0-1 0 0 0,1 0 0 0 0,0 1 0 0 0,0-1 0 0 0,0 0-1 0 0,1 0 1 0 0,0-1 0 0 0,0 1 0 0 0,1-1 0 0 0,-1 0 0 0 0,2 0-1 0 0,-1-1 1 0 0,0 1 0 0 0,1-1 0 0 0,0 0 0 0 0,1 0 0 0 0,-1-1-1 0 0,1 0 1 0 0,-1 0 0 0 0,1-1 0 0 0,0 0 0 0 0,8 3-1 0 0,-8-5 23 0 0,0 1-1 0 0,0-1 0 0 0,0 0 1 0 0,0 0-1 0 0,0-1 1 0 0,1 0-1 0 0,-1-1 0 0 0,0 1 1 0 0,0-1-1 0 0,0-1 0 0 0,0 1 1 0 0,0-1-1 0 0,0 0 0 0 0,10-6 1 0 0,-12 6-27 0 0,0 0 1 0 0,0-1 0 0 0,0 0 0 0 0,-1 1 0 0 0,0-2-1 0 0,1 1 1 0 0,-1 0 0 0 0,0-1 0 0 0,-1 0 0 0 0,1 0-1 0 0,-1 0 1 0 0,1 0 0 0 0,-1-1 0 0 0,0 1 0 0 0,-1-1-1 0 0,1 0 1 0 0,-1 0 0 0 0,0 0 0 0 0,0 0 0 0 0,1-7-1 0 0,-3 10-5 0 0,1-1 0 0 0,-1 0-1 0 0,0 0 1 0 0,0 0 0 0 0,0 0-1 0 0,-1 0 1 0 0,1 0 0 0 0,0 0-1 0 0,-1 0 1 0 0,0 1 0 0 0,0-1-1 0 0,0 0 1 0 0,0 0-1 0 0,0 1 1 0 0,-1-1 0 0 0,-1-3-1 0 0,-1 2-5 0 0,1 0 0 0 0,0 1 0 0 0,-1-1 0 0 0,0 1 1 0 0,0-1-1 0 0,0 1 0 0 0,0 0 0 0 0,-9-4 0 0 0,-1 1-10 0 0,0 0 1 0 0,-1 1 0 0 0,0 1-1 0 0,0 0 1 0 0,-20-3-1 0 0,26 6 37 0 0,-18-3-2323 0 0,-44-2-1 0 0,67 6 868 0 0,-12 2-1578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59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230 155 1348 0 0,'13'-68'10108'0'0,"-10"48"-5408"0"0,11-38-1 0 0,-14 58-4668 0 0,0-1 0 0 0,0 1 0 0 0,0 0 0 0 0,0-1 0 0 0,0 1 0 0 0,0-1 0 0 0,1 1 0 0 0,-1 0 0 0 0,0-1 0 0 0,0 1 0 0 0,0 0 0 0 0,1-1 0 0 0,-1 1 0 0 0,0 0 0 0 0,1-1 0 0 0,-1 1 0 0 0,0 0 0 0 0,0 0 0 0 0,1-1 0 0 0,-1 1 0 0 0,1 0 0 0 0,-1 0 0 0 0,0 0 0 0 0,1-1 0 0 0,-1 1 0 0 0,0 0 0 0 0,1 0 0 0 0,-1 0 0 0 0,1 0 0 0 0,0 0-1 0 0,11 7 464 0 0,10 19 8 0 0,-21-24-423 0 0,42 62 382 0 0,-3 1 0 0 0,-3 3 0 0 0,-3 0-1 0 0,-3 3 1 0 0,-3 0 0 0 0,33 132 0 0 0,-52-155-420 0 0,-1 0-1 0 0,-3 0 1 0 0,-2 0 0 0 0,-2 0 0 0 0,-2 1 0 0 0,-3-1 0 0 0,-1 0 0 0 0,-2 0 0 0 0,-3-1 0 0 0,-27 81-1 0 0,14-65-527 0 0,-3-1 0 0 0,-3-1 0 0 0,-3-2 0 0 0,-2-1 0 0 0,-3-1 0 0 0,-2-2 0 0 0,-55 59 0 0 0,82-100-49 0 0,-94 97-2624 0 0,85-92-1143 0 0,-37 27 1 0 0,29-27-3662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7:59.9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27 119 3384 0 0,'-16'-19'14188'0'0,"6"6"-9060"0"0,25 10-5039 0 0,3 3 83 0 0,424-52 255 0 0,-308 29-723 0 0,-132 23-208 0 0,15-4-1059 0 0,-14 4 423 0 0,5-4-1083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00.3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31 3112 0 0,'-1'-17'13413'0'0,"-4"3"-7583"0"0,8 32-5880 0 0,4 33 859 0 0,2 100 0 0 0,-15 56-265 0 0,1-97-390 0 0,3-62-475 0 0,-1 68-1570 0 0,2-41-5777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00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55 3352 0 0,'-1'-2'2699'0'0,"0"-1"-1997"0"0,-3-6 2334 0 0,1 1 0 0 0,-1 0 0 0 0,-9-11 1156 0 0,5 15-3274 0 0,6 3-595 0 0,-2 8-235 0 0,2-2 102 0 0,0 0 0 0 0,0 1 0 0 0,1 0 0 0 0,0-1 0 0 0,0 1 0 0 0,0 0 0 0 0,1 7 0 0 0,-1 1 107 0 0,-29 250 2691 0 0,-3 27-1983 0 0,25-205-881 0 0,-3 59 705 0 0,11-143-772 0 0,-1 10 145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01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819 144 1024 0 0,'6'-13'1884'0'0,"-1"1"1"0"0,-1 0-1 0 0,0-1 0 0 0,-1 0 1 0 0,0 0-1 0 0,-1 0 0 0 0,0 0 1 0 0,-1-21-1 0 0,-1 34-1873 0 0,0-1-1 0 0,0 1 1 0 0,0 0 0 0 0,0 0-1 0 0,0-1 1 0 0,0 1 0 0 0,0 0-1 0 0,0-1 1 0 0,0 1 0 0 0,0 0-1 0 0,-1 0 1 0 0,1-1 0 0 0,0 1-1 0 0,0 0 1 0 0,0 0 0 0 0,0-1-1 0 0,-1 1 1 0 0,1 0 0 0 0,0 0-1 0 0,0-1 1 0 0,-1 1 0 0 0,1 0-1 0 0,0 0 1 0 0,0 0 0 0 0,-1 0-1 0 0,1 0 1 0 0,0-1 0 0 0,0 1-1 0 0,-1 0 1 0 0,1 0 0 0 0,0 0-1 0 0,-1 0 1 0 0,1 0 0 0 0,0 0-1 0 0,0 0 1 0 0,-1 0 0 0 0,1 0-1 0 0,0 0 1 0 0,-1 0 0 0 0,1 0-1 0 0,0 0 1 0 0,-1 0 0 0 0,1 0-1 0 0,0 0 1 0 0,0 0 0 0 0,-1 1-1 0 0,1-1 1 0 0,0 0 0 0 0,0 0-1 0 0,-1 0 1 0 0,1 0-1 0 0,0 1 1 0 0,0-1 0 0 0,-1 0-1 0 0,1 1 1 0 0,-15 8 154 0 0,-3 7 109 0 0,1 1 1 0 0,1 0-1 0 0,-24 33 0 0 0,-37 66 459 0 0,57-85-573 0 0,-446 783 1996 0 0,428-734-2006 0 0,-49 150 0 0 0,76-190-152 0 0,1-1 0 0 0,2 1-1 0 0,2 0 1 0 0,1 1 0 0 0,3-1 0 0 0,2 49-1 0 0,2-64 4 0 0,1 0 0 0 0,1-1 0 0 0,2 1-1 0 0,0-1 1 0 0,2-1 0 0 0,0 1 0 0 0,2-1-1 0 0,0 0 1 0 0,2-1 0 0 0,0-1 0 0 0,1 0-1 0 0,2 0 1 0 0,26 30 0 0 0,-24-34-313 0 0,1 0 1 0 0,1-1 0 0 0,0-1-1 0 0,1-1 1 0 0,0-1-1 0 0,1 0 1 0 0,1-2 0 0 0,38 16-1 0 0,-29-17-974 0 0,0-1-1 0 0,49 9 0 0 0,16-10-6089 0 0,-56-7 633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03.7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86 1736 0 0,'36'-64'14362'0'0,"-30"50"-12011"0"0,-3 7-1237 0 0,-5 19-1017 0 0,-35 130 104 0 0,-58 144 0 0 0,8-72 1002 0 0,59-137 919 0 0,28-75-1934 0 0,-5 10-122 0 0,5-12-66 0 0,0 0-1 0 0,0 1 0 0 0,0-1 1 0 0,-1 0-1 0 0,1 1 0 0 0,0-1 0 0 0,0 0 1 0 0,0 1-1 0 0,0-1 0 0 0,0 0 1 0 0,0 1-1 0 0,0-1 0 0 0,0 0 1 0 0,0 1-1 0 0,0-1 0 0 0,0 0 0 0 0,0 1 1 0 0,0-1-1 0 0,0 0 0 0 0,0 1 1 0 0,0-1-1 0 0,0 0 0 0 0,0 1 1 0 0,0-1-1 0 0,0 0 0 0 0,0 1 0 0 0,1-1 1 0 0,-1 0-1 0 0,0 1 0 0 0,0-1 1 0 0,1 0-1 0 0,-1 0 0 0 0,0 1 1 0 0,0-1-1 0 0,1 1 0 0 0,9-1-2 0 0,0 0 0 0 0,0-1 0 0 0,-1 0 0 0 0,16-4 0 0 0,0 0 12 0 0,45-8-125 0 0,-49 10-69 0 0,-16 3 163 0 0,0 0 1 0 0,0-1-1 0 0,0 0 1 0 0,0 0-1 0 0,0 0 1 0 0,0 0-1 0 0,0-1 1 0 0,-1 0-1 0 0,1 0 1 0 0,-1 0-1 0 0,1 0 1 0 0,-1-1-1 0 0,0 0 1 0 0,0 0-1 0 0,0 0 1 0 0,7-7-1 0 0,-5 1 55 0 0,1 0 0 0 0,-1-1 0 0 0,-1 0 0 0 0,0 0 0 0 0,0 0 0 0 0,-1-1 0 0 0,-1 1-1 0 0,1-1 1 0 0,1-14 0 0 0,3-17 954 0 0,-8 40-858 0 0,1-8-359 0 0,-49 161 263 0 0,-35 100 188 0 0,69-211-265 0 0,-38 102-1372 0 0,7 2-3552 0 0,23-77-2825 0 0,14-39 6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05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223 67 1360 0 0,'-15'-4'10538'0'0,"12"3"-9829"0"0,-9-2 4386 0 0,11 2-5035 0 0,1 1-1 0 0,0 0 0 0 0,-1-1 0 0 0,1 1 0 0 0,0 0 1 0 0,-1-1-1 0 0,1 1 0 0 0,0 0 0 0 0,0-1 0 0 0,-1 1 1 0 0,1-1-1 0 0,0 1 0 0 0,0-1 0 0 0,0 1 1 0 0,0 0-1 0 0,0-1 0 0 0,-1 1 0 0 0,1-1 0 0 0,0 1 1 0 0,0-1-1 0 0,0 1 0 0 0,0-1 0 0 0,0 1 1 0 0,0-1-1 0 0,0 1 0 0 0,1-1 0 0 0,-1 0 0 0 0,9-5 24 0 0,0 0-1 0 0,1 1 1 0 0,0 0-1 0 0,0 1 1 0 0,0 0-1 0 0,0 0 0 0 0,0 1 1 0 0,1 0-1 0 0,0 1 1 0 0,0 0-1 0 0,-1 1 0 0 0,1 0 1 0 0,13 1-1 0 0,-17 1-84 0 0,0-1 1 0 0,0 1-1 0 0,1 1 0 0 0,-1-1 0 0 0,-1 1 0 0 0,1 0 0 0 0,0 1 1 0 0,0 0-1 0 0,-1 0 0 0 0,1 0 0 0 0,-1 1 0 0 0,0 0 0 0 0,0 0 1 0 0,-1 0-1 0 0,1 1 0 0 0,-1 0 0 0 0,0 0 0 0 0,0 0 0 0 0,-1 1 1 0 0,1 0-1 0 0,4 8 0 0 0,-5-7 10 0 0,0 1 0 0 0,-1-1 0 0 0,1 1 1 0 0,-2 0-1 0 0,1 1 0 0 0,-1-1 0 0 0,0 0 0 0 0,-1 1 1 0 0,0-1-1 0 0,0 16 0 0 0,-2-12 3 0 0,0 0 1 0 0,-1 0-1 0 0,0-1 0 0 0,-1 1 1 0 0,0-1-1 0 0,-10 22 1 0 0,-3-3 62 0 0,-1-1 1 0 0,-1 0-1 0 0,-1-2 0 0 0,-35 39 1 0 0,29-35 684 0 0,24-29-445 0 0,-6 5 107 0 0,10-8-429 0 0,0-1 0 0 0,1 1 0 0 0,-1-1 0 0 0,0 1 0 0 0,1 0 0 0 0,0 0-1 0 0,-1 1 1 0 0,1-1 0 0 0,-1 1 0 0 0,1 0 0 0 0,0 0 0 0 0,-1 0 0 0 0,1 0 0 0 0,0 0 0 0 0,-1 1 0 0 0,1 0 0 0 0,-1 0 0 0 0,1 0 0 0 0,-1 0-1 0 0,1 0 1 0 0,5 4 0 0 0,2 0 14 0 0,0 1-1 0 0,0 0 0 0 0,-1 1 0 0 0,0 0 1 0 0,14 12-1 0 0,-12-7-7 0 0,1 1-1 0 0,-2 0 1 0 0,0 1-1 0 0,0 0 1 0 0,-1 0-1 0 0,-1 1 1 0 0,-1 0-1 0 0,11 26 1 0 0,-16-33 54 0 0,0 1 1 0 0,-1 0-1 0 0,0-1 0 0 0,0 1 1 0 0,-1 0-1 0 0,0 0 1 0 0,0 0-1 0 0,-1 0 0 0 0,-1 1 1 0 0,1-1-1 0 0,-1 0 1 0 0,-1 0-1 0 0,0-1 0 0 0,0 1 1 0 0,-1 0-1 0 0,0 0 1 0 0,0-1-1 0 0,-5 9 0 0 0,-1-3 60 0 0,0 0-1 0 0,-1-1 1 0 0,-1 0-1 0 0,0-1 0 0 0,0 0 1 0 0,-1-1-1 0 0,0 0 1 0 0,-1-1-1 0 0,-1 0 0 0 0,1-1 1 0 0,-2-1-1 0 0,1 0 1 0 0,-1-1-1 0 0,0 0 0 0 0,0-2 1 0 0,-1 1-1 0 0,0-2 1 0 0,0 0-1 0 0,0-1 0 0 0,0-1 1 0 0,-1 0-1 0 0,1-1 0 0 0,-1-1 1 0 0,1 0-1 0 0,0-1 1 0 0,-1-1-1 0 0,-18-5 0 0 0,11 0-160 0 0,-43-18 0 0 0,24 2-2959 0 0,9-4-5791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08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297 70 616 0 0,'60'-62'6252'0'0,"-59"61"-6162"0"0,0 1 1 0 0,0-1-1 0 0,0 0 1 0 0,0 1-1 0 0,0-1 1 0 0,0 1-1 0 0,0-1 1 0 0,0 1-1 0 0,0-1 0 0 0,0 1 1 0 0,0 0-1 0 0,0-1 1 0 0,1 1-1 0 0,-1 0 1 0 0,0 0-1 0 0,0 0 1 0 0,0 0-1 0 0,0 0 0 0 0,0 0 1 0 0,0 0-1 0 0,1 0 1 0 0,0 1-1 0 0,0-1 6 0 0,1 1 0 0 0,-1 0-1 0 0,0-1 1 0 0,0 1 0 0 0,0 0 0 0 0,-1 0-1 0 0,1 0 1 0 0,0 0 0 0 0,3 3 0 0 0,2 3 66 0 0,-1 1 0 0 0,0 0 0 0 0,0 1 0 0 0,-1-1 0 0 0,0 1 0 0 0,0 0 0 0 0,5 16 0 0 0,17 71 422 0 0,-23-82-480 0 0,16 76 189 0 0,-3 2 1 0 0,-4-1-1 0 0,-4 2 1 0 0,-4 101-1 0 0,-8-122-261 0 0,-3 0 0 0 0,-4 0 1 0 0,-2 0-1 0 0,-4-2 0 0 0,-46 131 0 0 0,18-95-950 0 0,-93 161-1 0 0,-15-30-3590 0 0,43-88-291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09.7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126 377 1436 0 0,'-4'-1'1347'0'0,"-16"-2"652"0"0,-1 1 0 0 0,-31 1 0 0 0,39 2-1325 0 0,9-1-344 0 0,1 0 54 0 0,-5 2 2173 0 0,24-2-1609 0 0,31-3-321 0 0,187-30 587 0 0,-88 10-891 0 0,704-90 404 0 0,6 25-475 0 0,195 22-115 0 0,67 35-77 0 0,0 31-6 0 0,172 25-48 0 0,-195-1-1352 0 0,-1046-24 1237 0 0,736-10-2410 0 0,-754 8 2371 0 0,-5 1-87 0 0,0-1-1 0 0,-1-2 1 0 0,1 0-1 0 0,34-11 1 0 0,-51 9-693 0 0,-13 1 65 0 0,-15-1-370 0 0,18 5 1133 0 0,-33-5-2585 0 0,-13 4-876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10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433 108 104 0 0,'-223'2'8861'0'0,"80"-17"-225"0"0,76 6-3892 0 0,120 0-3538 0 0,499-39-352 0 0,-445 40-795 0 0,121-8 141 0 0,-221 15-1759 0 0,0-2 4499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10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88 106 2092 0 0,'54'-105'20191'0'0,"-52"110"-19874"0"0,-1 0 0 0 0,1 0 0 0 0,-1 0-1 0 0,0 0 1 0 0,0 1 0 0 0,-1-1 0 0 0,0 0 0 0 0,0 1 0 0 0,0-1 0 0 0,-1 8 0 0 0,-13 58 311 0 0,12-61-470 0 0,-45 175 600 0 0,-28 142-2857 0 0,72-312 1197 0 0,-4 43-2111 0 0,7-56 2656 0 0,-1 0-1 0 0,1 1 0 0 0,0-1 1 0 0,1 0-1 0 0,-1 1 1 0 0,0-1-1 0 0,0 0 0 0 0,1 0 1 0 0,0 1-1 0 0,-1-1 1 0 0,1 0-1 0 0,0 0 0 0 0,0 0 1 0 0,0 0-1 0 0,0 0 1 0 0,1 0-1 0 0,-1 0 0 0 0,0 0 1 0 0,2 1-1 0 0,27 3-11385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10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224 215 128 0 0,'13'-18'1909'0'0,"-2"-1"1"0"0,0 0-1 0 0,-1-1 0 0 0,-2 0 1 0 0,0-1-1 0 0,-1 0 0 0 0,7-32 1 0 0,-14 53-1808 0 0,0-1 0 0 0,1 0-1 0 0,-1 1 1 0 0,0-1 0 0 0,0 0 0 0 0,0 1 0 0 0,1-1 0 0 0,-1 0 0 0 0,0 1 0 0 0,0-1 0 0 0,0 0-1 0 0,0 0 1 0 0,0 1 0 0 0,0-1 0 0 0,-1 0 0 0 0,1 1 0 0 0,0-1 0 0 0,0 0 0 0 0,0 1 0 0 0,-1-1-1 0 0,1 0 1 0 0,0 1 0 0 0,-1-1 0 0 0,1 1 0 0 0,-1-1 0 0 0,1 0 0 0 0,0 1 0 0 0,-1-1 0 0 0,1 1 0 0 0,-1-1-1 0 0,1 1 1 0 0,-1 0 0 0 0,0-1 0 0 0,1 1 0 0 0,-1-1 0 0 0,1 1 0 0 0,-1 0 0 0 0,0 0 0 0 0,-1-1-1 0 0,0 0 492 0 0,-1 2-153 0 0,-1 1-254 0 0,-1 1-1 0 0,1-1 1 0 0,0 0 0 0 0,0 1-1 0 0,0 0 1 0 0,1 0-1 0 0,-1 0 1 0 0,1 1-1 0 0,-5 4 1 0 0,-30 42 1018 0 0,19-25-855 0 0,12-16-220 0 0,-17 22 245 0 0,1 0 0 0 0,-24 44-1 0 0,43-67-334 0 0,-1 1-1 0 0,1-1 1 0 0,1 1-1 0 0,-1 0 1 0 0,1 1-1 0 0,1-1 0 0 0,0 0 1 0 0,0 1-1 0 0,1-1 1 0 0,0 1-1 0 0,1 0 1 0 0,0-1-1 0 0,0 1 1 0 0,4 17-1 0 0,-2-21-21 0 0,1 1 0 0 0,0-1 0 0 0,0 1-1 0 0,1-1 1 0 0,-1 0 0 0 0,1 0 0 0 0,1-1 0 0 0,-1 1 0 0 0,1-1 0 0 0,0 0-1 0 0,0 0 1 0 0,1-1 0 0 0,-1 1 0 0 0,1-1 0 0 0,0 0 0 0 0,0-1-1 0 0,1 0 1 0 0,-1 0 0 0 0,8 3 0 0 0,3 0-78 0 0,1 0 0 0 0,0-1 0 0 0,1 0 0 0 0,-1-2 0 0 0,38 3 0 0 0,-43-5 26 0 0,1-2 0 0 0,-1 1 0 0 0,24-6 0 0 0,-31 5 8 0 0,0 0-1 0 0,-1-1 1 0 0,1 0-1 0 0,-1 0 1 0 0,0 0 0 0 0,0-1-1 0 0,1 0 1 0 0,-2 0-1 0 0,1 0 1 0 0,8-8-1 0 0,-12 11 18 0 0,-1-1 0 0 0,1 0-1 0 0,-1 1 1 0 0,1-1-1 0 0,-1 0 1 0 0,0 1 0 0 0,1-1-1 0 0,-1 0 1 0 0,0 1 0 0 0,1-1-1 0 0,-1 0 1 0 0,0 0-1 0 0,0 1 1 0 0,0-1 0 0 0,0 0-1 0 0,0 0 1 0 0,0 1 0 0 0,0-1-1 0 0,0 0 1 0 0,0 0-1 0 0,0 1 1 0 0,0-1 0 0 0,0 0-1 0 0,-1 0 1 0 0,1 1 0 0 0,0-1-1 0 0,0 0 1 0 0,-1 0-1 0 0,1 1 1 0 0,0-1 0 0 0,-1 0-1 0 0,1 1 1 0 0,-1-1 0 0 0,1 1-1 0 0,-1-1 1 0 0,-1 0-1 0 0,0-2-49 0 0,0 1 0 0 0,-1 0 0 0 0,1 0 0 0 0,-1 0 0 0 0,1 1 0 0 0,-1-1 0 0 0,-5-2 0 0 0,-2 1-229 0 0,-1 1 1 0 0,1-1 0 0 0,0 2 0 0 0,-1-1-1 0 0,0 1 1 0 0,1 1 0 0 0,-1 0 0 0 0,-15 2-1 0 0,4 1-574 0 0,0 1-1 0 0,0 1 1 0 0,-22 8-1 0 0,-5 6-3626 0 0,-55 27 0 0 0,52-17-2489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11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2 748 0 0,'-97'-1'11920'0'0,"22"0"-5480"0"0,71 1-5311 0 0,6 0-956 0 0,34 3 138 0 0,51-2 0 0 0,-5-1-618 0 0,88 16-1691 0 0,-145-12 932 0 0,0 1 0 0 0,0 1 0 0 0,0 2 0 0 0,37 16 0 0 0,-56-21-83 0 0,1 0 0 0 0,-1 1 0 0 0,0 0 0 0 0,10 9 0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11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300 1 1384 0 0,'-88'39'4326'0'0,"29"-13"-749"0"0,-69 40 1 0 0,126-65-3467 0 0,0 0 1 0 0,1 0 0 0 0,-1 0 0 0 0,1 0 0 0 0,-1 0 0 0 0,1 1-1 0 0,-1-1 1 0 0,1 1 0 0 0,0-1 0 0 0,0 0 0 0 0,0 1 0 0 0,-1 0-1 0 0,2-1 1 0 0,-1 1 0 0 0,0 0 0 0 0,0 0 0 0 0,0-1 0 0 0,0 4-1 0 0,1-5-103 0 0,0 0-1 0 0,0 0 0 0 0,0 0 1 0 0,0 1-1 0 0,0-1 0 0 0,0 0 0 0 0,0 0 1 0 0,0 0-1 0 0,0 0 0 0 0,0 0 1 0 0,0 1-1 0 0,0-1 0 0 0,0 0 1 0 0,0 0-1 0 0,0 0 0 0 0,0 0 1 0 0,0 0-1 0 0,0 1 0 0 0,0-1 0 0 0,1 0 1 0 0,-1 0-1 0 0,0 0 0 0 0,0 0 1 0 0,0 0-1 0 0,0 0 0 0 0,0 0 1 0 0,0 1-1 0 0,0-1 0 0 0,1 0 0 0 0,-1 0 1 0 0,0 0-1 0 0,0 0 0 0 0,0 0 1 0 0,0 0-1 0 0,0 0 0 0 0,0 0 1 0 0,1 0-1 0 0,-1 0 0 0 0,0 0 1 0 0,0 0-1 0 0,0 0 0 0 0,0 0 0 0 0,1 0 1 0 0,6 3 69 0 0,0-1 0 0 0,0 0-1 0 0,1 0 1 0 0,-1 0 0 0 0,0-1 0 0 0,1-1 0 0 0,11 1 0 0 0,59-6 51 0 0,-45 1-179 0 0,185-20-1575 0 0,-72 5-3112 0 0,-124 16 3450 0 0,54-8-4659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13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60 108 1204 0 0,'0'0'1525'0'0,"-13"-10"3418"0"0,-21-8 1492 0 0,31 17-5655 0 0,-7-3 2450 0 0,27-1-3034 0 0,0 1-1 0 0,-1 1 1 0 0,1 0 0 0 0,1 1-1 0 0,28 1 1 0 0,20-2-47 0 0,210-20 91 0 0,-7 1-100 0 0,-179 15-4 0 0,-74 6-126 0 0,-12 0-4 0 0,-1 5-1294 0 0,0-1 474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14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164 158 756 0 0,'0'-3'2033'0'0,"4"-23"2141"0"0,-2 13-2171 0 0,0 1 0 0 0,-1 0 0 0 0,0-1 0 0 0,-2-22 0 0 0,0 33-1399 0 0,1-1-109 0 0,0-9-86 0 0,0 10 191 0 0,0-1-370 0 0,0-5 1 0 0,-1-5 252 0 0,0 12-297 0 0,-2 7-111 0 0,2-5 36 0 0,5 36-154 0 0,-3-34 37 0 0,0 10 8 0 0,1 1 6 0 0,-3 13 68 0 0,-1-1 0 0 0,0 1 0 0 0,-3-1-1 0 0,-6 27 1 0 0,1-10 7 0 0,-27 100 51 0 0,7-32-68 0 0,3-9-5 0 0,-13 59 23 0 0,32-123-496 0 0,7-36-116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14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80 2156 0 0,'1'-2'1849'0'0,"2"-19"1706"0"0,2-35 6324 0 0,-12 70-9049 0 0,-2 3-427 0 0,4 7-164 0 0,1-1-1 0 0,-3 48 1 0 0,7-63-220 0 0,0-1 0 0 0,0 0 0 0 0,1 0 0 0 0,0 1 0 0 0,0-1 0 0 0,1 0 0 0 0,0 0-1 0 0,0 0 1 0 0,1 0 0 0 0,-1 0 0 0 0,2-1 0 0 0,-1 1 0 0 0,1-1 0 0 0,8 11 0 0 0,-10-14-8 0 0,2 0 0 0 0,-1 0 0 0 0,0-1 0 0 0,0 1 0 0 0,1-1 1 0 0,-1 1-1 0 0,1-1 0 0 0,0 0 0 0 0,0-1 0 0 0,0 1 0 0 0,0 0 0 0 0,0-1 0 0 0,0 0 1 0 0,5 1-1 0 0,-3-2-3 0 0,1 1 0 0 0,0-1 0 0 0,-1 0 0 0 0,1-1 0 0 0,0 0 0 0 0,-1 0 0 0 0,1 0 0 0 0,9-4 0 0 0,-5 1-3 0 0,0 0 0 0 0,-1-1 0 0 0,1-1-1 0 0,-1 1 1 0 0,0-2 0 0 0,0 0 0 0 0,-1 0 0 0 0,0 0-1 0 0,16-18 1 0 0,69-98 52 0 0,-81 105-53 0 0,-12 17 31 0 0,-2 3-3 0 0,-25 86 900 0 0,-38 151 794 0 0,22 5-1196 0 0,36-219 192 0 0,3-12-3225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15.1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79 145 800 0 0,'-11'-10'4500'0'0,"-38"-25"7028"0"0,30 23-5044 0 0,35 8-6317 0 0,0 0 0 0 0,0 1 1 0 0,22-1-1 0 0,15-3 2 0 0,249-42 230 0 0,-259 42-351 0 0,-39 7-24 0 0,21-5 764 0 0,-12 2-993 0 0,-5 2-2957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15.8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155 119 1412 0 0,'-2'-1'1350'0'0,"-13"-8"1217"0"0,1-2 0 0 0,-14-11 0 0 0,20 16-1682 0 0,-9-18 2459 0 0,17 23-3291 0 0,1 0 1 0 0,-1-1-1 0 0,1 1 1 0 0,-1 0-1 0 0,1-1 1 0 0,-1 1-1 0 0,1 0 1 0 0,0 0-1 0 0,0 0 1 0 0,0-1-1 0 0,-1 1 1 0 0,1 0-1 0 0,0 0 1 0 0,0 0-1 0 0,1 0 1 0 0,-1 1-1 0 0,0-1 1 0 0,0 0-1 0 0,0 0 1 0 0,3 0-1 0 0,28-12 386 0 0,-17 10-385 0 0,-1 0 1 0 0,0 1-1 0 0,1 1 0 0 0,-1 1 0 0 0,1 0 1 0 0,-1 1-1 0 0,1 0 0 0 0,-1 1 0 0 0,1 1 1 0 0,-1 0-1 0 0,0 1 0 0 0,0 0 0 0 0,-1 1 1 0 0,1 1-1 0 0,-1 0 0 0 0,20 14 0 0 0,-30-19-44 0 0,-1 1 0 0 0,1 0-1 0 0,-1 1 1 0 0,0-1 0 0 0,1 0 0 0 0,-1 1-1 0 0,0-1 1 0 0,0 1 0 0 0,-1 0 0 0 0,1-1-1 0 0,-1 1 1 0 0,1 0 0 0 0,-1 0 0 0 0,0 0-1 0 0,0 0 1 0 0,0 0 0 0 0,0 5 0 0 0,0-3-1 0 0,-1 1 0 0 0,0-1 1 0 0,0 0-1 0 0,-1 1 1 0 0,0-1-1 0 0,0 0 1 0 0,0 1-1 0 0,0-1 1 0 0,-4 8-1 0 0,-3 3-1 0 0,0-1 0 0 0,0 0 0 0 0,-2 0 0 0 0,0-1 0 0 0,-16 19 0 0 0,-5-1 93 0 0,-48 40-1 0 0,71-63 81 0 0,14-8-76 0 0,-1-1-126 0 0,-2 0 27 0 0,2 0-2 0 0,32 2 7 0 0,-25 2-3 0 0,-1 1 13 0 0,1-1 12 0 0,-1 0-1 0 0,0 1 0 0 0,-1 0 1 0 0,1 0-1 0 0,-1 1 0 0 0,0 1 1 0 0,-1 0-1 0 0,1 0 0 0 0,-1 1 1 0 0,12 13-1 0 0,-17-17 30 0 0,-1-1 0 0 0,-1 1 1 0 0,1 0-1 0 0,-1-1 0 0 0,1 1 0 0 0,-1 0 0 0 0,0 1 1 0 0,-1-1-1 0 0,1 0 0 0 0,-1 0 0 0 0,0 1 0 0 0,0-1 1 0 0,0 1-1 0 0,0-1 0 0 0,-1 1 0 0 0,0 0 0 0 0,0-1 1 0 0,0 1-1 0 0,0-1 0 0 0,-1 1 0 0 0,0-1 0 0 0,0 1 1 0 0,0-1-1 0 0,0 0 0 0 0,-1 1 0 0 0,0-1 0 0 0,0 0 0 0 0,0 0 1 0 0,-5 7-1 0 0,1-3 12 0 0,-1 0 0 0 0,0 0 1 0 0,0-1-1 0 0,-1 0 0 0 0,0 0 0 0 0,-1-1 1 0 0,1 0-1 0 0,-1 0 0 0 0,0-1 0 0 0,-1 0 1 0 0,1-1-1 0 0,-1 0 0 0 0,0 0 0 0 0,0-1 1 0 0,0-1-1 0 0,-12 2 0 0 0,-21 3 11 0 0,-1-3 1 0 0,-68-1-1 0 0,100-3-66 0 0,12 0-36 0 0,-9 0-409 0 0,0 0 0 0 0,0-1 0 0 0,0 0 0 0 0,-12-3 0 0 0,18-11-3895 0 0,5 12 3517 0 0,-1 0 0 0 0,1 0-1 0 0,0 0 1 0 0,0 0 0 0 0,0 0 0 0 0,0 1 0 0 0,6-5 0 0 0,-8 7 695 0 0,18-17-6246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16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278 127 48 0 0,'10'-11'1581'0'0,"0"0"0"0"0,0-1 1 0 0,-1 0-1 0 0,-1-1 0 0 0,0 0 0 0 0,0 0 1 0 0,10-29 2133 0 0,-32 46-2366 0 0,6 2-1047 0 0,1 0-1 0 0,0 1 1 0 0,1-1-1 0 0,0 1 1 0 0,0 0-1 0 0,-7 12 1 0 0,7-11-115 0 0,-95 139 1194 0 0,82-117-1245 0 0,2 2 1 0 0,2 0-1 0 0,-13 34 0 0 0,23-49-92 0 0,0 1 1 0 0,1 0 0 0 0,1 0-1 0 0,0 0 1 0 0,0 24 0 0 0,3-32-26 0 0,1 0 0 0 0,-1 0 0 0 0,1 0 1 0 0,1 0-1 0 0,0 0 0 0 0,0 0 0 0 0,1 0 0 0 0,1 0 1 0 0,-1-1-1 0 0,11 18 0 0 0,-9-21-5 0 0,0 1 0 0 0,0-1 0 0 0,1 0 0 0 0,0-1 0 0 0,0 0 0 0 0,1 1 0 0 0,-1-2-1 0 0,1 1 1 0 0,0-1 0 0 0,0 0 0 0 0,1-1 0 0 0,-1 0 0 0 0,1 0 0 0 0,0 0 0 0 0,-1-1 0 0 0,1 0 0 0 0,16 1 0 0 0,-18-2-8 0 0,1 0-1 0 0,0-1 1 0 0,0 0-1 0 0,-1 0 1 0 0,1 0 0 0 0,0-1-1 0 0,-1 0 1 0 0,1 0 0 0 0,-1-1-1 0 0,1 0 1 0 0,-1 0 0 0 0,0 0-1 0 0,1-1 1 0 0,-1 0 0 0 0,0 0-1 0 0,-1-1 1 0 0,1 0 0 0 0,-1 0-1 0 0,0 0 1 0 0,1 0 0 0 0,6-9-1 0 0,-11 12-4 0 0,-1 0-1 0 0,1 0 1 0 0,0 0-1 0 0,-1 0 1 0 0,1 0-1 0 0,0 0 1 0 0,-1 0-1 0 0,0 0 1 0 0,1 0-1 0 0,-1 0 0 0 0,1 0 1 0 0,-1 0-1 0 0,0 0 1 0 0,0-1-1 0 0,0 1 1 0 0,0 0-1 0 0,0 0 1 0 0,0 0-1 0 0,0-1 1 0 0,0 1-1 0 0,0 0 1 0 0,0 0-1 0 0,-1 0 1 0 0,1 0-1 0 0,0 0 0 0 0,-1-1 1 0 0,1 1-1 0 0,-1 0 1 0 0,1 0-1 0 0,-1 0 1 0 0,0 0-1 0 0,1 0 1 0 0,-1 0-1 0 0,0 1 1 0 0,0-1-1 0 0,0 0 1 0 0,0 0-1 0 0,0 0 1 0 0,0 1-1 0 0,0-1 1 0 0,0 0-1 0 0,0 1 0 0 0,-1-1 1 0 0,-4-2 1 0 0,0 0-1 0 0,0 0 1 0 0,-1 1 0 0 0,1 0 0 0 0,-13-3 0 0 0,-5 2-117 0 0,-1 0 1 0 0,1 2 0 0 0,-1 1-1 0 0,-43 4 1 0 0,46 0-1291 0 0,0 0 1 0 0,-41 13-1 0 0,30-3-1490 0 0,17-5-3197 0 0,3-2 978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16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76 124 792 0 0,'-4'-2'2326'0'0,"-56"-22"10859"0"0,59 24-13087 0 0,1 0 0 0 0,-1 0 1 0 0,1 0-1 0 0,0 0 0 0 0,-1 0 0 0 0,1 0 1 0 0,-1 0-1 0 0,1 0 0 0 0,-1 0 0 0 0,1-1 1 0 0,0 1-1 0 0,-1 0 0 0 0,1 0 0 0 0,-1 0 1 0 0,1 0-1 0 0,0-1 0 0 0,-1 1 0 0 0,1 0 1 0 0,0 0-1 0 0,-1-1 0 0 0,1 1 0 0 0,0 0 1 0 0,-1 0-1 0 0,1-1 0 0 0,0 1 0 0 0,0-1 1 0 0,-1 1-1 0 0,1 0 0 0 0,0-1 0 0 0,0 1 0 0 0,0 0 1 0 0,-1-2-1 0 0,2 2-63 0 0,-1-1 0 0 0,0 0-1 0 0,1 1 1 0 0,-1-1 0 0 0,0 0 0 0 0,1 1-1 0 0,-1-1 1 0 0,1 1 0 0 0,-1-1 0 0 0,1 1-1 0 0,-1-1 1 0 0,1 1 0 0 0,0-1 0 0 0,-1 1 0 0 0,1 0-1 0 0,-1-1 1 0 0,1 1 0 0 0,0 0 0 0 0,-1-1-1 0 0,1 1 1 0 0,0 0 0 0 0,0 0 0 0 0,-1 0-1 0 0,1 0 1 0 0,0-1 0 0 0,0 1 0 0 0,0 0 0 0 0,236-28 780 0 0,-79 12-1848 0 0,-111 11-146 0 0,45-7-2121 0 0,-79 9 701 0 0,1-1 0 0 0,17-6 0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16.8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63 1432 0 0,'-93'-63'15891'0'0,"86"65"-14888"0"0,7-1-936 0 0,-1-1 0 0 0,0 0 1 0 0,1 0-1 0 0,-1 0 0 0 0,0 0 0 0 0,1 0 0 0 0,-1 1 0 0 0,0-1 0 0 0,1 0 0 0 0,-1 1 0 0 0,0-1 0 0 0,1 0 0 0 0,-1 1 0 0 0,1-1 0 0 0,-1 1 1 0 0,1-1-1 0 0,-1 1 0 0 0,1-1 0 0 0,-1 1 0 0 0,1-1 0 0 0,0 1 0 0 0,-1-1 0 0 0,1 1 0 0 0,0 0 0 0 0,-1-1 0 0 0,1 1 0 0 0,0 0 1 0 0,0-1-1 0 0,-1 1 0 0 0,1 0 0 0 0,0-1 0 0 0,0 1 0 0 0,0 0 0 0 0,0-1 0 0 0,0 1 0 0 0,0 0 0 0 0,0-1 0 0 0,0 1 0 0 0,0 0 0 0 0,1 1 1 0 0,10 183 3674 0 0,-11-99-3438 0 0,-14 112 0 0 0,13-184-339 0 0,-12 115-135 0 0,12-105-1508 0 0,3 37 0 0 0,-1-57 1313 0 0,-1 2-456 0 0,1-1 1 0 0,-1 0-1 0 0,1 1 1 0 0,0-1-1 0 0,0 0 0 0 0,1 0 1 0 0,0 0-1 0 0,3 8 1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17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65 239 1516 0 0,'0'-18'1808'0'0,"3"-69"5508"0"0,-3 78-6605 0 0,1 1-1 0 0,1 0 1 0 0,0 0 0 0 0,0-1-1 0 0,0 1 1 0 0,1 1-1 0 0,8-16 1 0 0,-8 19-577 0 0,0 0 1 0 0,1-1-1 0 0,0 1 0 0 0,0 1 1 0 0,0-1-1 0 0,0 0 1 0 0,1 1-1 0 0,-1 0 0 0 0,1 0 1 0 0,0 1-1 0 0,0-1 0 0 0,0 1 1 0 0,0 0-1 0 0,1 0 1 0 0,-1 1-1 0 0,0-1 0 0 0,1 1 1 0 0,-1 0-1 0 0,1 1 0 0 0,-1-1 1 0 0,1 1-1 0 0,-1 0 1 0 0,7 1-1 0 0,2 1-57 0 0,0-1 1 0 0,0 2-1 0 0,0 0 0 0 0,0 0 1 0 0,-1 2-1 0 0,1-1 0 0 0,24 14 1 0 0,-33-15-66 0 0,1 0 1 0 0,-1 1-1 0 0,0-1 1 0 0,0 1 0 0 0,0 1-1 0 0,0-1 1 0 0,-1 1 0 0 0,1-1-1 0 0,-1 1 1 0 0,0 0 0 0 0,-1 1-1 0 0,5 6 1 0 0,-7-8-4 0 0,1 0 0 0 0,-1 1 0 0 0,1-1 0 0 0,-1 0 0 0 0,-1 0-1 0 0,1 1 1 0 0,0-1 0 0 0,-1 0 0 0 0,0 1 0 0 0,0-1 0 0 0,-1 1 0 0 0,1-1 0 0 0,-1 0 0 0 0,0 0 0 0 0,0 1 0 0 0,0-1 0 0 0,0 0 0 0 0,-5 8 0 0 0,-1 1-5 0 0,-1 0 1 0 0,-1 0 0 0 0,0-1 0 0 0,0 0 0 0 0,-1 0 0 0 0,-1-1 0 0 0,0-1 0 0 0,-14 11 0 0 0,-105 67 104 0 0,126-85-102 0 0,-30 15 46 0 0,23-14-34 0 0,17-11-48 0 0,0 4 30 0 0,7 1-5 0 0,0 0 0 0 0,1 0 0 0 0,-1 1 0 0 0,0 1 0 0 0,1 0 0 0 0,-1 1 0 0 0,25 4 0 0 0,-22-2-5 0 0,2 0-8 0 0,0 0-1 0 0,0 2 1 0 0,0 1 0 0 0,-1 0 0 0 0,23 11-1 0 0,-34-14 50 0 0,-1-1 0 0 0,0 2 0 0 0,1-1-1 0 0,-1 0 1 0 0,-1 1 0 0 0,1 0 0 0 0,0 0-1 0 0,-1 0 1 0 0,0 1 0 0 0,0 0 0 0 0,0-1-1 0 0,0 1 1 0 0,-1 1 0 0 0,0-1 0 0 0,0 0-1 0 0,0 1 1 0 0,-1 0 0 0 0,0-1 0 0 0,2 9-1 0 0,-4-11-4 0 0,0 0 1 0 0,0 0-1 0 0,0 1 0 0 0,0-1 0 0 0,-1 0 0 0 0,0 0 0 0 0,1 0 0 0 0,-1 0 1 0 0,0 0-1 0 0,0 0 0 0 0,-1 0 0 0 0,1 0 0 0 0,-1 0 0 0 0,-3 5 0 0 0,-1 0 16 0 0,0 0-1 0 0,-1 0 0 0 0,-8 7 0 0 0,0-2-5 0 0,-1-1 0 0 0,-1 0 0 0 0,0-2-1 0 0,0 1 1 0 0,-1-2 0 0 0,0-1 0 0 0,-1 0-1 0 0,-25 7 1 0 0,-5-2-16 0 0,0-2 0 0 0,-52 5 0 0 0,96-16-280 0 0,0 0 0 0 0,0-1 0 0 0,0 1 0 0 0,0-1 0 0 0,1 0 0 0 0,-1 0 0 0 0,0 0 0 0 0,-7-3 0 0 0,11 3 88 0 0,0 1 0 0 0,0-1 0 0 0,0 1 0 0 0,0-1-1 0 0,0 0 1 0 0,0 1 0 0 0,0-1 0 0 0,0 0-1 0 0,0 0 1 0 0,0 1 0 0 0,0-1 0 0 0,1 0 0 0 0,-1 0-1 0 0,0 0 1 0 0,1 0 0 0 0,-1 0 0 0 0,0 0-1 0 0,1 0 1 0 0,0 0 0 0 0,-1 0 0 0 0,1-1 0 0 0,-1 1-1 0 0,1 0 1 0 0,0 0 0 0 0,0 0 0 0 0,0 0 0 0 0,0-2-1 0 0,2-10-5057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17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1 132 552 0 0,'20'-124'15067'0'0,"-19"121"-14483"0"0,-1-2 586 0 0,3 6-225 0 0,3 9-411 0 0,-1 5-280 0 0,7 24 165 0 0,3 0 0 0 0,21 42 0 0 0,-29-69-392 0 0,0-1 0 0 0,0 0 0 0 0,1 0 0 0 0,0-1 0 0 0,1 1 0 0 0,0-2 0 0 0,1 0 0 0 0,0 0 1 0 0,0 0-1 0 0,22 12 0 0 0,-24-16-15 0 0,1-1 0 0 0,0 1 0 0 0,0-2 0 0 0,0 1 1 0 0,0-1-1 0 0,0-1 0 0 0,1 0 0 0 0,-1 0 0 0 0,18 1 1 0 0,-19-4-9 0 0,-1 1 0 0 0,1-1 1 0 0,-1 0-1 0 0,1-1 0 0 0,-1 0 0 0 0,1 0 1 0 0,-1 0-1 0 0,0-1 0 0 0,0 0 0 0 0,0-1 1 0 0,-1 1-1 0 0,1-1 0 0 0,5-5 1 0 0,5-5-2 0 0,-2-1 0 0 0,0-1 0 0 0,0 0 0 0 0,-2-1 1 0 0,0 0-1 0 0,-1-1 0 0 0,10-20 0 0 0,-2 6 6 0 0,4-9 359 0 0,-16 25-79 0 0,1 1-1 0 0,15-20 1 0 0,-23 34-262 0 0,-1 1 0 0 0,0-1 0 0 0,1 1 0 0 0,-1-1 0 0 0,1 1 0 0 0,-1-1 0 0 0,0 1 0 0 0,1 0 0 0 0,-1-1 0 0 0,1 1 0 0 0,-1-1 0 0 0,1 1 0 0 0,0 0 0 0 0,-1 0 0 0 0,1-1 0 0 0,-1 1 0 0 0,1 0 0 0 0,0 0 0 0 0,-1 0 0 0 0,1 0 0 0 0,-1-1 0 0 0,2 1 0 0 0,-1 1 3 0 0,-1-1 0 0 0,1 0 0 0 0,-1 0 1 0 0,0 1-1 0 0,1-1 0 0 0,-1 1 0 0 0,1-1 0 0 0,-1 0 0 0 0,0 1 0 0 0,1-1 0 0 0,-1 1 0 0 0,0-1 0 0 0,1 0 1 0 0,-1 1-1 0 0,0-1 0 0 0,1 1 0 0 0,-1-1 0 0 0,0 1 0 0 0,0 0 0 0 0,4 29 1072 0 0,-12 41-379 0 0,-20 83 1 0 0,8-52-480 0 0,6-22-42 0 0,-25 141-1488 0 0,16-74-3004 0 0,15-66-37 0 0,4-24-2121 0 0,0-21-1126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18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728 237 372 0 0,'-373'17'8398'0'0,"179"-9"-3263"0"0,154-6-4179 0 0,-80 5 3286 0 0,146-6-3525 0 0,13-1-455 0 0,130-21 231 0 0,312-37-91 0 0,1959-75 6 0 0,-1337 126-322 0 0,-109 1-64 0 0,-930 5-55 0 0,529-28-1096 0 0,-579 27-46 0 0,-1 0 0 0 0,22-8 0 0 0,-71 7-6998 0 0,4 3 1944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18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0 2364 0 0,'-194'30'21177'0'0,"197"-28"-20680"0"0,5 1-343 0 0,1-1 1 0 0,-1 0 0 0 0,1 0 0 0 0,0 0 0 0 0,0-1 0 0 0,0 0 0 0 0,16-2 0 0 0,2 2-12 0 0,264 11 115 0 0,-186-8-1820 0 0,-69-2 273 0 0,40 0-1701 0 0,-68-3 1660 0 0,-1 1 0 0 0,0-1 0 0 0,0-1 0 0 0,1 1 1 0 0,-1-1-1 0 0,0-1 0 0 0,13-5 0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18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74 872 0 0,'11'-73'19155'0'0,"-8"94"-18032"0"0,-1 0 1 0 0,-1 0-1 0 0,0 0 0 0 0,-2 0 0 0 0,-4 30 1 0 0,1-2-444 0 0,-23 202 557 0 0,-3 39-3445 0 0,29-271 1286 0 0,1 50-3600 0 0,0-62 3338 0 0,1-1 1 0 0,0 0 0 0 0,1 0-1 0 0,3 12 1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19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285 263 2340 0 0,'32'-49'5374'0'0,"-3"-1"-1"0"0,32-76 0 0 0,-41 89-1722 0 0,-24 39-3113 0 0,-11 11-155 0 0,0 0 0 0 0,1 0-1 0 0,1 1 1 0 0,0 1 0 0 0,-17 26 0 0 0,2-4 61 0 0,-4 3-139 0 0,-113 153 615 0 0,125-164-862 0 0,2 1-1 0 0,1 2 1 0 0,2-1 0 0 0,-20 61 0 0 0,32-81-51 0 0,0 0 0 0 0,1 1 1 0 0,0-1-1 0 0,1 0 0 0 0,0 0 1 0 0,1 1-1 0 0,0-1 0 0 0,1 0 0 0 0,0 1 1 0 0,1-1-1 0 0,0 0 0 0 0,1 0 0 0 0,0 0 1 0 0,8 18-1 0 0,-7-20 1 0 0,1-1 0 0 0,0 0 0 0 0,0-1 0 0 0,1 1 0 0 0,0-1 0 0 0,0 0 0 0 0,0-1 0 0 0,1 1 0 0 0,0-1 0 0 0,0 0 0 0 0,1-1 1 0 0,0 0-1 0 0,0 0 0 0 0,0-1 0 0 0,0 0 0 0 0,1 0 0 0 0,-1-1 0 0 0,14 3 0 0 0,-9-3 16 0 0,1 0-1 0 0,1-1 1 0 0,-1-1 0 0 0,0 0-1 0 0,0-1 1 0 0,0 0 0 0 0,1-1-1 0 0,25-6 1 0 0,-32 5-18 0 0,1 0 1 0 0,-1-1-1 0 0,1 0 0 0 0,-1 0 0 0 0,0-1 0 0 0,0 0 0 0 0,0 0 1 0 0,-1-1-1 0 0,0 0 0 0 0,0-1 0 0 0,0 1 0 0 0,0-1 0 0 0,-1-1 1 0 0,0 1-1 0 0,7-10 0 0 0,-11 13-5 0 0,0-1-1 0 0,0 1 1 0 0,0 0 0 0 0,-1 0 0 0 0,1-1 0 0 0,-1 1-1 0 0,0-1 1 0 0,0 0 0 0 0,0 1 0 0 0,-1-1-1 0 0,1 0 1 0 0,-1 1 0 0 0,0-1 0 0 0,0 0 0 0 0,0 1-1 0 0,0-1 1 0 0,-1 0 0 0 0,1 0 0 0 0,-3-5-1 0 0,2 5 7 0 0,-1 0-1 0 0,0 0 0 0 0,0 0 0 0 0,-1 1 1 0 0,1-1-1 0 0,-1 1 0 0 0,1 0 1 0 0,-1-1-1 0 0,0 1 0 0 0,0 0 0 0 0,-1 1 1 0 0,1-1-1 0 0,-1 1 0 0 0,1-1 0 0 0,-1 1 1 0 0,-6-3-1 0 0,-2 0-152 0 0,0 1 1 0 0,0 1-1 0 0,0-1 1 0 0,0 2-1 0 0,-1 0 1 0 0,1 0-1 0 0,-1 1 1 0 0,1 1-1 0 0,-1 0 1 0 0,1 1-1 0 0,-1 0 1 0 0,1 1-1 0 0,-13 3 1 0 0,7 0-1349 0 0,-1 1 1 0 0,-34 15 0 0 0,32-11-3079 0 0,-39 28 1 0 0,26-12-4965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20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14 276 0 0,'-11'-3'1627'0'0,"-1"1"0"0"0,-19-1-1 0 0,3 1 275 0 0,24 1-1346 0 0,1 1-15 0 0,-3-1-208 0 0,3 1-28 0 0,0-1 1 0 0,0 1-1 0 0,0 0 1 0 0,0-1-1 0 0,1 2 0 0 0,-1-1 1 0 0,0 0-1 0 0,0 0 1 0 0,0 1-1 0 0,0 0 0 0 0,0-1 1 0 0,-5 3-1 0 0,7-2 153 0 0,1 1-383 0 0,1-1 1 0 0,0 0 0 0 0,-1 1-1 0 0,1-1 1 0 0,0 0-1 0 0,0 0 1 0 0,0 0 0 0 0,0 0-1 0 0,0 0 1 0 0,0 0-1 0 0,0 0 1 0 0,0 0-1 0 0,0 0 1 0 0,1 0 0 0 0,-1 0-1 0 0,0-1 1 0 0,1 1-1 0 0,-1-1 1 0 0,0 1 0 0 0,1-1-1 0 0,1 1 1 0 0,27 5-75 0 0,1 0 0 0 0,0-2-1 0 0,59-1 1 0 0,20 3-7984 0 0,-92-4 3834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20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28 1524 0 0,'-88'24'15457'0'0,"96"-26"-15263"0"0,1 1 0 0 0,-1 1 0 0 0,13-1 0 0 0,5 1-31 0 0,258-24-1808 0 0,-95 5-6135 0 0,-141 14 1689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29.3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85 4228 0 0,'15'-7'3753'0'0,"-2"1"1359"0"0,4-7-1876 0 0,-4 2-1439 0 0,0-4-1853 0 0,-6 4-864 0 0,3 1-1013 0 0,3-1-2859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30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143 117 3136 0 0,'-66'-52'10552'0'0,"5"4"-3894"0"0,48 37-6029 0 0,11 6-124 0 0,28 10-247 0 0,-24-4-279 0 0,29 5 82 0 0,0-2 0 0 0,0-1 0 0 0,0-2 0 0 0,34-2 1 0 0,-25 1 19 0 0,61-2 134 0 0,-81 1 372 0 0,21-2-14514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30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80 1588 0 0,'38'-79'16218'0'0,"-38"105"-14510"0"0,-89 317 2646 0 0,-5-1-4945 0 0,89-323-649 0 0,-8 29-1985 0 0,10-19-5843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30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351 151 3596 0 0,'1'-2'279'0'0,"101"-146"16807"0"0,-113 163-16121 0 0,-132 185 1643 0 0,124-170-2483 0 0,2 0 0 0 0,2 1-1 0 0,1 0 1 0 0,1 1 0 0 0,-10 38-1 0 0,20-58-100 0 0,1 1 0 0 0,0-1 1 0 0,1 1-1 0 0,0-1 0 0 0,1 1 0 0 0,0 0 0 0 0,1 0 0 0 0,1-1 0 0 0,0 1 0 0 0,4 15 0 0 0,-4-23-5 0 0,0 0 0 0 0,0 0 0 0 0,0 0 0 0 0,0 0 0 0 0,1 0 0 0 0,-1-1 0 0 0,1 1 0 0 0,0-1 0 0 0,1 1 0 0 0,-1-1 0 0 0,1 0 0 0 0,0 0 0 0 0,0-1 0 0 0,0 1 0 0 0,0-1 0 0 0,1 0 0 0 0,0 0 0 0 0,-1 0 0 0 0,1-1 0 0 0,0 0 0 0 0,0 1 0 0 0,0-2 0 0 0,1 1-1 0 0,-1-1 1 0 0,8 2 0 0 0,-7-3 2 0 0,-1 1 0 0 0,1-1-1 0 0,0 0 1 0 0,-1-1-1 0 0,1 0 1 0 0,0 1 0 0 0,-1-2-1 0 0,1 1 1 0 0,-1-1-1 0 0,0 1 1 0 0,1-1 0 0 0,-1-1-1 0 0,0 1 1 0 0,0-1-1 0 0,0 0 1 0 0,-1 0 0 0 0,1-1-1 0 0,-1 1 1 0 0,0-1-1 0 0,0 0 1 0 0,0 0 0 0 0,0 0-1 0 0,0-1 1 0 0,-1 1-1 0 0,0-1 1 0 0,0 0 0 0 0,0 0-1 0 0,2-8 1 0 0,-4 12-42 0 0,-1 0 1 0 0,1-1-1 0 0,-1 1 0 0 0,0 0 1 0 0,0 0-1 0 0,0-1 0 0 0,0 1 1 0 0,0 0-1 0 0,0-1 1 0 0,0 1-1 0 0,0 0 0 0 0,0-1 1 0 0,-1 1-1 0 0,1 0 0 0 0,0 0 1 0 0,-1-1-1 0 0,1 1 1 0 0,-1 0-1 0 0,0 0 0 0 0,1 0 1 0 0,-1 0-1 0 0,0 0 1 0 0,0 0-1 0 0,1 0 0 0 0,-1 0 1 0 0,0 0-1 0 0,0 0 0 0 0,0 0 1 0 0,0 0-1 0 0,0 0 1 0 0,-1 1-1 0 0,1-1 0 0 0,0 0 1 0 0,0 1-1 0 0,0-1 0 0 0,-1 1 1 0 0,1 0-1 0 0,0-1 1 0 0,-2 1-1 0 0,-3-2-205 0 0,1 1 0 0 0,-1 0 0 0 0,0 0 0 0 0,0 1 0 0 0,1-1 0 0 0,-1 1 0 0 0,-6 1 1 0 0,-20 4-1200 0 0,0 2 1 0 0,0 1 0 0 0,-38 16 0 0 0,-86 48-8035 0 0,110-47 3013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31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304 76 1308 0 0,'-227'64'18788'0'0,"209"-60"-16510"0"0,1 0 0 0 0,-24 10 1279 0 0,83-10-2446 0 0,372-51-120 0 0,-91 8-748 0 0,625-32-638 0 0,-740 62-3279 0 0,-182 11 1725 0 0,-25-2 1884 0 0,-1 0 0 0 0,1 0 0 0 0,-1 0-1 0 0,0 0 1 0 0,1 0 0 0 0,-1 0 0 0 0,1 0-1 0 0,-1 0 1 0 0,1 0 0 0 0,-1 1 0 0 0,0-1-1 0 0,1 0 1 0 0,-1 0 0 0 0,1 0 0 0 0,-1 1-1 0 0,0-1 1 0 0,1 0 0 0 0,-1 0 0 0 0,0 1 0 0 0,1-1-1 0 0,-1 0 1 0 0,0 1 0 0 0,1-1 0 0 0,-1 0-1 0 0,0 1 1 0 0,0-1 0 0 0,1 0 0 0 0,-1 1-1 0 0,0-1 1 0 0,0 1 0 0 0,0-1 0 0 0,1 0 0 0 0,-1 1-1 0 0,0-1 1 0 0,0 1 0 0 0,0-1 0 0 0,0 1-1 0 0,0-1 1 0 0,0 0 0 0 0,0 1 0 0 0,0-1-1 0 0,0 1 1 0 0,0-1 0 0 0,0 1 0 0 0,-1-1-1 0 0,1 0 1 0 0,0 1 0 0 0,0-1 0 0 0,0 1 0 0 0,0-1-1 0 0,-1 0 1 0 0,1 1 0 0 0,-13 18-2554 0 0,-30 15-5532 0 0,12-14 246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08:31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-1 0 27765,'254'93'0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36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6 1440 0 0,'7'-5'11663'0'0,"-5"9"-11265"0"0,-1-1-1 0 0,0 1 1 0 0,-1-1-1 0 0,1 1 1 0 0,-1 0-1 0 0,0 0 1 0 0,1-1-1 0 0,-1 1 1 0 0,-1 0-1 0 0,1 0 1 0 0,-2 4-1 0 0,-11 49 1989 0 0,7-34-1434 0 0,-61 210 3292 0 0,3-10-3071 0 0,31-61-529 0 0,8-32-1501 0 0,24-129 431 0 0,1-1 319 0 0,0 1 0 0 0,0-1 1 0 0,0 0-1 0 0,0 1 1 0 0,-1-1-1 0 0,1 0 0 0 0,0 1 1 0 0,0-1-1 0 0,0 0 0 0 0,0 0 1 0 0,0 1-1 0 0,0-1 1 0 0,0 0-1 0 0,0 1 0 0 0,0-1 1 0 0,0 0-1 0 0,0 1 1 0 0,0-1-1 0 0,0 0 0 0 0,1 0 1 0 0,-1 1-1 0 0,0-1 0 0 0,0 0 1 0 0,0 1-1 0 0,0-1 1 0 0,0 0-1 0 0,1 0 0 0 0,2 3-1279 0 0,-3-3 1280 0 0,0 0-1 0 0,1 0 1 0 0,-1 0-1 0 0,0 0 0 0 0,1 0 1 0 0,-1 0-1 0 0,0 0 0 0 0,1 0 1 0 0,-1 0-1 0 0,0 0 1 0 0,1 0-1 0 0,13-6-2921 0 0,10-17-2733 0 0,-16 15 3558 0 0,15-15-4739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36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312 75 2636 0 0,'9'-12'2405'0'0,"-5"6"-807"0"0,1 0-1 0 0,-1-1 0 0 0,0 1 1 0 0,-1-1-1 0 0,1 0 1 0 0,-1 0-1 0 0,2-9 1176 0 0,-8 16-2407 0 0,0 1 1 0 0,0-1-1 0 0,1 1 0 0 0,-1 0 1 0 0,0 0-1 0 0,0 0 1 0 0,1 0-1 0 0,-1 0 0 0 0,1 1 1 0 0,-1-1-1 0 0,1 1 1 0 0,-1 0-1 0 0,-1 2 1 0 0,-32 31 1314 0 0,26-23-1096 0 0,-20 20 447 0 0,2 1 1 0 0,-47 73 0 0 0,60-81-787 0 0,1 1 1 0 0,2 0 0 0 0,0 1 0 0 0,2 0-1 0 0,-10 42 1 0 0,17-57-182 0 0,1 1 1 0 0,0-1-1 0 0,1 1 0 0 0,0 0 0 0 0,1-1 0 0 0,0 1 0 0 0,1 0 1 0 0,5 23-1 0 0,-4-31-52 0 0,-1-1 0 0 0,1 1 1 0 0,-1-1-1 0 0,1 1 0 0 0,1-1 1 0 0,-1 0-1 0 0,1 0 0 0 0,-1 0 0 0 0,1 0 1 0 0,0 0-1 0 0,1-1 0 0 0,-1 1 1 0 0,0-1-1 0 0,1 0 0 0 0,0 0 0 0 0,0 0 1 0 0,0 0-1 0 0,0-1 0 0 0,0 0 1 0 0,1 0-1 0 0,-1 0 0 0 0,1 0 0 0 0,-1-1 1 0 0,1 1-1 0 0,0-1 0 0 0,5 0 1 0 0,-2 0-7 0 0,-1 0 1 0 0,1-1 0 0 0,-1 0 0 0 0,1-1-1 0 0,-1 0 1 0 0,1 0 0 0 0,-1 0 0 0 0,0-1-1 0 0,12-4 1 0 0,-15 5-26 0 0,1-1 0 0 0,-1 0 1 0 0,1-1-1 0 0,-1 1 0 0 0,0-1 0 0 0,0 0 0 0 0,0 0 0 0 0,0 0 1 0 0,0 0-1 0 0,-1-1 0 0 0,1 0 0 0 0,-1 1 0 0 0,0-1 0 0 0,4-8 1 0 0,-6 11 6 0 0,-1-1 0 0 0,1 1 0 0 0,-1 0 0 0 0,0 0 0 0 0,0-1 0 0 0,0 1 0 0 0,0 0 0 0 0,0 0 0 0 0,0-1 0 0 0,0 1 0 0 0,0 0 0 0 0,-1 0 0 0 0,1-1 0 0 0,0 1 0 0 0,-1 0 0 0 0,1 0 0 0 0,-1 0 0 0 0,1 0 0 0 0,-1 0 0 0 0,1 0 0 0 0,-1-1 0 0 0,0 1 0 0 0,0 0 0 0 0,0 1 0 0 0,1-1 0 0 0,-1 0 0 0 0,-2-1 0 0 0,-26-21-278 0 0,28 23 264 0 0,-19-10-871 0 0,0 1-1 0 0,0 0 1 0 0,-1 2 0 0 0,0 1-1 0 0,-43-8 1 0 0,0 0-3781 0 0,40 6 999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36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65 168 1296 0 0,'-7'-6'1963'0'0,"0"0"0"0"0,1 0 0 0 0,0-1 0 0 0,0 0-1 0 0,1 0 1 0 0,0-1 0 0 0,0 1 0 0 0,1-1 0 0 0,0 0 0 0 0,-5-15-1 0 0,9 22-1860 0 0,-1 0 0 0 0,1 0-1 0 0,0-1 1 0 0,0 1-1 0 0,1 0 1 0 0,-1 0-1 0 0,0-1 1 0 0,0 1-1 0 0,1 0 1 0 0,-1 0 0 0 0,0 0-1 0 0,1 0 1 0 0,-1-1-1 0 0,1 1 1 0 0,0 0-1 0 0,-1 0 1 0 0,1 0 0 0 0,0 0-1 0 0,0 0 1 0 0,-1 0-1 0 0,1 0 1 0 0,1 0-1 0 0,23-16 627 0 0,-8 11-607 0 0,0 1 0 0 0,1 0 0 0 0,-1 1 0 0 0,1 0 0 0 0,22 0-1 0 0,46 1-3601 0 0,-61 5 942 0 0,7 6-8116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37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0 1200 0 0,'-44'31'13820'0'0,"27"-17"-9642"0"0,17-14-4024 0 0,0 1 1 0 0,0 0-1 0 0,0 0 0 0 0,0 0 0 0 0,0-1 0 0 0,0 1 0 0 0,0 0 0 0 0,0 0 0 0 0,0 0 0 0 0,0 0 0 0 0,0-1 0 0 0,1 1 0 0 0,-1 0 0 0 0,1 1 0 0 0,4 0 19 0 0,0 1 0 0 0,1-1 0 0 0,-1 0 0 0 0,1 0 0 0 0,-1 0 0 0 0,1-1 0 0 0,0 0 0 0 0,0 0 0 0 0,0 0 0 0 0,-1-1 0 0 0,8 0 0 0 0,15-1-255 0 0,30-6 1 0 0,-25 3-380 0 0,-13 2-8 0 0,127-17-4754 0 0,-50-2-2928 0 0,-52 7 1437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37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94 3344 0 0,'21'-94'22532'0'0,"-91"439"-18528"0"0,16-92-5881 0 0,12 1-7199 0 0,36-209 2681 0 0,-2-2-3733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0:43.1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0 266 4 0 0,'25'-71'5020'0'0,"4"-83"-1569"0"0,-24 122-2738 0 0,-2 23-544 0 0,-2 17-33 0 0,-14 311 103 0 0,9-243-151 0 0,-4 60 166 0 0,-8 196 189 0 0,16-231-410 0 0,16 130 1 0 0,12-16 112 0 0,-22-194-151 0 0,-6-21 14 0 0,0 1 0 0 0,0-1 0 0 0,0 0 0 0 0,0 0 1 0 0,0 1-1 0 0,0-1 0 0 0,0 0 0 0 0,0 0 0 0 0,0 1 0 0 0,0-1 0 0 0,1 0 1 0 0,-1 0-1 0 0,0 1 0 0 0,0-1 0 0 0,0 0 0 0 0,0 0 0 0 0,0 0 0 0 0,1 1 1 0 0,-1-1-1 0 0,0 0 0 0 0,0 0 0 0 0,0 0 0 0 0,1 0 0 0 0,-1 1 0 0 0,0-1 1 0 0,0 0-1 0 0,0 0 0 0 0,1 0 0 0 0,-1 0 0 0 0,0 0 0 0 0,0 0 0 0 0,1 0 1 0 0,-1 0-1 0 0,0 0 0 0 0,0 0 0 0 0,1 1 0 0 0,-1-1 0 0 0,0 0 0 0 0,0-1 0 0 0,1 1 1 0 0,-1 0-1 0 0,0 0 0 0 0,0 0 0 0 0,1 0 0 0 0,-1 0 0 0 0,0 0 0 0 0,0 0 1 0 0,1 0-1 0 0,-1 0 0 0 0,0 0 0 0 0,0-1 0 0 0,1 1 0 0 0,-1 0 0 0 0,0 0 1 0 0,0 0-1 0 0,0 0 0 0 0,1-1 0 0 0,-1 0 46 0 0,9-2-1170 0 0,-6 3-3664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0:44.0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0 536 0 0,'3'7'2956'0'0,"2"0"-1060"0"0,7-4-1615 0 0,0-8-1654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0:47.0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0 344 0 0,'0'0'1223'0'0,"23"8"1109"0"0,-17-4-3029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0:48.0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9 392 0 0,'0'0'1456'0'0,"9"-5"-1604"0"0,1 1-804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0:53.2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1 156 0 0,'0'0'332'0'0,"-3"8"200"0"0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0:55.1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 0 84 0 0,'-7'10'896'0'0,"2"0"-224"0"0,0-3 204 0 0,-3 5-328 0 0,1 0-388 0 0,-2-5-364 0 0,1-4-1400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0:57.4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36 0 0,'0'0'-16'0'0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1:01.2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72 120 0 0,'4'-22'4918'0'0,"1"8"-3520"0"0,-5 13-1094 0 0,5-11 1966 0 0,-5 11-2173 0 0,0 1-1 0 0,0 0 1 0 0,1 0 0 0 0,-1 0-1 0 0,0 0 1 0 0,0-1-1 0 0,1 1 1 0 0,-1 0 0 0 0,0 0-1 0 0,0 0 1 0 0,1 0-1 0 0,-1 0 1 0 0,0 0 0 0 0,0 0-1 0 0,1 0 1 0 0,-1 0 0 0 0,0 0-1 0 0,0 0 1 0 0,1 0-1 0 0,-1 0 1 0 0,0 0 0 0 0,1 0-1 0 0,-1 0 1 0 0,0 0 0 0 0,0 0-1 0 0,1 0 1 0 0,-1 0-1 0 0,0 0 1 0 0,0 0 0 0 0,1 0-1 0 0,-1 1 1 0 0,0-1 0 0 0,1 0-1 0 0,0 1 114 0 0,8 6 500 0 0,4-3-468 0 0,1-1 0 0 0,-1 0 0 0 0,1-2 0 0 0,0 1 0 0 0,14-2 0 0 0,77-5-33 0 0,-56 2-86 0 0,1839-31 522 0 0,0 80-588 0 0,-948-9-94 0 0,850 22 13 0 0,-1774-58 22 0 0,599-12 49 0 0,-500 1-107 0 0,-112 10-86 0 0,0 0-135 0 0,14 0-1245 0 0,-6 0-6491 0 0,-25 0 4766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51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284 238 512 0 0,'9'-23'13540'0'0,"-9"23"-13463"0"0,1 0 1 0 0,-1 0-1 0 0,0 0 1 0 0,1 0-1 0 0,-1 0 1 0 0,1 0-1 0 0,-1 1 1 0 0,0-1-1 0 0,1 0 1 0 0,-1 0-1 0 0,1 0 1 0 0,-1 1-1 0 0,0-1 0 0 0,1 0 1 0 0,-1 1-1 0 0,0-1 1 0 0,1 0-1 0 0,-1 1 1 0 0,0-1-1 0 0,0 0 1 0 0,1 1-1 0 0,-1-1 1 0 0,0 0-1 0 0,0 1 1 0 0,0-1-1 0 0,1 1 1 0 0,-1-1-1 0 0,0 0 0 0 0,0 1 1 0 0,0-1-1 0 0,0 2 1 0 0,3 3-25 0 0,0 1 0 0 0,1 0 1 0 0,0-1-1 0 0,0 1 0 0 0,0-1 1 0 0,0 0-1 0 0,1-1 0 0 0,0 1 1 0 0,0-1-1 0 0,0 0 0 0 0,1 0 1 0 0,-1-1-1 0 0,1 1 0 0 0,0-1 1 0 0,10 4-1 0 0,-11-6-41 0 0,0 1 0 0 0,1-1 0 0 0,-1 0 1 0 0,1 0-1 0 0,-1-1 0 0 0,1 1 0 0 0,-1-1 1 0 0,1-1-1 0 0,-1 1 0 0 0,1-1 0 0 0,-1 0 0 0 0,1 0 1 0 0,-1 0-1 0 0,0-1 0 0 0,1 0 0 0 0,-1 0 0 0 0,0 0 1 0 0,0-1-1 0 0,-1 0 0 0 0,6-3 0 0 0,-3 1-9 0 0,-1-1 1 0 0,0 0-1 0 0,1 0 0 0 0,-2-1 0 0 0,1 0 0 0 0,-1 0 1 0 0,0 0-1 0 0,-1-1 0 0 0,1 1 0 0 0,-1-1 0 0 0,-1 0 1 0 0,0 0-1 0 0,0 0 0 0 0,0-1 0 0 0,1-12 0 0 0,1-10-6 0 0,-1-1 0 0 0,-1-58 0 0 0,-3 88 257 0 0,-1 3-207 0 0,0 1 0 0 0,-1-1 0 0 0,1 0 0 0 0,0 0 0 0 0,1 1 0 0 0,-1-1-1 0 0,0 1 1 0 0,0-1 0 0 0,1 1 0 0 0,-1-1 0 0 0,1 1 0 0 0,-1-1 0 0 0,1 1 0 0 0,-1 0 0 0 0,1 1-1 0 0,0-1 6 0 0,-81 533 3699 0 0,67-406-3220 0 0,-1 7-151 0 0,-72 488 659 0 0,84-608-1011 0 0,-4 23 89 0 0,-16 48 1 0 0,20-77-94 0 0,-1-1 0 0 0,0 1 0 0 0,0-1 0 0 0,-1 0 0 0 0,0 0 0 0 0,0-1 0 0 0,-1 0 0 0 0,0 0 0 0 0,-1 0 0 0 0,-9 9 0 0 0,13-15-18 0 0,1 0 1 0 0,-1 0 0 0 0,0 0 0 0 0,0 0 0 0 0,0-1 0 0 0,0 0 0 0 0,0 1-1 0 0,-1-1 1 0 0,1 0 0 0 0,0 0 0 0 0,0-1 0 0 0,-1 1 0 0 0,1-1 0 0 0,0 0-1 0 0,-5 0 1 0 0,2 0-4 0 0,0-1 0 0 0,0 0 0 0 0,0 0 0 0 0,0-1 0 0 0,0 0 0 0 0,1 0 0 0 0,-1 0 0 0 0,-5-4 0 0 0,-2-2-9 0 0,0 0-1 0 0,0-1 1 0 0,1-1-1 0 0,0 0 1 0 0,-20-22-1 0 0,24 23-4 0 0,0 0 1 0 0,1-1-1 0 0,0 0 1 0 0,0 0-1 0 0,1-1 0 0 0,0 1 1 0 0,1-1-1 0 0,1-1 0 0 0,0 1 1 0 0,0-1-1 0 0,1 1 1 0 0,0-1-1 0 0,1 0 0 0 0,1 0 1 0 0,0 0-1 0 0,0 0 1 0 0,1-1-1 0 0,1 1 0 0 0,0 0 1 0 0,0 0-1 0 0,6-19 1 0 0,2 4-95 0 0,0-1 0 0 0,2 1 0 0 0,2 0 0 0 0,0 1 0 0 0,1 1 0 0 0,2 0 0 0 0,1 1 0 0 0,24-28 0 0 0,-9 17-1238 0 0,44-38 1 0 0,41-20-5084 0 0,-87 72 2085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52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1 231 2556 0 0,'0'-16'6584'0'0,"1"11"-5892"0"0,-1 1 0 0 0,2-1 0 0 0,-1 1 0 0 0,0-1 0 0 0,1 1 0 0 0,0 0 0 0 0,0-1 0 0 0,0 1 0 0 0,5-5 0 0 0,-2 2-154 0 0,0 1 0 0 0,1 0 1 0 0,0 0-1 0 0,12-9 1 0 0,5-1-449 0 0,1 1-1 0 0,33-14 1 0 0,-30 15 395 0 0,-3 2-1201 0 0,41-13 0 0 0,-51 20-1272 0 0,0 2 1 0 0,18-3-1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52.3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63 3072 0 0,'-13'12'1857'0'0,"-17"16"4953"0"0,-42 29 0 0 0,72-57-6748 0 0,1 0-1 0 0,-1 0 0 0 0,1 0 1 0 0,-1 0-1 0 0,0 0 1 0 0,1 0-1 0 0,-1 0 1 0 0,1 0-1 0 0,-1 0 1 0 0,1 0-1 0 0,-1 0 1 0 0,0 0-1 0 0,1 0 1 0 0,-1 0-1 0 0,1 0 1 0 0,-1 1-1 0 0,0-1 1 0 0,1 0-1 0 0,-1 0 1 0 0,0 0-1 0 0,1 1 1 0 0,-1-1-1 0 0,0 0 1 0 0,1 1-1 0 0,-1-1 1 0 0,0 0-1 0 0,1 1 1 0 0,-1-1-1 0 0,0 0 1 0 0,0 1-1 0 0,0-1 1 0 0,1 0-1 0 0,-1 1 1 0 0,0-1-1 0 0,0 0 0 0 0,0 1 1 0 0,0-1-1 0 0,0 1 1 0 0,0-1-1 0 0,0 1 1 0 0,1-1-1 0 0,-1 0 1 0 0,0 1-1 0 0,-1-1 1 0 0,1 1-1 0 0,0-1 1 0 0,0 0-1 0 0,0 1 1 0 0,0-1-1 0 0,0 1 1 0 0,0-1-1 0 0,0 0 1 0 0,-1 1-1 0 0,1-1 1 0 0,0 1-1 0 0,0-1 1 0 0,0 0-1 0 0,-1 1 1 0 0,1-1-1 0 0,0 0 1 0 0,-1 0-1 0 0,1 1 1 0 0,-1-1-1 0 0,48-9-335 0 0,62-23 0 0 0,46-26-4178 0 0,-42 9-3211 0 0,-45 20 246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52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605 8 2288 0 0,'1'-8'15338'0'0,"-20"346"-10105"0"0,-24 3-3511 0 0,20-175-876 0 0,-242 1482 2718 0 0,40-30-2844 0 0,195-1017-703 0 0,32-203-3809 0 0,-1-306 605 0 0,-1-61-1019 0 0,1-2-4597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55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29 1292 0 0,'10'-28'14307'0'0,"-12"36"-13856"0"0,-100 304 2331 0 0,44-101-2869 0 0,43-139-3066 0 0,4 1-4404 0 0,8-53 1926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56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88 1000 0 0,'0'-6'1797'0'0,"0"0"0"0"0,0 0 0 0 0,-1 0 0 0 0,0 0 0 0 0,-3-10 871 0 0,2 5 795 0 0,2 10-3272 0 0,-1 0 0 0 0,1 0-1 0 0,0-1 1 0 0,-1 1 0 0 0,1 0 0 0 0,0 0 0 0 0,0 0 0 0 0,0 0 0 0 0,0 0 0 0 0,0 0 0 0 0,0 0 0 0 0,0 0 0 0 0,0 0 0 0 0,0-1 0 0 0,1 0 0 0 0,3-2-164 0 0,4 0 23 0 0,20 1-34 0 0,-24 3-16 0 0,0 0 0 0 0,-1 0-1 0 0,1 0 1 0 0,0 0 0 0 0,-1 1 0 0 0,1 0 0 0 0,0-1 0 0 0,-1 1 0 0 0,1 0 0 0 0,-1 1 0 0 0,1-1-1 0 0,-1 1 1 0 0,0-1 0 0 0,0 1 0 0 0,0 0 0 0 0,0 0 0 0 0,6 5 0 0 0,-6-3 8 0 0,0 0 0 0 0,0 0 0 0 0,0 0 0 0 0,-1 0 1 0 0,1 1-1 0 0,-1-1 0 0 0,0 1 0 0 0,-1 0 0 0 0,1-1 0 0 0,-1 1 0 0 0,2 9 1 0 0,-1 1 12 0 0,-1 0 0 0 0,-1 0 0 0 0,0 1 0 0 0,-1-1 0 0 0,-1 0 0 0 0,0 0 0 0 0,-8 24 0 0 0,1-11 15 0 0,-2 0 0 0 0,0 0 0 0 0,-27 42 0 0 0,34-63-21 0 0,-8 19-14 0 0,12-26-2 0 0,0 1 1 0 0,0-1-1 0 0,-1 0 0 0 0,1 0 1 0 0,0 1-1 0 0,0-1 0 0 0,0 0 1 0 0,0 0-1 0 0,0 1 0 0 0,0-1 1 0 0,0 0-1 0 0,0 0 0 0 0,0 1 1 0 0,0-1-1 0 0,0 0 0 0 0,0 0 1 0 0,0 1-1 0 0,0-1 0 0 0,0 0 1 0 0,0 0-1 0 0,0 1 1 0 0,1-1-1 0 0,-1 0 0 0 0,0 0 1 0 0,0 1-1 0 0,0-1 0 0 0,0 0 1 0 0,0 0-1 0 0,1 0 0 0 0,-1 1 1 0 0,0-1-1 0 0,0 0 0 0 0,0 0 1 0 0,1 0-1 0 0,-1 0 0 0 0,0 1 1 0 0,0-1-1 0 0,1 0 1 0 0,-1 0-1 0 0,0 0 0 0 0,0 0 1 0 0,1 0-1 0 0,16-1-19 0 0,21-11-2 0 0,-35 11 20 0 0,225-73-2511 0 0,-72 40-6579 0 0,-123 28 3485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57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295 36 772 0 0,'-3'0'2330'0'0,"-53"-5"12010"0"0,57 1-13960 0 0,-1 3-368 0 0,0 1-1 0 0,0 0 1 0 0,0-1 0 0 0,0 1-1 0 0,0-1 1 0 0,0 1-1 0 0,0 0 1 0 0,1-1 0 0 0,-1 1-1 0 0,0-1 1 0 0,0 1-1 0 0,0 0 1 0 0,0-1-1 0 0,0 1 1 0 0,1 0 0 0 0,-1-1-1 0 0,0 1 1 0 0,0 0-1 0 0,1-1 1 0 0,-1 1 0 0 0,0 0-1 0 0,1-1 1 0 0,-1 1-1 0 0,10-4 69 0 0,0 1-1 0 0,1 0 0 0 0,-1 1 1 0 0,1 0-1 0 0,-1 0 0 0 0,1 1 1 0 0,21 1-1 0 0,-27 0-66 0 0,1 0 0 0 0,0 1 0 0 0,0 0 1 0 0,-1 0-1 0 0,1 0 0 0 0,0 1 0 0 0,-1 0 0 0 0,1 0 1 0 0,-1 0-1 0 0,0 0 0 0 0,0 1 0 0 0,0 0 0 0 0,0 0 0 0 0,0 1 1 0 0,-1-1-1 0 0,7 7 0 0 0,-9-7-3 0 0,0 0 0 0 0,-1 0-1 0 0,1 0 1 0 0,-1 0 0 0 0,0 1 0 0 0,1-1-1 0 0,-2 0 1 0 0,1 1 0 0 0,0-1 0 0 0,-1 0-1 0 0,1 1 1 0 0,-1-1 0 0 0,0 1 0 0 0,0-1 0 0 0,0 1-1 0 0,-1-1 1 0 0,1 1 0 0 0,-1-1 0 0 0,0 0-1 0 0,0 1 1 0 0,0-1 0 0 0,-1 0 0 0 0,-2 6-1 0 0,-2 4 18 0 0,-1-1 0 0 0,0 0 0 0 0,-1-1 0 0 0,-14 17 0 0 0,-77 74 167 0 0,61-65-114 0 0,37-36-82 0 0,1-1-1 0 0,-1 1 1 0 0,0 0 0 0 0,1 0 0 0 0,-1 0-1 0 0,0 0 1 0 0,1-1 0 0 0,-1 1 0 0 0,1 0-1 0 0,0 0 1 0 0,-1 0 0 0 0,1 0 0 0 0,0 0-1 0 0,0 0 1 0 0,0 0 0 0 0,-1 0 0 0 0,1 0-1 0 0,0 1 1 0 0,0-1 0 0 0,0 0 0 0 0,1 0-1 0 0,-1 0 1 0 0,0 0 0 0 0,0 0 0 0 0,0 0-1 0 0,1 0 1 0 0,-1 0 0 0 0,1 0 0 0 0,-1 0-1 0 0,1-1 1 0 0,-1 1 0 0 0,1 0 0 0 0,-1 0-1 0 0,1 0 1 0 0,0 0 0 0 0,-1-1 0 0 0,1 1 0 0 0,0 0-1 0 0,0-1 1 0 0,0 1 0 0 0,1 0 0 0 0,5 5 1 0 0,1-1 0 0 0,0 0 1 0 0,15 7-1 0 0,-13-6 36 0 0,7 3 95 0 0,-1 0 0 0 0,0 2 0 0 0,-1 0 0 0 0,0 0 0 0 0,-1 2 0 0 0,24 27-1 0 0,-34-36 11 0 0,0 1-1 0 0,0 0 0 0 0,-1 1 1 0 0,0-1-1 0 0,0 0 0 0 0,-1 1 1 0 0,1 0-1 0 0,-1-1 0 0 0,0 1 1 0 0,-1 0-1 0 0,1 0 0 0 0,-1 0 0 0 0,-1 0 1 0 0,1 1-1 0 0,-1-1 0 0 0,0 0 1 0 0,0 0-1 0 0,-1 0 0 0 0,1 0 1 0 0,-1 0-1 0 0,-1 0 0 0 0,1 0 1 0 0,-1 0-1 0 0,-5 10 0 0 0,0-3 83 0 0,0 0-1 0 0,-1-1 1 0 0,-1 0-1 0 0,0 0 1 0 0,-1-1-1 0 0,0 0 1 0 0,0-1 0 0 0,-1 0-1 0 0,-1-1 1 0 0,1 0-1 0 0,-1 0 1 0 0,-23 10-1 0 0,23-12-160 0 0,0-2 1 0 0,0 0-1 0 0,0 0 0 0 0,-1-1 0 0 0,0-1 0 0 0,1 0 0 0 0,-1-1 1 0 0,-1 0-1 0 0,1-1 0 0 0,0 0 0 0 0,0-1 0 0 0,0-1 1 0 0,0 0-1 0 0,-20-4 0 0 0,27 3-247 0 0,-1 0 1 0 0,1 0-1 0 0,0 0 0 0 0,0-1 1 0 0,0 0-1 0 0,0 0 0 0 0,1 0 1 0 0,-1-1-1 0 0,1 0 1 0 0,0 0-1 0 0,0 0 0 0 0,0-1 1 0 0,1 0-1 0 0,-5-5 0 0 0,6 5-411 0 0,0 1 0 0 0,1-1 0 0 0,0 0 0 0 0,-1 0 0 0 0,1 0 0 0 0,1 0 0 0 0,-1 0 0 0 0,1-1 0 0 0,0 1 0 0 0,0 0 0 0 0,1-1-1 0 0,-1 1 1 0 0,1 0 0 0 0,1-1 0 0 0,-1 1 0 0 0,1-1 0 0 0,2-8 0 0 0,4-14-4207 0 0,3-4-2186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58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29 436 0 0,'8'-8'6060'0'0,"25"-11"4519"0"0,-32 18-10381 0 0,2 1-40 0 0,2 0-139 0 0,1-1 1 0 0,0 1-1 0 0,-1 0 0 0 0,1 1 1 0 0,-1 0-1 0 0,1 0 0 0 0,-1 0 1 0 0,1 0-1 0 0,-1 1 0 0 0,0 0 1 0 0,1 0-1 0 0,-1 0 1 0 0,0 1-1 0 0,0-1 0 0 0,-1 1 1 0 0,1 1-1 0 0,-1-1 0 0 0,1 1 1 0 0,-1-1-1 0 0,0 1 0 0 0,0 0 1 0 0,-1 1-1 0 0,1-1 0 0 0,-1 1 1 0 0,0-1-1 0 0,0 1 0 0 0,0 0 1 0 0,-1 0-1 0 0,0 0 1 0 0,0 1-1 0 0,0-1 0 0 0,-1 0 1 0 0,1 1-1 0 0,-1-1 0 0 0,-1 1 1 0 0,1 0-1 0 0,-1-1 0 0 0,0 11 1 0 0,-3-1-2 0 0,0 0 1 0 0,-1 0 0 0 0,-1-1 0 0 0,0 1-1 0 0,-1-1 1 0 0,-1 0 0 0 0,0 0 0 0 0,0-1 0 0 0,-15 19-1 0 0,-13 12 34 0 0,-50 50 1 0 0,59-67-24 0 0,-33 35-86 0 0,59-62 58 0 0,0 0 0 0 0,-1 1 0 0 0,1-1 1 0 0,-1 0-1 0 0,1 1 0 0 0,0-1 0 0 0,-1 1 0 0 0,1-1 1 0 0,-1 0-1 0 0,1 1 0 0 0,0-1 0 0 0,0 1 1 0 0,-1-1-1 0 0,1 1 0 0 0,0-1 0 0 0,0 1 0 0 0,0-1 1 0 0,-1 1-1 0 0,1-1 0 0 0,0 1 0 0 0,0-1 1 0 0,0 1-1 0 0,0-1 0 0 0,0 1 0 0 0,0-1 0 0 0,0 1 1 0 0,0-1-1 0 0,0 1 0 0 0,0-1 0 0 0,0 1 0 0 0,1-1 1 0 0,-1 1-1 0 0,0-1 0 0 0,0 1 0 0 0,0-1 1 0 0,1 1-1 0 0,-1-1 0 0 0,0 1 0 0 0,1-1 0 0 0,-1 1 1 0 0,0-1-1 0 0,1 0 0 0 0,-1 1 0 0 0,0-1 1 0 0,1 0-1 0 0,-1 1 0 0 0,1-1 0 0 0,-1 0 0 0 0,1 0 1 0 0,-1 1-1 0 0,1-1 0 0 0,-1 0 0 0 0,1 0 1 0 0,-1 0-1 0 0,1 1 0 0 0,-1-1 0 0 0,1 0 0 0 0,-1 0 1 0 0,1 0-1 0 0,-1 0 0 0 0,1 0 0 0 0,-1 0 0 0 0,1 0 1 0 0,-1 0-1 0 0,2-1 0 0 0,41-2 31 0 0,-36 3-26 0 0,185-30-170 0 0,-54 8-2381 0 0,0 9-6153 0 0,-112 13 3941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59.2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18 3112 0 0,'-63'38'17671'0'0,"50"-28"-14742"0"0,58-17-2819 0 0,79-20 1 0 0,-52 9-426 0 0,-53 14-1340 0 0,-1 0-947 0 0,-5-1-2064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8:59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74 1576 0 0,'14'-43'12167'0'0,"-5"14"-6806"0"0,-8 28-4791 0 0,-5 30 2453 0 0,1-3-2718 0 0,-2 44-1 0 0,6-60-288 0 0,0-1 1 0 0,0 1-1 0 0,1-1 0 0 0,0 0 1 0 0,0 0-1 0 0,1 0 0 0 0,1 0 1 0 0,0 0-1 0 0,0 0 0 0 0,9 13 1 0 0,-11-18-31 0 0,1-1 0 0 0,0 1 1 0 0,0-1-1 0 0,0 0 0 0 0,0 0 0 0 0,0 0 1 0 0,1-1-1 0 0,-1 1 0 0 0,1-1 0 0 0,0 1 1 0 0,0-1-1 0 0,0 0 0 0 0,0-1 1 0 0,0 1-1 0 0,0-1 0 0 0,0 0 0 0 0,0 0 1 0 0,1 0-1 0 0,-1 0 0 0 0,0-1 0 0 0,1 0 1 0 0,-1 0-1 0 0,0 0 0 0 0,1 0 1 0 0,4-2-1 0 0,2 0-36 0 0,1-1 0 0 0,-2 0-1 0 0,1-1 1 0 0,0-1 0 0 0,-1 1 0 0 0,1-2 0 0 0,-2 1 0 0 0,1-2 0 0 0,15-12 0 0 0,3-5 557 0 0,40-47 1 0 0,-19 18 3382 0 0,-47 51-3668 0 0,-2 3-212 0 0,1-1 0 0 0,-1 0 0 0 0,1 0 1 0 0,-1 0-1 0 0,1 1 0 0 0,-1-1 0 0 0,1 0 1 0 0,-1 1-1 0 0,1-1 0 0 0,-1 0 1 0 0,0 1-1 0 0,1-1 0 0 0,-1 1 0 0 0,0-1 1 0 0,1 1-1 0 0,-1-1 0 0 0,0 0 1 0 0,1 1-1 0 0,-1-1 0 0 0,0 1 0 0 0,0-1 1 0 0,0 1-1 0 0,1 0 0 0 0,-1-1 1 0 0,0 1-1 0 0,0-1 0 0 0,0 1 0 0 0,0-1 1 0 0,0 1-1 0 0,0-1 0 0 0,0 1 0 0 0,0 0 1 0 0,0-1-1 0 0,0 1 0 0 0,-3 25 237 0 0,2-21-195 0 0,-39 361-664 0 0,27-123-6176 0 0,16-154-2231 0 0,-2-45-571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00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47 2056 0 0,'-9'-22'11427'0'0,"-3"-2"-1035"0"0,10 37-8496 0 0,-2 63 314 0 0,-19 101 0 0 0,7-66-1764 0 0,-7 56 1 0 0,-8 65-1518 0 0,26-198 128 0 0,3-24 90 0 0,0 1 1 0 0,1 0-1 0 0,0 0 0 0 0,1 0 1 0 0,0 0-1 0 0,3 19 0 0 0,-2-30 668 0 0,-1 1-1 0 0,0-1 1 0 0,0 1-1 0 0,0-1 1 0 0,1 1-1 0 0,-1-1 1 0 0,0 1-1 0 0,1-1 1 0 0,-1 1-1 0 0,2 1-742 0 0,-1-2 743 0 0,-1 0-1 0 0,1 0 1 0 0,-1 1-1 0 0,1-1 1 0 0,-1 0-1 0 0,1 0 1 0 0,-1 0-1 0 0,1 1 1 0 0,0-1-1 0 0,-1 0 1 0 0,1 0-1 0 0,-1 0 0 0 0,1 0 1 0 0,-1 0-1 0 0,1 0 1 0 0,0 0-1 0 0,-1 0 1 0 0,1 0-1 0 0,-1 0 1 0 0,1-1-1 0 0,-1 1 1 0 0,2 0-1 0 0,20-10-5593 0 0,-2-4-2089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00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0 129 1576 0 0,'59'-121'21091'0'0,"-58"120"-20541"0"0,1-1 538 0 0,3-1 818 0 0,-2 12-926 0 0,-3 34-50 0 0,6 49 1 0 0,-4-80-909 0 0,0 1 0 0 0,1-1 0 0 0,0 1 1 0 0,1-1-1 0 0,0 0 0 0 0,1 0 0 0 0,0-1 1 0 0,12 20-1 0 0,-16-30-19 0 0,0 1 0 0 0,0-1 1 0 0,0 0-1 0 0,0 1 0 0 0,0-1 0 0 0,0 0 0 0 0,1 0 1 0 0,-1 0-1 0 0,0 0 0 0 0,1 0 0 0 0,-1 0 0 0 0,1 0 1 0 0,-1-1-1 0 0,1 1 0 0 0,-1 0 0 0 0,1-1 0 0 0,0 1 1 0 0,-1-1-1 0 0,1 0 0 0 0,-1 1 0 0 0,4-1 0 0 0,-2 0-3 0 0,0-1 1 0 0,-1 1-1 0 0,1-1 0 0 0,0 0 0 0 0,0 0 0 0 0,0 0 0 0 0,0 0 0 0 0,-1 0 0 0 0,1-1 0 0 0,-1 1 0 0 0,4-3 0 0 0,4-4-16 0 0,0-1-1 0 0,0 0 1 0 0,-1-1-1 0 0,10-13 1 0 0,76-110-96 0 0,-42 56 1736 0 0,-53 77-1610 0 0,0-1 0 0 0,1 1 0 0 0,-1-1 0 0 0,0 0 0 0 0,1 1 0 0 0,-1-1 0 0 0,1 1 0 0 0,-1-1 0 0 0,0 1 0 0 0,1-1 0 0 0,0 1 0 0 0,-1-1 0 0 0,1 1 0 0 0,-1 0 0 0 0,1-1 0 0 0,-1 1 0 0 0,1 0 0 0 0,0 0 0 0 0,-1-1 0 0 0,1 1 0 0 0,0 0 0 0 0,-1 0 0 0 0,2 0 0 0 0,-1 0 18 0 0,-1 0-1 0 0,0 1 0 0 0,1-1 1 0 0,-1 0-1 0 0,1 1 0 0 0,-1-1 1 0 0,1 1-1 0 0,-1-1 0 0 0,0 1 1 0 0,1-1-1 0 0,-1 1 0 0 0,0-1 1 0 0,1 1-1 0 0,-1-1 0 0 0,0 1 0 0 0,0-1 1 0 0,0 1-1 0 0,1 0 0 0 0,-1-1 1 0 0,0 2-1 0 0,3 35 983 0 0,-3-36-1008 0 0,-5 74-6 0 0,-2-1 0 0 0,-22 90 0 0 0,22-127 0 0 0,-41 191-3069 0 0,-25 152-6356 0 0,71-361 2493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06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37 774 272 0 0,'-8'-14'5598'0'0,"-21"-15"7082"0"0,31 28-12211 0 0,8-1-217 0 0,0-1 0 0 0,-1 2 0 0 0,1-1 0 0 0,13 1-1 0 0,20-4 9 0 0,451-82 481 0 0,164-26-524 0 0,753-51 13 0 0,6 58-113 0 0,-1055 85-142 0 0,1166-90-934 0 0,-1503 108 893 0 0,483-72-2197 0 0,-491 71 2102 0 0,-4 2-210 0 0,-1-1 0 0 0,0-1 0 0 0,0 0 0 0 0,19-9 0 0 0,-74 7-13739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07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26 149 536 0 0,'-17'-2'18343'0'0,"8"3"-17918"0"0,16 0 531 0 0,19-1-141 0 0,234-46 32 0 0,-115 18-754 0 0,98-24 377 0 0,-239 50-661 0 0,0 1-1 0 0,0-1 0 0 0,-1 0 0 0 0,1 0 0 0 0,5-5 1 0 0,1 1-3107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07.8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89 804 0 0,'58'-85'22102'0'0,"-58"85"-22053"0"0,0 0 1 0 0,0-1-1 0 0,0 1 0 0 0,0 0 0 0 0,0 0 0 0 0,0 0 1 0 0,0-1-1 0 0,1 1 0 0 0,-1 0 0 0 0,0 0 0 0 0,0 0 1 0 0,0 0-1 0 0,0 0 0 0 0,0-1 0 0 0,1 1 0 0 0,-1 0 1 0 0,0 0-1 0 0,0 0 0 0 0,0 0 0 0 0,1 0 0 0 0,-1 0 1 0 0,0 0-1 0 0,0 0 0 0 0,0 0 0 0 0,1 0 0 0 0,-1 0 1 0 0,0-1-1 0 0,0 1 0 0 0,0 0 0 0 0,1 0 0 0 0,-1 1 1 0 0,0-1-1 0 0,0 0 0 0 0,0 0 0 0 0,1 0 0 0 0,-1 0 1 0 0,0 0-1 0 0,0 0 0 0 0,0 0 0 0 0,0 0 0 0 0,1 0 1 0 0,-1 0-1 0 0,0 0 0 0 0,0 1 0 0 0,2 13 400 0 0,0 1 0 0 0,-1 0 0 0 0,-1 0 0 0 0,-1 0 0 0 0,0 0 0 0 0,-6 28 0 0 0,4-20-261 0 0,-62 286 1106 0 0,40-208-3317 0 0,3 0-3866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08.1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264 126 1560 0 0,'13'-30'4565'0'0,"-5"12"-282"0"0,0 0 0 0 0,8-33 0 0 0,-15 48-3891 0 0,0-2 1330 0 0,-4 7-623 0 0,-2 3-1033 0 0,-12 15 826 0 0,0 2 0 0 0,-28 45 0 0 0,18-26-445 0 0,19-28-312 0 0,-110 177 1236 0 0,106-166-1298 0 0,0-1 1 0 0,2 2-1 0 0,1-1 1 0 0,1 1-1 0 0,1 1 1 0 0,-5 37 0 0 0,12-58-65 0 0,-1 0 1 0 0,1-1-1 0 0,0 1 1 0 0,0 0-1 0 0,1 0 1 0 0,-1-1-1 0 0,1 1 1 0 0,0 0-1 0 0,1-1 1 0 0,-1 1 0 0 0,1-1-1 0 0,-1 0 1 0 0,1 1-1 0 0,1-1 1 0 0,-1 0-1 0 0,1 0 1 0 0,-1 0-1 0 0,6 5 1 0 0,-5-6 0 0 0,0-1 1 0 0,0 1-1 0 0,0-1 1 0 0,0 0-1 0 0,1 0 1 0 0,-1 0-1 0 0,1-1 1 0 0,-1 1-1 0 0,1-1 1 0 0,-1 0-1 0 0,1 0 1 0 0,0 0-1 0 0,0-1 1 0 0,-1 1-1 0 0,1-1 1 0 0,0 0-1 0 0,0 0 1 0 0,0 0-1 0 0,-1 0 1 0 0,1-1-1 0 0,0 1 1 0 0,0-1-1 0 0,5-2 1 0 0,-3 1 7 0 0,1 0 1 0 0,-1-1-1 0 0,1 0 0 0 0,-1 0 1 0 0,0-1-1 0 0,-1 1 0 0 0,1-1 1 0 0,0-1-1 0 0,-1 1 0 0 0,0-1 1 0 0,0 0-1 0 0,6-7 0 0 0,-9 10-21 0 0,-1-1 0 0 0,0 1 1 0 0,1 0-1 0 0,-1-1 0 0 0,0 1 0 0 0,0-1 0 0 0,0 0 0 0 0,0 1 0 0 0,0-1 0 0 0,-1 0 0 0 0,0 1 0 0 0,1-1 0 0 0,-1 0 0 0 0,0 1 0 0 0,0-1 0 0 0,0 0 0 0 0,0 0 0 0 0,-1 1 0 0 0,1-1 0 0 0,-1 0 0 0 0,0 1 0 0 0,0-1 0 0 0,0 0 0 0 0,0 1 0 0 0,0-1 1 0 0,0 1-1 0 0,-1 0 0 0 0,1-1 0 0 0,-1 1 0 0 0,0 0 0 0 0,1 0 0 0 0,-1 0 0 0 0,-3-3 0 0 0,0 1-54 0 0,1 1 1 0 0,-1-1-1 0 0,0 1 1 0 0,0 0-1 0 0,-1 0 1 0 0,1 0 0 0 0,0 1-1 0 0,-1-1 1 0 0,-10-1-1 0 0,1 0-1402 0 0,-1 1 1 0 0,-18-1-1 0 0,18 5-915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08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625 111 2992 0 0,'4'-27'7122'0'0,"13"-42"-1"0"0,-16 68-7018 0 0,-1 0 1 0 0,0 0-1 0 0,1 0 0 0 0,-1 1 1 0 0,1-1-1 0 0,-1 0 1 0 0,1 0-1 0 0,-1 1 0 0 0,1-1 1 0 0,-1 0-1 0 0,1 1 1 0 0,0-1-1 0 0,-1 1 0 0 0,1-1 1 0 0,0 0-1 0 0,0 1 1 0 0,0 0-1 0 0,-1-1 0 0 0,1 1 1 0 0,0-1-1 0 0,0 1 0 0 0,0 0 1 0 0,0 0-1 0 0,0 0 1 0 0,-1-1-1 0 0,1 1 0 0 0,0 0 1 0 0,0 0-1 0 0,0 0 1 0 0,0 0-1 0 0,0 0 0 0 0,0 0 1 0 0,0 1-1 0 0,0-1 1 0 0,-1 0-1 0 0,1 0 0 0 0,0 1 1 0 0,0-1-1 0 0,0 1 0 0 0,0-1 1 0 0,-1 0-1 0 0,1 1 1 0 0,0-1-1 0 0,1 2 0 0 0,4 2 212 0 0,0 0 0 0 0,-1 0 0 0 0,1 0 0 0 0,5 7 0 0 0,1 3-14 0 0,0 0-1 0 0,0 1 1 0 0,-2 1-1 0 0,0 0 0 0 0,-1 0 1 0 0,0 1-1 0 0,-2 0 1 0 0,0 0-1 0 0,0 1 1 0 0,4 24-1 0 0,-3-3-4 0 0,-1 1-1 0 0,-2 0 0 0 0,-1 72 1 0 0,-7-54-276 0 0,-1 0 0 0 0,-4-1 0 0 0,-2 0 0 0 0,-2 0 0 0 0,-3-1 0 0 0,-3-1 1 0 0,-1 0-1 0 0,-4-1 0 0 0,-40 72 0 0 0,30-70-737 0 0,-2-2 1 0 0,-3-2-1 0 0,-51 55 0 0 0,45-60-819 0 0,-1-3-1 0 0,-3-2 1 0 0,-64 44-1 0 0,76-63-1377 0 0,0-1-1 0 0,-41 17 1 0 0,1-7-5076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08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206 159 2464 0 0,'6'-33'2867'0'0,"0"-1"2771"0"0,2-58 0 0 0,-8 96-5261 0 0,-1-1 0 0 0,0 0 0 0 0,-1 1 0 0 0,1-1 0 0 0,-1 0 0 0 0,-2 4 0 0 0,-4 11 339 0 0,-125 358 4424 0 0,112-302-4835 0 0,4 1 1 0 0,2 1 0 0 0,-4 92-1 0 0,17-129-410 0 0,3 0 0 0 0,1 0-1 0 0,2 0 1 0 0,1-1 0 0 0,2 1-1 0 0,2-1 1 0 0,2-1 0 0 0,1 0-1 0 0,17 36 1 0 0,-13-41-746 0 0,0-1 0 0 0,2 0 0 0 0,2-1 0 0 0,23 28 0 0 0,-22-35-1245 0 0,1 0 1 0 0,0-1-1 0 0,2-1 0 0 0,47 33 1 0 0,-8-16-6039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09.6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39 488 0 0,'-85'6'14247'0'0,"60"-4"-11001"0"0,21-1-2024 0 0,17-4-1233 0 0,17-3-21 0 0,143-25-1542 0 0,-60 23-8295 0 0,-95 9 4556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09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36 1764 0 0,'-31'17'3663'0'0,"-57"28"5669"0"0,86-44-8835 0 0,21-12 289 0 0,-6 3-647 0 0,124-45-4202 0 0,-104 41 548 0 0,9-3-2684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11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0 174 564 0 0,'2'-10'21339'0'0,"2"7"-21319"0"0,0 0 0 0 0,1 1 0 0 0,-1 0 0 0 0,1 0 0 0 0,0 0 0 0 0,0 0 0 0 0,0 1 0 0 0,0 0 1 0 0,0 0-1 0 0,8-1 0 0 0,6-1 11 0 0,386-75 140 0 0,-232 47-101 0 0,1 1 128 0 0,-171 30-506 0 0,0 0-715 0 0,7 1 307 0 0,-8-1-141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12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73 147 1808 0 0,'-2'1'1972'0'0,"-64"62"25219"0"0,66-62-27170 0 0,0-1 0 0 0,-1 0 0 0 0,1 0 0 0 0,0 0 0 0 0,0 1 0 0 0,-1-1 0 0 0,1 0 0 0 0,0 1 0 0 0,0-1 0 0 0,-1 0 0 0 0,1 0 0 0 0,0 1 0 0 0,0-1 0 0 0,0 0 0 0 0,-1 1 0 0 0,1-1 0 0 0,0 1 0 0 0,0-1 0 0 0,0 0 1 0 0,0 1-1 0 0,0-1 0 0 0,0 0 0 0 0,0 1 0 0 0,0-1 0 0 0,0 1 0 0 0,0-1 0 0 0,0 0 0 0 0,0 1 0 0 0,0-1 0 0 0,0 0 0 0 0,0 1 0 0 0,12 4 159 0 0,22-7-248 0 0,-31 2 119 0 0,33-5 0 0 0,61-18 0 0 0,-36 8-34 0 0,151-33 64 0 0,256-55-128 0 0,-368 82-1996 0 0,-98 21 1413 0 0,10-5-3047 0 0,-11 5 3576 0 0,9-4-3558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20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29 102 700 0 0,'-29'-11'25253'0'0,"39"8"-25524"0"0,185-29 1872 0 0,-55 7-1321 0 0,-56 8-343 0 0,-30 4-3852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20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31 524 0 0,'-34'-31'18858'0'0,"34"31"-18819"0"0,0 0 1 0 0,0 0-1 0 0,-1 0 1 0 0,1 0-1 0 0,0 0 1 0 0,0 0-1 0 0,0 0 1 0 0,0 0-1 0 0,-1 0 1 0 0,1 0 0 0 0,0 1-1 0 0,0-1 1 0 0,0 0-1 0 0,-1 0 1 0 0,1 0-1 0 0,0 0 1 0 0,0 0-1 0 0,0 0 1 0 0,0 0-1 0 0,-1 1 1 0 0,1-1-1 0 0,0 0 1 0 0,0 0-1 0 0,0 0 1 0 0,0 0-1 0 0,0 1 1 0 0,0-1-1 0 0,0 0 1 0 0,-1 0-1 0 0,1 0 1 0 0,0 0-1 0 0,0 1 1 0 0,0-1 0 0 0,0 0-1 0 0,0 0 1 0 0,0 0-1 0 0,0 1 1 0 0,0-1-1 0 0,0 0 1 0 0,0 0-1 0 0,0 0 1 0 0,0 1-1 0 0,0-1 1 0 0,-2 14 1025 0 0,1-12-870 0 0,4 40 2006 0 0,8 223 1315 0 0,-11-134-4399 0 0,3-96-2174 0 0,11 60 0 0 0,-2-60-1047 0 0,3-16-3304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21.2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2 151 2924 0 0,'82'-144'20581'0'0,"-75"138"-18018"0"0,-6 15-650 0 0,-5 66 99 0 0,-14 83 1 0 0,2-34-1559 0 0,-12 98-829 0 0,16-149-5452 0 0,-1 0-8178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21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639 195 864 0 0,'62'-158'17692'0'0,"-48"123"-15573"0"0,-14 33-1579 0 0,-1 4-59 0 0,-31 45 1570 0 0,-28 56 0 0 0,5-7-781 0 0,51-90-1216 0 0,-329 575 3532 0 0,290-493-3359 0 0,4 1 1 0 0,4 2-1 0 0,4 1 1 0 0,-35 182 0 0 0,59-227-389 0 0,-2 92 0 0 0,10-117-245 0 0,0 1 1 0 0,2-1 0 0 0,0 0 0 0 0,2 1 0 0 0,0-2-1 0 0,10 26 1 0 0,-12-40 19 0 0,0-1 0 0 0,0 0 0 0 0,0 0 0 0 0,1 0 0 0 0,0 0 0 0 0,0-1 0 0 0,0 1 0 0 0,1-1 0 0 0,0 0 0 0 0,0 0 0 0 0,0-1-1 0 0,11 7 1 0 0,-7-6-1014 0 0,0 0 0 0 0,0-1 0 0 0,1 0-1 0 0,-1 0 1 0 0,1-1 0 0 0,0-1 0 0 0,0 0 0 0 0,11 1-1 0 0,14 0-7261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22.9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33 644 0 0,'-3'0'4146'0'0,"-17"-3"452"0"0,-10-2 4438 0 0,32 2-8712 0 0,-2 3-316 0 0,0-1-1 0 0,0 1 0 0 0,0 0 1 0 0,0-1-1 0 0,0 1 0 0 0,1 0 1 0 0,-1 0-1 0 0,0-1 0 0 0,0 1 1 0 0,0 0-1 0 0,0-1 0 0 0,1 1 1 0 0,-1 0-1 0 0,0 0 0 0 0,0-1 1 0 0,1 1-1 0 0,-1 0 0 0 0,0 0 1 0 0,0-1-1 0 0,1 1 0 0 0,-1 0 1 0 0,0 0-1 0 0,1 0 0 0 0,-1 0 1 0 0,0 0-1 0 0,1-1 0 0 0,17-3 37 0 0,0 0-1 0 0,0 1 0 0 0,0 1 0 0 0,1 1 1 0 0,-1 0-1 0 0,36 5 0 0 0,-38-3-34 0 0,0 2 1 0 0,-1 0-1 0 0,1 1 1 0 0,-1 1-1 0 0,1 0 1 0 0,-1 1-1 0 0,-1 0 0 0 0,20 12 1 0 0,-28-14 4 0 0,0 0 0 0 0,-1 0 0 0 0,1 0 0 0 0,-1 0 0 0 0,0 1 0 0 0,0 0 0 0 0,-1 0 0 0 0,1 0 0 0 0,-1 1 0 0 0,-1-1 0 0 0,1 1 0 0 0,-1 0 0 0 0,0 0 0 0 0,0 0 0 0 0,0 1 0 0 0,-1-1 0 0 0,0 1 0 0 0,0-1 0 0 0,-1 1 0 0 0,0 0 0 0 0,0-1 0 0 0,0 1 0 0 0,-1 0 0 0 0,0 0 0 0 0,-1 0 0 0 0,1-1 0 0 0,-1 1 0 0 0,-1 0 0 0 0,1 0 0 0 0,-1-1 0 0 0,-3 7 0 0 0,-2 7 33 0 0,-2 0 0 0 0,0-1 0 0 0,-1 0 0 0 0,-1-1 0 0 0,-1 0-1 0 0,-1 0 1 0 0,0-2 0 0 0,-26 27 0 0 0,-15 6 645 0 0,-71 52 1 0 0,84-69-339 0 0,40-32-349 0 0,0 1 0 0 0,1-1 1 0 0,-1 0-1 0 0,0 1 0 0 0,1-1 1 0 0,-1 1-1 0 0,0 0 0 0 0,1-1 0 0 0,-1 1 1 0 0,1-1-1 0 0,-1 1 0 0 0,1 0 1 0 0,0 0-1 0 0,-1-1 0 0 0,1 1 1 0 0,-1 0-1 0 0,1 0 0 0 0,0 1 1 0 0,0-2-3 0 0,0 0 0 0 0,0 0 1 0 0,1 1-1 0 0,-1-1 1 0 0,0 0-1 0 0,1 1 1 0 0,-1-1-1 0 0,0 0 1 0 0,1 0-1 0 0,-1 0 1 0 0,0 1-1 0 0,1-1 1 0 0,-1 0-1 0 0,0 0 1 0 0,1 0-1 0 0,-1 0 1 0 0,0 0-1 0 0,1 0 0 0 0,-1 0 1 0 0,1 0-1 0 0,-1 0 1 0 0,0 0-1 0 0,1 0 1 0 0,-1 0-1 0 0,1 0 1 0 0,34-5 93 0 0,92-31-888 0 0,-2-9-3433 0 0,-87 31 2123 0 0,5-2-2910 0 0,5-6-2689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23.5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294 89 80 0 0,'-1'-8'2742'0'0,"1"1"-1"0"0,-2-1 1 0 0,1 1-1 0 0,-5-15 1 0 0,-5-6 1879 0 0,10 27-4560 0 0,1 1 0 0 0,-1-1 0 0 0,0 0 0 0 0,1 1 0 0 0,-1-1 0 0 0,0 1-1 0 0,1-1 1 0 0,-1 1 0 0 0,0-1 0 0 0,1 1 0 0 0,-1-1 0 0 0,0 1 0 0 0,0-1 0 0 0,0 1 0 0 0,1 0 0 0 0,-1 0 0 0 0,0-1 0 0 0,0 1 0 0 0,0 0 0 0 0,0 0-1 0 0,0 0 1 0 0,0 0 0 0 0,-1 0 0 0 0,-21 5 262 0 0,-4 6-159 0 0,0 1 1 0 0,-35 21-1 0 0,50-26-157 0 0,0 1 1 0 0,1 1-1 0 0,0-1 1 0 0,0 2-1 0 0,1-1 1 0 0,0 2-1 0 0,-9 12 1 0 0,16-20-5 0 0,1 1 0 0 0,0-1 0 0 0,1 1 1 0 0,-1-1-1 0 0,0 1 0 0 0,1 0 0 0 0,0 0 0 0 0,0-1 1 0 0,0 1-1 0 0,0 0 0 0 0,1 0 0 0 0,-1 0 1 0 0,1 0-1 0 0,0 0 0 0 0,0 0 0 0 0,1 0 1 0 0,-1 0-1 0 0,1 0 0 0 0,0 0 0 0 0,0 0 1 0 0,0-1-1 0 0,0 1 0 0 0,1 0 0 0 0,0-1 1 0 0,-1 1-1 0 0,1-1 0 0 0,3 5 0 0 0,6 6 5 0 0,1 1 1 0 0,0-2-1 0 0,1 1 0 0 0,24 17 0 0 0,-13-9-3 0 0,22 18 19 0 0,-26-25 89 0 0,-1 2 0 0 0,0 0 0 0 0,-2 1 0 0 0,0 1 0 0 0,21 32 0 0 0,-35-47 111 0 0,-1 0 1 0 0,0 0-1 0 0,-1 1 1 0 0,1-1 0 0 0,-1 0-1 0 0,1 1 1 0 0,-1-1-1 0 0,-1 1 1 0 0,1-1 0 0 0,-1 1-1 0 0,1 0 1 0 0,-1-1-1 0 0,-1 1 1 0 0,1 0 0 0 0,-1-1-1 0 0,1 1 1 0 0,-2-1-1 0 0,1 1 1 0 0,0-1 0 0 0,-1 0-1 0 0,1 1 1 0 0,-1-1-1 0 0,-1 0 1 0 0,1 0-1 0 0,0 0 1 0 0,-1-1 0 0 0,-5 7-1 0 0,3-5 39 0 0,0 0-1 0 0,0 0 0 0 0,-1 0 1 0 0,0 0-1 0 0,0-1 1 0 0,0 0-1 0 0,0 0 0 0 0,-1-1 1 0 0,1 0-1 0 0,-1 0 1 0 0,0 0-1 0 0,0-1 0 0 0,0 0 1 0 0,0 0-1 0 0,-1-1 1 0 0,1 0-1 0 0,-11 0 0 0 0,5-1-219 0 0,11 1-32 0 0,-1-1-1 0 0,1 0 0 0 0,0 0 0 0 0,0 0 1 0 0,0 0-1 0 0,-1 0 0 0 0,1 0 0 0 0,0 0 1 0 0,0-1-1 0 0,0 1 0 0 0,-4-3 1 0 0,-3-1-7 0 0,6 3-9 0 0,1 0 0 0 0,0 0 0 0 0,-1 0 0 0 0,1-1 1 0 0,0 1-1 0 0,0-1 0 0 0,-1 1 0 0 0,1-1 0 0 0,1 0 0 0 0,-1 0 0 0 0,0 0 0 0 0,0 0 1 0 0,1 0-1 0 0,-1 0 0 0 0,1-1 0 0 0,0 1 0 0 0,-1 0 0 0 0,0-5 0 0 0,1 3-16 0 0,0-1 0 0 0,0 0 0 0 0,1 1 0 0 0,-1-1 0 0 0,1 1-1 0 0,0-1 1 0 0,0 0 0 0 0,1 1 0 0 0,2-10 0 0 0,2-4-55 0 0,1 0 1 0 0,1 0-1 0 0,1 0 0 0 0,10-16 1 0 0,-18 33 74 0 0,47-82-378 0 0,27-54 104 0 0,-72 132 263 0 0,0-1 0 0 0,0 1 0 0 0,0-1 0 0 0,0 1 0 0 0,-1-1 0 0 0,0 1 0 0 0,-1-1 0 0 0,1 0 0 0 0,-1 1 0 0 0,0-1 0 0 0,0 0 0 0 0,-1 1 0 0 0,-1-11 0 0 0,1 13-55 0 0,0 0-1 0 0,0 0 1 0 0,-1 0 0 0 0,1 0 0 0 0,0 0 0 0 0,-1 1-1 0 0,0-1 1 0 0,0 0 0 0 0,0 1 0 0 0,0-1-1 0 0,0 1 1 0 0,0 0 0 0 0,-1 0 0 0 0,1-1 0 0 0,-1 2-1 0 0,0-1 1 0 0,1 0 0 0 0,-1 0 0 0 0,0 1-1 0 0,0 0 1 0 0,0 0 0 0 0,0-1 0 0 0,0 2 0 0 0,0-1-1 0 0,-6-1 1 0 0,0 1-480 0 0,0 0-1 0 0,0 1 1 0 0,0 0 0 0 0,0 1-1 0 0,0-1 1 0 0,0 2-1 0 0,-18 4 1 0 0,22-5-66 0 0,-1 1-1 0 0,1 0 1 0 0,-1 0 0 0 0,1 1-1 0 0,0 0 1 0 0,0-1 0 0 0,0 2-1 0 0,0-1 1 0 0,0 1 0 0 0,1-1-1 0 0,0 1 1 0 0,0 0 0 0 0,-7 9-1 0 0,10-11-224 0 0,-5 9-824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23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94 1368 0 0,'16'-2'16747'0'0,"74"-11"-11663"0"0,49-13-4868 0 0,-57 10-390 0 0,-78 16-33 0 0,72-17-3274 0 0,-28-3-6513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24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46 848 0 0,'-33'-24'13040'0'0,"10"6"-6161"0"0,22 18-6771 0 0,1-1 1 0 0,-1 1 0 0 0,1-1 0 0 0,-1 1 0 0 0,1 0-1 0 0,-1 0 1 0 0,1-1 0 0 0,-1 1 0 0 0,1 0 0 0 0,-1 0-1 0 0,1 0 1 0 0,-1-1 0 0 0,0 1 0 0 0,1 0 0 0 0,-1 0-1 0 0,1 0 1 0 0,-1 0 0 0 0,0 0 0 0 0,1 0-1 0 0,-1 0 1 0 0,1 0 0 0 0,-1 1 0 0 0,0-1 0 0 0,1 0-1 0 0,-1 0 1 0 0,1 0 0 0 0,-1 1 0 0 0,1-1 0 0 0,-1 0-1 0 0,1 0 1 0 0,-1 1 0 0 0,1-1 0 0 0,-1 0 0 0 0,1 1-1 0 0,-1-1 1 0 0,1 1 0 0 0,0-1 0 0 0,-1 1 0 0 0,-14 75 4202 0 0,3 44-2292 0 0,2-26-1341 0 0,6-55-563 0 0,-20 163-2186 0 0,13-67-8993 0 0,13-113 2460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24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34 149 24 0 0,'21'-67'12861'0'0,"-17"50"-8435"0"0,1-1 0 0 0,11-24 0 0 0,-16 42-4408 0 0,0 0 0 0 0,0 0-1 0 0,0 0 1 0 0,0-1 0 0 0,0 1 0 0 0,0 0-1 0 0,0 0 1 0 0,0 0 0 0 0,0 0 0 0 0,0 0 0 0 0,0-1-1 0 0,0 1 1 0 0,1 0 0 0 0,-1 0 0 0 0,0 0-1 0 0,0 0 1 0 0,0 0 0 0 0,0-1 0 0 0,0 1 0 0 0,0 0-1 0 0,0 0 1 0 0,0 0 0 0 0,0 0 0 0 0,0 0-1 0 0,1 0 1 0 0,-1 0 0 0 0,0-1 0 0 0,0 1-1 0 0,0 0 1 0 0,0 0 0 0 0,0 0 0 0 0,0 0 0 0 0,1 0-1 0 0,-1 0 1 0 0,0 0 0 0 0,0 0 0 0 0,0 0-1 0 0,0 0 1 0 0,1 0 0 0 0,-1 0 0 0 0,0 0 0 0 0,0 0-1 0 0,0 0 1 0 0,0 0 0 0 0,0 0 0 0 0,1 0-1 0 0,-1 0 1 0 0,0 0 0 0 0,0 0 0 0 0,0 0-1 0 0,0 0 1 0 0,0 0 0 0 0,1 0 0 0 0,-1 0 0 0 0,0 0-1 0 0,0 1 1 0 0,0-1 0 0 0,0 0 0 0 0,0 0-1 0 0,0 0 1 0 0,1 0 0 0 0,-1 0 0 0 0,0 0 0 0 0,0 0-1 0 0,0 1 1 0 0,4 16 2237 0 0,-2 23 921 0 0,-3 13-4172 0 0,-16 92-1 0 0,-23 52-2818 0 0,7-42 1642 0 0,31-142-407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24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0 163 696 0 0,'2'-53'11082'0'0,"1"0"-1374"0"0,2 20-6387 0 0,-5 32-3274 0 0,1-1-1 0 0,0 1 1 0 0,0 0 0 0 0,-1-1-1 0 0,1 1 1 0 0,0 0-1 0 0,0-1 1 0 0,0 1 0 0 0,0 0-1 0 0,1 0 1 0 0,-1 0 0 0 0,0 0-1 0 0,0 0 1 0 0,1 0 0 0 0,-1 1-1 0 0,0-1 1 0 0,1 0 0 0 0,-1 1-1 0 0,1-1 1 0 0,-1 1 0 0 0,1-1-1 0 0,-1 1 1 0 0,1-1-1 0 0,-1 1 1 0 0,3 0 0 0 0,34-1 60 0 0,-38 1-99 0 0,7 1 2 0 0,0 0-1 0 0,-1 0 1 0 0,1 0 0 0 0,0 1-1 0 0,-1-1 1 0 0,0 2-1 0 0,1-1 1 0 0,-1 1 0 0 0,0 0-1 0 0,0 0 1 0 0,0 0 0 0 0,-1 1-1 0 0,1 0 1 0 0,-1 0-1 0 0,0 1 1 0 0,0-1 0 0 0,0 1-1 0 0,-1 0 1 0 0,7 10-1 0 0,-7-9 87 0 0,-1 1-1 0 0,0-1 0 0 0,0 1 0 0 0,-1 0 1 0 0,0 0-1 0 0,0 0 0 0 0,0 0 0 0 0,-1 0 1 0 0,0 0-1 0 0,-1 0 0 0 0,1 1 0 0 0,-2-1 1 0 0,1 0-1 0 0,-1 0 0 0 0,0 0 0 0 0,0 0 1 0 0,-4 14-1 0 0,0-8 146 0 0,0 1 0 0 0,-1-1 0 0 0,0 0 0 0 0,-1 0 0 0 0,-14 20 0 0 0,-54 53 2084 0 0,-5 2-1371 0 0,81-88-954 0 0,-1 0 0 0 0,0 0 0 0 0,0 0 0 0 0,0 0 0 0 0,1 0 0 0 0,-1 0 0 0 0,0 0 0 0 0,0 0 0 0 0,0 0 0 0 0,1 0 0 0 0,-1 0 0 0 0,0 0 0 0 0,0 0 0 0 0,0 0 0 0 0,1 0 0 0 0,-1 0 0 0 0,0 0 0 0 0,0 0 0 0 0,0 1 0 0 0,1-1 0 0 0,-1 0 0 0 0,0 0 0 0 0,0 0 0 0 0,0 0 0 0 0,0 0 0 0 0,1 0 0 0 0,-1 1 0 0 0,0-1 0 0 0,0 0 0 0 0,0 0 0 0 0,0 0 0 0 0,0 0 0 0 0,0 1 0 0 0,1-1 0 0 0,-1 0 0 0 0,0 0 0 0 0,0 0 0 0 0,0 1 0 0 0,0-1 0 0 0,0 0 0 0 0,0 0 0 0 0,0 0 0 0 0,0 1 0 0 0,0-1 0 0 0,0 0 0 0 0,0 0 0 0 0,0 0 0 0 0,0 1 0 0 0,0-1 0 0 0,0 0 0 0 0,0 0 0 0 0,0 0 0 0 0,0 1 0 0 0,0-1 0 0 0,-1 0 0 0 0,1 0 0 0 0,0 0 0 0 0,0 0 0 0 0,0 1 0 0 0,0-1 0 0 0,0 0 0 0 0,0 0 0 0 0,0 0 0 0 0,-1 1 0 0 0,17-5 0 0 0,85-37-2100 0 0,134-63-8351 0 0,-185 80 3577 0 0,-1-1-4064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24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470 82 4692 0 0,'-32'-81'19088'0'0,"45"86"-16878"0"0,-9-1-1834 0 0,1 0 0 0 0,-1 0 0 0 0,-1 0 0 0 0,1 1 0 0 0,-1-1-1 0 0,6 10 1 0 0,4 6 335 0 0,15 22-447 0 0,-1 2 0 0 0,-3 0 1 0 0,-1 2-1 0 0,-2 1 0 0 0,-3 0 0 0 0,-1 2 1 0 0,-3 0-1 0 0,-2 0 0 0 0,-1 1 0 0 0,-4 1 1 0 0,-1 0-1 0 0,-2 94 0 0 0,-8-67-1101 0 0,-23 130 0 0 0,11-132-872 0 0,-4-2 1 0 0,-2 0 0 0 0,-55 121-1 0 0,51-141 574 0 0,-3 0 1 0 0,-2-1-1 0 0,-2-3 0 0 0,-2 0 1 0 0,-3-2-1 0 0,-2-2 0 0 0,-1-1 0 0 0,-3-3 1 0 0,-1-1-1 0 0,-52 35 0 0 0,15-21-8238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26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785 484 200 0 0,'-613'-34'15294'0'0,"580"31"-13585"0"0,0 2 1 0 0,-60 6-1 0 0,93-5-1682 0 0,0 0 0 0 0,-1 0 0 0 0,1 0 0 0 0,-1 0-1 0 0,1 0 1 0 0,-1 0 0 0 0,1 0 0 0 0,-1 0 0 0 0,1 0 0 0 0,-1 0 0 0 0,1 1 0 0 0,-1-1 0 0 0,1 0 0 0 0,-1 0 0 0 0,1 0 0 0 0,0 1 0 0 0,-1-1-1 0 0,1 0 1 0 0,-1 1 0 0 0,1-1 0 0 0,0 0 0 0 0,-1 1 0 0 0,1-1 0 0 0,0 0 0 0 0,0 1 0 0 0,-1-1 0 0 0,1 1 0 0 0,0-1 0 0 0,0 0 0 0 0,-1 1-1 0 0,1-1 1 0 0,0 1 0 0 0,0-1 0 0 0,0 1 0 0 0,0-1 0 0 0,0 1 0 0 0,0-1 0 0 0,0 1 0 0 0,0-1 0 0 0,0 1 0 0 0,0-1 0 0 0,0 1-1 0 0,0-1 1 0 0,0 0 0 0 0,0 1 0 0 0,0-1 0 0 0,0 1 0 0 0,0-1 0 0 0,1 1 0 0 0,-1-1 0 0 0,0 1 0 0 0,0-1 0 0 0,1 0 0 0 0,-1 1 0 0 0,0-1-1 0 0,1 1 1 0 0,-1-1 0 0 0,0 0 0 0 0,1 1 0 0 0,-1-1 0 0 0,1 1 0 0 0,2 1 126 0 0,-1 1-1 0 0,1-1 1 0 0,0 1 0 0 0,0-1 0 0 0,0 0-1 0 0,5 2 1 0 0,15 3 130 0 0,1 0 1 0 0,0-2-1 0 0,0-1 0 0 0,0-1 1 0 0,41-1-1 0 0,-52-1-207 0 0,355-5 461 0 0,1-24-393 0 0,-273 20-94 0 0,236-20 18 0 0,1706-125 215 0 0,2013-7-127 0 0,-1606 128-71 0 0,-540 10-348 0 0,1050-19-699 0 0,-2336 24-969 0 0,-464 2 73 0 0,-66 5-4499 0 0,-121 15-6327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26.6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63 304 0 0,'-2'1'3296'0'0,"-47"15"14037"0"0,44-12-15828 0 0,-2 3-142 0 0,8-7-1353 0 0,-1 1 0 0 0,0-1-1 0 0,1 0 1 0 0,-1 1 0 0 0,1-1 0 0 0,-1 0 0 0 0,0 1-1 0 0,1-1 1 0 0,-1 0 0 0 0,1 0 0 0 0,-1 1 0 0 0,1-1-1 0 0,-1 0 1 0 0,0 0 0 0 0,1 0 0 0 0,-1 0 0 0 0,1 1-1 0 0,-1-1 1 0 0,1 0 0 0 0,-1 0 0 0 0,1 0 0 0 0,-1 0-1 0 0,1 0 1 0 0,-1 0 0 0 0,1 0 0 0 0,-1 0 0 0 0,2-1 0 0 0,41 1 105 0 0,0-2 1 0 0,59-11-1 0 0,-49 6-65 0 0,299-44 735 0 0,-345 50-1110 0 0,-1 0 0 0 0,1-1 1 0 0,-1 0-1 0 0,0 0 0 0 0,1 0 0 0 0,-1-1 1 0 0,9-5-1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26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56 3856 0 0,'34'-55'20687'0'0,"-31"63"-18970"0"0,-3 5-925 0 0,0-1 0 0 0,0 1 0 0 0,-1 0 0 0 0,-1-1 0 0 0,-5 22 0 0 0,2-10-306 0 0,-48 211 1021 0 0,-16 101-4477 0 0,69-336 2892 0 0,-2 16-1155 0 0,1-1 0 0 0,0 24 1 0 0,2-35 521 0 0,-1 1 1 0 0,1 0-1 0 0,0-1 1 0 0,1 1 0 0 0,1 6-1 0 0,-2-10-44 0 0,0 1 0 0 0,0 0-1 0 0,0 0 1 0 0,0 0-1 0 0,0 0 1 0 0,13 10-4533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27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352 162 2616 0 0,'13'-17'2339'0'0,"-3"4"442"0"0,0-1 1 0 0,13-26-1 0 0,-21 37-2302 0 0,-1-1 0 0 0,1 1 0 0 0,-1-1 0 0 0,0 0 0 0 0,0 1 0 0 0,0-1 0 0 0,0 0 0 0 0,-1 0 0 0 0,1 0 0 0 0,-1 0 0 0 0,0 0 0 0 0,0 0 0 0 0,-1 0 0 0 0,1 0 0 0 0,-1 1 0 0 0,0-1 0 0 0,-1-4 0 0 0,2 8-420 0 0,-1-1-1 0 0,1 1 1 0 0,0-1-1 0 0,-1 1 1 0 0,1-1-1 0 0,-1 1 0 0 0,1 0 1 0 0,-1-1-1 0 0,1 1 1 0 0,-1 0-1 0 0,1 0 1 0 0,-1-1-1 0 0,1 1 0 0 0,-1 0 1 0 0,1 0-1 0 0,-1 0 1 0 0,0-1-1 0 0,1 1 1 0 0,-1 0-1 0 0,1 0 0 0 0,-1 0 1 0 0,0 0-1 0 0,1 0 1 0 0,-1 0-1 0 0,0 1 1 0 0,-15 2 688 0 0,6 1-415 0 0,1 1 0 0 0,-1 0 0 0 0,1 0 0 0 0,1 1 0 0 0,-1 0 0 0 0,-10 10 0 0 0,-43 48 708 0 0,61-63-1027 0 0,-38 43 693 0 0,-59 87 0 0 0,80-102-579 0 0,1 1 0 0 0,1 1-1 0 0,1 0 1 0 0,-15 48-1 0 0,27-68-92 0 0,0 1 1 0 0,0 0-1 0 0,1 0 0 0 0,1 0 1 0 0,0 0-1 0 0,0 0 0 0 0,1 1 0 0 0,3 17 1 0 0,-2-25-27 0 0,0 0 0 0 0,0 0 0 0 0,1 0 0 0 0,-1 0 0 0 0,1 0 0 0 0,0 0 0 0 0,1-1 0 0 0,-1 1 0 0 0,1-1 0 0 0,0 0 0 0 0,0 0 0 0 0,0 0 0 0 0,1 0 1 0 0,-1 0-1 0 0,1-1 0 0 0,0 1 0 0 0,0-1 0 0 0,0 0 0 0 0,0-1 0 0 0,1 1 0 0 0,-1-1 0 0 0,7 3 0 0 0,-1-1-31 0 0,-1-2 0 0 0,1 0 0 0 0,-1 0-1 0 0,1 0 1 0 0,0-1 0 0 0,-1-1 0 0 0,1 0 0 0 0,0 0-1 0 0,0 0 1 0 0,-1-2 0 0 0,1 1 0 0 0,0-1 0 0 0,-1 0 0 0 0,13-6-1 0 0,-16 6 13 0 0,0 0-1 0 0,-1 0 1 0 0,1-1-1 0 0,-1 0 1 0 0,0 0-1 0 0,1-1 1 0 0,-2 1-1 0 0,1-1 1 0 0,0 0-1 0 0,-1 0 1 0 0,1-1-1 0 0,-1 1 1 0 0,0-1-1 0 0,-1 0 1 0 0,1 0-1 0 0,-1 0 1 0 0,0-1-1 0 0,0 1 1 0 0,-1-1-1 0 0,0 0 1 0 0,0 1-1 0 0,0-1 1 0 0,2-10-1 0 0,-4 12 2 0 0,0 0 0 0 0,0 0 0 0 0,-1 0 0 0 0,1 0 0 0 0,-1 0 0 0 0,0 0 0 0 0,0 0 0 0 0,0 1 0 0 0,0-1 1 0 0,-1 0-1 0 0,1 1 0 0 0,-1-1 0 0 0,0 1 0 0 0,0-1 0 0 0,-1 1 0 0 0,1 0 0 0 0,0 0 0 0 0,-1 0 0 0 0,0 0 0 0 0,0 1 0 0 0,0-1 0 0 0,0 1 0 0 0,0-1 0 0 0,0 1 0 0 0,-6-2 0 0 0,-9-6-787 0 0,0 1 0 0 0,-1 1 0 0 0,-33-9 0 0 0,28 10-1022 0 0,14 4 123 0 0,-11-6-2640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27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509 112 2180 0 0,'2'-30'5040'0'0,"4"-33"5849"0"0,-6 62-10719 0 0,0 0 1 0 0,1 0-1 0 0,-1 0 0 0 0,0 0 1 0 0,0 1-1 0 0,1-1 0 0 0,-1 0 1 0 0,1 0-1 0 0,-1 1 0 0 0,0-1 1 0 0,1 0-1 0 0,-1 0 0 0 0,1 1 1 0 0,0-1-1 0 0,-1 0 0 0 0,1 1 1 0 0,0-1-1 0 0,-1 1 0 0 0,1-1 1 0 0,0 1-1 0 0,0-1 0 0 0,-1 1 1 0 0,1 0-1 0 0,1-1 0 0 0,0 0 16 0 0,1 1 0 0 0,-1 0 0 0 0,0 0 0 0 0,0 0 0 0 0,0 0 0 0 0,0 0 1 0 0,0 0-1 0 0,0 1 0 0 0,0-1 0 0 0,3 1 0 0 0,3 2 303 0 0,0 0 0 0 0,0 1 0 0 0,14 8 0 0 0,2 4-244 0 0,-1 2 0 0 0,-1 0 1 0 0,-1 1-1 0 0,-1 1 0 0 0,0 1 1 0 0,-2 1-1 0 0,0 0 0 0 0,-1 1 0 0 0,-2 1 1 0 0,0 1-1 0 0,-2 0 0 0 0,-1 1 1 0 0,11 31-1 0 0,-10-19 51 0 0,-2 0 1 0 0,-2 1-1 0 0,-1 0 0 0 0,-2 1 0 0 0,-2-1 1 0 0,-2 1-1 0 0,-1 0 0 0 0,-2 0 1 0 0,-6 40-1 0 0,-3-22-825 0 0,-2 0-1 0 0,-3-1 1 0 0,-2-1 0 0 0,-3-1 0 0 0,-2 0-1 0 0,-2-2 1 0 0,-3 0 0 0 0,-2-2-1 0 0,-50 67 1 0 0,49-78-105 0 0,-2-1 0 0 0,-2-2-1 0 0,-2-1 1 0 0,-1-1 0 0 0,-1-3 0 0 0,-2-1-1 0 0,-1-1 1 0 0,-1-3 0 0 0,-2-1 0 0 0,0-3-1 0 0,-63 24 1 0 0,42-26-6084 0 0,0-7-4023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27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569 124 496 0 0,'51'-114'11352'0'0,"-50"105"-8053"0"0,-9 13-2081 0 0,-10 14-208 0 0,-32 45 704 0 0,3 2-1 0 0,-41 76 1 0 0,-64 148 591 0 0,148-282-2254 0 0,-52 108 833 0 0,-79 228 0 0 0,119-289-763 0 0,2 0 0 0 0,2 1-1 0 0,3 1 1 0 0,2 0 0 0 0,3 0 0 0 0,5 102 0 0 0,3-120-130 0 0,2-1-1 0 0,1 0 1 0 0,2 0 0 0 0,1 0-1 0 0,2-1 1 0 0,31 63 0 0 0,-29-74-851 0 0,1 0 1 0 0,0-2-1 0 0,36 41 0 0 0,-35-47-926 0 0,1 0-1 0 0,0-1 0 0 0,2-1 0 0 0,-1-1 1 0 0,24 13-1 0 0,10 0-9071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28.7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1792 0 0,'0'0'17278'0'0,"0"0"-17256"0"0,0 1-1 0 0,0-1 0 0 0,0 0 1 0 0,0 1-1 0 0,0-1 0 0 0,0 1 1 0 0,0-1-1 0 0,0 0 0 0 0,0 1 1 0 0,0-1-1 0 0,0 0 0 0 0,1 1 0 0 0,-1-1 1 0 0,0 0-1 0 0,0 1 0 0 0,0-1 1 0 0,0 0-1 0 0,1 1 0 0 0,-1-1 1 0 0,0 0-1 0 0,0 1 0 0 0,1-1 1 0 0,-1 0-1 0 0,0 0 0 0 0,0 1 1 0 0,1-1-1 0 0,-1 0 0 0 0,1 0 0 0 0,17 4 24 0 0,0-2 0 0 0,1 0 0 0 0,-1-1 0 0 0,1-1 0 0 0,35-5 0 0 0,-10 2-528 0 0,-36 3 230 0 0,99-4-2922 0 0,-36 8-5385 0 0,-58-2 3477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28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0 80 0 0,'-57'34'9408'0'0,"-86"39"0"0"0,134-69-8358 0 0,10-1-417 0 0,19-1-229 0 0,34-6-307 0 0,214-34-1087 0 0,-88 9-5796 0 0,-135 21 3398 0 0,11-2-4124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34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72 2228 0 0,'-34'14'24522'0'0,"44"-11"-23857"0"0,14-2-366 0 0,1-2-1 0 0,-1 0 1 0 0,0-2-1 0 0,42-10 1 0 0,0 1-158 0 0,138-20-736 0 0,-72 11-2742 0 0,-112 15 750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34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54 596 0 0,'-64'-54'18118'0'0,"63"54"-18023"0"0,0 0-1 0 0,0 0 0 0 0,1 1 1 0 0,-1-1-1 0 0,0 0 0 0 0,0 0 1 0 0,1 1-1 0 0,-1-1 0 0 0,0 0 1 0 0,1 1-1 0 0,-1-1 0 0 0,0 1 1 0 0,1-1-1 0 0,-1 1 0 0 0,0-1 1 0 0,1 1-1 0 0,-1-1 0 0 0,1 1 1 0 0,-1 0-1 0 0,1-1 0 0 0,-1 1 1 0 0,1 0-1 0 0,0-1 0 0 0,-1 1 1 0 0,1 0-1 0 0,-1 1 0 0 0,-4 23 1116 0 0,-31 217 2670 0 0,13-96-4248 0 0,18-108-646 0 0,-1 41 0 0 0,10-19-2748 0 0,-3-49 1343 0 0,2 0-1 0 0,-1 0 1 0 0,5 11 0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35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373 148 572 0 0,'4'-9'2143'0'0,"-1"1"0"0"0,0-1 0 0 0,0 1 0 0 0,0-1 0 0 0,-1 0 0 0 0,1-17 0 0 0,5-15 2445 0 0,-29 57-3825 0 0,-25 36-149 0 0,-46 52 294 0 0,-80 119 1 0 0,159-204-875 0 0,2 0 1 0 0,0 1-1 0 0,-13 32 1 0 0,22-47-25 0 0,0 0 1 0 0,0 0-1 0 0,1 1 1 0 0,-1-1 0 0 0,1 1-1 0 0,1-1 1 0 0,-1 1-1 0 0,1-1 1 0 0,0 1-1 0 0,0 0 1 0 0,0-1-1 0 0,1 1 1 0 0,0-1-1 0 0,0 1 1 0 0,1-1-1 0 0,-1 0 1 0 0,1 1-1 0 0,0-1 1 0 0,4 7 0 0 0,-3-8-5 0 0,1 0 0 0 0,0 0 0 0 0,-1 0 0 0 0,1-1 0 0 0,1 1 0 0 0,-1-1 0 0 0,0 0 1 0 0,1 0-1 0 0,0-1 0 0 0,-1 1 0 0 0,1-1 0 0 0,0 0 0 0 0,0 0 0 0 0,1-1 1 0 0,-1 1-1 0 0,0-1 0 0 0,10 0 0 0 0,5 1 4 0 0,0-1 0 0 0,0-1 0 0 0,28-3 0 0 0,-24 0 5 0 0,0-2 0 0 0,0 0 0 0 0,0-1 0 0 0,-1-1 0 0 0,0-1 0 0 0,0-1 0 0 0,-1-2 0 0 0,0 0 0 0 0,-1-1 0 0 0,0-1 0 0 0,22-18 0 0 0,-31 21-9 0 0,-1 1 1 0 0,0-2-1 0 0,-1 0 0 0 0,0 0 0 0 0,-1-1 0 0 0,0 0 1 0 0,-1 0-1 0 0,0-1 0 0 0,-1 0 0 0 0,0-1 0 0 0,-1 1 1 0 0,-1-1-1 0 0,0-1 0 0 0,-1 1 0 0 0,0-1 0 0 0,-1 1 1 0 0,-1-1-1 0 0,0 0 0 0 0,-1-21 0 0 0,-2 25-61 0 0,0-1 0 0 0,-1 1-1 0 0,0 0 1 0 0,-1 0 0 0 0,0 0 0 0 0,-1 0-1 0 0,0 1 1 0 0,0 0 0 0 0,-1-1-1 0 0,-1 1 1 0 0,0 1 0 0 0,0-1 0 0 0,-1 1-1 0 0,0 0 1 0 0,0 1 0 0 0,-1 0-1 0 0,0 0 1 0 0,-10-7 0 0 0,3 3-720 0 0,0 1 1 0 0,-1 1-1 0 0,-1 1 0 0 0,-18-9 1 0 0,13 9-2419 0 0,-1 0 1 0 0,-40-8 0 0 0,32 10-4062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36.2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54 1856 0 0,'3'-8'3359'0'0,"5"-8"3358"0"0,14-13 1740 0 0,-22 30-8328 0 0,1 1-1 0 0,0 0 1 0 0,-1 0-1 0 0,1-1 0 0 0,-1 1 1 0 0,0 0-1 0 0,0 0 1 0 0,0 0-1 0 0,1 0 1 0 0,-2 0-1 0 0,1-1 0 0 0,0 1 1 0 0,0 0-1 0 0,-1 3 1 0 0,-9 33 742 0 0,6-27-430 0 0,-53 159 1352 0 0,33-108-1535 0 0,4 1-1 0 0,-15 77 1 0 0,34-139-255 0 0,1 0 0 0 0,0 0 0 0 0,0 0 0 0 0,0 0 0 0 0,0 0 1 0 0,1 0-1 0 0,-1 0 0 0 0,0 0 0 0 0,0 1 0 0 0,1-1 0 0 0,-1 0 0 0 0,0 0 1 0 0,1 0-1 0 0,-1-1 0 0 0,1 1 0 0 0,-1 0 0 0 0,1 0 0 0 0,0 0 0 0 0,-1 0 0 0 0,1 0 1 0 0,0-1-1 0 0,0 1 0 0 0,0 0 0 0 0,-1-1 0 0 0,1 1 0 0 0,0 0 0 0 0,0-1 1 0 0,0 1-1 0 0,0-1 0 0 0,0 1 0 0 0,0-1 0 0 0,0 0 0 0 0,0 1 0 0 0,0-1 1 0 0,2 0-1 0 0,3 1-8 0 0,1 1 1 0 0,-1-2-1 0 0,1 1 0 0 0,7-1 1 0 0,-12 0-6 0 0,25 0-315 0 0,0-2 0 0 0,0 0 0 0 0,0-2 0 0 0,0-1 0 0 0,0-1 1 0 0,-1-1-1 0 0,38-16 0 0 0,-57 19 279 0 0,0 0 0 0 0,0 0 0 0 0,0 0 0 0 0,0-1 1 0 0,-1 0-1 0 0,0-1 0 0 0,0 1 0 0 0,0-1 0 0 0,-1 0 0 0 0,0 0 0 0 0,7-11 1 0 0,0-4 456 0 0,-2 1 0 0 0,13-36 1 0 0,-14 33 657 0 0,-5 11-495 0 0,2-6 186 0 0,-4 17-476 0 0,-2 11-107 0 0,-2 10 120 0 0,-1 0-1 0 0,-11 35 0 0 0,2-10-105 0 0,-39 172-1000 0 0,0 1-4908 0 0,36-160 1822 0 0,4-19-1749 0 0,0 4-4190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36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145 690 1980 0 0,'-125'-60'14432'0'0,"105"54"-10802"0"0,20 6-3599 0 0,0 0 1 0 0,0 0-1 0 0,0 0 0 0 0,0 0 0 0 0,0 0 1 0 0,0 0-1 0 0,0 0 0 0 0,0 1 0 0 0,0-1 1 0 0,0 0-1 0 0,0 0 0 0 0,0 0 0 0 0,0 0 1 0 0,0 0-1 0 0,0 0 0 0 0,0 0 0 0 0,0 0 0 0 0,1 1 83 0 0,1 0-1 0 0,-1 0 1 0 0,0 0-1 0 0,0 0 1 0 0,1 0-1 0 0,-1 0 1 0 0,0-1-1 0 0,1 1 1 0 0,-1-1-1 0 0,1 1 1 0 0,-1-1-1 0 0,1 1 1 0 0,2-1-1 0 0,28 3 377 0 0,-1-2-1 0 0,1-1 0 0 0,52-7 1 0 0,-22 1-235 0 0,812-82 795 0 0,-417 37-930 0 0,1799-145 80 0 0,-1373 126-138 0 0,1677-94-1321 0 0,-2043 138-656 0 0,-177-2-4153 0 0,-321 25 3597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37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53 2312 0 0,'-56'15'12824'0'0,"52"-14"-11789"0"0,1-1-1 0 0,0 1 1 0 0,0 0 0 0 0,0 0 0 0 0,-1 1-1 0 0,1-1 1 0 0,-6 4 3092 0 0,37-5-3971 0 0,0-1-1 0 0,39-6 1 0 0,-17 1-63 0 0,167-21 26 0 0,30-3 1009 0 0,-199 23-942 0 0,-45 7-517 0 0,5-1-181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37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72 1428 0 0,'44'-71'21851'0'0,"-44"71"-21808"0"0,0 0 1 0 0,1 0-1 0 0,-1 1 0 0 0,0-1 1 0 0,0 0-1 0 0,0 0 1 0 0,1 0-1 0 0,-1 1 0 0 0,0-1 1 0 0,0 0-1 0 0,0 0 0 0 0,1 1 1 0 0,-1-1-1 0 0,0 0 0 0 0,0 0 1 0 0,0 1-1 0 0,0-1 0 0 0,0 0 1 0 0,0 0-1 0 0,0 1 0 0 0,0-1 1 0 0,0 0-1 0 0,0 1 0 0 0,1-1 1 0 0,-2 0-1 0 0,1 1 1 0 0,0-1-1 0 0,0 0 0 0 0,-5 34 887 0 0,-2 0 0 0 0,-2-1 0 0 0,-22 57 1 0 0,-6 22-531 0 0,22-62-878 0 0,-11 46-1120 0 0,24-83 563 0 0,0-1 1 0 0,0 1 0 0 0,2 0 0 0 0,-1-1-1 0 0,3 22 1 0 0,-1-30-216 0 0,0 0-1 0 0,0 0 0 0 0,0 0 1 0 0,0 0-1 0 0,0-1 1 0 0,3 6-1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38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302 147 388 0 0,'13'-21'4058'0'0,"0"0"0"0"0,-2-1 0 0 0,0 0 0 0 0,12-36 0 0 0,-23 56-3450 0 0,-3 3-406 0 0,1 1 1 0 0,-1-1-1 0 0,1 1 1 0 0,0 0-1 0 0,-1 0 1 0 0,1 0-1 0 0,0 1 1 0 0,0-1-1 0 0,0 0 0 0 0,0 1 1 0 0,1-1-1 0 0,-3 4 1 0 0,0 0 197 0 0,2-4-334 0 0,-156 211 3099 0 0,132-173-3013 0 0,1 2 1 0 0,2 0 0 0 0,-26 67 0 0 0,46-101-126 0 0,1 0 1 0 0,-1 0-1 0 0,1 0 0 0 0,1 1 1 0 0,0-1-1 0 0,0 0 1 0 0,0 1-1 0 0,1-1 0 0 0,2 16 1 0 0,-1-20-18 0 0,-1-1 1 0 0,1 0 0 0 0,0 0 0 0 0,0 1-1 0 0,1-1 1 0 0,-1 0 0 0 0,1 0-1 0 0,0 0 1 0 0,-1 0 0 0 0,1-1 0 0 0,0 1-1 0 0,1 0 1 0 0,-1-1 0 0 0,0 1 0 0 0,1-1-1 0 0,0 0 1 0 0,-1 0 0 0 0,1 0-1 0 0,0 0 1 0 0,0 0 0 0 0,0-1 0 0 0,0 1-1 0 0,0-1 1 0 0,1 0 0 0 0,-1 0 0 0 0,6 1-1 0 0,0-1-6 0 0,1 0 0 0 0,-1 0 0 0 0,1-1 0 0 0,-1 0 0 0 0,1-1 0 0 0,-1 0 0 0 0,0-1 1 0 0,1 0-1 0 0,-1 0 0 0 0,0-1 0 0 0,0 0 0 0 0,0-1 0 0 0,-1 0 0 0 0,1 0 0 0 0,-1-1 0 0 0,0 0 0 0 0,0 0 0 0 0,0-1 0 0 0,-1 0 0 0 0,0 0 0 0 0,0-1 0 0 0,-1 0 0 0 0,1 0 0 0 0,7-12 0 0 0,-14 18-14 0 0,1 0 0 0 0,0-1-1 0 0,0 1 1 0 0,-1 0 0 0 0,1-1 0 0 0,-1 1-1 0 0,1 0 1 0 0,-1-1 0 0 0,0 1 0 0 0,1-1-1 0 0,-1 1 1 0 0,0-1 0 0 0,0 1 0 0 0,0-1 0 0 0,0 1-1 0 0,0 0 1 0 0,0-1 0 0 0,-1 1 0 0 0,1-1-1 0 0,0 1 1 0 0,-1-1 0 0 0,1 1 0 0 0,-1 0-1 0 0,0-1 1 0 0,1 1 0 0 0,-1 0 0 0 0,0 0 0 0 0,-1-2-1 0 0,1 2-64 0 0,-1-1 1 0 0,0 1-1 0 0,1 0 0 0 0,-1 0 0 0 0,0 0 0 0 0,0 0 0 0 0,0 0 0 0 0,0 0 0 0 0,0 1 0 0 0,0-1 1 0 0,0 1-1 0 0,0-1 0 0 0,0 1 0 0 0,0 0 0 0 0,-1 0 0 0 0,1-1 0 0 0,0 2 0 0 0,-4-1 0 0 0,-13 3-957 0 0,-1 1 0 0 0,1 0-1 0 0,0 1 1 0 0,-34 15-1 0 0,-9 10-2999 0 0,3 2-3310 0 0,26-13-822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39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86 1716 0 0,'-47'-5'8326'0'0,"43"5"-7189"0"0,-14-5 6262 0 0,18 5-7315 0 0,23-8 582 0 0,34-8-692 0 0,119-22-2177 0 0,-118 30-1603 0 0,-2 2-3433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39.9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30 1492 0 0,'-112'44'11512'0'0,"116"-46"-11252"0"0,39-13-1349 0 0,67-13 0 0 0,-52 14-2644 0 0,-5 0-1216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02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0 1332 0 0,'-23'9'1810'0'0,"-98"36"8947"0"0,119-45-10317 0 0,0 1-32 0 0,1 0-453 0 0,-17 8 1887 0 0,14-1-230 0 0,5-7-1527 0 0,-1-1 0 0 0,0 1 0 0 0,1 0-1 0 0,-1-1 1 0 0,1 1 0 0 0,-1 0 0 0 0,1-1 0 0 0,-1 1 0 0 0,1-1 0 0 0,-1 1-1 0 0,1-1 1 0 0,0 1 0 0 0,-1-1 0 0 0,1 1 0 0 0,0-1 0 0 0,0 1-1 0 0,10 4 79 0 0,0-1 0 0 0,0 0-1 0 0,0 0 1 0 0,1-1 0 0 0,-1 0-1 0 0,1-1 1 0 0,13 0 0 0 0,89 2 52 0 0,-92-4-147 0 0,178-12 53 0 0,0 0 4 0 0,-168 9-1376 0 0,-20 0-2455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02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45 1220 0 0,'27'-44'12177'0'0,"-32"66"-9731"0"0,-53 197 4660 0 0,-16 113-5927 0 0,34-162-2131 0 0,31-136-1999 0 0,9-22 604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02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425 90 1540 0 0,'80'-90'12263'0'0,"-80"91"-12190"0"0,0 0 0 0 0,1 0 0 0 0,-1 0 0 0 0,0-1 0 0 0,0 1 0 0 0,1 0 0 0 0,-1 0 0 0 0,0 0 0 0 0,0 0 0 0 0,0 0-1 0 0,0 0 1 0 0,0 0 0 0 0,-1 0 0 0 0,1 0 0 0 0,0-1 0 0 0,0 1 0 0 0,-1 0 0 0 0,1 0 0 0 0,0 0 0 0 0,-1 1 0 0 0,-16 25 649 0 0,-2-1 0 0 0,0 0 1 0 0,-36 35-1 0 0,2 0-183 0 0,-104 143 393 0 0,123-154-781 0 0,3 1 1 0 0,-31 70-1 0 0,57-111-127 0 0,1 0-1 0 0,0 1 0 0 0,1-1 1 0 0,0 1-1 0 0,0 0 1 0 0,1 0-1 0 0,0 17 0 0 0,2-25-18 0 0,0 0 0 0 0,0 0 0 0 0,0 0 0 0 0,1 0 1 0 0,-1-1-1 0 0,1 1 0 0 0,0 0 0 0 0,-1 0 0 0 0,1-1 0 0 0,1 1 0 0 0,-1 0 0 0 0,0-1 0 0 0,1 1 0 0 0,-1-1 0 0 0,1 0 0 0 0,0 1 0 0 0,-1-1 0 0 0,1 0 0 0 0,0 0 0 0 0,1 0 0 0 0,-1 0 0 0 0,0-1 0 0 0,0 1 0 0 0,1 0 0 0 0,-1-1 1 0 0,1 0-1 0 0,0 0 0 0 0,-1 1 0 0 0,1-1 0 0 0,0-1 0 0 0,-1 1 0 0 0,1 0 0 0 0,5 0 0 0 0,1-1 0 0 0,0 1-1 0 0,0-1 1 0 0,1-1-1 0 0,-1 0 1 0 0,0 0 0 0 0,0-1-1 0 0,0 0 1 0 0,0 0 0 0 0,0-1-1 0 0,-1 0 1 0 0,1-1 0 0 0,10-6-1 0 0,-6 3-1 0 0,0 0 0 0 0,-1-1-1 0 0,0-1 1 0 0,0 0 0 0 0,-1-1-1 0 0,0 0 1 0 0,9-12 0 0 0,-18 20-2 0 0,-1 0-1 0 0,1 0 1 0 0,0 0 0 0 0,-1 0-1 0 0,0 0 1 0 0,1 0-1 0 0,-1-1 1 0 0,0 1 0 0 0,0 0-1 0 0,0-1 1 0 0,-1 1 0 0 0,1-1-1 0 0,-1 1 1 0 0,1-1 0 0 0,-1 1-1 0 0,0-1 1 0 0,0 1 0 0 0,0-4-1 0 0,-1 5 0 0 0,1-1 0 0 0,-1 0 0 0 0,0 1 0 0 0,0-1 0 0 0,0 1 0 0 0,0-1 0 0 0,0 1 0 0 0,-1-1 0 0 0,1 1 0 0 0,0 0 0 0 0,-1-1 0 0 0,1 1-1 0 0,-1 0 1 0 0,1 0 0 0 0,-1 0 0 0 0,1 0 0 0 0,-1 1 0 0 0,0-1 0 0 0,0 0 0 0 0,1 1 0 0 0,-1-1 0 0 0,0 1 0 0 0,0-1 0 0 0,0 1 0 0 0,-2 0 0 0 0,-9-2 9 0 0,0 1 1 0 0,0 1 0 0 0,0 0 0 0 0,0 0 0 0 0,0 1 0 0 0,0 1 0 0 0,-22 6 0 0 0,-1 2-1057 0 0,-49 22 0 0 0,60-20-820 0 0,-4 1-4829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03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0 2952 0 0,'-4'1'1376'0'0,"-7"2"2368"0"0,0 0 0 0 0,1 1 0 0 0,-18 9 1083 0 0,18-12-2990 0 0,16 2-350 0 0,21 1-804 0 0,85-5-520 0 0,49-1-3798 0 0,-55 9-6312 0 0,-74-4 1376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03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118 161 1716 0 0,'-116'77'18259'0'0,"115"-76"-17893"0"0,4 0-302 0 0,1 0 1 0 0,-1-1-1 0 0,1 0 0 0 0,-1 0 0 0 0,1 0 0 0 0,0 0 0 0 0,-1 0 1 0 0,1-1-1 0 0,-1 0 0 0 0,1 1 0 0 0,-1-1 0 0 0,6-3 1 0 0,0 1 16 0 0,383-111-3067 0 0,-101 28-5671 0 0,-185 55 1447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06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361 149 1000 0 0,'-264'53'13564'0'0,"168"-36"-6627"0"0,103-18-5597 0 0,27-3-517 0 0,49-8-685 0 0,645-74 773 0 0,3 34-727 0 0,22-5 132 0 0,-727 52-1983 0 0,-18 4-1114 0 0,-27 11 684 0 0,-46 19-7288 0 0,32-15 2506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06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43 144 1992 0 0,'-13'-60'11644'0'0,"10"42"-8085"0"0,-1 0 0 0 0,-10-30 1734 0 0,11 72-3533 0 0,4 137 796 0 0,-2 152-1243 0 0,-1-271-2430 0 0,0 2 3461 0 0,1-15-3893 0 0,1-4-4373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07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330 142 1204 0 0,'11'-19'3489'0'0,"-5"9"-1045"0"0,0 0 0 0 0,0 0 0 0 0,-1-1-1 0 0,0 0 1 0 0,3-12 0 0 0,-7 19-1739 0 0,1-1 0 0 0,1 0 0 0 0,-1 0 0 0 0,1 1 0 0 0,5-8 659 0 0,-4 3 204 0 0,-4 5-614 0 0,-6 9-1196 0 0,-24 25 290 0 0,2 1 1 0 0,1 1-1 0 0,2 1 0 0 0,1 1 0 0 0,-30 60 0 0 0,35-57-16 0 0,1 1-1 0 0,-17 59 0 0 0,32-86-12 0 0,0 0-1 0 0,0 0 1 0 0,1 0 0 0 0,1 1 0 0 0,0-1 0 0 0,0 0-1 0 0,2 0 1 0 0,-1 1 0 0 0,1-1 0 0 0,1 0 0 0 0,0 0-1 0 0,0 0 1 0 0,1 0 0 0 0,6 15 0 0 0,-6-21-4 0 0,-1-1-1 0 0,1 1 1 0 0,0-1 0 0 0,0 1 0 0 0,0-1 0 0 0,1 0 0 0 0,-1 0-1 0 0,1 0 1 0 0,0-1 0 0 0,0 0 0 0 0,0 1 0 0 0,1-1-1 0 0,-1-1 1 0 0,10 5 0 0 0,-6-4-3 0 0,0 0 0 0 0,0-1 0 0 0,0 0 0 0 0,0-1 0 0 0,0 1 0 0 0,0-2 0 0 0,0 1 1 0 0,0-1-1 0 0,9-1 0 0 0,-1-1 19 0 0,0-1 1 0 0,1 0-1 0 0,-2-1 0 0 0,1-1 1 0 0,0 0-1 0 0,-1-2 1 0 0,0 1-1 0 0,-1-2 1 0 0,19-11-1 0 0,-31 17-18 0 0,0 1-1 0 0,0 0 1 0 0,0-1-1 0 0,-1 0 1 0 0,1 1-1 0 0,0-1 1 0 0,-1 0-1 0 0,1 0 1 0 0,1-3-1 0 0,-3 4-7 0 0,1 0 0 0 0,-1 0-1 0 0,0 0 1 0 0,1 0 0 0 0,-1 0-1 0 0,0 0 1 0 0,0 0 0 0 0,0 0-1 0 0,0 1 1 0 0,0-1 0 0 0,0 0-1 0 0,0 0 1 0 0,0 0 0 0 0,0 0-1 0 0,0 0 1 0 0,0 0 0 0 0,-1 0-1 0 0,1-1 1 0 0,-1 0-8 0 0,-1 0-1 0 0,1 1 1 0 0,-1-1-1 0 0,1 1 1 0 0,-1-1-1 0 0,1 1 1 0 0,-1-1-1 0 0,0 1 1 0 0,0 0-1 0 0,0 0 1 0 0,0-1-1 0 0,0 2 1 0 0,0-1-1 0 0,0 0 1 0 0,0 0-1 0 0,0 1 1 0 0,0-1-1 0 0,0 1 1 0 0,-5-1-1 0 0,-24-3-945 0 0,-1 2-1 0 0,1 1 0 0 0,-50 5 1 0 0,-95 21-8460 0 0,119-15 3915 0 0,22-4-1392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08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29 1528 0 0,'-3'0'3166'0'0,"-5"1"-2295"0"0,-31 3 13919 0 0,10 0-2430 0 0,26-1-12308 0 0,17-4-52 0 0,338-34-6720 0 0,-293 34 1561 0 0,0 0-3505 0 0,-21-2-1156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5:41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82 700 0 0,'0'0'1598'0'0,"-16"-4"4048"0"0,-23 0-864 0 0,37 4-3783 0 0,-18-2 690 0 0,14 0-1206 0 0,19-2-351 0 0,29-5-128 0 0,-39 8 21 0 0,196-45 73 0 0,-196 45-93 0 0,9 2 78 0 0,-8 1 4 0 0,-10 3-38 0 0,-21 6-3 0 0,-1-2 0 0 0,-38 9 1 0 0,-79 7-46 0 0,143-25-7 0 0,22-13-32 0 0,-12 9 38 0 0,14-6-6 0 0,0 0 0 0 0,32-8 1 0 0,-49 17 14 0 0,25-12 23 0 0,-28 13-13 0 0,18-11 262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02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76 1012 0 0,'45'-74'16292'0'0,"-44"73"-16148"0"0,6 72 446 0 0,-26 221-311 0 0,-5-98-3508 0 0,14-114 398 0 0,2-22-1137 0 0,-1-2-1917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03.4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0 101 2412 0 0,'1'-2'2400'0'0,"22"-50"11650"0"0,-21 43-12041 0 0,-8 67-1797 0 0,3-39-170 0 0,1 0 0 0 0,1 38-1 0 0,2-53-36 0 0,-1 1 0 0 0,1 0 0 0 0,0-1 0 0 0,0 1 0 0 0,0-1 0 0 0,0 1 0 0 0,1-1 0 0 0,0 0 0 0 0,0 0 0 0 0,0 1 0 0 0,0-1 0 0 0,1-1 0 0 0,-1 1 0 0 0,1 0 0 0 0,0-1 0 0 0,0 1 0 0 0,5 3 0 0 0,-7-6-3 0 0,1 0 0 0 0,0 1 0 0 0,0-1 0 0 0,0 0-1 0 0,1 0 1 0 0,-1 0 0 0 0,0 0 0 0 0,0 0 0 0 0,0-1 0 0 0,1 1 0 0 0,-1-1 0 0 0,0 1 0 0 0,1-1 0 0 0,-1 0-1 0 0,1 0 1 0 0,3 0 0 0 0,-2-1-2 0 0,1 0 0 0 0,-1 0 0 0 0,0-1 0 0 0,1 1 0 0 0,-1-1 0 0 0,0 0 0 0 0,0 0 0 0 0,4-3-1 0 0,5-4 3 0 0,-1 0 0 0 0,0-2-1 0 0,0 1 1 0 0,9-13-1 0 0,7-11 804 0 0,-2-1-1 0 0,28-48 0 0 0,-40 60 616 0 0,2-2-679 0 0,-15 24-754 0 0,-21 243 351 0 0,3-85-2248 0 0,3 15-2835 0 0,4-59-4439 0 0,5-67 1191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04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39 696 0 0,'-10'-38'21422'0'0,"-10"56"-20563"0"0,-12 22-703 0 0,1 2-1 0 0,-46 80 1 0 0,71-109-163 0 0,0-1 0 0 0,0 1-1 0 0,1 0 1 0 0,1 0 0 0 0,-4 17 0 0 0,8-29 7 0 0,-1 1 1 0 0,1-1 0 0 0,0 1 0 0 0,0 0-1 0 0,0-1 1 0 0,0 1 0 0 0,0 0-1 0 0,1-1 1 0 0,-1 1 0 0 0,0 0-1 0 0,1-1 1 0 0,-1 1 0 0 0,1-1-1 0 0,0 1 1 0 0,-1-1 0 0 0,1 1-1 0 0,0-1 1 0 0,0 1 0 0 0,0-1-1 0 0,0 0 1 0 0,0 0 0 0 0,0 1-1 0 0,0-1 1 0 0,1 0 0 0 0,-1 0 0 0 0,0 0-1 0 0,1 0 1 0 0,-1 0 0 0 0,1-1-1 0 0,-1 1 1 0 0,3 1 0 0 0,4 1-1 0 0,1-1 1 0 0,-1 0 0 0 0,1 0-1 0 0,15 1 1 0 0,-6 0-8 0 0,-4-1 41 0 0,5 1-104 0 0,0 1 0 0 0,32 11 0 0 0,-45-13 114 0 0,-1 0-1 0 0,1 1 1 0 0,-1 0-1 0 0,1 1 1 0 0,-1-1 0 0 0,0 1-1 0 0,0 0 1 0 0,0 0-1 0 0,-1 0 1 0 0,0 1-1 0 0,1 0 1 0 0,4 8 0 0 0,-4-6 253 0 0,-1 0 0 0 0,-1 1 0 0 0,1-1 0 0 0,-1 1 0 0 0,-1 0 0 0 0,0 0 0 0 0,0 0 1 0 0,0 0-1 0 0,-1 0 0 0 0,0 1 0 0 0,0-1 0 0 0,-1 0 0 0 0,-1 0 0 0 0,1 1 0 0 0,-1-1 1 0 0,0 0-1 0 0,-1 0 0 0 0,-5 14 0 0 0,5-15-190 0 0,-1 0 0 0 0,0 0 0 0 0,-1 0 0 0 0,1-1 0 0 0,-1 0 1 0 0,-1 1-1 0 0,1-1 0 0 0,-1-1 0 0 0,0 1 0 0 0,0-1 0 0 0,-1 0 0 0 0,0 0 0 0 0,0-1 0 0 0,0 1 0 0 0,0-1 0 0 0,0-1 0 0 0,-1 1 1 0 0,0-1-1 0 0,0 0 0 0 0,0-1 0 0 0,-9 3 0 0 0,12-4-269 0 0,-1 0-1 0 0,0 0 1 0 0,0-1 0 0 0,1 1 0 0 0,-1-1-1 0 0,0 0 1 0 0,0-1 0 0 0,0 1-1 0 0,1-1 1 0 0,-1 0 0 0 0,0 0 0 0 0,1-1-1 0 0,-1 1 1 0 0,1-1 0 0 0,-1 0 0 0 0,-6-4-1 0 0,7 4-313 0 0,1-1 1 0 0,0 1-1 0 0,0-1 0 0 0,0 0 0 0 0,1 0 0 0 0,-1 0 0 0 0,1 0 0 0 0,-1 0 0 0 0,1-1 1 0 0,0 1-1 0 0,1-1 0 0 0,-1 1 0 0 0,0-1 0 0 0,1 0 0 0 0,0 0 0 0 0,0 0 1 0 0,0 0-1 0 0,0 1 0 0 0,1-1 0 0 0,-1-5 0 0 0,5-42-7972 0 0,0 21 241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04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1 185 2924 0 0,'0'-3'3076'0'0,"0"-2"-1853"0"0,5-34 9644 0 0,-1 25-9412 0 0,-2 12-1384 0 0,0 0 1 0 0,1 0-1 0 0,-1 0 0 0 0,0 0 1 0 0,1 1-1 0 0,0-1 0 0 0,-1 1 0 0 0,1-1 1 0 0,0 1-1 0 0,0 0 0 0 0,0 0 0 0 0,0 0 1 0 0,4 0-1 0 0,-5 0-11 0 0,212-49 792 0 0,-117 30-3636 0 0,-1-4-6059 0 0,-67 16 1419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06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821 10 904 0 0,'1'-9'10435'0'0,"-5"14"-10100"0"0,1 1 1 0 0,0 0-1 0 0,0 0 0 0 0,1 0 0 0 0,0 0 1 0 0,0 0-1 0 0,0 0 0 0 0,1 0 1 0 0,-2 9-1 0 0,-2 9 250 0 0,-231 974 5812 0 0,155-646-5589 0 0,-84 419 21 0 0,126-581-729 0 0,-180 1190 380 0 0,188-1027-2829 0 0,22-236-1332 0 0,1 0-3894 0 0,5-69-307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5:49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5 480 0 0,'0'0'2717'0'0,"17"-4"-1395"0"0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11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0 2664 0 0,'8'24'25315'0'0,"-7"-7"-22694"0"0,-4 8-5201 0 0,1-4 4241 0 0,-22 267-30 0 0,10-153-2422 0 0,5-1-3531 0 0,5-84-2257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12.8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459 59 2316 0 0,'0'-3'2037'0'0,"3"-6"1414"0"0,-1 0 0 0 0,0 0 0 0 0,1-12 2598 0 0,-8 14-5534 0 0,-11 21-515 0 0,1 1 1 0 0,1 0-1 0 0,0 1 1 0 0,2 1-1 0 0,-1 0 1 0 0,2 1-1 0 0,0 0 0 0 0,-13 33 1 0 0,-2 15 491 0 0,-23 86 1 0 0,-110 466 2114 0 0,65 13-1973 0 0,89-545-517 0 0,9 147 1 0 0,0-187-218 0 0,2-1-1 0 0,3 0 1 0 0,1 0 0 0 0,31 83 0 0 0,-35-113-151 0 0,1-1 0 0 0,0 1 1 0 0,1-2-1 0 0,1 1 0 0 0,0-1 0 0 0,1 0 1 0 0,0-1-1 0 0,24 22 0 0 0,-26-28-273 0 0,1 1 0 0 0,-1-1-1 0 0,2-1 1 0 0,-1 0 0 0 0,0 0-1 0 0,12 4 1 0 0,-12-6-586 0 0,0-1 0 0 0,0 0 0 0 0,1 0 0 0 0,-1 0 0 0 0,0-1 0 0 0,1-1 0 0 0,13 0 0 0 0,17-6-6913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13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87 170 1556 0 0,'-62'-28'16964'0'0,"40"16"-14054"0"0,20 11-2208 0 0,12-10-436 0 0,-3 8-236 0 0,0-1 1 0 0,0 0-1 0 0,1 1 0 0 0,-1 1 1 0 0,1-1-1 0 0,-1 1 0 0 0,15-2 1 0 0,2-1 36 0 0,246-50 379 0 0,-267 55-389 0 0,16-4 52 0 0,5-4-3094 0 0,13-13-9257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13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81 1848 0 0,'13'-33'13718'0'0,"-13"31"-13566"0"0,1-1-1 0 0,0 1 1 0 0,0-1-1 0 0,0 1 1 0 0,0 0-1 0 0,0-1 1 0 0,0 1-1 0 0,1 0 1 0 0,-1 0-1 0 0,1 0 1 0 0,0 0-1 0 0,0 0 1 0 0,0 0-1 0 0,-1 0 1 0 0,2 0-1 0 0,-1 1 1 0 0,0-1-1 0 0,0 1 1 0 0,0 0-1 0 0,1 0 1 0 0,-1 0-1 0 0,1 0 1 0 0,-1 0-1 0 0,1 0 1 0 0,-1 0-1 0 0,1 1 1 0 0,-1-1-1 0 0,1 1 1 0 0,-1 0-1 0 0,1 0 1 0 0,3 0-1 0 0,0 0-135 0 0,0 1-1 0 0,0 0 1 0 0,1 0 0 0 0,-1 0-1 0 0,0 1 1 0 0,0 0 0 0 0,-1 0-1 0 0,1 1 1 0 0,0 0 0 0 0,-1 0 0 0 0,1 0-1 0 0,7 6 1 0 0,-8-5 59 0 0,0 0 0 0 0,-1 1-1 0 0,0-1 1 0 0,0 1 0 0 0,0 0 0 0 0,-1 0 0 0 0,1 0 0 0 0,-1 0 0 0 0,0 1 0 0 0,0-1-1 0 0,-1 1 1 0 0,0 0 0 0 0,3 10 0 0 0,-4-6-17 0 0,0-1 1 0 0,0 0-1 0 0,0 1 0 0 0,-2-1 0 0 0,1 0 1 0 0,-1 1-1 0 0,0-1 0 0 0,-4 12 1 0 0,-2 2 73 0 0,-1 0 0 0 0,-1-1-1 0 0,-1 0 1 0 0,-1-1 0 0 0,0 0 0 0 0,-19 24 0 0 0,5-13 366 0 0,0-1 0 0 0,-42 38-1 0 0,-66 47 1474 0 0,43-39-593 0 0,80-64-1273 0 0,11-6 6 0 0,1-6-103 0 0,-1 0-1 0 0,1-1 1 0 0,-1 1 0 0 0,1-1 0 0 0,-1 1-1 0 0,1-1 1 0 0,-1 0 0 0 0,1 1-1 0 0,0-1 1 0 0,-1 0 0 0 0,1 0 0 0 0,-1 0-1 0 0,3-1 1 0 0,62-7-1244 0 0,84-21 1 0 0,-10-10-9337 0 0,-111 29 5443 0 0,-1-2-2575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14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151 113 2364 0 0,'0'-65'15533'0'0,"0"40"-12125"0"0,0 23-2808 0 0,1 1-403 0 0,-1-1 0 0 0,0 1 0 0 0,0 0 0 0 0,0-1 0 0 0,0 1 0 0 0,-1-1 0 0 0,1 1 0 0 0,0 0 0 0 0,-1-1 0 0 0,1 1 0 0 0,0 0 0 0 0,-2-3 0 0 0,-4 10-156 0 0,1 0 0 0 0,-1 0 0 0 0,1 1 1 0 0,1-1-1 0 0,0 1 0 0 0,0 0 0 0 0,-5 11 0 0 0,-21 61 658 0 0,23-60-481 0 0,5-12-164 0 0,-44 137 758 0 0,40-122-715 0 0,2 1 1 0 0,0-1-1 0 0,1 1 1 0 0,1 36-1 0 0,2-53-81 0 0,0 0-1 0 0,1-1 1 0 0,0 1 0 0 0,0-1-1 0 0,0 1 1 0 0,1-1 0 0 0,0 1-1 0 0,0-1 1 0 0,0 0 0 0 0,0 0-1 0 0,1 0 1 0 0,4 6 0 0 0,-4-8-5 0 0,-1 0 0 0 0,1-1 1 0 0,0 1-1 0 0,0-1 0 0 0,-1 0 0 0 0,1 0 1 0 0,1 0-1 0 0,-1 0 0 0 0,0 0 0 0 0,0-1 1 0 0,1 1-1 0 0,-1-1 0 0 0,1 0 0 0 0,-1 0 1 0 0,1 0-1 0 0,0-1 0 0 0,-1 1 0 0 0,1-1 1 0 0,0 0-1 0 0,4 0 0 0 0,5-2 4 0 0,-1 0 0 0 0,0 0 0 0 0,1-1 1 0 0,-1-1-1 0 0,-1 0 0 0 0,1 0 0 0 0,-1-1 0 0 0,1-1 0 0 0,-1 0 0 0 0,-1 0 0 0 0,1-1 0 0 0,17-16 0 0 0,-8 6-28 0 0,-1-2 1 0 0,-1 0-1 0 0,-1-1 0 0 0,-1-1 0 0 0,17-26 1 0 0,-27 36 76 0 0,0 0 0 0 0,0 0 0 0 0,-1 0 1 0 0,0-1-1 0 0,-1 0 0 0 0,-1 0 0 0 0,0 0 1 0 0,3-22-1 0 0,-6 29-45 0 0,1 0 1 0 0,-1 0-1 0 0,0 0 1 0 0,-1 0-1 0 0,1 1 1 0 0,-1-1-1 0 0,0 0 0 0 0,0 0 1 0 0,-1 0-1 0 0,1 1 1 0 0,-1-1-1 0 0,0 1 1 0 0,0-1-1 0 0,-1 1 1 0 0,1 0-1 0 0,-1 0 1 0 0,0 0-1 0 0,0 0 0 0 0,0 1 1 0 0,-1-1-1 0 0,1 1 1 0 0,-1-1-1 0 0,0 1 1 0 0,0 1-1 0 0,-4-4 1 0 0,-2 1-217 0 0,-1-1 1 0 0,1 2-1 0 0,-1-1 1 0 0,0 1-1 0 0,0 1 1 0 0,-16-3-1 0 0,20 5-460 0 0,1 0 0 0 0,-1 1 0 0 0,1-1 0 0 0,-1 2 0 0 0,0-1 0 0 0,1 1 0 0 0,-1 0 0 0 0,1 0 0 0 0,-1 1 0 0 0,1-1 0 0 0,0 2 0 0 0,-8 2 0 0 0,4 4-2776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14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63 3116 0 0,'-3'-1'2903'0'0,"-52"-15"12991"0"0,43 12-14984 0 0,22 1-857 0 0,-1 0-1 0 0,1 0 1 0 0,0 1-1 0 0,0 0 0 0 0,0 1 1 0 0,0 0-1 0 0,16 1 1 0 0,-1-1 13 0 0,360-14-707 0 0,-357 10-1470 0 0,-24 4 1925 0 0,-2 0-757 0 0,5-3-1029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15.2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41 896 0 0,'19'-41'17877'0'0,"-36"62"-17486"0"0,12-15-377 0 0,1 1 0 0 0,0-1 0 0 0,0 1 0 0 0,0-1 0 0 0,1 1 0 0 0,0 1 1 0 0,0-1-1 0 0,1 0 0 0 0,0 0 0 0 0,0 1 0 0 0,-1 11 0 0 0,3-16-9 0 0,0 1-1 0 0,1 0 1 0 0,-1-1-1 0 0,0 1 1 0 0,1-1-1 0 0,0 1 1 0 0,0-1-1 0 0,0 1 1 0 0,0-1-1 0 0,1 1 1 0 0,-1-1-1 0 0,1 0 1 0 0,0 0-1 0 0,0 0 1 0 0,0 0-1 0 0,0 0 1 0 0,0 0-1 0 0,1-1 1 0 0,-1 1-1 0 0,4 2 1 0 0,7 5 3 0 0,-1-1 0 0 0,1-1 0 0 0,21 11 0 0 0,-6-3-16 0 0,-10-6 45 0 0,-1 1 1 0 0,-1 1-1 0 0,0 0 1 0 0,20 22-1 0 0,-32-31 83 0 0,-1 0-1 0 0,-1 0 1 0 0,1 0-1 0 0,0 1 1 0 0,-1-1-1 0 0,0 1 0 0 0,0 0 1 0 0,0 0-1 0 0,0 0 1 0 0,-1 0-1 0 0,1 0 1 0 0,-1 0-1 0 0,0 0 1 0 0,0 0-1 0 0,0 0 1 0 0,-1 1-1 0 0,0-1 1 0 0,0 0-1 0 0,0 1 1 0 0,0-1-1 0 0,0 0 1 0 0,-1 0-1 0 0,0 1 1 0 0,0-1-1 0 0,0 0 1 0 0,-1 0-1 0 0,-2 6 1 0 0,-1 0 67 0 0,-2 0 0 0 0,1-1 0 0 0,-1 1 1 0 0,-1-1-1 0 0,1-1 0 0 0,-2 1 0 0 0,1-1 1 0 0,-1-1-1 0 0,-19 13 0 0 0,20-14-282 0 0,0-1 1 0 0,-1-1-1 0 0,0 0 0 0 0,0 0 0 0 0,0 0 1 0 0,-1-1-1 0 0,1 0 0 0 0,-1-1 0 0 0,0 0 1 0 0,0-1-1 0 0,1 0 0 0 0,-11 0 0 0 0,15-2-331 0 0,1 1 0 0 0,0-1 0 0 0,0 0 0 0 0,-1 0 0 0 0,1 0-1 0 0,0-1 1 0 0,0 0 0 0 0,0 1 0 0 0,1-1 0 0 0,-1 0-1 0 0,0-1 1 0 0,1 1 0 0 0,-6-6 0 0 0,3 3-1561 0 0,0-1 1 0 0,1 0 0 0 0,-8-11 0 0 0,-2-5-5324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15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1 174 2832 0 0,'8'-13'2825'0'0,"2"0"-1"0"0,-1 0 0 0 0,16-15 1 0 0,-16 20-2344 0 0,0 0 1 0 0,0 1 0 0 0,1-1 0 0 0,0 2 0 0 0,0-1 0 0 0,1 2 0 0 0,0-1 0 0 0,17-5-1 0 0,2 1-218 0 0,0 1-1 0 0,0 2 0 0 0,54-6 0 0 0,-63 12-1213 0 0,0 0 0 0 0,26 4-1 0 0,-29-1-1333 0 0,-1 1 1 0 0,1 1-1 0 0,17 6 0 0 0,-18-5-2833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15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15 2684 0 0,'12'-15'22508'0'0,"-45"49"-21456"0"0,2 1-1 0 0,2 2 1 0 0,-41 64-1 0 0,55-75-959 0 0,1 0-1 0 0,2 0 1 0 0,0 2-1 0 0,2-1 1 0 0,1 1-1 0 0,1 1 1 0 0,-4 29-1 0 0,11-49-76 0 0,0-1 1 0 0,1 0-1 0 0,0 0 0 0 0,0 0 0 0 0,1 1 0 0 0,0-1 1 0 0,0 0-1 0 0,1 0 0 0 0,0 0 0 0 0,1 0 0 0 0,0-1 1 0 0,0 1-1 0 0,7 11 0 0 0,-8-16-6 0 0,0 0 0 0 0,0 1 0 0 0,1-1 0 0 0,-1 0 0 0 0,1-1 0 0 0,0 1 0 0 0,0 0 0 0 0,0-1 0 0 0,1 1 0 0 0,-1-1 0 0 0,0 0 0 0 0,1 0 0 0 0,0-1 0 0 0,-1 1 0 0 0,1-1 0 0 0,0 1 0 0 0,0-1 0 0 0,-1-1 0 0 0,1 1 0 0 0,0 0 0 0 0,0-1 0 0 0,0 0 0 0 0,0 0 0 0 0,0 0 0 0 0,0 0 0 0 0,0-1 0 0 0,0 1 0 0 0,0-1 0 0 0,5-2 0 0 0,-2 1-4 0 0,-1 0 0 0 0,0-1 0 0 0,0 1 0 0 0,-1-2 0 0 0,1 1 0 0 0,0 0 0 0 0,-1-1 0 0 0,0 0 0 0 0,0 0 0 0 0,0-1 0 0 0,-1 1 0 0 0,1-1 0 0 0,5-9 0 0 0,-8 12-26 0 0,-1 0 0 0 0,0 0 0 0 0,0 0-1 0 0,0 0 1 0 0,0-1 0 0 0,0 1 0 0 0,0 0 0 0 0,-1 0 0 0 0,1-1 0 0 0,-1 1 0 0 0,1 0 0 0 0,-1-1 0 0 0,0 1 0 0 0,0-1 0 0 0,0 1-1 0 0,0 0 1 0 0,-1-1 0 0 0,1 1 0 0 0,-1 0 0 0 0,1-1 0 0 0,-1 1 0 0 0,0 0 0 0 0,0 0 0 0 0,0 0 0 0 0,0 0 0 0 0,0-1-1 0 0,0 1 1 0 0,0 1 0 0 0,-1-1 0 0 0,1 0 0 0 0,-1 0 0 0 0,0 0 0 0 0,1 1 0 0 0,-1-1 0 0 0,0 1 0 0 0,0-1 0 0 0,0 1 0 0 0,0 0-1 0 0,-4-2 1 0 0,-12-6-1099 0 0,0 0 0 0 0,-37-12 0 0 0,-4 3-6209 0 0,43 12 3262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16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77 3028 0 0,'3'-26'5659'0'0,"3"-24"4820"0"0,1 50-9143 0 0,-6 0-1259 0 0,0-1 1 0 0,0 1-1 0 0,-1 0 1 0 0,1 0 0 0 0,0 0-1 0 0,-1 1 1 0 0,1-1-1 0 0,0 0 1 0 0,0 0 0 0 0,-1 0-1 0 0,1 0 1 0 0,0 1-1 0 0,-1-1 1 0 0,1 0 0 0 0,0 1-1 0 0,-1-1 1 0 0,1 0-1 0 0,-1 1 1 0 0,1-1 0 0 0,0 1-1 0 0,0 0 1 0 0,12 10 635 0 0,-1 1 0 0 0,0 1 0 0 0,-1-1 0 0 0,0 2 0 0 0,12 19 0 0 0,37 76 1460 0 0,-41-68-1826 0 0,-2 1-1 0 0,-2 0 1 0 0,-2 1-1 0 0,-2 0 1 0 0,-1 1-1 0 0,-3 0 1 0 0,-1 0-1 0 0,-1 74 1 0 0,-7-45-187 0 0,-3 0 0 0 0,-3 0 0 0 0,-3-1 1 0 0,-32 107-1 0 0,18-98-490 0 0,-3-2 0 0 0,-67 131 0 0 0,64-154-1788 0 0,-2-2 0 0 0,-47 58 0 0 0,74-104 1149 0 0,-1 0 0 0 0,0 0 0 0 0,-10 7 1 0 0,14-12-408 0 0,0-1 0 0 0,-1 0 0 0 0,1 1 0 0 0,-1-1 0 0 0,0-1 1 0 0,-4 3-1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5:55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80 120 980 0 0,'4'-15'4150'0'0,"9"-57"4608"0"0,-13 70-8166 0 0,1-28 4792 0 0,3 85-4804 0 0,-3 1 0 0 0,-6 76 0 0 0,-25 112-149 0 0,-23 23-5202 0 0,39-210 2100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16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91 2140 0 0,'-2'-1'2131'0'0,"-48"-15"8813"0"0,34 13-6971 0 0,7 3-625 0 0,52 0-2343 0 0,84-10-620 0 0,160-33-1 0 0,-281 42-1211 0 0,0 0 0 0 0,0-1 0 0 0,0 0 0 0 0,0 0 0 0 0,0 0-1 0 0,9-5 1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17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166 119 1600 0 0,'-3'-7'1641'0'0,"-1"-1"980"0"0,1-1 0 0 0,0 1 0 0 0,0-1 0 0 0,-2-13 0 0 0,4 20-2527 0 0,1 0 1 0 0,0 0-1 0 0,0 0 1 0 0,0 0-1 0 0,1 1 1 0 0,-1-1 0 0 0,0 0-1 0 0,1 0 1 0 0,-1 1-1 0 0,1-1 1 0 0,0 0 0 0 0,-1 0-1 0 0,1 1 1 0 0,0-1-1 0 0,0 1 1 0 0,0-1 0 0 0,0 1-1 0 0,0-1 1 0 0,1 1-1 0 0,-1 0 1 0 0,0-1 0 0 0,1 1-1 0 0,-1 0 1 0 0,1 0-1 0 0,-1 0 1 0 0,1 0 0 0 0,-1 0-1 0 0,1 1 1 0 0,3-2-1 0 0,0 0-30 0 0,1 0-1 0 0,0 0 0 0 0,0 1 0 0 0,0 0 0 0 0,-1 0 0 0 0,12 0 0 0 0,-11 1-36 0 0,1 0 1 0 0,-1 0-1 0 0,0 1 0 0 0,0 0 0 0 0,0 0 0 0 0,1 0 0 0 0,-1 1 1 0 0,-1 0-1 0 0,1 0 0 0 0,0 1 0 0 0,0 0 0 0 0,-1 0 1 0 0,1 0-1 0 0,-1 0 0 0 0,0 1 0 0 0,0 0 0 0 0,-1 0 1 0 0,1 0-1 0 0,-1 1 0 0 0,0 0 0 0 0,0 0 0 0 0,0 0 0 0 0,0 0 1 0 0,4 9-1 0 0,-4-4 78 0 0,0 0-1 0 0,-1 1 1 0 0,1-1-1 0 0,-2 1 1 0 0,0 0 0 0 0,0-1-1 0 0,-1 1 1 0 0,0 0 0 0 0,-1 0-1 0 0,0 0 1 0 0,-1 0 0 0 0,0 0-1 0 0,-4 13 1 0 0,-1 2 170 0 0,-2 0 1 0 0,-1-1-1 0 0,-1 0 1 0 0,-1-1-1 0 0,-1 0 0 0 0,-2-1 1 0 0,0 0-1 0 0,-22 27 1 0 0,-20 15 1395 0 0,-78 73 1 0 0,75-80-521 0 0,59-58-1144 0 0,-1 0 0 0 0,0 0 0 0 0,1 1 1 0 0,0-1-1 0 0,-1 1 0 0 0,1-1 0 0 0,-1 0 0 0 0,1 1 0 0 0,-1-1 0 0 0,1 1 0 0 0,0-1 0 0 0,-1 1 0 0 0,1-1 0 0 0,0 1 0 0 0,0-1 0 0 0,-1 1 0 0 0,1-1 0 0 0,0 1 0 0 0,0 0 0 0 0,0-1 0 0 0,-1 1 0 0 0,1-1 0 0 0,0 1 1 0 0,0-1-1 0 0,0 1 0 0 0,0 0 0 0 0,0-1 0 0 0,0 1 0 0 0,1-1 0 0 0,-1 1 0 0 0,0 0 0 0 0,1 0-1 0 0,0-1 0 0 0,0 1 0 0 0,0-1 0 0 0,0 1 1 0 0,0-1-1 0 0,0 1 0 0 0,0-1 0 0 0,0 0 0 0 0,0 1 0 0 0,0-1 0 0 0,0 0 0 0 0,0 0 1 0 0,1 0-1 0 0,-1 0 0 0 0,1 0 0 0 0,50-7 44 0 0,-49 7-40 0 0,23-5-62 0 0,233-46-174 0 0,-89 3-4253 0 0,-152 42 1879 0 0,29-15 0 0 0,-7-4-6400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17.7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420 168 2652 0 0,'14'-42'9188'0'0,"16"-83"892"0"0,-35 132-8777 0 0,-51 139 2550 0 0,18-45-2793 0 0,-183 553 1681 0 0,162-464-2383 0 0,58-188-359 0 0,-64 231-22 0 0,59-203-231 0 0,1 0 0 0 0,1 1 0 0 0,2-1-1 0 0,1 1 1 0 0,5 54 0 0 0,-2-72-119 0 0,0 0 1 0 0,1 0-1 0 0,1 0 1 0 0,0-1-1 0 0,0 0 1 0 0,2 1-1 0 0,-1-2 0 0 0,15 23 1 0 0,-15-27-375 0 0,1 0 1 0 0,-1-1-1 0 0,1 0 1 0 0,1 0-1 0 0,13 10 0 0 0,-13-11-501 0 0,0-1-1 0 0,0 0 0 0 0,0-1 1 0 0,0 0-1 0 0,1 0 0 0 0,-1-1 0 0 0,9 2 1 0 0,12 1-8212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18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166 105 1788 0 0,'-13'-95'19225'0'0,"12"94"-18752"0"0,-3-7 1430 0 0,-2 31-1073 0 0,1 1-1 0 0,-4 47 0 0 0,0 3-284 0 0,-44 182 504 0 0,-4 18-5468 0 0,55-262 3442 0 0,-4 38-2449 0 0,8-18-5057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18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1 128 2412 0 0,'63'-125'17444'0'0,"-62"123"-16619"0"0,0 5-665 0 0,-1 0 1 0 0,0 0-1 0 0,0 0 1 0 0,0 0-1 0 0,-1 0 1 0 0,1-1-1 0 0,-1 1 1 0 0,1 0-1 0 0,-1 0 1 0 0,0 0-1 0 0,0 0 1 0 0,-2 3-1 0 0,-1 6 276 0 0,-13 51 775 0 0,-9 73 0 0 0,23-113-1135 0 0,1 0 0 0 0,1 1 0 0 0,1-1 0 0 0,1 1 0 0 0,1-1 0 0 0,8 39 0 0 0,-8-55-56 0 0,0 1-1 0 0,1-1 1 0 0,0 0-1 0 0,0 0 1 0 0,1 0 0 0 0,0 0-1 0 0,0-1 1 0 0,0 1-1 0 0,1-1 1 0 0,0 0-1 0 0,0-1 1 0 0,1 1 0 0 0,0-1-1 0 0,6 5 1 0 0,-8-7-7 0 0,0-1 1 0 0,0 0 0 0 0,0 0-1 0 0,1 0 1 0 0,-1 0 0 0 0,0 0-1 0 0,1-1 1 0 0,-1 0 0 0 0,1 0-1 0 0,-1 0 1 0 0,1-1 0 0 0,0 1-1 0 0,-1-1 1 0 0,1 0 0 0 0,-1-1-1 0 0,1 1 1 0 0,0-1 0 0 0,-1 0-1 0 0,1 0 1 0 0,-1 0 0 0 0,1-1-1 0 0,-1 1 1 0 0,0-1 0 0 0,8-4-1 0 0,-4 0-5 0 0,0 0-1 0 0,0 0 0 0 0,0 0 0 0 0,-1-1 0 0 0,0 0 0 0 0,0-1 0 0 0,-1 0 0 0 0,0 0 0 0 0,0 0 0 0 0,-1-1 1 0 0,0 1-1 0 0,4-12 0 0 0,0 0-31 0 0,-2 0 0 0 0,-1 0 0 0 0,0-1 0 0 0,4-35 0 0 0,-8 43 41 0 0,-1-1 1 0 0,0 0-1 0 0,-1 1 0 0 0,-1-1 1 0 0,0 0-1 0 0,-1 1 0 0 0,0-1 0 0 0,-1 1 1 0 0,-6-17-1 0 0,5 21-12 0 0,1 1-1 0 0,-1 0 1 0 0,-1 0-1 0 0,1 0 1 0 0,-1 0-1 0 0,-1 1 1 0 0,1 0 0 0 0,-1 0-1 0 0,-1 0 1 0 0,1 1-1 0 0,-1 0 1 0 0,0 0-1 0 0,0 1 1 0 0,-16-9-1 0 0,15 10-416 0 0,0 0 0 0 0,0 1 0 0 0,-1-1 0 0 0,1 2 0 0 0,-1-1-1 0 0,0 1 1 0 0,1 1 0 0 0,-19-1 0 0 0,25 2 167 0 0,1 0 0 0 0,-1 0 0 0 0,0 0 0 0 0,0 0 0 0 0,1 1 0 0 0,-1-1 0 0 0,0 1 0 0 0,1-1 0 0 0,-1 1 0 0 0,0 0 0 0 0,1 0 0 0 0,-1-1 0 0 0,1 1 0 0 0,-1 0 0 0 0,1 0 1 0 0,0 1-1 0 0,-1-1 0 0 0,1 0 0 0 0,0 0 0 0 0,0 1 0 0 0,0-1 0 0 0,-2 2 0 0 0,3-2-101 0 0,-1 1 0 0 0,1-1 0 0 0,-1 0 1 0 0,1 0-1 0 0,-1 0 0 0 0,1 0 0 0 0,0 0 0 0 0,-1 1 1 0 0,1-1-1 0 0,0 0 0 0 0,0 0 0 0 0,0 0 0 0 0,0 1 1 0 0,0-1-1 0 0,0 0 0 0 0,0 0 0 0 0,1 0 0 0 0,-1 1 1 0 0,0-1-1 0 0,1 0 0 0 0,-1 0 0 0 0,1 0 0 0 0,-1 0 1 0 0,1 0-1 0 0,-1 0 0 0 0,1 0 0 0 0,0 0 0 0 0,1 2 1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18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48 272 0 0,'0'0'23770'0'0,"17"4"-22898"0"0,28-6-1296 0 0,85-13 1 0 0,-71 3-4109 0 0,-3-4-4413 0 0,-34 10 759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19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54 1020 0 0,'2'-14'7245'0'0,"8"-25"9522"0"0,-8 54-16027 0 0,-1 1 0 0 0,-1 0 0 0 0,0 0-1 0 0,-1 0 1 0 0,-1 0 0 0 0,-5 21 0 0 0,2-7-223 0 0,-31 185 1657 0 0,21-130-3323 0 0,1 1-3486 0 0,11-71 3108 0 0,-1 11-4153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19.6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100 142 2356 0 0,'-5'-80'16382'0'0,"5"78"-16239"0"0,1-1 0 0 0,-1 1 0 0 0,0 0 0 0 0,1-1 0 0 0,-1 1 0 0 0,1-1 0 0 0,0 1 0 0 0,0 0 0 0 0,0-1 0 0 0,0 1 0 0 0,0 0 0 0 0,1 0 0 0 0,-1 0 0 0 0,1 0 0 0 0,-1 0 0 0 0,1 0 0 0 0,0 0 0 0 0,-1 1 0 0 0,1-1 0 0 0,0 0 0 0 0,0 1 0 0 0,0 0 0 0 0,1-1 0 0 0,-1 1 0 0 0,0 0 0 0 0,0 0 0 0 0,1 0 0 0 0,-1 0 0 0 0,0 1 0 0 0,4-1 0 0 0,4-1-78 0 0,0 0-1 0 0,0 1 0 0 0,0 0 0 0 0,0 0 0 0 0,18 2 0 0 0,-23 0-47 0 0,0-1 0 0 0,0 1 1 0 0,0 0-1 0 0,0 0 0 0 0,-1 0 0 0 0,1 1 0 0 0,0-1 1 0 0,-1 1-1 0 0,1 0 0 0 0,-1 1 0 0 0,1-1 0 0 0,-1 1 0 0 0,0 0 1 0 0,0 0-1 0 0,0 0 0 0 0,-1 0 0 0 0,1 1 0 0 0,-1 0 0 0 0,1 0 1 0 0,2 4-1 0 0,-4-3 93 0 0,0 0 1 0 0,0-1-1 0 0,0 1 1 0 0,0 0-1 0 0,-1 0 0 0 0,0 0 1 0 0,0 1-1 0 0,0-1 1 0 0,-1 0-1 0 0,1 0 1 0 0,-1 0-1 0 0,-1 1 0 0 0,1-1 1 0 0,-1 0-1 0 0,0 0 1 0 0,0 0-1 0 0,0 0 1 0 0,-4 9-1 0 0,-3 5 345 0 0,-1 0 0 0 0,-1-1-1 0 0,0 0 1 0 0,-2-1 0 0 0,-24 30-1 0 0,-80 73 3150 0 0,74-79-3184 0 0,-29 32-420 0 0,65-66 0 0 0,6-6 0 0 0,0-1 0 0 0,0 0 0 0 0,0 0 0 0 0,0 0 0 0 0,0 1 0 0 0,0-1 0 0 0,0 0 0 0 0,0 0 0 0 0,0 1 0 0 0,0-1 0 0 0,0 0 0 0 0,1 0 0 0 0,-1 0 0 0 0,0 1 0 0 0,0-1 0 0 0,0 0 0 0 0,0 0 0 0 0,0 0 0 0 0,0 1 0 0 0,0-1 0 0 0,1 0 0 0 0,-1 0 0 0 0,0 0 0 0 0,0 0 0 0 0,0 1 0 0 0,0-1 0 0 0,1 0 0 0 0,-1 0 0 0 0,0 0 0 0 0,0 0 0 0 0,0 0 0 0 0,1 0 0 0 0,-1 0 0 0 0,0 0 0 0 0,0 0 0 0 0,0 1 0 0 0,1-1 0 0 0,8-1 0 0 0,1 1 0 0 0,-1-1 0 0 0,0 0 0 0 0,0-1 0 0 0,1 0 0 0 0,12-6 0 0 0,-6 4 0 0 0,85-26 0 0 0,164-70 0 0 0,-232 82-3889 0 0,-28 15 2587 0 0,0 0 1 0 0,-1 0-1 0 0,0-1 1 0 0,1 1-1 0 0,-1-1 0 0 0,0 0 1 0 0,-1 0-1 0 0,1-1 1 0 0,-1 1-1 0 0,0-1 0 0 0,0 1 1 0 0,0-1-1 0 0,3-10 1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19.9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465 67 2820 0 0,'-24'-23'5090'0'0,"14"13"-2003"0"0,0 1 0 0 0,-20-15 2359 0 0,47 59-3227 0 0,-16-33-2157 0 0,144 232 3976 0 0,-127-199-3832 0 0,-1 1-1 0 0,-2 0 1 0 0,-2 2 0 0 0,17 75 0 0 0,-23-72-94 0 0,-3-1-1 0 0,-1 1 1 0 0,-2 0 0 0 0,-2 0 0 0 0,-1-1 0 0 0,-3 1-1 0 0,-1-1 1 0 0,-2 0 0 0 0,-22 68 0 0 0,8-48-624 0 0,-3-2 0 0 0,-3-1 0 0 0,-1-1 0 0 0,-4-2 0 0 0,-62 81 0 0 0,-85 84-4987 0 0,49-84-3510 0 0,65-75 997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6:04.0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39 420 0 0,'-1'-9'11068'0'0,"13"17"-11082"0"0,3 4-3 0 0,-14-11 37 0 0,29 19 16 0 0,-29-20 31 0 0,15 9 4290 0 0,-45-29-4249 0 0,28 20-99 0 0,-9-39 1383 0 0,10 37-1184 0 0,-1-6-91 0 0,-1-2-94 0 0,2 10-23 0 0,1 0-1 0 0,-1 0 0 0 0,0 0 0 0 0,0 0 1 0 0,0 0-1 0 0,0 0 0 0 0,1-1 0 0 0,-1 1 1 0 0,0 0-1 0 0,0 0 0 0 0,0 0 0 0 0,0 0 1 0 0,1 0-1 0 0,-1 0 0 0 0,0 0 1 0 0,0 0-1 0 0,0 0 0 0 0,0 0 0 0 0,1 0 1 0 0,-1 0-1 0 0,0 0 0 0 0,0 0 0 0 0,0 0 1 0 0,0 0-1 0 0,1 1 0 0 0,-1-1 1 0 0,0 0-1 0 0,0 0 0 0 0,0 0 0 0 0,0 0 1 0 0,0 0-1 0 0,1 0 0 0 0,-1 0 0 0 0,0 0 1 0 0,0 1-1 0 0,0-1 0 0 0,0 0 1 0 0,0 0-1 0 0,0 0 0 0 0,0 0 0 0 0,1 0 1 0 0,-1 1-1 0 0,0-1 0 0 0,0 0 0 0 0,0 0 1 0 0,0 0-1 0 0,0 0 0 0 0,0 1 0 0 0,0-1 1 0 0,0 0-1 0 0,1 1 5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6:04.8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91 1260 0 0,'-2'-10'11567'0'0,"3"8"-11495"0"0,1 1 0 0 0,0 0 0 0 0,0-1 0 0 0,0 1 0 0 0,0 0 1 0 0,0 0-1 0 0,0 0 0 0 0,0 1 0 0 0,0-1 0 0 0,0 0 0 0 0,4 0 1 0 0,33-5 253 0 0,-23 4-218 0 0,334-36 554 0 0,-319 36-599 0 0,2-3 74 0 0,-30 4-114 0 0,16-2 6 0 0,-6-1-862 0 0,7-2-7382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6:05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10 1304 0 0,'-2'-10'9999'0'0,"3"17"-8658"0"0,0 1 0 0 0,-1-1 0 0 0,1 0 0 0 0,-1 0 0 0 0,-2 10-1 0 0,-7 61-1308 0 0,2-17 763 0 0,5-34-456 0 0,-33 286 1346 0 0,26-258-1396 0 0,1-1-710 0 0,1-20-3654 0 0,6-22 1208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6:15.1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418 0 1404 0 0,'-2'1'1343'0'0,"-12"5"1141"0"0,0-1 0 0 0,-23 5 1 0 0,35-10-2005 0 0,-37 10 8402 0 0,25-11-7981 0 0,17-2-913 0 0,1 0 1 0 0,-1 0 0 0 0,1 1 0 0 0,0-1 0 0 0,0 1 0 0 0,0 0 0 0 0,0 0-1 0 0,0 0 1 0 0,0 0 0 0 0,0 1 0 0 0,1 0 0 0 0,-1 0 0 0 0,1 0 0 0 0,-1 0-1 0 0,0 1 1 0 0,1-1 0 0 0,0 1 0 0 0,-1 0 0 0 0,1 1 0 0 0,-1-1 0 0 0,0 1-1 0 0,1 0 1 0 0,-1 0 0 0 0,1 0 0 0 0,-1 1 0 0 0,0-1 0 0 0,0 1 0 0 0,0 0-1 0 0,0 0 1 0 0,6 5 0 0 0,-7-5 14 0 0,0 1-1 0 0,0 0 1 0 0,-1 0 0 0 0,1 0-1 0 0,0 0 1 0 0,-1 0-1 0 0,0 1 1 0 0,0-1 0 0 0,0 1-1 0 0,0-1 1 0 0,0 1-1 0 0,-1 0 1 0 0,0 0 0 0 0,1 0-1 0 0,0 6 1 0 0,-2-4 3 0 0,0 0 0 0 0,0 0 0 0 0,0-1 1 0 0,-1 1-1 0 0,0 0 0 0 0,0-1 0 0 0,0 1 0 0 0,-1-1 1 0 0,0 1-1 0 0,-2 5 0 0 0,-4 4 11 0 0,0 0 0 0 0,-1 0 0 0 0,-1-1 0 0 0,0 0 0 0 0,-1-1 0 0 0,-16 16 0 0 0,-4-1 58 0 0,-44 31-1 0 0,35-29 28 0 0,37-28-91 0 0,-14 11 62 0 0,11-11-117 0 0,4-6-128 0 0,3 3 166 0 0,1 0 0 0 0,-1 0-1 0 0,0 0 1 0 0,0 0 0 0 0,0 0 0 0 0,0 0-1 0 0,1 1 1 0 0,-1-1 0 0 0,0 0-1 0 0,1 1 1 0 0,-1-1 0 0 0,1 1 0 0 0,-1-1-1 0 0,3 1 1 0 0,26-6-82 0 0,-17 7 73 0 0,-1-1 0 0 0,1 2 0 0 0,-1 0 0 0 0,0 0 0 0 0,1 1 0 0 0,18 8 0 0 0,-25-9 23 0 0,0 1 0 0 0,0 0 0 0 0,0 0 0 0 0,0 0 1 0 0,-1 1-1 0 0,0-1 0 0 0,0 2 0 0 0,0-1 0 0 0,0 0 0 0 0,0 1 0 0 0,-1 0 0 0 0,0 0 1 0 0,0 0-1 0 0,0 1 0 0 0,3 6 0 0 0,-6-8 42 0 0,0-1-1 0 0,0 1 1 0 0,-1 0 0 0 0,1-1 0 0 0,-1 1 0 0 0,0 0-1 0 0,0 0 1 0 0,0-1 0 0 0,0 1 0 0 0,-1 0-1 0 0,1-1 1 0 0,-1 1 0 0 0,0 0 0 0 0,0-1 0 0 0,0 1-1 0 0,-1-1 1 0 0,1 0 0 0 0,-1 1 0 0 0,0-1-1 0 0,-4 5 1 0 0,-3 6 150 0 0,-2 0-1 0 0,1-1 1 0 0,-15 13-1 0 0,9-11-1 0 0,-1 0 0 0 0,0-1-1 0 0,0-1 1 0 0,-23 12-1 0 0,27-18-31 0 0,1-1-1 0 0,-1 0 0 0 0,-1 0 1 0 0,1-2-1 0 0,-1 0 1 0 0,0 0-1 0 0,-17 1 0 0 0,25-4-160 0 0,0-1 1 0 0,1 0-1 0 0,-1 0 0 0 0,0-1 0 0 0,1 1 1 0 0,-1-2-1 0 0,0 1 0 0 0,1 0 0 0 0,0-1 1 0 0,-1 0-1 0 0,1 0 0 0 0,0-1 0 0 0,0 1 1 0 0,0-1-1 0 0,0 0 0 0 0,1-1 0 0 0,-1 1 1 0 0,1-1-1 0 0,0 0 0 0 0,0 0 0 0 0,0 0 0 0 0,0 0 1 0 0,1-1-1 0 0,0 1 0 0 0,0-1 0 0 0,0 0 1 0 0,-4-9-1 0 0,7 10-447 0 0,-1 0 1 0 0,0-1-1 0 0,1 1 1 0 0,0 0 0 0 0,0-1-1 0 0,0 1 1 0 0,1 0-1 0 0,-1 0 1 0 0,1-1-1 0 0,0 1 1 0 0,0 0-1 0 0,4-8 1 0 0,-3 8-765 0 0,1 0-1 0 0,0 0 1 0 0,0 0 0 0 0,0 0 0 0 0,0 1 0 0 0,1-1 0 0 0,4-3 0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6:15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523 121 1432 0 0,'12'-33'6004'0'0,"-7"19"-2217"0"0,0 0 0 0 0,6-28-1 0 0,-10 41-3689 0 0,-1 0 1 0 0,0 0-1 0 0,0 1 0 0 0,1-1 0 0 0,-1 0 0 0 0,0 0 0 0 0,0 0 0 0 0,0 0 0 0 0,0 0 0 0 0,0 0 0 0 0,0 0 0 0 0,-1 0 1 0 0,1 0-1 0 0,0 1 0 0 0,0-1 0 0 0,-1 0 0 0 0,0-2 0 0 0,0 4-71 0 0,0-1-1 0 0,0 0 1 0 0,-1 1-1 0 0,1-1 1 0 0,0 1-1 0 0,0-1 1 0 0,-1 1 0 0 0,1 0-1 0 0,0-1 1 0 0,0 1-1 0 0,0 0 1 0 0,0 0-1 0 0,-1 1 1 0 0,-45 36 421 0 0,-65 69 1 0 0,63-57-224 0 0,-107 110 230 0 0,123-122-352 0 0,1 1-1 0 0,-37 63 0 0 0,63-92-97 0 0,1 1 0 0 0,-1 0-1 0 0,2 0 1 0 0,0 0 0 0 0,0 0-1 0 0,1 0 1 0 0,0 1 0 0 0,-1 15-1 0 0,4-23 0 0 0,0-1 0 0 0,-1 1 1 0 0,2 0-1 0 0,-1 0 0 0 0,0 0 0 0 0,1-1 0 0 0,-1 1 0 0 0,1 0 0 0 0,0-1 1 0 0,0 1-1 0 0,1 0 0 0 0,-1-1 0 0 0,1 0 0 0 0,0 1 0 0 0,0-1 0 0 0,0 0 0 0 0,0 0 1 0 0,0 0-1 0 0,1 0 0 0 0,0 0 0 0 0,-1 0 0 0 0,1-1 0 0 0,0 1 0 0 0,0-1 0 0 0,0 0 1 0 0,1 0-1 0 0,-1 0 0 0 0,0 0 0 0 0,5 1 0 0 0,3 1 24 0 0,0-1-1 0 0,1 0 1 0 0,-1-1-1 0 0,0 0 1 0 0,1-1-1 0 0,-1 0 0 0 0,1-1 1 0 0,-1 0-1 0 0,1-1 1 0 0,-1 0-1 0 0,20-5 1 0 0,-14 1 50 0 0,0 0 0 0 0,-1-1 1 0 0,0-1-1 0 0,0 0 0 0 0,0-1 0 0 0,-1 0 0 0 0,15-13 1 0 0,-27 20-53 0 0,-1-1 1 0 0,0 0 0 0 0,0 1-1 0 0,0-1 1 0 0,0 0 0 0 0,0 0-1 0 0,0-1 1 0 0,0 1 0 0 0,-1 0 0 0 0,1 0-1 0 0,-1-1 1 0 0,0 1 0 0 0,0-1-1 0 0,0 1 1 0 0,0-1 0 0 0,0 0-1 0 0,0 1 1 0 0,-1-1 0 0 0,1 0 0 0 0,-1 0-1 0 0,1-5 1 0 0,-2 6-24 0 0,1 0 0 0 0,-1 0-1 0 0,0 0 1 0 0,1 0 0 0 0,-1 0 0 0 0,0 0 0 0 0,0 0-1 0 0,0 0 1 0 0,-1 0 0 0 0,1 1 0 0 0,0-1 0 0 0,-1 0-1 0 0,1 1 1 0 0,-1-1 0 0 0,1 1 0 0 0,-1-1 0 0 0,0 1-1 0 0,0 0 1 0 0,1 0 0 0 0,-1 0 0 0 0,0 0 0 0 0,0 0 0 0 0,0 0-1 0 0,0 0 1 0 0,-1 1 0 0 0,1-1 0 0 0,-3 0 0 0 0,-4-1-251 0 0,-1 1 0 0 0,0 0 0 0 0,0 0 0 0 0,0 1-1 0 0,0 1 1 0 0,0-1 0 0 0,0 2 0 0 0,0-1 0 0 0,1 1 0 0 0,-14 5 0 0 0,-15 8-3976 0 0,4 7-3915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6:20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0 1204 0 0,'-2'3'1517'0'0,"-48"61"7367"0"0,49-63-8398 0 0,-15 22 5829 0 0,16-22-6307 0 0,0-1 0 0 0,0 0 0 0 0,0 0 0 0 0,0 0 0 0 0,-1 0 0 0 0,1 0 0 0 0,0 0-1 0 0,0 1 1 0 0,0-1 0 0 0,0 0 0 0 0,0 0 0 0 0,0 0 0 0 0,0 0 0 0 0,0 1 0 0 0,0-1 0 0 0,0 0-1 0 0,0 0 1 0 0,0 0 0 0 0,0 0 0 0 0,0 1 0 0 0,0-1 0 0 0,0 0 0 0 0,0 0 0 0 0,0 0 0 0 0,0 0-1 0 0,0 1 1 0 0,0-1 0 0 0,0 0 0 0 0,0 0 0 0 0,0 0 0 0 0,0 0 0 0 0,0 1 0 0 0,0-1-1 0 0,0 0 1 0 0,0 0 0 0 0,1 0 0 0 0,-1 0 0 0 0,0 0 0 0 0,0 0 0 0 0,0 1 0 0 0,0-1 0 0 0,0 0-1 0 0,0 0 1 0 0,1 0 0 0 0,10 2 126 0 0,19-3-117 0 0,-27 1 3 0 0,183-25 137 0 0,-51 6-30 0 0,-132 19-124 0 0,0-1 10 0 0,8 0-15 0 0,-8 1 8 0 0,-1 0 2 0 0,9-1 11 0 0,-9 0 6 0 0,0 1-5 0 0,7-3-10 0 0,-6 3-97 0 0,-1 0-472 0 0,-1-1 0 0 0,1 1 1 0 0,0-1-1 0 0,0 0 0 0 0,-1 1 0 0 0,1-1 0 0 0,0 0 0 0 0,-1 0 0 0 0,1 0 1 0 0,-1 0-1 0 0,1-1 0 0 0,-1 1 0 0 0,1 0 0 0 0,-1 0 0 0 0,0-1 1 0 0,0 1-1 0 0,0-1 0 0 0,2-2 0 0 0,0 0-1124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6:21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48 2380 0 0,'37'-48'14303'0'0,"-34"50"-13348"0"0,-3 6-857 0 0,-11 40 858 0 0,-3-2-1 0 0,-22 53 1 0 0,19-54-862 0 0,1 0-1 0 0,-14 73 1 0 0,30-92-15 0 0,1-25-74 0 0,-1 0 0 0 0,0 1 0 0 0,0-1 0 0 0,0 0-1 0 0,1 0 1 0 0,-1 0 0 0 0,1 0 0 0 0,-1 0 0 0 0,1 0-1 0 0,-1 0 1 0 0,1 0 0 0 0,-1 0 0 0 0,1 0 0 0 0,0 0-1 0 0,0-1 1 0 0,-1 1 0 0 0,1 0 0 0 0,0 0 0 0 0,0-1 0 0 0,0 1-1 0 0,0 0 1 0 0,2 0 0 0 0,5 0 3 0 0,1 1 0 0 0,-1-2 1 0 0,1 1-1 0 0,-1-1 0 0 0,1-1 1 0 0,-1 0-1 0 0,1 0 0 0 0,-1 0 0 0 0,1-1 1 0 0,-1 0-1 0 0,0-1 0 0 0,0 0 1 0 0,0 0-1 0 0,0-1 0 0 0,8-5 0 0 0,0 0 3 0 0,-1-1-1 0 0,0 0 1 0 0,-1-1-1 0 0,0-1 0 0 0,-1 0 1 0 0,17-19-1 0 0,28-40 69 0 0,-55 67-113 0 0,8-10-235 0 0,-6 14 138 0 0,-5 10 76 0 0,-13 72 560 0 0,-26 89 0 0 0,19-91-319 0 0,-5 1-115 0 0,3-13-2994 0 0,13-24-3952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6:21.9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0 167 2488 0 0,'39'-116'15107'0'0,"-27"66"-10171"0"0,-12 54-4880 0 0,1 0 0 0 0,-1 0 0 0 0,-1 0 0 0 0,1 0 0 0 0,0 1 0 0 0,-1-1 1 0 0,0 0-1 0 0,0 0 0 0 0,-2 5 0 0 0,0 1 81 0 0,-6 29 40 0 0,2-11-132 0 0,1 0 1 0 0,1 0 0 0 0,1 0-1 0 0,1 1 1 0 0,2 30-1 0 0,1-58-41 0 0,0 1-1 0 0,0-1 0 0 0,0 1 1 0 0,0-1-1 0 0,0 1 0 0 0,0-1 0 0 0,0 1 1 0 0,1-1-1 0 0,-1 0 0 0 0,0 1 1 0 0,1-1-1 0 0,0 1 0 0 0,-1-1 0 0 0,1 0 1 0 0,0 1-1 0 0,-1-1 0 0 0,1 0 0 0 0,0 0 1 0 0,0 0-1 0 0,0 0 0 0 0,0 0 1 0 0,0 0-1 0 0,0 0 0 0 0,0 0 0 0 0,1 0 1 0 0,-1 0-1 0 0,0 0 0 0 0,0-1 0 0 0,1 1 1 0 0,-1 0-1 0 0,1-1 0 0 0,2 1 1 0 0,-3-1-4 0 0,0 1 0 0 0,0-1 1 0 0,0 0-1 0 0,0 0 1 0 0,1 0-1 0 0,-1 0 0 0 0,0-1 1 0 0,0 1-1 0 0,0 0 1 0 0,0 0-1 0 0,1-1 1 0 0,-1 1-1 0 0,0-1 0 0 0,0 1 1 0 0,0-1-1 0 0,1 0 1 0 0,1-1 0 0 0,7-1 6 0 0,-1-2 0 0 0,-1 1-1 0 0,1-1 1 0 0,-1 0 0 0 0,0-1 0 0 0,0 0-1 0 0,0 0 1 0 0,-1-1 0 0 0,7-7 0 0 0,8-12 52 0 0,23-32 1 0 0,-45 57-58 0 0,79-115 4235 0 0,-78 114-4201 0 0,2 0-59 0 0,1 1-35 0 0,-2 9 42 0 0,-1 2 16 0 0,-1 0-1 0 0,0 0 1 0 0,-1 0 0 0 0,-1 0-1 0 0,-2 13 1 0 0,-2 9 15 0 0,-2 35 135 0 0,-4 18-1892 0 0,3 0 1 0 0,5 104-1 0 0,17-22-3611 0 0,1-57-1992 0 0,-3-40-652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43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623 379 3256 0 0,'-471'10'15912'0'0,"333"-1"-9585"0"0,135-9-5940 0 0,-7 3 1922 0 0,210-20-1186 0 0,-103 5-1002 0 0,2839-230 434 0 0,-1613 142-592 0 0,-1202 90 5 0 0,87-9-3513 0 0,-204 19 2962 0 0,1-1 1 0 0,-1 1-1 0 0,0 0 0 0 0,1 1 1 0 0,-1-1-1 0 0,7 2 1 0 0,5 1-5752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6:31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55 940 0 0,'4'-43'24863'0'0,"-4"33"-23066"0"0,-1 9-1706 0 0,-2 22-149 0 0,-57 202 765 0 0,1-4-1002 0 0,50-173-972 0 0,2 0 0 0 0,-3 88 0 0 0,16-12-3301 0 0,4-41-3520 0 0,-5-33-1096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40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 2432 0 0,'-3'0'2298'0'0,"-40"6"9839"0"0,41-5-11248 0 0,-2-1-623 0 0,-14 4 4098 0 0,30-1-4441 0 0,39 3 451 0 0,76 0 1 0 0,-52-4-298 0 0,-44 1-48 0 0,-11-1-9 0 0,39 0 0 0 0,-27 0 41 0 0,-28-2-57 0 0,28-2-4286 0 0,-18-1 1300 0 0,23-9-5252 0 0,-24 7 2867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41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48 286 508 0 0,'28'-25'13316'0'0,"-10"6"-7891"0"0,-11 10-2289 0 0,-7 7-2998 0 0,-1 0 0 0 0,1-1 0 0 0,0 1 0 0 0,-1 0 0 0 0,0 0 0 0 0,1 0 1 0 0,-1-1-1 0 0,0 1 0 0 0,0 0 0 0 0,0 0 0 0 0,0 0 0 0 0,-1 1 0 0 0,-2-4 1 0 0,-25-24 186 0 0,1 2-113 0 0,0-4-258 0 0,27 30 23 0 0,4-3-85 0 0,-3 3 107 0 0,0 1-1 0 0,0-1 1 0 0,0 1 0 0 0,0 0 0 0 0,0-1 0 0 0,0 1 0 0 0,0 0 0 0 0,0-1-1 0 0,0 1 1 0 0,0 0 0 0 0,1 0 0 0 0,-1-1 0 0 0,0 1 0 0 0,0 0-1 0 0,0-1 1 0 0,1 1 0 0 0,-1 0 0 0 0,0 0 0 0 0,0-1 0 0 0,0 1 0 0 0,1 0-1 0 0,-1 0 1 0 0,0-1 0 0 0,1 1 0 0 0,-1 0 0 0 0,0 0 0 0 0,1 0 0 0 0,-1 0-1 0 0,0 0 1 0 0,0 0 0 0 0,1-1 0 0 0,-1 1 0 0 0,1 0 0 0 0,165-16-367 0 0,-49 7 30 0 0,-62 4 166 0 0,-25 3 159 0 0,0-1 0 0 0,0-1-1 0 0,0-2 1 0 0,-1-1 0 0 0,29-11-1 0 0,-9-5 633 0 0,-48 22-587 0 0,6-1-12 0 0,-7 1-31 0 0,0 1-1 0 0,1 0 1 0 0,-1 0 0 0 0,0-1-1 0 0,0 1 1 0 0,1 0 0 0 0,-1 0-1 0 0,0 0 1 0 0,0 0 0 0 0,1-1-1 0 0,-1 1 1 0 0,0 0 0 0 0,0 0-1 0 0,1 0 1 0 0,-1 0 0 0 0,0 0-1 0 0,1 0 1 0 0,-1 0 0 0 0,0 0-1 0 0,1 0 1 0 0,-1 0 0 0 0,0 0-1 0 0,1 0 1 0 0,-1 0 0 0 0,0 0-1 0 0,0 0 1 0 0,1 0 0 0 0,-1 0-1 0 0,0 0 1 0 0,1 0 0 0 0,-1 0-1 0 0,0 0 1 0 0,1 1 0 0 0,0 0 46 0 0,-1 0 0 0 0,1 1 0 0 0,0-1 0 0 0,-1 1 0 0 0,1-1 0 0 0,-1 0 1 0 0,0 1-1 0 0,1-1 0 0 0,-1 1 0 0 0,0-1 0 0 0,0 1 0 0 0,0-1 1 0 0,0 1-1 0 0,0-1 0 0 0,0 1 0 0 0,0-1 0 0 0,-1 1 0 0 0,1-1 0 0 0,0 0 1 0 0,-1 1-1 0 0,1-1 0 0 0,-1 1 0 0 0,-1 1 0 0 0,-18 46 675 0 0,14-36-338 0 0,-56 128 1078 0 0,-87 220-467 0 0,129-307-1046 0 0,-13 38-1074 0 0,18-31-7468 0 0,15-60 8453 0 0,0-1-1 0 0,0 1 1 0 0,0-1 0 0 0,1 0 0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41.8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367 121 36 0 0,'88'-120'18575'0'0,"-90"121"-18073"0"0,-23 14 188 0 0,0 1 0 0 0,2 2 1 0 0,0 0-1 0 0,-31 34 0 0 0,19-20-433 0 0,-14 15 115 0 0,-51 61 0 0 0,82-86-310 0 0,2 0 1 0 0,0 1-1 0 0,1 1 1 0 0,2 0-1 0 0,-19 45 1 0 0,30-64-52 0 0,1 0 1 0 0,-1 0 0 0 0,1 0 0 0 0,0 0 0 0 0,0 0 0 0 0,1 0 0 0 0,-1 0 0 0 0,1 1 0 0 0,0-1 0 0 0,0 0 0 0 0,1 0 0 0 0,0 0 0 0 0,0 0 0 0 0,0 0 0 0 0,0 0-1 0 0,1 0 1 0 0,0 0 0 0 0,0 0 0 0 0,0 0 0 0 0,1-1 0 0 0,3 5 0 0 0,-2-3 1 0 0,0-2 0 0 0,1 1 0 0 0,0 0 0 0 0,0-1 0 0 0,0 0 0 0 0,0 0 0 0 0,1-1 0 0 0,0 1 0 0 0,-1-1 0 0 0,1 0 0 0 0,0-1 0 0 0,1 1 0 0 0,-1-1 0 0 0,0-1 1 0 0,1 1-1 0 0,8 0 0 0 0,-5-1 11 0 0,0 0 1 0 0,0-1 0 0 0,0 0-1 0 0,0-1 1 0 0,0 0 0 0 0,0 0 0 0 0,0-1-1 0 0,11-4 1 0 0,-18 5-22 0 0,0 0 0 0 0,0 0 0 0 0,0 0 0 0 0,0 0-1 0 0,0-1 1 0 0,0 1 0 0 0,0-1 0 0 0,0 0 0 0 0,0 0 0 0 0,-1 0 0 0 0,1 0-1 0 0,-1 0 1 0 0,0-1 0 0 0,0 1 0 0 0,1-1 0 0 0,-1 1 0 0 0,-1-1 0 0 0,1 0-1 0 0,0 0 1 0 0,-1 0 0 0 0,1 0 0 0 0,-1 0 0 0 0,0 0 0 0 0,0 0 0 0 0,0 0-1 0 0,-1 0 1 0 0,1-1 0 0 0,-1-2 0 0 0,0 3-7 0 0,0 0 1 0 0,-1 0 0 0 0,1 0-1 0 0,-1 0 1 0 0,0 0-1 0 0,0 0 1 0 0,0 1-1 0 0,0-1 1 0 0,0 0-1 0 0,-1 1 1 0 0,1-1-1 0 0,-1 1 1 0 0,0-1-1 0 0,0 1 1 0 0,0 0-1 0 0,0 0 1 0 0,0 0-1 0 0,0 0 1 0 0,0 0 0 0 0,-1 0-1 0 0,-2-1 1 0 0,-6-4-345 0 0,-1 1 1 0 0,0 0 0 0 0,-18-6 0 0 0,11 5-2008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42.8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1 104 716 0 0,'6'-19'4651'0'0,"0"1"0"0"0,2 0 0 0 0,16-30 1589 0 0,-19 63-5094 0 0,-27 103 1265 0 0,16-93-2265 0 0,0 0 0 0 0,2 1 1 0 0,0 0-1 0 0,2 0 1 0 0,2 43-1 0 0,0-65-148 0 0,0-1 0 0 0,1 1 0 0 0,-1-1 0 0 0,1 1 0 0 0,0-1 1 0 0,0 1-1 0 0,0-1 0 0 0,1 0 0 0 0,-1 1 0 0 0,1-1 0 0 0,0 0 0 0 0,-1 0 0 0 0,1 0 0 0 0,1-1 0 0 0,-1 1 0 0 0,0 0 0 0 0,1-1 0 0 0,-1 1 0 0 0,1-1 0 0 0,0 0 0 0 0,0 0 0 0 0,0 0 0 0 0,0 0 0 0 0,0-1 0 0 0,0 1 0 0 0,0-1 0 0 0,1 1 0 0 0,-1-1 0 0 0,0 0 0 0 0,1-1 0 0 0,-1 1 0 0 0,1-1 0 0 0,-1 1 1 0 0,1-1-1 0 0,-1 0 0 0 0,1 0 0 0 0,-1 0 0 0 0,7-2 0 0 0,-2 0-48 0 0,-1 0 0 0 0,0 0 0 0 0,0-1 0 0 0,0 0 0 0 0,0 0 1 0 0,0 0-1 0 0,0-1 0 0 0,-1 0 0 0 0,0 0 0 0 0,0-1 0 0 0,0 0 1 0 0,0 0-1 0 0,-1 0 0 0 0,5-7 0 0 0,7-10-24 0 0,-1 0 0 0 0,19-34 1 0 0,-30 47 65 0 0,44-85 1242 0 0,-45 89-1459 0 0,-3 12 151 0 0,-2 13 130 0 0,-84 243 2077 0 0,26-83-5267 0 0,52-146 340 0 0,8-17-412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9:43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7 109 580 0 0,'34'-109'18420'0'0,"-43"139"-17480"0"0,-15 67-71 0 0,21-84-809 0 0,1 0 0 0 0,1 1 0 0 0,0-1 0 0 0,1 1 0 0 0,2 23 0 0 0,-1-35-51 0 0,-1 1 0 0 0,1 0 0 0 0,0-1-1 0 0,-1 1 1 0 0,1-1 0 0 0,1 1 0 0 0,-1-1-1 0 0,0 0 1 0 0,1 1 0 0 0,-1-1 0 0 0,1 0 0 0 0,-1 0-1 0 0,1 0 1 0 0,0 0 0 0 0,0 0 0 0 0,0 0-1 0 0,0 0 1 0 0,0-1 0 0 0,1 1 0 0 0,-1-1 0 0 0,0 0-1 0 0,1 1 1 0 0,-1-1 0 0 0,1 0 0 0 0,-1-1-1 0 0,1 1 1 0 0,-1 0 0 0 0,1-1 0 0 0,5 1 0 0 0,0 0 6 0 0,1-1 1 0 0,-1 0-1 0 0,1-1 1 0 0,-1 0-1 0 0,0 0 1 0 0,0-1 0 0 0,0 0-1 0 0,13-5 1 0 0,4-4 527 0 0,-2-1 0 0 0,1-2 1 0 0,-2 0-1 0 0,32-27 0 0 0,-11 9 1457 0 0,-42 32-1993 0 0,-1-1 0 0 0,1 0-1 0 0,0 1 1 0 0,-1-1 0 0 0,1 1 0 0 0,0-1-1 0 0,-1 1 1 0 0,1-1 0 0 0,0 1 0 0 0,0 0-1 0 0,-1-1 1 0 0,1 1 0 0 0,0 0 0 0 0,0 0-1 0 0,-1 0 1 0 0,1-1 0 0 0,0 1 0 0 0,0 0-1 0 0,0 0 1 0 0,0 0 0 0 0,-1 0 0 0 0,1 0-1 0 0,0 0 1 0 0,1 1 0 0 0,-1 0 14 0 0,-1-1 1 0 0,0 1 0 0 0,1 0 0 0 0,-1-1-1 0 0,0 1 1 0 0,1 0 0 0 0,-1 0-1 0 0,0 0 1 0 0,0-1 0 0 0,0 1-1 0 0,0 0 1 0 0,0 0 0 0 0,0 0-1 0 0,0-1 1 0 0,0 1 0 0 0,0 0-1 0 0,0 0 1 0 0,0 0 0 0 0,-1 1 0 0 0,-14 45 920 0 0,13-43-867 0 0,-82 185 1267 0 0,-17 43-3717 0 0,52-80-5514 0 0,35-105-138 0 0,8-25-529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6:39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28 1452 0 0,'-21'-26'17004'0'0,"34"25"-17860"0"0,271 9 1076 0 0,-245-10-143 0 0,25 2 25 0 0,-37 0-191 0 0,-24 0-61 0 0,10 1-3135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04.2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86 348 0 0,'-10'-6'8583'0'0,"7"4"-7262"0"0,-1-1 0 0 0,1 0-1 0 0,-1 0 1 0 0,1 0-1 0 0,0-1 1 0 0,0 1-1 0 0,1-1 1 0 0,-1 1-1 0 0,1-1 1 0 0,-3-5-1 0 0,4 7-1104 0 0,11-9 248 0 0,-1 6-445 0 0,1 1 0 0 0,0 0 1 0 0,1 1-1 0 0,-1 0 0 0 0,0 1 0 0 0,1 0 1 0 0,0 1-1 0 0,-1 0 0 0 0,1 1 0 0 0,0 0 1 0 0,19 2-1 0 0,-15 0-34 0 0,-1 1 0 0 0,1 0 1 0 0,0 1-1 0 0,-1 0 0 0 0,0 1 1 0 0,0 1-1 0 0,0 0 0 0 0,13 9 1 0 0,-22-12 16 0 0,-1 0 0 0 0,0 0 1 0 0,0 0-1 0 0,0 0 0 0 0,0 0 1 0 0,-1 1-1 0 0,0 0 0 0 0,1 0 1 0 0,-1 0-1 0 0,-1 0 0 0 0,1 0 1 0 0,0 1-1 0 0,-1-1 0 0 0,0 1 1 0 0,0-1-1 0 0,-1 1 0 0 0,1 0 1 0 0,-1 0-1 0 0,0 0 0 0 0,0 0 1 0 0,0 0-1 0 0,-1 0 1 0 0,0 0-1 0 0,0 0 0 0 0,0 0 1 0 0,-1 0-1 0 0,0 0 0 0 0,0 0 1 0 0,0 0-1 0 0,0 0 0 0 0,-4 7 1 0 0,-2 6 13 0 0,-1 0 0 0 0,-2-1 0 0 0,1 0 1 0 0,-2 0-1 0 0,0-1 0 0 0,-26 28 0 0 0,-32 27 1 0 0,-92 73-1 0 0,26-27 13 0 0,132-114-43 0 0,0 0 21 0 0,0 0 1 0 0,0 0 0 0 0,0 0-1 0 0,0 0 1 0 0,0 0-1 0 0,-3 6 1 0 0,6-8-4 0 0,0 0 0 0 0,0-1 0 0 0,-1 1 0 0 0,1-1 0 0 0,0 1-1 0 0,0 0 1 0 0,0-1 0 0 0,0 1 0 0 0,0 0 0 0 0,0-1 0 0 0,0 1 0 0 0,0-1 0 0 0,0 1 0 0 0,0 0 0 0 0,0-1 0 0 0,0 1-1 0 0,0 0 1 0 0,1-1 0 0 0,-1 1 0 0 0,1 0 0 0 0,-1 0 2 0 0,1 0 0 0 0,0 0-1 0 0,0 0 1 0 0,0 0 0 0 0,0 0 0 0 0,0-1-1 0 0,0 1 1 0 0,0 0 0 0 0,0-1 0 0 0,1 1 0 0 0,-1 0-1 0 0,0-1 1 0 0,0 0 0 0 0,2 1 0 0 0,10 2 17 0 0,1 0 0 0 0,-1-1 0 0 0,1 0 0 0 0,23-1 0 0 0,59-7-20 0 0,-61 3-21 0 0,506-59-1151 0 0,-486 54 625 0 0,-16 2-1373 0 0,-15 3-2127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05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104 165 224 0 0,'-12'-7'2688'0'0,"-12"-7"3979"0"0,-34-14-1 0 0,57 27-6119 0 0,-5-2 146 0 0,6 3-676 0 0,0 0 1 0 0,0 0-1 0 0,-1 0 0 0 0,1 0 1 0 0,0 0-1 0 0,0 0 0 0 0,0 0 1 0 0,0 0-1 0 0,0 0 0 0 0,0 0 0 0 0,-1 0 1 0 0,1 0-1 0 0,0 0 0 0 0,0 0 1 0 0,0 0-1 0 0,0 0 0 0 0,0 0 1 0 0,0-1-1 0 0,0 1 0 0 0,0 0 1 0 0,0 0-1 0 0,0 0 0 0 0,-1 0 0 0 0,1 0 1 0 0,0 0-1 0 0,0 0 0 0 0,0-1 1 0 0,0 1-1 0 0,0 0 0 0 0,0 0 1 0 0,0 0-1 0 0,0 0 0 0 0,0 0 1 0 0,0 0-1 0 0,0-1 0 0 0,0 1 0 0 0,0 0 1 0 0,0 0-1 0 0,0 0 0 0 0,0 0 1 0 0,0 0-1 0 0,0 0 0 0 0,0-1 1 0 0,0 1-1 0 0,0 0 0 0 0,0 0 1 0 0,1 0-1 0 0,-1 0 0 0 0,0 0 0 0 0,0 0 1 0 0,0 0-1 0 0,0-1 0 0 0,18-6 150 0 0,-1 1-1 0 0,1 1 0 0 0,1 0 0 0 0,-1 1 1 0 0,23-1-1 0 0,-9 0-85 0 0,310-39 260 0 0,-157 23-248 0 0,-152 18-81 0 0,-3 1-19 0 0,-28 2 1 0 0,-2 2-186 0 0,-1 0-1 0 0,0 0 1 0 0,0-1 0 0 0,0 1 0 0 0,0 0 0 0 0,0-1 0 0 0,0 1-1 0 0,0-1 1 0 0,-3 3 0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06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156 172 1940 0 0,'-17'-93'16464'0'0,"17"91"-16078"0"0,-1 2-344 0 0,1-1 0 0 0,0 1-1 0 0,0 0 1 0 0,0-1-1 0 0,0 1 1 0 0,-1 0-1 0 0,1-1 1 0 0,0 1-1 0 0,0 0 1 0 0,0-1 0 0 0,0 1-1 0 0,0 0 1 0 0,0-1-1 0 0,0 1 1 0 0,0-1-1 0 0,0 1 1 0 0,0 0-1 0 0,0-1 1 0 0,0 1 0 0 0,0-1-1 0 0,0 1 1 0 0,0 0-1 0 0,1-1 1 0 0,-1 1-1 0 0,0 0 1 0 0,0-1-1 0 0,0 1 1 0 0,1 0 0 0 0,-1-1-1 0 0,0 1 1 0 0,0 0-1 0 0,1-1 1 0 0,-1 1-1 0 0,0 0 1 0 0,1-1-1 0 0,9-12 500 0 0,3 6-478 0 0,0 1 1 0 0,1 0 0 0 0,0 2-1 0 0,0-1 1 0 0,1 2 0 0 0,-1 0 0 0 0,27-2-1 0 0,-22 2-28 0 0,11-1 3 0 0,36 0-1 0 0,-54 4-27 0 0,0 0 1 0 0,0 1-1 0 0,0 1 1 0 0,0 0-1 0 0,22 7 1 0 0,-33-9-11 0 0,1 1 0 0 0,0-1 1 0 0,-1 1-1 0 0,1 0 0 0 0,0 0 1 0 0,-1 0-1 0 0,1 0 0 0 0,-1 0 1 0 0,1 0-1 0 0,-1 0 0 0 0,0 0 1 0 0,1 1-1 0 0,-1-1 0 0 0,0 0 1 0 0,0 1-1 0 0,0-1 0 0 0,0 1 1 0 0,0-1-1 0 0,0 1 0 0 0,1 2 1 0 0,-2-1 0 0 0,1-1 0 0 0,-1 1 0 0 0,0-1 0 0 0,0 1 1 0 0,0-1-1 0 0,0 1 0 0 0,0-1 0 0 0,-1 1 0 0 0,1-1 0 0 0,-1 1 1 0 0,0-1-1 0 0,1 0 0 0 0,-2 3 0 0 0,-4 6 4 0 0,0 0 1 0 0,-1 0-1 0 0,0-1 1 0 0,-13 16-1 0 0,1-4 20 0 0,-1-2-1 0 0,-1 0 0 0 0,0-1 1 0 0,-2-1-1 0 0,0-1 1 0 0,-27 14-1 0 0,46-28-26 0 0,-24 11 51 0 0,27-13-46 0 0,-1 0 0 0 0,1-1 0 0 0,0 1 1 0 0,-1 0-1 0 0,1-1 0 0 0,-1 1 0 0 0,1-1 0 0 0,-1 1 0 0 0,1-1 1 0 0,-1 0-1 0 0,1 1 0 0 0,-4-1 0 0 0,3 0 22 0 0,0-3-29 0 0,2 3 4 0 0,-1 0 0 0 0,1 0-1 0 0,0 0 1 0 0,0-1 0 0 0,0 1 0 0 0,0 0 0 0 0,-1 0-1 0 0,1 0 1 0 0,0 0 0 0 0,0 0 0 0 0,0-1 0 0 0,0 1-1 0 0,0 0 1 0 0,0 0 0 0 0,-1 0 0 0 0,1 0 0 0 0,0-1-1 0 0,0 1 1 0 0,0 0 0 0 0,0 0 0 0 0,0 0 0 0 0,0-1-1 0 0,0 1 1 0 0,0 0 0 0 0,0 0 0 0 0,0 0 0 0 0,0-1-1 0 0,0 1 1 0 0,0 0 0 0 0,0 0 0 0 0,0 0 0 0 0,0 0-1 0 0,0-1 1 0 0,0 1 0 0 0,0 0 0 0 0,0 0 0 0 0,1-1 0 0 0,1 1 3 0 0,0-1 0 0 0,0 1 1 0 0,0-1-1 0 0,1 1 0 0 0,-1 0 1 0 0,0-1-1 0 0,1 1 1 0 0,-1 1-1 0 0,4-1 0 0 0,8 2-5 0 0,-1 0 0 0 0,0 1 0 0 0,0 0-1 0 0,0 1 1 0 0,0 1 0 0 0,-1 0 0 0 0,1 1-1 0 0,-1 0 1 0 0,-1 1 0 0 0,1 0 0 0 0,-1 0-1 0 0,0 2 1 0 0,-1-1 0 0 0,0 1 0 0 0,0 1-1 0 0,-1 0 1 0 0,0 0 0 0 0,-1 1 0 0 0,0 0 0 0 0,-1 0-1 0 0,0 1 1 0 0,-1 0 0 0 0,0 0 0 0 0,5 17-1 0 0,-9-24 14 0 0,-1 1 0 0 0,0 0-1 0 0,0 0 1 0 0,0 0-1 0 0,-1 0 1 0 0,0 0 0 0 0,0 0-1 0 0,-1 0 1 0 0,1-1 0 0 0,-1 1-1 0 0,-1 0 1 0 0,1 0 0 0 0,-1-1-1 0 0,0 1 1 0 0,-4 8-1 0 0,2-7 61 0 0,-1 1 0 0 0,0-1 0 0 0,0 0 0 0 0,-1-1 1 0 0,0 1-1 0 0,0-1 0 0 0,0 0 0 0 0,-1-1 0 0 0,-13 10 0 0 0,7-8 52 0 0,0 1-1 0 0,-1-1 1 0 0,0-1 0 0 0,0-1 0 0 0,0 0 0 0 0,-1-1 0 0 0,1 0 0 0 0,-1-1 0 0 0,0-1 0 0 0,0 0 0 0 0,-29-1 0 0 0,24-3-75 0 0,1-1 1 0 0,0-1-1 0 0,0-1 1 0 0,0-1-1 0 0,0-1 1 0 0,1 0 0 0 0,0-1-1 0 0,-18-11 1 0 0,15 8-25 0 0,16 9-282 0 0,-1-1 0 0 0,1 1 1 0 0,0-1-1 0 0,1 0 0 0 0,-1 0 1 0 0,-5-5-1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6:40.4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0 115 1100 0 0,'19'-15'9206'0'0,"8"-11"-1150"0"0,-16-1-6031 0 0,-4-13-1372 0 0,-6 38-648 0 0,1-2-356 0 0,-1 5 192 0 0,-2 12 135 0 0,-1 7 21 0 0,-6 225-1935 0 0,-16-1-8108 0 0,15-173 3926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19.0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53 1000 0 0,'0'0'7399'0'0,"-12"3"-5828"0"0,-2-1 3661 0 0,35-9-5229 0 0,0 2-1 0 0,27-5 0 0 0,134-13 8 0 0,-163 21-6 0 0,-16 2 4 0 0,12-3-18 0 0,-12 3 2 0 0,39-4 16 0 0,-40 4 13 0 0,14-2-88 0 0,-11 1 298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19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49 140 0 0,'-46'42'13091'0'0,"42"-38"-12766"0"0,4-4-311 0 0,0 0-1 0 0,0 0 0 0 0,0 0 1 0 0,0 0-1 0 0,0 0 1 0 0,0 0-1 0 0,0 0 1 0 0,0 0-1 0 0,0 0 0 0 0,0 0 1 0 0,0 0-1 0 0,0 1 1 0 0,0-1-1 0 0,0 0 1 0 0,0 0-1 0 0,0 0 0 0 0,0 0 1 0 0,0 0-1 0 0,0 0 1 0 0,0 0-1 0 0,0 0 1 0 0,0 0-1 0 0,0 0 0 0 0,0 0 1 0 0,0 0-1 0 0,0 0 1 0 0,0 0-1 0 0,0 0 1 0 0,0 1-1 0 0,0-1 0 0 0,0 0 1 0 0,0 0-1 0 0,0 0 1 0 0,0 0-1 0 0,0 0 1 0 0,0 0-1 0 0,0 0 0 0 0,0 0 1 0 0,0 0-1 0 0,0 0 1 0 0,0 0-1 0 0,0 0 1 0 0,0 0-1 0 0,0 0 1 0 0,0 0-1 0 0,179-50 541 0 0,-89 27-510 0 0,-67 19-42 0 0,19-5 25 0 0,-40 8-35 0 0,25-7 249 0 0,-21 7-3004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21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190 254 684 0 0,'0'0'1552'0'0,"-4"-24"4800"0"0,-7-12-2764 0 0,10 35-3299 0 0,-13-26 1231 0 0,10 20-1335 0 0,1-1 0 0 0,-1 0-1 0 0,1 0 1 0 0,1 0 0 0 0,-3-11-1 0 0,5 16-174 0 0,1 0-1 0 0,-1 1 1 0 0,1-1 0 0 0,0 0-1 0 0,0 0 1 0 0,0 1-1 0 0,0-1 1 0 0,0 0-1 0 0,0 1 1 0 0,1 0 0 0 0,0-1-1 0 0,-1 1 1 0 0,1 0-1 0 0,3-4 1 0 0,1 0-13 0 0,1 1-1 0 0,-1 0 1 0 0,1 0 0 0 0,0 1 0 0 0,0-1 0 0 0,0 1 0 0 0,0 1-1 0 0,1 0 1 0 0,13-4 0 0 0,-5 2-17 0 0,1 1 0 0 0,0 1 0 0 0,28-2 0 0 0,-31 4 15 0 0,-1 1-1 0 0,0 0 0 0 0,0 1 0 0 0,0 1 0 0 0,0 0 0 0 0,0 1 0 0 0,24 8 0 0 0,-33-10 10 0 0,-1 1 0 0 0,0-1-1 0 0,0 1 1 0 0,1 0-1 0 0,-1 0 1 0 0,0 0 0 0 0,-1 0-1 0 0,1 0 1 0 0,0 1-1 0 0,-1-1 1 0 0,1 1 0 0 0,-1 0-1 0 0,0 0 1 0 0,0-1-1 0 0,0 2 1 0 0,0-1 0 0 0,0 0-1 0 0,-1 0 1 0 0,1 1-1 0 0,-1-1 1 0 0,0 0 0 0 0,0 1-1 0 0,0-1 1 0 0,-1 1-1 0 0,1 0 1 0 0,-1-1 0 0 0,0 1-1 0 0,0-1 1 0 0,0 1-1 0 0,0 0 1 0 0,-1-1 0 0 0,1 1-1 0 0,-3 4 1 0 0,-1 9 8 0 0,-2-1 1 0 0,0 0 0 0 0,-1-1-1 0 0,-1 1 1 0 0,0-1 0 0 0,-1-1 0 0 0,0 0-1 0 0,-20 22 1 0 0,-12 10 66 0 0,-48 40 1 0 0,77-75-71 0 0,-47 42 102 0 0,-65 45-1 0 0,69-56 505 0 0,54-42-446 0 0,-22 20 1053 0 0,4-2-1232 0 0,16-13 6 0 0,2-4 27 0 0,-3 2-26 0 0,4-3 5 0 0,0 0-1 0 0,0 0 0 0 0,0 0 0 0 0,0 0 0 0 0,0 0 0 0 0,0 0 0 0 0,0 0 0 0 0,0 0 0 0 0,0 0 0 0 0,0 0 0 0 0,0 0 0 0 0,1 0 0 0 0,-1 0 0 0 0,0 0 0 0 0,0 0 0 0 0,0 0 1 0 0,0 0-1 0 0,0 0 0 0 0,0 1 0 0 0,0-1 0 0 0,0 0 0 0 0,0 0 0 0 0,0 0 0 0 0,0 0 0 0 0,0 0 0 0 0,0 0 0 0 0,0 0 0 0 0,0 0 0 0 0,0 0 0 0 0,0 0 0 0 0,0 0 1 0 0,0 0-1 0 0,0 0 0 0 0,0 0 0 0 0,0 1 0 0 0,0-1 0 0 0,0 0 0 0 0,0 0 0 0 0,0 0 0 0 0,0 0 0 0 0,0 0 0 0 0,0 0 0 0 0,0 0 0 0 0,0 0 0 0 0,0 0 0 0 0,0 0 0 0 0,0 0 1 0 0,0 0-1 0 0,0 0 0 0 0,0 0 0 0 0,0 0 0 0 0,0 1 0 0 0,0-1 0 0 0,0 0 0 0 0,0 0 0 0 0,0 0 0 0 0,-1 0 0 0 0,1 0 0 0 0,0 0 0 0 0,20 0 23 0 0,0-1-1 0 0,0 0 1 0 0,34-8-1 0 0,-3 1-6 0 0,666-61-1100 0 0,-234 45-7129 0 0,-349 19 2020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6:41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50 600 0 0,'0'0'9977'0'0,"-15"-1"-9346"0"0,3 2-341 0 0,-4 1 355 0 0,-38 3 3885 0 0,51-5-4148 0 0,-11 0 2766 0 0,20-5-2597 0 0,4 1-524 0 0,0 1 0 0 0,0 1 0 0 0,0-1 0 0 0,1 2 0 0 0,-1-1 0 0 0,17 1 0 0 0,8-2-706 0 0,54-4-2292 0 0,34-5-5009 0 0,-59-1 1071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1:27.7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1 540 0 0,'0'0'5271'0'0,"10"4"-5569"0"0,-8-4 180 0 0,4 2-2282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1:30.7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0 424 0 0,'0'0'2781'0'0,"12"4"-3716"0"0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1:38.7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10 288 0 0,'9'-5'1276'0'0,"-1"0"-736"0"0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1:41.4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0 700 0 0,'0'0'2100'0'0,"15"0"-1856"0"0,-5 6-1496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1:42.5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7 348 0 0,'0'0'1472'0'0,"-17"-2"1296"0"0,2 0-2212 0 0,3-1-1328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30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341 113 64 0 0,'0'0'2939'0'0,"-21"20"4286"0"0,13-14-6487 0 0,7-4-695 0 0,-1-1 0 0 0,-1 1-1 0 0,1-1 1 0 0,0 0 0 0 0,0 0-1 0 0,0 0 1 0 0,-1 0 0 0 0,1 0-1 0 0,0 0 1 0 0,-1-1-1 0 0,1 1 1 0 0,-1-1 0 0 0,1 1-1 0 0,-1-1 1 0 0,1 0 0 0 0,-1 0-1 0 0,1 0 1 0 0,-1-1 0 0 0,1 1-1 0 0,-1-1 1 0 0,1 1 0 0 0,-1-1-1 0 0,1 0 1 0 0,0 0 0 0 0,-1 0-1 0 0,1 0 1 0 0,0 0-1 0 0,0 0 1 0 0,-2-2 0 0 0,2 2 4 0 0,2 1-45 0 0,-1 0 0 0 0,1 0 0 0 0,-1 0 0 0 0,0 0 0 0 0,1 0 0 0 0,-1-1 0 0 0,1 1 0 0 0,-1 0 0 0 0,0 0 0 0 0,1 0 0 0 0,-1-1 0 0 0,1 1 0 0 0,-1 0 0 0 0,1-1 0 0 0,-1 1 0 0 0,1 0 0 0 0,-1-1 0 0 0,1 1 0 0 0,0-1 0 0 0,-1 1 0 0 0,1 0 0 0 0,-1-1 0 0 0,1 1 0 0 0,0-1 0 0 0,-1 1 0 0 0,1-1 0 0 0,0 0 0 0 0,0 1 0 0 0,-1-1 0 0 0,1 1 0 0 0,0-1 0 0 0,0 1 0 0 0,0-1 0 0 0,0 0 0 0 0,0 1 0 0 0,0-1 0 0 0,0 1 0 0 0,0-1 0 0 0,0 0 0 0 0,0 1 0 0 0,0-1 0 0 0,0 1 0 0 0,0-1 0 0 0,1 0 0 0 0,-1 1 0 0 0,0-1 0 0 0,0 1 0 0 0,1-1 0 0 0,-1 1-1 0 0,0-1 1 0 0,1 0 0 0 0,5-3 0 0 0,0 0 0 0 0,0 0-1 0 0,0 1 1 0 0,1-1-1 0 0,-1 1 1 0 0,1 1-1 0 0,12-4 1 0 0,1-1-17 0 0,44-15-4 0 0,1 2 0 0 0,102-17-1 0 0,-131 37-6 0 0,-36 0 27 0 0,1 0-1 0 0,-1 0 0 0 0,1 0 0 0 0,-1 0 0 0 0,0 1 0 0 0,1-1 0 0 0,-1 0 0 0 0,0 0 0 0 0,1 1 1 0 0,-1-1-1 0 0,0 0 0 0 0,0 0 0 0 0,1 1 0 0 0,-1-1 0 0 0,0 0 0 0 0,0 1 0 0 0,0-1 0 0 0,1 0 1 0 0,-1 1-1 0 0,0-1 0 0 0,0 1 0 0 0,0-1 0 0 0,0 0 0 0 0,0 1 0 0 0,0-1 0 0 0,0 0 0 0 0,0 1 0 0 0,1-1 1 0 0,-1 1-1 0 0,-1-1 0 0 0,1 0 0 0 0,0 1 0 0 0,0-1 0 0 0,0 1 0 0 0,0-1 0 0 0,0 0 0 0 0,0 1 1 0 0,-4 13 11 0 0,3-14-11 0 0,-4 13 11 0 0,-2 0-1 0 0,0-1 0 0 0,-1 0 1 0 0,0 0-1 0 0,0-1 0 0 0,-20 19 1 0 0,9-8 11 0 0,-387 376 474 0 0,396-389-488 0 0,-13 11 34 0 0,-64 55 432 0 0,85-74-355 0 0,-1 0-7 0 0,2-1-106 0 0,1 0 0 0 0,-1 0 0 0 0,1 0 1 0 0,-1 1-1 0 0,1-1 0 0 0,-1 0 0 0 0,0 0 1 0 0,1 0-1 0 0,-1 0 0 0 0,1 0 0 0 0,-1 0 0 0 0,1 0 1 0 0,-1 0-1 0 0,0 0 0 0 0,1-1 0 0 0,-1 1 0 0 0,1 0 1 0 0,-1 0-1 0 0,0-1 0 0 0,-1-3 0 0 0,1 0 0 0 0,-1 0 0 0 0,1 0 0 0 0,0 0 0 0 0,0-1 0 0 0,0 1 0 0 0,0 0 0 0 0,1-1 0 0 0,0 1-1 0 0,0 0 1 0 0,0-1 0 0 0,1 1 0 0 0,0-7 0 0 0,0 9 7 0 0,-1-1-33 0 0,0 2 22 0 0,0 1 1 0 0,0-1-1 0 0,0 1 1 0 0,0-1-1 0 0,0 1 0 0 0,0-1 1 0 0,0 1-1 0 0,0-1 1 0 0,0 1-1 0 0,0-1 0 0 0,0 1 1 0 0,1-1-1 0 0,-1 1 0 0 0,0-1 1 0 0,0 1-1 0 0,1-1 1 0 0,-1 1-1 0 0,0-1 0 0 0,0 1 1 0 0,1-1-1 0 0,-1 1 1 0 0,0-1-1 0 0,1 1 0 0 0,-1 0 1 0 0,1-1-1 0 0,-1 1 1 0 0,1 0-1 0 0,-1-1 0 0 0,0 1 1 0 0,1 0-1 0 0,-1 0 1 0 0,1-1-1 0 0,0 1 0 0 0,8 2 19 0 0,-1 1-1 0 0,0 0 1 0 0,1 0-1 0 0,-1 0 0 0 0,-1 1 1 0 0,1 1-1 0 0,0-1 1 0 0,11 11-1 0 0,-8-7 1 0 0,0-1 0 0 0,0 0 0 0 0,1-1-1 0 0,14 7 1 0 0,-9-9-8 0 0,0 0 1 0 0,-1-1-1 0 0,1-1 0 0 0,0 0 0 0 0,1-1 0 0 0,23-2 0 0 0,7-3-837 0 0,48-11 0 0 0,-66 8-2262 0 0,43-15-1 0 0,-36 9-1133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30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45 153 1784 0 0,'-12'-8'6169'0'0,"-19"-14"1643"0"0,30 22-7513 0 0,2-2-246 0 0,-1 1-1 0 0,1-1 1 0 0,0 1 0 0 0,0 0-1 0 0,0-1 1 0 0,1 1 0 0 0,-1 0-1 0 0,0 0 1 0 0,0 0 0 0 0,1 0-1 0 0,-1 0 1 0 0,0 0-1 0 0,1 0 1 0 0,-1 0 0 0 0,1 0-1 0 0,2 0 1 0 0,2-2-3 0 0,27-15 57 0 0,1 2 0 0 0,0 1 1 0 0,64-18-1 0 0,-72 26-1650 0 0,36-3 1 0 0,-60 10 1095 0 0,-1-1 1 0 0,1 1 0 0 0,0 0 0 0 0,-1 0-1 0 0,1 0 1 0 0,0 1 0 0 0,0-1 0 0 0,-1 0 0 0 0,1 1-1 0 0,0-1 1 0 0,-1 1 0 0 0,1-1 0 0 0,-1 1-1 0 0,1 0 1 0 0,-1 0 0 0 0,3 1 0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30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72 1832 0 0,'-42'36'13049'0'0,"62"-38"-12702"0"0,0-1 1 0 0,0 0 0 0 0,-1-2 0 0 0,1 0 0 0 0,18-8 0 0 0,6-1-352 0 0,131-34-4434 0 0,-123 34 801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31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282 1 772 0 0,'0'0'10085'0'0,"13"13"-6032"0"0,-7 5-3802 0 0,-1 1-1 0 0,0 1 1 0 0,-2-1 0 0 0,0 0-1 0 0,-1 1 1 0 0,0 32 0 0 0,-15 124 722 0 0,11-156-763 0 0,-67 567 1108 0 0,-17 168-666 0 0,33 2-256 0 0,43-417-426 0 0,-7 170 535 0 0,-23-3-4263 0 0,21-373-3397 0 0,8-74-217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33.3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41 912 0 0,'21'-41'13093'0'0,"-18"49"-12822"0"0,-2 1 1 0 0,1-1 0 0 0,-1 0 0 0 0,0 1 0 0 0,-1-1-1 0 0,0 10 1 0 0,-8 56 345 0 0,3-32-373 0 0,-28 173 378 0 0,1-2-1221 0 0,29-171-1649 0 0,1-1-1 0 0,2 1 1 0 0,6 48-1 0 0,-2-57-3144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35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45 1984 0 0,'0'0'2875'0'0,"30"-20"5183"0"0,-15 14-7760 0 0,0 2 0 0 0,1 0 1 0 0,-1 0-1 0 0,1 1 1 0 0,0 1-1 0 0,27 0 1 0 0,-33 2-242 0 0,1 1 0 0 0,-1 0 1 0 0,1 0-1 0 0,-1 1 0 0 0,0 0 1 0 0,1 1-1 0 0,-1 0 0 0 0,-1 1 0 0 0,1 0 1 0 0,18 10-1 0 0,-25-12-39 0 0,0 0 0 0 0,-1 0 1 0 0,1 1-1 0 0,0-1 0 0 0,-1 1 0 0 0,1-1 0 0 0,-1 1 0 0 0,0 0 1 0 0,0 0-1 0 0,0 0 0 0 0,0 0 0 0 0,-1 0 0 0 0,1 1 0 0 0,-1-1 1 0 0,0 1-1 0 0,1 3 0 0 0,-1-1 4 0 0,0 0-1 0 0,-1 0 1 0 0,0 0-1 0 0,0 0 1 0 0,0 0-1 0 0,-1 0 1 0 0,0 0-1 0 0,-3 11 1 0 0,-2 3 21 0 0,-2 0 0 0 0,0-1 0 0 0,-2 0 1 0 0,-15 24-1 0 0,-7 2 282 0 0,-1-2 0 0 0,-2-1-1 0 0,-43 39 1 0 0,-10 12 510 0 0,88-93-824 0 0,-1 0-1 0 0,1 1 1 0 0,-1-1 0 0 0,1 1-1 0 0,-1 0 1 0 0,1-1-1 0 0,-1 1 1 0 0,1-1 0 0 0,0 1-1 0 0,-1 0 1 0 0,1-1 0 0 0,0 1-1 0 0,0 0 1 0 0,-1-1-1 0 0,1 1 1 0 0,0 0 0 0 0,0-1-1 0 0,0 1 1 0 0,0 1 0 0 0,0-2-7 0 0,0 1 1 0 0,1-1-1 0 0,-1 0 1 0 0,0 1 0 0 0,0-1-1 0 0,1 0 1 0 0,-1 1-1 0 0,0-1 1 0 0,1 0 0 0 0,-1 0-1 0 0,0 1 1 0 0,1-1 0 0 0,-1 0-1 0 0,1 0 1 0 0,-1 0-1 0 0,0 0 1 0 0,1 1 0 0 0,-1-1-1 0 0,1 0 1 0 0,-1 0-1 0 0,0 0 1 0 0,1 0 0 0 0,0 0-1 0 0,28-2 53 0 0,-28 1-56 0 0,230-55 57 0 0,-82 16-86 0 0,59-4-2100 0 0,-70 23-6367 0 0,-111 18 2622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36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314 16 640 0 0,'-19'6'2709'0'0,"12"-3"-1092"0"0,-1-1 0 0 0,0 0 0 0 0,1 0 0 0 0,-1-1 0 0 0,-12 1 0 0 0,17-2-758 0 0,-2-1 91 0 0,4 1-906 0 0,1 0-1 0 0,0 0 0 0 0,-1 0 1 0 0,1 0-1 0 0,-1 0 0 0 0,1 0 1 0 0,0 0-1 0 0,-1 0 1 0 0,1 0-1 0 0,-1 0 0 0 0,1 0 1 0 0,0 0-1 0 0,-1 0 1 0 0,1-1-1 0 0,0 1 0 0 0,-1 0 1 0 0,1 0-1 0 0,-1 0 0 0 0,1-1 1 0 0,0 1-1 0 0,0 0 1 0 0,-1 0-1 0 0,1-1 0 0 0,-1 0 1 0 0,2 0 21 0 0,-1-1 0 0 0,1 1 0 0 0,-1-1-1 0 0,1 1 1 0 0,0 0 0 0 0,0-1 0 0 0,0 1 0 0 0,0 0 0 0 0,0-1 0 0 0,0 1 0 0 0,0 0 0 0 0,0 0 0 0 0,0 0 0 0 0,0 0 0 0 0,1 0-1 0 0,-1 0 1 0 0,0 0 0 0 0,1 0 0 0 0,-1 1 0 0 0,1-1 0 0 0,-1 1 0 0 0,1-1 0 0 0,-1 1 0 0 0,1-1 0 0 0,-1 1 0 0 0,3-1 0 0 0,1 1 29 0 0,0-1 0 0 0,1 0 0 0 0,-1 1 0 0 0,0 0 1 0 0,1 0-1 0 0,6 2 0 0 0,-11-2-66 0 0,1 1 1 0 0,0-1-1 0 0,0 1 1 0 0,0 0-1 0 0,0-1 1 0 0,0 1-1 0 0,-1 0 1 0 0,1 0-1 0 0,0 0 1 0 0,-1 1-1 0 0,1-1 1 0 0,-1 0-1 0 0,1 1 1 0 0,-1-1-1 0 0,0 1 1 0 0,1-1-1 0 0,-1 1 1 0 0,0-1-1 0 0,0 1 0 0 0,0 0 1 0 0,0 0-1 0 0,0 0 1 0 0,-1-1-1 0 0,1 1 1 0 0,-1 0-1 0 0,1 0 1 0 0,-1 0-1 0 0,1 0 1 0 0,-1 0-1 0 0,0 3 1 0 0,0 4 34 0 0,0 1 1 0 0,-1-1 0 0 0,0 1-1 0 0,-3 13 1 0 0,4-23-64 0 0,-7 27 69 0 0,-2 0-1 0 0,-1-1 1 0 0,-1 0 0 0 0,-2-1-1 0 0,-25 40 1 0 0,5-7 86 0 0,31-56-97 0 0,1 0 0 0 0,0 1-1 0 0,0-1 1 0 0,0 0 0 0 0,0 1-1 0 0,0-1 1 0 0,0 1 0 0 0,-1 4-1 0 0,8-6 111 0 0,11-9-121 0 0,-9 4-9 0 0,-1 0 1 0 0,1 1-1 0 0,0 0 0 0 0,0 0 1 0 0,0 1-1 0 0,0-1 1 0 0,1 2-1 0 0,-1-1 1 0 0,0 1-1 0 0,1 1 1 0 0,-1 0-1 0 0,1 0 1 0 0,8 1-1 0 0,-9 1 83 0 0,-1-1-1 0 0,0 2 1 0 0,1-1-1 0 0,-1 1 1 0 0,0 0 0 0 0,-1 0-1 0 0,1 1 1 0 0,0 0-1 0 0,-1 0 1 0 0,0 1-1 0 0,0 0 1 0 0,0 0-1 0 0,-1 0 1 0 0,9 10-1 0 0,-8-8 94 0 0,0 1-1 0 0,-1 0 1 0 0,0 0-1 0 0,0 0 1 0 0,-1 0-1 0 0,0 1 1 0 0,0-1-1 0 0,-1 1 0 0 0,-1 0 1 0 0,1 0-1 0 0,-1 0 1 0 0,0 1-1 0 0,-1-1 1 0 0,0 0-1 0 0,-1 12 1 0 0,-1-9 51 0 0,-1 1 1 0 0,0-1-1 0 0,0 1 1 0 0,-2-1 0 0 0,1 0-1 0 0,-2 0 1 0 0,1 0-1 0 0,-1-1 1 0 0,-1 0-1 0 0,-13 20 1 0 0,7-15-80 0 0,0-1 1 0 0,-1-1-1 0 0,0 0 0 0 0,-1-1 0 0 0,-1 0 1 0 0,0-1-1 0 0,-1 0 0 0 0,0-2 0 0 0,-1 0 0 0 0,-27 13 1 0 0,33-19-197 0 0,0 0 1 0 0,-1 0 0 0 0,1-1 0 0 0,-1-1-1 0 0,1 0 1 0 0,-1 0 0 0 0,0-1 0 0 0,-14-1-1 0 0,18 0-175 0 0,0-1 0 0 0,0 0-1 0 0,0-1 1 0 0,0 0 0 0 0,0 0-1 0 0,1-1 1 0 0,-1 0 0 0 0,1 0-1 0 0,-1-1 1 0 0,1 0 0 0 0,0 0-1 0 0,-11-9 1 0 0,15 11-161 0 0,0-1 0 0 0,1 0 1 0 0,-1 0-1 0 0,0 0 0 0 0,1 0 0 0 0,0 0 0 0 0,0 0 1 0 0,0 0-1 0 0,0-1 0 0 0,1 1 0 0 0,-1-1 0 0 0,1 1 1 0 0,0-1-1 0 0,0 0 0 0 0,0 1 0 0 0,0-1 0 0 0,1 0 1 0 0,-1 0-1 0 0,1 0 0 0 0,0 0 0 0 0,0 1 0 0 0,1-1 1 0 0,-1 0-1 0 0,1 0 0 0 0,0 0 0 0 0,0 1 0 0 0,2-7 1 0 0,3-5-1399 0 0,0 1 1 0 0,2 0 0 0 0,-1 0 0 0 0,2 0-1 0 0,12-15 1 0 0,10-10-4809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36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73 948 0 0,'31'-62'10844'0'0,"-30"60"-10211"0"0,5-7 2322 0 0,-4 12-2831 0 0,-1 0 1 0 0,0 0-1 0 0,0 0 0 0 0,0 0 0 0 0,-1 1 0 0 0,1-1 1 0 0,-1 0-1 0 0,1 0 0 0 0,-1 0 0 0 0,0 0 1 0 0,-1 6-1 0 0,-6 42 575 0 0,5-39-566 0 0,-17 81 389 0 0,-39 111-1 0 0,-16 71-4807 0 0,59-162-2853 0 0,13-76 2222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37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41 165 1700 0 0,'-3'0'4299'0'0,"-11"-1"-680"0"0,13 1-3297 0 0,0 0 1 0 0,0 0 0 0 0,0 0 0 0 0,0 0 0 0 0,0 0 0 0 0,0 0 0 0 0,0 0 0 0 0,1 0-1 0 0,-1 0 1 0 0,0 0 0 0 0,0 0 0 0 0,0-1 0 0 0,-9-5 3874 0 0,9 4-3874 0 0,1 1-254 0 0,0 0 0 0 0,1 0-1 0 0,-1 0 1 0 0,0 1 0 0 0,1-1-1 0 0,-1 0 1 0 0,1 0 0 0 0,-1 0-1 0 0,1 0 1 0 0,0 1 0 0 0,-1-1-1 0 0,1 0 1 0 0,0 0 0 0 0,-1 1-1 0 0,1-1 1 0 0,0 1 0 0 0,0-1-1 0 0,-1 1 1 0 0,1-1 0 0 0,0 1-1 0 0,0-1 1 0 0,0 1 0 0 0,1-1-1 0 0,31-13 293 0 0,0 2 1 0 0,67-15-1 0 0,-56 16-265 0 0,24-7-3 0 0,37-10-1484 0 0,-38 10-3640 0 0,-55 16 2712 0 0,-6 1 1060 0 0,14-5-7593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37.7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33 149 2044 0 0,'0'-2'2660'0'0,"5"-29"4936"0"0,-4 21-6408 0 0,1 1 0 0 0,0 0 0 0 0,0 0-1 0 0,4-9 1 0 0,-4 14-1050 0 0,-1 1 0 0 0,1 0 0 0 0,0-1 1 0 0,0 1-1 0 0,1 0 0 0 0,-1 0 0 0 0,1 0 0 0 0,-1 1 0 0 0,1-1 0 0 0,0 1 1 0 0,0-1-1 0 0,0 1 0 0 0,0 0 0 0 0,4-2 0 0 0,-1 1-39 0 0,1 0 0 0 0,-1 1 1 0 0,1 0-1 0 0,0 0 0 0 0,-1 0 0 0 0,1 1 0 0 0,0 0 0 0 0,0 1 0 0 0,0-1 0 0 0,0 1 0 0 0,0 0 0 0 0,0 1 1 0 0,12 2-1 0 0,-16-2-77 0 0,0-1 0 0 0,0 1 0 0 0,0 0 0 0 0,0 0 0 0 0,-1 0 0 0 0,1 1 0 0 0,0-1 1 0 0,0 1-1 0 0,-1 0 0 0 0,1-1 0 0 0,-1 1 0 0 0,1 0 0 0 0,-1 1 0 0 0,0-1 0 0 0,0 0 0 0 0,0 1 0 0 0,0-1 1 0 0,0 1-1 0 0,-1-1 0 0 0,1 1 0 0 0,-1 0 0 0 0,1 0 0 0 0,-1 0 0 0 0,0-1 0 0 0,0 1 0 0 0,-1 0 0 0 0,1 1 1 0 0,-1-1-1 0 0,1 0 0 0 0,-1 0 0 0 0,0 0 0 0 0,0 5 0 0 0,-1 2-6 0 0,-1 0 0 0 0,0 0 0 0 0,0 0-1 0 0,-1 0 1 0 0,-1-1 0 0 0,1 1 0 0 0,-2-1 0 0 0,1 0 0 0 0,-1 0 0 0 0,0 0-1 0 0,-10 11 1 0 0,-8 9 38 0 0,-49 45 0 0 0,43-46 59 0 0,24-23 27 0 0,1-2-111 0 0,-6 3 115 0 0,9-5-119 0 0,43-19 45 0 0,-35 17-26 0 0,1 1 1 0 0,-1 0-1 0 0,0 0 1 0 0,0 0-1 0 0,1 1 0 0 0,-1 0 1 0 0,0 0-1 0 0,0 1 1 0 0,0 0-1 0 0,0 0 1 0 0,-1 1-1 0 0,1 0 1 0 0,0 0-1 0 0,-1 0 0 0 0,0 1 1 0 0,0 0-1 0 0,9 7 1 0 0,-11-7 36 0 0,-1-1 0 0 0,1 0 0 0 0,0 1-1 0 0,-1 0 1 0 0,0 0 0 0 0,0 0 0 0 0,0 0 0 0 0,-1 0 0 0 0,1 1 0 0 0,-1-1 0 0 0,0 1 0 0 0,0-1 0 0 0,-1 1 0 0 0,1 0 0 0 0,-1 0 0 0 0,0 0-1 0 0,0 0 1 0 0,-1 0 0 0 0,1 0 0 0 0,-1 0 0 0 0,-1 0 0 0 0,1 0 0 0 0,0 0 0 0 0,-1 0 0 0 0,0 0 0 0 0,-3 8 0 0 0,-1-2 16 0 0,1 0 0 0 0,-2 0 1 0 0,0 0-1 0 0,0-1 0 0 0,-1 0 1 0 0,0 0-1 0 0,-1-1 0 0 0,0 0 1 0 0,0 0-1 0 0,-1-1 0 0 0,0 0 1 0 0,-1 0-1 0 0,0-1 1 0 0,0-1-1 0 0,0 1 0 0 0,-1-2 1 0 0,0 1-1 0 0,0-2 0 0 0,0 1 1 0 0,-13 2-1 0 0,17-6-243 0 0,1 0 1 0 0,-1-1-1 0 0,1 0 1 0 0,-1 0-1 0 0,1-1 0 0 0,-10-1 1 0 0,-13-4-4477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38.1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40 968 0 0,'-12'2'3128'0'0,"-1"0"-1"0"0,1-1 1 0 0,-1-1-1 0 0,-20-1 1 0 0,2-3-518 0 0,31 4-2581 0 0,1 0 0 0 0,-1 0 1 0 0,0 0-1 0 0,1 0 0 0 0,-1-1 1 0 0,0 1-1 0 0,1 0 0 0 0,-1 0 1 0 0,0 0-1 0 0,0-1 0 0 0,1 1 1 0 0,-1 0-1 0 0,0 0 0 0 0,0-1 0 0 0,0 1 1 0 0,1 0-1 0 0,-1 0 0 0 0,0-1 1 0 0,0 1-1 0 0,0 0 0 0 0,0-1 1 0 0,1 1-1 0 0,-1 0 0 0 0,0-1 1 0 0,0 1-1 0 0,0 0 0 0 0,0-1 0 0 0,0 1 1 0 0,0 0-1 0 0,0-1 0 0 0,0 1 1 0 0,0 0-1 0 0,0-1 0 0 0,0 1 1 0 0,0 0-1 0 0,0-1 0 0 0,0 1 1 0 0,-1 0-1 0 0,1-1 0 0 0,0 1 1 0 0,0 0-1 0 0,0-1 0 0 0,0 1 0 0 0,-1 0 1 0 0,1 0-1 0 0,0-1 0 0 0,0 1 1 0 0,0 0-1 0 0,-1 0 0 0 0,1-1 1 0 0,0 1-1 0 0,0 0 0 0 0,-1 0 1 0 0,1 0-1 0 0,0 0 0 0 0,-1-1 1 0 0,1 1-1 0 0,0 0 0 0 0,-1 0 0 0 0,1 0 1 0 0,0 0-1 0 0,-1 0 0 0 0,1 0 1 0 0,0 0-1 0 0,-1 0 0 0 0,1 0 1 0 0,-1 0-1 0 0,24-13 221 0 0,-12 10-199 0 0,1 0 0 0 0,-1 1 0 0 0,1 0 0 0 0,0 1 0 0 0,0 1 0 0 0,0 0 0 0 0,0 0 0 0 0,0 1 0 0 0,17 4 0 0 0,-22-4-33 0 0,0 1 1 0 0,-1 0 0 0 0,1 0-1 0 0,-1 1 1 0 0,0 0-1 0 0,0 0 1 0 0,0 0 0 0 0,6 5-1 0 0,-9-5 11 0 0,0-1 0 0 0,0 1-1 0 0,0 0 1 0 0,0 0 0 0 0,-1 0 0 0 0,1 0-1 0 0,-1 1 1 0 0,0-1 0 0 0,0 1 0 0 0,0-1-1 0 0,-1 1 1 0 0,1 0 0 0 0,-1-1 0 0 0,2 7-1 0 0,-3-3 26 0 0,1-1-1 0 0,-1 1 1 0 0,0-1-1 0 0,0 1 0 0 0,-1-1 1 0 0,0 1-1 0 0,0-1 0 0 0,0 1 1 0 0,-1-1-1 0 0,0 0 0 0 0,-1 1 1 0 0,1-1-1 0 0,-1 0 1 0 0,0 0-1 0 0,-6 7 0 0 0,-3 5 333 0 0,0-2 0 0 0,-2 0 0 0 0,-22 23-1 0 0,-9 0 1521 0 0,-92 62 0 0 0,61-48-407 0 0,75-53-1483 0 0,1 1 0 0 0,-1-1 1 0 0,0 0-1 0 0,0 1 0 0 0,1-1 0 0 0,-1 1 1 0 0,0 0-1 0 0,1-1 0 0 0,-1 1 0 0 0,1 0 1 0 0,-1-1-1 0 0,1 1 0 0 0,-1 0 0 0 0,1-1 1 0 0,-1 1-1 0 0,1 0 0 0 0,0 0 1 0 0,-1 1-1 0 0,1-1-8 0 0,0-1 0 0 0,1 0 0 0 0,-1 1 0 0 0,0-1 1 0 0,0 0-1 0 0,1 1 0 0 0,-1-1 0 0 0,0 0 0 0 0,1 1 1 0 0,-1-1-1 0 0,0 0 0 0 0,1 0 0 0 0,-1 1 0 0 0,0-1 0 0 0,1 0 1 0 0,-1 0-1 0 0,1 0 0 0 0,-1 1 0 0 0,0-1 0 0 0,1 0 0 0 0,-1 0 1 0 0,1 0-1 0 0,-1 0 0 0 0,0 0 0 0 0,2 0 0 0 0,36-1 111 0 0,341-71-1593 0 0,-131 3-5893 0 0,-153 33 1754 0 0,-56 17-672 0 0,-13 4-1487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39.1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0 112 1148 0 0,'4'-7'868'0'0,"-1"1"0"0"0,1-1 0 0 0,-1 1 0 0 0,2 0 0 0 0,-1 0 0 0 0,1 0 0 0 0,0 0 0 0 0,0 1 0 0 0,9-8 0 0 0,-7 8-496 0 0,0 0 0 0 0,1 0 0 0 0,-1 1 0 0 0,1 0 0 0 0,-1 0 0 0 0,1 1 0 0 0,0 0 0 0 0,11-3 0 0 0,-15 5-272 0 0,1 0 0 0 0,0 0 1 0 0,0 0-1 0 0,0 1 0 0 0,0-1 0 0 0,0 1 1 0 0,0 0-1 0 0,0 1 0 0 0,0-1 1 0 0,0 1-1 0 0,0 0 0 0 0,0 0 0 0 0,0 1 1 0 0,-1-1-1 0 0,1 1 0 0 0,-1 0 0 0 0,1 0 1 0 0,-1 1-1 0 0,1 0 0 0 0,-1-1 1 0 0,0 1-1 0 0,0 0 0 0 0,-1 1 0 0 0,1-1 1 0 0,-1 1-1 0 0,1 0 0 0 0,-1 0 0 0 0,0 0 1 0 0,-1 0-1 0 0,1 0 0 0 0,-1 0 1 0 0,3 7-1 0 0,-2-3-16 0 0,-1-1 1 0 0,0 0-1 0 0,-1 0 1 0 0,0 0 0 0 0,0 1-1 0 0,-1-1 1 0 0,1 1-1 0 0,-2-1 1 0 0,1 0-1 0 0,-1 1 1 0 0,0-1-1 0 0,-1 0 1 0 0,1 1-1 0 0,-1-1 1 0 0,-4 9 0 0 0,-4 7 97 0 0,-1 0 1 0 0,-1 0-1 0 0,-16 23 1 0 0,-111 134 1326 0 0,136-177-1483 0 0,2-1 6 0 0,-1 0 0 0 0,0 0 0 0 0,0 0 0 0 0,1 1-1 0 0,0-1 1 0 0,-1 0 0 0 0,1 1 0 0 0,0-1 0 0 0,0 1 0 0 0,0-1 0 0 0,0 1-1 0 0,0 5 1 0 0,2-8-27 0 0,-1 1 1 0 0,1 0-1 0 0,-1-1 0 0 0,1 1 0 0 0,0-1 0 0 0,0 1 0 0 0,-1-1 1 0 0,1 1-1 0 0,0-1 0 0 0,0 1 0 0 0,0-1 0 0 0,-1 0 1 0 0,1 0-1 0 0,0 1 0 0 0,0-1 0 0 0,2 0 0 0 0,-3 0 2 0 0,9 2 6 0 0,1-1 0 0 0,0 0 0 0 0,-1 0 0 0 0,1-1 0 0 0,0 0 0 0 0,0-1 0 0 0,10-2 0 0 0,8 0 6 0 0,57-4-250 0 0,90-6-3527 0 0,-59 18-5798 0 0,-92-2 4770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39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292 1 460 0 0,'-282'138'19434'0'0,"272"-131"-18589"0"0,11-1-6 0 0,0-6-797 0 0,0 1 0 0 0,0 0 0 0 0,0-1 0 0 0,0 1 0 0 0,1-1 0 0 0,-1 0 0 0 0,0 1-1 0 0,0-1 1 0 0,0 0 0 0 0,0 0 0 0 0,0 0 0 0 0,0 0 0 0 0,3 0 0 0 0,224-19 952 0 0,-20 1-3728 0 0,-160 13-1993 0 0,-27 1 107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39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95 2828 0 0,'21'-47'10014'0'0,"-5"8"-2989"0"0,-16 37-6454 0 0,2-4 939 0 0,0 15 1286 0 0,-3 48-1209 0 0,-1-32-1428 0 0,1-1-1 0 0,2 0 1 0 0,0 0 0 0 0,2 1 0 0 0,1-1 0 0 0,11 41 0 0 0,-14-63-193 0 0,-1 0 0 0 0,1 0 1 0 0,0 0-1 0 0,0 0 0 0 0,0 0 1 0 0,0-1-1 0 0,1 1 0 0 0,-1 0 1 0 0,0-1-1 0 0,1 1 0 0 0,-1-1 1 0 0,1 0-1 0 0,0 1 0 0 0,-1-1 1 0 0,1 0-1 0 0,0 0 0 0 0,0 0 1 0 0,-1 0-1 0 0,1 0 0 0 0,0 0 1 0 0,0-1-1 0 0,0 1 0 0 0,0-1 1 0 0,0 1-1 0 0,0-1 0 0 0,0 0 1 0 0,1 1-1 0 0,3-2 0 0 0,1-1-44 0 0,0-1 0 0 0,0-1-1 0 0,0 1 1 0 0,0-1-1 0 0,0 0 1 0 0,-1-1-1 0 0,0 0 1 0 0,0 0 0 0 0,0 0-1 0 0,0-1 1 0 0,-1 1-1 0 0,0-1 1 0 0,0-1-1 0 0,6-10 1 0 0,7-12 40 0 0,-2-1 1 0 0,14-33-1 0 0,-17 41 1065 0 0,-6 17 394 0 0,-5 18-280 0 0,-20 219 510 0 0,2 6-8271 0 0,7-129 1047 0 0,-1-36-2051 0 0,2-27-572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40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74 165 564 0 0,'-8'-18'3671'0'0,"0"0"1"0"0,1-1-1 0 0,-9-36 1 0 0,4 14 260 0 0,7 28-644 0 0,7 34 779 0 0,2 7-3279 0 0,-16 157 984 0 0,2-74-2932 0 0,8-1-4735 0 0,6-70 1377 0 0,2-16-3314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40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0 163 1856 0 0,'23'-55'6496'0'0,"-15"38"-3817"0"0,-1 0 0 0 0,0-1 1 0 0,6-28-1 0 0,-13 46-2592 0 0,-1 0-1 0 0,1-1 1 0 0,0 1 0 0 0,0 0-1 0 0,0-1 1 0 0,0 1 0 0 0,0 0-1 0 0,0-1 1 0 0,0 1 0 0 0,0 0-1 0 0,0-1 1 0 0,0 1 0 0 0,1 0-1 0 0,-1-1 1 0 0,0 1 0 0 0,0 0-1 0 0,0-1 1 0 0,0 1 0 0 0,0 0-1 0 0,1 0 1 0 0,-1-1 0 0 0,0 1-1 0 0,0 0 1 0 0,0 0-1 0 0,1-1 1 0 0,-1 1 0 0 0,0 0-1 0 0,0 0 1 0 0,1-1 0 0 0,-1 1-1 0 0,0 0 1 0 0,1 0 0 0 0,-1 0-1 0 0,0 0 1 0 0,0 0 0 0 0,1-1-1 0 0,-1 1 1 0 0,0 0 0 0 0,1 0-1 0 0,-1 0 1 0 0,0 0 0 0 0,1 0-1 0 0,-1 0 1 0 0,0 0 0 0 0,1 0-1 0 0,-1 0 1 0 0,0 0 0 0 0,1 0-1 0 0,-1 0 1 0 0,0 1 0 0 0,1-1-1 0 0,-1 0 1 0 0,1 0 21 0 0,0 1 1 0 0,0 0-1 0 0,-1-1 1 0 0,1 1-1 0 0,-1 0 1 0 0,1-1-1 0 0,-1 1 1 0 0,1 0-1 0 0,-1 0 1 0 0,1-1-1 0 0,-1 1 1 0 0,0 0-1 0 0,1 0 1 0 0,-1 0-1 0 0,0 0 1 0 0,0 0-1 0 0,0-1 1 0 0,1 3-1 0 0,-1 39 1252 0 0,7 54 1 0 0,-5-83-1316 0 0,0 0 1 0 0,1 0-1 0 0,0-1 1 0 0,1 1-1 0 0,1-1 0 0 0,0 0 1 0 0,0 0-1 0 0,11 15 1 0 0,-14-23-41 0 0,1 0 0 0 0,0-1-1 0 0,0 0 1 0 0,0 0 0 0 0,6 5 0 0 0,-7-7-7 0 0,-1 0-1 0 0,0 0 0 0 0,1 0 0 0 0,-1-1 0 0 0,1 1 1 0 0,-1 0-1 0 0,1-1 0 0 0,-1 1 0 0 0,1-1 0 0 0,-1 1 1 0 0,1-1-1 0 0,0 0 0 0 0,-1 0 0 0 0,1 0 1 0 0,0 0-1 0 0,-1 0 0 0 0,1 0 0 0 0,0 0 0 0 0,1-1 1 0 0,2-1-9 0 0,0 0 1 0 0,0 0-1 0 0,0-1 0 0 0,0 0 1 0 0,-1 0-1 0 0,0 0 1 0 0,1-1-1 0 0,-1 1 1 0 0,0-1-1 0 0,-1 0 1 0 0,1 0-1 0 0,-1 0 1 0 0,0-1-1 0 0,0 1 0 0 0,4-9 1 0 0,4-10-16 0 0,-1 0 1 0 0,9-29-1 0 0,-3 6 8 0 0,-10 25 306 0 0,-6 18 446 0 0,0 13-245 0 0,-6 38 107 0 0,-2 0 0 0 0,-19 65 0 0 0,8-38-394 0 0,13-46-836 0 0,-31 145-262 0 0,30-116-5085 0 0,5-1-6607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41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474 52 1892 0 0,'0'-3'2441'0'0,"0"-45"12187"0"0,-3 59-13219 0 0,-2 14 155 0 0,0 48 1 0 0,2-18-564 0 0,-125 1020 5965 0 0,-39-4-6162 0 0,72-366-2431 0 0,56-230-3250 0 0,24-183-376 0 0,6-98-3292 0 0,5-84-1019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41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477 720 2448 0 0,'-319'21'12443'0'0,"275"-16"-9425"0"0,-61 16 0 0 0,96-17-2040 0 0,12 0-84 0 0,13-1-251 0 0,0-2-426 0 0,0-2 1 0 0,0 0-1 0 0,0-1 1 0 0,27-7-1 0 0,-11 3-76 0 0,357-71 607 0 0,404-70-349 0 0,2582-213-196 0 0,-2813 330-872 0 0,751-54-5467 0 0,-1274 80 5675 0 0,338-44-5930 0 0,-341 39 4401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42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91 155 1408 0 0,'-28'-1'8723'0'0,"13"2"-4471"0"0,0-1-2552 0 0,12 0-173 0 0,0 0-203 0 0,-3 0-1268 0 0,-14 1 6552 0 0,30-4-6540 0 0,132-35 590 0 0,209-51-1798 0 0,-295 75-3360 0 0,-14 3-4909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42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0 126 3212 0 0,'10'-20'6023'0'0,"10"-29"0"0"0,3-8 5885 0 0,-14 68-9141 0 0,-3 22-2000 0 0,-2 1 1 0 0,0-1-1 0 0,-3 60 1 0 0,-18 105-1183 0 0,3-62 121 0 0,11-106-1391 0 0,-2 27-2896 0 0,5-52 3561 0 0,0 0 0 0 0,0 0 0 0 0,1 0 0 0 0,-1 0 0 0 0,1-1 1 0 0,0 1-1 0 0,1 0 0 0 0,2 7 0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43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83 131 3452 0 0,'16'-18'3754'0'0,"-2"-2"0"0"0,0 1 1 0 0,-1-2-1 0 0,15-31 2902 0 0,-29 53-6611 0 0,-1 0 1 0 0,1 0-1 0 0,0 0 1 0 0,-1 0-1 0 0,1 1 1 0 0,0-1-1 0 0,0 1 1 0 0,0-1-1 0 0,0 0 1 0 0,1 1-1 0 0,-2 2 0 0 0,0-1 13 0 0,-27 48 178 0 0,-34 87 0 0 0,56-120-233 0 0,1 0 1 0 0,1 0-1 0 0,0 0 0 0 0,1 1 0 0 0,2 0 0 0 0,0-1 0 0 0,0 1 0 0 0,2 0 1 0 0,2 21-1 0 0,-1-35 15 0 0,0-1 0 0 0,0 1 0 0 0,0-1 0 0 0,0 0 0 0 0,1 1 0 0 0,0-1 0 0 0,0 0 0 0 0,0 0 0 0 0,1 0 0 0 0,-1 0 0 0 0,1-1 0 0 0,0 1 0 0 0,0-1 0 0 0,6 6 0 0 0,-8-8 27 0 0,2-2-38 0 0,-1 1 0 0 0,0-1 0 0 0,1 1-1 0 0,-1-1 1 0 0,0 0 0 0 0,1 0 0 0 0,-1 0 0 0 0,0-1 0 0 0,0 1-1 0 0,0 0 1 0 0,0-1 0 0 0,0 1 0 0 0,0-1 0 0 0,0 0 0 0 0,-1 0-1 0 0,1 1 1 0 0,-1-1 0 0 0,1 0 0 0 0,-1 0 0 0 0,0-1-1 0 0,0 1 1 0 0,1 0 0 0 0,-2 0 0 0 0,3-5 0 0 0,-2 4-11 0 0,-1-1 1 0 0,1 0-1 0 0,0 0 0 0 0,-1 0 1 0 0,0 0-1 0 0,0 1 0 0 0,-1-9 1 0 0,0 10-12 0 0,1-1 1 0 0,-1 1-1 0 0,0 0 1 0 0,0 0 0 0 0,-1-1-1 0 0,1 1 1 0 0,0 0-1 0 0,-3-2 1 0 0,1-1-17 0 0,2 4-15 0 0,0 0 0 0 0,0 0 0 0 0,-1 0 0 0 0,1-1-1 0 0,0 1 1 0 0,0 0 0 0 0,-1 1 0 0 0,1-1 0 0 0,-1 0 0 0 0,1 0 0 0 0,-1 0 0 0 0,1 1 0 0 0,-1-1 0 0 0,1 1 0 0 0,-1-1 0 0 0,1 1 0 0 0,-1 0 0 0 0,-1 0 0 0 0,-29 1-2185 0 0,23 0 1156 0 0,-7 5-1072 0 0,1-1-1516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43.3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412 70 2060 0 0,'16'-52'13024'0'0,"-7"35"-10524"0"0,-8 16-2120 0 0,2 2 115 0 0,5 3-243 0 0,0 0 0 0 0,0 0 0 0 0,-1 1 1 0 0,0-1-1 0 0,0 2 0 0 0,0-1 0 0 0,-1 1 0 0 0,1 0 0 0 0,-1 0 1 0 0,7 10-1 0 0,4 7 403 0 0,29 48 1 0 0,-28-36-490 0 0,-2 1 0 0 0,-1 0 0 0 0,-2 1-1 0 0,-1 0 1 0 0,-2 1 0 0 0,-2 1 0 0 0,-1-1 0 0 0,-2 1 0 0 0,-2 0 0 0 0,-1 0-1 0 0,-7 72 1 0 0,-2-55-192 0 0,-2 0 0 0 0,-2-1-1 0 0,-3-1 1 0 0,-2 0 0 0 0,-3 0-1 0 0,-2-2 1 0 0,-45 82 0 0 0,24-62-1465 0 0,-3-3 0 0 0,-91 108 0 0 0,91-128-2100 0 0,-96 82-1 0 0,82-87-627 0 0,-2-7-1826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43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318 138 1184 0 0,'2'-27'3373'0'0,"0"17"-2113"0"0,-1-1 1 0 0,0 0-1 0 0,-1 1 0 0 0,0-1 1 0 0,-1 0-1 0 0,0 1 1 0 0,-4-19-1 0 0,4 28-1217 0 0,1 1-1 0 0,0-1 1 0 0,0 1 0 0 0,0 0-1 0 0,0-1 1 0 0,0 1 0 0 0,-1 0-1 0 0,1-1 1 0 0,0 1 0 0 0,0 0 0 0 0,-1-1-1 0 0,1 1 1 0 0,0 0 0 0 0,0-1-1 0 0,-1 1 1 0 0,1 0 0 0 0,0 0-1 0 0,-1-1 1 0 0,1 1 0 0 0,-1 0-1 0 0,1 0 1 0 0,0 0 0 0 0,-1 0-1 0 0,1-1 1 0 0,0 1 0 0 0,-1 0-1 0 0,1 0 1 0 0,-1 0 0 0 0,1 0 0 0 0,0 0-1 0 0,-1 0 1 0 0,0 0 0 0 0,-13 9 681 0 0,-8 19-51 0 0,-2 12-137 0 0,2 0 0 0 0,-27 72 0 0 0,-20 91 160 0 0,42-113-438 0 0,4 0 0 0 0,4 2-1 0 0,4 1 1 0 0,4 0 0 0 0,1 126-1 0 0,12-160-793 0 0,3-1 0 0 0,2 0 0 0 0,28 104 0 0 0,-22-118-1095 0 0,3-1-1 0 0,1 0 1 0 0,2-1 0 0 0,2-1 0 0 0,38 56-1 0 0,-11-33-5328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43.8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89 3208 0 0,'17'-7'3085'0'0,"-4"2"-1121"0"0,1 0-748 0 0,-1-2-372 0 0,8 0-224 0 0,6-1-380 0 0,2-4-676 0 0,11 4-948 0 0,1-6-1592 0 0,10-1-1001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46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62 106 296 0 0,'-3'-11'1362'0'0,"-1"1"0"0"0,0 0 0 0 0,-1 0 0 0 0,0 0 0 0 0,0 0 0 0 0,-8-9 0 0 0,-1-3 412 0 0,13 21-1459 0 0,1 0-243 0 0,0 1 0 0 0,0 0 0 0 0,0 0-1 0 0,-1 0 1 0 0,1 0 0 0 0,0-1 0 0 0,0 1 0 0 0,0 0 0 0 0,-1 0-1 0 0,1 0 1 0 0,0 0 0 0 0,0 0 0 0 0,-1 0 0 0 0,1 0 0 0 0,0 0-1 0 0,0 0 1 0 0,0-1 0 0 0,-1 1 0 0 0,1 0 0 0 0,0 0 0 0 0,0 0-1 0 0,-1 0 1 0 0,1 0 0 0 0,0 0 0 0 0,0 1 0 0 0,-1-1 0 0 0,1 0-1 0 0,0 0 1 0 0,0 0 0 0 0,-1 0 0 0 0,1 0 0 0 0,0 0 0 0 0,0 0-1 0 0,-1 1 1 0 0,3 2 6 0 0,-1 0 0 0 0,1 0 1 0 0,-1 0-1 0 0,1-1 0 0 0,0 1 0 0 0,0 0 0 0 0,1-1 0 0 0,-1 1 0 0 0,0-1 0 0 0,1 1 0 0 0,-1-1 0 0 0,1 0 0 0 0,0 0 0 0 0,0-1 0 0 0,0 1 1 0 0,0 0-1 0 0,0-1 0 0 0,0 0 0 0 0,0 0 0 0 0,0 0 0 0 0,1 0 0 0 0,3 1 0 0 0,12 2-319 0 0,0-1 1 0 0,30 2-1 0 0,-47-5 171 0 0,74 1-2760 0 0,-25-3-2638 0 0,-27 1 733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46.2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62 102 1316 0 0,'-61'34'13996'0'0,"88"-40"-12648"0"0,149-46-2420 0 0,-33 10-2768 0 0,-81 24 51 0 0,1 0-1766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46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23 2820 0 0,'-9'-18'12660'0'0,"5"13"-10550"0"0,3 7-1997 0 0,-1 0 1 0 0,1 0-1 0 0,0 1 0 0 0,0-1 1 0 0,0 0-1 0 0,0 0 1 0 0,0 1-1 0 0,1-1 1 0 0,-1 1-1 0 0,1-1 1 0 0,-1 4-1 0 0,-2 36 475 0 0,1-19-347 0 0,-43 287 930 0 0,5-51-2069 0 0,22-85-2874 0 0,13-101-3027 0 0,3-44-279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46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794 36 700 0 0,'4'-14'4330'0'0,"0"-7"4337"0"0,-12 27-8229 0 0,-4 8-77 0 0,1 0 0 0 0,1 0 1 0 0,-15 27-1 0 0,11-18-104 0 0,-252 474 2578 0 0,166-286-2289 0 0,-101 310 1 0 0,161-389-436 0 0,6 2 1 0 0,5 1-1 0 0,-18 240 1 0 0,42-249-723 0 0,6-1 0 0 0,6 1 0 0 0,32 180 0 0 0,-13-178-3634 0 0,63 186-1 0 0,-42-186-2626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47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53 2300 0 0,'0'0'2168'0'0,"-7"-12"65"0"0,0 0-1565 0 0,0 0-1188 0 0,2-5-3925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51.2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51 1000 0 0,'-42'30'15071'0'0,"36"-25"-12534"0"0,76-24-2076 0 0,85-18-369 0 0,-137 34-81 0 0,121-13 7 0 0,-85 13-244 0 0,-44 0-189 0 0,-8 3-192 0 0,9-1-803 0 0,2-3-4107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51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56 580 0 0,'14'-48'17172'0'0,"-13"41"-14123"0"0,-4 18-2988 0 0,0 1 0 0 0,1-1 0 0 0,1 1 0 0 0,-1 19 0 0 0,0 1-14 0 0,0-4-11 0 0,1 0 0 0 0,2 1 0 0 0,1-1 0 0 0,6 31 0 0 0,-7-55-36 0 0,-1 0 0 0 0,1 0 0 0 0,0 1 0 0 0,1-1 0 0 0,-1 0 0 0 0,1 0-1 0 0,-1-1 1 0 0,1 1 0 0 0,1 0 0 0 0,-1 0 0 0 0,0-1 0 0 0,1 0 0 0 0,0 1 0 0 0,-1-1-1 0 0,1 0 1 0 0,7 5 0 0 0,-8-7-13 0 0,1 0-1 0 0,0 1 1 0 0,0-1-1 0 0,0 0 0 0 0,0 0 1 0 0,0-1-1 0 0,0 1 1 0 0,0-1-1 0 0,1 1 1 0 0,-1-1-1 0 0,0 0 1 0 0,0 0-1 0 0,0 0 0 0 0,0-1 1 0 0,0 1-1 0 0,1-1 1 0 0,-1 0-1 0 0,0 0 1 0 0,0 0-1 0 0,0 0 1 0 0,-1 0-1 0 0,1-1 0 0 0,3-1 1 0 0,5-4-5 0 0,-1 0 1 0 0,0 0-1 0 0,0-1 1 0 0,-1-1-1 0 0,1 1 0 0 0,-2-2 1 0 0,0 1-1 0 0,0-1 1 0 0,8-13-1 0 0,5-12 365 0 0,25-56 0 0 0,-17 30 294 0 0,-28 60-685 0 0,-1 1-30 0 0,0 0 72 0 0,1 1 1 0 0,-1-1-1 0 0,1 0 1 0 0,-1 1-1 0 0,0-1 1 0 0,1 1-1 0 0,-1-1 1 0 0,0 0 0 0 0,0 1-1 0 0,1-1 1 0 0,-1 1-1 0 0,0-1 1 0 0,0 1-1 0 0,0-1 1 0 0,0 1-1 0 0,0-1 1 0 0,1 1 0 0 0,-1-1-1 0 0,0 1 1 0 0,0-1-1 0 0,0 1 1 0 0,0-1-1 0 0,-1 2 1 0 0,1 12 13 0 0,0-14-13 0 0,-55 515-102 0 0,29-311-8348 0 0,21-178 3997 0 0,0-2-2157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54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13 114 1844 0 0,'-5'-30'13777'0'0,"1"23"-11777"0"0,4 6-1823 0 0,-1 1-1 0 0,1-1 0 0 0,0 0 1 0 0,-1 0-1 0 0,1 1 1 0 0,0-1-1 0 0,-1 0 1 0 0,1 0-1 0 0,0 1 1 0 0,0-1-1 0 0,-1 0 1 0 0,1 0-1 0 0,0 0 1 0 0,0 1-1 0 0,0-1 1 0 0,0 0-1 0 0,0 0 1 0 0,0 0-1 0 0,1-1 1 0 0,0 1-164 0 0,1-1 1 0 0,-1 1 0 0 0,1-1 0 0 0,-1 1 0 0 0,1-1 0 0 0,-1 1 0 0 0,1 0 0 0 0,0 0 0 0 0,0 0 0 0 0,0 0 0 0 0,-1 0 0 0 0,1 0 0 0 0,0 1 0 0 0,3-2 0 0 0,20-12-27 0 0,-19 11 15 0 0,1 0 0 0 0,-1 0 0 0 0,1 1 0 0 0,9-3 0 0 0,-2 1 0 0 0,-12 3 29 0 0,16-6-46 0 0,-21 19-31 0 0,14-9-37 0 0,5-2 54 0 0,14 6 1 0 0,0 0 0 0 0,0 2 0 0 0,-1 1 0 0 0,0 1 1 0 0,43 25-1 0 0,-69-34 29 0 0,0 0-1 0 0,0-1 1 0 0,-1 1 0 0 0,1 0 0 0 0,-1 1-1 0 0,0-1 1 0 0,1 0 0 0 0,-1 1 0 0 0,0-1-1 0 0,-1 1 1 0 0,1 0 0 0 0,0-1 0 0 0,-1 1-1 0 0,1 0 1 0 0,1 6 0 0 0,0-2 2 0 0,0 1 0 0 0,-1-1 0 0 0,0 1 0 0 0,0 0 1 0 0,-1 0-1 0 0,0 0 0 0 0,0 0 0 0 0,-1 0 0 0 0,0 0 0 0 0,0 0 0 0 0,-2 9 1 0 0,-3 10 30 0 0,-16 49 1 0 0,11-44-19 0 0,1-4-1 0 0,-2-2 1 0 0,-1 1-1 0 0,-1-2 1 0 0,-31 46-1 0 0,22-36-5 0 0,-6 3 1 0 0,23-30 1 0 0,3-5-11 0 0,-2 3 4 0 0,2-5 5 0 0,3 0-8 0 0,-1-1 0 0 0,1 1 1 0 0,-1-1-1 0 0,1 0 1 0 0,0 1-1 0 0,-1-1 1 0 0,1 1-1 0 0,-1-1 0 0 0,1 0 1 0 0,-1 0-1 0 0,1 1 1 0 0,0-1-1 0 0,-1 0 1 0 0,1 0-1 0 0,0 0 0 0 0,-1 0 1 0 0,1 0-1 0 0,0 0 1 0 0,-1 0-1 0 0,1 0 0 0 0,0 0 1 0 0,-1 0-1 0 0,1 0 1 0 0,1-1-1 0 0,16-1 17 0 0,-18 2-18 0 0,562-69 275 0 0,-497 63-178 0 0,-62 6-107 0 0,11-4-239 0 0,-4 1-3224 0 0,-5 1 2910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55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0 1856 0 0,'0'0'8516'0'0,"-15"23"1281"0"0,11-18-8636 0 0,0 0 0 0 0,0 0 0 0 0,0 0 0 0 0,-3 7 0 0 0,6-11-1093 0 0,4 0-120 0 0,3 0 55 0 0,0 0 1 0 0,0 0-1 0 0,1 0 1 0 0,-1-1-1 0 0,0 0 0 0 0,1 0 1 0 0,-1-1-1 0 0,7-1 1 0 0,8 0-1 0 0,308-20 457 0 0,-326 22-110 0 0,-1 0-221 0 0,-1 0-118 0 0,0-1 0 0 0,0 1 0 0 0,1 0 0 0 0,-1 0 0 0 0,0-1 0 0 0,0 1 0 0 0,0 0 0 0 0,0-1 0 0 0,-1 1 0 0 0,1-1 0 0 0,0 1 0 0 0,0-1 0 0 0,0 0 0 0 0,0 1-1 0 0,0-1 1 0 0,-1 0 0 0 0,1 1 0 0 0,0-1 0 0 0,-1 0 0 0 0,1 0 0 0 0,0 0 0 0 0,0-1 0 0 0,4-5-1243 0 0,-4 6 998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55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53 3168 0 0,'-14'-18'8608'0'0,"-8"-5"-4304"0"0,11 13-1273 0 0,10 10-2815 0 0,0-1 0 0 0,0 1 0 0 0,0 0 0 0 0,0 0 0 0 0,0 0 0 0 0,0-1-1 0 0,0 1 1 0 0,0 0 0 0 0,0 0 0 0 0,0 1 0 0 0,0-1 0 0 0,0 0 0 0 0,0 0 0 0 0,0 0 0 0 0,0 1 0 0 0,0-1 0 0 0,-2 1-1 0 0,-3 30 997 0 0,0 0 0 0 0,2 0 0 0 0,0 62-1 0 0,0 4-585 0 0,-10 136-340 0 0,13-133-5054 0 0,0-97 3864 0 0,3 22-1565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56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8 208 1728 0 0,'13'-21'9128'0'0,"19"-44"0"0"0,-31 63-8731 0 0,1-3 607 0 0,-8 17-931 0 0,-1 0 0 0 0,1 0-1 0 0,1 1 1 0 0,0-1-1 0 0,1 1 1 0 0,1 1 0 0 0,-1-1-1 0 0,2 0 1 0 0,-1 16 0 0 0,2-21-67 0 0,1 1 1 0 0,1-1 0 0 0,-1 1 0 0 0,1-1 0 0 0,1 1 0 0 0,0-1-1 0 0,0 0 1 0 0,0 0 0 0 0,1 0 0 0 0,0 0 0 0 0,1 0-1 0 0,0-1 1 0 0,0 0 0 0 0,0 1 0 0 0,11 11 0 0 0,3-1 7 0 0,1-1 0 0 0,0-1-1 0 0,1 0 1 0 0,24 13 0 0 0,36 28 5 0 0,-75-53 184 0 0,0 0 1 0 0,-1 1-1 0 0,1 0 1 0 0,-1 0 0 0 0,0 0-1 0 0,0 0 1 0 0,0 1-1 0 0,-1 0 1 0 0,4 9-1 0 0,-6-12-91 0 0,0-1-1 0 0,0 1 0 0 0,0-1 0 0 0,-1 1 0 0 0,0 0 1 0 0,1-1-1 0 0,-1 1 0 0 0,0 0 0 0 0,0-1 0 0 0,0 1 1 0 0,-1 0-1 0 0,1-1 0 0 0,0 1 0 0 0,-1 0 1 0 0,0-1-1 0 0,0 1 0 0 0,0-1 0 0 0,0 1 0 0 0,0-1 1 0 0,0 0-1 0 0,-1 1 0 0 0,1-1 0 0 0,-1 0 0 0 0,1 0 1 0 0,-5 4-1 0 0,-2 1 35 0 0,0 0 1 0 0,0-1-1 0 0,-1 0 0 0 0,0 0 1 0 0,-1-1-1 0 0,1 0 0 0 0,-1 0 1 0 0,-13 3-1 0 0,3-2 13 0 0,0 0 1 0 0,0-2-1 0 0,-26 2 1 0 0,41-5-135 0 0,0-1-1 0 0,0 0 1 0 0,0 0 0 0 0,-1 0 0 0 0,1-1 0 0 0,0 0 0 0 0,0 0 0 0 0,0 0 0 0 0,0-1 0 0 0,-6-2 0 0 0,9 3-24 0 0,1 0 1 0 0,-1 0 0 0 0,1 0 0 0 0,-1 1-1 0 0,1-2 1 0 0,0 1 0 0 0,-1 0 0 0 0,1 0 0 0 0,0 0-1 0 0,0 0 1 0 0,0-1 0 0 0,0 1 0 0 0,0-1-1 0 0,0 1 1 0 0,0-1 0 0 0,1 1 0 0 0,-1-1-1 0 0,0 1 1 0 0,1-1 0 0 0,-1 0 0 0 0,1 1-1 0 0,-1-1 1 0 0,1 0 0 0 0,0 1 0 0 0,0-1 0 0 0,0 0-1 0 0,0 1 1 0 0,0-1 0 0 0,0 0 0 0 0,1 0-1 0 0,-1 1 1 0 0,0-1 0 0 0,2-2 0 0 0,2-8-11 0 0,1-1 0 0 0,1 1 0 0 0,0 0 0 0 0,0 1 0 0 0,11-14 0 0 0,46-54-26 0 0,-30 39-8 0 0,22-27-62 0 0,-22 30 81 0 0,-2-2 1 0 0,-2-1 0 0 0,41-73 0 0 0,-66 104 46 0 0,0 0 1 0 0,-1-1 0 0 0,0 1-1 0 0,-1-1 1 0 0,1 0-1 0 0,-2 1 1 0 0,0-1 0 0 0,0 0-1 0 0,0 0 1 0 0,-3-20 0 0 0,2 27-32 0 0,-1 0 1 0 0,1-1 0 0 0,-1 1 0 0 0,0 0 0 0 0,0 0 0 0 0,0 0 0 0 0,-1 0 0 0 0,1 0 0 0 0,-1 0 0 0 0,0 0 0 0 0,1 0 0 0 0,-1 0 0 0 0,0 1 0 0 0,-1-1 0 0 0,1 1 0 0 0,0-1 0 0 0,-1 1 0 0 0,1 0 0 0 0,-1 0 0 0 0,0 0 0 0 0,0 0 0 0 0,0 1 0 0 0,0-1 0 0 0,0 1 0 0 0,0 0 0 0 0,0 0 0 0 0,0 0 0 0 0,-1 0 0 0 0,1 0 0 0 0,0 1 0 0 0,0-1 0 0 0,-1 1 0 0 0,1 0 0 0 0,0 0 0 0 0,-6 1 0 0 0,-4 0-261 0 0,0 0 1 0 0,0 1-1 0 0,1 1 0 0 0,-1 0 1 0 0,1 1-1 0 0,-13 5 0 0 0,18-5-460 0 0,0-1 0 0 0,0 1-1 0 0,1 0 1 0 0,-12 9 0 0 0,15-10-59 0 0,0 0 1 0 0,0 0 0 0 0,0 0 0 0 0,0 1-1 0 0,0-1 1 0 0,1 1 0 0 0,-1 0-1 0 0,-2 8 1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56.5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60 2452 0 0,'-2'-22'7890'0'0,"-3"-7"-1393"0"0,3 20-4064 0 0,4 10-2313 0 0,-1 0 1 0 0,1 0 0 0 0,-1 0-1 0 0,1 0 1 0 0,-1 0-1 0 0,0 0 1 0 0,1 0-1 0 0,-1 1 1 0 0,0-1 0 0 0,0 0-1 0 0,0 1 1 0 0,0-1-1 0 0,0 1 1 0 0,0-1 0 0 0,0 3-1 0 0,2 1 248 0 0,207 328 3703 0 0,-176-270-3798 0 0,-3 1 0 0 0,-2 2 0 0 0,30 104 0 0 0,-44-112-140 0 0,-2 2-1 0 0,-3-1 1 0 0,-3 2 0 0 0,-2-1 0 0 0,-4 80 0 0 0,-4-93-265 0 0,-2-1 0 0 0,-2 0 0 0 0,-3 0 0 0 0,-1-1 0 0 0,-2 0 0 0 0,-2-1 0 0 0,-31 63 0 0 0,44-104 72 0 0,-77 146-2120 0 0,64-125 877 0 0,0-2-1 0 0,-1 0 1 0 0,-2 0 0 0 0,-22 21-1 0 0,18-26-1937 0 0,8-9-2358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56.9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112 143 2268 0 0,'-40'-17'11694'0'0,"1"5"-3316"0"0,36 11-7508 0 0,-7-2-200 0 0,7 2-73 0 0,2 1-427 0 0,-1-1 1 0 0,1 1-1 0 0,0-1 0 0 0,-1 0 1 0 0,1 1-1 0 0,-1-1 0 0 0,1 0 0 0 0,0 0 1 0 0,0 0-1 0 0,-2-1 0 0 0,39-11-39 0 0,1 2 0 0 0,52-8-1 0 0,-81 17-120 0 0,68-16-1577 0 0,-69 16 2 0 0,0-1-1 0 0,0 0 1 0 0,-1 0-1 0 0,1 0 1 0 0,-1-1 0 0 0,10-7-1 0 0,-5 3-2811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57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67 1692 0 0,'34'-66'25971'0'0,"-34"69"-25610"0"0,0 0 1 0 0,0 0-1 0 0,0 0 1 0 0,0 0 0 0 0,0 0-1 0 0,1 0 1 0 0,1 6-1 0 0,0 2 188 0 0,3 70 220 0 0,-6 85 0 0 0,-1-106-644 0 0,-27 333-1164 0 0,26-340-4549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57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453 205 1536 0 0,'10'-52'5676'0'0,"-3"19"401"0"0,-2-1 1 0 0,3-52 0 0 0,-19 95-4604 0 0,5 0-1127 0 0,0 1 0 0 0,1 0 0 0 0,0 1 0 0 0,1-1 0 0 0,-5 18 0 0 0,-2 4 202 0 0,-128 356 1060 0 0,-91 422-1 0 0,212-737-1621 0 0,4 0-1 0 0,3 1 1 0 0,-3 130-1 0 0,14-190-428 0 0,1 0 0 0 0,1 0 0 0 0,0 0-1 0 0,0 0 1 0 0,2 0 0 0 0,0 0 0 0 0,0-1 0 0 0,8 16 0 0 0,-9-23-169 0 0,1 0-1 0 0,-1 0 1 0 0,1-1 0 0 0,0 0 0 0 0,0 0 0 0 0,1 0 0 0 0,0 0-1 0 0,6 5 1 0 0,-6-7-324 0 0,1 1 0 0 0,-1-1 1 0 0,0-1-1 0 0,1 1 0 0 0,-1-1 0 0 0,1 0 0 0 0,0 0 0 0 0,0 0 0 0 0,0-1 0 0 0,7 1 0 0 0,24 0-9610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58.1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14 444 0 0,'-58'-6'16073'0'0,"55"5"-14974"0"0,15-4-570 0 0,-1 4-484 0 0,1 0-1 0 0,-1 1 1 0 0,1 1-1 0 0,-1 0 1 0 0,1 0 0 0 0,-1 1-1 0 0,0 1 1 0 0,17 5 0 0 0,-25-6-7 0 0,1-1 0 0 0,-1 1 1 0 0,1-1-1 0 0,-1 1 0 0 0,0 0 1 0 0,0 0-1 0 0,0 0 1 0 0,0 1-1 0 0,0-1 0 0 0,-1 1 1 0 0,1 0-1 0 0,-1 0 1 0 0,1 0-1 0 0,-1 0 0 0 0,0 0 1 0 0,0 0-1 0 0,-1 0 0 0 0,1 1 1 0 0,-1-1-1 0 0,1 1 1 0 0,-1-1-1 0 0,0 1 0 0 0,0-1 1 0 0,-1 1-1 0 0,1 0 1 0 0,-1 0-1 0 0,0-1 0 0 0,0 1 1 0 0,0 0-1 0 0,-1 6 0 0 0,-1 3 193 0 0,-1 0 0 0 0,-1 0 0 0 0,0 0 0 0 0,-1-1-1 0 0,0 1 1 0 0,-1-1 0 0 0,0 0 0 0 0,-10 13 0 0 0,-71 87 2193 0 0,61-80-1571 0 0,-66 80 1154 0 0,92-111-2001 0 0,-1-1 0 0 0,1 1 0 0 0,-1-1 0 0 0,1 1 0 0 0,0-1 0 0 0,-1 1 0 0 0,1 0 0 0 0,0-1 0 0 0,-1 1 0 0 0,1-1 0 0 0,0 1 0 0 0,0 0 0 0 0,0-1 0 0 0,-1 1 0 0 0,1 0 0 0 0,0-1 0 0 0,0 1 0 0 0,0 0 0 0 0,0-1 0 0 0,0 1 0 0 0,0 0 0 0 0,1-1 0 0 0,-1 1 0 0 0,0 0 0 0 0,0-1 0 0 0,0 1 0 0 0,1-1 0 0 0,-1 1 0 0 0,0 0 1 0 0,1-1-1 0 0,-1 1 0 0 0,0-1 0 0 0,1 1 0 0 0,-1-1 0 0 0,1 1 0 0 0,-1-1 0 0 0,0 1 0 0 0,1-1 0 0 0,0 1 0 0 0,-1-1 0 0 0,1 0 0 0 0,-1 1 0 0 0,1-1 0 0 0,-1 0 0 0 0,1 1 0 0 0,0-1 0 0 0,-1 0 0 0 0,1 0 0 0 0,0 0 0 0 0,-1 0 0 0 0,1 1 0 0 0,0-1 0 0 0,-1 0 0 0 0,1 0 0 0 0,0 0 0 0 0,37 2 65 0 0,-37-2-68 0 0,42-2-765 0 0,-1-3 0 0 0,0-1 0 0 0,58-16 0 0 0,-28-1-4404 0 0,-3-5-3952 0 0,-42 14 1345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58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80 2976 0 0,'12'-68'21568'0'0,"-12"68"-21445"0"0,0-1-1 0 0,0 1 0 0 0,1-1 0 0 0,-1 1 1 0 0,0-1-1 0 0,-1 0 0 0 0,1 1 1 0 0,0-1-1 0 0,0 1 0 0 0,0-1 0 0 0,0 1 1 0 0,0-1-1 0 0,0 1 0 0 0,-1 0 1 0 0,1-1-1 0 0,0 1 0 0 0,0-1 0 0 0,-1 1 1 0 0,1-1-1 0 0,0 1 0 0 0,-1 0 1 0 0,1-1-1 0 0,-1 0 0 0 0,-4 2-68 0 0,-1 0 1 0 0,1 0-1 0 0,0 1 0 0 0,0-1 0 0 0,0 1 1 0 0,0 1-1 0 0,0-1 0 0 0,0 1 1 0 0,0-1-1 0 0,-6 6 0 0 0,-47 39-7 0 0,55-45-38 0 0,-14 13-14 0 0,0 0 0 0 0,2 2 0 0 0,-1-1 0 0 0,2 2 0 0 0,1 0 1 0 0,0 1-1 0 0,1 0 0 0 0,-18 39 0 0 0,30-56 7 0 0,-1-1 0 0 0,1 1 0 0 0,-1 0 0 0 0,1 0 0 0 0,0-1 0 0 0,0 1 0 0 0,0 0 0 0 0,0 0 0 0 0,0-1 0 0 0,0 1 0 0 0,1 0 0 0 0,-1 0 0 0 0,0-1 0 0 0,1 1 0 0 0,0 0 0 0 0,-1-1 0 0 0,1 1-1 0 0,0 0 1 0 0,0-1 0 0 0,0 1 0 0 0,0-1 0 0 0,0 1 0 0 0,0-1 0 0 0,0 0 0 0 0,0 0 0 0 0,3 3 0 0 0,1 0 2 0 0,1 1 0 0 0,-1-1 0 0 0,1 0 0 0 0,0-1 0 0 0,8 4 0 0 0,26 10-1 0 0,44 12-1 0 0,-43-16-17 0 0,46 21 0 0 0,-70-26 10 0 0,12 6 48 0 0,40 24 0 0 0,-61-32-17 0 0,0 0 0 0 0,-1 0 0 0 0,1 0 1 0 0,-1 1-1 0 0,0 0 0 0 0,-1 0 0 0 0,0 1 0 0 0,0-1 0 0 0,6 12 1 0 0,-11-17 47 0 0,0 1 1 0 0,1-1 0 0 0,-1 1-1 0 0,0 0 1 0 0,-1-1 0 0 0,1 1-1 0 0,0 0 1 0 0,-1 0 0 0 0,0 0-1 0 0,1-1 1 0 0,-1 1 0 0 0,0 0-1 0 0,-1 0 1 0 0,1 0 0 0 0,0 0-1 0 0,-1-1 1 0 0,-1 5 0 0 0,0-3 33 0 0,1 1-1 0 0,-2-1 1 0 0,1 0 0 0 0,-1 0 0 0 0,1 0 0 0 0,-1 0 0 0 0,0 0 0 0 0,0-1 0 0 0,-6 6 0 0 0,-2 0 102 0 0,0-1 0 0 0,0-1 0 0 0,-1 1 1 0 0,0-2-1 0 0,0 0 0 0 0,-17 6 1 0 0,4-3-163 0 0,0-3 1 0 0,0 0 0 0 0,-1-1-1 0 0,0-1 1 0 0,0-2 0 0 0,0-1-1 0 0,-34-2 1 0 0,58 1-49 0 0,0 0 0 0 0,-1 0 0 0 0,1 0 0 0 0,0-1 0 0 0,0 1 0 0 0,-1-1 0 0 0,1 1 0 0 0,0-1 0 0 0,0 0 0 0 0,0 0 0 0 0,0 0 0 0 0,0 0 0 0 0,0 0 0 0 0,0-1 0 0 0,0 1 0 0 0,0 0 0 0 0,1-1 0 0 0,-1 0 0 0 0,0 1 0 0 0,1-1 0 0 0,-3-3 0 0 0,3 3 0 0 0,1 0 0 0 0,-1-1 0 0 0,0 1 0 0 0,1 0 0 0 0,-1-1 0 0 0,1 1 0 0 0,0 0 0 0 0,0-1 0 0 0,0 1 0 0 0,0-1 0 0 0,0 1 0 0 0,1 0 0 0 0,-1-1 0 0 0,0 1 0 0 0,1 0 0 0 0,0-1 0 0 0,0 1 0 0 0,0 0 0 0 0,0 0 0 0 0,2-4 0 0 0,9-13-27 0 0,0 0 0 0 0,0 2 0 0 0,31-33 1 0 0,54-42-154 0 0,-77 75 154 0 0,39-36-169 0 0,61-56 235 0 0,-98 87 67 0 0,-1-1 0 0 0,-1-2 0 0 0,17-27 0 0 0,-33 47-104 0 0,-1-1 0 0 0,0 0 1 0 0,0 1-1 0 0,-1-1 0 0 0,0 0 0 0 0,0 0 1 0 0,0 0-1 0 0,-1-1 0 0 0,0 1 0 0 0,1-12 1 0 0,-2 15-10 0 0,0 1 1 0 0,0 0 0 0 0,-1-1 0 0 0,1 1 0 0 0,-1 0-1 0 0,0 0 1 0 0,1-1 0 0 0,-1 1 0 0 0,0 0 0 0 0,0 0-1 0 0,0 0 1 0 0,0 0 0 0 0,-1 0 0 0 0,1 0 0 0 0,-1 0-1 0 0,1 1 1 0 0,-1-1 0 0 0,1 0 0 0 0,-1 1 0 0 0,0-1-1 0 0,0 1 1 0 0,0 0 0 0 0,0-1 0 0 0,0 1 0 0 0,0 0-1 0 0,0 0 1 0 0,0 1 0 0 0,0-1 0 0 0,-1 0 0 0 0,1 1-1 0 0,0-1 1 0 0,-4 0 0 0 0,-8 0-242 0 0,1 0 0 0 0,-1 0-1 0 0,1 1 1 0 0,-1 1 0 0 0,1 0 0 0 0,-1 1 0 0 0,1 1 0 0 0,-21 6 0 0 0,17-4-1403 0 0,1 1 1 0 0,0 1-1 0 0,-22 13 1 0 0,33-17 702 0 0,1 0-1 0 0,0 0 1 0 0,0 1 0 0 0,-7 7-1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59.1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71 3724 0 0,'-3'0'2935'0'0,"-46"-5"8280"0"0,12 2-6428 0 0,35 3-4179 0 0,6-1-460 0 0,141-15 521 0 0,13-3-1646 0 0,-55 1-5829 0 0,-76 9-500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59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40 2228 0 0,'-16'-15'10647'0'0,"-12"-6"-3666"0"0,28 21-6944 0 0,0 0 0 0 0,0 0-1 0 0,0 0 1 0 0,0-1 0 0 0,0 1 0 0 0,0 0 0 0 0,0 0 0 0 0,0 0 0 0 0,0 0 0 0 0,0-1-1 0 0,0 1 1 0 0,0 0 0 0 0,0 0 0 0 0,0 0 0 0 0,0 0 0 0 0,-1 0 0 0 0,1-1 0 0 0,0 1-1 0 0,0 0 1 0 0,0 0 0 0 0,0 0 0 0 0,0 0 0 0 0,0 0 0 0 0,-1 0 0 0 0,1 0 0 0 0,0 0 0 0 0,0 0-1 0 0,0 0 1 0 0,0 0 0 0 0,-1-1 0 0 0,1 1 0 0 0,0 0 0 0 0,0 0 0 0 0,0 0 0 0 0,0 0-1 0 0,-1 0 1 0 0,1 0 0 0 0,0 0 0 0 0,0 0 0 0 0,0 0 0 0 0,0 1 0 0 0,-1-1 0 0 0,1 0-1 0 0,0 0 1 0 0,0 0 0 0 0,0 0 0 0 0,0 0 0 0 0,0 0 0 0 0,-1 0 0 0 0,1 0 0 0 0,0 0-1 0 0,0 0 1 0 0,0 1 0 0 0,0-1 0 0 0,-11 6 2066 0 0,9-5-1991 0 0,0 3 302 0 0,0 1-1 0 0,1-1 1 0 0,-1 0-1 0 0,1 1 1 0 0,-1-1 0 0 0,1 1-1 0 0,1-1 1 0 0,-1 1-1 0 0,1 0 1 0 0,-1-1 0 0 0,2 8-1 0 0,-2 5 455 0 0,-39 537 1969 0 0,36-505-2837 0 0,4-38-237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0:59.8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67 2972 0 0,'58'-66'29787'0'0,"-57"66"-29787"0"0,0 0 1 0 0,0 1-1 0 0,-1-1 0 0 0,1 1 0 0 0,0-1 1 0 0,0 1-1 0 0,-1-1 0 0 0,1 1 0 0 0,0-1 1 0 0,-1 1-1 0 0,1-1 0 0 0,-1 1 1 0 0,1 0-1 0 0,-1 0 0 0 0,1-1 0 0 0,-1 1 1 0 0,1 0-1 0 0,-1 0 0 0 0,0-1 1 0 0,1 1-1 0 0,-1 0 0 0 0,0 0 0 0 0,0 0 1 0 0,0 0-1 0 0,0-1 0 0 0,1 1 0 0 0,-1 0 1 0 0,0 0-1 0 0,0 0 0 0 0,-1 1 1 0 0,1 0-2 0 0,3 44 1 0 0,-4 65 0 0 0,-1-73 0 0 0,-22 238 0 0 0,2-152-28 0 0,22-113 571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00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79 2024 0 0,'-16'-30'10373'0'0,"-2"-1"-1339"0"0,18 27-8483 0 0,0 4-536 0 0,0 0 0 0 0,0-1 0 0 0,0 1 0 0 0,0 0 0 0 0,0-1 0 0 0,-1 1 0 0 0,1 0 0 0 0,0-1 0 0 0,0 1 0 0 0,0 0 0 0 0,0-1 0 0 0,0 1 0 0 0,1 0 0 0 0,-1-1 0 0 0,0 1 0 0 0,0 0 0 0 0,0-1 0 0 0,0 1 0 0 0,0 0 0 0 0,0-1 0 0 0,1 1 0 0 0,-1 0 0 0 0,0-1 0 0 0,0 1 0 0 0,0 0 0 0 0,1-1 0 0 0,7-1 18 0 0,-1 1 1 0 0,1 0-1 0 0,0 0 1 0 0,0 1-1 0 0,0 0 1 0 0,0 0-1 0 0,0 1 1 0 0,-1 0-1 0 0,1 0 1 0 0,0 1-1 0 0,-1 0 1 0 0,1 1-1 0 0,-1-1 1 0 0,1 1-1 0 0,-1 1 1 0 0,7 3-1 0 0,-10-4 46 0 0,0-1-1 0 0,0 1 0 0 0,0 0 1 0 0,0 0-1 0 0,-1 0 1 0 0,1 0-1 0 0,-1 1 0 0 0,0 0 1 0 0,0-1-1 0 0,0 1 1 0 0,0 0-1 0 0,-1 0 0 0 0,0 1 1 0 0,0-1-1 0 0,0 0 1 0 0,0 1-1 0 0,-1-1 1 0 0,1 1-1 0 0,-1 0 0 0 0,0-1 1 0 0,-1 1-1 0 0,1 0 1 0 0,-1 0-1 0 0,0-1 0 0 0,0 1 1 0 0,0 0-1 0 0,-3 9 1 0 0,1-3 243 0 0,-2 0 0 0 0,0 0 1 0 0,0 0-1 0 0,-1 0 0 0 0,0-1 0 0 0,-12 17 1 0 0,-47 52 3324 0 0,6-7-1935 0 0,52-64-1712 0 0,-3 2 0 0 0,1 0 0 0 0,5-1 0 0 0,4-8 0 0 0,-1-1 0 0 0,0 1 0 0 0,0-1 0 0 0,1 1 0 0 0,-1 0 0 0 0,1-1 0 0 0,-1 1 0 0 0,0-1 0 0 0,1 0 0 0 0,-1 1 0 0 0,1-1 0 0 0,-1 1 0 0 0,1-1 0 0 0,-1 0 0 0 0,1 1 0 0 0,-1-1 0 0 0,1 0 0 0 0,0 1 0 0 0,5 1 0 0 0,-1-1 0 0 0,0 0 0 0 0,1 0 0 0 0,-1 0 0 0 0,0-1 0 0 0,1 1 0 0 0,8-2 0 0 0,44-5 0 0 0,-40 4 0 0 0,32-5-3404 0 0,78-22 1 0 0,-108 23 2225 0 0,0 0 0 0 0,0-2 1 0 0,0-1-1 0 0,-1 0 1 0 0,0-2-1 0 0,26-18 0 0 0,-19 2-7023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00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116 134 448 0 0,'-102'-134'24844'0'0,"110"141"-23032"0"0,48 48-868 0 0,-3 3 0 0 0,-2 2 0 0 0,-3 2-1 0 0,-2 2 1 0 0,54 103 0 0 0,-79-127-944 0 0,-3 1 0 0 0,-1 0 0 0 0,-2 2 0 0 0,-2-1 0 0 0,-2 2 0 0 0,-1 0 0 0 0,-3 0 0 0 0,-1 0 0 0 0,-3 1 0 0 0,-1 0 0 0 0,-2 0 0 0 0,-8 49 0 0 0,3-66-410 0 0,-1 0-1 0 0,-1 0 1 0 0,-2-1-1 0 0,-1 0 1 0 0,0-1-1 0 0,-3 0 1 0 0,0-1-1 0 0,-1 0 1 0 0,-33 42-1 0 0,23-38-290 0 0,-1-1 0 0 0,-1-1-1 0 0,-1-1 1 0 0,-2-2 0 0 0,0-1 0 0 0,-1-1-1 0 0,-35 18 1 0 0,50-31-2732 0 0,0-1 0 0 0,-25 8 0 0 0,8-7-6916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01.2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75 2804 0 0,'-18'-16'11231'0'0,"0"6"-5947"0"0,13 8-3823 0 0,15 4-1430 0 0,6 0 54 0 0,0 0 0 0 0,0-1-1 0 0,0-1 1 0 0,19-2 0 0 0,71-11-99 0 0,-56 5-708 0 0,27-6-3260 0 0,-67 12 1229 0 0,0-2-1 0 0,18-7 1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01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33 1364 0 0,'-13'-11'8467'0'0,"-22"-10"6068"0"0,20 20-11276 0 0,14 3-3033 0 0,-1 0-1 0 0,1 1 1 0 0,0-1-1 0 0,0 0 1 0 0,0 0-1 0 0,0 1 1 0 0,0-1-1 0 0,0 1 1 0 0,1-1-1 0 0,-1 1 1 0 0,0 4-1 0 0,-1 37 1003 0 0,1-17-837 0 0,-18 215 426 0 0,6-100-13421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01.9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74 1700 0 0,'5'-10'3460'0'0,"16"-29"6944"0"0,-20 37-10201 0 0,0 0 0 0 0,1 0 0 0 0,-1 1 0 0 0,0-1 0 0 0,1 0 1 0 0,-1 1-1 0 0,1 0 0 0 0,0-1 0 0 0,-1 1 0 0 0,1 0 0 0 0,0 0 0 0 0,0 0 0 0 0,0 0 0 0 0,0 0 0 0 0,0 0 0 0 0,0 0 0 0 0,3 0 0 0 0,0 0-170 0 0,1 1-1 0 0,-1 0 1 0 0,1 0 0 0 0,-1 1-1 0 0,1-1 1 0 0,-1 1 0 0 0,1 1-1 0 0,-1-1 1 0 0,1 1 0 0 0,-1-1-1 0 0,0 2 1 0 0,0-1-1 0 0,0 0 1 0 0,0 1 0 0 0,0 0-1 0 0,-1 0 1 0 0,1 1 0 0 0,-1-1-1 0 0,0 1 1 0 0,0 0 0 0 0,0 0-1 0 0,0 0 1 0 0,-1 0-1 0 0,0 1 1 0 0,0 0 0 0 0,0 0-1 0 0,0-1 1 0 0,3 11 0 0 0,-1-3 89 0 0,-1 0 0 0 0,-1 1 1 0 0,0-1-1 0 0,0 1 0 0 0,-1 0 1 0 0,-1-1-1 0 0,0 1 1 0 0,-1 0-1 0 0,0 0 0 0 0,-1 0 1 0 0,-5 22-1 0 0,0-11 291 0 0,-2 1 0 0 0,0-2 0 0 0,-2 1 0 0 0,-22 39 0 0 0,-63 83 3080 0 0,91-141-3313 0 0,-21 38 664 0 0,24-42-801 0 0,1-1-39 0 0,0 1 1 0 0,0-1-1 0 0,0 0 1 0 0,-1 0-1 0 0,1 0 1 0 0,0 0-1 0 0,0 1 1 0 0,0-1-1 0 0,0 0 1 0 0,0 0-1 0 0,0 0 1 0 0,0 0-1 0 0,0 1 1 0 0,0-1-1 0 0,-1 0 1 0 0,1 0-1 0 0,0 1 1 0 0,0-1-1 0 0,0 0 1 0 0,0 0-1 0 0,0 0 1 0 0,0 1-1 0 0,0-1 1 0 0,0 0-1 0 0,1 0 1 0 0,-1 0-1 0 0,0 1 1 0 0,0-1-1 0 0,0 0 1 0 0,0 0-1 0 0,0 0 1 0 0,0 1-1 0 0,0-1 1 0 0,0 0-1 0 0,0 0 1 0 0,1 0-1 0 0,-1 0 1 0 0,0 1-1 0 0,0-1 1 0 0,0 0-1 0 0,0 0 1 0 0,1 0-1 0 0,-1 0 1 0 0,0 0-1 0 0,0 0 1 0 0,0 0-1 0 0,0 1 1 0 0,1-1-1 0 0,-1 0 1 0 0,22-1 33 0 0,-1-2-1 0 0,1 0 1 0 0,-1-1-1 0 0,24-7 1 0 0,87-34-2790 0 0,-119 41 2190 0 0,85-38-4971 0 0,-35 9-3428 0 0,-32 14 501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02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509 149 2484 0 0,'2'-98'17870'0'0,"-2"66"-11701"0"0,0 31-5992 0 0,0 0 0 0 0,0-1 1 0 0,0 1-1 0 0,0 0 0 0 0,0 0 0 0 0,0-1 0 0 0,-1 1 0 0 0,1 0 0 0 0,0 0 0 0 0,-1 0 1 0 0,1-1-1 0 0,-1 1 0 0 0,0-1 0 0 0,1 2-144 0 0,0 0 1 0 0,-1-1-1 0 0,1 1 0 0 0,0 0 1 0 0,0 0-1 0 0,-1 0 0 0 0,1 0 1 0 0,0 0-1 0 0,0 0 1 0 0,-1 0-1 0 0,1 0 0 0 0,0 0 1 0 0,0 0-1 0 0,-1 0 0 0 0,1 0 1 0 0,0 1-1 0 0,0-1 0 0 0,-1 0 1 0 0,1 0-1 0 0,0 0 0 0 0,0 0 1 0 0,-1 0-1 0 0,1 0 0 0 0,0 1 1 0 0,0-1-1 0 0,0 0 0 0 0,-1 0 1 0 0,1 0-1 0 0,0 1 1 0 0,0-1-1 0 0,0 0 0 0 0,0 0 1 0 0,0 0-1 0 0,-1 1 0 0 0,1-1 1 0 0,-16 29 664 0 0,-19 56-496 0 0,-19 42 320 0 0,-4 10 108 0 0,-25 69-119 0 0,-71 252-511 0 0,124-347 0 0 0,5 1 0 0 0,-13 139 0 0 0,34-217-2145 0 0,3 0-1 0 0,3 52 1 0 0,-2-77 1526 0 0,2 1 0 0 0,-1 0 0 0 0,1-1 1 0 0,1 0-1 0 0,-1 1 0 0 0,2-1 0 0 0,-1 0 0 0 0,1 0 0 0 0,1-1 0 0 0,-1 1 1 0 0,2-1-1 0 0,-1 0 0 0 0,11 12 0 0 0,5-4-5398 0 0,2-6-3229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02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94 512 0 0,'0'-15'5062'0'0,"-1"0"0"0"0,-1 0 0 0 0,-5-25 1244 0 0,2 32-4663 0 0,1 14-1513 0 0,0 0 0 0 0,1 0 1 0 0,0 1-1 0 0,0-1 0 0 0,1 1 0 0 0,0 0 1 0 0,0 0-1 0 0,-1 11 0 0 0,-7 61 326 0 0,10-78-451 0 0,-2 20 76 0 0,2 0 0 0 0,0 1 0 0 0,5 33-1 0 0,-5-49-74 0 0,1-1 0 0 0,0 1-1 0 0,1-1 1 0 0,-1 1 0 0 0,1-1-1 0 0,0 0 1 0 0,0 0 0 0 0,0 0-1 0 0,1 0 1 0 0,0 0 0 0 0,0 0-1 0 0,0-1 1 0 0,1 1 0 0 0,-1-1-1 0 0,1 0 1 0 0,0 0 0 0 0,0 0-1 0 0,8 5 1 0 0,-8-8-38 0 0,-1 1 1 0 0,1 0-1 0 0,0-1 0 0 0,0 0 0 0 0,0 0 1 0 0,-1 0-1 0 0,1-1 0 0 0,0 1 0 0 0,0-1 1 0 0,0 0-1 0 0,0 0 0 0 0,0-1 0 0 0,0 1 1 0 0,0-1-1 0 0,0 1 0 0 0,0-1 0 0 0,0-1 1 0 0,0 1-1 0 0,-1 0 0 0 0,1-1 1 0 0,0 0-1 0 0,-1 0 0 0 0,0 0 0 0 0,1 0 1 0 0,-1 0-1 0 0,0-1 0 0 0,5-5 0 0 0,6-6 20 0 0,0-1-1 0 0,-1 0 0 0 0,0-1 0 0 0,11-20 0 0 0,-17 25 94 0 0,44-81 2843 0 0,-50 91-2833 0 0,0-1-64 0 0,2-3 47 0 0,-2 3 7 0 0,0 4 28 0 0,0-1-1 0 0,0 1 1 0 0,-1-1-1 0 0,1 1 1 0 0,-1-1 0 0 0,1 1-1 0 0,-1 0 1 0 0,0-1-1 0 0,1 1 1 0 0,-1 0 0 0 0,0-1-1 0 0,0 1 1 0 0,0 0 0 0 0,-1 2-1 0 0,1-3-100 0 0,-5 190 3148 0 0,-14 94-3541 0 0,8-145-319 0 0,10-135-526 0 0,1 1 0 0 0,0-1 0 0 0,0 1 0 0 0,0-1 0 0 0,1 1 0 0 0,2 10-1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03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79 1696 0 0,'-29'-29'25681'0'0,"29"28"-25666"0"0,1 1 1 0 0,-1-1 0 0 0,0 1 0 0 0,0-1 0 0 0,0 1 0 0 0,1 0 0 0 0,-1-1 0 0 0,0 1 0 0 0,1-1 0 0 0,-1 1-1 0 0,1 0 1 0 0,-1-1 0 0 0,0 1 0 0 0,1 0 0 0 0,-1-1 0 0 0,1 1 0 0 0,-1 0 0 0 0,1 0 0 0 0,-1-1 0 0 0,1 1-1 0 0,-1 0 1 0 0,1 0 0 0 0,-1 0 0 0 0,1 0 0 0 0,-1-1 0 0 0,1 1 0 0 0,-1 0 0 0 0,1 0 0 0 0,-1 0 0 0 0,1 1-1 0 0,22-2 246 0 0,-18 1-214 0 0,205-8-97 0 0,-164 3-3423 0 0,47-12 0 0 0,-64 6-794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03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33 244 0 0,'-59'-29'20305'0'0,"58"29"-20026"0"0,0-1 0 0 0,-1 1 0 0 0,1-1 0 0 0,0 1 0 0 0,0-1 0 0 0,0 1 0 0 0,0 0 0 0 0,0-1 0 0 0,-1 1 0 0 0,1 0 0 0 0,0 0 0 0 0,0 0 0 0 0,0 0 0 0 0,0 0 0 0 0,-1 0 0 0 0,1 0 0 0 0,0 1-1 0 0,0-1 1 0 0,0 0 0 0 0,0 1 0 0 0,-1-1 0 0 0,1 1 0 0 0,-1 0 0 0 0,0 17 871 0 0,1 0-1 0 0,1 0 0 0 0,4 33 0 0 0,0-11-223 0 0,-6 342-2211 0 0,2-368-407 0 0,0 36-3787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03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167 171 1124 0 0,'6'-12'2062'0'0,"-1"-1"0"0"0,-1 1-1 0 0,0-1 1 0 0,-1 0 0 0 0,0-1-1 0 0,-1 1 1 0 0,-1 0 0 0 0,0-1 0 0 0,-1-15-1 0 0,0 28-2009 0 0,0 0 0 0 0,0 0 1 0 0,0 0-1 0 0,0 0 0 0 0,0 0 0 0 0,0 0 0 0 0,-1 0 0 0 0,1 0 0 0 0,0 0 0 0 0,-1 0 0 0 0,1 0 0 0 0,-1 0 0 0 0,1 0 0 0 0,-1 0 0 0 0,1 0 1 0 0,-1 1-1 0 0,1-1 0 0 0,-1 0 0 0 0,0 0 0 0 0,0 1 0 0 0,1-1 0 0 0,-1 1 0 0 0,0-1 0 0 0,0 0 0 0 0,0 1 0 0 0,0-1 0 0 0,1 1 0 0 0,-1 0 1 0 0,0-1-1 0 0,0 1 0 0 0,0 0 0 0 0,0-1 0 0 0,0 1 0 0 0,0 0 0 0 0,0 0 0 0 0,0 0 0 0 0,0 0 0 0 0,-2 0 0 0 0,-1 0-3 0 0,0 1-1 0 0,1-1 1 0 0,-1 1-1 0 0,0 0 1 0 0,1 0-1 0 0,-1 0 1 0 0,0 0-1 0 0,-6 4 1 0 0,0 1 10 0 0,1 1 0 0 0,-1 0 0 0 0,1 0 0 0 0,1 1 1 0 0,0 0-1 0 0,0 0 0 0 0,0 1 0 0 0,1 1 0 0 0,0-1 0 0 0,1 1 0 0 0,0 0 1 0 0,1 0-1 0 0,0 1 0 0 0,0-1 0 0 0,1 1 0 0 0,1 0 0 0 0,0 0 0 0 0,0 1 1 0 0,-1 15-1 0 0,3-23-74 0 0,1 1 0 0 0,0-1 0 0 0,0 0 0 0 0,0 0-1 0 0,0 0 1 0 0,1 0 0 0 0,-1 0 0 0 0,1 0 0 0 0,0 0 0 0 0,0 0 0 0 0,1 0 0 0 0,-1 0 0 0 0,1 0 0 0 0,0-1 0 0 0,0 1 0 0 0,0-1 0 0 0,0 1 0 0 0,1-1 0 0 0,-1 0 0 0 0,1 0 0 0 0,0 0 0 0 0,0 0 0 0 0,0 0 0 0 0,0-1 0 0 0,1 1 0 0 0,-1-1 0 0 0,1 0 0 0 0,6 3 0 0 0,-8-4-6 0 0,0-1 0 0 0,0 0 0 0 0,0 0 0 0 0,0 0 0 0 0,0 0 0 0 0,0 0 0 0 0,0 0 0 0 0,0 0 0 0 0,0-1 0 0 0,0 1 0 0 0,0-1 0 0 0,0 1 0 0 0,0-1 0 0 0,0 0 0 0 0,-1 0 0 0 0,1 0 0 0 0,0 0 0 0 0,0 0 0 0 0,-1 0 1 0 0,1 0-1 0 0,-1 0 0 0 0,3-3 0 0 0,1-1-31 0 0,-1 0 0 0 0,0 0 0 0 0,0 0 0 0 0,0-1 0 0 0,3-6 0 0 0,1-5 443 0 0,-1 0 0 0 0,9-33 0 0 0,4-10 4325 0 0,-20 61-4608 0 0,1-1-1 0 0,0 1 0 0 0,0-1 0 0 0,-1 1 0 0 0,1 0 0 0 0,0-1 0 0 0,-1 1 0 0 0,1 0 0 0 0,0-1 1 0 0,-1 1-1 0 0,1 0 0 0 0,-1 0 0 0 0,1-1 0 0 0,-1 1 0 0 0,0 0 0 0 0,1 0 0 0 0,-1 0 0 0 0,0 0 0 0 0,1 1 1 0 0,5 19 418 0 0,2 30-420 0 0,-2 1-1 0 0,-2 1 0 0 0,-4 61 0 0 0,6 78-4389 0 0,2-158-995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04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452 137 4408 0 0,'1'-37'5482'0'0,"0"20"-2260"0"0,-1 0 0 0 0,0 0 0 0 0,-4-19 0 0 0,4 36-3171 0 0,0-1 0 0 0,0 1 1 0 0,0 0-1 0 0,0 0 0 0 0,-1-1 0 0 0,1 1 0 0 0,0 0 0 0 0,0-1 1 0 0,0 1-1 0 0,0-1 0 0 0,0 1 0 0 0,0 0 0 0 0,0-1 0 0 0,0 1 1 0 0,0 0-1 0 0,0-1 0 0 0,0 1 0 0 0,0 0 0 0 0,0-1 1 0 0,0 1-1 0 0,1 0 0 0 0,-1-1 0 0 0,0 1 0 0 0,0 0 0 0 0,0-1 1 0 0,0 1-1 0 0,1 0 0 0 0,-1 0 0 0 0,0-1 0 0 0,0 1 0 0 0,1 0 1 0 0,-1 0-1 0 0,0-1 0 0 0,0 1 0 0 0,1 0 0 0 0,-1 0 0 0 0,0 0 1 0 0,1-1-1 0 0,-1 1 0 0 0,0 0 0 0 0,0 0 0 0 0,1 0 0 0 0,-1 0 1 0 0,1 0-1 0 0,-1 0 0 0 0,0 0 0 0 0,1 0 0 0 0,-1 0 1 0 0,0 0-1 0 0,1 0 0 0 0,-1 0 0 0 0,0 0 0 0 0,1 0 0 0 0,16 6 811 0 0,-6 2-566 0 0,-1 0 1 0 0,0 1-1 0 0,-1 0 0 0 0,1 0 0 0 0,-2 1 1 0 0,1 0-1 0 0,12 21 0 0 0,-4-8 50 0 0,8 11-11 0 0,-2 1 0 0 0,-2 1 0 0 0,-1 0 0 0 0,30 79-1 0 0,-40-85-228 0 0,-1 1-1 0 0,-2 1 1 0 0,-1-1-1 0 0,-1 1 1 0 0,-2 0-1 0 0,-1 0 0 0 0,-3 38 1 0 0,-2-31-178 0 0,-3 0-1 0 0,0-1 1 0 0,-3 0 0 0 0,-1 0 0 0 0,-1-1 0 0 0,-3 0-1 0 0,-33 67 1 0 0,20-58-906 0 0,-1-2-1 0 0,-2-1 1 0 0,-2-1 0 0 0,-2-2-1 0 0,-55 52 1 0 0,-87 53-4808 0 0,49-60-1427 0 0,16-21-2573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05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1189 892 0 0,'0'0'16786'0'0,"1"3"-16447"0"0,0-2-293 0 0,0 0 1 0 0,0 1-1 0 0,0-1 0 0 0,0 0 1 0 0,1 0-1 0 0,-1 0 0 0 0,0 0 0 0 0,1 0 1 0 0,-1 0-1 0 0,1 0 0 0 0,-1 0 1 0 0,1-1-1 0 0,-1 1 0 0 0,1-1 1 0 0,-1 1-1 0 0,1-1 0 0 0,0 1 1 0 0,-1-1-1 0 0,1 0 0 0 0,2 0 1 0 0,43 0 545 0 0,-30 0-490 0 0,242-24 662 0 0,2-22-528 0 0,-126 21-150 0 0,2706-387 250 0 0,-767 193-344 0 0,4 45-3 0 0,71 58 45 0 0,3 33-493 0 0,-1789 70 200 0 0,-261 9 139 0 0,605-25-1624 0 0,-239-4-2364 0 0,-435 30 3558 0 0,-10 3-237 0 0,0-2-1 0 0,0-1 0 0 0,-1-1 0 0 0,1-1 1 0 0,21-8-1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05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55 3064 0 0,'-4'1'2547'0'0,"-61"11"9452"0"0,63-11-10901 0 0,-4-1-259 0 0,0 1-1 0 0,1 0 1 0 0,-1 0 0 0 0,-9 3-1 0 0,13-3-931 0 0,-1-1 522 0 0,7 0-391 0 0,185-23 285 0 0,-79 9-406 0 0,-60 8-734 0 0,86-11-2916 0 0,-45 4-6379 0 0,-69 10 3663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05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85 1536 0 0,'39'-75'22073'0'0,"-38"72"-21399"0"0,3-3 653 0 0,-4 6-1306 0 0,5 1-18 0 0,2 14 152 0 0,-1 13-592 0 0,18 57-3512 0 0,-21-75 2099 0 0,1 0 1 0 0,1-1-1 0 0,-1 1 1 0 0,2-1-1 0 0,-1 0 1 0 0,9 10-1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05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56 740 0 0,'0'0'2004'0'0,"-2"-15"809"0"0,-1 1-985 0 0,-1 4-696 0 0,4 0-692 0 0,-5 3-1472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06.3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24 612 0 0,'-10'-5'5465'0'0,"-17"-12"5049"0"0,20 17-9407 0 0,7-1-971 0 0,-1 1-1 0 0,0 0 0 0 0,1 0 0 0 0,-1 0 0 0 0,1-1 0 0 0,-1 1 0 0 0,0 0 0 0 0,1 0 1 0 0,-1 0-1 0 0,0 0 0 0 0,1 0 0 0 0,-1 0 0 0 0,0 0 0 0 0,1 1 0 0 0,-1-1 1 0 0,1 0-1 0 0,-1 0 0 0 0,0 0 0 0 0,1 1 0 0 0,-1-1 0 0 0,1 0 0 0 0,-1 0 1 0 0,1 1-1 0 0,-1-1 0 0 0,1 1 0 0 0,-1-1 0 0 0,1 0 0 0 0,-1 1 0 0 0,1-1 0 0 0,-1 1 1 0 0,1-1-1 0 0,0 1 0 0 0,-1-1 0 0 0,1 1 0 0 0,0 0 0 0 0,0-1 0 0 0,-1 1 1 0 0,1-1-1 0 0,0 1 0 0 0,0 0 0 0 0,0-1 0 0 0,0 1 0 0 0,-1-1 0 0 0,1 1 0 0 0,0 0 1 0 0,0-1-1 0 0,0 1 0 0 0,0 0 0 0 0,1-1 0 0 0,-1 2 0 0 0,-2 166 4147 0 0,-16 88-2707 0 0,-8-31-2498 0 0,72-238-16597 0 0,-22-9 7920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06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397 134 2104 0 0,'90'-134'21052'0'0,"-128"183"-14257"0"0,-38 51-4945 0 0,17-16-1594 0 0,-77 120 245 0 0,117-171-459 0 0,1 0 0 0 0,2 1-1 0 0,2 1 1 0 0,-15 51 0 0 0,26-72-42 0 0,0-1 0 0 0,0 1 0 0 0,2 0 0 0 0,-1 0 0 0 0,2-1 0 0 0,0 1 0 0 0,2 16 0 0 0,-2-25 0 0 0,1 0 0 0 0,1 0 0 0 0,-1 0 0 0 0,1 1 0 0 0,0-1 0 0 0,0-1 0 0 0,0 1 0 0 0,0 0 0 0 0,1-1 0 0 0,0 1 0 0 0,0-1 0 0 0,0 0 0 0 0,1 0 0 0 0,0 0 0 0 0,-1 0 0 0 0,1 0 0 0 0,0-1 0 0 0,1 0 0 0 0,-1 0 0 0 0,1 0 0 0 0,5 3 0 0 0,1-2 0 0 0,-1-1 0 0 0,1 0 0 0 0,0 0 0 0 0,0-1 0 0 0,0 0 0 0 0,0-1 0 0 0,0 0 0 0 0,0-1 0 0 0,0 0 0 0 0,0-1 0 0 0,0 0 0 0 0,0-1 0 0 0,11-2 0 0 0,4-3 0 0 0,0-1 0 0 0,0-1 0 0 0,-1-1 0 0 0,29-16 0 0 0,-39 18 0 0 0,-1-1 0 0 0,-1 0 0 0 0,16-13 0 0 0,-24 18 0 0 0,-1 0 0 0 0,1-1 0 0 0,-1 0 0 0 0,0 1 0 0 0,0-2 0 0 0,0 1 0 0 0,-1 0 0 0 0,0-1 0 0 0,0 1 0 0 0,0-1 0 0 0,2-6 0 0 0,-5 10-13 0 0,0 1 0 0 0,1 0 0 0 0,-1 0 0 0 0,0 0 0 0 0,0 0 1 0 0,0-1-1 0 0,0 1 0 0 0,0 0 0 0 0,0 0 0 0 0,0 0 0 0 0,-1 0 0 0 0,1-1 0 0 0,0 1 0 0 0,0 0 0 0 0,-1 0 0 0 0,1 0 1 0 0,-1 0-1 0 0,1 0 0 0 0,-1 0 0 0 0,0 0 0 0 0,1 0 0 0 0,-2-2 0 0 0,0 2-58 0 0,0-1 0 0 0,0 0 0 0 0,-1 1 0 0 0,1-1 0 0 0,0 1 0 0 0,-1 0 0 0 0,1-1 0 0 0,-1 1 0 0 0,-3-1 0 0 0,-4 0-243 0 0,1 0 0 0 0,-1 0 0 0 0,0 1 0 0 0,-13 0-1 0 0,-3 2-911 0 0,-1 1-1 0 0,1 2 1 0 0,0 0-1 0 0,0 2 1 0 0,-34 12-1 0 0,-121 57-7074 0 0,173-72 7792 0 0,-44 21-4179 0 0,-1-1-2240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07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1 1648 0 0,'-36'16'3961'0'0,"-10"4"4163"0"0,-67 42 771 0 0,113-61-8844 0 0,1-1-1 0 0,-1 1 1 0 0,1 0 0 0 0,-1-1 0 0 0,1 1-1 0 0,-1-1 1 0 0,1 1 0 0 0,0-1-1 0 0,-1 1 1 0 0,1-1 0 0 0,0 1 0 0 0,0-1-1 0 0,-1 0 1 0 0,1 1 0 0 0,0-1-1 0 0,0 0 1 0 0,-1 0 0 0 0,1 0-1 0 0,0 1 1 0 0,1-1 0 0 0,139-9 808 0 0,-37 0-794 0 0,-59 7-650 0 0,148-5-2618 0 0,-66 13-7248 0 0,-98-2 2477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07.8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168 147 872 0 0,'-138'73'13998'0'0,"111"-58"-11649"0"0,24-14-1644 0 0,4 0-663 0 0,1 0 0 0 0,-1 0 0 0 0,1-1 1 0 0,-1 1-1 0 0,1-1 0 0 0,-1 1 0 0 0,1-1 1 0 0,-1 1-1 0 0,1-1 0 0 0,-1 0 0 0 0,1 0 1 0 0,0 0-1 0 0,-1 0 0 0 0,1 0 0 0 0,-1 0 1 0 0,1-1-1 0 0,1 1 0 0 0,35-9 63 0 0,-26 6-20 0 0,369-93-1484 0 0,-2-11-8427 0 0,-294 82 4581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08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96 596 0 0,'11'-62'15101'0'0,"-10"39"-11780"0"0,-1 22-2729 0 0,0-8 2203 0 0,-6 27-2234 0 0,2 0-1 0 0,0 0 1 0 0,1 0 0 0 0,0 20-1 0 0,0-7-306 0 0,1-14-164 0 0,1 0 1 0 0,0 0 0 0 0,1 0 0 0 0,1 0 0 0 0,1 0 0 0 0,1 0-1 0 0,0-1 1 0 0,9 29 0 0 0,-10-39-94 0 0,0-1 0 0 0,1 1 0 0 0,0-1 0 0 0,0 1 0 0 0,0-1 0 0 0,0 0 0 0 0,1 0 0 0 0,0-1 0 0 0,0 1 0 0 0,0-1 0 0 0,0 0 0 0 0,1 0 0 0 0,0 0 0 0 0,-1 0 0 0 0,2-1 0 0 0,-1 0 0 0 0,0 0 0 0 0,1 0 0 0 0,-1-1 0 0 0,1 0 0 0 0,-1 0 0 0 0,1 0-1 0 0,0-1 1 0 0,0 0 0 0 0,0 0 0 0 0,0 0 0 0 0,10-1 0 0 0,-8 0-18 0 0,0 0 0 0 0,0-1-1 0 0,0 0 1 0 0,0-1-1 0 0,0 0 1 0 0,0 0 0 0 0,0 0-1 0 0,-1-1 1 0 0,1-1 0 0 0,-1 1-1 0 0,8-6 1 0 0,-6 3-82 0 0,0-1 0 0 0,0 0 0 0 0,-1-1 0 0 0,0 1 0 0 0,0-2-1 0 0,-1 1 1 0 0,8-12 0 0 0,2-8 902 0 0,-2 0-1 0 0,0-2 0 0 0,-2 1 0 0 0,13-46 1 0 0,-20 60-279 0 0,-5 18 74 0 0,-5 27 358 0 0,1-17-844 0 0,-37 298 1031 0 0,29-223-1278 0 0,-16 143-2771 0 0,21-154-1872 0 0,1 0-3358 0 0,5-59 2535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09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83 3052 0 0,'-3'0'2460'0'0,"-11"-2"718"0"0,-64-5 6657 0 0,76 7-9220 0 0,-14 0-105 0 0,13 0 315 0 0,108-17 1933 0 0,-26 4-2746 0 0,88-15 42 0 0,-71 14-244 0 0,-94 13-282 0 0,7 0-633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09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73 161 1148 0 0,'-1'-10'3667'0'0,"0"0"1"0"0,-1 0-1 0 0,-4-15 0 0 0,-1-3 340 0 0,7 27-3951 0 0,1-1 0 0 0,-1 1 0 0 0,0-1 0 0 0,0 1-1 0 0,1 0 1 0 0,-1-1 0 0 0,0 1 0 0 0,1 0 0 0 0,-1-1-1 0 0,1 1 1 0 0,0 0 0 0 0,0 0 0 0 0,-1-1 0 0 0,1 1-1 0 0,0 0 1 0 0,0 0 0 0 0,0 0 0 0 0,0 0 0 0 0,0 0-1 0 0,0 0 1 0 0,0 1 0 0 0,2-2 0 0 0,27-15 265 0 0,-29 16-305 0 0,13-5 38 0 0,0 1-1 0 0,1 0 1 0 0,-1 1 0 0 0,1 0-1 0 0,0 1 1 0 0,23-1-1 0 0,-30 3-49 0 0,0 1 0 0 0,-1 0 0 0 0,1 0 0 0 0,0 1 0 0 0,-1 0 0 0 0,1 0 0 0 0,0 1 0 0 0,-1 0-1 0 0,0 0 1 0 0,1 1 0 0 0,-1 0 0 0 0,0 0 0 0 0,0 0 0 0 0,10 8 0 0 0,-15-8 11 0 0,1-1 0 0 0,0 1 0 0 0,0 0 0 0 0,-1 0 0 0 0,0 1 0 0 0,1-1 0 0 0,-1 0 0 0 0,0 1 0 0 0,-1 0 0 0 0,1-1 0 0 0,-1 1 0 0 0,0 0-1 0 0,1 0 1 0 0,-2 0 0 0 0,1 0 0 0 0,0-1 0 0 0,-1 1 0 0 0,0 0 0 0 0,0 0 0 0 0,0 0 0 0 0,0 0 0 0 0,-1 0 0 0 0,1 0 0 0 0,-1 0 0 0 0,-2 7 0 0 0,-4 8 30 0 0,0-1-1 0 0,0 0 1 0 0,-21 32-1 0 0,24-42-55 0 0,-85 122 52 0 0,52-81 489 0 0,36-47-45 0 0,3-5-465 0 0,0 1 1 0 0,0-1-1 0 0,0 0 1 0 0,1 1-1 0 0,-1 0 1 0 0,1-1-1 0 0,0 1 1 0 0,0 0-1 0 0,0 0 1 0 0,0 1-1 0 0,0-1 1 0 0,0 1-1 0 0,0-1 1 0 0,0 1-1 0 0,0 0 1 0 0,4-1-1 0 0,1 0-25 0 0,-1 1-1 0 0,0-1 0 0 0,1 1 0 0 0,-1 1 0 0 0,0 0 1 0 0,11 0-1 0 0,-10 2 3 0 0,0 0 1 0 0,0 0 0 0 0,0 1-1 0 0,-1 0 1 0 0,1 0-1 0 0,-1 1 1 0 0,1 0 0 0 0,-1 0-1 0 0,-1 1 1 0 0,1-1-1 0 0,0 2 1 0 0,-1-1 0 0 0,0 1-1 0 0,-1 0 1 0 0,10 12-1 0 0,-4-4 181 0 0,-1 1 0 0 0,-1 0 0 0 0,0 1 0 0 0,-1 0 0 0 0,-1 0 0 0 0,7 23 0 0 0,-11-26 22 0 0,0-1-1 0 0,-1 1 0 0 0,0 0 1 0 0,-1-1-1 0 0,-1 1 0 0 0,0 0 1 0 0,-1 0-1 0 0,0-1 1 0 0,0 1-1 0 0,-2 0 0 0 0,0-1 1 0 0,0 1-1 0 0,-1-1 0 0 0,0 0 1 0 0,-1 0-1 0 0,-1-1 1 0 0,0 1-1 0 0,0-1 0 0 0,-10 11 1 0 0,10-13-49 0 0,0-1 0 0 0,-1-1-1 0 0,0 1 1 0 0,-1-1 0 0 0,0 0 0 0 0,0-1 0 0 0,0 0 0 0 0,-1 0 0 0 0,1-1 0 0 0,-1 0 0 0 0,-1 0 0 0 0,1-1 0 0 0,-1 0 0 0 0,1-1 0 0 0,-1 0 0 0 0,0-1 0 0 0,0 0-1 0 0,-1 0 1 0 0,1-1 0 0 0,0 0 0 0 0,-1-1 0 0 0,1 0 0 0 0,0-1 0 0 0,-12-2 0 0 0,-2-2-664 0 0,0-1 0 0 0,0-2 0 0 0,1 0 0 0 0,0-1 0 0 0,-40-23 0 0 0,61 31 186 0 0,0 0 1 0 0,-1-1-1 0 0,1 1 0 0 0,0 0 1 0 0,0-1-1 0 0,1 0 1 0 0,-1 1-1 0 0,0-1 1 0 0,0 0-1 0 0,1 0 0 0 0,-1 0 1 0 0,1 0-1 0 0,0 0 1 0 0,-1 0-1 0 0,1 0 0 0 0,0-1 1 0 0,0 1-1 0 0,1 0 1 0 0,-1-1-1 0 0,0 1 1 0 0,0-4-1 0 0,1 3-501 0 0,1-1-1 0 0,-1 1 1 0 0,0-1-1 0 0,1 1 1 0 0,0-1 0 0 0,0 1-1 0 0,0-1 1 0 0,0 1 0 0 0,1 0-1 0 0,-1 0 1 0 0,1-1-1 0 0,0 1 1 0 0,0 0 0 0 0,2-3-1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10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148 111 3144 0 0,'-106'-17'19981'0'0,"96"18"-17924"0"0,-17-1 2378 0 0,23-1-2710 0 0,15-1-991 0 0,496-67-219 0 0,-410 56-344 0 0,-91 12-905 0 0,0 0-1 0 0,0 0 1 0 0,0-1-1 0 0,8-3 1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12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312 84 84 0 0,'0'-5'1381'0'0,"0"0"0"0"0,-1 0 1 0 0,1 0-1 0 0,-1 1 0 0 0,0-1 0 0 0,0 0 1 0 0,-4-7-1 0 0,3 8-605 0 0,0-1 1 0 0,-1 1 0 0 0,0-1-1 0 0,0 1 1 0 0,0 0 0 0 0,-6-6-1 0 0,8 9-528 0 0,-3 2-203 0 0,0 0-1 0 0,1 1 1 0 0,-1 0 0 0 0,1 0 0 0 0,0 0 0 0 0,0 0 0 0 0,0 0 0 0 0,0 1 0 0 0,0-1 0 0 0,0 1 0 0 0,0 0 0 0 0,1 0 0 0 0,-4 5 0 0 0,0-1 4 0 0,-24 27 56 0 0,3 2 0 0 0,0 1 0 0 0,3 1-1 0 0,1 1 1 0 0,2 1 0 0 0,-30 78 0 0 0,47-105-88 0 0,-1 0 1 0 0,2 1-1 0 0,0-1 1 0 0,1 0-1 0 0,0 1 1 0 0,1 14-1 0 0,0-25-7 0 0,1 0-1 0 0,0 0 0 0 0,1 0 0 0 0,-1 0 1 0 0,0-1-1 0 0,1 1 0 0 0,0 0 0 0 0,0 0 0 0 0,-1-1 1 0 0,2 1-1 0 0,-1 0 0 0 0,0-1 0 0 0,0 1 1 0 0,1-1-1 0 0,0 0 0 0 0,-1 1 0 0 0,1-1 0 0 0,0 0 1 0 0,0 0-1 0 0,0 0 0 0 0,0 0 0 0 0,0 0 1 0 0,1-1-1 0 0,-1 1 0 0 0,1-1 0 0 0,-1 1 0 0 0,1-1 1 0 0,-1 0-1 0 0,1 0 0 0 0,0 0 0 0 0,-1 0 1 0 0,1-1-1 0 0,0 1 0 0 0,0-1 0 0 0,3 1 0 0 0,7-1 19 0 0,0 0 0 0 0,0-1-1 0 0,0 0 1 0 0,0-1 0 0 0,-1 0-1 0 0,1-1 1 0 0,0-1 0 0 0,-1 0-1 0 0,20-9 1 0 0,-11 3 32 0 0,-1-1-1 0 0,0-1 1 0 0,-1 0 0 0 0,29-25-1 0 0,-40 28 42 0 0,1 1 1 0 0,-2-1-1 0 0,1 0 0 0 0,-1-1 0 0 0,0 0 0 0 0,-1 0 1 0 0,0 0-1 0 0,-1-1 0 0 0,0 0 0 0 0,-1 0 1 0 0,0 0-1 0 0,0 0 0 0 0,-2-1 0 0 0,1 1 0 0 0,-1-1 1 0 0,0-19-1 0 0,-2 21-105 0 0,0 0 0 0 0,0 0 0 0 0,-1 0 0 0 0,-1 1 0 0 0,0-1 0 0 0,0 0 0 0 0,0 1 0 0 0,-2 0 0 0 0,1-1 0 0 0,-1 1 0 0 0,0 1 0 0 0,-1-1 0 0 0,0 0 0 0 0,0 1 0 0 0,-1 0 0 0 0,0 1 0 0 0,-1-1 0 0 0,1 1 0 0 0,-1 0 0 0 0,-13-9 0 0 0,13 11-336 0 0,0 1 0 0 0,0 0 1 0 0,-1 0-1 0 0,0 1 0 0 0,1 0 1 0 0,-1 0-1 0 0,0 1 0 0 0,0 0 0 0 0,0 0 1 0 0,-15 0-1 0 0,9 1-1817 0 0,0 1 0 0 0,0 1-1 0 0,-16 2 1 0 0,8 0-3969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13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35 1796 0 0,'3'-22'8384'0'0,"-3"10"-3293"0"0,-3 23-1215 0 0,-15 56-3165 0 0,0 1-143 0 0,-4-2-1 0 0,-54 117 1 0 0,76-183-566 0 0,-5 10 45 0 0,0-1 0 0 0,0 1 0 0 0,1 0 0 0 0,1 0 1 0 0,-1 1-1 0 0,2-1 0 0 0,-2 13 0 0 0,4-22-43 0 0,1-1-1 0 0,0 1 1 0 0,0-1 0 0 0,0 1-1 0 0,0-1 1 0 0,0 1 0 0 0,0-1-1 0 0,0 0 1 0 0,0 1 0 0 0,0-1-1 0 0,0 0 1 0 0,0 0-1 0 0,0 0 1 0 0,0 1 0 0 0,0-1-1 0 0,0 0 1 0 0,0-1 0 0 0,2 1-1 0 0,16 0-5 0 0,21-3 13 0 0,1-2 0 0 0,-1-1 0 0 0,-1-2 0 0 0,1-2 0 0 0,46-18 0 0 0,-79 25-9 0 0,0 0-1 0 0,0 0 0 0 0,0-1 0 0 0,0 1 1 0 0,0-2-1 0 0,-1 1 0 0 0,0-1 1 0 0,0 0-1 0 0,0 0 0 0 0,7-10 0 0 0,-7 8 1 0 0,-1-1-1 0 0,0 0 0 0 0,-1-1 0 0 0,0 1 0 0 0,0-1 0 0 0,-1 0 1 0 0,0 0-1 0 0,3-15 0 0 0,-1-23 1309 0 0,-5 46-1192 0 0,1-6 1185 0 0,-39 294 10 0 0,26-224-2323 0 0,-20 121-3317 0 0,19-62-5760 0 0,12-85 1773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14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77 2980 0 0,'-14'-12'15948'0'0,"31"6"-15641"0"0,-1 2 0 0 0,1 0-1 0 0,0 1 1 0 0,30-1 0 0 0,-7 0-124 0 0,297-30-1479 0 0,-327 29-1985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14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38 1320 0 0,'-50'-37'16470'0'0,"33"64"-13487"0"0,6 27-1312 0 0,2-1 0 0 0,2 1-1 0 0,0 67 1 0 0,-1-3-942 0 0,-5 123-219 0 0,12-234 1085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15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63 2992 0 0,'-2'-12'9164'0'0,"2"11"-8941"0"0,0 0 0 0 0,0-1 0 0 0,0 1 0 0 0,0 0 1 0 0,0-1-1 0 0,0 1 0 0 0,0-1 0 0 0,0 1 0 0 0,0 0 0 0 0,0-1 1 0 0,1 1-1 0 0,-1 0 0 0 0,1-1 0 0 0,-1 1 0 0 0,1 0 0 0 0,-1 0 1 0 0,1-1-1 0 0,0 1 0 0 0,0 0 0 0 0,0 0 0 0 0,-1 0 0 0 0,2-1 1 0 0,1 0-158 0 0,0 0 0 0 0,0 0 1 0 0,-1 1-1 0 0,1-1 0 0 0,0 1 1 0 0,0-1-1 0 0,0 1 0 0 0,7-1 1 0 0,-1 0-28 0 0,1 0 0 0 0,0 1-1 0 0,0 1 1 0 0,0-1 0 0 0,0 2 0 0 0,0-1 0 0 0,-1 2 0 0 0,1-1 0 0 0,0 1 0 0 0,-1 0 0 0 0,1 1 0 0 0,11 5 0 0 0,-12-5-21 0 0,-1 1 0 0 0,0 0 0 0 0,0 0 0 0 0,-1 1 0 0 0,1 0 0 0 0,-1 0 1 0 0,0 1-1 0 0,0 0 0 0 0,-1 0 0 0 0,1 1 0 0 0,-2 0 0 0 0,1 0 0 0 0,8 13 0 0 0,-12-15 69 0 0,0 0 0 0 0,0 0-1 0 0,0 0 1 0 0,0 0 0 0 0,-1 1 0 0 0,0-1-1 0 0,0 0 1 0 0,-1 1 0 0 0,1-1-1 0 0,-1 1 1 0 0,0-1 0 0 0,-2 8 0 0 0,1-4 39 0 0,-2 1 0 0 0,1-1 0 0 0,-1 1 0 0 0,0-1 0 0 0,-1 0 0 0 0,-6 11 0 0 0,-5 4 252 0 0,-1 0-1 0 0,-1-1 0 0 0,-34 35 0 0 0,-72 56 1126 0 0,25-24-639 0 0,95-87-853 0 0,-2 3 52 0 0,4-5-60 0 0,1-1-1 0 0,0 0 1 0 0,0 0 0 0 0,0 0-1 0 0,0 0 1 0 0,0 0 0 0 0,0 1 0 0 0,-1-1-1 0 0,1 0 1 0 0,0 0 0 0 0,0 0-1 0 0,0 0 1 0 0,0 1 0 0 0,0-1 0 0 0,0 0-1 0 0,0 0 1 0 0,0 0 0 0 0,0 0-1 0 0,0 1 1 0 0,0-1 0 0 0,0 0 0 0 0,0 0-1 0 0,0 0 1 0 0,0 1 0 0 0,0-1-1 0 0,0 0 1 0 0,0 0 0 0 0,0 0 0 0 0,0 0-1 0 0,0 1 1 0 0,0-1 0 0 0,1 0-1 0 0,-1 0 1 0 0,0 0 0 0 0,0 0 0 0 0,0 1-1 0 0,0-1 1 0 0,0 0 0 0 0,1 0-1 0 0,8 4 47 0 0,10-2-40 0 0,-19-2-10 0 0,49-2 68 0 0,92-17 0 0 0,-57 5-45 0 0,-35 8-174 0 0,82-13-1494 0 0,-111 14-292 0 0,1-1 1 0 0,20-8-1 0 0,-15-2-5575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16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353 89 3708 0 0,'22'-88'19192'0'0,"-25"89"-18533"0"0,-2 2-468 0 0,1 0 0 0 0,-1 0 0 0 0,1 0 0 0 0,-1 0-1 0 0,1 1 1 0 0,0 0 0 0 0,0 0 0 0 0,-3 5 0 0 0,-30 41 467 0 0,24-30-431 0 0,-13 18 57 0 0,1 1 1 0 0,-24 50 0 0 0,42-73-242 0 0,1-1-1 0 0,0 1 1 0 0,1 0-1 0 0,0 1 1 0 0,1-1 0 0 0,1 1-1 0 0,1 0 1 0 0,0 0-1 0 0,2 24 1 0 0,0-36-32 0 0,1 1 1 0 0,0 0 0 0 0,0-1-1 0 0,0 1 1 0 0,1 0 0 0 0,0-1-1 0 0,0 0 1 0 0,0 1 0 0 0,0-1-1 0 0,1 0 1 0 0,0 0-1 0 0,0 0 1 0 0,1-1 0 0 0,-1 1-1 0 0,7 5 1 0 0,-4-5-3 0 0,1 0 0 0 0,-1 0 0 0 0,1-1 0 0 0,0 0 1 0 0,0 0-1 0 0,0-1 0 0 0,0 0 0 0 0,1 0 0 0 0,0 0 0 0 0,9 1 0 0 0,0-1-18 0 0,0-1 0 0 0,1-1 0 0 0,-1 0 0 0 0,0-1 0 0 0,1-1 0 0 0,-1-1 0 0 0,0 0 0 0 0,0-1 0 0 0,31-10 0 0 0,-42 11-6 0 0,0 0 1 0 0,0-1-1 0 0,0 0 1 0 0,0 0-1 0 0,0 0 0 0 0,-1-1 1 0 0,1 0-1 0 0,-1 0 1 0 0,0 0-1 0 0,0-1 1 0 0,-1 1-1 0 0,7-9 1 0 0,-11 12 5 0 0,0 1 0 0 0,1-1 0 0 0,-1 0 1 0 0,0 1-1 0 0,0-1 0 0 0,0 0 1 0 0,1 0-1 0 0,-1 1 0 0 0,0-1 1 0 0,0 0-1 0 0,0 0 0 0 0,0 1 0 0 0,-1-1 1 0 0,1 0-1 0 0,0 0 0 0 0,0 1 1 0 0,0-1-1 0 0,-1 0 0 0 0,1 0 0 0 0,0 1 1 0 0,0-1-1 0 0,-1 0 0 0 0,1 1 1 0 0,-1-1-1 0 0,1 1 0 0 0,-1-1 1 0 0,1 0-1 0 0,-1 1 0 0 0,1-1 0 0 0,-1 1 1 0 0,1-1-1 0 0,-1 1 0 0 0,0 0 1 0 0,0-1-1 0 0,-23-11-727 0 0,7 8 53 0 0,1 1 0 0 0,-1 1 0 0 0,1 0 1 0 0,-34 1-1 0 0,-69 12-2887 0 0,94-8 2782 0 0,-164 24-8851 0 0,123-17 3046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16.8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199 793 1556 0 0,'-101'-2'10775'0'0,"7"1"-5296"0"0,91 1-4959 0 0,5-1-360 0 0,711-162 2546 0 0,984-113-1940 0 0,-828 186-572 0 0,0 19-89 0 0,2006-47-71 0 0,-2790 116 1 0 0,627-27-1898 0 0,-535 6 788 0 0,-106 6-2713 0 0,-114 22-4677 0 0,13 0 3730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17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15 2896 0 0,'-17'4'4283'0'0,"0"0"-1"0"0,1 2 1 0 0,-25 11 0 0 0,35-14-3566 0 0,-12 6 907 0 0,18-8-1603 0 0,-1-1 0 0 0,1 0 0 0 0,0 0 0 0 0,0 0 0 0 0,-1 0 0 0 0,1 1 0 0 0,0-1 0 0 0,-1 0-1 0 0,1 0 1 0 0,0 0 0 0 0,0 1 0 0 0,-1-1 0 0 0,1 0 0 0 0,0 1 0 0 0,0-1 0 0 0,0 0 0 0 0,0 0 0 0 0,-1 1 0 0 0,1-1-1 0 0,0 0 1 0 0,0 1 0 0 0,0-1 0 0 0,0 0 0 0 0,0 1 0 0 0,0-1 0 0 0,0 0 0 0 0,0 1 0 0 0,0-1 0 0 0,0 0 0 0 0,0 1-1 0 0,0-1 1 0 0,0 0 0 0 0,0 1 0 0 0,0-1 0 0 0,0 0 0 0 0,0 1 0 0 0,1 0 0 0 0,0-1-14 0 0,0 1-1 0 0,0 0 1 0 0,1-1 0 0 0,-1 1-1 0 0,0 0 1 0 0,1-1 0 0 0,-1 0 0 0 0,1 1-1 0 0,-1-1 1 0 0,1 0 0 0 0,-1 0-1 0 0,0 0 1 0 0,1 1 0 0 0,2-2-1 0 0,21 0 34 0 0,-22 1-40 0 0,64-5 105 0 0,74-15-1 0 0,-59 7-97 0 0,13-3-859 0 0,-32 1-7646 0 0,-50 11 3804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17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63 3740 0 0,'1'-2'902'0'0,"0"-1"-1"0"0,0 1 1 0 0,0-1-1 0 0,0 1 1 0 0,0-1-1 0 0,0 1 1 0 0,-1-1-1 0 0,1-2 1 0 0,4-16 5976 0 0,0 10-3859 0 0,-4 5-1255 0 0,0 16-1211 0 0,-3 30 622 0 0,-3-1 0 0 0,-16 73 0 0 0,5-33-852 0 0,4-22-378 0 0,-9 71-1605 0 0,20-64-2376 0 0,2-51 2083 0 0,0-1-1 0 0,1 0 1 0 0,4 14-1 0 0,0-13-2900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17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292 120 3356 0 0,'15'-30'9623'0'0,"21"-59"1685"0"0,-39 92-10197 0 0,-12 14-110 0 0,-17 25-332 0 0,-2 6-362 0 0,2 2-1 0 0,3 1 1 0 0,1 1-1 0 0,3 1 0 0 0,-23 71 1 0 0,46-117-295 0 0,0 0 1 0 0,0 1 0 0 0,1-1 0 0 0,0 1 0 0 0,0-1-1 0 0,1 1 1 0 0,0-1 0 0 0,0 1 0 0 0,1-1-1 0 0,0 1 1 0 0,2 8 0 0 0,-2-13-17 0 0,1 1 0 0 0,-1-1 0 0 0,1 0 0 0 0,-1 0 0 0 0,1 0 0 0 0,0 0 0 0 0,0 0 0 0 0,0 0 0 0 0,1 0 0 0 0,-1 0 0 0 0,1-1 0 0 0,-1 0 0 0 0,1 1 0 0 0,0-1 0 0 0,0 0 0 0 0,0 0 0 0 0,0 0 0 0 0,0-1 0 0 0,0 1 0 0 0,1-1 0 0 0,-1 0 0 0 0,0 0 0 0 0,1 0 0 0 0,6 1 0 0 0,-1-1-33 0 0,1 0-1 0 0,-1-1 1 0 0,1 0 0 0 0,-1-1-1 0 0,1 0 1 0 0,-1-1 0 0 0,0 1-1 0 0,1-2 1 0 0,11-4-1 0 0,-8 2 14 0 0,0 0 0 0 0,-1-1 0 0 0,1-1-1 0 0,-1 0 1 0 0,19-14 0 0 0,-28 18 24 0 0,0 0 1 0 0,0 1 0 0 0,0-2 0 0 0,0 1 0 0 0,-1 0 0 0 0,1 0 0 0 0,-1-1-1 0 0,0 0 1 0 0,0 1 0 0 0,0-1 0 0 0,0 0 0 0 0,0 0 0 0 0,-1 0 0 0 0,0 0-1 0 0,1-6 1 0 0,-2 8-51 0 0,0-1 1 0 0,0 1-1 0 0,0 0 0 0 0,0-1 0 0 0,0 1 1 0 0,-1 0-1 0 0,1-1 0 0 0,-1 1 0 0 0,1 0 1 0 0,-1-1-1 0 0,0 1 0 0 0,0 0 0 0 0,0 0 1 0 0,0 0-1 0 0,-1 0 0 0 0,1 0 0 0 0,0 0 1 0 0,-1 0-1 0 0,1 1 0 0 0,-1-1 0 0 0,0 0 0 0 0,0 1 1 0 0,1-1-1 0 0,-1 1 0 0 0,0 0 0 0 0,0-1 1 0 0,-1 1-1 0 0,-1-1 0 0 0,-7-2-515 0 0,1 1-1 0 0,-1 0 1 0 0,0 0-1 0 0,0 1 1 0 0,0 0-1 0 0,0 1 1 0 0,0 0-1 0 0,0 1 1 0 0,0 0-1 0 0,-1 1 1 0 0,-16 3 0 0 0,-14 5-4276 0 0,-66 22 0 0 0,93-26 3316 0 0,-36 10-5090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18.3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82 3320 0 0,'-4'0'2582'0'0,"-83"-8"12096"0"0,84 8-13874 0 0,0-1-159 0 0,-9 1-10 0 0,-1-1 715 0 0,25-1-1119 0 0,206-29 245 0 0,-48 5-1592 0 0,2 14-3307 0 0,-150 12 3408 0 0,68 2-7376 0 0,-62 1 1019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18.5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349 174 3012 0 0,'-222'80'11769'0'0,"114"-42"-6018"0"0,89-31-4519 0 0,39-14-724 0 0,19-7-341 0 0,455-117-473 0 0,13 40-7172 0 0,-332 61 2026 0 0,-27 5-1347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19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195 150 2060 0 0,'10'-17'2815'0'0,"-1"-1"0"0"0,-1 0 0 0 0,-1-1-1 0 0,6-21 1 0 0,1 4-681 0 0,-14 35-1929 0 0,-3 29 936 0 0,0-19-877 0 0,-10 23 199 0 0,0 0 1 0 0,-2-1-1 0 0,-35 54 0 0 0,-89 109 102 0 0,137-191-555 0 0,0-1-4 0 0,0 1 0 0 0,0-1 0 0 0,0 0 0 0 0,0 1 0 0 0,1-1 1 0 0,-1 1-1 0 0,1 0 0 0 0,0 0 0 0 0,-2 3 0 0 0,3-4-1 0 0,1 0 0 0 0,-1-1 0 0 0,1 1 1 0 0,-1-1-1 0 0,1 1 0 0 0,0-1 0 0 0,-1 1 0 0 0,1-1 1 0 0,0 0-1 0 0,0 1 0 0 0,0-1 0 0 0,0 0 1 0 0,0 0-1 0 0,0 0 0 0 0,1 0 0 0 0,-1 0 1 0 0,0 0-1 0 0,1 0 0 0 0,-1 0 0 0 0,0 0 0 0 0,1 0 1 0 0,-1-1-1 0 0,1 1 0 0 0,-1-1 0 0 0,1 1 1 0 0,-1-1-1 0 0,1 0 0 0 0,-1 1 0 0 0,4-1 0 0 0,30 5 21 0 0,0-2-1 0 0,0-1 1 0 0,0-1 0 0 0,0-2-1 0 0,0-2 1 0 0,54-11-1 0 0,-77 12-47 0 0,1-1 0 0 0,-1-1-1 0 0,0 0 1 0 0,0 0 0 0 0,0-2 0 0 0,-1 1-1 0 0,18-12 1 0 0,-23 12 101 0 0,0 0 0 0 0,0 0 1 0 0,0 0-1 0 0,-1-1 0 0 0,1 0 0 0 0,-1 0 0 0 0,-1 0 1 0 0,1-1-1 0 0,-1 0 0 0 0,0 0 0 0 0,-1 0 0 0 0,5-14 0 0 0,5-14 2495 0 0,-12 32-1766 0 0,-7 20-615 0 0,-84 318-729 0 0,57-166-3327 0 0,3 2-3801 0 0,21-127 2621 0 0,0-2-2575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20.4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74 2360 0 0,'-29'-13'6638'0'0,"-61"-17"0"0"0,42 15-3803 0 0,46 14-2196 0 0,5 1-459 0 0,217-9 649 0 0,-72 4-1731 0 0,-145 5 737 0 0,46 0-2811 0 0,-16 6-2474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20.9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94 270 504 0 0,'2'-34'13626'0'0,"-4"7"-6207"0"0,0 17-6843 0 0,1 8-407 0 0,1 1-142 0 0,-1 0 0 0 0,1 0 0 0 0,0 0 0 0 0,-1-1 0 0 0,1 1 0 0 0,-1 0 0 0 0,1 0 0 0 0,-1 0 0 0 0,0 0 1 0 0,1 0-1 0 0,-1 0 0 0 0,0 0 0 0 0,0 0 0 0 0,0 0 0 0 0,1 0 0 0 0,-1 0 0 0 0,-2-1 0 0 0,-21-14 44 0 0,20 14-34 0 0,-36-26 11 0 0,39 28-56 0 0,1 0 1 0 0,-1 0 0 0 0,1-1-1 0 0,-1 1 1 0 0,1 0 0 0 0,-1 0-1 0 0,1-1 1 0 0,-1 1 0 0 0,1-1-1 0 0,-1 1 1 0 0,1 0-1 0 0,0-1 1 0 0,-1 1 0 0 0,1-1-1 0 0,0 1 1 0 0,-1-1 0 0 0,1 1-1 0 0,0-1 1 0 0,-1 1 0 0 0,1-1-1 0 0,0 1 1 0 0,0-1 0 0 0,0 0-1 0 0,0 1 1 0 0,-1-1-1 0 0,1 1 1 0 0,0-1 0 0 0,0 1-1 0 0,0-1 1 0 0,0 0 0 0 0,0 1-1 0 0,1-1 1 0 0,-1-1 0 0 0,1 1 0 0 0,0 1 0 0 0,0-1 0 0 0,0 0 0 0 0,0 0 0 0 0,0 0 0 0 0,0 0 0 0 0,0 1 0 0 0,1-1 0 0 0,-1 1 0 0 0,0-1 0 0 0,0 0 0 0 0,0 1 0 0 0,2-1 0 0 0,12-3-15 0 0,30-3 0 0 0,-34 5-7 0 0,345-44-184 0 0,-145 22-53 0 0,-85 6 781 0 0,-124 17-487 0 0,0 1-31 0 0,13-2-107 0 0,-14 3 106 0 0,-1 1 1 0 0,1-1 0 0 0,0 0 0 0 0,-1 0-1 0 0,1 1 1 0 0,-1-1 0 0 0,1 0 0 0 0,-1 1-1 0 0,0-1 1 0 0,1 1 0 0 0,-1-1 0 0 0,0 0-1 0 0,0 1 1 0 0,0-1 0 0 0,0 1-1 0 0,0-1 1 0 0,0 1 0 0 0,-1-1 0 0 0,1 0-1 0 0,0 1 1 0 0,-1-1 0 0 0,0 2 0 0 0,-14 40-56 0 0,10-30 61 0 0,-60 158-69 0 0,-32 100 307 0 0,83-223-959 0 0,2 1 1 0 0,2 0 0 0 0,-5 87 0 0 0,15-117-105 0 0,0 0 0 0 0,1 0 0 0 0,1 0 0 0 0,8 28 0 0 0,-6-31-1497 0 0,1 0 0 0 0,14 29 0 0 0,-1-11-3836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21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0 190 1580 0 0,'3'-6'5918'0'0,"7"-16"1101"0"0,-8 19-6501 0 0,0 0-1 0 0,1 0 1 0 0,-1 0 0 0 0,0 0 0 0 0,1 1 0 0 0,0-1 0 0 0,0 1 0 0 0,0 0 0 0 0,0-1 0 0 0,0 1-1 0 0,0 1 1 0 0,0-1 0 0 0,7-2 0 0 0,49-14 66 0 0,-47 15-150 0 0,285-64 425 0 0,-200 47-1152 0 0,-28 2-4431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21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26 2228 0 0,'-3'-1'2883'0'0,"-37"-23"10404"0"0,23 28-10834 0 0,14 0-2128 0 0,0 1-1 0 0,0-1 1 0 0,1 1 0 0 0,-1 0 0 0 0,1 0 0 0 0,0 0 0 0 0,1 0 0 0 0,-1 0 0 0 0,1 0 0 0 0,-1 10 0 0 0,-3 8 165 0 0,-33 92 599 0 0,-5 15-1193 0 0,36-105-1505 0 0,1 1 0 0 0,2 0-1 0 0,-2 29 1 0 0,7-30-2028 0 0,3-9-2291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21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118 199 1976 0 0,'19'-32'4829'0'0,"-6"8"-2319"0"0,1 2-1 0 0,1 0 0 0 0,1 1 0 0 0,29-30 1 0 0,-42 48-2439 0 0,0 0 1 0 0,1 0-1 0 0,0 1 0 0 0,0 0 1 0 0,0-1-1 0 0,0 1 0 0 0,0 1 1 0 0,0-1-1 0 0,0 1 0 0 0,0-1 1 0 0,1 1-1 0 0,-1 1 1 0 0,0-1-1 0 0,1 0 0 0 0,-1 1 1 0 0,1 0-1 0 0,-1 0 0 0 0,1 1 1 0 0,-1-1-1 0 0,1 1 0 0 0,-1 0 1 0 0,0 0-1 0 0,1 0 1 0 0,-1 0-1 0 0,0 1 0 0 0,0 0 1 0 0,0 0-1 0 0,0 0 0 0 0,0 0 1 0 0,-1 1-1 0 0,1 0 1 0 0,-1-1-1 0 0,1 1 0 0 0,-1 0 1 0 0,0 1-1 0 0,0-1 0 0 0,0 1 1 0 0,-1-1-1 0 0,1 1 0 0 0,-1 0 1 0 0,0 0-1 0 0,0 0 1 0 0,0 0-1 0 0,0 0 0 0 0,-1 0 1 0 0,0 0-1 0 0,1 5 0 0 0,-1 0 0 0 0,0-1 0 0 0,-1 1-1 0 0,0-1 1 0 0,-1 0-1 0 0,0 1 1 0 0,0-1 0 0 0,-1 0-1 0 0,0 1 1 0 0,0-1 0 0 0,-1 0-1 0 0,0-1 1 0 0,-7 14-1 0 0,-3 3 174 0 0,-1-1-1 0 0,-28 34 1 0 0,-10 3 970 0 0,-3-2 0 0 0,-72 58 1 0 0,73-68-179 0 0,27-23-432 0 0,26-23-438 0 0,1-2-157 0 0,0 1 0 0 0,0-1 0 0 0,0 0 0 0 0,0 1 0 0 0,0-1 0 0 0,0 1 1 0 0,0-1-1 0 0,0 0 0 0 0,1 1 0 0 0,-1-1 0 0 0,0 0 0 0 0,0 1 0 0 0,0-1 0 0 0,1 0 0 0 0,-1 0 1 0 0,0 1-1 0 0,0-1 0 0 0,1 0 0 0 0,-1 0 0 0 0,0 1 0 0 0,1-1 0 0 0,-1 0 0 0 0,0 0 0 0 0,1 0 1 0 0,-1 1-1 0 0,0-1 0 0 0,1 0 0 0 0,-1 0 0 0 0,0 0 0 0 0,1 0 0 0 0,-1 0 0 0 0,1 0 0 0 0,-1 0 1 0 0,0 0-1 0 0,1 0 0 0 0,36-4 43 0 0,-1-1 0 0 0,52-15 0 0 0,75-30-2538 0 0,-157 48 2312 0 0,22-7-606 0 0,157-55-5995 0 0,-65 13-2979 0 0,-67 26 1768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22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753 150 1752 0 0,'4'-13'2072'0'0,"0"0"0"0"0,-2 0 0 0 0,0 0 0 0 0,0 0 0 0 0,-1 0 0 0 0,0-1 1 0 0,-2 1-1 0 0,1 0 0 0 0,-4-17 0 0 0,4 29-1363 0 0,-5 1 65 0 0,-2 3-493 0 0,-1-1 0 0 0,1 1 0 0 0,0 0 0 0 0,-1 1 0 0 0,2 0 0 0 0,-1 0 0 0 0,0 0 0 0 0,-9 9 0 0 0,-49 48 983 0 0,56-52-1156 0 0,-23 24 100 0 0,2 1 1 0 0,1 1 0 0 0,2 1-1 0 0,1 1 1 0 0,2 2 0 0 0,2 1-1 0 0,1 0 1 0 0,-25 72 0 0 0,42-99-191 0 0,1 0 1 0 0,0 1 0 0 0,0-1-1 0 0,1 1 1 0 0,1 0-1 0 0,1-1 1 0 0,-1 1-1 0 0,2 0 1 0 0,4 23 0 0 0,-4-29-9 0 0,1-1 1 0 0,1 0 0 0 0,0 1 0 0 0,0-1-1 0 0,0 0 1 0 0,1-1 0 0 0,-1 1 0 0 0,2 0-1 0 0,-1-1 1 0 0,1 0 0 0 0,0 0 0 0 0,0 0-1 0 0,1-1 1 0 0,-1 0 0 0 0,1 0 0 0 0,1 0-1 0 0,-1-1 1 0 0,11 6 0 0 0,-4-4 37 0 0,0 0 1 0 0,1-1 0 0 0,0-1-1 0 0,0 0 1 0 0,0-1-1 0 0,0 0 1 0 0,1-1 0 0 0,-1-1-1 0 0,0 0 1 0 0,22-2-1 0 0,-27 0-38 0 0,0 1 0 0 0,0-2 0 0 0,0 1-1 0 0,0-1 1 0 0,-1 0 0 0 0,1-1 0 0 0,-1 0 0 0 0,1-1-1 0 0,-1 1 1 0 0,0-2 0 0 0,0 1 0 0 0,-1-1 0 0 0,1 0-1 0 0,-1-1 1 0 0,0 1 0 0 0,-1-1 0 0 0,12-14-1 0 0,-17 19-32 0 0,1-1-1 0 0,-1 0 0 0 0,0 1 0 0 0,0-1 0 0 0,0 0 0 0 0,0 1 1 0 0,-1-1-1 0 0,1 0 0 0 0,0 0 0 0 0,-1 0 0 0 0,1 0 0 0 0,-1 0 0 0 0,0 0 1 0 0,1 0-1 0 0,-1 1 0 0 0,0-1 0 0 0,0 0 0 0 0,0 0 0 0 0,-1 0 1 0 0,1 0-1 0 0,-1-3 0 0 0,0 3-67 0 0,0 0 0 0 0,-1 0 0 0 0,1-1 0 0 0,-1 1 0 0 0,1 1-1 0 0,-1-1 1 0 0,0 0 0 0 0,1 0 0 0 0,-1 1 0 0 0,0-1 0 0 0,0 0 0 0 0,0 1 0 0 0,-1 0 0 0 0,-2-2 0 0 0,-6-1-348 0 0,1 0 1 0 0,-1 0 0 0 0,1 1-1 0 0,-1 1 1 0 0,0 0 0 0 0,-14-1-1 0 0,-17 1-1615 0 0,1 3 0 0 0,-83 10 1 0 0,-79 29-3268 0 0,128-24 2898 0 0,-11 3-1541 0 0,-2 1-1639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22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667 216 224 0 0,'-548'-23'22011'0'0,"430"22"-14731"0"0,124 1-6806 0 0,139-13 503 0 0,637-45 139 0 0,434 23-775 0 0,3 25-271 0 0,-599 6-207 0 0,-265 3-51 0 0,338-6-652 0 0,-3-31-826 0 0,-670 36 1458 0 0,7 0-1133 0 0,1-1-1 0 0,35-9 1 0 0,-60 11 228 0 0,-29-4-2937 0 0,-125 25-8113 0 0,105-11 6463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23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249 10 1140 0 0,'-238'62'21374'0'0,"235"-61"-21212"0"0,1-1 79 0 0,-3 3 131 0 0,5-3-348 0 0,0 0 1 0 0,0 0-1 0 0,0 0 1 0 0,0 0-1 0 0,0 0 1 0 0,0 0-1 0 0,0 0 1 0 0,0 1-1 0 0,0-1 1 0 0,0 0-1 0 0,0 0 1 0 0,0 0-1 0 0,0 0 1 0 0,0 0-1 0 0,0 0 1 0 0,0 0-1 0 0,0 0 1 0 0,0 0-1 0 0,0 0 1 0 0,0 0-1 0 0,0 0 1 0 0,-1 1 269 0 0,1-1-270 0 0,60-3 610 0 0,103-20 1 0 0,-77 9-504 0 0,124-22-363 0 0,-207 36-435 0 0,3-2 259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23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93 128 1576 0 0,'30'-41'7634'0'0,"22"-33"5337"0"0,-52 73-12854 0 0,0 0 0 0 0,0 1 0 0 0,1-1 0 0 0,-1 0 0 0 0,0 1 0 0 0,1-1 0 0 0,-1 0 0 0 0,1 1 0 0 0,-1-1 1 0 0,1 0-1 0 0,-1 1 0 0 0,1-1 0 0 0,-1 1 0 0 0,1-1 0 0 0,0 1 0 0 0,-1-1 0 0 0,1 1 0 0 0,0 0 0 0 0,-1-1 0 0 0,1 1 0 0 0,0 0 1 0 0,0-1-1 0 0,0 2-11 0 0,-1-1 1 0 0,1 0-1 0 0,-1 1 1 0 0,1-1-1 0 0,-1 1 1 0 0,0-1-1 0 0,1 0 0 0 0,-1 1 1 0 0,0-1-1 0 0,1 1 1 0 0,-1 0-1 0 0,0-1 1 0 0,0 1-1 0 0,1-1 1 0 0,-1 1-1 0 0,0-1 1 0 0,0 1-1 0 0,0-1 1 0 0,0 1-1 0 0,0 0 1 0 0,0 0-1 0 0,1 36 1853 0 0,-5 0-1453 0 0,-3-1 1 0 0,-1 0-1 0 0,-20 60 1 0 0,18-65-377 0 0,-17 53-295 0 0,-42 143-1324 0 0,48-152-3428 0 0,1 0-4204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23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281 157 1380 0 0,'164'-145'19311'0'0,"-149"133"-16909"0"0,-18 21 324 0 0,-21 25-655 0 0,-47 48-475 0 0,-117 145 657 0 0,154-181-2038 0 0,2 1 1 0 0,3 2-1 0 0,-27 58 0 0 0,52-98-203 0 0,0-1-1 0 0,1 1 1 0 0,0 0-1 0 0,1 0 1 0 0,-1 1-1 0 0,2-1 1 0 0,0 0-1 0 0,-1 13 1 0 0,2-19-10 0 0,0 0 0 0 0,1 0 0 0 0,-1 1 1 0 0,1-1-1 0 0,0 0 0 0 0,0 0 0 0 0,0 0 1 0 0,0 0-1 0 0,0 0 0 0 0,1 0 1 0 0,0 0-1 0 0,-1 0 0 0 0,1-1 0 0 0,0 1 1 0 0,0-1-1 0 0,0 1 0 0 0,1-1 0 0 0,-1 0 1 0 0,0 0-1 0 0,1 0 0 0 0,0 0 0 0 0,-1 0 1 0 0,1 0-1 0 0,0-1 0 0 0,0 1 0 0 0,0-1 1 0 0,4 1-1 0 0,9 3-2 0 0,0-1 0 0 0,0 0 0 0 0,1-2 0 0 0,0 0 1 0 0,-1-1-1 0 0,1 0 0 0 0,0-1 0 0 0,0-1 0 0 0,0-1 0 0 0,19-4 0 0 0,-7-1-1 0 0,-1 0 0 0 0,0-2 0 0 0,0-1 0 0 0,51-27-1 0 0,-63 28-22 0 0,0 0 0 0 0,-1-1 0 0 0,18-16 0 0 0,-29 23-1 0 0,-1 0 1 0 0,1 0 0 0 0,-1-1-1 0 0,0 1 1 0 0,0-1 0 0 0,0 0-1 0 0,-1 1 1 0 0,1-1 0 0 0,-1 0-1 0 0,0 0 1 0 0,0-1-1 0 0,0 1 1 0 0,-1 0 0 0 0,1-1-1 0 0,-1 1 1 0 0,0-1 0 0 0,-1 1-1 0 0,1-7 1 0 0,-1 8-18 0 0,-1 1-1 0 0,1-1 1 0 0,-1 0-1 0 0,0 1 1 0 0,0 0-1 0 0,0-1 1 0 0,-1 1 0 0 0,1 0-1 0 0,0-1 1 0 0,-1 1-1 0 0,0 0 1 0 0,1 0-1 0 0,-1 0 1 0 0,0 1 0 0 0,0-1-1 0 0,0 0 1 0 0,0 1-1 0 0,0-1 1 0 0,-1 1-1 0 0,1-1 1 0 0,0 1 0 0 0,-1 0-1 0 0,-3-1 1 0 0,-4-2-225 0 0,0 1 0 0 0,-1 0 1 0 0,0 0-1 0 0,-13-1 0 0 0,1 1-604 0 0,0 2 0 0 0,1 0 0 0 0,-1 1 0 0 0,0 1 0 0 0,-32 7 0 0 0,-1 6-4402 0 0,0 6-5166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24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81 2276 0 0,'-3'-2'3238'0'0,"-10"-4"2353"0"0,-1-1 0 0 0,-15-12 0 0 0,11 3-2698 0 0,20 14-2809 0 0,1 1 1 0 0,-1-1 0 0 0,1 1 0 0 0,-1 0 0 0 0,1-1 0 0 0,0 1-1 0 0,0 0 1 0 0,5-1 0 0 0,20-4-812 0 0,0 1 1 0 0,47-2-1 0 0,-59 7-386 0 0,-1 0 0 0 0,1 1 1 0 0,-1 1-1 0 0,0 0 0 0 0,0 1 0 0 0,23 7 0 0 0,-19 0-1891 0 0,-13 4-2046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24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44 3064 0 0,'-59'29'4754'0'0,"-73"39"6070"0"0,132-68-10789 0 0,0 0 1 0 0,0 0-1 0 0,-1 0 1 0 0,1 0-1 0 0,0 1 1 0 0,0-1-1 0 0,0 0 1 0 0,-1 0-1 0 0,1 0 1 0 0,0 0-1 0 0,0 0 1 0 0,0 0-1 0 0,-1 1 1 0 0,1-1-1 0 0,0 0 1 0 0,0 0-1 0 0,0 0 1 0 0,0 1-1 0 0,0-1 1 0 0,-1 0-1 0 0,1 0 1 0 0,0 0-1 0 0,0 1 1 0 0,0-1-1 0 0,0 0 1 0 0,0 0-1 0 0,0 1 1 0 0,0-1 0 0 0,0 0-1 0 0,0 0 1 0 0,0 0-1 0 0,0 1 1 0 0,0-1-1 0 0,0 0 1 0 0,0 1-1 0 0,8 2 356 0 0,17-2-108 0 0,612-60-866 0 0,-370 20-3465 0 0,-94 3-3171 0 0,-106 18 879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25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84 1036 0 0,'15'-25'8703'0'0,"-3"4"-4261"0"0,-11 19-3826 0 0,8-23 3789 0 0,-17 29-4393 0 0,1-1 0 0 0,-1 1-1 0 0,1 1 1 0 0,0-1-1 0 0,1 1 1 0 0,-1 1 0 0 0,-7 7-1 0 0,-41 46-13 0 0,29-26 27 0 0,-39 65-1 0 0,65-97-14 0 0,-1 5-17 0 0,1-5 12 0 0,0 0 0 0 0,0 0 0 0 0,0-1 0 0 0,0 1 0 0 0,0 0 0 0 0,0 0 0 0 0,0 0 0 0 0,0 0 0 0 0,0 0-1 0 0,0 0 1 0 0,0-1 0 0 0,1 1 0 0 0,-1 0 0 0 0,0 0 0 0 0,1 0 0 0 0,-1-1 0 0 0,1 1 0 0 0,-1 0 0 0 0,1 0 0 0 0,-1-1 0 0 0,1 1-1 0 0,-1 0 1 0 0,1-1 0 0 0,0 1 0 0 0,-1-1 0 0 0,1 1 0 0 0,0-1 0 0 0,-1 1 0 0 0,1-1 0 0 0,1 1 0 0 0,22 11 133 0 0,1-1-1 0 0,1-1 1 0 0,0-2 0 0 0,35 8 0 0 0,25 8-24 0 0,-53-13-93 0 0,-2 1 0 0 0,1 2 0 0 0,34 20 1 0 0,-54-27 121 0 0,0 1 0 0 0,0 1 1 0 0,-1 0-1 0 0,0 0 0 0 0,-1 1 1 0 0,0 1-1 0 0,0 0 1 0 0,-1 0-1 0 0,-1 1 0 0 0,9 16 1 0 0,-14-24-26 0 0,-1 0 1 0 0,0 1-1 0 0,0-1 1 0 0,-1 0 0 0 0,1 1-1 0 0,-1 0 1 0 0,0-1-1 0 0,0 1 1 0 0,-1 0-1 0 0,0-1 1 0 0,1 1 0 0 0,-1 0-1 0 0,-1 0 1 0 0,1-1-1 0 0,-1 1 1 0 0,-1 6-1 0 0,-1-5-5 0 0,1 0 0 0 0,-1 1 0 0 0,0-2 0 0 0,0 1 0 0 0,-1 0 0 0 0,1-1 0 0 0,-1 1-1 0 0,-1-1 1 0 0,1 0 0 0 0,-9 7 0 0 0,-1-1 52 0 0,0-1-1 0 0,-1 0 1 0 0,0-1 0 0 0,-1 0-1 0 0,0-1 1 0 0,0-1-1 0 0,-33 10 1 0 0,33-14-99 0 0,1 0 1 0 0,-1 0-1 0 0,0-2 0 0 0,0 0 0 0 0,-27-2 0 0 0,38 1-47 0 0,1 0 0 0 0,0-1 0 0 0,0 0 0 0 0,-1 0 0 0 0,1 0 0 0 0,0 0 0 0 0,0 0 0 0 0,0-1 0 0 0,0 0 0 0 0,0 1 0 0 0,0-2 0 0 0,1 1 0 0 0,-8-5 0 0 0,10 5-24 0 0,-1 0 1 0 0,1 0-1 0 0,-1 0 1 0 0,1-1-1 0 0,-1 1 0 0 0,1 0 1 0 0,0-1-1 0 0,0 1 1 0 0,0 0-1 0 0,0-1 0 0 0,1 1 1 0 0,-1-1-1 0 0,1 1 1 0 0,0-1-1 0 0,-1 0 1 0 0,1 1-1 0 0,0-1 0 0 0,0 1 1 0 0,1-1-1 0 0,-1 1 1 0 0,0-1-1 0 0,2-3 0 0 0,2-7-5 0 0,0 1-1 0 0,1-1 0 0 0,0 1 0 0 0,1 0 0 0 0,0 0 0 0 0,1 1 0 0 0,15-19 0 0 0,65-67 115 0 0,-85 95-101 0 0,105-101 52 0 0,-59 59 164 0 0,81-95 0 0 0,-124 133-207 0 0,0-1-1 0 0,-1 0 1 0 0,1-1 0 0 0,-2 1-1 0 0,1-1 1 0 0,-1 0-1 0 0,0 0 1 0 0,-1 0 0 0 0,0 0-1 0 0,2-15 1 0 0,-3 19-17 0 0,-1 1 0 0 0,0-1 0 0 0,0 0-1 0 0,0 1 1 0 0,-1-1 0 0 0,1 1 0 0 0,-1-1 0 0 0,0 1 0 0 0,0-1 0 0 0,0 1-1 0 0,-1-1 1 0 0,1 1 0 0 0,-1 0 0 0 0,1 0 0 0 0,-1 0 0 0 0,0 0 0 0 0,0 0 0 0 0,-1 0-1 0 0,1 0 1 0 0,-1 1 0 0 0,1-1 0 0 0,-1 1 0 0 0,0 0 0 0 0,0 0 0 0 0,0 0-1 0 0,0 0 1 0 0,-5-2 0 0 0,-4-2-416 0 0,-1 1-1 0 0,-1 1 1 0 0,1 0-1 0 0,0 1 1 0 0,-1 0-1 0 0,0 1 1 0 0,0 1-1 0 0,1 0 1 0 0,-1 1 0 0 0,0 0-1 0 0,0 1 1 0 0,0 1-1 0 0,-15 3 1 0 0,15-1-1215 0 0,1 0 1 0 0,-1 0-1 0 0,1 1 1 0 0,0 1-1 0 0,1 0 1 0 0,-1 1-1 0 0,-22 16 1 0 0,20-11-4568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27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73 748 0 0,'19'-24'7905'0'0,"1"-16"-912"0"0,-20 38-6628 0 0,0-4 257 0 0,-1 9-194 0 0,-5 11-331 0 0,-53 131 804 0 0,-26 50-559 0 0,32-78-218 0 0,50-110-107 0 0,-5 16 24 0 0,8-22-38 0 0,-1 0 1 0 0,1 0 0 0 0,0-1-1 0 0,0 1 1 0 0,1 0 0 0 0,-1 0-1 0 0,0 0 1 0 0,0-1-1 0 0,0 1 1 0 0,0 0 0 0 0,1 0-1 0 0,-1 0 1 0 0,0-1 0 0 0,1 1-1 0 0,-1 0 1 0 0,1 0 0 0 0,-1-1-1 0 0,1 1 1 0 0,-1 0 0 0 0,1-1-1 0 0,-1 1 1 0 0,1-1-1 0 0,0 1 1 0 0,-1-1 0 0 0,1 1-1 0 0,0-1 1 0 0,-1 1 0 0 0,2 0-1 0 0,7 2 8 0 0,1 0 0 0 0,-1 0 0 0 0,0-1 0 0 0,1 0 0 0 0,0 0 0 0 0,-1-1 0 0 0,15-1 0 0 0,73-4 95 0 0,-84 3-95 0 0,0-1 0 0 0,0 0 0 0 0,-1-1 0 0 0,1 0-1 0 0,-1-1 1 0 0,23-10 0 0 0,-29 11 69 0 0,0-1 1 0 0,0 0-1 0 0,0 0 1 0 0,-1 0-1 0 0,1-1 0 0 0,-1 0 1 0 0,-1 0-1 0 0,1 0 1 0 0,-1 0-1 0 0,1-1 0 0 0,-1 0 1 0 0,-1 0-1 0 0,1 0 0 0 0,3-9 1 0 0,17-50 2276 0 0,-23 64-2303 0 0,-10 26-42 0 0,3-12 2 0 0,-74 249-262 0 0,66-199-1741 0 0,2 0-1 0 0,-4 82 0 0 0,11-59-5228 0 0,3-48 456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27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85 118 656 0 0,'-5'-11'2520'0'0,"0"1"0"0"0,-1 0 1 0 0,0 1-1 0 0,-1-1 0 0 0,-15-16 0 0 0,-10-13 2230 0 0,31 37-4580 0 0,25 3-2660 0 0,0 2 76 0 0,40 9 0 0 0,-16-2-2405 0 0,-3-2-1337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28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260 114 2260 0 0,'-16'-9'3633'0'0,"-1"1"0"0"0,-1 0 0 0 0,-28-7 884 0 0,7 2 5658 0 0,1 15-7701 0 0,36-2-2416 0 0,-15 4 68 0 0,-16 5 25 0 0,12-5-58 0 0,9-1 46 0 0,25-4-67 0 0,527-57-60 0 0,-423 46 437 0 0,-21 1-5288 0 0,-76 17-1708 0 0,-10 7 2655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29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167 251 932 0 0,'-144'40'18317'0'0,"143"-39"-17879"0"0,-21 6 4426 0 0,528-108-2860 0 0,3 38-1740 0 0,463-6-31 0 0,-381 35-141 0 0,-379 10-94 0 0,-151 16-1462 0 0,-59 8 822 0 0,5 0 1026 0 0,-92 19-19869 0 0,68-14 15954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30.3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43 2240 0 0,'-103'21'14906'0'0,"101"-20"-14303"0"0,-11 2 3715 0 0,79-6-3047 0 0,65-13 0 0 0,-69 8-991 0 0,183-21 188 0 0,-243 29-853 0 0,1 0-239 0 0,4-1-335 0 0,11 0-3253 0 0,22-9-12561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30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65 101 1428 0 0,'11'-18'6683'0'0,"13"-31"1"0"0,-11 21-2200 0 0,-12 26-4057 0 0,-1 2-333 0 0,0 0-1 0 0,1-1 0 0 0,-1 1 1 0 0,1 0-1 0 0,-1-1 1 0 0,0 1-1 0 0,1 0 0 0 0,-1 0 1 0 0,1-1-1 0 0,-1 1 0 0 0,0 0 1 0 0,1 0-1 0 0,-1 0 0 0 0,1 0 1 0 0,-1 0-1 0 0,1 0 0 0 0,-1 0 1 0 0,1 0-1 0 0,-1 0 0 0 0,1 0 1 0 0,2 4 334 0 0,-1 0 1 0 0,0 0-1 0 0,0 0 1 0 0,0 1 0 0 0,-1-1-1 0 0,0 1 1 0 0,0-1-1 0 0,0 1 1 0 0,0 0 0 0 0,-1-1-1 0 0,1 1 1 0 0,-1 5 0 0 0,-5 64 1809 0 0,4-66-2002 0 0,-76 406 2554 0 0,56-315-2526 0 0,-14 57-4739 0 0,35-145 1677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31.0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616 199 1912 0 0,'29'-38'5909'0'0,"-1"-2"0"0"0,26-51 0 0 0,-36 62-2359 0 0,-21 30-2976 0 0,-27 23 76 0 0,1 1 0 0 0,1 1 0 0 0,-26 30 0 0 0,13-12-280 0 0,-23 23 365 0 0,-57 76-1 0 0,99-112-607 0 0,0 1 0 0 0,2 0-1 0 0,2 2 1 0 0,1 0-1 0 0,-17 47 1 0 0,30-70-67 0 0,1 1 0 0 0,0-1 0 0 0,0 1 1 0 0,1 0-1 0 0,1-1 0 0 0,0 1 0 0 0,0 13 0 0 0,2-22-42 0 0,-1 1 0 0 0,1 0 0 0 0,-1 0 0 0 0,1 0 0 0 0,0-1 0 0 0,1 1 0 0 0,-1 0 0 0 0,1-1 0 0 0,-1 1 0 0 0,1-1 0 0 0,0 0 0 0 0,0 1 0 0 0,1-1 0 0 0,-1 0 0 0 0,1 0 0 0 0,-1 0-1 0 0,1-1 1 0 0,0 1 0 0 0,0-1 0 0 0,0 1 0 0 0,0-1 0 0 0,1 0 0 0 0,-1 0 0 0 0,0-1 0 0 0,5 2 0 0 0,3 1 21 0 0,-1-1 0 0 0,1 0-1 0 0,1-1 1 0 0,-1 0 0 0 0,0-1 0 0 0,1 0 0 0 0,-1-1-1 0 0,0 0 1 0 0,1-1 0 0 0,-1 0 0 0 0,0-1-1 0 0,0 0 1 0 0,0-1 0 0 0,0 0 0 0 0,0-1 0 0 0,0 0-1 0 0,-1 0 1 0 0,0-2 0 0 0,0 1 0 0 0,0-1-1 0 0,-1 0 1 0 0,1-1 0 0 0,-2 0 0 0 0,14-14-1 0 0,-20 19-42 0 0,0 1-1 0 0,-1-1 1 0 0,1 0-1 0 0,0 0 0 0 0,-1 0 1 0 0,0 0-1 0 0,0 0 0 0 0,1 0 1 0 0,-1 0-1 0 0,-1-1 0 0 0,1 1 1 0 0,0 0-1 0 0,0-1 0 0 0,-1 1 1 0 0,1 0-1 0 0,-1-1 1 0 0,0 1-1 0 0,0-1 0 0 0,0 1 1 0 0,0 0-1 0 0,0-1 0 0 0,0 1 1 0 0,-1-1-1 0 0,1 1 0 0 0,-1 0 1 0 0,0-1-1 0 0,0 1 0 0 0,0 0 1 0 0,0 0-1 0 0,0-1 0 0 0,0 1 1 0 0,0 0-1 0 0,-1 0 1 0 0,1 0-1 0 0,-1 1 0 0 0,1-1 1 0 0,-1 0-1 0 0,0 0 0 0 0,-3-2 1 0 0,-4-2-265 0 0,0 0 1 0 0,0 1-1 0 0,0 0 0 0 0,0 0 1 0 0,-1 1-1 0 0,0 0 1 0 0,-19-5-1 0 0,8 5-539 0 0,0 0-1 0 0,0 2 1 0 0,-1 0-1 0 0,1 1 1 0 0,0 2-1 0 0,0 0 1 0 0,-1 1-1 0 0,-20 5 1 0 0,6 1-2325 0 0,1 2 0 0 0,0 2 0 0 0,-61 29 0 0 0,49-17-3200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31.4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42 1556 0 0,'-205'-18'21616'0'0,"228"18"-21690"0"0,-1-1-1 0 0,31-5 0 0 0,-12 1-574 0 0,165-4-5485 0 0,-133 8-785 0 0,-45-1 77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31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1 224 0 0,'-133'77'12186'0'0,"58"-34"-5006"0"0,30-16-4089 0 0,48-25-2822 0 0,-3-2-260 0 0,1 0 0 0 0,-1 1 1 0 0,0-1-1 0 0,0 0 0 0 0,1 1 0 0 0,-1-1 0 0 0,0 0 1 0 0,1 1-1 0 0,-1-1 0 0 0,0 0 0 0 0,1 0 0 0 0,-1 1 1 0 0,0-1-1 0 0,1 0 0 0 0,-1 0 0 0 0,1 0 1 0 0,-1 1-1 0 0,1-1 0 0 0,-1 0 0 0 0,0 0 0 0 0,1 0 1 0 0,-1 0-1 0 0,1 0 0 0 0,-1 0 0 0 0,2 0 0 0 0,66-5-92 0 0,0-2-1 0 0,77-20 1 0 0,-114 21-367 0 0,61-11-1438 0 0,29-6-2364 0 0,-40 6-1979 0 0,-19 4-1483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32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687 91 3188 0 0,'-18'-21'9430'0'0,"-2"-8"-4715"0"0,19 28-4239 0 0,0 0-445 0 0,1 1 0 0 0,0-1 0 0 0,0 1 0 0 0,0-1 0 0 0,-1 1 0 0 0,1-1 0 0 0,0 0 0 0 0,0 1 0 0 0,0-1 0 0 0,0 1 0 0 0,0-1 0 0 0,0 1 0 0 0,0-1 0 0 0,0 0 0 0 0,0 1 0 0 0,0-1 0 0 0,1 1 0 0 0,-1-1 0 0 0,0 0 0 0 0,0 1 0 0 0,0-1 0 0 0,1 1 0 0 0,-1-1 0 0 0,0 1 0 0 0,1-1 0 0 0,-1 1 0 0 0,0-1 0 0 0,1 1 0 0 0,-1 0 0 0 0,1-1 0 0 0,-1 1-1 0 0,1-1 1 0 0,-1 1 0 0 0,1 0 0 0 0,-1-1 0 0 0,1 1 0 0 0,-1 0 0 0 0,1 0 0 0 0,0-1 0 0 0,16-4 54 0 0,0 1 0 0 0,0 0 0 0 0,0 1 0 0 0,0 1-1 0 0,34 1 1 0 0,-42 1-81 0 0,0 0-1 0 0,0 1 0 0 0,0 1 0 0 0,0-1 1 0 0,0 1-1 0 0,0 1 0 0 0,0 0 0 0 0,-1 0 1 0 0,1 1-1 0 0,-1 0 0 0 0,0 0 1 0 0,0 1-1 0 0,10 8 0 0 0,-14-10 76 0 0,-1 0-1 0 0,1 0 0 0 0,-1 0 1 0 0,0 1-1 0 0,-1-1 0 0 0,1 1 1 0 0,-1 0-1 0 0,1 0 1 0 0,-1 0-1 0 0,0 0 0 0 0,-1 0 1 0 0,1 0-1 0 0,-1 1 1 0 0,1-1-1 0 0,-1 1 0 0 0,0 7 1 0 0,-1-6 73 0 0,0 1 1 0 0,-1-1-1 0 0,1 1 1 0 0,-2 0-1 0 0,1-1 0 0 0,-1 0 1 0 0,0 1-1 0 0,0-1 1 0 0,0 0-1 0 0,-5 8 1 0 0,-5 5 267 0 0,-1 0 0 0 0,-1 0 0 0 0,0-1 0 0 0,-1-1 0 0 0,-25 22 1 0 0,-27 24 563 0 0,66-62-982 0 0,1-1 0 0 0,0 0 0 0 0,0 0 0 0 0,-1 0 0 0 0,1 0 0 0 0,0 0 1 0 0,-1 1-1 0 0,1-1 0 0 0,0 0 0 0 0,0 0 0 0 0,-1 1 0 0 0,1-1 0 0 0,0 0 0 0 0,0 0 0 0 0,0 1 1 0 0,-1-1-1 0 0,1 0 0 0 0,0 1 0 0 0,0-1 0 0 0,0 0 0 0 0,0 1 0 0 0,0-1 0 0 0,-1 0 0 0 0,1 1 1 0 0,0-1-1 0 0,0 0 0 0 0,0 1 0 0 0,0-1 0 0 0,0 0 0 0 0,0 1 0 0 0,0-1 0 0 0,0 0 1 0 0,0 1-1 0 0,1-1 0 0 0,-1 0 0 0 0,0 1 0 0 0,0-1 0 0 0,0 0 0 0 0,0 0 0 0 0,0 1 0 0 0,0-1 1 0 0,1 0-1 0 0,-1 1 0 0 0,0-1 0 0 0,0 0 0 0 0,0 0 0 0 0,1 1 0 0 0,-1-1 0 0 0,0 0 0 0 0,1 0 1 0 0,-1 1-1 0 0,0-1 0 0 0,0 0 0 0 0,1 0 0 0 0,-1 0 0 0 0,0 0 0 0 0,1 0 0 0 0,-1 0 1 0 0,0 1-1 0 0,1-1 0 0 0,-1 0 0 0 0,0 0 0 0 0,1 0 0 0 0,-1 0 0 0 0,1 0 0 0 0,27 4 2 0 0,-25-4 12 0 0,41 5-34 0 0,0 1 0 0 0,46 14-1 0 0,-76-16 26 0 0,-1 0-1 0 0,0 1 1 0 0,0 0-1 0 0,0 1 1 0 0,0 1-1 0 0,-1 0 0 0 0,0 1 1 0 0,-1 0-1 0 0,0 0 1 0 0,18 19-1 0 0,-26-24 110 0 0,0 1 0 0 0,0 0 1 0 0,0 0-1 0 0,0 0 0 0 0,-1 0 0 0 0,1 0 0 0 0,-1 1 0 0 0,0-1 1 0 0,-1 1-1 0 0,1-1 0 0 0,-1 1 0 0 0,0 0 0 0 0,0 0 0 0 0,0-1 1 0 0,-1 1-1 0 0,0 0 0 0 0,0 8 0 0 0,-1-6 26 0 0,0-1-1 0 0,-1 0 1 0 0,0 0 0 0 0,0 0-1 0 0,0 0 1 0 0,-1 0 0 0 0,0-1-1 0 0,0 1 1 0 0,0-1 0 0 0,-1 1-1 0 0,0-1 1 0 0,0 0 0 0 0,-5 5-1 0 0,-9 6 56 0 0,0-1 0 0 0,-1 0 0 0 0,0-1-1 0 0,-2-1 1 0 0,1-1 0 0 0,-1-1 0 0 0,-36 13-1 0 0,-1-4-17 0 0,-103 23 1 0 0,-182 6-4180 0 0,113-36-6008 0 0,162-11 3684 0 0,-1-3-3240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37.2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37 1628 0 0,'2'-11'6019'0'0,"-2"10"-5724"0"0,1-1 0 0 0,-1 1 0 0 0,1 0 0 0 0,-1-1 0 0 0,1 1-1 0 0,0 0 1 0 0,0-1 0 0 0,-1 1 0 0 0,1 0 0 0 0,0 0 0 0 0,0-1 0 0 0,0 1 0 0 0,0 0 0 0 0,1 0 0 0 0,0-1 0 0 0,0 2-203 0 0,-1-1-1 0 0,1 0 1 0 0,-1 1 0 0 0,0-1-1 0 0,1 1 1 0 0,-1-1 0 0 0,1 1 0 0 0,-1 0-1 0 0,1 0 1 0 0,-1 0 0 0 0,1 0-1 0 0,-1 0 1 0 0,3 0 0 0 0,-1 1-91 0 0,0-1 1 0 0,0 1-1 0 0,0 0 1 0 0,0 0 0 0 0,0 1-1 0 0,0-1 1 0 0,0 1 0 0 0,-1-1-1 0 0,1 1 1 0 0,0 0 0 0 0,-1 0-1 0 0,0 0 1 0 0,1 0 0 0 0,-1 0-1 0 0,2 4 1 0 0,7 9 35 0 0,-1 0 0 0 0,0 1 0 0 0,-1 0 1 0 0,-1 1-1 0 0,-1 0 0 0 0,0 1 0 0 0,-1-1 0 0 0,-1 1 0 0 0,-1 0 0 0 0,0 0 1 0 0,0 21-1 0 0,-2-16 194 0 0,-2 1 0 0 0,-1-1 0 0 0,0 1-1 0 0,-2-1 1 0 0,-1 0 0 0 0,-1 0 0 0 0,0 0 0 0 0,-13 30 0 0 0,15-46-92 0 0,1 0 0 0 0,-2 0-1 0 0,1-1 1 0 0,0 0 0 0 0,-1 0 0 0 0,-1 0-1 0 0,1 0 1 0 0,-1 0 0 0 0,1-1-1 0 0,-2 0 1 0 0,-8 8 0 0 0,13-12-52 0 0,-3-4-45 0 0,4 3-41 0 0,0 0 0 0 0,0 0-1 0 0,-1 0 1 0 0,1-1 0 0 0,0 1 0 0 0,0 0-1 0 0,0 0 1 0 0,-1 0 0 0 0,1 0 0 0 0,0 0-1 0 0,0 0 1 0 0,0 0 0 0 0,-1 0 0 0 0,1-1-1 0 0,0 1 1 0 0,0 0 0 0 0,0 0 0 0 0,0 0-1 0 0,0 0 1 0 0,-1-1 0 0 0,1 1 0 0 0,0 0-1 0 0,0 0 1 0 0,0 0 0 0 0,0-1 0 0 0,0 1 0 0 0,0 0-1 0 0,0 0 1 0 0,0 0 0 0 0,0-1 0 0 0,-1 1-1 0 0,1 0 1 0 0,0 0 0 0 0,0 0 0 0 0,0-1-1 0 0,0 1 1 0 0,0 0 0 0 0,1-1 0 0 0,0-5 2 0 0,0-1 1 0 0,1 1-1 0 0,0-1 1 0 0,1 1-1 0 0,-1 0 1 0 0,1 0-1 0 0,6-9 1 0 0,31-43 0 0 0,-19 30 3 0 0,159-190-128 0 0,-73 97 208 0 0,-104 117-87 0 0,0 0 0 0 0,0 0 1 0 0,0-1-1 0 0,-1 0 0 0 0,1 1 0 0 0,-1-1 1 0 0,0 0-1 0 0,1-6 0 0 0,-2 11-1 0 0,-1-1 0 0 0,0 1 0 0 0,0 0 0 0 0,0-1 0 0 0,0 1 0 0 0,1 0-1 0 0,-1-1 1 0 0,0 1 0 0 0,0 0 0 0 0,0-1 0 0 0,0 1 0 0 0,0 0 0 0 0,0-1 0 0 0,0 1 0 0 0,0 0 0 0 0,0-1 0 0 0,0 1 0 0 0,0 0-1 0 0,0-1 1 0 0,0 1 0 0 0,-1 0 0 0 0,1-1 0 0 0,0 1 0 0 0,0 0 0 0 0,0-1 0 0 0,0 1 0 0 0,-1 0 0 0 0,1-1 0 0 0,0 1 0 0 0,0 0 0 0 0,0 0-1 0 0,-1-1 1 0 0,1 1 0 0 0,0 0 0 0 0,-1 0 0 0 0,1-1 0 0 0,0 1 0 0 0,0 0 0 0 0,-1 0 0 0 0,1 0 0 0 0,0 0 0 0 0,-1 0 0 0 0,1-1-1 0 0,0 1 1 0 0,-1 0 0 0 0,1 0 0 0 0,0 0 0 0 0,-1 0 0 0 0,1 0 0 0 0,-1 0 0 0 0,1 0 0 0 0,0 0 0 0 0,-1 0 0 0 0,-16 6-34 0 0,7 1 58 0 0,0 1-1 0 0,1 1 1 0 0,1-1-1 0 0,-1 1 1 0 0,1 1-1 0 0,1-1 1 0 0,-11 18-1 0 0,3-1 165 0 0,-22 54 0 0 0,31-65-133 0 0,0 1 1 0 0,1 0 0 0 0,1 0 0 0 0,1 0-1 0 0,0 0 1 0 0,1 0 0 0 0,0 30 0 0 0,2-41-41 0 0,1 0 1 0 0,-1 0 0 0 0,1 0 0 0 0,0 0 0 0 0,0 0 0 0 0,1 0 0 0 0,-1 0 0 0 0,1 0 0 0 0,0 0 0 0 0,0-1 0 0 0,1 1 0 0 0,0-1 0 0 0,-1 1 0 0 0,1-1-1 0 0,1 0 1 0 0,-1 0 0 0 0,1 0 0 0 0,-1-1 0 0 0,1 1 0 0 0,0-1 0 0 0,0 0 0 0 0,1 0 0 0 0,-1 0 0 0 0,1-1 0 0 0,-1 1 0 0 0,1-1 0 0 0,0 0-1 0 0,7 2 1 0 0,3-1-61 0 0,0-1 0 0 0,0 0 0 0 0,0 0 0 0 0,0-2 0 0 0,0 0 0 0 0,0-1 0 0 0,28-4-1 0 0,102-31-2749 0 0,30-25-5586 0 0,-118 35 2971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37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0 2960 0 0,'-4'0'2165'0'0,"-9"0"-304"0"0,0 1 0 0 0,-1 0 0 0 0,1 0 0 0 0,0 1 0 0 0,-19 6 0 0 0,32-8-1823 0 0,-1 0-1 0 0,0 1 1 0 0,1-1 0 0 0,-1 0-1 0 0,1 0 1 0 0,-1 0 0 0 0,1 1-1 0 0,-1-1 1 0 0,1 0 0 0 0,-1 1-1 0 0,1-1 1 0 0,-1 0 0 0 0,1 1-1 0 0,-1-1 1 0 0,1 1 0 0 0,-1-1 0 0 0,1 1-1 0 0,0-1 1 0 0,-1 0 0 0 0,1 1-1 0 0,0 0 1 0 0,-1-1 0 0 0,1 1-1 0 0,0-1 1 0 0,0 1 0 0 0,-1-1-1 0 0,1 1 1 0 0,0 0 0 0 0,0-1 0 0 0,0 1-1 0 0,0-1 1 0 0,0 1 0 0 0,0 0-1 0 0,0-1 1 0 0,0 1 0 0 0,0-1-1 0 0,0 1 1 0 0,1 0 0 0 0,-1 0-7 0 0,1 1 0 0 0,-1-2 0 0 0,1 1 0 0 0,-1 0 0 0 0,1 0 0 0 0,0 0 1 0 0,0 0-1 0 0,-1 0 0 0 0,1 0 0 0 0,0-1 0 0 0,0 1 0 0 0,0 0 0 0 0,0-1 0 0 0,0 1 1 0 0,0 0-1 0 0,0-1 0 0 0,0 0 0 0 0,0 1 0 0 0,0-1 0 0 0,2 1 0 0 0,15 1-100 0 0,1-1-1 0 0,0 0 0 0 0,-1-2 1 0 0,1 0-1 0 0,29-5 0 0 0,-2 0-3049 0 0,-3 3-3465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37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0 1336 0 0,'-111'109'13619'0'0,"111"-109"-13513"0"0,-1 1 0 0 0,0 0 0 0 0,0 0 0 0 0,1-1 0 0 0,-1 1 0 0 0,0 0 0 0 0,1 0 0 0 0,-1 0 0 0 0,1 0 0 0 0,-1 0 0 0 0,1 0 0 0 0,-1 0 0 0 0,1 0 0 0 0,0 0 0 0 0,0 0 0 0 0,-1 0 0 0 0,1 0 0 0 0,0 1 0 0 0,0-1-56 0 0,0-1 0 0 0,1 1-1 0 0,-1 0 1 0 0,0-1 0 0 0,0 1 0 0 0,1 0 0 0 0,-1-1-1 0 0,0 1 1 0 0,1-1 0 0 0,-1 1 0 0 0,0-1 0 0 0,1 1-1 0 0,-1-1 1 0 0,1 1 0 0 0,-1-1 0 0 0,1 1 0 0 0,-1-1-1 0 0,1 0 1 0 0,0 1 0 0 0,0 0 0 0 0,2 0 10 0 0,0 0 1 0 0,-1 0 0 0 0,1-1 0 0 0,0 1-1 0 0,0 0 1 0 0,-1-1 0 0 0,1 0-1 0 0,0 1 1 0 0,0-1 0 0 0,0 0-1 0 0,3-1 1 0 0,47-10-554 0 0,96-32 1 0 0,-17-7-8178 0 0,-89 32 1986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37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62 2536 0 0,'-23'-62'18317'0'0,"23"69"-16369"0"0,5 29-415 0 0,-2 0-1 0 0,-4 65 1 0 0,-16 71-718 0 0,0-9-1831 0 0,13-119-788 0 0,-2 25-3656 0 0,7-62 3301 0 0,-1-1 0 0 0,1 1 0 0 0,0-1 0 0 0,3 12 0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38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10 5112 0 0,'37'-9'12856'0'0,"-36"9"-12617"0"0,-1 1 0 0 0,0-1-1 0 0,0 1 1 0 0,1-1 0 0 0,-1 1 0 0 0,0 0 0 0 0,0-1 0 0 0,0 1 0 0 0,1 1 0 0 0,-7 15 477 0 0,-1 0 0 0 0,0 0 0 0 0,-1 0 0 0 0,-1-1 0 0 0,-18 25 0 0 0,-8 16-837 0 0,-9 33-3616 0 0,20-28-6142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38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83 1556 0 0,'-7'-68'13339'0'0,"7"67"-12647"0"0,2-12 2979 0 0,0 14-3507 0 0,0 0-1 0 0,0 0 1 0 0,0 1 0 0 0,1-1 0 0 0,-2 1 0 0 0,1-1 0 0 0,0 1 0 0 0,0 0 0 0 0,0 0-1 0 0,-1 0 1 0 0,1 0 0 0 0,-1 0 0 0 0,2 4 0 0 0,20 37 784 0 0,-14-23-489 0 0,1 0-249 0 0,1-1-1 0 0,0-1 1 0 0,1 0-1 0 0,18 21 1 0 0,-25-34-185 0 0,0 0 0 0 0,0-1 0 0 0,0 1 0 0 0,1-1 0 0 0,-1 0 1 0 0,1-1-1 0 0,0 1 0 0 0,0-1 0 0 0,1 0 0 0 0,-1-1 0 0 0,1 0 1 0 0,-1 0-1 0 0,1 0 0 0 0,0 0 0 0 0,0-1 0 0 0,-1-1 0 0 0,12 1 1 0 0,-9-1-28 0 0,1 0 0 0 0,-1-1 0 0 0,1-1 0 0 0,-1 0 0 0 0,0 0 0 0 0,1-1 0 0 0,-1 0 0 0 0,0 0 0 0 0,0-1 0 0 0,-1 0 0 0 0,1-1 0 0 0,-1 0 0 0 0,0 0 0 0 0,0 0 0 0 0,-1-1 0 0 0,9-9 0 0 0,63-68-374 0 0,-79 82 366 0 0,1 1 1 0 0,-1 0 0 0 0,0 0-1 0 0,0-1 1 0 0,0 1 0 0 0,0 0 0 0 0,1 0-1 0 0,-1-1 1 0 0,0 1 0 0 0,0 0 0 0 0,0 0-1 0 0,1 0 1 0 0,-1-1 0 0 0,0 1 0 0 0,0 0-1 0 0,1 0 1 0 0,-1 0 0 0 0,0 0 0 0 0,0 0-1 0 0,1 0 1 0 0,-1-1 0 0 0,0 1 0 0 0,1 0-1 0 0,-1 0 1 0 0,0 0 0 0 0,0 0-1 0 0,1 0 1 0 0,-1 0 0 0 0,0 0 0 0 0,1 0-1 0 0,-1 0 1 0 0,0 0 0 0 0,0 0 0 0 0,1 1-1 0 0,-1-1 1 0 0,0 0 0 0 0,1 0 0 0 0,-1 0-1 0 0,2 13-115 0 0,-7 18 75 0 0,-59 296 2060 0 0,-34 135-224 0 0,95-452-1781 0 0,-4 15 503 0 0,0-1 0 0 0,-1 0 0 0 0,-2 0 0 0 0,-17 33 0 0 0,23-52-391 0 0,1 1 1 0 0,-1-1-1 0 0,0 0 1 0 0,0 0-1 0 0,-1 0 0 0 0,1 0 1 0 0,-1-1-1 0 0,0 0 1 0 0,0 0-1 0 0,-1 0 0 0 0,1-1 1 0 0,-1 0-1 0 0,0 0 1 0 0,0 0-1 0 0,0 0 0 0 0,0-1 1 0 0,0 0-1 0 0,-1-1 1 0 0,1 1-1 0 0,0-1 1 0 0,-1 0-1 0 0,-10-1 0 0 0,8 0-106 0 0,1 0 0 0 0,-1-1 0 0 0,1 0-1 0 0,-1 0 1 0 0,1-1 0 0 0,-1-1 0 0 0,1 1-1 0 0,0-1 1 0 0,0 0 0 0 0,0-1 0 0 0,1 0-1 0 0,-11-7 1 0 0,14 8-8 0 0,1 0 0 0 0,0 0-1 0 0,0 0 1 0 0,0 0 0 0 0,0 0-1 0 0,0-1 1 0 0,1 1 0 0 0,-1-1-1 0 0,1 0 1 0 0,0 1 0 0 0,0-1 0 0 0,1 0-1 0 0,-1 0 1 0 0,1-1 0 0 0,0 1-1 0 0,0 0 1 0 0,0 0 0 0 0,0-1-1 0 0,1 1 1 0 0,0 0 0 0 0,0-1 0 0 0,0 1-1 0 0,0 0 1 0 0,1-1 0 0 0,0 1-1 0 0,1-5 1 0 0,3-8-207 0 0,0 1 0 0 0,2 0 1 0 0,0 0-1 0 0,0 0 0 0 0,2 1 0 0 0,17-23 0 0 0,70-78-1831 0 0,61-36-4767 0 0,-48 58-3375 0 0,-96 84 8448 0 0,16-16-6464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39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 3192 0 0,'0'0'15658'0'0,"0"0"-15592"0"0,0-1 1 0 0,0 1 0 0 0,0 0 0 0 0,-1-1 0 0 0,1 1-1 0 0,0 0 1 0 0,0 0 0 0 0,0-1 0 0 0,0 1-1 0 0,0 0 1 0 0,0-1 0 0 0,0 1 0 0 0,0 0-1 0 0,0-1 1 0 0,0 1 0 0 0,0 0 0 0 0,0 0-1 0 0,0-1 1 0 0,0 1 0 0 0,1 0 0 0 0,-1-1-1 0 0,0 1 1 0 0,0 0 0 0 0,0 0 0 0 0,0-1-1 0 0,0 1 1 0 0,1 0 0 0 0,-1 0 0 0 0,0-1 0 0 0,0 1-1 0 0,1 0 1 0 0,-1 0 0 0 0,0 0 0 0 0,0-1-1 0 0,1 1 1 0 0,-1 0 0 0 0,0 0 0 0 0,190-5-548 0 0,-125 1-3487 0 0,-1-1-4244 0 0,-47 3 1890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39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1 3628 0 0,'-92'63'20692'0'0,"91"-62"-20151"0"0,-1 3 604 0 0,2-4-1097 0 0,-1 0 0 0 0,1 0 0 0 0,0 1 1 0 0,0-1-1 0 0,-1 0 0 0 0,1 0 0 0 0,0 1 1 0 0,0-1-1 0 0,0 0 0 0 0,-1 0 1 0 0,1 1-1 0 0,0-1 0 0 0,0 0 0 0 0,0 1 1 0 0,0-1-1 0 0,0 0 0 0 0,0 1 0 0 0,0-1 1 0 0,0 0-1 0 0,0 0 0 0 0,0 1 1 0 0,0-1-1 0 0,0 0 0 0 0,0 1 0 0 0,0-1 1 0 0,0 0-1 0 0,0 1 0 0 0,0-1 0 0 0,0 0 1 0 0,0 1-1 0 0,0-1 0 0 0,0 0 0 0 0,0 0 1 0 0,1 1-1 0 0,-1-1 0 0 0,0 0 1 0 0,0 1-1 0 0,0-1 0 0 0,0 0 0 0 0,1 0 1 0 0,-1 0-1 0 0,0 1 0 0 0,0-1 0 0 0,1 0 1 0 0,-1 0-1 0 0,0 0 0 0 0,0 1 0 0 0,1-1 1 0 0,-1 0-1 0 0,0 0 0 0 0,1 0 1 0 0,-1 0-1 0 0,0 0 0 0 0,1 0 0 0 0,-1 0 1 0 0,0 0-1 0 0,1 0 0 0 0,-1 0 0 0 0,0 0 1 0 0,1 0-1 0 0,-1 0 0 0 0,0 0 1 0 0,0 0-1 0 0,1 0 0 0 0,-1 0 0 0 0,215-13 2111 0 0,-209 11-3059 0 0,0 1 0 0 0,0-1 0 0 0,0 0 0 0 0,0-1 1 0 0,0 0-1 0 0,8-4 0 0 0,-9 4 107 0 0,43-29-8991 0 0,-31 19 4622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39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44 3920 0 0,'14'-20'22448'0'0,"-12"20"-21969"0"0,0-1 113 0 0,1 0 0 0 0,0 0 0 0 0,0 0 0 0 0,0 0 0 0 0,0 1 0 0 0,-1-1 0 0 0,1 1 0 0 0,0 0 0 0 0,4 0 0 0 0,401-10-592 0 0,-388 9 0 0 0,8-1-1623 0 0,5-3-8496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40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0 113 792 0 0,'9'-31'20449'0'0,"-5"23"-18742"0"0,13-12 1861 0 0,-10 16-3523 0 0,0-1-1 0 0,0 2 1 0 0,0-1 0 0 0,0 1-1 0 0,12-4 1 0 0,2 0 5 0 0,1 0 1 0 0,24-3 0 0 0,-39 9-76 0 0,1 0 1 0 0,-1 0-1 0 0,1 1 1 0 0,-1 0-1 0 0,1 0 0 0 0,-1 1 1 0 0,1-1-1 0 0,-1 2 1 0 0,1-1-1 0 0,9 4 1 0 0,-15-4 20 0 0,0 0 1 0 0,0 0 0 0 0,0 0-1 0 0,0 1 1 0 0,0-1 0 0 0,0 0-1 0 0,0 1 1 0 0,0-1 0 0 0,-1 1-1 0 0,1 0 1 0 0,-1 0 0 0 0,1-1-1 0 0,-1 1 1 0 0,1 0 0 0 0,-1 0-1 0 0,0 0 1 0 0,0 1-1 0 0,1 3 1 0 0,-1-2-7 0 0,0 0 1 0 0,0 0-1 0 0,-1 1 1 0 0,1-1-1 0 0,-1 0 0 0 0,0 1 1 0 0,-1-1-1 0 0,1 0 0 0 0,-2 7 1 0 0,-2 5 43 0 0,-1-1 1 0 0,-1 0 0 0 0,0-1 0 0 0,-12 21 0 0 0,-16 20 1165 0 0,-2-2 1 0 0,-51 58 0 0 0,7-11 796 0 0,80-99-1991 0 0,-1 0-1 0 0,0 0 1 0 0,0 0 0 0 0,1 0-1 0 0,-1 0 1 0 0,1 0 0 0 0,-1 0-1 0 0,1 0 1 0 0,0 0 0 0 0,-1 0-1 0 0,1 1 1 0 0,0-1 0 0 0,0 0-1 0 0,-1 0 1 0 0,1 0 0 0 0,0 0-1 0 0,0 1 1 0 0,0-1 0 0 0,1 0-1 0 0,-1 0 1 0 0,0 0 0 0 0,0 0-1 0 0,1 1 1 0 0,-1-1 0 0 0,0 0-1 0 0,1 0 1 0 0,0 0-1 0 0,-1 0 1 0 0,1 0 0 0 0,-1 0-1 0 0,1 0 1 0 0,0 0 0 0 0,0 0-1 0 0,-1 0 1 0 0,1-1 0 0 0,0 1-1 0 0,0 0 1 0 0,0 0 0 0 0,0-1-1 0 0,0 1 1 0 0,0-1 0 0 0,0 1-1 0 0,0-1 1 0 0,3 1 0 0 0,5 4 51 0 0,1-1 0 0 0,0-1 0 0 0,21 5-1 0 0,-25-6-50 0 0,61 10-6 0 0,0-3 0 0 0,86 2 0 0 0,-110-9 0 0 0,45 0-4174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40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273 29 3572 0 0,'-11'-23'16818'0'0,"6"18"-14715"0"0,0 9-1640 0 0,1 0 0 0 0,-1 1 0 0 0,1-1 0 0 0,0 1 0 0 0,0 0 0 0 0,0 0 0 0 0,1 0 0 0 0,-1 1 0 0 0,-3 8 0 0 0,-6 8 165 0 0,-102 159 1349 0 0,48-56-4589 0 0,63-118 1723 0 0,1 1 0 0 0,0-1-1 0 0,-3 15 1 0 0,5 1-3064 0 0,1-21 3133 0 0,1 0 1 0 0,-1 0-1 0 0,1 0 1 0 0,-1 0-1 0 0,1 0 1 0 0,4 7-2460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41.0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136 128 16 0 0,'-57'-37'11052'0'0,"-21"-15"2489"0"0,77 51-12952 0 0,4-2-519 0 0,1 1 0 0 0,0 0 0 0 0,-1 0 0 0 0,1 0 0 0 0,0 0 0 0 0,0 0 0 0 0,0 1-1 0 0,0-1 1 0 0,0 1 0 0 0,9-1 0 0 0,49-4 35 0 0,-44 5-41 0 0,259-8-1531 0 0,-275 9 1429 0 0,-1 0-1 0 0,1 0 1 0 0,0 1-1 0 0,0-1 1 0 0,0 1 0 0 0,-1-1-1 0 0,1 1 1 0 0,0 0-1 0 0,0-1 1 0 0,-1 1 0 0 0,1 0-1 0 0,-1 0 1 0 0,1 0-1 0 0,-1 0 1 0 0,1 1 0 0 0,-1-1-1 0 0,2 2 1 0 0,-1-2 5 0 0,-2 5-64 0 0,-4 4 72 0 0,0 1 0 0 0,-2-1 1 0 0,1-1-1 0 0,-1 1 0 0 0,0-1 1 0 0,-14 16-1 0 0,-55 50-5 0 0,38-39 6 0 0,-173 176 1439 0 0,166-165 271 0 0,43-46-1651 0 0,0-1 1 0 0,0 1 0 0 0,1-1-1 0 0,-1 1 1 0 0,0 0-1 0 0,0-1 1 0 0,1 1-1 0 0,-1 0 1 0 0,0-1 0 0 0,1 1-1 0 0,-1 0 1 0 0,1 0-1 0 0,-1-1 1 0 0,1 1 0 0 0,-1 0-1 0 0,1 0 1 0 0,0 0-1 0 0,-1 0 1 0 0,1 0-1 0 0,0 0 1 0 0,0-1 0 0 0,0 1-1 0 0,0 1 1 0 0,0-1-21 0 0,1 0 1 0 0,-1-1 0 0 0,1 1-1 0 0,-1-1 1 0 0,1 1-1 0 0,-1-1 1 0 0,1 1 0 0 0,0-1-1 0 0,-1 1 1 0 0,1-1 0 0 0,0 0-1 0 0,0 1 1 0 0,-1-1-1 0 0,1 0 1 0 0,0 1 0 0 0,0-1-1 0 0,-1 0 1 0 0,1 0 0 0 0,0 0-1 0 0,1 0 1 0 0,10 1 22 0 0,-1-1 1 0 0,19-2-1 0 0,-25 1 7 0 0,376-57-3033 0 0,-254 30-2091 0 0,-4-4-3770 0 0,-73 17 105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41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70 3628 0 0,'-73'-29'19192'0'0,"55"18"-16717"0"0,46 5-2653 0 0,1 2 1 0 0,-1 0-1 0 0,30 2 0 0 0,-5-1-1308 0 0,45-4-3218 0 0,-32 4-4627 0 0,-49 2 2672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41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 48 2408 0 0,'-164'70'19227'0'0,"152"-65"-18227"0"0,3 0 794 0 0,24-4-1168 0 0,58-11-1516 0 0,82-20-1 0 0,-91 16-373 0 0,93-21-3243 0 0,-54 11-2488 0 0,-36 8-1109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42.1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140 126 2876 0 0,'-22'-15'5531'0'0,"1"-1"1"0"0,-34-31-1 0 0,54 46-5495 0 0,1 1 1 0 0,-1-1 0 0 0,1 1-1 0 0,-1-1 1 0 0,1 1-1 0 0,-1-1 1 0 0,1 0 0 0 0,-1 1-1 0 0,1-1 1 0 0,-1 0 0 0 0,1 1-1 0 0,0-1 1 0 0,-1 0-1 0 0,1 0 1 0 0,0 1 0 0 0,0-1-1 0 0,-1 0 1 0 0,1 0-1 0 0,0 1 1 0 0,0-1 0 0 0,0 0-1 0 0,0 0 1 0 0,0 0 0 0 0,0 1-1 0 0,0-1 1 0 0,0 0-1 0 0,1 0 1 0 0,-1 0 0 0 0,0 1-1 0 0,0-1 1 0 0,1 0-1 0 0,-1 1 1 0 0,0-1 0 0 0,1 0-1 0 0,-1 0 1 0 0,1 1 0 0 0,-1-1-1 0 0,1 1 1 0 0,-1-1-1 0 0,1 0 1 0 0,-1 1 0 0 0,1-1-1 0 0,-1 1 1 0 0,1-1-1 0 0,0 1 1 0 0,0 0 0 0 0,-1-1-1 0 0,2 1 1 0 0,2-3-2 0 0,0 1 0 0 0,1 0 1 0 0,-1 0-1 0 0,1 1 0 0 0,0 0 0 0 0,5-2 1 0 0,3 2-41 0 0,-1 0 1 0 0,0 1-1 0 0,0 0 1 0 0,1 1-1 0 0,-1 1 1 0 0,0 0-1 0 0,0 0 1 0 0,0 1-1 0 0,-1 1 1 0 0,1 0-1 0 0,-1 0 1 0 0,1 1-1 0 0,13 9 1 0 0,-20-11-6 0 0,0 1 0 0 0,0-1 0 0 0,0 1 0 0 0,-1 0 0 0 0,1 0 0 0 0,-1 1 0 0 0,0-1 0 0 0,0 1 0 0 0,0 0 0 0 0,-1 0 0 0 0,0 1 0 0 0,4 6 0 0 0,-6-7 7 0 0,1 0 0 0 0,-1-1 0 0 0,0 1 1 0 0,-1 0-1 0 0,1 0 0 0 0,-1-1 0 0 0,0 1 1 0 0,0 0-1 0 0,0 0 0 0 0,0 0 0 0 0,-1 0 1 0 0,0-1-1 0 0,0 1 0 0 0,-1 0 0 0 0,1-1 0 0 0,-1 1 1 0 0,-3 6-1 0 0,-1 0 6 0 0,0 0-1 0 0,-1-1 1 0 0,0 1 0 0 0,-1-1 0 0 0,0-1-1 0 0,-12 12 1 0 0,-61 45 479 0 0,58-48-38 0 0,-13 10 446 0 0,35-26-812 0 0,3 0-68 0 0,-2-1-10 0 0,0-1 0 0 0,0 0 0 0 0,0 0 0 0 0,0 1 0 0 0,0-1 1 0 0,0 0-1 0 0,0 1 0 0 0,0-1 0 0 0,0 0 0 0 0,0 0 0 0 0,1 0 1 0 0,-1 1-1 0 0,0-1 0 0 0,0 0 0 0 0,0 0 0 0 0,0 1 0 0 0,1-1 0 0 0,-1 0 1 0 0,0 0-1 0 0,0 0 0 0 0,0 0 0 0 0,1 1 0 0 0,-1-1 0 0 0,0 0 0 0 0,0 0 1 0 0,1 0-1 0 0,-1 0 0 0 0,0 0 0 0 0,0 0 0 0 0,1 0 0 0 0,-1 1 0 0 0,28 5-34 0 0,-1 1 0 0 0,52 22-1 0 0,-64-22 20 0 0,-1 1 1 0 0,0 1-1 0 0,0 0 0 0 0,-1 0 0 0 0,0 1 0 0 0,20 20 0 0 0,-15-10 229 0 0,-1 0 1 0 0,-1 1-1 0 0,-1 1 0 0 0,-1 0 0 0 0,-1 1 0 0 0,11 25 1 0 0,-23-45-85 0 0,1 1 1 0 0,-1-1 0 0 0,0 0 0 0 0,0 1 0 0 0,0-1-1 0 0,-1 1 1 0 0,1-1 0 0 0,-1 1 0 0 0,0-1 0 0 0,0 1-1 0 0,0-1 1 0 0,-1 1 0 0 0,1-1 0 0 0,-1 1 0 0 0,1-1 0 0 0,-1 0-1 0 0,-1 1 1 0 0,1-1 0 0 0,0 0 0 0 0,-1 0 0 0 0,1 1-1 0 0,-1-1 1 0 0,0-1 0 0 0,0 1 0 0 0,0 0 0 0 0,0 0-1 0 0,-1-1 1 0 0,1 1 0 0 0,-1-1 0 0 0,0 0 0 0 0,1 1 0 0 0,-5 1-1 0 0,-3 2 311 0 0,0 0-1 0 0,-1 0 0 0 0,0-1 1 0 0,0-1-1 0 0,0 0 0 0 0,0 0 0 0 0,-1-1 1 0 0,-13 2-1 0 0,-16-1-440 0 0,0-2 0 0 0,-1-2 0 0 0,1-2 0 0 0,-53-9 0 0 0,92 11-17 0 0,-9-1-1731 0 0,1 0-1 0 0,0-1 1 0 0,-10-4-1 0 0,18 6 1145 0 0,0-1 0 0 0,0 0 0 0 0,0 0 0 0 0,1 0 0 0 0,-1 0 0 0 0,0 0 0 0 0,0 0-1 0 0,1-1 1 0 0,-1 1 0 0 0,1 0 0 0 0,-1-1 0 0 0,1 1 0 0 0,0-1 0 0 0,0 0 0 0 0,-1 1-1 0 0,1-1 1 0 0,0 0 0 0 0,0-2 0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42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7753 0 0,'0'0'10389'0'0,"13"2"-10237"0"0,-4 5-2393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6:48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0 684 0 0,'0'0'1574'0'0,"-4"13"1792"0"0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1:57.6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1 272 0 0,'3'10'1292'0'0,"0"-3"-876"0"0,2 0-744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1:58.5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1 136 0 0,'0'0'272'0'0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1:59.1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0 196 0 0,'0'0'163'0'0,"0"12"271"0"0,2 34 1262 0 0,-1-47-2790 0 0,5-6 603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1:59.9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76 0 0,'0'0'541'0'0,"6"5"-788"0"0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2:00.4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10 624 0 0,'3'4'1861'0'0,"-8"-16"-2125"0"0,5 10-473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2:06.6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1 68 0 0,'0'0'544'0'0,"-2"8"-816"0"0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2:07.1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1 268 0 0,'0'0'1232'0'0,"-5"7"-448"0"0,13-12-2224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2:09.5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48 188 0 0,'0'0'1004'0'0,"7"-30"-128"0"0,-6 29-884 0 0,0-1 0 0 0,0 1 0 0 0,0 0 0 0 0,1-1 1 0 0,-1 1-1 0 0,1 0 0 0 0,-1 0 0 0 0,1 0 1 0 0,-1 0-1 0 0,1 0 0 0 0,0 0 0 0 0,0 0 1 0 0,-1 1-1 0 0,1-1 0 0 0,0 1 0 0 0,0-1 1 0 0,0 1-1 0 0,-1-1 0 0 0,1 1 0 0 0,0 0 1 0 0,4 0-1 0 0,-4 1-58 0 0,8 14-870 0 0,-10-12 930 0 0,0-1-1 0 0,-1 0 0 0 0,1 0 0 0 0,0 0 0 0 0,-1 0 1 0 0,0 1-1 0 0,1-1 0 0 0,-1 0 0 0 0,0 0 1 0 0,-1 2-1 0 0,1-3-120 0 0,-1 1-85 0 0,-5 6 34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2:11.3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36 0 0,'0'0'2024'0'0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2:13.5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3 156 0 0,'0'0'488'0'0,"-12"-2"-740"0"0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2:13.7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6 372 0 0,'0'0'1736'0'0,"7"-5"-1912"0"0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2:15.5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16 964 0 0,'0'0'2487'0'0,"5"-12"-143"0"0,-4 8-5207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2:15.7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1 168 0 0,'0'0'1664'0'0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2:16.5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13 284 748 0 0,'0'0'2951'0'0,"-2"2"-1899"0"0,0 1 0 0 0,1-1 0 0 0,-1 1 0 0 0,1-1 0 0 0,-1 1-1 0 0,-1 5 1 0 0,12-11-985 0 0,-1-1-1 0 0,1 1 0 0 0,12-10 1 0 0,12-4-38 0 0,63-23 11 0 0,176-46 1 0 0,111 5 133 0 0,-369 79-273 0 0,261-41 288 0 0,-135 31-1524 0 0,-2 10-3405 0 0,-117 3 1517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56.3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223 417 1432 0 0,'0'0'5789'0'0,"2"11"-3806"0"0,-8 26-1165 0 0,-17 168 751 0 0,21-174-1525 0 0,2-1-1 0 0,1 0 1 0 0,2 1 0 0 0,11 52 0 0 0,-13-78-3 0 0,0 0 0 0 0,1 1 0 0 0,0-1 0 0 0,0-1 0 0 0,1 1 0 0 0,-1 0 0 0 0,1 0 0 0 0,0-1 0 0 0,0 0 0 0 0,6 6 0 0 0,-7-7 22 0 0,0-1 0 0 0,0-1 0 0 0,1 1 1 0 0,-1 0-1 0 0,1 0 0 0 0,0-1 0 0 0,0 0 0 0 0,-1 1 1 0 0,1-1-1 0 0,0 0 0 0 0,0-1 0 0 0,0 1 1 0 0,0 0-1 0 0,0-1 0 0 0,0 1 0 0 0,0-1 1 0 0,0 0-1 0 0,0 0 0 0 0,6-1 0 0 0,3-2 20 0 0,0 0-1 0 0,0 0 0 0 0,0-1 1 0 0,-1-1-1 0 0,0 0 1 0 0,1 0-1 0 0,-1-1 0 0 0,-1-1 1 0 0,0 0-1 0 0,0 0 0 0 0,16-15 1 0 0,-5 1-22 0 0,-1 0 0 0 0,-1-2-1 0 0,30-44 1 0 0,-34 41-15 0 0,0 0 0 0 0,-2-1-1 0 0,-1-1 1 0 0,-1 0-1 0 0,-1 0 1 0 0,-2-1 0 0 0,-1-1-1 0 0,-1 1 1 0 0,4-53-1 0 0,-9 61 9 0 0,-1 0 0 0 0,0 0 0 0 0,-1 0 0 0 0,-2 0 0 0 0,0 0 0 0 0,-1 1-1 0 0,-1-1 1 0 0,-1 1 0 0 0,-1 0 0 0 0,-1 0 0 0 0,0 1 0 0 0,-1 0 0 0 0,-1 1 0 0 0,-21-29-1 0 0,25 40-21 0 0,0-1 0 0 0,-1 1-1 0 0,0 1 1 0 0,0-1-1 0 0,0 1 1 0 0,-1 0-1 0 0,0 1 1 0 0,0 0 0 0 0,-17-8-1 0 0,19 11-27 0 0,-1 0 0 0 0,0 0 0 0 0,0 0 1 0 0,1 1-1 0 0,-1 0 0 0 0,0 1 0 0 0,0-1 0 0 0,0 1 0 0 0,0 1 0 0 0,0-1 0 0 0,0 1 0 0 0,0 1 1 0 0,0-1-1 0 0,-8 4 0 0 0,-8 3 6 0 0,1 2 1 0 0,0 0 0 0 0,1 2-1 0 0,1 0 1 0 0,-1 1-1 0 0,2 1 1 0 0,0 1 0 0 0,-29 29-1 0 0,29-24-13 0 0,1 1 0 0 0,1 0-1 0 0,0 1 1 0 0,2 1 0 0 0,1 1 0 0 0,0 0-1 0 0,-13 35 1 0 0,23-49 7 0 0,1 1 0 0 0,0-1-1 0 0,0 0 1 0 0,1 1 0 0 0,1 0-1 0 0,-1-1 1 0 0,2 1 0 0 0,0 19 0 0 0,1-26 3 0 0,-1-1 0 0 0,1 1 1 0 0,-1-1-1 0 0,1 0 1 0 0,0 0-1 0 0,1 1 1 0 0,-1-1-1 0 0,0 0 1 0 0,1 0-1 0 0,0 0 0 0 0,0 0 1 0 0,0-1-1 0 0,0 1 1 0 0,0 0-1 0 0,0-1 1 0 0,1 1-1 0 0,-1-1 1 0 0,1 0-1 0 0,-1 0 0 0 0,1 0 1 0 0,0 0-1 0 0,0 0 1 0 0,0-1-1 0 0,0 1 1 0 0,0-1-1 0 0,0 0 0 0 0,1 0 1 0 0,-1 0-1 0 0,0 0 1 0 0,7 0-1 0 0,11 0 6 0 0,0 0 0 0 0,0-2 0 0 0,34-5 1 0 0,15 0-39 0 0,-45 5 0 0 0,0 2 0 0 0,0 0 0 0 0,0 2 0 0 0,-1 0 0 0 0,37 11 0 0 0,-48-10 19 0 0,0 1 0 0 0,0 0 0 0 0,-1 1 0 0 0,1 0 0 0 0,-2 1 0 0 0,1 1 0 0 0,-1-1-1 0 0,0 2 1 0 0,0 0 0 0 0,-1 0 0 0 0,14 17 0 0 0,-3 2 21 0 0,-2 1 1 0 0,29 58 0 0 0,-29-50 126 0 0,34 48 0 0 0,-33-65-385 0 0,-18-18-178 0 0,0-1 0 0 0,0 0 0 0 0,1 0 0 0 0,-1 0 0 0 0,0 0-1 0 0,1-1 1 0 0,-1 1 0 0 0,0 0 0 0 0,1-1 0 0 0,-1 0-1 0 0,1 1 1 0 0,-1-1 0 0 0,1 0 0 0 0,-1 0 0 0 0,1-1-1 0 0,-1 1 1 0 0,0 0 0 0 0,1-1 0 0 0,-1 0 0 0 0,0 1 0 0 0,3-2-1 0 0,12-8-4533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56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32 3644 0 0,'-1'-13'14232'0'0,"1"3"-11921"0"0,1 1-4395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57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514 61 828 0 0,'26'8'12128'0'0,"-18"-9"-10826"0"0,4-18 1056 0 0,-9 14-2264 0 0,-3 4-75 0 0,1-1-1 0 0,0 1 0 0 0,-1-1 0 0 0,1 1 0 0 0,-1-1 0 0 0,1 0 0 0 0,-1 1 0 0 0,0-1 0 0 0,0 0 0 0 0,0 1 0 0 0,0-1 0 0 0,0 0 0 0 0,0 1 0 0 0,0-1 0 0 0,0 1 0 0 0,-1-1 0 0 0,1 0 0 0 0,0 1 0 0 0,-1-1 0 0 0,0 1 0 0 0,1-1 1 0 0,-2-1-1 0 0,2 3-17 0 0,0-1 0 0 0,-1 1 1 0 0,1 0-1 0 0,0-1 0 0 0,-1 1 0 0 0,1-1 1 0 0,0 1-1 0 0,-1 0 0 0 0,1-1 1 0 0,-1 1-1 0 0,1 0 0 0 0,-1 0 1 0 0,1-1-1 0 0,-1 1 0 0 0,1 0 1 0 0,-1 0-1 0 0,1 0 0 0 0,-1 0 1 0 0,1-1-1 0 0,-1 1 0 0 0,1 0 0 0 0,-1 0 1 0 0,1 0-1 0 0,-1 0 0 0 0,1 0 1 0 0,-1 0-1 0 0,1 0 0 0 0,-1 1 1 0 0,1-1-1 0 0,-1 0 0 0 0,1 0 1 0 0,-1 0-1 0 0,0 1 0 0 0,-18 7-54 0 0,17-8 34 0 0,-17 12-36 0 0,-1 1-1 0 0,2 1 1 0 0,-1 1-1 0 0,-20 21 0 0 0,-1 0 34 0 0,15-15 18 0 0,-7 6-11 0 0,1 0 1 0 0,1 2-1 0 0,-44 56 1 0 0,70-80 5 0 0,1 0 0 0 0,0 0 1 0 0,0 1-1 0 0,0-1 1 0 0,1 1-1 0 0,0-1 0 0 0,-3 10 1 0 0,5-13 9 0 0,0-1-1 0 0,-1 1 1 0 0,1 0 0 0 0,0-1-1 0 0,0 1 1 0 0,0 0 0 0 0,1-1-1 0 0,-1 1 1 0 0,0 0 0 0 0,0-1-1 0 0,1 1 1 0 0,-1 0 0 0 0,1-1-1 0 0,0 1 1 0 0,-1-1 0 0 0,1 1 0 0 0,0-1-1 0 0,0 0 1 0 0,0 1 0 0 0,0-1-1 0 0,0 0 1 0 0,0 1 0 0 0,1-1-1 0 0,-1 0 1 0 0,0 0 0 0 0,0 0-1 0 0,1 0 1 0 0,-1 0 0 0 0,1 0 0 0 0,-1-1-1 0 0,3 2 1 0 0,15 5-8 0 0,1 0 0 0 0,0-1-1 0 0,0-1 1 0 0,29 3 0 0 0,40 10-30 0 0,-68-12 18 0 0,-1 1 1 0 0,0 1 0 0 0,-1 0 0 0 0,0 2 0 0 0,0 0 0 0 0,-1 1-1 0 0,33 26 1 0 0,-45-32 50 0 0,0 1 1 0 0,0-1-1 0 0,-1 1 0 0 0,0 0 0 0 0,0 1 0 0 0,-1-1 0 0 0,0 1 0 0 0,0 0 0 0 0,0 0 0 0 0,-1 0 0 0 0,0 1 1 0 0,0-1-1 0 0,-1 1 0 0 0,0 0 0 0 0,0-1 0 0 0,-1 1 0 0 0,0 0 0 0 0,0 0 0 0 0,-1 0 0 0 0,0 0 1 0 0,-1 0-1 0 0,0 0 0 0 0,0-1 0 0 0,-3 12 0 0 0,-1-1 143 0 0,-2-1 0 0 0,0 0 0 0 0,0 0 0 0 0,-2-1 1 0 0,0 0-1 0 0,-1-1 0 0 0,0 0 0 0 0,-1 0 0 0 0,-1-1 0 0 0,-20 18 0 0 0,7-9 173 0 0,-2 0 0 0 0,-1-2 0 0 0,-1-1 0 0 0,-47 25 0 0 0,59-36-95 0 0,-1-1 0 0 0,0-1 0 0 0,0 0 0 0 0,0-1 0 0 0,-1-1 1 0 0,-32 4-1 0 0,44-8-196 0 0,0 0 0 0 0,-1-1 0 0 0,1 0 1 0 0,0 0-1 0 0,-1-1 0 0 0,1 0 0 0 0,0 0 1 0 0,0-1-1 0 0,0 0 0 0 0,0 0 0 0 0,0 0 1 0 0,0-1-1 0 0,0 0 0 0 0,1-1 0 0 0,0 1 1 0 0,-1-1-1 0 0,1 0 0 0 0,1-1 0 0 0,-1 0 1 0 0,-7-8-1 0 0,9 9-161 0 0,1 0 0 0 0,0 0 0 0 0,0-1 0 0 0,1 1 0 0 0,-1-1 0 0 0,1 1 0 0 0,0-1-1 0 0,0 0 1 0 0,1 0 0 0 0,0 0 0 0 0,-1 0 0 0 0,2 0 0 0 0,-1 0 0 0 0,0 0 0 0 0,1 0 0 0 0,0 0 0 0 0,0-1 0 0 0,1 1 0 0 0,-1 0 0 0 0,1 0 0 0 0,0 0 0 0 0,1 0 0 0 0,3-9 0 0 0,-3 9-363 0 0,1-1 1 0 0,0 1-1 0 0,0 0 1 0 0,0 0-1 0 0,1 0 0 0 0,0 0 1 0 0,0 0-1 0 0,0 1 1 0 0,0 0-1 0 0,1-1 1 0 0,0 2-1 0 0,-1-1 0 0 0,2 1 1 0 0,-1-1-1 0 0,0 1 1 0 0,1 1-1 0 0,-1-1 1 0 0,1 1-1 0 0,11-3 0 0 0,9 0-3458 0 0,3 0-1830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1:58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226 623 712 0 0,'1'-2'2911'0'0,"0"-1"-2093"0"0,-1 1 0 0 0,1 0 0 0 0,-1-1-1 0 0,1 1 1 0 0,-1-1 0 0 0,0 1 0 0 0,0-1 0 0 0,0 1 0 0 0,0-1-1 0 0,0 0 1 0 0,-2-4 0 0 0,0-14 4289 0 0,-1 23-4893 0 0,-1 1-172 0 0,0 0 0 0 0,0 0 0 0 0,0 0 0 0 0,1 1 1 0 0,-1-1-1 0 0,1 1 0 0 0,0 0 0 0 0,0 0 0 0 0,1 0 0 0 0,-1 0 1 0 0,1 1-1 0 0,0-1 0 0 0,0 0 0 0 0,0 1 0 0 0,-2 9 1 0 0,0 3-3 0 0,0 0 1 0 0,1 0-1 0 0,-2 25 1 0 0,4-35-27 0 0,1 0-1 0 0,0 0 1 0 0,1-1-1 0 0,0 1 0 0 0,0 0 1 0 0,0-1-1 0 0,1 1 1 0 0,0-1-1 0 0,0 1 1 0 0,5 9-1 0 0,-5-13-3 0 0,0 0 1 0 0,0 0-1 0 0,0 0 0 0 0,0 0 1 0 0,1-1-1 0 0,-1 1 0 0 0,1-1 1 0 0,-1 1-1 0 0,1-1 0 0 0,0 0 1 0 0,0 0-1 0 0,0 0 0 0 0,1-1 0 0 0,-1 1 1 0 0,0-1-1 0 0,1 1 0 0 0,-1-1 1 0 0,0 0-1 0 0,1 0 0 0 0,-1-1 1 0 0,6 1-1 0 0,1 0 4 0 0,0-1 0 0 0,0 0-1 0 0,1-1 1 0 0,-1 0 0 0 0,0 0 0 0 0,0-1 0 0 0,0-1 0 0 0,0 0 0 0 0,-1 0-1 0 0,1-1 1 0 0,-1 0 0 0 0,0 0 0 0 0,10-7 0 0 0,-9 4-15 0 0,1-1 1 0 0,-1 0 0 0 0,0-1-1 0 0,0 0 1 0 0,-1-1-1 0 0,-1 0 1 0 0,1 0 0 0 0,-2-1-1 0 0,11-18 1 0 0,-11 17-11 0 0,-1-1 0 0 0,-1 1-1 0 0,0-1 1 0 0,-1-1 0 0 0,0 1 0 0 0,-1 0 0 0 0,-1-1-1 0 0,0 0 1 0 0,0-15 0 0 0,-2 18 1 0 0,0 0 0 0 0,-1 1 0 0 0,-1-1 0 0 0,1 1 0 0 0,-2-1 0 0 0,1 1 0 0 0,-2-1 0 0 0,1 1 0 0 0,-1 0 0 0 0,-1 1 0 0 0,0-1 0 0 0,-7-10 0 0 0,8 15 1 0 0,1 0-1 0 0,-1 1 0 0 0,0-1 0 0 0,0 1 1 0 0,0 0-1 0 0,-1 0 0 0 0,1 1 0 0 0,-1-1 1 0 0,0 1-1 0 0,0 0 0 0 0,0 0 0 0 0,-1 1 1 0 0,1-1-1 0 0,-11-2 0 0 0,8 4 2 0 0,0-1 1 0 0,0 1-1 0 0,-1 1 0 0 0,1 0 1 0 0,0 0-1 0 0,-1 0 0 0 0,1 1 1 0 0,0 0-1 0 0,-13 4 0 0 0,3 1-2 0 0,-1 1-1 0 0,1 0 1 0 0,1 1-1 0 0,-1 1 1 0 0,1 1-1 0 0,1 1 1 0 0,0 0-1 0 0,-17 16 0 0 0,16-11 7 0 0,0 0 0 0 0,1 2-1 0 0,0 0 1 0 0,-18 30-1 0 0,28-40 8 0 0,1 1 0 0 0,0 1 1 0 0,0-1-1 0 0,1 1 0 0 0,0 0 0 0 0,1 0 0 0 0,0 0 0 0 0,1 0 0 0 0,0 0 0 0 0,0 1 0 0 0,1-1 0 0 0,1 17 0 0 0,0-23-18 0 0,1-1-1 0 0,-1 1 0 0 0,1-1 0 0 0,0 1 0 0 0,0-1 0 0 0,0 0 0 0 0,0 0 0 0 0,0 1 0 0 0,1-1 1 0 0,0 0-1 0 0,0 0 0 0 0,-1 0 0 0 0,2 0 0 0 0,-1-1 0 0 0,0 1 0 0 0,4 3 0 0 0,-2-3-103 0 0,0 0 0 0 0,1 0 0 0 0,-1-1 0 0 0,1 1 0 0 0,0-1 0 0 0,0 0 0 0 0,-1-1 0 0 0,1 1 0 0 0,0-1 0 0 0,6 1 0 0 0,4 0-348 0 0,1-1 1 0 0,0 0 0 0 0,0-1 0 0 0,0-1 0 0 0,-1-1 0 0 0,20-4-1 0 0,-6-1 4 0 0,-1-1 0 0 0,0-1 1 0 0,-1-2-1 0 0,0 0 0 0 0,0-2 0 0 0,-1-1 0 0 0,-1-1 0 0 0,-1-1 0 0 0,0-2 0 0 0,-1 0 0 0 0,38-39 0 0 0,-36 30 456 0 0,-1-2 0 0 0,-2 0 0 0 0,0-2 1 0 0,-3 0-1 0 0,0-1 0 0 0,-2-1 0 0 0,-1-1 0 0 0,21-70 0 0 0,-24 57 1825 0 0,9-83 0 0 0,-14 59 295 0 0,-8 70-1817 0 0,-1 1-288 0 0,1 0 0 0 0,-1 1-1 0 0,0-1 1 0 0,0 1 0 0 0,0-1 0 0 0,0 0 0 0 0,1 1 0 0 0,-1-1 0 0 0,0 1 0 0 0,1 0 0 0 0,-1-1 0 0 0,0 1-1 0 0,1-1 1 0 0,-1 1 0 0 0,0 0 0 0 0,1 0 0 0 0,-1-1 0 0 0,1 1 0 0 0,0 0 0 0 0,-1 0 0 0 0,0 1 0 0 0,-8 22 107 0 0,8-19-68 0 0,-16 55 439 0 0,3 2 1 0 0,-6 65-1 0 0,12-71-290 0 0,-24 198 365 0 0,26-179-350 0 0,6 107 0 0 0,1-169-234 0 0,0 1 91 0 0,0 0 1 0 0,5 24 0 0 0,-5-35-146 0 0,-1 0 0 0 0,1 0-1 0 0,0 0 1 0 0,0-1 0 0 0,0 1-1 0 0,1-1 1 0 0,-1 1 0 0 0,0-1 0 0 0,1 1-1 0 0,0-1 1 0 0,0 0 0 0 0,0 1 0 0 0,0-1-1 0 0,0 0 1 0 0,0 0 0 0 0,0-1 0 0 0,0 1-1 0 0,1 0 1 0 0,2 1 0 0 0,-4-3 9 0 0,1 0 0 0 0,-1 1 0 0 0,1-1 0 0 0,-1 0 0 0 0,1 0 0 0 0,-1 0 0 0 0,0 0 0 0 0,1 0 1 0 0,-1-1-1 0 0,1 1 0 0 0,-1 0 0 0 0,0-1 0 0 0,1 1 0 0 0,-1-1 0 0 0,0 1 0 0 0,3-2 0 0 0,-1 1-121 0 0,3-2-7 0 0,1 0 1 0 0,-1 0-1 0 0,0 0 1 0 0,-1-1-1 0 0,1 0 1 0 0,-1 0-1 0 0,1-1 1 0 0,-1 1-1 0 0,0-1 1 0 0,5-6-1 0 0,5-9-358 0 0,19-30-1 0 0,-28 40 422 0 0,12-21 229 0 0,-1 0-1 0 0,14-39 0 0 0,18-70 4443 0 0,-47 135-4349 0 0,1-4 105 0 0,0 0 0 0 0,0-1 1 0 0,6-8-1 0 0,-8 16-190 0 0,0 2-99 0 0,0 1-1 0 0,0-1 1 0 0,0 0 0 0 0,-1 1 0 0 0,1-1 0 0 0,0 1 0 0 0,0-1 0 0 0,0 1-1 0 0,0-1 1 0 0,-1 1 0 0 0,1-1 0 0 0,0 1 0 0 0,0 0 0 0 0,-1-1-1 0 0,1 1 1 0 0,-1 0 0 0 0,1 0 0 0 0,-1-1 0 0 0,1 1 0 0 0,-1 0 0 0 0,1 0-1 0 0,-1 0 1 0 0,1 0 0 0 0,-1 0 0 0 0,0 1 0 0 0,8 30 51 0 0,-6-22-30 0 0,20 89 103 0 0,13 49 151 0 0,-35-146-262 0 0,1 0 0 0 0,-1-1 0 0 0,1 1 1 0 0,0 0-1 0 0,0 0 0 0 0,-1 0 0 0 0,1-1 0 0 0,0 1 0 0 0,1 0 0 0 0,-1-1 1 0 0,0 1-1 0 0,0-1 0 0 0,1 1 0 0 0,-1-1 0 0 0,2 2 0 0 0,-1-3-13 0 0,-1 1 1 0 0,0-1-1 0 0,1 0 0 0 0,-1 0 1 0 0,0 0-1 0 0,1 0 0 0 0,-1 0 0 0 0,1 0 1 0 0,-1 0-1 0 0,0 0 0 0 0,1 0 0 0 0,-1-1 1 0 0,0 1-1 0 0,1-1 0 0 0,-1 1 1 0 0,0-1-1 0 0,0 1 0 0 0,1-1 0 0 0,-1 0 1 0 0,0 1-1 0 0,0-1 0 0 0,2-2 0 0 0,18-13-23 0 0,-2-1 0 0 0,1-1 0 0 0,-2-1 0 0 0,-1-1-1 0 0,0-1 1 0 0,14-23 0 0 0,36-43-158 0 0,-63 83 114 0 0,-3 2 54 0 0,0 1 1 0 0,0-1-1 0 0,0 1 1 0 0,0 0-1 0 0,0 0 1 0 0,1 0 0 0 0,-1-1-1 0 0,0 1 1 0 0,0 0-1 0 0,1 0 1 0 0,-1 1-1 0 0,1-1 1 0 0,-1 0-1 0 0,1 0 1 0 0,-1 1 0 0 0,1-1-1 0 0,-1 1 1 0 0,1-1-1 0 0,0 1 1 0 0,2-1-1 0 0,2 2 6 0 0,0 0 0 0 0,1 0-1 0 0,-1 0 1 0 0,0 1 0 0 0,0-1-1 0 0,0 1 1 0 0,0 1 0 0 0,0-1-1 0 0,0 1 1 0 0,0 0-1 0 0,-1 1 1 0 0,0-1 0 0 0,6 6-1 0 0,1-1 4 0 0,11 9 33 0 0,1-2-1 0 0,1 0 0 0 0,45 18 0 0 0,-60-29-9 0 0,0-1 0 0 0,0 1-1 0 0,1-2 1 0 0,-1 0 0 0 0,0 0 0 0 0,1-1 0 0 0,0 0-1 0 0,-1 0 1 0 0,1-1 0 0 0,-1-1 0 0 0,1 0 0 0 0,-1 0 0 0 0,15-5-1 0 0,-20 4-8 0 0,0 0-1 0 0,0 0 0 0 0,0-1 1 0 0,-1 0-1 0 0,1 1 1 0 0,-1-2-1 0 0,0 1 0 0 0,0-1 1 0 0,0 1-1 0 0,0-1 0 0 0,0 0 1 0 0,-1 0-1 0 0,0-1 0 0 0,0 1 1 0 0,0-1-1 0 0,0 1 0 0 0,-1-1 1 0 0,0 0-1 0 0,0 0 0 0 0,0 0 1 0 0,0-1-1 0 0,-1 1 0 0 0,0 0 1 0 0,0 0-1 0 0,0-1 0 0 0,-1 1 1 0 0,0-1-1 0 0,0 1 0 0 0,0 0 1 0 0,-1-1-1 0 0,0 1 0 0 0,0 0 1 0 0,0-1-1 0 0,-4-8 0 0 0,5 13-7 0 0,-1 0 0 0 0,0 0 0 0 0,1 1-1 0 0,-1-1 1 0 0,0 0 0 0 0,1 1 0 0 0,-1-1-1 0 0,0 0 1 0 0,0 1 0 0 0,0-1 0 0 0,0 1-1 0 0,1 0 1 0 0,-1-1 0 0 0,0 1-1 0 0,0-1 1 0 0,0 1 0 0 0,0 0 0 0 0,0 0-1 0 0,0 0 1 0 0,0 0 0 0 0,0 0 0 0 0,0 0-1 0 0,0 0 1 0 0,0 0 0 0 0,0 0 0 0 0,-2 0-1 0 0,-25 8 105 0 0,15-2-43 0 0,1 1 1 0 0,1 0 0 0 0,0 1 0 0 0,0 1-1 0 0,0 0 1 0 0,1 0 0 0 0,1 1 0 0 0,-10 12 0 0 0,7-7 2 0 0,0 2 0 0 0,1-1 0 0 0,0 2 0 0 0,-15 35 0 0 0,21-41-30 0 0,0 0 0 0 0,1 1 0 0 0,1 0 0 0 0,0 0 0 0 0,1 0 0 0 0,-2 22 0 0 0,4-31-35 0 0,0 0 1 0 0,0 0 0 0 0,1-1-1 0 0,-1 1 1 0 0,1 0-1 0 0,0-1 1 0 0,0 1-1 0 0,0-1 1 0 0,0 1-1 0 0,1-1 1 0 0,-1 1 0 0 0,1-1-1 0 0,0 0 1 0 0,0 0-1 0 0,0 0 1 0 0,0 0-1 0 0,1 0 1 0 0,-1 0-1 0 0,1-1 1 0 0,0 1 0 0 0,0-1-1 0 0,0 0 1 0 0,0 1-1 0 0,0-1 1 0 0,0-1-1 0 0,0 1 1 0 0,1 0-1 0 0,5 1 1 0 0,6 1-550 0 0,1 0-1 0 0,0-1 1 0 0,0 0 0 0 0,0-1-1 0 0,26-1 1 0 0,-4-3-3644 0 0,48-7 0 0 0,-24-2-3333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00.0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174 756 1012 0 0,'-17'3'1883'0'0,"-61"15"3357"0"0,71-16-4899 0 0,0 0 1 0 0,1 1 0 0 0,-1 0 0 0 0,1 0-1 0 0,0 0 1 0 0,0 1 0 0 0,0 0 0 0 0,-10 9-1 0 0,15-12-269 0 0,0 0-1 0 0,0 0 1 0 0,0 0-1 0 0,0 0 1 0 0,1 0-1 0 0,-1 0 1 0 0,0 0-1 0 0,0 0 1 0 0,1 0-1 0 0,-1 1 1 0 0,1-1-1 0 0,-1 0 1 0 0,1 1-1 0 0,0-1 1 0 0,-1 0-1 0 0,1 1 1 0 0,0-1-1 0 0,0 0 1 0 0,0 1-1 0 0,0-1 1 0 0,0 1-1 0 0,0-1 1 0 0,0 0-1 0 0,0 1 1 0 0,1-1-1 0 0,-1 0 1 0 0,1 1-1 0 0,-1-1 1 0 0,1 0-1 0 0,-1 0 1 0 0,1 1-1 0 0,0-1 1 0 0,-1 0-1 0 0,1 0 1 0 0,0 0-1 0 0,0 0 1 0 0,0 0-1 0 0,0 0 1 0 0,0 0-1 0 0,0 0 1 0 0,0 0-1 0 0,0 0 1 0 0,0-1-1 0 0,1 1 1 0 0,-1 0-1 0 0,0-1 1 0 0,0 1-1 0 0,1-1 1 0 0,-1 0-1 0 0,0 1 1 0 0,1-1-1 0 0,-1 0 1 0 0,0 0-1 0 0,1 1 1 0 0,-1-1-1 0 0,0 0 1 0 0,2-1-1 0 0,12 0-9 0 0,0-2-1 0 0,0 0 0 0 0,0 0 1 0 0,0-2-1 0 0,-1 0 0 0 0,0 0 1 0 0,0-1-1 0 0,0-1 0 0 0,-1-1 0 0 0,0 1 1 0 0,0-2-1 0 0,-1 0 0 0 0,0-1 1 0 0,0 0-1 0 0,-1 0 0 0 0,-1-1 1 0 0,15-20-1 0 0,-2-1-246 0 0,-3-2 0 0 0,0 0 1 0 0,-3-1-1 0 0,0 0 0 0 0,-3-1 0 0 0,0-1 1 0 0,13-64-1 0 0,-13 28-17 0 0,-3-1-1 0 0,-4 0 1 0 0,-1-82 0 0 0,-6 156 201 0 0,0 0-1 0 0,-1 0 1 0 0,1 0 0 0 0,0 1 0 0 0,0-1-1 0 0,0 0 1 0 0,0 0 0 0 0,-1 0 0 0 0,1 0-1 0 0,0 0 1 0 0,0 0 0 0 0,0 0-1 0 0,-1 1 1 0 0,1-1 0 0 0,0 0 0 0 0,0 0-1 0 0,0 0 1 0 0,-1 0 0 0 0,1 0 0 0 0,0 0-1 0 0,0 0 1 0 0,-1 0 0 0 0,1 0-1 0 0,0 0 1 0 0,0 0 0 0 0,0 0 0 0 0,-1 0-1 0 0,1 0 1 0 0,0-1 0 0 0,0 1 0 0 0,-1 0-1 0 0,1 0 1 0 0,0 0 0 0 0,0 0 0 0 0,0 0-1 0 0,0 0 1 0 0,-1 0 0 0 0,1-1-1 0 0,0 1 1 0 0,0 0 0 0 0,0 0 0 0 0,0 0-1 0 0,0 0 1 0 0,-1-1 0 0 0,1 1 0 0 0,0 0-1 0 0,0 0 1 0 0,0 0 0 0 0,0-1-1 0 0,0 1 1 0 0,0 0 0 0 0,0 0 0 0 0,0-1-1 0 0,0 1 1 0 0,0 0 0 0 0,0 0 0 0 0,0 0-1 0 0,0-1 1 0 0,0 1 0 0 0,-12 17 22 0 0,-1 15 1 0 0,1 0-1 0 0,-13 57 0 0 0,14-49-15 0 0,-7 26 141 0 0,-36 144 245 0 0,43-159-258 0 0,3 1 0 0 0,-2 60 1 0 0,10-103-103 0 0,-1 0 1 0 0,2 1-1 0 0,0-1 1 0 0,0 0-1 0 0,0 1 1 0 0,1-1-1 0 0,0 0 1 0 0,7 16-1 0 0,-7-22-44 0 0,-1 0 1 0 0,1 0-1 0 0,0 0 0 0 0,0 0 0 0 0,1 0 1 0 0,-1 0-1 0 0,1-1 0 0 0,-1 1 1 0 0,1-1-1 0 0,0 1 0 0 0,0-1 1 0 0,0 0-1 0 0,0 0 0 0 0,0-1 0 0 0,0 1 1 0 0,1-1-1 0 0,-1 1 0 0 0,0-1 1 0 0,1 0-1 0 0,-1 0 0 0 0,1 0 1 0 0,0-1-1 0 0,-1 1 0 0 0,1-1 0 0 0,5 0 1 0 0,3-1-268 0 0,0 0 1 0 0,0-1-1 0 0,-1-1 1 0 0,1 1-1 0 0,-1-2 1 0 0,0 0-1 0 0,1 0 1 0 0,-2-1-1 0 0,1 0 1 0 0,-1-1-1 0 0,1 0 1 0 0,-2 0-1 0 0,1-1 1 0 0,14-14-1 0 0,-6 3-156 0 0,0 0 0 0 0,-2-1 0 0 0,0 0 0 0 0,-1-2 0 0 0,23-41 0 0 0,-17 19 386 0 0,-1-1 1 0 0,-3-1 0 0 0,22-87 0 0 0,9-146 5509 0 0,-47 260-5096 0 0,-5 23-119 0 0,-7 29 79 0 0,-19 89 720 0 0,5 0 0 0 0,-11 172 0 0 0,32-249-806 0 0,3-1-1 0 0,6 76 1 0 0,-5-120-231 0 0,0 0 0 0 0,0 0 0 0 0,0-1 0 0 0,0 1 0 0 0,0 0 0 0 0,0 0 0 0 0,1 0 0 0 0,-1 0 1 0 0,0-1-1 0 0,1 1 0 0 0,-1 0 0 0 0,0 0 0 0 0,1-1 0 0 0,-1 1 0 0 0,1 0 0 0 0,-1-1 0 0 0,1 1 0 0 0,-1 0 0 0 0,1-1 1 0 0,-1 1-1 0 0,1-1 0 0 0,0 1 0 0 0,-1-1 0 0 0,1 1 0 0 0,0-1 0 0 0,0 1 0 0 0,-1-1 0 0 0,1 0 0 0 0,0 1 1 0 0,0-1-1 0 0,-1 0 0 0 0,1 0 0 0 0,0 1 0 0 0,0-1 0 0 0,0 0 0 0 0,0 0 0 0 0,-1 0 0 0 0,1 0 0 0 0,0 0 1 0 0,0 0-1 0 0,0 0 0 0 0,0-1 0 0 0,-1 1 0 0 0,1 0 0 0 0,0 0 0 0 0,0-1 0 0 0,0 1 0 0 0,-1 0 0 0 0,1-1 0 0 0,0 1 1 0 0,0-1-1 0 0,-1 1 0 0 0,2-2 0 0 0,3-1 4 0 0,1-1 0 0 0,-1 0 0 0 0,0 0 0 0 0,-1 0 0 0 0,9-9 0 0 0,57-85 54 0 0,-48 64-206 0 0,2 2-1 0 0,37-41 1 0 0,-61 72 134 0 0,0 1 0 0 0,1-1 0 0 0,-1 1 0 0 0,1-1 0 0 0,0 1 0 0 0,-1-1 0 0 0,1 1 0 0 0,-1-1 0 0 0,1 1 0 0 0,0 0-1 0 0,-1-1 1 0 0,1 1 0 0 0,0 0 0 0 0,-1-1 0 0 0,1 1 0 0 0,0 0 0 0 0,-1 0 0 0 0,1 0 0 0 0,0 0 0 0 0,0 0 0 0 0,-1 0-1 0 0,1 0 1 0 0,0 0 0 0 0,-1 0 0 0 0,1 0 0 0 0,0 0 0 0 0,0 0 0 0 0,-1 0 0 0 0,1 1 0 0 0,0-1 0 0 0,1 1 0 0 0,-1 1 0 0 0,1-1 1 0 0,-1 0-1 0 0,1 1 1 0 0,-1-1-1 0 0,0 0 0 0 0,0 1 1 0 0,0 0-1 0 0,0-1 1 0 0,0 1-1 0 0,1 2 0 0 0,2 5 5 0 0,-1 0-1 0 0,0 1 0 0 0,3 11 0 0 0,3 53 62 0 0,-8-57-37 0 0,1 0 0 0 0,0-1-1 0 0,1 1 1 0 0,1-1 0 0 0,1 0 0 0 0,0 0 0 0 0,10 20 0 0 0,-13-33-11 0 0,0 1 1 0 0,0-1-1 0 0,1 0 1 0 0,-1 1-1 0 0,1-1 1 0 0,0 0 0 0 0,0-1-1 0 0,0 1 1 0 0,0-1-1 0 0,1 1 1 0 0,-1-1-1 0 0,1 0 1 0 0,-1 0 0 0 0,5 1-1 0 0,-1-1 4 0 0,-1 0 1 0 0,0 0-1 0 0,0-1 0 0 0,1 0 0 0 0,-1 0 0 0 0,1-1 1 0 0,-1 0-1 0 0,9-1 0 0 0,-1-1-23 0 0,1 0 1 0 0,-1-1-1 0 0,-1-1 0 0 0,1-1 0 0 0,0 1 0 0 0,-1-2 1 0 0,18-10-1 0 0,-14 6-14 0 0,-1-1 0 0 0,-1-1 1 0 0,0-1-1 0 0,0 0 0 0 0,-2 0 0 0 0,1-2 1 0 0,-2 0-1 0 0,0 0 0 0 0,0-1 1 0 0,-2 0-1 0 0,0-1 0 0 0,-1 0 1 0 0,-1-1-1 0 0,0 0 0 0 0,-1 0 0 0 0,6-27 1 0 0,-12 36 154 0 0,1 1 1 0 0,-1-1 0 0 0,-1 0 0 0 0,0-14-1 0 0,0 20-113 0 0,0 0 0 0 0,-1 0-1 0 0,1 0 1 0 0,-1 0 0 0 0,1 0-1 0 0,-1 0 1 0 0,0 1 0 0 0,0-1 0 0 0,0 0-1 0 0,-1 0 1 0 0,1 1 0 0 0,0-1-1 0 0,-1 1 1 0 0,0-1 0 0 0,0 1-1 0 0,-3-4 1 0 0,4 6-21 0 0,0-1 0 0 0,0 1-1 0 0,0-1 1 0 0,0 1 0 0 0,0 0 0 0 0,0 0 0 0 0,0-1-1 0 0,0 1 1 0 0,0 0 0 0 0,0 0 0 0 0,0 0-1 0 0,0 0 1 0 0,0 0 0 0 0,0 0 0 0 0,0 0 0 0 0,0 1-1 0 0,0-1 1 0 0,0 0 0 0 0,0 1 0 0 0,0-1-1 0 0,0 0 1 0 0,0 1 0 0 0,-1 0 0 0 0,-20 15-7 0 0,13-5 19 0 0,0 0-1 0 0,1 0 1 0 0,1 1 0 0 0,-1 0-1 0 0,2 1 1 0 0,0 0-1 0 0,0 0 1 0 0,1 0 0 0 0,1 0-1 0 0,0 1 1 0 0,1 0 0 0 0,1-1-1 0 0,0 1 1 0 0,0 0-1 0 0,2 1 1 0 0,0-1 0 0 0,0 0-1 0 0,1 0 1 0 0,1 0 0 0 0,5 21-1 0 0,-5-30 10 0 0,-1-1 0 0 0,1 0 1 0 0,0 0-1 0 0,0 1 0 0 0,0-1 0 0 0,0 0 0 0 0,1-1 0 0 0,0 1 0 0 0,0 0 1 0 0,0-1-1 0 0,0 0 0 0 0,0 1 0 0 0,1-1 0 0 0,-1 0 0 0 0,1-1 0 0 0,7 5 1 0 0,-5-5-108 0 0,0 1 1 0 0,0-1 0 0 0,1 0 0 0 0,-1-1-1 0 0,1 1 1 0 0,-1-1 0 0 0,1-1 0 0 0,0 1-1 0 0,-1-1 1 0 0,11-1 0 0 0,-2-1-607 0 0,0 0 1 0 0,-1-1-1 0 0,0-1 1 0 0,17-6-1 0 0,-13 3-1707 0 0,-1 0-1 0 0,23-15 0 0 0,-7 1-3666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00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254 17 4416 0 0,'-103'2'6632'0'0,"-47"3"1348"0"0,416-21-10195 0 0,-86 11-5495 0 0,-106 2 1011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00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450 146 1516 0 0,'-51'2'5097'0'0,"25"-1"-1242"0"0,-51 7 1 0 0,76-8-3811 0 0,0 0 0 0 0,0 1-1 0 0,0-1 1 0 0,-1 0 0 0 0,1 1 0 0 0,0-1-1 0 0,0 1 1 0 0,0-1 0 0 0,0 1 0 0 0,0 0-1 0 0,0-1 1 0 0,0 1 0 0 0,0 0 0 0 0,-1 1-1 0 0,1-2-18 0 0,1 0 0 0 0,0 1 0 0 0,0-1 0 0 0,0 1 0 0 0,-1-1-1 0 0,1 0 1 0 0,0 1 0 0 0,0-1 0 0 0,0 1 0 0 0,0-1 0 0 0,0 1-1 0 0,0-1 1 0 0,0 1 0 0 0,0-1 0 0 0,0 1 0 0 0,0-1 0 0 0,0 0-1 0 0,0 1 1 0 0,0-1 0 0 0,0 1 0 0 0,0-1 0 0 0,1 1 0 0 0,-1-1-1 0 0,0 0 1 0 0,0 1 0 0 0,1 1 35 0 0,1-1-1 0 0,-1 1 1 0 0,0-1-1 0 0,0 0 1 0 0,0 0-1 0 0,1 1 1 0 0,-1-1-1 0 0,1 0 1 0 0,-1 0-1 0 0,1 0 1 0 0,-1-1-1 0 0,1 1 1 0 0,0 0-1 0 0,-1-1 1 0 0,4 2 0 0 0,13 0 120 0 0,0 0 1 0 0,1-1-1 0 0,-1 0 1 0 0,1-2-1 0 0,-1 0 1 0 0,0-1-1 0 0,35-9 1 0 0,-49 10-166 0 0,0 0 0 0 0,0-1 0 0 0,0 1-1 0 0,0-1 1 0 0,0 0 0 0 0,0 0 0 0 0,-1 0 0 0 0,1-1 0 0 0,-1 0 0 0 0,0 1 0 0 0,1-1 0 0 0,-1 0 0 0 0,-1 0 0 0 0,1-1 0 0 0,0 1 0 0 0,-1-1 0 0 0,0 1 0 0 0,1-1 0 0 0,-1 0 0 0 0,-1 0 0 0 0,3-6 0 0 0,-3 7-21 0 0,0-1 1 0 0,-1 1-1 0 0,1-1 0 0 0,-1 0 1 0 0,0 1-1 0 0,0-1 1 0 0,0 0-1 0 0,-1 1 1 0 0,1-1-1 0 0,-1 1 1 0 0,0-1-1 0 0,0 0 1 0 0,0 1-1 0 0,0 0 0 0 0,-1-1 1 0 0,0 1-1 0 0,1 0 1 0 0,-1 0-1 0 0,0 0 1 0 0,0 0-1 0 0,-1 0 1 0 0,1 0-1 0 0,-1 0 0 0 0,1 1 1 0 0,-5-4-1 0 0,2 2-8 0 0,0 1 0 0 0,0 0 0 0 0,0 0 0 0 0,0 0 0 0 0,0 0 0 0 0,-1 1 0 0 0,1 0 0 0 0,-1 0 0 0 0,0 1 1 0 0,0-1-1 0 0,-11 0 0 0 0,7 1-5 0 0,0 1 1 0 0,0 1-1 0 0,0 0 1 0 0,0 0 0 0 0,0 1-1 0 0,-15 4 1 0 0,2 2 9 0 0,1 1 1 0 0,-1 0-1 0 0,2 2 1 0 0,-41 28-1 0 0,31-18-13 0 0,2 1-1 0 0,-34 33 1 0 0,53-45 25 0 0,1 0 0 0 0,0 1 0 0 0,0 0 0 0 0,1 0 0 0 0,1 1 0 0 0,0 0 0 0 0,0 0 0 0 0,1 0 1 0 0,-5 17-1 0 0,9-25 5 0 0,1 0 1 0 0,0-1 0 0 0,1 1 0 0 0,-1 0 0 0 0,1-1 0 0 0,-1 1-1 0 0,1 0 1 0 0,0 0 0 0 0,1 0 0 0 0,-1-1 0 0 0,1 1-1 0 0,-1 0 1 0 0,1-1 0 0 0,0 1 0 0 0,1 0 0 0 0,-1-1 0 0 0,0 1-1 0 0,1-1 1 0 0,3 6 0 0 0,-1-5-6 0 0,-1 0 0 0 0,1-1 0 0 0,0 1-1 0 0,0-1 1 0 0,0 0 0 0 0,1 0 0 0 0,-1 0 0 0 0,1-1 0 0 0,-1 1-1 0 0,1-1 1 0 0,0 0 0 0 0,0 0 0 0 0,10 1 0 0 0,15 4-442 0 0,0-3 0 0 0,1 0 0 0 0,0-2 0 0 0,34-2 0 0 0,123-17-4062 0 0,-123 8 773 0 0,-1-3-1684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01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323 111 844 0 0,'2'-6'1044'0'0,"0"1"-1"0"0,0-1 1 0 0,0 0-1 0 0,-1 0 1 0 0,0 0-1 0 0,0 0 1 0 0,1-8-1 0 0,-2 11-687 0 0,-1 0 0 0 0,1 1 0 0 0,0-1 0 0 0,0 0 0 0 0,-1 0 0 0 0,0 0 0 0 0,0 0 0 0 0,0 0 0 0 0,0 1 0 0 0,0-1 0 0 0,0 0 0 0 0,-1 1 0 0 0,1-1 0 0 0,-1 1 0 0 0,1-1-1 0 0,-4-2 1 0 0,3 4-291 0 0,1 0-1 0 0,0 0 0 0 0,0 1 0 0 0,-1-1 0 0 0,1 1 1 0 0,0-1-1 0 0,-1 1 0 0 0,1-1 0 0 0,0 1 1 0 0,-1 0-1 0 0,1 0 0 0 0,0 0 0 0 0,-1 0 0 0 0,1 0 1 0 0,-1 0-1 0 0,1 0 0 0 0,0 0 0 0 0,-1 0 0 0 0,1 1 1 0 0,-3 0-1 0 0,-25 10 371 0 0,6 2-302 0 0,0 1 0 0 0,1 1-1 0 0,1 0 1 0 0,1 2 0 0 0,0 0 0 0 0,1 1 0 0 0,1 2 0 0 0,1-1 0 0 0,0 2 0 0 0,-26 44-1 0 0,41-61-118 0 0,0-1-1 0 0,0 1 0 0 0,1-1 0 0 0,-1 1 1 0 0,1 0-1 0 0,0 0 0 0 0,0 0 1 0 0,0 0-1 0 0,1 0 0 0 0,-1 0 0 0 0,1 0 1 0 0,0 6-1 0 0,1-8-5 0 0,-1 0 1 0 0,1-1-1 0 0,-1 1 1 0 0,1 0-1 0 0,0 0 1 0 0,0 0-1 0 0,0-1 1 0 0,0 1-1 0 0,0 0 1 0 0,0-1-1 0 0,0 1 1 0 0,0-1-1 0 0,1 1 1 0 0,-1-1-1 0 0,0 1 1 0 0,1-1-1 0 0,0 0 0 0 0,-1 0 1 0 0,1 0-1 0 0,0 0 1 0 0,-1 0-1 0 0,1 0 1 0 0,0 0-1 0 0,0-1 1 0 0,0 1-1 0 0,3 0 1 0 0,4 1-85 0 0,0-1 0 0 0,1 0 0 0 0,-1-1-1 0 0,0 0 1 0 0,1 0 0 0 0,-1-1 0 0 0,0 0 0 0 0,0 0 0 0 0,0-1 0 0 0,0-1 0 0 0,0 1 0 0 0,0-1 0 0 0,0-1 0 0 0,11-6 0 0 0,-2 0-91 0 0,0-1-1 0 0,0 0 1 0 0,-1-2 0 0 0,0 0 0 0 0,18-19 0 0 0,-21 16 548 0 0,0-1 0 0 0,15-23 0 0 0,-18 22 585 0 0,2 1-1 0 0,17-18 1 0 0,-29 34-920 0 0,2 18 70 0 0,-149 452 2772 0 0,35-133-2192 0 0,102-305-671 0 0,-18 65-868 0 0,12-33-3055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01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56 263 1932 0 0,'8'-53'9262'0'0,"0"-56"1"0"0,-8 107-8494 0 0,-2 2-750 0 0,1 1 0 0 0,0-1-1 0 0,0 1 1 0 0,0 0 0 0 0,0 0 0 0 0,0-1 0 0 0,0 1 0 0 0,0 0-1 0 0,1 0 1 0 0,-1 0 0 0 0,0 0 0 0 0,0 0 0 0 0,1 0-1 0 0,-1 1 1 0 0,0-1 0 0 0,1 0 0 0 0,-1 2 0 0 0,-10 23 80 0 0,10-25-88 0 0,-9 27 18 0 0,1-1-1 0 0,1 1 0 0 0,-5 35 1 0 0,11-56-24 0 0,1 1 0 0 0,1-1 0 0 0,-1 1 0 0 0,1-1 0 0 0,0 1 0 0 0,1 0 0 0 0,0-1 0 0 0,0 0 0 0 0,1 1 0 0 0,0-1 1 0 0,0 0-1 0 0,1 1 0 0 0,-1-2 0 0 0,2 1 0 0 0,-1 0 0 0 0,1 0 0 0 0,7 9 0 0 0,-7-12-78 0 0,0 0 0 0 0,1 0 0 0 0,-1-1 0 0 0,1 1 0 0 0,0-1 0 0 0,0 0-1 0 0,0-1 1 0 0,0 1 0 0 0,0-1 0 0 0,1 0 0 0 0,-1-1 0 0 0,1 1 0 0 0,-1-1 0 0 0,1 0 0 0 0,-1 0 0 0 0,1-1 0 0 0,0 1 0 0 0,0-1-1 0 0,-1-1 1 0 0,1 1 0 0 0,0-1 0 0 0,6-1 0 0 0,-1-1-169 0 0,0 1 0 0 0,-1-2 0 0 0,1 1 0 0 0,-1-2-1 0 0,0 1 1 0 0,0-1 0 0 0,-1-1 0 0 0,1 1 0 0 0,-1-2 0 0 0,14-12 0 0 0,-8 4 22 0 0,-1-1 0 0 0,0-1 0 0 0,-2 0 0 0 0,0-1 0 0 0,-1-1 0 0 0,13-27 0 0 0,-3-4 902 0 0,20-70 0 0 0,-18 36 775 0 0,-22 82-1432 0 0,0 6-20 0 0,-1-1-1 0 0,1 0 1 0 0,-1 1 0 0 0,0-1 0 0 0,0 1 0 0 0,-1-1 0 0 0,0 7-1 0 0,0-8 0 0 0,-13 96 52 0 0,-5 39 173 0 0,17-115-351 0 0,2-1 1 0 0,0 1-1 0 0,1-1 0 0 0,6 29 0 0 0,-7-45-138 0 0,2 0 0 0 0,-1 0-1 0 0,0 0 1 0 0,1 0-1 0 0,0 0 1 0 0,0 0 0 0 0,1 0-1 0 0,-1-1 1 0 0,1 1-1 0 0,0-1 1 0 0,0 0 0 0 0,1 0-1 0 0,-1 0 1 0 0,1 0 0 0 0,0-1-1 0 0,7 7 1 0 0,-6-8-448 0 0,1 1 0 0 0,-1 0 0 0 0,0-1 1 0 0,0 0-1 0 0,1 0 0 0 0,-1-1 0 0 0,1 1 1 0 0,0-1-1 0 0,10 0 0 0 0,9 0-3944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02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231 199 496 0 0,'5'-7'1007'0'0,"0"0"0"0"0,-1 0 0 0 0,1 0 0 0 0,-1-1 0 0 0,-1 1 0 0 0,1-1-1 0 0,-2 0 1 0 0,1 0 0 0 0,-1 0 0 0 0,2-11 0 0 0,-3 14-582 0 0,-1-1 1 0 0,1 0-1 0 0,-1 1 0 0 0,0-1 0 0 0,-1 0 1 0 0,1 1-1 0 0,-1-1 0 0 0,0 1 1 0 0,-1-1-1 0 0,1 1 0 0 0,-1 0 0 0 0,0-1 1 0 0,0 1-1 0 0,-1 0 0 0 0,1 0 0 0 0,-5-4 1 0 0,6 8-392 0 0,1 0 1 0 0,-1 0 0 0 0,0 1 0 0 0,0-1-1 0 0,0 0 1 0 0,0 1 0 0 0,0-1 0 0 0,0 1-1 0 0,0-1 1 0 0,-1 1 0 0 0,1 0-1 0 0,0-1 1 0 0,0 1 0 0 0,0 0 0 0 0,0 0-1 0 0,0 0 1 0 0,-1 0 0 0 0,1 0 0 0 0,0 0-1 0 0,0 0 1 0 0,-1 0 0 0 0,-26 7 187 0 0,18-2-180 0 0,-1 0 0 0 0,1 1 0 0 0,1 0 0 0 0,-1 1 0 0 0,1 0 0 0 0,0 1 0 0 0,-10 10 0 0 0,5-3-18 0 0,1 0 0 0 0,1 1 0 0 0,-15 23 1 0 0,-3 16 15 0 0,28-50-31 0 0,-1 1 0 0 0,1 0 1 0 0,0 0-1 0 0,0 1 0 0 0,1-1 1 0 0,0 0-1 0 0,-1 9 0 0 0,2-13-8 0 0,0-1-1 0 0,0 1 1 0 0,0 0-1 0 0,0 0 0 0 0,1-1 1 0 0,-1 1-1 0 0,1 0 1 0 0,-1 0-1 0 0,1-1 1 0 0,-1 1-1 0 0,1 0 1 0 0,0-1-1 0 0,0 1 1 0 0,0-1-1 0 0,0 1 1 0 0,0-1-1 0 0,0 1 0 0 0,0-1 1 0 0,0 0-1 0 0,0 0 1 0 0,1 1-1 0 0,-1-1 1 0 0,1 0-1 0 0,-1 0 1 0 0,1 0-1 0 0,-1-1 1 0 0,2 2-1 0 0,1-1-66 0 0,0 0 0 0 0,0 0 0 0 0,0 0 1 0 0,0-1-1 0 0,0 1 0 0 0,-1-1 0 0 0,1 0 0 0 0,0 0 0 0 0,0 0 0 0 0,0-1 1 0 0,5-1-1 0 0,2-1-132 0 0,0 0-1 0 0,-1-1 1 0 0,1 0 0 0 0,-1-1 0 0 0,0 0-1 0 0,0-1 1 0 0,0 0 0 0 0,11-10 0 0 0,9-9 620 0 0,27-31 0 0 0,-36 35 849 0 0,-20 20-1246 0 0,0 0-1 0 0,0 0 1 0 0,0 0-1 0 0,0 0 0 0 0,0 0 1 0 0,0 0-1 0 0,0 0 1 0 0,0 0-1 0 0,0 0 1 0 0,0 1-1 0 0,1-1 1 0 0,-1 0-1 0 0,0 1 1 0 0,1-1-1 0 0,-1 1 0 0 0,0 0 1 0 0,1-1-1 0 0,-1 1 1 0 0,1 0-1 0 0,-1 0 1 0 0,0 0-1 0 0,1 0 1 0 0,-1 0-1 0 0,3 0 1 0 0,-4 1-23 0 0,1 1 0 0 0,-1-1 0 0 0,1 0 1 0 0,-1 0-1 0 0,1 1 0 0 0,-1-1 0 0 0,0 0 0 0 0,0 1 1 0 0,0-1-1 0 0,0 0 0 0 0,0 1 0 0 0,0-1 1 0 0,0 0-1 0 0,-1 3 0 0 0,1-1 7 0 0,-1 30-76 0 0,1 38 267 0 0,1-65-362 0 0,0-1 0 0 0,-1 0-1 0 0,2 1 1 0 0,-1-1 0 0 0,0 0 0 0 0,1 0 0 0 0,0 0 0 0 0,1 0 0 0 0,-1 0 0 0 0,5 6 0 0 0,-5-8-318 0 0,1-1 0 0 0,0 0 0 0 0,0 1 0 0 0,0-1 0 0 0,0 0-1 0 0,0-1 1 0 0,0 1 0 0 0,0 0 0 0 0,1-1 0 0 0,-1 0 0 0 0,0 0 0 0 0,1 0 0 0 0,-1 0 0 0 0,1 0 0 0 0,0-1-1 0 0,-1 1 1 0 0,1-1 0 0 0,-1 0 0 0 0,1 0 0 0 0,0-1 0 0 0,-1 1 0 0 0,1-1 0 0 0,4-1 0 0 0,14-4-4487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02.4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263 165 476 0 0,'6'-161'21250'0'0,"-6"161"-21239"0"0,0 0 0 0 0,0 0 0 0 0,0 0 0 0 0,0 0 0 0 0,0 0 1 0 0,0 0-1 0 0,0 0 0 0 0,0 0 0 0 0,0-1 0 0 0,0 1 0 0 0,0 0 0 0 0,0 0 0 0 0,0 0 0 0 0,0 0 0 0 0,0 0 0 0 0,0 0 1 0 0,0 0-1 0 0,0 0 0 0 0,0-1 0 0 0,0 1 0 0 0,0 0 0 0 0,0 0 0 0 0,0 0 0 0 0,0 0 0 0 0,0 0 0 0 0,0 0 1 0 0,0 0-1 0 0,0-1 0 0 0,0 1 0 0 0,0 0 0 0 0,0 0 0 0 0,0 0 0 0 0,0 0 0 0 0,0 0 0 0 0,0 0 0 0 0,0 0 0 0 0,-1 0 1 0 0,1 0-1 0 0,0 0 0 0 0,0-1 0 0 0,0 1 0 0 0,0 0 0 0 0,0 0 0 0 0,0 0 0 0 0,0 0 0 0 0,0 0 0 0 0,0 0 0 0 0,-1 0 1 0 0,1 0-1 0 0,0 0 0 0 0,0 0 0 0 0,0 0 0 0 0,0 0 0 0 0,0 0 0 0 0,0 0 0 0 0,0 0 0 0 0,-1 0 0 0 0,1 0 1 0 0,0 0-1 0 0,0 0 0 0 0,0 0 0 0 0,0 0 0 0 0,0 0 0 0 0,0 0 0 0 0,0 0 0 0 0,-1 1 0 0 0,-5 9 216 0 0,-7 17 18 0 0,-55 202 2460 0 0,35-107-2015 0 0,-10 18-210 0 0,-46 173-908 0 0,89-310 252 0 0,-4 11-677 0 0,1 1-1 0 0,1-1 1 0 0,-1 22-1 0 0,3-32 314 0 0,0 0 0 0 0,1 0-1 0 0,-1-1 1 0 0,1 1-1 0 0,0 0 1 0 0,0 0 0 0 0,2 5-1 0 0,-2-7-123 0 0,0 0 0 0 0,1 0 0 0 0,-1 0 0 0 0,0 0 1 0 0,1-1-1 0 0,-1 1 0 0 0,1 0 0 0 0,-1-1 0 0 0,1 1 0 0 0,0-1 0 0 0,0 1 0 0 0,0-1 0 0 0,3 2 0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02.6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1 173 284 0 0,'19'-41'7758'0'0,"-1"-1"-1"0"0,13-48 980 0 0,-26 100-8194 0 0,-7 19-70 0 0,-1 0-1 0 0,-12 48 1 0 0,-3 27-1078 0 0,16-91-394 0 0,2 1-1 0 0,-1-1 1 0 0,2 1-1 0 0,0-1 1 0 0,4 23-1 0 0,-4-32 530 0 0,0-1 0 0 0,0 0 0 0 0,0 0 1 0 0,1 0-1 0 0,-1 1 0 0 0,1-1 0 0 0,0-1 0 0 0,0 1 0 0 0,0 0 0 0 0,3 3 0 0 0,-4-5-172 0 0,1 1 0 0 0,0-1 0 0 0,-1 1 0 0 0,1-1 0 0 0,0 0 1 0 0,0 0-1 0 0,0 1 0 0 0,0-1 0 0 0,4 1 0 0 0,9 0-5261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03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0 266 2520 0 0,'37'-75'12097'0'0,"-17"31"-5485"0"0,-19 43-6205 0 0,0-3 474 0 0,0 12-693 0 0,-16 47 406 0 0,8-33-471 0 0,1 0 0 0 0,0 0 0 0 0,2 1 0 0 0,1-1 0 0 0,1 1 0 0 0,1 31 0 0 0,1-52-114 0 0,0-1 0 0 0,0 1 0 0 0,0-1 0 0 0,0 1 0 0 0,1-1 0 0 0,-1 1 0 0 0,1-1 0 0 0,-1 0 1 0 0,1 1-1 0 0,0-1 0 0 0,-1 0 0 0 0,1 1 0 0 0,0-1 0 0 0,0 0 0 0 0,0 0 0 0 0,0 1 1 0 0,0-1-1 0 0,0 0 0 0 0,0 0 0 0 0,0 0 0 0 0,3 1 0 0 0,-2-1 3 0 0,1 0-1 0 0,-1 0 1 0 0,1-1 0 0 0,-1 1-1 0 0,1 0 1 0 0,0-1 0 0 0,-1 1-1 0 0,1-1 1 0 0,0 0 0 0 0,-1 0-1 0 0,4-1 1 0 0,3 0 9 0 0,0 0 1 0 0,-1-1-1 0 0,1-1 0 0 0,-1 1 0 0 0,0-1 1 0 0,13-7-1 0 0,-12 4-13 0 0,1 0-1 0 0,-1-1 1 0 0,-1 0 0 0 0,0 0-1 0 0,0-1 1 0 0,0 0 0 0 0,-1 0-1 0 0,0-1 1 0 0,10-18 0 0 0,-8 13-20 0 0,-2-1 1 0 0,0 0-1 0 0,-1 0 0 0 0,0 0 1 0 0,7-33-1 0 0,-12 39 0 0 0,1-2 0 0 0,-2 1-1 0 0,1 0 1 0 0,-1 0 0 0 0,-1 0-1 0 0,0 0 1 0 0,0 0 0 0 0,-4-11 0 0 0,4 15-5 0 0,-1 1 0 0 0,0 0 0 0 0,0-1 0 0 0,0 1 0 0 0,-1 0 0 0 0,1 0 0 0 0,-1 0 1 0 0,0 1-1 0 0,-1-1 0 0 0,1 1 0 0 0,-1 0 0 0 0,0-1 0 0 0,0 2 0 0 0,0-1 0 0 0,-10-6 1 0 0,11 8-40 0 0,-1 1 0 0 0,1 0 1 0 0,-1 0-1 0 0,1 0 0 0 0,-1 0 1 0 0,0 1-1 0 0,1-1 1 0 0,-1 1-1 0 0,0 0 0 0 0,1 0 1 0 0,-1 0-1 0 0,0 0 1 0 0,1 1-1 0 0,-1 0 0 0 0,0 0 1 0 0,1 0-1 0 0,-1 0 1 0 0,1 0-1 0 0,0 0 0 0 0,-4 3 1 0 0,-2 0-414 0 0,1 1 0 0 0,-1 0 0 0 0,1 1 0 0 0,0 0 0 0 0,1 0 0 0 0,-10 10 0 0 0,11-9-256 0 0,0 0 0 0 0,0 1-1 0 0,1-1 1 0 0,-8 16 0 0 0,11-19-21 0 0,0 0 1 0 0,0 1 0 0 0,1-1 0 0 0,-1 1 0 0 0,1-1-1 0 0,0 1 1 0 0,0 0 0 0 0,1-1 0 0 0,-1 1-1 0 0,1 0 1 0 0,0 6 0 0 0,3 1-4107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03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77 2288 0 0,'3'-16'5411'0'0,"2"-7"-175"0"0,-5 21-4524 0 0,2-3 39 0 0,-2 5-736 0 0,0 0 1 0 0,0 0-1 0 0,0 0 0 0 0,0 0 0 0 0,0 0 0 0 0,0 0 0 0 0,0 0 0 0 0,0 0 1 0 0,0 0-1 0 0,0 0 0 0 0,0 0 0 0 0,0 0 0 0 0,0 0 0 0 0,0 0 0 0 0,0 0 1 0 0,1 0-1 0 0,-1 0 0 0 0,0 0 0 0 0,0 0 0 0 0,0 0 0 0 0,0 0 0 0 0,0 0 0 0 0,0 0 1 0 0,0 0-1 0 0,0 0 0 0 0,0 0 0 0 0,0 0 0 0 0,0 0 0 0 0,0 0 0 0 0,0 0 1 0 0,0 0-1 0 0,0 0 0 0 0,1 0 0 0 0,-1 0 0 0 0,0 0 0 0 0,0 0 0 0 0,0 0 1 0 0,0 0-1 0 0,0 0 0 0 0,0 0 0 0 0,0 0 0 0 0,0 0 0 0 0,0 0 0 0 0,0 0 1 0 0,0 0-1 0 0,0 0 0 0 0,0 0 0 0 0,0-1 0 0 0,0 1 0 0 0,0 0 0 0 0,0 0 0 0 0,0 0 1 0 0,0 0-1 0 0,0 0 0 0 0,0 0 0 0 0,2 18 630 0 0,-1 1-1 0 0,-1 0 1 0 0,-1-1 0 0 0,0 1-1 0 0,-7 29 1 0 0,6-36-480 0 0,-7 31 575 0 0,-1-1 0 0 0,-26 63-1 0 0,32-95-516 0 0,4-9-184 0 0,0 0 0 0 0,0-1 0 0 0,0 1 0 0 0,0 0 0 0 0,0-1 1 0 0,0 1-1 0 0,-1 0 0 0 0,1-1 0 0 0,0 1 0 0 0,-1 0 0 0 0,1-1 0 0 0,0 1 1 0 0,-1 0-1 0 0,1-1 0 0 0,0 1 0 0 0,-1-1 0 0 0,1 1 0 0 0,-1-1 0 0 0,0 1 1 0 0,1-1-1 0 0,-1 1 0 0 0,1-1 0 0 0,-1 1 0 0 0,1-1 0 0 0,-1 0 0 0 0,0 1 1 0 0,1-1-1 0 0,-1 0 0 0 0,0 0 0 0 0,1 0 0 0 0,-1 1 0 0 0,0-1 1 0 0,0 0-1 0 0,1 0 0 0 0,-1 0 0 0 0,0 0 0 0 0,1 0 0 0 0,-1 0 0 0 0,0 0 1 0 0,0-1-1 0 0,-1 1 0 0 0,2-1-35 0 0,-1 1-1 0 0,1-1 1 0 0,0 0 0 0 0,-1 0 0 0 0,1 1 0 0 0,0-1-1 0 0,-1 0 1 0 0,1 0 0 0 0,0 0 0 0 0,0 1-1 0 0,0-1 1 0 0,-1 0 0 0 0,1 0 0 0 0,0 0 0 0 0,0 0-1 0 0,0 1 1 0 0,0-1 0 0 0,1-1 0 0 0,-1-10-51 0 0,1 1-1 0 0,1-1 1 0 0,0 1 0 0 0,1 0-1 0 0,0 0 1 0 0,5-14 0 0 0,3 1-97 0 0,20-36 0 0 0,-19 39 96 0 0,2 0-1 0 0,0 2 0 0 0,1 0 1 0 0,1 0-1 0 0,20-16 1 0 0,-28 27 24 0 0,0 1 0 0 0,1 0 0 0 0,0 1 0 0 0,0 0 1 0 0,0 0-1 0 0,1 1 0 0 0,0 0 0 0 0,0 1 0 0 0,1 0 0 0 0,-1 0 0 0 0,1 1 0 0 0,-1 1 1 0 0,17-2-1 0 0,-23 3 18 0 0,0 1 0 0 0,0 1 0 0 0,0-1 0 0 0,0 0 0 0 0,-1 1-1 0 0,1 0 1 0 0,0 0 0 0 0,-1 0 0 0 0,1 1 0 0 0,0-1 0 0 0,-1 1 0 0 0,0-1 0 0 0,1 1 0 0 0,-1 0 0 0 0,0 1 0 0 0,0-1 0 0 0,0 1 0 0 0,0-1 0 0 0,0 1 0 0 0,-1 0 0 0 0,1 0 0 0 0,-1 0 0 0 0,0 0 0 0 0,0 0 0 0 0,0 0 0 0 0,2 6 0 0 0,-1-2 16 0 0,0 1 1 0 0,0-1-1 0 0,-1 1 1 0 0,0-1-1 0 0,-1 1 1 0 0,0 0-1 0 0,0 0 0 0 0,0 0 1 0 0,-1-1-1 0 0,-1 1 1 0 0,-1 16-1 0 0,-8 25 107 0 0,-11 60-4663 0 0,21-108 4423 0 0,0 0 0 0 0,0-1 0 0 0,0 1 0 0 0,0 0 0 0 0,1 0 0 0 0,-1 0-1 0 0,0 0 1 0 0,0-1 0 0 0,0 1 0 0 0,1 0 0 0 0,-1 0 0 0 0,0-1 0 0 0,1 1-1 0 0,-1 0 1 0 0,1 0 0 0 0,-1-1 0 0 0,1 1 0 0 0,-1 0 0 0 0,1-1 0 0 0,-1 1 0 0 0,1-1-1 0 0,0 1 1 0 0,-1-1 0 0 0,1 1 0 0 0,0-1 0 0 0,-1 1 0 0 0,1-1 0 0 0,0 0 0 0 0,1 1-1 0 0,23 6-2030 0 0,-15-8 1312 0 0,-1 1-1 0 0,1-1 1 0 0,-1-1 0 0 0,0 0 0 0 0,0 0 0 0 0,1-1 0 0 0,14-7-1 0 0,7-1-1893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03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211 200 3916 0 0,'21'-16'1692'0'0,"-1"-1"-1"0"0,0-1 0 0 0,-2-1 1 0 0,0 0-1 0 0,22-33 1 0 0,-26 24 45 0 0,-14 27-1681 0 0,0 0 1 0 0,1 0 0 0 0,-1 0 0 0 0,0 0-1 0 0,0 0 1 0 0,0 0 0 0 0,0 0-1 0 0,0-1 1 0 0,0 1 0 0 0,0 0-1 0 0,0 0 1 0 0,0 0 0 0 0,0 0-1 0 0,-1 0 1 0 0,1 0 0 0 0,0 0-1 0 0,-1 0 1 0 0,1 0 0 0 0,-1 0-1 0 0,1 0 1 0 0,-1 0 0 0 0,0 0 0 0 0,0-1-1 0 0,-1 1-26 0 0,1 0 1 0 0,0 1-1 0 0,-1-1 0 0 0,1 1 0 0 0,-1-1 0 0 0,1 1 0 0 0,-1 0 1 0 0,1 0-1 0 0,-1 0 0 0 0,0 0 0 0 0,1 0 0 0 0,-1 0 0 0 0,1 0 1 0 0,-1 0-1 0 0,1 0 0 0 0,-1 1 0 0 0,1-1 0 0 0,-3 1 0 0 0,-26 10 286 0 0,22-9-265 0 0,1 2 0 0 0,0-1 0 0 0,0 1 1 0 0,0 0-1 0 0,0 1 0 0 0,1-1 0 0 0,0 1 0 0 0,0 1 0 0 0,-8 8 1 0 0,11-11-42 0 0,1 0 0 0 0,0 0 0 0 0,0 0 0 0 0,0 0 0 0 0,1 1 0 0 0,-1-1 0 0 0,1 0 0 0 0,0 1 0 0 0,0 0 0 0 0,0-1 0 0 0,0 1 0 0 0,0 0 0 0 0,1-1 0 0 0,0 1 0 0 0,0 0 0 0 0,0-1 0 0 0,0 1 0 0 0,0 0 0 0 0,1 0 0 0 0,0-1 0 0 0,-1 1 0 0 0,3 3 0 0 0,11 32-350 0 0,-8-25 825 0 0,-1 0 1 0 0,0 0-1 0 0,-1 1 0 0 0,4 22 0 0 0,-8-32-307 0 0,0-1 0 0 0,0 0 0 0 0,0 1 0 0 0,0-1 1 0 0,-1 0-1 0 0,0 1 0 0 0,1-1 0 0 0,-2 0 0 0 0,1 0 0 0 0,0 0 0 0 0,-1 0 0 0 0,0 0 1 0 0,0 0-1 0 0,0 0 0 0 0,0-1 0 0 0,-1 1 0 0 0,1-1 0 0 0,-1 1 0 0 0,0-1 0 0 0,-5 4 1 0 0,5-3-215 0 0,-1-1 0 0 0,0 0 0 0 0,0 0 0 0 0,0-1 0 0 0,0 1 1 0 0,0-1-1 0 0,-1 0 0 0 0,1 0 0 0 0,-1 0 0 0 0,1-1 0 0 0,-1 0 1 0 0,0 0-1 0 0,0 0 0 0 0,1 0 0 0 0,-1-1 0 0 0,0 1 0 0 0,-7-2 1 0 0,5 0-660 0 0,1 0 1 0 0,-1-1-1 0 0,1 1 1 0 0,-1-2-1 0 0,1 1 1 0 0,0-1-1 0 0,0 0 1 0 0,0 0 0 0 0,0 0-1 0 0,0-1 1 0 0,1 0-1 0 0,-7-6 1 0 0,-7-7-4293 0 0,-2-4-2569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03.9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68 2568 0 0,'-56'-53'21689'0'0,"49"46"-20833"0"0,5 6-456 0 0,-6-6-1863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04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1 3984 0 0,'-164'33'14793'0'0,"152"-28"-12983"0"0,30-4-1023 0 0,-9-1-821 0 0,274-9-1118 0 0,-28 1-3978 0 0,-155 8 142 0 0,0-2-2678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05.5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442 305 312 0 0,'0'0'3754'0'0,"7"-12"435"0"0,4-11-2038 0 0,0-1-1 0 0,-2 1 0 0 0,8-29 1 0 0,-15 44-2027 0 0,0 1 0 0 0,-1-1 0 0 0,0 0 1 0 0,0 0-1 0 0,-1 0 0 0 0,0 0 0 0 0,0 0 1 0 0,0 0-1 0 0,-1 0 0 0 0,-1 0 0 0 0,1 1 1 0 0,-1-1-1 0 0,0 0 0 0 0,-6-12 0 0 0,6 17-116 0 0,1 1 0 0 0,-1-1-1 0 0,0 0 1 0 0,1 1-1 0 0,-1-1 1 0 0,0 1-1 0 0,0 0 1 0 0,-1 0 0 0 0,1 0-1 0 0,0 0 1 0 0,-1 0-1 0 0,1 0 1 0 0,-1 0-1 0 0,0 1 1 0 0,0 0 0 0 0,1-1-1 0 0,-5 0 1 0 0,3 1-11 0 0,0 0-1 0 0,-1 1 1 0 0,1 0 0 0 0,0 0 0 0 0,0 0 0 0 0,0 0 0 0 0,0 0 0 0 0,0 1-1 0 0,0 0 1 0 0,0 0 0 0 0,-6 2 0 0 0,-4 3-9 0 0,1 1 0 0 0,0 0 0 0 0,1 0 0 0 0,0 2 0 0 0,0-1-1 0 0,-14 14 1 0 0,-11 12 5 0 0,2 2 0 0 0,-53 69 0 0 0,67-76 10 0 0,1 2 1 0 0,2 0 0 0 0,1 1-1 0 0,-22 54 1 0 0,37-79 3 0 0,-1 1-1 0 0,1-1 1 0 0,1 0 0 0 0,-1 0-1 0 0,1 1 1 0 0,1-1 0 0 0,-1 1 0 0 0,1-1-1 0 0,1 1 1 0 0,-1-1 0 0 0,2 9-1 0 0,-1-13 0 0 0,0 0 0 0 0,0 1 0 0 0,1-1 1 0 0,-1 0-1 0 0,1 0 0 0 0,-1 0 0 0 0,1 0 0 0 0,0 0 0 0 0,0-1 0 0 0,0 1 0 0 0,1-1 0 0 0,-1 1 0 0 0,1-1 0 0 0,-1 0 0 0 0,1 0 0 0 0,0 0 0 0 0,-1 0 0 0 0,1 0 1 0 0,0 0-1 0 0,1-1 0 0 0,-1 0 0 0 0,0 0 0 0 0,0 1 0 0 0,0-2 0 0 0,1 1 0 0 0,3 0 0 0 0,6 1 3 0 0,-1-1 0 0 0,0 0 0 0 0,1-1 0 0 0,-1 0 0 0 0,0-1 0 0 0,1-1 0 0 0,-1 0 1 0 0,0 0-1 0 0,0-1 0 0 0,0-1 0 0 0,-1 0 0 0 0,1-1 0 0 0,-1 0 0 0 0,0 0 0 0 0,0-1 0 0 0,13-11 0 0 0,-9 6-8 0 0,0-1-1 0 0,-1-1 1 0 0,-1 0 0 0 0,0-1-1 0 0,-1-1 1 0 0,0 0 0 0 0,-1 0-1 0 0,-1-1 1 0 0,16-34 0 0 0,18-67 320 0 0,-24 59 433 0 0,-15 41-639 0 0,-2 6-116 0 0,-4 20 28 0 0,-21 130 67 0 0,21-121-176 0 0,0 0-1 0 0,2 0 0 0 0,-1 0 1 0 0,2 0-1 0 0,8 34 0 0 0,-8-45-290 0 0,0-1 0 0 0,0 0 0 0 0,1 0 0 0 0,0 0 0 0 0,0 0 0 0 0,1-1 0 0 0,5 8 0 0 0,-6-10-231 0 0,-1 0 1 0 0,1 0-1 0 0,-1-1 1 0 0,1 1-1 0 0,0-1 1 0 0,0 0-1 0 0,0 0 1 0 0,0 0-1 0 0,0 0 0 0 0,1 0 1 0 0,-1-1-1 0 0,1 1 1 0 0,-1-1-1 0 0,6 1 1 0 0,6 0-4906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06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1 181 1760 0 0,'9'-29'5497'0'0,"6"-33"0"0"0,4-14-212 0 0,-18 76-5265 0 0,-1-1-1 0 0,1 0 1 0 0,-1 0 0 0 0,1 0 0 0 0,-1 0-1 0 0,1 0 1 0 0,0 1 0 0 0,-1-1 0 0 0,1 0-1 0 0,0 1 1 0 0,0-1 0 0 0,0 0 0 0 0,0 1-1 0 0,-1-1 1 0 0,1 1 0 0 0,0-1 0 0 0,0 1-1 0 0,0 0 1 0 0,0-1 0 0 0,0 1-1 0 0,0 0 1 0 0,0 0 0 0 0,0-1 0 0 0,0 1-1 0 0,0 0 1 0 0,0 0 0 0 0,1 0 0 0 0,-1 0-1 0 0,0 1 1 0 0,0-1 0 0 0,0 0 0 0 0,0 0-1 0 0,0 1 1 0 0,0-1 0 0 0,0 0-1 0 0,1 1 1 0 0,3 1-6 0 0,-1 0 0 0 0,1 0-1 0 0,0 0 1 0 0,0 1-1 0 0,6 4 1 0 0,-4-1 3 0 0,-1 1 0 0 0,1-1 0 0 0,-1 1 0 0 0,0 1 0 0 0,-1-1-1 0 0,0 1 1 0 0,0 0 0 0 0,0 0 0 0 0,-1 0 0 0 0,-1 1 0 0 0,1-1 0 0 0,-1 1 0 0 0,-1 0-1 0 0,1 0 1 0 0,-2 0 0 0 0,1 0 0 0 0,-1 1 0 0 0,-1 15 0 0 0,0-10 133 0 0,-1 0 0 0 0,0-1 1 0 0,-1 1-1 0 0,-1-1 0 0 0,-1 0 0 0 0,0 0 0 0 0,0 0 1 0 0,-1 0-1 0 0,-1-1 0 0 0,-1 0 0 0 0,-9 16 1 0 0,-29 37 2373 0 0,44-66-2487 0 0,1 1 0 0 0,0 0 1 0 0,-1-1-1 0 0,1 1 0 0 0,-1-1 1 0 0,1 1-1 0 0,-1-1 0 0 0,0 1 0 0 0,1-1 1 0 0,-1 1-1 0 0,1-1 0 0 0,-1 0 0 0 0,0 1 1 0 0,1-1-1 0 0,-1 0 0 0 0,0 1 1 0 0,1-1-1 0 0,-1 0 0 0 0,0 0 0 0 0,0 0 1 0 0,1 0-1 0 0,-1 0 0 0 0,0 0 1 0 0,0 0-1 0 0,1 0 0 0 0,-1 0 0 0 0,0 0 1 0 0,0 0-1 0 0,1 0 0 0 0,-1 0 1 0 0,0-1-1 0 0,1 1 0 0 0,-1 0 0 0 0,0 0 1 0 0,0-1-1 0 0,0 0-34 0 0,1 0-1 0 0,0 0 1 0 0,0 1 0 0 0,-1-1-1 0 0,1 0 1 0 0,0 0-1 0 0,0 0 1 0 0,0 0 0 0 0,0 1-1 0 0,0-1 1 0 0,0 0 0 0 0,0 0-1 0 0,0 0 1 0 0,0 0 0 0 0,0 1-1 0 0,1-1 1 0 0,-1 0 0 0 0,1-1-1 0 0,-1 2-1 0 0,2-9-71 0 0,1 0 1 0 0,1 0-1 0 0,-1 0 1 0 0,1 1 0 0 0,1 0-1 0 0,0 0 1 0 0,6-9 0 0 0,45-50-226 0 0,-40 49 237 0 0,116-113-280 0 0,-50 54 231 0 0,-32 30-50 0 0,-49 46 110 0 0,-2 3-7 0 0,-1 0 47 0 0,1-1 1 0 0,0 1-1 0 0,-1 0 0 0 0,1-1 1 0 0,-1 1-1 0 0,0-1 0 0 0,-3 3 1 0 0,-2 2-14 0 0,-17 19-7 0 0,-41 54 0 0 0,55-63 17 0 0,-1 0-1 0 0,2 1 0 0 0,0 0 0 0 0,1 0 1 0 0,-7 22-1 0 0,14-34 9 0 0,-1 1 0 0 0,1-1 0 0 0,0 1 0 0 0,0 0-1 0 0,0-1 1 0 0,1 1 0 0 0,0 0 0 0 0,0 0 0 0 0,0-1 0 0 0,1 1 0 0 0,0 0 0 0 0,2 5-1 0 0,-2-7 2 0 0,1 0 0 0 0,0 0-1 0 0,0 0 1 0 0,0-1-1 0 0,0 1 1 0 0,1-1 0 0 0,-1 0-1 0 0,1 1 1 0 0,0-1 0 0 0,0 0-1 0 0,0-1 1 0 0,0 1-1 0 0,1-1 1 0 0,-1 1 0 0 0,1-1-1 0 0,0 0 1 0 0,3 2-1 0 0,7 2-469 0 0,0-1-1 0 0,0-1 0 0 0,1 0 0 0 0,-1-1 1 0 0,1 0-1 0 0,-1-1 0 0 0,17 0 1 0 0,-5-1-2065 0 0,0-2 1 0 0,0-1-1 0 0,29-6 1 0 0,-14-1-4183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06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88 2404 0 0,'-22'-19'10977'0'0,"3"1"-4614"0"0,12 9-4475 0 0,14 6-1828 0 0,-1 1 1 0 0,1-1-1 0 0,-1 2 1 0 0,1-1-1 0 0,0 1 1 0 0,0 0-1 0 0,0 0 0 0 0,0 1 1 0 0,9 1-1 0 0,13-3 16 0 0,121-5-81 0 0,-53 4-2046 0 0,-1-7-4756 0 0,-72 3 725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06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56 224 0 0,'-43'-25'10726'0'0,"-13"-6"201"0"0,55 31-10902 0 0,0 1 0 0 0,1-1-1 0 0,-1 0 1 0 0,1 0 0 0 0,-1 0-1 0 0,0 0 1 0 0,1 0 0 0 0,-1 0-1 0 0,1 1 1 0 0,-1-1 0 0 0,1 0-1 0 0,-1 0 1 0 0,1 1 0 0 0,-1-1-1 0 0,1 1 1 0 0,-1-1 0 0 0,1 0-1 0 0,-1 1 1 0 0,1-1 0 0 0,-1 1-1 0 0,1-1 1 0 0,0 1-1 0 0,-1-1 1 0 0,1 1 0 0 0,0-1-1 0 0,-1 1 1 0 0,1-1 0 0 0,0 1-1 0 0,-1 0 1 0 0,-7 18 390 0 0,8-18-386 0 0,-13 44 239 0 0,2 1-1 0 0,3 0 1 0 0,-5 59-1 0 0,6-43-284 0 0,-1 29-1783 0 0,11-45-1734 0 0,-2-38 1425 0 0,0-1 1 0 0,1 0-1 0 0,4 13 1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07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272 60 96 0 0,'-28'-42'11645'0'0,"17"25"-8531"0"0,10 17-3081 0 0,1 0 0 0 0,-1 0 0 0 0,0 1 0 0 0,1-1 0 0 0,-1 0 1 0 0,0 0-1 0 0,1 1 0 0 0,-1-1 0 0 0,1 0 0 0 0,-1 1 0 0 0,1-1 1 0 0,-1 1-1 0 0,0-1 0 0 0,1 1 0 0 0,0-1 0 0 0,-1 1 0 0 0,1-1 0 0 0,-1 1 1 0 0,1-1-1 0 0,0 1 0 0 0,-1 0 0 0 0,1-1 0 0 0,0 1 0 0 0,0 0 1 0 0,-1-1-1 0 0,1 1 0 0 0,0 0 0 0 0,0-1 0 0 0,0 2 0 0 0,-3 26 382 0 0,1-15-39 0 0,-95 459 3127 0 0,33-248-3015 0 0,59-206-375 0 0,4-13-23 0 0,0 0-1 0 0,-1 0 0 0 0,0 0 0 0 0,-4 9 1 0 0,5-13 10 0 0,1-1-98 0 0,0-1 1 0 0,-1 1 0 0 0,1 0-1 0 0,0-1 1 0 0,0 1 0 0 0,-1-1-1 0 0,1 1 1 0 0,0-1 0 0 0,0 1 0 0 0,0-1-1 0 0,-1 1 1 0 0,1-1 0 0 0,0 1-1 0 0,0 0 1 0 0,0-1 0 0 0,0 1-1 0 0,0-1 1 0 0,0 1 0 0 0,0-1 0 0 0,0 1-1 0 0,0-1 1 0 0,0 1 0 0 0,1-1-1 0 0,-1 1 1 0 0,0-1 0 0 0,3-15 3 0 0,2-1-8 0 0,1-1 0 0 0,1 1 0 0 0,0 0 0 0 0,1 1 1 0 0,1 0-1 0 0,1 0 0 0 0,0 1 0 0 0,16-19 1 0 0,-21 29-8 0 0,0-1 1 0 0,0 2-1 0 0,0-1 1 0 0,0 0-1 0 0,1 1 1 0 0,0 0-1 0 0,0 0 1 0 0,0 1-1 0 0,0 0 1 0 0,0 0-1 0 0,1 0 0 0 0,-1 1 1 0 0,1 0-1 0 0,0 0 1 0 0,0 0-1 0 0,0 1 1 0 0,-1 0-1 0 0,1 1 1 0 0,0 0-1 0 0,0 0 1 0 0,0 0-1 0 0,0 1 1 0 0,0 0-1 0 0,12 3 1 0 0,-10-1 6 0 0,-1 0 1 0 0,1 1-1 0 0,0 0 0 0 0,-1 1 1 0 0,0 0-1 0 0,0 0 0 0 0,-1 1 1 0 0,1 0-1 0 0,-1 0 0 0 0,0 1 1 0 0,-1 0-1 0 0,0 0 0 0 0,0 0 1 0 0,0 1-1 0 0,-1 0 0 0 0,0 0 1 0 0,-1 0-1 0 0,7 16 1 0 0,-9-18 40 0 0,0-1 0 0 0,0 1 1 0 0,-1 0-1 0 0,0 0 0 0 0,0-1 1 0 0,0 1-1 0 0,0 0 1 0 0,-1 0-1 0 0,0 0 0 0 0,-1 0 1 0 0,1 0-1 0 0,-1 0 1 0 0,0 0-1 0 0,0-1 0 0 0,-1 1 1 0 0,0 0-1 0 0,0-1 0 0 0,0 1 1 0 0,-1-1-1 0 0,1 0 1 0 0,-1 0-1 0 0,-1 0 0 0 0,1 0 1 0 0,-1 0-1 0 0,0-1 0 0 0,0 1 1 0 0,0-1-1 0 0,0 0 1 0 0,-1 0-1 0 0,-9 5 0 0 0,4-3 33 0 0,0-1 0 0 0,-1 0 0 0 0,0-1-1 0 0,0 0 1 0 0,0-1 0 0 0,-1 0-1 0 0,1 0 1 0 0,-1-1 0 0 0,0-1 0 0 0,1 0-1 0 0,-1-1 1 0 0,-17-1 0 0 0,4-2 17 0 0,0 0 0 0 0,0-2 0 0 0,0 0 0 0 0,-42-16 1 0 0,64 19-185 0 0,-1 1 0 0 0,0-1 1 0 0,0 0-1 0 0,1 0 1 0 0,-1-1-1 0 0,1 1 1 0 0,-1-1-1 0 0,1 1 0 0 0,0-1 1 0 0,0 0-1 0 0,-3-5 1 0 0,5 7 25 0 0,1 0 1 0 0,0 1 0 0 0,0-1-1 0 0,-1 0 1 0 0,1 0 0 0 0,0 0-1 0 0,0 1 1 0 0,0-1 0 0 0,0 0-1 0 0,0 0 1 0 0,0 0 0 0 0,0 0-1 0 0,0 1 1 0 0,1-1 0 0 0,-1 0-1 0 0,0 0 1 0 0,0 1 0 0 0,1-1-1 0 0,-1 0 1 0 0,0 0 0 0 0,1 1-1 0 0,-1-1 1 0 0,1 0 0 0 0,0 0-1 0 0,14-16-1882 0 0,-5 10 436 0 0,-1 1 0 0 0,1 1-1 0 0,1-1 1 0 0,-1 1 0 0 0,17-4 0 0 0,-16 4-550 0 0,16-4-3286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07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310 77 2536 0 0,'6'-54'11530'0'0,"-5"32"-8262"0"0,1 35-2684 0 0,-2 9-428 0 0,1-1 0 0 0,1 0 0 0 0,1 0 1 0 0,1 0-1 0 0,0-1 0 0 0,13 35 0 0 0,-14-47-129 0 0,1 0 0 0 0,0 0 0 0 0,0-1 0 0 0,0 1 0 0 0,1-1 0 0 0,0 0 0 0 0,0 0 0 0 0,1 0 1 0 0,0-1-1 0 0,0 1 0 0 0,1-2 0 0 0,-1 1 0 0 0,1-1 0 0 0,1 0 0 0 0,-1 0 0 0 0,1-1 0 0 0,-1 0 0 0 0,1 0 0 0 0,10 2 0 0 0,-11-4-20 0 0,1 0 0 0 0,-1 0 0 0 0,0-1 0 0 0,1 0 0 0 0,-1-1 0 0 0,1 0 0 0 0,0 0 0 0 0,-1 0 0 0 0,1-1-1 0 0,-1 0 1 0 0,0-1 0 0 0,1 0 0 0 0,-1 0 0 0 0,0 0 0 0 0,0-1 0 0 0,0 0 0 0 0,0 0 0 0 0,8-6 0 0 0,-5 2-14 0 0,0-2 0 0 0,0 1 0 0 0,0-1 0 0 0,-1 0 0 0 0,0-1 0 0 0,-1 0 1 0 0,0-1-1 0 0,-1 0 0 0 0,11-20 0 0 0,-3 2 266 0 0,18-32 798 0 0,-32 59-1012 0 0,0 15 79 0 0,-1 11 118 0 0,-34 169 1819 0 0,-36 187 554 0 0,-21-5-959 0 0,78-331-1346 0 0,-2-2-1 0 0,-2 1 1 0 0,-23 40 0 0 0,31-66-162 0 0,-1 0 0 0 0,-1-1 0 0 0,-1 0 0 0 0,0 0-1 0 0,-1-1 1 0 0,-1-1 0 0 0,0 0 0 0 0,-1-1 0 0 0,-24 17 0 0 0,31-26-97 0 0,1 0 0 0 0,-1 0 0 0 0,0 0 0 0 0,0-1 0 0 0,0 0 0 0 0,-1-1 0 0 0,1 0 0 0 0,0 0 0 0 0,-1-1 0 0 0,0 0 0 0 0,1 0 0 0 0,-1-1 0 0 0,0 0 0 0 0,1-1 0 0 0,-1 0 0 0 0,1 0 0 0 0,-13-4 0 0 0,11 2-13 0 0,0-1 0 0 0,0 0 1 0 0,1 0-1 0 0,-1-1 1 0 0,1-1-1 0 0,0 1 1 0 0,0-2-1 0 0,1 1 0 0 0,0-1 1 0 0,0 0-1 0 0,1-1 1 0 0,-1 0-1 0 0,-10-16 1 0 0,11 14-49 0 0,1 0 0 0 0,0 0 0 0 0,1 0 0 0 0,0-1 0 0 0,1 0 0 0 0,0 0 0 0 0,1 0 0 0 0,0 0 0 0 0,1-1 0 0 0,0 1 0 0 0,0-1 1 0 0,1-16-1 0 0,2 13-79 0 0,1 0 1 0 0,0 1-1 0 0,1-1 1 0 0,0 0 0 0 0,1 1-1 0 0,1 0 1 0 0,0 0-1 0 0,12-23 1 0 0,1 9-251 0 0,0 0 0 0 0,1 1 0 0 0,2 1 0 0 0,1 1 0 0 0,0 1-1 0 0,2 1 1 0 0,1 1 0 0 0,28-19 0 0 0,1 4-1467 0 0,77-40 0 0 0,63-18-5638 0 0,-100 51 254 0 0,-48 22-31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07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3 119 1132 0 0,'-3'-20'18379'0'0,"5"14"-17214"0"0,28 0-752 0 0,1 0 0 0 0,56-1 1 0 0,3 0-671 0 0,-48 2-567 0 0,-16 3-487 0 0,35-8 0 0 0,-54 8 257 0 0,0 0 0 0 0,0 0 0 0 0,-1-1 1 0 0,1 0-1 0 0,0 0 0 0 0,-1 0 0 0 0,0-1 0 0 0,0 0 1 0 0,10-8-1 0 0,-4 0-4217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08.0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11 2832 0 0,'-42'-10'8405'0'0,"40"10"-7514"0"0,-4 2 423 0 0,5-2-1231 0 0,1 0 1 0 0,-1 0 0 0 0,0 0-1 0 0,0 0 1 0 0,1 0-1 0 0,-1 1 1 0 0,0-1 0 0 0,0 0-1 0 0,1 0 1 0 0,-1 1-1 0 0,0-1 1 0 0,0 1-1 0 0,1-1 1 0 0,-1 0 0 0 0,1 1-1 0 0,-2 0 1 0 0,-2 6 344 0 0,0-1 1 0 0,0 1 0 0 0,1 0-1 0 0,0 0 1 0 0,0 0 0 0 0,1 1-1 0 0,0-1 1 0 0,0 0 0 0 0,-1 10-1 0 0,-2 75 832 0 0,3-54-876 0 0,3 180 477 0 0,8-74-4829 0 0,-6-109 904 0 0,0-12-2638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08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470 68 784 0 0,'-19'-11'10174'0'0,"1"-13"-2153"0"0,17 22-7628 0 0,0-1 0 0 0,-1 1-1 0 0,0-1 1 0 0,1 1-1 0 0,-1 0 1 0 0,0 0 0 0 0,0 0-1 0 0,0 0 1 0 0,0 0-1 0 0,-1 0 1 0 0,1 1 0 0 0,0-1-1 0 0,-1 1 1 0 0,0-1-1 0 0,-3 0 1 0 0,4 1-359 0 0,-1 1-1 0 0,1 0 1 0 0,0 0-1 0 0,-1 0 1 0 0,1 1-1 0 0,0-1 1 0 0,-1 0-1 0 0,1 1 1 0 0,0 0-1 0 0,-1-1 1 0 0,1 1-1 0 0,0 0 1 0 0,0 0-1 0 0,-3 2 1 0 0,-28 20 121 0 0,26-18-112 0 0,-29 23-24 0 0,1 2-1 0 0,2 2 0 0 0,1 0 1 0 0,1 3-1 0 0,2 0 0 0 0,1 2 1 0 0,-28 51-1 0 0,49-77-20 0 0,1 1-1 0 0,1-1 0 0 0,0 1 1 0 0,0 0-1 0 0,-4 20 1 0 0,8-29-25 0 0,1 1 0 0 0,-1-1 0 0 0,1 0 1 0 0,0 0-1 0 0,-1 1 0 0 0,2-1 0 0 0,-1 0 0 0 0,0 1 1 0 0,1-1-1 0 0,-1 0 0 0 0,1 1 0 0 0,0-1 0 0 0,0 0 1 0 0,0 0-1 0 0,1 0 0 0 0,-1 0 0 0 0,1 0 1 0 0,0 0-1 0 0,-1 0 0 0 0,1-1 0 0 0,1 1 0 0 0,-1-1 1 0 0,0 1-1 0 0,1-1 0 0 0,-1 0 0 0 0,5 3 0 0 0,3 1-448 0 0,1 0 0 0 0,0-1 0 0 0,0 0 0 0 0,0-1 0 0 0,1 0 0 0 0,-1-1 0 0 0,1 0 0 0 0,20 1 0 0 0,-7-2-2332 0 0,0-1 1 0 0,-1-1-1 0 0,34-4 0 0 0,-14-2-4657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08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107 138 748 0 0,'-1'-7'2313'0'0,"0"-1"0"0"0,-1 1-1 0 0,1-1 1 0 0,-1 1 0 0 0,-4-9 0 0 0,4 10-1087 0 0,-1-1 1 0 0,1 0 0 0 0,1 1 0 0 0,-2-15 0 0 0,3 20-1205 0 0,1 0 0 0 0,-1 0 0 0 0,1 0 1 0 0,-1 1-1 0 0,1-1 0 0 0,-1 0 0 0 0,1 0 1 0 0,0 0-1 0 0,-1 0 0 0 0,1 1 0 0 0,0-1 0 0 0,0 0 1 0 0,0 1-1 0 0,0-1 0 0 0,-1 1 0 0 0,1-1 1 0 0,0 1-1 0 0,0-1 0 0 0,0 1 0 0 0,0 0 1 0 0,0-1-1 0 0,0 1 0 0 0,0 0 0 0 0,0 0 1 0 0,0 0-1 0 0,2 0 0 0 0,-2-1-12 0 0,51-8 61 0 0,0 3 0 0 0,0 1 1 0 0,62 4-1 0 0,-112 1-77 0 0,-1 0-1 0 0,1-1 1 0 0,-1 1-1 0 0,1 1 1 0 0,-1-1 0 0 0,1 0-1 0 0,-1 0 1 0 0,1 0 0 0 0,-1 1-1 0 0,0-1 1 0 0,1 1-1 0 0,-1-1 1 0 0,1 1 0 0 0,-1-1-1 0 0,0 1 1 0 0,0 0 0 0 0,1 0-1 0 0,-1 0 1 0 0,0 0-1 0 0,0-1 1 0 0,1 3 0 0 0,-1-2 3 0 0,-1 0 0 0 0,1 0 1 0 0,-1 0-1 0 0,0 1 0 0 0,0-1 0 0 0,0 0 1 0 0,1 0-1 0 0,-1 0 0 0 0,0 1 1 0 0,0-1-1 0 0,-1 0 0 0 0,1 0 1 0 0,0 0-1 0 0,0 1 0 0 0,-1-1 0 0 0,1 0 1 0 0,0 0-1 0 0,-1 0 0 0 0,0 2 1 0 0,-4 5-3 0 0,1-1 1 0 0,-1 0-1 0 0,0 1 1 0 0,-1-2 0 0 0,-8 9-1 0 0,-79 70 295 0 0,-127 88 0 0 0,205-162-242 0 0,10-7-4 0 0,0 0-1 0 0,0 0 1 0 0,0 1-1 0 0,0 0 1 0 0,1-1-1 0 0,-6 9 0 0 0,10-12-34 0 0,0-1 0 0 0,0 1 0 0 0,0-1-1 0 0,0 1 1 0 0,0-1 0 0 0,0 0-1 0 0,0 1 1 0 0,0-1 0 0 0,0 1 0 0 0,1-1-1 0 0,-1 1 1 0 0,0-1 0 0 0,0 0 0 0 0,1 1-1 0 0,-1-1 1 0 0,0 1 0 0 0,1-1-1 0 0,-1 0 1 0 0,0 1 0 0 0,1-1 0 0 0,-1 0-1 0 0,0 0 1 0 0,1 1 0 0 0,-1-1 0 0 0,1 0-1 0 0,-1 0 1 0 0,0 1 0 0 0,1-1 0 0 0,-1 0-1 0 0,1 0 1 0 0,-1 0 0 0 0,1 0-1 0 0,-1 0 1 0 0,1 0 0 0 0,14 5 65 0 0,17-2-15 0 0,0-1 0 0 0,0-1 0 0 0,0-2 1 0 0,34-5-1 0 0,-24 3-88 0 0,172-21-3147 0 0,-170 16-2239 0 0,51-16-1 0 0,-66 15-1185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09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55 2712 0 0,'-2'-1'3033'0'0,"-22"-5"6105"0"0,23 6-8429 0 0,-1-1 0 0 0,0 0 0 0 0,0 0 0 0 0,0 1 0 0 0,0-1 0 0 0,1 0 1 0 0,-3-2 708 0 0,0 0-709 0 0,13 0-616 0 0,0 0 0 0 0,0 0 0 0 0,1 1 1 0 0,-1 1-1 0 0,0 0 0 0 0,1 0 0 0 0,16 1 0 0 0,12-2-15 0 0,141-12-3007 0 0,-60 8-8034 0 0,-98 6 4462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09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37 2168 0 0,'-163'54'17279'0'0,"161"-53"-16958"0"0,29-1 160 0 0,11 0-249 0 0,69-8-1 0 0,55-26-4191 0 0,-57-1-4394 0 0,-71 20 2360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10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142 529 2436 0 0,'-25'-23'14368'0'0,"25"21"-14233"0"0,-1 0 0 0 0,1 0 0 0 0,-1 0 0 0 0,1 0 0 0 0,0 0 0 0 0,0 0 0 0 0,0 0 0 0 0,0 1 1 0 0,0-1-1 0 0,0 0 0 0 0,1 0 0 0 0,-1 0 0 0 0,1 0 0 0 0,-1 0 0 0 0,1 0 0 0 0,-1 0 1 0 0,1 1-1 0 0,0-1 0 0 0,0 0 0 0 0,0 0 0 0 0,0 1 0 0 0,2-3 0 0 0,35-42 1 0 0,-28 35 64 0 0,33-39-64 0 0,-7 10-51 0 0,-1-2 0 0 0,41-67 1 0 0,11-52 1385 0 0,-86 159-1480 0 0,-2 4-28 0 0,-15 21 11 0 0,1 1-1 0 0,2 0 1 0 0,0 1 0 0 0,-13 38-1 0 0,17-43 26 0 0,-59 159 313 0 0,-83 339 0 0 0,102-340-166 0 0,19-73 866 0 0,29-103-800 0 0,1 0 1 0 0,-1 0-1 0 0,0 0 1 0 0,0 0-1 0 0,0 0 0 0 0,0-1 1 0 0,0 1-1 0 0,0 0 1 0 0,0-1-1 0 0,0 1 1 0 0,-1-1-1 0 0,-2 3 0 0 0,3-3 74 0 0,-15-8 155 0 0,14 4-410 0 0,0 1 0 0 0,0 0 0 0 0,0-1 1 0 0,0 1-1 0 0,0-1 0 0 0,0 0 0 0 0,1 0 0 0 0,-1 0 0 0 0,1 0 0 0 0,0 0 0 0 0,-1 0 0 0 0,2 0 0 0 0,-1 0 0 0 0,-1-6 0 0 0,-2-44 149 0 0,5 28-184 0 0,2 1 1 0 0,0 0-1 0 0,1 0 0 0 0,1 0 0 0 0,2 0 0 0 0,0 1 0 0 0,2 0 0 0 0,0 0 1 0 0,2 1-1 0 0,0 0 0 0 0,1 1 0 0 0,23-29 0 0 0,-15 25-36 0 0,1 0 0 0 0,1 1 0 0 0,1 1 0 0 0,1 1 0 0 0,0 1 0 0 0,2 2 0 0 0,1 0 0 0 0,54-28 0 0 0,-67 41 24 0 0,-1 0 0 0 0,1 1 0 0 0,0 0 0 0 0,0 2 0 0 0,1-1 0 0 0,-1 2 0 0 0,30-2 0 0 0,-39 3 7 0 0,0 1 1 0 0,0 0-1 0 0,1 1 1 0 0,-1-1-1 0 0,0 1 1 0 0,0 0-1 0 0,0 1 1 0 0,0-1-1 0 0,0 1 1 0 0,0 0-1 0 0,0 0 1 0 0,-1 0-1 0 0,1 1 1 0 0,-1 0-1 0 0,1-1 1 0 0,-1 2-1 0 0,0-1 1 0 0,0 0-1 0 0,-1 1 1 0 0,1 0-1 0 0,-1 0 1 0 0,1 0-1 0 0,-1 0 1 0 0,-1 0-1 0 0,5 7 1 0 0,-6-8 9 0 0,0 0-1 0 0,0 0 1 0 0,0 1 0 0 0,0-1-1 0 0,0 0 1 0 0,-1 0 0 0 0,1 1 0 0 0,-1-1-1 0 0,0 0 1 0 0,0 1 0 0 0,0-1 0 0 0,0 0-1 0 0,-1 0 1 0 0,1 1 0 0 0,-3 5-1 0 0,1-4 4 0 0,0 0-1 0 0,-1 1 0 0 0,0-1 1 0 0,0 0-1 0 0,0-1 1 0 0,0 1-1 0 0,-1 0 0 0 0,-6 5 1 0 0,-2 1 11 0 0,-1 0 0 0 0,0-1 0 0 0,0-1 1 0 0,-1 0-1 0 0,-22 9 0 0 0,21-11 25 0 0,1-1-1 0 0,-1 0 0 0 0,-1-2 1 0 0,1 0-1 0 0,-23 3 0 0 0,36-7-34 0 0,0 0 1 0 0,0 0-1 0 0,0-1 0 0 0,0 1 0 0 0,0-1 0 0 0,0 1 0 0 0,0-1 0 0 0,0 0 1 0 0,0 0-1 0 0,0 0 0 0 0,0 0 0 0 0,1 0 0 0 0,-1 0 0 0 0,0 0 1 0 0,-2-3-1 0 0,-18-21-51 0 0,21 24 21 0 0,-4-5-154 0 0,11 9 163 0 0,-1 0 1 0 0,1 0-1 0 0,-1 0 0 0 0,0 1 1 0 0,0 0-1 0 0,-1 0 0 0 0,1 0 1 0 0,4 7-1 0 0,35 44-34 0 0,-32-39 44 0 0,56 81 18 0 0,34 41-161 0 0,-88-122 149 0 0,1 0-1 0 0,0-1 1 0 0,2 0 0 0 0,0-2 0 0 0,34 23-1 0 0,-35-27-300 0 0,1 0 0 0 0,0-1 0 0 0,1-1 0 0 0,-1 0 0 0 0,30 6-1 0 0,-38-11-572 0 0,0-1-1 0 0,1 0 1 0 0,0-1-1 0 0,-1 0 1 0 0,13-1-1 0 0,-14 0-644 0 0,0-1 0 0 0,0 0-1 0 0,0 0 1 0 0,0-1 0 0 0,0 0-1 0 0,12-7 1 0 0,-3 2-5342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11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303 375 320 0 0,'8'-8'2819'0'0,"0"-1"0"0"0,11-17 0 0 0,9-26 1561 0 0,14-54 623 0 0,-36 89-3922 0 0,0-1 1 0 0,4-27-1 0 0,-9 41-975 0 0,0 0 0 0 0,-1-1 0 0 0,1 1 1 0 0,-1 0-1 0 0,0 0 0 0 0,-1 0 0 0 0,1 0 0 0 0,-1 0 0 0 0,1 0 0 0 0,-1 0 0 0 0,0 0 0 0 0,-1 0 1 0 0,1 0-1 0 0,-1 0 0 0 0,1 0 0 0 0,-1 1 0 0 0,-4-7 0 0 0,4 9-100 0 0,0-1 0 0 0,0 1 1 0 0,0-1-1 0 0,0 1 0 0 0,0-1 0 0 0,0 1 0 0 0,-1 0 0 0 0,1 0 0 0 0,0 0 1 0 0,0 1-1 0 0,-1-1 0 0 0,1 0 0 0 0,-1 1 0 0 0,1 0 0 0 0,0-1 0 0 0,-1 1 1 0 0,1 0-1 0 0,-1 0 0 0 0,1 1 0 0 0,-1-1 0 0 0,1 0 0 0 0,-1 1 0 0 0,1-1 1 0 0,0 1-1 0 0,-1 0 0 0 0,-3 2 0 0 0,-4 1-12 0 0,0 1 1 0 0,0 0-1 0 0,0 1 1 0 0,-13 11-1 0 0,-6 8 2 0 0,0 1-1 0 0,3 1 1 0 0,0 1 0 0 0,1 2-1 0 0,2 0 1 0 0,1 2-1 0 0,2 0 1 0 0,1 1 0 0 0,-27 67-1 0 0,41-88-5 0 0,1 0 0 0 0,1 1 0 0 0,0-1 0 0 0,1 1 0 0 0,0-1 0 0 0,1 1 0 0 0,0-1 0 0 0,3 24 0 0 0,-2-32 9 0 0,0-1-1 0 0,1 1 1 0 0,-1-1 0 0 0,1 1-1 0 0,0-1 1 0 0,0 1 0 0 0,1-1 0 0 0,-1 1-1 0 0,1-1 1 0 0,-1 0 0 0 0,1 0-1 0 0,0 0 1 0 0,0 0 0 0 0,0 0-1 0 0,1 0 1 0 0,-1-1 0 0 0,1 1-1 0 0,-1-1 1 0 0,1 1 0 0 0,0-1-1 0 0,0 0 1 0 0,0 0 0 0 0,0 0 0 0 0,1-1-1 0 0,-1 1 1 0 0,0-1 0 0 0,1 0-1 0 0,-1 0 1 0 0,1 0 0 0 0,-1 0-1 0 0,1 0 1 0 0,-1-1 0 0 0,1 0-1 0 0,6 0 1 0 0,0 0 0 0 0,0-1 1 0 0,-1 0-1 0 0,1-1 0 0 0,0 0 1 0 0,-1 0-1 0 0,1-1 0 0 0,-1 0 1 0 0,0-1-1 0 0,0 0 0 0 0,0-1 0 0 0,-1 0 1 0 0,1 0-1 0 0,-1 0 0 0 0,0-1 1 0 0,-1-1-1 0 0,0 1 0 0 0,0-1 1 0 0,0 0-1 0 0,0-1 0 0 0,7-11 0 0 0,7-14-22 0 0,-1-1 0 0 0,-2-1 0 0 0,25-66 0 0 0,-26 59 87 0 0,-12 32-106 0 0,-3 8 8 0 0,-1 0 0 0 0,0 0 0 0 0,0 0 1 0 0,0 0-1 0 0,0-1 0 0 0,0 1 0 0 0,0 0 1 0 0,0-4-1 0 0,3 9 8 0 0,-4-3 25 0 0,0 0 1 0 0,1 0-1 0 0,-1 1 1 0 0,1-1-1 0 0,-1 0 1 0 0,0 0-1 0 0,0 0 1 0 0,1 0-1 0 0,-1 0 1 0 0,0 1 0 0 0,1-1-1 0 0,-1 0 1 0 0,0 0-1 0 0,1 1 1 0 0,-1-1-1 0 0,0 0 1 0 0,0 0-1 0 0,0 1 1 0 0,1-1-1 0 0,-1 0 1 0 0,0 1-1 0 0,0-1 1 0 0,0 0-1 0 0,0 1 1 0 0,0-1-1 0 0,1 0 1 0 0,-1 1-1 0 0,0-1 1 0 0,0 1-1 0 0,4 32-76 0 0,0 55 1 0 0,3 27-237 0 0,-6-102 263 0 0,2-1 0 0 0,-1 0 0 0 0,2 0 0 0 0,0 0 0 0 0,0 0-1 0 0,12 22 1 0 0,-13-30-235 0 0,0 1 0 0 0,0 0 0 0 0,0-1 1 0 0,1 0-1 0 0,0 1 0 0 0,0-1 0 0 0,0-1 0 0 0,0 1 0 0 0,7 3 0 0 0,-8-5-199 0 0,0 0 0 0 0,0-1 0 0 0,0 1 0 0 0,1-1 0 0 0,-1 0 0 0 0,6 1 0 0 0,-6-1-256 0 0,1-1-1 0 0,-1 0 0 0 0,0 0 0 0 0,0 0 1 0 0,0 0-1 0 0,1 0 0 0 0,-1-1 0 0 0,3 0 1 0 0,11-5-5978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12.2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1 209 1088 0 0,'1'-22'2148'0'0,"0"1"0"0"0,2-1-1 0 0,1 0 1 0 0,1 1 0 0 0,11-35 0 0 0,-14 53-2083 0 0,-1 0 1 0 0,0 1 0 0 0,1-1-1 0 0,-1 1 1 0 0,1-1 0 0 0,0 1-1 0 0,0-1 1 0 0,0 1 0 0 0,0 0-1 0 0,0 0 1 0 0,0 0 0 0 0,0 0-1 0 0,1 0 1 0 0,-1 1 0 0 0,1-1-1 0 0,0 1 1 0 0,-1 0 0 0 0,1-1-1 0 0,0 1 1 0 0,0 0 0 0 0,0 1-1 0 0,-1-1 1 0 0,1 0 0 0 0,0 1-1 0 0,0 0 1 0 0,0 0 0 0 0,0 0-1 0 0,0 0 1 0 0,0 0 0 0 0,0 0-1 0 0,0 1 1 0 0,0-1 0 0 0,0 1-1 0 0,3 1 1 0 0,-2 0-8 0 0,1-1 0 0 0,0 1 1 0 0,-1 0-1 0 0,0 0 0 0 0,0 1 0 0 0,0-1 1 0 0,0 1-1 0 0,0 0 0 0 0,0 0 0 0 0,0 1 0 0 0,-1-1 1 0 0,0 1-1 0 0,0-1 0 0 0,0 1 0 0 0,0 0 0 0 0,0 0 1 0 0,-1 0-1 0 0,0 1 0 0 0,0-1 0 0 0,3 8 1 0 0,-3-2 99 0 0,-1 0 0 0 0,0 0 0 0 0,-1 0 0 0 0,0-1 0 0 0,0 1 1 0 0,-1 0-1 0 0,0 0 0 0 0,-1 0 0 0 0,0-1 0 0 0,0 1 0 0 0,-1-1 1 0 0,-8 19-1 0 0,-6 5 228 0 0,-1 0-1 0 0,-23 32 1 0 0,28-45-216 0 0,-66 89 867 0 0,79-109-1023 0 0,-1 1 0 0 0,0-1 0 0 0,1 1 0 0 0,-1 0 0 0 0,0-1 0 0 0,1 1 0 0 0,-1 0 0 0 0,1 0 0 0 0,-1-1 0 0 0,1 1 0 0 0,-1 0 0 0 0,1 0 0 0 0,0 0 0 0 0,-1 0 0 0 0,1-1 1 0 0,0 1-1 0 0,0 0 0 0 0,0 0 0 0 0,0 0 0 0 0,-1 0 0 0 0,1 0 0 0 0,1 1 0 0 0,-1-1-11 0 0,1 0-1 0 0,-1-1 1 0 0,1 0 0 0 0,0 1 0 0 0,-1-1 0 0 0,1 1 0 0 0,0-1-1 0 0,-1 0 1 0 0,1 0 0 0 0,0 1 0 0 0,0-1 0 0 0,-1 0 0 0 0,1 0-1 0 0,0 0 1 0 0,0 0 0 0 0,-1 0 0 0 0,1 0 0 0 0,0 0 0 0 0,0 0 0 0 0,-1 0-1 0 0,2 0 1 0 0,11-2-176 0 0,-1 0-1 0 0,18-6 1 0 0,-21 6-71 0 0,16-3-1194 0 0,0 0-1 0 0,0 2 0 0 0,49 0 0 0 0,26 11-6427 0 0,-65-3 2354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12.7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128 111 3072 0 0,'-16'5'2921'0'0,"1"-2"-1"0"0,-18 2 1 0 0,29-4-2411 0 0,0-1 0 0 0,0 0 0 0 0,0 0 1 0 0,0 0-1 0 0,0 0 0 0 0,0-1 0 0 0,0 1 0 0 0,0-1 0 0 0,0 0 1 0 0,0 0-1 0 0,0-1 0 0 0,1 1 0 0 0,-1-1 0 0 0,-4-3 531 0 0,9 1-776 0 0,-1 4-259 0 0,0 0-1 0 0,0-1 1 0 0,0 1 0 0 0,0 0 0 0 0,0-1 0 0 0,0 1 0 0 0,0 0 0 0 0,0-1-1 0 0,0 1 1 0 0,0 0 0 0 0,0-1 0 0 0,0 1 0 0 0,0 0 0 0 0,1 0 0 0 0,-1-1 0 0 0,0 1-1 0 0,0 0 1 0 0,0-1 0 0 0,0 1 0 0 0,1 0 0 0 0,-1 0 0 0 0,0-1 0 0 0,0 1 0 0 0,1 0-1 0 0,-1 0 1 0 0,0 0 0 0 0,0-1 0 0 0,1 1 0 0 0,2-1 4 0 0,0 0 1 0 0,0 1-1 0 0,0-1 0 0 0,0 1 1 0 0,1-1-1 0 0,-1 1 0 0 0,0 0 1 0 0,0 0-1 0 0,0 1 0 0 0,0-1 1 0 0,0 1-1 0 0,0-1 0 0 0,0 1 1 0 0,0 0-1 0 0,0 0 1 0 0,0 0-1 0 0,0 1 0 0 0,0-1 1 0 0,0 1-1 0 0,-1 0 0 0 0,1-1 1 0 0,-1 1-1 0 0,1 0 0 0 0,-1 0 1 0 0,0 1-1 0 0,0-1 0 0 0,0 0 1 0 0,0 1-1 0 0,0 0 1 0 0,0-1-1 0 0,-1 1 0 0 0,1 0 1 0 0,1 3-1 0 0,0 2 7 0 0,0 0 1 0 0,0 1-1 0 0,-1-1 1 0 0,0 1-1 0 0,0 0 1 0 0,-1-1-1 0 0,0 1 0 0 0,-1 0 1 0 0,1 0-1 0 0,-2-1 1 0 0,0 10-1 0 0,-13 53 301 0 0,14-69 57 0 0,2-3-376 0 0,6-4-6 0 0,-1 0 1 0 0,0 0-1 0 0,0 0 0 0 0,0-1 0 0 0,-1 0 0 0 0,10-12 0 0 0,14-13-113 0 0,225-174-383 0 0,-218 177 603 0 0,-24 17 49 0 0,-19 14-66 0 0,-22 19-48 0 0,9-3-15 0 0,-11 11 56 0 0,-45 56 1 0 0,68-76-59 0 0,0-1 0 0 0,1 1 1 0 0,0 0-1 0 0,1 1 0 0 0,0-1 1 0 0,0 1-1 0 0,1 0 1 0 0,1 0-1 0 0,0 1 0 0 0,0-1 1 0 0,0 14-1 0 0,3-23-6 0 0,0 1 0 0 0,0 0 0 0 0,0-1 0 0 0,0 1 0 0 0,1 0 0 0 0,-1-1 0 0 0,1 1 0 0 0,-1 0 1 0 0,1-1-1 0 0,0 1 0 0 0,0-1 0 0 0,1 1 0 0 0,-1-1 0 0 0,0 0 0 0 0,1 1 0 0 0,-1-1 0 0 0,3 2 0 0 0,0 0 2 0 0,-1-1 1 0 0,1-1-1 0 0,-1 1 0 0 0,1 0 1 0 0,0-1-1 0 0,0 0 0 0 0,0 0 1 0 0,0 0-1 0 0,7 2 0 0 0,4-1-252 0 0,0 0 0 0 0,0 0-1 0 0,-1-2 1 0 0,2 0 0 0 0,18 0 0 0 0,87-12-4485 0 0,-40-5-2047 0 0,-30 4-58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12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69 1396 0 0,'-2'-1'3154'0'0,"-39"-28"11080"0"0,34 23-12342 0 0,6 1-811 0 0,10 2-583 0 0,74-2-115 0 0,94-8-4245 0 0,-174 12 3199 0 0,25-4-2034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13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36 2340 0 0,'-2'-2'2430'0'0,"-32"-32"9300"0"0,34 34-11674 0 0,-1 0 1 0 0,0 1-1 0 0,0-1 0 0 0,0 0 0 0 0,1 1 1 0 0,-1-1-1 0 0,0 0 0 0 0,0 1 0 0 0,1-1 1 0 0,-1 1-1 0 0,0-1 0 0 0,1 1 0 0 0,-1 0 1 0 0,1-1-1 0 0,-1 1 0 0 0,1 0 0 0 0,-1-1 1 0 0,1 1-1 0 0,-1 0 0 0 0,1-1 0 0 0,-1 1 1 0 0,1 0-1 0 0,0 0 0 0 0,0 0 0 0 0,-1-1 1 0 0,1 1-1 0 0,0 0 0 0 0,0 1 1 0 0,-4 27 1094 0 0,3-23-941 0 0,-11 94 1372 0 0,-7 83-502 0 0,18-60-4738 0 0,6-93 229 0 0,2-12-2109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13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99 1148 0 0,'5'-98'18965'0'0,"-22"259"-16237"0"0,-37 159 1 0 0,43-261-2557 0 0,-8 36 1035 0 0,18-93-821 0 0,7-17-254 0 0,3-4-151 0 0,0 1-1 0 0,0-1 0 0 0,2 2 1 0 0,0-1-1 0 0,2 2 1 0 0,-1-1-1 0 0,2 2 1 0 0,0 0-1 0 0,1 0 0 0 0,25-18 1 0 0,-36 30 10 0 0,0 0 1 0 0,1 1-1 0 0,0-1 0 0 0,0 1 1 0 0,0 0-1 0 0,0 0 0 0 0,0 0 1 0 0,0 1-1 0 0,0-1 0 0 0,0 1 1 0 0,1 1-1 0 0,-1-1 1 0 0,0 1-1 0 0,1 0 0 0 0,-1 0 1 0 0,0 0-1 0 0,1 1 0 0 0,-1 0 1 0 0,0 0-1 0 0,1 0 0 0 0,-1 1 1 0 0,0 0-1 0 0,0 0 0 0 0,0 0 1 0 0,-1 0-1 0 0,1 1 1 0 0,0 0-1 0 0,-1 0 0 0 0,0 0 1 0 0,1 0-1 0 0,-1 1 0 0 0,-1 0 1 0 0,1 0-1 0 0,0 0 0 0 0,-1 0 1 0 0,0 0-1 0 0,0 1 0 0 0,0-1 1 0 0,-1 1-1 0 0,1 0 1 0 0,-1 0-1 0 0,0 0 0 0 0,-1 0 1 0 0,1 0-1 0 0,-1 0 0 0 0,0 1 1 0 0,0 5-1 0 0,-1-3 64 0 0,0 0 1 0 0,0 0-1 0 0,-1 0 0 0 0,-1 0 1 0 0,1 0-1 0 0,-1 0 0 0 0,0-1 1 0 0,-1 1-1 0 0,0-1 0 0 0,0 0 0 0 0,-1 0 1 0 0,1 0-1 0 0,-2 0 0 0 0,1 0 1 0 0,-1-1-1 0 0,0 0 0 0 0,0 0 1 0 0,-1 0-1 0 0,1-1 0 0 0,-12 9 0 0 0,9-8-6 0 0,0-1-1 0 0,-1 0 1 0 0,1 0-1 0 0,-1 0 0 0 0,-1-1 1 0 0,1-1-1 0 0,0 1 0 0 0,-1-2 1 0 0,0 1-1 0 0,0-1 0 0 0,0-1 1 0 0,0 0-1 0 0,0 0 1 0 0,0-1-1 0 0,0 0 0 0 0,-10-2 1 0 0,11 1-146 0 0,0 0-1 0 0,1-1 1 0 0,-1 0 0 0 0,1-1 0 0 0,-1 0 0 0 0,1 0 0 0 0,-15-9 0 0 0,21 10-76 0 0,0 1 0 0 0,0-1-1 0 0,0 0 1 0 0,0 1 0 0 0,0-1 0 0 0,1 0 0 0 0,-1 0 0 0 0,1 0 0 0 0,-1 0-1 0 0,1 0 1 0 0,0 0 0 0 0,-1-1 0 0 0,1 1 0 0 0,1 0 0 0 0,-1-1 0 0 0,0 1-1 0 0,0-1 1 0 0,1 1 0 0 0,-1-1 0 0 0,1 1 0 0 0,0-1 0 0 0,0 1 0 0 0,0-1-1 0 0,0 1 1 0 0,0-1 0 0 0,1 1 0 0 0,-1-1 0 0 0,1 1 0 0 0,-1-1 0 0 0,1 1 0 0 0,2-5-1 0 0,8-16-1878 0 0,0 1 0 0 0,2 0 0 0 0,0 1 0 0 0,23-26 0 0 0,-5 4-2752 0 0,-9 11-231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14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39 147 1624 0 0,'1'-60'11042'0'0,"0"3"-4518"0"0,-1 56-6489 0 0,0 0 0 0 0,0 0 0 0 0,0-1 0 0 0,0 1 1 0 0,0 0-1 0 0,1 0 0 0 0,-1 0 0 0 0,0 0 0 0 0,0-1 1 0 0,1 1-1 0 0,-1 0 0 0 0,1 0 0 0 0,-1 0 0 0 0,1 0 0 0 0,0 0 1 0 0,-1 0-1 0 0,1 0 0 0 0,0 0 0 0 0,0 0 0 0 0,0 1 1 0 0,-1-1-1 0 0,1 0 0 0 0,0 0 0 0 0,0 1 0 0 0,0-1 0 0 0,0 1 1 0 0,0-1-1 0 0,0 1 0 0 0,1-1 0 0 0,-1 1 0 0 0,0-1 1 0 0,0 1-1 0 0,0 0 0 0 0,0 0 0 0 0,0-1 0 0 0,1 1 0 0 0,-1 0 1 0 0,2 0-1 0 0,0 0-32 0 0,0 1 1 0 0,0-1 0 0 0,0 0-1 0 0,0 1 1 0 0,0 0 0 0 0,-1 0-1 0 0,1 0 1 0 0,0 0-1 0 0,0 0 1 0 0,0 0 0 0 0,-1 1-1 0 0,1-1 1 0 0,3 3 0 0 0,-3-1 5 0 0,0 0 0 0 0,-1 0 0 0 0,1-1 1 0 0,-1 2-1 0 0,0-1 0 0 0,0 0 1 0 0,0 0-1 0 0,0 1 0 0 0,0-1 1 0 0,-1 1-1 0 0,0-1 0 0 0,1 1 1 0 0,-1 0-1 0 0,0 4 0 0 0,0-1 54 0 0,-1-1 0 0 0,0 0 0 0 0,0 0 0 0 0,-1 0 0 0 0,1 0 0 0 0,-1 1 0 0 0,-1-1 0 0 0,-1 6 0 0 0,-6 9 475 0 0,1-1 0 0 0,-2 0 0 0 0,-23 35 0 0 0,28-47-277 0 0,-60 85 1975 0 0,63-90-2135 0 0,-3 5 133 0 0,5-7-229 0 0,0-1 0 0 0,0 0 0 0 0,0 0 0 0 0,1 1 0 0 0,-1-1 0 0 0,0 0 0 0 0,0 0 1 0 0,0 1-1 0 0,0-1 0 0 0,0 0 0 0 0,1 0 0 0 0,-1 1 0 0 0,0-1 0 0 0,0 0 0 0 0,0 0 0 0 0,1 0 0 0 0,-1 0 0 0 0,0 1 0 0 0,0-1 0 0 0,1 0 0 0 0,-1 0 0 0 0,0 0 0 0 0,0 0 0 0 0,1 0 0 0 0,-1 0 0 0 0,0 0 0 0 0,0 0 0 0 0,1 0 0 0 0,-1 0 0 0 0,0 0 0 0 0,0 0 1 0 0,1 0-1 0 0,-1 0 0 0 0,0 0 0 0 0,1 0 0 0 0,-1 0 0 0 0,0 0 0 0 0,1 0 0 0 0,134-12-3463 0 0,8 0-5759 0 0,-114 12 4675 0 0,1 0-2337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14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300 1 3244 0 0,'-11'6'7490'0'0,"10"-6"-7157"0"0,-1 1 1 0 0,0 0-1 0 0,1 0 1 0 0,-1 0-1 0 0,1 0 1 0 0,-1 0 0 0 0,1 0-1 0 0,0 0 1 0 0,-1 1-1 0 0,1-1 1 0 0,0 0-1 0 0,0 1 1 0 0,0-1-1 0 0,0 1 1 0 0,-2 2 0 0 0,-5 32 2793 0 0,-4 73 1680 0 0,11 58-2448 0 0,1-158-2279 0 0,1 1-1 0 0,0-1 1 0 0,1 1 0 0 0,0-1 0 0 0,0 0-1 0 0,1 0 1 0 0,0 0 0 0 0,5 11 0 0 0,-6-17-67 0 0,0 0 1 0 0,-1 0 0 0 0,1-1 0 0 0,0 1-1 0 0,0-1 1 0 0,1 0 0 0 0,-1 1 0 0 0,0-1 0 0 0,1 0-1 0 0,-1 0 1 0 0,1-1 0 0 0,0 1 0 0 0,0-1 0 0 0,-1 1-1 0 0,1-1 1 0 0,0 0 0 0 0,0 0 0 0 0,0 0-1 0 0,1 0 1 0 0,-1 0 0 0 0,0-1 0 0 0,0 1 0 0 0,0-1-1 0 0,0 0 1 0 0,1 0 0 0 0,-1 0 0 0 0,0-1-1 0 0,4 0 1 0 0,1-1-23 0 0,0 0-1 0 0,0 0 0 0 0,0-1 1 0 0,0 0-1 0 0,-1-1 0 0 0,1 1 1 0 0,-1-1-1 0 0,0-1 0 0 0,0 1 1 0 0,-1-1-1 0 0,7-6 1 0 0,7-9-13 0 0,33-41 1 0 0,-43 50 35 0 0,22-30-53 0 0,-30 39-29 0 0,-1 4 48 0 0,0-1 16 0 0,0 1 0 0 0,0-1 0 0 0,0 1 0 0 0,-1 0 0 0 0,1 0 0 0 0,0-1 0 0 0,-1 1 0 0 0,1 0 0 0 0,-1 0 0 0 0,0 0 0 0 0,1 0 0 0 0,-1 0 0 0 0,0-1 0 0 0,-1 4 0 0 0,-3 35 117 0 0,1-25 26 0 0,-45 372 2677 0 0,-21-3-314 0 0,59-339-2482 0 0,-2 0-1 0 0,-20 46 1 0 0,26-77-21 0 0,1-1 0 0 0,-2-1 0 0 0,0 1 0 0 0,0-1 0 0 0,-1 0 0 0 0,-1-1 0 0 0,0 0 0 0 0,-1 0 0 0 0,0-1 0 0 0,0 0 0 0 0,-14 10 0 0 0,16-16 1 0 0,-1 1 0 0 0,1-1 0 0 0,-1-1 0 0 0,0 0 0 0 0,0 0 0 0 0,0-1 0 0 0,0 0 0 0 0,-1 0 0 0 0,1-1 0 0 0,0 0 0 0 0,-1-1 0 0 0,1 0 0 0 0,-1 0 0 0 0,1-1 0 0 0,0-1 0 0 0,0 1 0 0 0,-12-5 0 0 0,15 4 0 0 0,-1 0 0 0 0,1-1 0 0 0,-1 1 0 0 0,1-2 0 0 0,0 1 0 0 0,0-1 0 0 0,0 0 0 0 0,1 0 0 0 0,-1 0 0 0 0,-6-9 0 0 0,8 9 0 0 0,1 0 0 0 0,0 0 0 0 0,0-1 0 0 0,0 1 0 0 0,1-1 0 0 0,0 0 0 0 0,0 0 0 0 0,0 0 0 0 0,0 0 0 0 0,1 0 0 0 0,0 0 0 0 0,0 0 0 0 0,0 0 0 0 0,0-1 0 0 0,1-4 0 0 0,1-3-465 0 0,0 1 1 0 0,1 0-1 0 0,1 0 1 0 0,0 0-1 0 0,0 0 0 0 0,1 1 1 0 0,1-1-1 0 0,0 1 1 0 0,0 0-1 0 0,10-14 0 0 0,11-13-2936 0 0,41-48 0 0 0,-59 77 3149 0 0,93-108-10765 0 0,-67 78 3836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14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82 1056 0 0,'-140'-30'13706'0'0,"116"21"-11773"0"0,19 3-906 0 0,5 5-993 0 0,1 1-1 0 0,-1-1 1 0 0,0 1 0 0 0,1 0 0 0 0,-1-1-1 0 0,0 1 1 0 0,1-1 0 0 0,-1 1 0 0 0,1 0-1 0 0,-1 0 1 0 0,0-1 0 0 0,1 1 0 0 0,-1 0-1 0 0,1 0 1 0 0,-1-1 0 0 0,1 1 0 0 0,-1 0-1 0 0,1 0 1 0 0,-1 0 0 0 0,1 0 0 0 0,0 0-1 0 0,52-11 484 0 0,1 3-1 0 0,63-1 0 0 0,21 7-587 0 0,-47 3-2712 0 0,20 0-5405 0 0,-92-1 1621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15.1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36 3244 0 0,'-57'-35'14659'0'0,"44"42"-12774"0"0,5 9-1267 0 0,2 1 0 0 0,0-1 0 0 0,1 1 0 0 0,0 1 0 0 0,-1 19 0 0 0,-4 11-248 0 0,-21 116-12 0 0,28-137-1592 0 0,2 0 1 0 0,1 29-1 0 0,7-13-2327 0 0,2-17-2547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15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231 148 1724 0 0,'11'-13'2496'0'0,"0"0"-1"0"0,-1 0 1 0 0,0-1 0 0 0,-1-1-1 0 0,-1 0 1 0 0,0 0 0 0 0,11-32-1 0 0,-18 45-1793 0 0,-5 2-434 0 0,-2 2-166 0 0,0 0 1 0 0,-1 0 0 0 0,1 1-1 0 0,0 0 1 0 0,0 0 0 0 0,0 0-1 0 0,0 1 1 0 0,-6 5 0 0 0,-46 42 799 0 0,33-28-515 0 0,3-3-158 0 0,1 1 0 0 0,0 1 0 0 0,-24 35 0 0 0,37-46-168 0 0,1 1-1 0 0,0 0 0 0 0,0 1 1 0 0,1-1-1 0 0,1 1 0 0 0,0 1 0 0 0,0-1 1 0 0,2 0-1 0 0,-4 22 0 0 0,7-31-27 0 0,-1 1-1 0 0,1-1 1 0 0,0 1 0 0 0,1-1-1 0 0,-1 1 1 0 0,1-1 0 0 0,0 0-1 0 0,0 1 1 0 0,0-1-1 0 0,1 0 1 0 0,-1 1 0 0 0,1-1-1 0 0,0 0 1 0 0,0 0 0 0 0,4 4-1 0 0,-2-3-67 0 0,0 0 0 0 0,1 0 0 0 0,0-1 1 0 0,0 0-1 0 0,0 0 0 0 0,0 0 0 0 0,0 0 0 0 0,1-1 0 0 0,10 5 0 0 0,-2-3-704 0 0,0 0 1 0 0,1-1-1 0 0,-1 0 1 0 0,1-1-1 0 0,0-1 1 0 0,0 0-1 0 0,0-1 1 0 0,21-1-1 0 0,-23-1-1408 0 0,-1-1 1 0 0,0 0-1 0 0,15-4 0 0 0,9-6-6779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15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123 162 912 0 0,'-52'-127'17731'0'0,"52"126"-17692"0"0,0 0 0 0 0,-1 0 0 0 0,1 1 0 0 0,0-1 0 0 0,-1 0 0 0 0,1 0 0 0 0,0 0 0 0 0,0 0 0 0 0,0 0 0 0 0,0 0 0 0 0,0 0 0 0 0,0 0 1 0 0,0 1-1 0 0,0-1 0 0 0,0 0 0 0 0,0 0 0 0 0,1 0 0 0 0,-1 0 0 0 0,0 0 0 0 0,1 0 0 0 0,-1 1 0 0 0,0-1 0 0 0,1 0 0 0 0,-1 0 0 0 0,1 0 0 0 0,0 1 0 0 0,-1-1 0 0 0,1 0 0 0 0,-1 1 0 0 0,1-1 0 0 0,0 0 0 0 0,-1 1 0 0 0,1-1 0 0 0,0 1 0 0 0,0-1 0 0 0,0 1 0 0 0,-1 0 0 0 0,1-1 1 0 0,0 1-1 0 0,0 0 0 0 0,0-1 0 0 0,2 1 0 0 0,-1-1-27 0 0,0 1 1 0 0,0-1 0 0 0,0 1 0 0 0,1-1 0 0 0,-1 1-1 0 0,0 0 1 0 0,1 0 0 0 0,-1 0 0 0 0,0 0 0 0 0,0 0-1 0 0,1 1 1 0 0,-1-1 0 0 0,0 1 0 0 0,0-1 0 0 0,1 1-1 0 0,3 2 1 0 0,-4-2-2 0 0,0 1 0 0 0,0 0 0 0 0,0-1-1 0 0,0 1 1 0 0,-1 0 0 0 0,1 0 0 0 0,0 0 0 0 0,-1 0-1 0 0,1 0 1 0 0,-1 0 0 0 0,0 0 0 0 0,0 1-1 0 0,0-1 1 0 0,0 0 0 0 0,0 1 0 0 0,0-1 0 0 0,0 5-1 0 0,-1-3 64 0 0,0 0 0 0 0,0 1 0 0 0,0-1 0 0 0,-1 0 0 0 0,1 0 0 0 0,-1 0 0 0 0,0 0 0 0 0,-1 0 0 0 0,1 0 0 0 0,-2 4 0 0 0,-6 9 483 0 0,-1-1 0 0 0,-1 0 1 0 0,-23 28-1 0 0,23-30-200 0 0,-16 17 253 0 0,16-19-343 0 0,1 0 0 0 0,-12 18 0 0 0,21-29-224 0 0,1 2 93 0 0,1 5-34 0 0,6-5-81 0 0,-1-1 1 0 0,1 0-1 0 0,0 0 0 0 0,-1-1 1 0 0,1 0-1 0 0,0 0 0 0 0,10 0 1 0 0,56-4-217 0 0,-45 1-103 0 0,145-5-4762 0 0,-58 4-5824 0 0,-81 3 3729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16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1 700 0 0,'-85'10'18604'0'0,"82"-10"-17505"0"0,-10 0 3047 0 0,233-6-3466 0 0,-150 7-672 0 0,-58-1 21 0 0,-7-1-101 0 0,1 1-1 0 0,-1 0 1 0 0,0 0-1 0 0,1 1 1 0 0,-1-1-1 0 0,0 1 1 0 0,0 0-1 0 0,7 3 1 0 0,-12-3 62 0 0,0 0 1 0 0,-1 0 0 0 0,1 0 0 0 0,0 1 0 0 0,0-1 0 0 0,-1 0 0 0 0,1 0 0 0 0,0 0 0 0 0,-1 0-1 0 0,1 0 1 0 0,-1 0 0 0 0,0 0 0 0 0,1 0 0 0 0,-1 0 0 0 0,0 0 0 0 0,0 0 0 0 0,0 1 0 0 0,-15 14-41 0 0,0-1 1 0 0,-1 0 0 0 0,-1-1 0 0 0,-35 21-1 0 0,19-12 66 0 0,-215 149 1357 0 0,240-166-1295 0 0,8-6-49 0 0,0 1 0 0 0,0 0 1 0 0,0-1-1 0 0,0 1 0 0 0,0 0 0 0 0,0-1 1 0 0,0 1-1 0 0,0 0 0 0 0,0 0 0 0 0,0 0 0 0 0,0 0 1 0 0,0 0-1 0 0,0 0 0 0 0,1 0 0 0 0,-1 0 1 0 0,0 1-1 0 0,1-1 0 0 0,-1 0 0 0 0,1 0 1 0 0,-1 0-1 0 0,1 1 0 0 0,0-1 0 0 0,-1 2 1 0 0,3-1 0 0 0,-1-1 0 0 0,0 0 0 0 0,0 0 0 0 0,1 0 0 0 0,-1 0 0 0 0,1-1 0 0 0,-1 1 0 0 0,1 0 0 0 0,-1 0 0 0 0,1-1 0 0 0,-1 1 0 0 0,1-1 1 0 0,0 0-1 0 0,1 1 0 0 0,-1-1 13 0 0,19 5 56 0 0,-1-2 1 0 0,1 0 0 0 0,0-1-1 0 0,23-1 1 0 0,87-9-140 0 0,-83 4-156 0 0,99-14-1992 0 0,-126 14-20 0 0,30-11 0 0 0,-39 10-702 0 0,-1 0 1 0 0,1 0 0 0 0,17-13 0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16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82 1308 0 0,'-3'-1'2862'0'0,"-42"-27"11575"0"0,41 26-13128 0 0,-9-8 1130 0 0,12 6-1698 0 0,10 1-681 0 0,154-5 134 0 0,7 0-3392 0 0,-59-3-4639 0 0,-94 8 3760 0 0,-3 0-1757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17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0 2624 0 0,'-23'10'4877'0'0,"-36"21"-1"0"0,44-23-3566 0 0,13-7-1194 0 0,1 0-1 0 0,-1 0 1 0 0,1 0-1 0 0,0 0 1 0 0,-1 0-1 0 0,1 0 0 0 0,0 0 1 0 0,-1 0-1 0 0,1 1 1 0 0,0-1-1 0 0,0 0 1 0 0,-1 3-1 0 0,2-4-62 0 0,-1 1-1 0 0,1 0 1 0 0,0-1-1 0 0,0 1 1 0 0,0-1-1 0 0,0 1 1 0 0,0 0-1 0 0,0-1 1 0 0,0 1-1 0 0,0-1 1 0 0,0 1 0 0 0,0-1-1 0 0,0 1 1 0 0,0 0-1 0 0,0-1 1 0 0,0 1-1 0 0,1-1 1 0 0,-1 1-1 0 0,0 0 1 0 0,0-1-1 0 0,1 1 1 0 0,-1-1-1 0 0,1 1 1 0 0,0 1 13 0 0,1-1 0 0 0,0 1 1 0 0,0-1-1 0 0,-1 1 0 0 0,1-1 1 0 0,0 0-1 0 0,0 0 0 0 0,0 0 1 0 0,0 0-1 0 0,1 0 0 0 0,-1-1 1 0 0,0 1-1 0 0,0-1 0 0 0,4 1 1 0 0,52 5-5 0 0,-1-3-1 0 0,75-6 1 0 0,-8-9-2643 0 0,-2-5-3683 0 0,-51 5-116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17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234 345 1620 0 0,'-9'-7'18547'0'0,"12"5"-18410"0"0,1 0 0 0 0,-1 0 0 0 0,0 1 0 0 0,1-1 1 0 0,-1 1-1 0 0,1 0 0 0 0,3-2 0 0 0,24-9 315 0 0,-18 4-380 0 0,0-1 0 0 0,-1-1 0 0 0,0 0 0 0 0,-1 0 0 0 0,0-1 0 0 0,-1-1 1 0 0,0 0-1 0 0,0 0 0 0 0,9-18 0 0 0,6-15-70 0 0,27-69-1 0 0,-41 87-2 0 0,-10 25-36 0 0,-3 4-10 0 0,-10 11 33 0 0,1 1 0 0 0,0 0 0 0 0,1 1 0 0 0,1 0 0 0 0,0 0-1 0 0,-8 20 1 0 0,3-8 13 0 0,-147 331 203 0 0,26 11 32 0 0,124-339-231 0 0,-44 118 2377 0 0,55-147-2270 0 0,0 0-1 0 0,-1 0 1 0 0,1 0-1 0 0,0-1 0 0 0,-1 1 1 0 0,1 0-1 0 0,-1 0 1 0 0,1 0-1 0 0,-1-1 0 0 0,1 1 1 0 0,-1 0-1 0 0,1-1 1 0 0,-1 1-1 0 0,0 0 0 0 0,1-1 1 0 0,-1 1-1 0 0,0-1 1 0 0,0 1-1 0 0,1-1 0 0 0,-2 1 1 0 0,1-1-84 0 0,1 0 0 0 0,-1 0 0 0 0,1 0 0 0 0,-1 0 0 0 0,0 0-1 0 0,1 0 1 0 0,-1-1 0 0 0,1 1 0 0 0,-1 0 0 0 0,1 0 0 0 0,-1-1 0 0 0,1 1 0 0 0,-1 0 0 0 0,1-1 0 0 0,-1 1 0 0 0,1 0 0 0 0,0-1 0 0 0,-1 1 0 0 0,1-1 0 0 0,-1 1 0 0 0,1 0 0 0 0,-1-2-1 0 0,-1-1-7 0 0,0-1-1 0 0,0 1 0 0 0,0-1 1 0 0,1 0-1 0 0,0 1 0 0 0,-1-1 0 0 0,0-5 1 0 0,1-1-10 0 0,1-1 0 0 0,-1 0 0 0 0,2 0 0 0 0,0 0 0 0 0,0 0 0 0 0,1 0 0 0 0,0 0 0 0 0,0 1 0 0 0,7-15 0 0 0,1-1-28 0 0,1 1 0 0 0,21-35 0 0 0,-14 32 5 0 0,0 1-1 0 0,2 1 0 0 0,0 1 0 0 0,2 1 1 0 0,1 1-1 0 0,1 1 0 0 0,1 0 0 0 0,0 2 1 0 0,2 2-1 0 0,0 0 0 0 0,1 1 0 0 0,1 2 1 0 0,0 1-1 0 0,50-16 0 0 0,-73 28-57 0 0,0-1-1 0 0,1 1 1 0 0,0 1-1 0 0,-1 0 1 0 0,1 0-1 0 0,0 0 1 0 0,0 0-1 0 0,-1 1 1 0 0,1 1-1 0 0,0-1 1 0 0,0 1-1 0 0,-1 0 1 0 0,1 0-1 0 0,0 1 1 0 0,-1 0-1 0 0,9 4 1 0 0,-13-6 60 0 0,-1 1 0 0 0,0-1 0 0 0,0 1 0 0 0,0 0 1 0 0,0 0-1 0 0,0 0 0 0 0,0-1 0 0 0,0 1 0 0 0,-1 0 0 0 0,1 0 0 0 0,0 0 1 0 0,0 0-1 0 0,-1 0 0 0 0,1 1 0 0 0,-1-1 0 0 0,1 0 0 0 0,-1 0 1 0 0,1 0-1 0 0,-1 0 0 0 0,0 1 0 0 0,1-1 0 0 0,-1 0 0 0 0,0 0 0 0 0,0 1 1 0 0,0-1-1 0 0,0 0 0 0 0,0 0 0 0 0,0 1 0 0 0,-1-1 0 0 0,1 0 1 0 0,0 0-1 0 0,0 1 0 0 0,-1-1 0 0 0,1 0 0 0 0,-1 0 0 0 0,1 0 0 0 0,-1 0 1 0 0,-1 2-1 0 0,-1 2-17 0 0,1-1 1 0 0,-2 0 0 0 0,1 1 0 0 0,0-1-1 0 0,-1-1 1 0 0,0 1 0 0 0,-5 4-1 0 0,-8 4-4 0 0,-2-1 0 0 0,1-1-1 0 0,-1 0 1 0 0,-1-2 0 0 0,0 0-1 0 0,0-1 1 0 0,0-1-1 0 0,-29 5 1 0 0,44-10 37 0 0,0-1 0 0 0,-1 0 0 0 0,1 0 0 0 0,0-1 0 0 0,-8 0-1 0 0,8 0-2 0 0,2 0 7 0 0,-9 2-240 0 0,71 67 112 0 0,-6-8 144 0 0,-33-34-462 0 0,2-1 0 0 0,34 32 1 0 0,-44-47-1093 0 0,0-1 1 0 0,24 14-1 0 0,-27-18-469 0 0,1 0 0 0 0,0-1 1 0 0,0 0-1 0 0,19 4 0 0 0,-6-4-4979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18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15 225 852 0 0,'-4'-22'3780'0'0,"1"7"-2000"0"0,0 1 0 0 0,1-1 0 0 0,1 1-1 0 0,0-1 1 0 0,1 0 0 0 0,0 0 0 0 0,5-25-1 0 0,-5 36-1690 0 0,1 1 1 0 0,1 0-1 0 0,-1 0 0 0 0,0 0 0 0 0,1 1 0 0 0,-1-1 0 0 0,1 0 0 0 0,0 0 0 0 0,0 1 0 0 0,0-1 0 0 0,0 1 0 0 0,1 0 0 0 0,-1 0 1 0 0,1 0-1 0 0,-1 0 0 0 0,6-3 0 0 0,-3 3-36 0 0,0 0 1 0 0,0 0 0 0 0,0 0-1 0 0,0 1 1 0 0,0 0-1 0 0,0 0 1 0 0,0 0-1 0 0,0 1 1 0 0,10 0 0 0 0,-4 0-35 0 0,1 2 0 0 0,0-1 0 0 0,-1 2 0 0 0,0-1 0 0 0,1 2 1 0 0,-1-1-1 0 0,0 2 0 0 0,16 8 0 0 0,-22-10 8 0 0,0 0-1 0 0,0 0 1 0 0,0 1-1 0 0,0-1 1 0 0,-1 1-1 0 0,0 0 1 0 0,0 1-1 0 0,0-1 1 0 0,0 1 0 0 0,-1 0-1 0 0,1 0 1 0 0,-1 0-1 0 0,0 0 1 0 0,3 10-1 0 0,-4-10 112 0 0,-1-1 0 0 0,-1 1-1 0 0,1-1 1 0 0,0 1 0 0 0,-1 0 0 0 0,0-1 0 0 0,0 1-1 0 0,-1-1 1 0 0,1 1 0 0 0,-1-1 0 0 0,0 1 0 0 0,0-1-1 0 0,-1 1 1 0 0,1-1 0 0 0,-1 0 0 0 0,0 0 0 0 0,0 1-1 0 0,0-1 1 0 0,-4 5 0 0 0,-10 10 742 0 0,0-2-1 0 0,-1 0 1 0 0,-1 0 0 0 0,0-2-1 0 0,-31 20 1 0 0,35-25-350 0 0,-29 24 1260 0 0,42-33-1668 0 0,2 0-108 0 0,0-1-1 0 0,0 1 1 0 0,0 0 0 0 0,0-1-1 0 0,0 1 1 0 0,0 0 0 0 0,0-1-1 0 0,0 1 1 0 0,0-1 0 0 0,0 0-1 0 0,0 1 1 0 0,0-1 0 0 0,1 0-1 0 0,-1 1 1 0 0,0-1 0 0 0,2 0-1 0 0,22 2 47 0 0,-21-2-40 0 0,417-6 205 0 0,-246 0-233 0 0,-108 3 29 0 0,63-1 21 0 0,-96 3-41 0 0,-32 1-10 0 0,14 0 180 0 0,-13 0-158 0 0,0-1 11 0 0,12 0-16 0 0,-2 0-10 0 0,-3-1 303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20.4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389 147 388 0 0,'22'-11'8775'0'0,"-19"7"-7810"0"0,1-1 1 0 0,-1 1-1 0 0,0-1 1 0 0,0 0-1 0 0,0 0 1 0 0,-1 0-1 0 0,3-7 0 0 0,-4 10-879 0 0,-1 0-1 0 0,0 0 1 0 0,1 0-1 0 0,-1 0 1 0 0,0-1-1 0 0,0 1 1 0 0,-1 0-1 0 0,1 0 1 0 0,0 0-1 0 0,-1 0 1 0 0,1 0-1 0 0,-1 0 1 0 0,1 0-1 0 0,-1 0 1 0 0,0 0-1 0 0,0 0 1 0 0,0 0-1 0 0,0 1 1 0 0,0-1-1 0 0,0 0 1 0 0,-1 1-1 0 0,1-1 1 0 0,-3-2-1 0 0,0 0-35 0 0,0 0 0 0 0,-1 0 1 0 0,1 1-1 0 0,-1-1 0 0 0,0 1 0 0 0,0 0 0 0 0,0 0 0 0 0,0 1 0 0 0,0 0 0 0 0,-1 0 0 0 0,1 0 0 0 0,-1 0 0 0 0,1 1 0 0 0,-1 0 0 0 0,-8-1 0 0 0,6 2-19 0 0,0 1-1 0 0,0-1 1 0 0,0 2 0 0 0,1-1-1 0 0,-1 1 1 0 0,0 0 0 0 0,1 0 0 0 0,0 1-1 0 0,-1 0 1 0 0,-7 5 0 0 0,-5 4-11 0 0,1 2 1 0 0,0 0 0 0 0,1 0 0 0 0,1 2 0 0 0,0 0 0 0 0,-22 30 0 0 0,24-28-13 0 0,2 1 1 0 0,-17 31 0 0 0,24-40-6 0 0,1 1-1 0 0,0 0 0 0 0,1 1 0 0 0,1-1 0 0 0,-1 1 0 0 0,-1 19 1 0 0,4-28-4 0 0,1 0 1 0 0,-1 0-1 0 0,1 0 1 0 0,0 0-1 0 0,0 0 1 0 0,0 0-1 0 0,1 0 1 0 0,-1 0 0 0 0,1 0-1 0 0,-1 0 1 0 0,1 0-1 0 0,0 0 1 0 0,0 0-1 0 0,1 0 1 0 0,-1-1 0 0 0,1 1-1 0 0,-1 0 1 0 0,1-1-1 0 0,0 1 1 0 0,0-1-1 0 0,0 1 1 0 0,0-1-1 0 0,0 0 1 0 0,0 0 0 0 0,1 0-1 0 0,-1 0 1 0 0,1-1-1 0 0,-1 1 1 0 0,1-1-1 0 0,0 1 1 0 0,0-1-1 0 0,0 0 1 0 0,-1 0 0 0 0,1 0-1 0 0,0 0 1 0 0,0-1-1 0 0,4 1 1 0 0,5 0 1 0 0,1 0 0 0 0,-1-1 1 0 0,0 0-1 0 0,0-1 0 0 0,0-1 0 0 0,0 0 1 0 0,0 0-1 0 0,14-5 0 0 0,-13 2 3 0 0,0 0-1 0 0,1-1 1 0 0,-2 0-1 0 0,1-1 1 0 0,-1 0 0 0 0,0-1-1 0 0,0-1 1 0 0,-1 0-1 0 0,0 0 1 0 0,-1-1-1 0 0,0 0 1 0 0,-1-1-1 0 0,10-13 1 0 0,-3-2-12 0 0,0 0 1 0 0,-2 0-1 0 0,-2-2 1 0 0,0 1-1 0 0,10-37 1 0 0,1-10-162 0 0,-23 72 623 0 0,0 4-284 0 0,-1 20 345 0 0,-2-1-1 0 0,-10 41 0 0 0,-2 19 13 0 0,8-24-384 0 0,-4 46 241 0 0,11-89-620 0 0,0 1 1 0 0,1-1-1 0 0,0 1 0 0 0,6 26 0 0 0,-6-37-49 0 0,0-1 0 0 0,0 1-1 0 0,1-1 1 0 0,-1 1-1 0 0,1-1 1 0 0,0 1 0 0 0,0-1-1 0 0,0 0 1 0 0,0 0-1 0 0,0 0 1 0 0,1 0 0 0 0,-1 0-1 0 0,1 0 1 0 0,0-1-1 0 0,0 0 1 0 0,6 5 0 0 0,-6-6-409 0 0,0 1 0 0 0,1-1 0 0 0,-1 0 1 0 0,0 0-1 0 0,0 0 0 0 0,1-1 1 0 0,-1 1-1 0 0,0-1 0 0 0,1 0 1 0 0,-1 0-1 0 0,0 0 0 0 0,6-1 0 0 0,11-3-5169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20.9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1 316 528 0 0,'0'-29'2396'0'0,"1"0"0"0"0,1 1 1 0 0,2 0-1 0 0,9-39 0 0 0,-10 58-2081 0 0,0-1-1 0 0,1 1 1 0 0,0 0-1 0 0,0 0 1 0 0,1 0-1 0 0,11-15 1 0 0,-11 19-234 0 0,-1 0 0 0 0,1 0 0 0 0,-1 1 0 0 0,1 0 0 0 0,0 0 0 0 0,1 0 0 0 0,-1 0 0 0 0,1 1 0 0 0,0 0 0 0 0,-1 0 0 0 0,12-3 0 0 0,-12 5-40 0 0,-1-1-1 0 0,0 1 0 0 0,1 1 0 0 0,-1-1 0 0 0,1 1 0 0 0,-1 0 1 0 0,1 0-1 0 0,0 0 0 0 0,-1 0 0 0 0,1 1 0 0 0,-1 0 0 0 0,0 0 1 0 0,1 0-1 0 0,-1 0 0 0 0,0 1 0 0 0,1 0 0 0 0,-1 0 0 0 0,7 4 1 0 0,-8-4 25 0 0,0 0 1 0 0,-1 1 0 0 0,1-1 0 0 0,-1 1 0 0 0,1-1 0 0 0,-1 1 0 0 0,0 0 0 0 0,0 0-1 0 0,0 0 1 0 0,-1 0 0 0 0,1 0 0 0 0,-1 0 0 0 0,0 0 0 0 0,1 1 0 0 0,-1-1 0 0 0,-1 0-1 0 0,1 1 1 0 0,0-1 0 0 0,-1 1 0 0 0,0-1 0 0 0,0 1 0 0 0,0-1 0 0 0,0 1-1 0 0,-1 6 1 0 0,-2 1 41 0 0,0 1-1 0 0,-1-1 0 0 0,0 1 1 0 0,0-1-1 0 0,-2 0 1 0 0,1-1-1 0 0,-9 13 0 0 0,-56 67 242 0 0,26-35-113 0 0,39-49-135 0 0,3-4-75 0 0,0 1 0 0 0,0-1 0 0 0,0 0 0 0 0,0 0 0 0 0,0 1 0 0 0,1-1 0 0 0,-1 1 0 0 0,0 3-1 0 0,3-4-17 0 0,2 0 5 0 0,16 1-19 0 0,-5-1-1 0 0,0 1 0 0 0,0 0 0 0 0,0 1 0 0 0,0 0-1 0 0,-1 1 1 0 0,0 1 0 0 0,16 8 0 0 0,-21-9 5 0 0,-1 0 0 0 0,1 0 0 0 0,-1 0 0 0 0,0 1 0 0 0,0 0 1 0 0,-1 0-1 0 0,1 1 0 0 0,-1 0 0 0 0,-1 0 0 0 0,1 0 0 0 0,-1 1 0 0 0,6 13 0 0 0,-10-18 25 0 0,0 0-1 0 0,1 0 1 0 0,-2 0-1 0 0,1 1 0 0 0,0-1 1 0 0,-1 0-1 0 0,1 1 1 0 0,-1-1-1 0 0,0 0 1 0 0,0 1-1 0 0,0-1 1 0 0,-1 0-1 0 0,1 1 1 0 0,-1-1-1 0 0,0 0 1 0 0,0 0-1 0 0,-1 4 1 0 0,-1-2 100 0 0,1 0 1 0 0,-1-1 0 0 0,0 1 0 0 0,-1 0 0 0 0,1-1-1 0 0,-1 0 1 0 0,0 0 0 0 0,0 0 0 0 0,-7 5-1 0 0,3-2 139 0 0,-1-2 0 0 0,0 1 0 0 0,0-1 0 0 0,0-1 1 0 0,-1 0-1 0 0,1 0 0 0 0,-1 0 0 0 0,0-2 0 0 0,0 1 0 0 0,-18 1 0 0 0,19-3-197 0 0,0-1 0 0 0,0 0 1 0 0,0 0-1 0 0,0-1 1 0 0,0 0-1 0 0,0-1 0 0 0,0 0 1 0 0,0 0-1 0 0,1-1 1 0 0,-1 0-1 0 0,-15-8 0 0 0,22 10-204 0 0,1 1 0 0 0,0 0-1 0 0,0-1 1 0 0,0 1-1 0 0,0-1 1 0 0,0 0 0 0 0,0 1-1 0 0,0-1 1 0 0,1 0 0 0 0,-1 1-1 0 0,0-1 1 0 0,0 0-1 0 0,0 0 1 0 0,1 0 0 0 0,-1 0-1 0 0,0 0 1 0 0,1 1 0 0 0,-2-3-1 0 0,2 2-20 0 0,1 1 0 0 0,-1-1 0 0 0,0 1-1 0 0,0-1 1 0 0,0 1 0 0 0,0-1 0 0 0,0 1 0 0 0,0-1 0 0 0,1 1-1 0 0,-1 0 1 0 0,0-1 0 0 0,0 1 0 0 0,1-1 0 0 0,-1 1-1 0 0,0 0 1 0 0,2-2-801 0 0,-1 1 801 0 0,-1 1 0 0 0,1 0 0 0 0,-1 0-1 0 0,1-1 1 0 0,-1 1 0 0 0,1 0 0 0 0,-1 0 0 0 0,1 0 0 0 0,-1 0-1 0 0,1 0 1 0 0,3-1-461 0 0,-1 1 1 0 0,1 0-1 0 0,-1 1 0 0 0,1-1 0 0 0,-1 1 1 0 0,1-1-1 0 0,-1 1 0 0 0,0 0 0 0 0,4 1 1 0 0,3 1-2569 0 0,5 2-2215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21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62 3384 0 0,'-47'-25'13406'0'0,"32"15"-9384"0"0,21 18-3775 0 0,-1 0-220 0 0,-1-1 0 0 0,0 1 0 0 0,0 0 0 0 0,0 0 0 0 0,-1 0 0 0 0,-1 0 0 0 0,1 1 1 0 0,-1-1-1 0 0,-1 1 0 0 0,1-1 0 0 0,-1 1 0 0 0,-1 0 0 0 0,0-1 0 0 0,0 1 0 0 0,-1 0 0 0 0,-1 9 1 0 0,-2 1 2 0 0,-1 0 1 0 0,-1 0 0 0 0,0 0-1 0 0,-1-1 1 0 0,-1 0 0 0 0,-13 21 0 0 0,-9 20 219 0 0,29-57-190 0 0,2-4-60 0 0,1 0 0 0 0,-1 1 0 0 0,0-1 0 0 0,0 0 0 0 0,1 1 0 0 0,-1-1-1 0 0,1 1 1 0 0,0 0 0 0 0,3-3 0 0 0,2-1 13 0 0,17-17 1 0 0,288-257-56 0 0,-308 275 40 0 0,5-4-16 0 0,0 0 0 0 0,-1 0 0 0 0,0-1 0 0 0,-1 0 0 0 0,10-16 0 0 0,-16 23 5 0 0,-4 2 11 0 0,0 0 0 0 0,1 0 0 0 0,-1 0 0 0 0,0 0 0 0 0,0 0 0 0 0,0 1 0 0 0,1-1 0 0 0,-1 1 0 0 0,0 0 1 0 0,0 0-1 0 0,1 0 0 0 0,-1 0 0 0 0,1 0 0 0 0,-1 1 0 0 0,1-1 0 0 0,0 1 0 0 0,-5 3 0 0 0,-5 5-17 0 0,-22 24 0 0 0,22-22 17 0 0,-2 2-17 0 0,1 1 0 0 0,1 0 0 0 0,0 1 0 0 0,1 0 1 0 0,-9 18-1 0 0,16-25 27 0 0,-1-1-1 0 0,2 0 1 0 0,0 1-1 0 0,0 0 1 0 0,0 0-1 0 0,1 0 1 0 0,0 0 0 0 0,1 0-1 0 0,0 0 1 0 0,1 1-1 0 0,-1-1 1 0 0,3 16 0 0 0,-1-21 3 0 0,0 1 1 0 0,0-1-1 0 0,1 0 0 0 0,-1 0 1 0 0,1 0-1 0 0,0 0 1 0 0,0-1-1 0 0,0 1 1 0 0,0 0-1 0 0,1-1 1 0 0,-1 0-1 0 0,1 1 0 0 0,5 3 1 0 0,-2-2-18 0 0,0-1 0 0 0,0 1 0 0 0,0-2 0 0 0,1 1 0 0 0,-1-1 0 0 0,1 0 0 0 0,9 3 0 0 0,5 0-537 0 0,-1-2 0 0 0,1 0 0 0 0,1-2 0 0 0,31 1 0 0 0,57-7-3875 0 0,-35-4-1377 0 0,-17 0-802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21.7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22 1116 0 0,'-92'23'13820'0'0,"91"-22"-13479"0"0,5-1-61 0 0,93-6 189 0 0,90-8-760 0 0,-66-5-7340 0 0,-91 12 1931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21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19 320 0 0,'-4'-2'2247'0'0,"-1"-1"-930"0"0,0 1 1 0 0,0 0-1 0 0,0 0 1 0 0,0 0-1 0 0,0 0 1 0 0,0 1 0 0 0,-8-1-1 0 0,11 2-585 0 0,-1 0 122 0 0,2 0-803 0 0,0 0 0 0 0,1 0 0 0 0,-1 0 0 0 0,0 0 0 0 0,1 0 0 0 0,-1 0 0 0 0,0 0 0 0 0,1 0-1 0 0,-1 1 1 0 0,1-1 0 0 0,-1 0 0 0 0,0 0 0 0 0,1 0 0 0 0,-1 1 0 0 0,1-1 0 0 0,-1 0 0 0 0,1 1 0 0 0,-1 0 0 0 0,-6 7 401 0 0,1 1 0 0 0,0 0 1 0 0,1 0-1 0 0,0 1 0 0 0,1-1 0 0 0,-5 16 1 0 0,-17 68 554 0 0,24-84-922 0 0,-6 23-129 0 0,-33 151 1105 0 0,34-139-2520 0 0,1 1 0 0 0,1 52 1 0 0,6-65-1919 0 0,5-12-1814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22.5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230 129 1220 0 0,'15'-31'8787'0'0,"20"-66"1006"0"0,-35 99-9569 0 0,-2 11 174 0 0,0 1 1 0 0,-1-1-1 0 0,-8 26 0 0 0,2-8-26 0 0,-131 423 1966 0 0,113-375-2175 0 0,-9 21 533 0 0,35-98-544 0 0,-3-6-99 0 0,4 4-53 0 0,-1 0 0 0 0,1-1 0 0 0,0 1 0 0 0,-1 0 0 0 0,1 0 0 0 0,0 0 0 0 0,-1 0 0 0 0,1 0 0 0 0,0-1 0 0 0,0 1 0 0 0,-1 0 0 0 0,1 0 0 0 0,0 0 0 0 0,0-1 0 0 0,-1 1 0 0 0,1 0 0 0 0,0-1 0 0 0,0 1-1 0 0,0 0 1 0 0,-1 0 0 0 0,1-1 0 0 0,0 1 0 0 0,0 0 0 0 0,0-1 0 0 0,0 1 0 0 0,0 0 0 0 0,0-1 0 0 0,0 1 0 0 0,0 0 0 0 0,0-1 0 0 0,0 1 0 0 0,0 0 0 0 0,0-1 0 0 0,0 1 0 0 0,1-16-58 0 0,0 0 1 0 0,2 1 0 0 0,0-1 0 0 0,0 1-1 0 0,2 0 1 0 0,0 0 0 0 0,0 0-1 0 0,13-22 1 0 0,-6 15-11 0 0,0 1 0 0 0,2 1 0 0 0,0 0 0 0 0,34-36 0 0 0,-40 50 47 0 0,-1-1-1 0 0,1 1 1 0 0,1 0-1 0 0,-1 0 1 0 0,1 1-1 0 0,0 0 1 0 0,0 1-1 0 0,0 0 1 0 0,1 0-1 0 0,-1 1 1 0 0,1 0-1 0 0,0 1 1 0 0,16-2-1 0 0,-21 3 19 0 0,1 1-1 0 0,-1 0 0 0 0,0 0 0 0 0,1 0 1 0 0,-1 1-1 0 0,0 0 0 0 0,1 0 0 0 0,-1 0 1 0 0,0 1-1 0 0,0-1 0 0 0,0 1 1 0 0,0 1-1 0 0,0-1 0 0 0,-1 1 0 0 0,1-1 1 0 0,-1 1-1 0 0,1 1 0 0 0,-1-1 0 0 0,0 1 1 0 0,0-1-1 0 0,-1 1 0 0 0,1 0 1 0 0,-1 0-1 0 0,0 1 0 0 0,0-1 0 0 0,0 1 1 0 0,3 6-1 0 0,-4-6 18 0 0,1 1-1 0 0,-1-1 1 0 0,-1 0-1 0 0,1 1 1 0 0,-1-1 0 0 0,0 1-1 0 0,0 0 1 0 0,-1-1 0 0 0,1 1-1 0 0,-1 0 1 0 0,-1-1 0 0 0,1 1-1 0 0,-1 0 1 0 0,0-1 0 0 0,-1 7-1 0 0,-1-5 23 0 0,0 1 0 0 0,0-1 0 0 0,-1 1 0 0 0,0-1 0 0 0,0 0 0 0 0,-1 0 0 0 0,0-1 0 0 0,0 1 0 0 0,-9 8 0 0 0,-1-2 31 0 0,0-1 0 0 0,0 0-1 0 0,-1-2 1 0 0,0 1 0 0 0,-1-2 0 0 0,0 0 0 0 0,-1-1 0 0 0,-22 7-1 0 0,24-10-11 0 0,-1-1-1 0 0,0 0 1 0 0,0-1-1 0 0,-29 0 1 0 0,38-2-94 0 0,0-1 0 0 0,0-1 0 0 0,0 0 0 0 0,0 0 0 0 0,0 0 0 0 0,0-1 0 0 0,0 0 1 0 0,1-1-1 0 0,-1 0 0 0 0,1 0 0 0 0,-1 0 0 0 0,-7-6 0 0 0,14 8-125 0 0,-1 0 0 0 0,1 0 0 0 0,-1-1 0 0 0,1 1 0 0 0,0-1 1 0 0,-1 1-1 0 0,1-1 0 0 0,0 1 0 0 0,0-1 0 0 0,0 0 0 0 0,0 1 0 0 0,0-1 0 0 0,1 0 0 0 0,-1 0 0 0 0,0 0 1 0 0,1 1-1 0 0,-1-1 0 0 0,1 0 0 0 0,0 0 0 0 0,0 0 0 0 0,-1 0 0 0 0,1 0 0 0 0,1 0 0 0 0,-1 0 0 0 0,0 0 0 0 0,0 0 1 0 0,1 0-1 0 0,-1 0 0 0 0,1 0 0 0 0,-1 1 0 0 0,3-4 0 0 0,1-5-1567 0 0,1 0 0 0 0,1 1 0 0 0,0 0 0 0 0,10-13 0 0 0,-13 18 550 0 0,19-23-6409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23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130 140 2932 0 0,'45'-88'12258'0'0,"-37"73"-10639"0"0,-8 13-1536 0 0,1 0 1 0 0,0 0 0 0 0,-1 0-1 0 0,1 1 1 0 0,0-1 0 0 0,0 0-1 0 0,0 0 1 0 0,1 0-1 0 0,-1 1 1 0 0,0-1 0 0 0,1 0-1 0 0,-1 1 1 0 0,1 0 0 0 0,0-1-1 0 0,-1 1 1 0 0,1 0 0 0 0,0 0-1 0 0,0 0 1 0 0,0 0-1 0 0,0 0 1 0 0,0 0 0 0 0,0 0-1 0 0,0 1 1 0 0,0-1 0 0 0,0 1-1 0 0,0-1 1 0 0,0 1 0 0 0,0 0-1 0 0,3 0 1 0 0,0 0-61 0 0,0 0 1 0 0,0 1-1 0 0,-1-1 1 0 0,1 1-1 0 0,0 0 0 0 0,-1 1 1 0 0,1-1-1 0 0,-1 1 1 0 0,1 0-1 0 0,-1 0 1 0 0,0 0-1 0 0,0 0 1 0 0,7 6-1 0 0,-8-5-13 0 0,-1-1 0 0 0,1 1 0 0 0,-1-1 0 0 0,0 1 0 0 0,0 0 0 0 0,0 0 0 0 0,0 0 0 0 0,0 0 0 0 0,-1 0 0 0 0,0 0 0 0 0,1 0 0 0 0,-1 0 0 0 0,0 1 0 0 0,0-1 0 0 0,-1 1 0 0 0,1-1 0 0 0,-1 0 0 0 0,0 1 0 0 0,0-1 0 0 0,0 1 0 0 0,0 3 0 0 0,-2 1 37 0 0,0 0 0 0 0,0 0 0 0 0,0-1-1 0 0,-1 1 1 0 0,0-1 0 0 0,0 0 0 0 0,-1 0-1 0 0,0 0 1 0 0,0 0 0 0 0,-1-1-1 0 0,-10 12 1 0 0,-6 4 533 0 0,-42 33 0 0 0,45-40-212 0 0,-43 33 1291 0 0,60-47-1549 0 0,10 7-38 0 0,4-6-74 0 0,1 1 1 0 0,-1 0-1 0 0,0 1 1 0 0,0 0-1 0 0,0 1 1 0 0,0 1-1 0 0,-1 0 1 0 0,0 1-1 0 0,-1 0 1 0 0,1 1-1 0 0,-1 0 1 0 0,-1 1 0 0 0,1 0-1 0 0,-2 1 1 0 0,12 12-1 0 0,-20-20 22 0 0,1 0 1 0 0,-1 0-1 0 0,1 0 0 0 0,-1 0 1 0 0,0 0-1 0 0,0 0 0 0 0,0 0 0 0 0,0 0 1 0 0,0 1-1 0 0,0-1 0 0 0,-1 0 1 0 0,1 1-1 0 0,-1-1 0 0 0,1 0 0 0 0,-1 1 1 0 0,0-1-1 0 0,0 1 0 0 0,0-1 1 0 0,-1 0-1 0 0,1 4 0 0 0,-2-2 36 0 0,1-1-1 0 0,-1 1 1 0 0,1-1-1 0 0,-1 1 1 0 0,0-1-1 0 0,0 0 1 0 0,-1 0-1 0 0,1 0 0 0 0,-1 0 1 0 0,1 0-1 0 0,-6 4 1 0 0,-4 2 104 0 0,-1 0 0 0 0,1-1 0 0 0,-2-1 0 0 0,1 0 0 0 0,-19 7 0 0 0,19-9-141 0 0,1-1 0 0 0,-1 0 1 0 0,1-1-1 0 0,-1 0 0 0 0,0-1 1 0 0,0-1-1 0 0,-1 0 0 0 0,1 0 1 0 0,0-2-1 0 0,0 1 0 0 0,0-2 1 0 0,0 0-1 0 0,-22-6 0 0 0,34 8-169 0 0,1 0 0 0 0,-1 0 0 0 0,1 0-1 0 0,-1-1 1 0 0,0 1 0 0 0,1 0 0 0 0,-1 0-1 0 0,1-1 1 0 0,-1 1 0 0 0,1 0 0 0 0,-1-1-1 0 0,1 1 1 0 0,-1-1 0 0 0,1 1 0 0 0,-1-1-1 0 0,1 1 1 0 0,-1-1 0 0 0,1 1-1 0 0,0-1 1 0 0,-1 1 0 0 0,1-1 0 0 0,-1 0-1 0 0,1 0 13 0 0,1 1 0 0 0,-1-1-1 0 0,0 1 1 0 0,0-1-1 0 0,0 1 1 0 0,0-1 0 0 0,0 1-1 0 0,1-1 1 0 0,-1 1-1 0 0,0-1 1 0 0,0 1 0 0 0,1 0-1 0 0,-1-1 1 0 0,0 1 0 0 0,1-1-1 0 0,-1 1 1 0 0,1 0-1 0 0,-1-1 1 0 0,0 1 0 0 0,1 0-1 0 0,0-1 1 0 0,2 0-706 0 0,0-1 1 0 0,-1 1 0 0 0,1-1 0 0 0,0 1-1 0 0,0 0 1 0 0,0 0 0 0 0,1 1 0 0 0,3-2-1 0 0,8 1-3121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23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402 0 3068 0 0,'0'0'7846'0'0,"9"6"-4091"0"0,-8 3-2906 0 0,0 0 0 0 0,0 1 0 0 0,-1-1 0 0 0,-1 1 1 0 0,-2 16-1 0 0,-1 19 214 0 0,3-30-879 0 0,2-1 0 0 0,0 1 1 0 0,0 0-1 0 0,2 0 0 0 0,0-1 1 0 0,7 24-1 0 0,-8-34-158 0 0,0 0 1 0 0,-1 0-1 0 0,1 0 1 0 0,1-1-1 0 0,-1 1 1 0 0,0-1-1 0 0,1 1 1 0 0,0-1-1 0 0,0 0 1 0 0,0 0-1 0 0,0 0 1 0 0,0 0-1 0 0,1-1 1 0 0,-1 1-1 0 0,1-1 0 0 0,-1 0 1 0 0,1 0-1 0 0,0 0 1 0 0,0-1-1 0 0,0 1 1 0 0,0-1-1 0 0,0 0 1 0 0,0 0-1 0 0,1 0 1 0 0,-1-1-1 0 0,0 1 1 0 0,6-1-1 0 0,0-1-14 0 0,-1 0-1 0 0,0 0 1 0 0,1-1 0 0 0,-1 0-1 0 0,0 0 1 0 0,0-1 0 0 0,0-1-1 0 0,-1 1 1 0 0,1-1 0 0 0,-1-1-1 0 0,0 1 1 0 0,0-2 0 0 0,0 1-1 0 0,-1-1 1 0 0,1 0 0 0 0,-1 0-1 0 0,6-8 1 0 0,4-7 56 0 0,0 0 0 0 0,-1-1 0 0 0,-1-1 0 0 0,20-42-1 0 0,-9 20 650 0 0,-25 44-621 0 0,-3 15 30 0 0,-5 13 197 0 0,-1-1 1 0 0,-18 44 0 0 0,1-5 194 0 0,-49 166 1142 0 0,-115 314 2207 0 0,165-487-3462 0 0,-52 91 0 0 0,60-124-306 0 0,0-1 0 0 0,-2 0 1 0 0,-1-1-1 0 0,0 0 0 0 0,-38 32 0 0 0,49-49-99 0 0,0 0 0 0 0,0-1 0 0 0,-1 0 0 0 0,1 0 0 0 0,-1-1 0 0 0,0 0 0 0 0,0 0 0 0 0,-1-1 0 0 0,1 0 0 0 0,-1-1 0 0 0,-15 2 0 0 0,21-4 0 0 0,0 1 0 0 0,0-1 0 0 0,0 0 0 0 0,0-1 0 0 0,0 1 0 0 0,0-1 0 0 0,0 0 0 0 0,0 0 0 0 0,1 0 0 0 0,-1 0 0 0 0,0 0 0 0 0,0-1 0 0 0,1 0 0 0 0,-1 0 0 0 0,1 0 0 0 0,-1 0 0 0 0,1-1 0 0 0,0 1 0 0 0,0-1 0 0 0,0 0 0 0 0,0 1 0 0 0,1-2 0 0 0,-1 1 0 0 0,1 0 0 0 0,0 0 0 0 0,-1-1 0 0 0,2 1 0 0 0,-1-1 0 0 0,0 0 0 0 0,-1-5 0 0 0,1 0 0 0 0,0 1 0 0 0,0 0 0 0 0,1-1 0 0 0,1 1 0 0 0,-1-1 0 0 0,1 0 0 0 0,1 1 0 0 0,0-1 0 0 0,0 1 0 0 0,0-1 0 0 0,1 1 0 0 0,1 0 0 0 0,-1 0 0 0 0,8-15 0 0 0,2-2 0 0 0,0 1 0 0 0,2 1 0 0 0,23-30 0 0 0,49-50-1703 0 0,59-33-5002 0 0,123-61-3625 0 0,-225 165 5592 0 0,3 0-2149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24.0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71 3364 0 0,'-144'-3'12503'0'0,"184"-3"-12249"0"0,-18 2-217 0 0,126-13 130 0 0,-4 0-2172 0 0,-49 0-4582 0 0,-71 10 1258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24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50 1832 0 0,'-78'-49'16528'0'0,"75"49"-16278"0"0,1 1-220 0 0,1 0 0 0 0,-1 0 0 0 0,0 0 0 0 0,0 0 0 0 0,0 0 0 0 0,1 0 0 0 0,-1 0 0 0 0,1 0 0 0 0,-1 1 0 0 0,1-1 0 0 0,-1 1 0 0 0,1-1 0 0 0,0 1 0 0 0,0 0 0 0 0,0-1 0 0 0,0 1 0 0 0,0 0 0 0 0,0 0 0 0 0,0-1 0 0 0,0 5 0 0 0,-14 49 137 0 0,9-29-132 0 0,-11 45 84 0 0,-12 107 0 0 0,29-177-148 0 0,-2 17-329 0 0,0 0 0 0 0,3 34-1 0 0,0-46-127 0 0,0 0 0 0 0,0 0 0 0 0,0-1 0 0 0,1 1 0 0 0,3 8 1 0 0,-3-11-134 0 0,-1 0 1 0 0,1 0-1 0 0,0 0 1 0 0,0-1-1 0 0,0 1 1 0 0,0 0-1 0 0,0-1 1 0 0,1 0-1 0 0,-1 1 1 0 0,5 2-1 0 0,10 5-5834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24.6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331 213 3304 0 0,'15'-20'2443'0'0,"-2"-1"-1"0"0,0-1 0 0 0,-1 0 0 0 0,-1 0 0 0 0,8-28 1 0 0,-1 7 162 0 0,-18 43-2582 0 0,1-1-1 0 0,-1 1 0 0 0,0 0 1 0 0,0-1-1 0 0,1 1 1 0 0,-1-1-1 0 0,0 1 0 0 0,0-1 1 0 0,0 1-1 0 0,1-1 0 0 0,-1 1 1 0 0,0-1-1 0 0,0 1 1 0 0,0-1-1 0 0,0 1 0 0 0,0-1 1 0 0,0 1-1 0 0,0-1 1 0 0,0 1-1 0 0,0-1 0 0 0,-1 1 1 0 0,1-1-1 0 0,0 1 1 0 0,-1-2-1 0 0,-9 4 161 0 0,-18 17-161 0 0,26-17 12 0 0,-59 45 1 0 0,2 4 0 0 0,2 1 0 0 0,3 4 0 0 0,-48 62 0 0 0,93-106-33 0 0,0 1 0 0 0,0 1 0 0 0,-11 25 0 0 0,18-35-2 0 0,0 1 1 0 0,0-1 0 0 0,1 0-1 0 0,-1 0 1 0 0,1 1-1 0 0,0-1 1 0 0,1 1-1 0 0,-1-1 1 0 0,1 1 0 0 0,0-1-1 0 0,0 1 1 0 0,0-1-1 0 0,0 1 1 0 0,1-1 0 0 0,0 0-1 0 0,0 1 1 0 0,3 7-1 0 0,-2-9-10 0 0,0-1 0 0 0,0 1-1 0 0,0-1 1 0 0,0 1-1 0 0,1-1 1 0 0,-1 0 0 0 0,1 0-1 0 0,-1 0 1 0 0,1-1 0 0 0,0 1-1 0 0,0-1 1 0 0,0 1-1 0 0,0-1 1 0 0,0 0 0 0 0,0 0-1 0 0,0 0 1 0 0,0-1-1 0 0,4 2 1 0 0,7-1-165 0 0,-1 1-1 0 0,27-2 1 0 0,-9-1-945 0 0,-1-2 0 0 0,0-1-1 0 0,33-9 1 0 0,-35 5-2436 0 0,43-17 0 0 0,-25 3-3279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25.1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258 203 1532 0 0,'-1'-55'5163'0'0,"0"18"-724"0"0,5-56-1 0 0,-4 92-4420 0 0,0 0-1 0 0,1 0 1 0 0,-1 0-1 0 0,1 1 1 0 0,-1-1-1 0 0,1 0 1 0 0,0 0 0 0 0,-1 0-1 0 0,1 1 1 0 0,0-1-1 0 0,-1 0 1 0 0,1 1-1 0 0,0-1 1 0 0,0 0 0 0 0,-1 1-1 0 0,1-1 1 0 0,0 1-1 0 0,0 0 1 0 0,0-1-1 0 0,0 1 1 0 0,0 0 0 0 0,1-1-1 0 0,0 0-2 0 0,0 1 0 0 0,0-1 0 0 0,0 1 0 0 0,0 0 0 0 0,0 0 0 0 0,0-1 0 0 0,0 1 0 0 0,0 1 0 0 0,0-1 0 0 0,0 0 0 0 0,2 1-1 0 0,-1 0-10 0 0,0-1 0 0 0,-1 1 0 0 0,1 1 0 0 0,-1-1 0 0 0,1 0 0 0 0,-1 1 0 0 0,0-1 0 0 0,0 1 0 0 0,1 0-1 0 0,-1-1 1 0 0,0 1 0 0 0,0 0 0 0 0,-1 1 0 0 0,1-1 0 0 0,0 0 0 0 0,-1 0 0 0 0,3 5 0 0 0,-3-3 4 0 0,0 0 0 0 0,0-1 1 0 0,0 1-1 0 0,0 0 1 0 0,-1 0-1 0 0,1-1 0 0 0,-1 1 1 0 0,0 0-1 0 0,0 0 0 0 0,-1 0 1 0 0,0 6-1 0 0,-2 0 13 0 0,0-1 0 0 0,0 1 1 0 0,0-1-1 0 0,-1 0 0 0 0,-1-1 0 0 0,0 1 0 0 0,0-1 0 0 0,0 1 0 0 0,-12 11 1 0 0,-45 50 138 0 0,60-69-139 0 0,2-1-20 0 0,0 1 0 0 0,0-1 0 0 0,-1 0 0 0 0,1 0 0 0 0,0 0 0 0 0,0 1 0 0 0,0-1 0 0 0,0 0 0 0 0,-1 0 0 0 0,1 1 0 0 0,0-1 0 0 0,0 0 0 0 0,0 0 0 0 0,0 1 0 0 0,0-1 0 0 0,0 0 0 0 0,0 0 1 0 0,0 1-1 0 0,0-1 0 0 0,0 0 0 0 0,0 1 0 0 0,0-1 0 0 0,0 0 0 0 0,0 0 0 0 0,0 1 0 0 0,0-1 0 0 0,0 0 0 0 0,0 0 0 0 0,0 1 0 0 0,0-1 0 0 0,1 0 0 0 0,-1 0 0 0 0,0 1 0 0 0,0-1 0 0 0,0 0 0 0 0,22 5-3 0 0,-6-2-8 0 0,0 0 0 0 0,24 10 0 0 0,-35-11 12 0 0,-1 0 0 0 0,1 0 0 0 0,0 1-1 0 0,-1 0 1 0 0,1 0 0 0 0,-1 0-1 0 0,0 0 1 0 0,0 1 0 0 0,0 0 0 0 0,0 0-1 0 0,-1 0 1 0 0,4 6 0 0 0,-4-7 156 0 0,-1 1 0 0 0,0 0 1 0 0,0 0-1 0 0,0 0 0 0 0,0 0 1 0 0,-1 0-1 0 0,1 0 0 0 0,-1 0 1 0 0,0 1-1 0 0,0 7 0 0 0,-1-9-5 0 0,0 0 0 0 0,-1 0 0 0 0,1 0-1 0 0,-1-1 1 0 0,0 1 0 0 0,0 0 0 0 0,0 0-1 0 0,0-1 1 0 0,0 1 0 0 0,0 0 0 0 0,-1-1-1 0 0,1 1 1 0 0,-1-1 0 0 0,0 0 0 0 0,0 1-1 0 0,0-1 1 0 0,-4 3 0 0 0,-5 4 99 0 0,0 0-1 0 0,-1-1 1 0 0,0 0 0 0 0,0-1-1 0 0,-1-1 1 0 0,0 0 0 0 0,0 0 0 0 0,-1-1-1 0 0,-15 3 1 0 0,-15 2 54 0 0,-71 6 1 0 0,110-15-465 0 0,-1-1 0 0 0,0 0 0 0 0,1 0 0 0 0,-1-1 0 0 0,0 0 0 0 0,-8-2 0 0 0,12 3-170 0 0,0-1 0 0 0,-1 0 0 0 0,1 1 0 0 0,1-1 0 0 0,-1 0 0 0 0,0 0 0 0 0,0-1 0 0 0,0 1 0 0 0,0 0 0 0 0,1-1 0 0 0,-4-2 0 0 0,5 3 177 0 0,0 1-1 0 0,-1-1 0 0 0,1 1 0 0 0,0-1 0 0 0,0 0 1 0 0,-1 1-1 0 0,1-1 0 0 0,0 0 0 0 0,0 1 0 0 0,0-1 1 0 0,0 0-1 0 0,0 1 0 0 0,0-1 0 0 0,0 0 1 0 0,0 1-1 0 0,0-1 0 0 0,0 0 0 0 0,0 1 0 0 0,1-1 1 0 0,-1 0-1 0 0,0 1 0 0 0,0-1 0 0 0,1 1 0 0 0,-1-1 1 0 0,1-1-1 0 0,10-12-5996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25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9 1540 0 0,'-3'0'2391'0'0,"-43"-7"7796"0"0,43 7-9198 0 0,-19-1 2473 0 0,38 3-3443 0 0,275 7 409 0 0,-256-9-409 0 0,15 1-4 0 0,-49-1-16 0 0,-1 0-1 0 0,1 0 1 0 0,-1 0-1 0 0,1 0 0 0 0,-1 0 1 0 0,1 0-1 0 0,-1 0 0 0 0,1 0 1 0 0,-1 0-1 0 0,1 1 1 0 0,-1-1-1 0 0,1 0 0 0 0,-1 0 1 0 0,1 1-1 0 0,-1-1 0 0 0,0 0 1 0 0,1 1-1 0 0,-1-1 1 0 0,1 0-1 0 0,-1 1 0 0 0,0-1 1 0 0,1 1-1 0 0,-1-1 0 0 0,0 0 1 0 0,0 1-1 0 0,1 0 1 0 0,-1 0-2 0 0,0 0 1 0 0,0 0 0 0 0,0-1 0 0 0,-1 1 0 0 0,1 0 0 0 0,0 0 0 0 0,-1 0 0 0 0,1-1-1 0 0,0 1 1 0 0,-1 0 0 0 0,1 0 0 0 0,-1-1 0 0 0,1 1 0 0 0,-1 0 0 0 0,1-1 0 0 0,-1 1-1 0 0,1 0 1 0 0,-1-1 0 0 0,0 1 0 0 0,1-1 0 0 0,-2 1 0 0 0,-211 165 61 0 0,-46 39 1020 0 0,232-179-952 0 0,26-25-110 0 0,0 0 0 0 0,0 0 0 0 0,0 1 0 0 0,0-1 0 0 0,1 0 0 0 0,-1 0 0 0 0,0 1 0 0 0,1-1 0 0 0,-1 0 0 0 0,1 1 0 0 0,-1-1 0 0 0,1 1-1 0 0,-1-1 1 0 0,1 0 0 0 0,0 1 0 0 0,0-1 0 0 0,0 1 0 0 0,0-1 0 0 0,0 1 0 0 0,0 1 0 0 0,2-1-5 0 0,-1-1 0 0 0,1 0-1 0 0,-1 0 1 0 0,1 0 0 0 0,0 0 0 0 0,-1 0-1 0 0,1-1 1 0 0,0 1 0 0 0,0 0 0 0 0,0-1-1 0 0,-1 1 1 0 0,1-1 0 0 0,0 0 0 0 0,4 1-1 0 0,-4-1 4 0 0,30 2 21 0 0,0 0-1 0 0,0-3 1 0 0,0 0 0 0 0,49-10 0 0 0,-54 8-36 0 0,25-5-1121 0 0,90-26-1 0 0,-103 22-3535 0 0,46-22 0 0 0,-50 16-2333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26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63 3068 0 0,'-124'0'16388'0'0,"136"-12"-15956"0"0,-6 9-384 0 0,0 1-1 0 0,1-1 0 0 0,-1 1 0 0 0,1 0 0 0 0,-1 1 0 0 0,1 0 1 0 0,11-1-1 0 0,9-2 32 0 0,96-14-625 0 0,-39 12-2683 0 0,-15 1-4425 0 0,-50 3 1142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26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11 2300 0 0,'-38'21'4438'0'0,"-33"22"3292"0"0,71-42-7653 0 0,-1-1 1 0 0,0 0-1 0 0,1 1 1 0 0,-1-1-1 0 0,0 1 1 0 0,1-1-1 0 0,-1 1 0 0 0,1-1 1 0 0,-1 1-1 0 0,1 0 1 0 0,-1-1-1 0 0,1 1 1 0 0,-1 0-1 0 0,1-1 0 0 0,-1 1 1 0 0,1 0-1 0 0,0 0 1 0 0,0-1-1 0 0,-1 2 1 0 0,1-2-55 0 0,0 1 0 0 0,1-1 0 0 0,-1 1 0 0 0,0-1 0 0 0,0 0 0 0 0,0 1 0 0 0,1-1 1 0 0,-1 0-1 0 0,0 1 0 0 0,1-1 0 0 0,-1 0 0 0 0,0 0 0 0 0,1 1 0 0 0,-1-1 0 0 0,0 0 1 0 0,1 0-1 0 0,-1 1 0 0 0,1-1 0 0 0,-1 0 0 0 0,0 0 0 0 0,1 0 0 0 0,-1 0 1 0 0,1 0-1 0 0,0 0 0 0 0,35 3 140 0 0,-32-3-83 0 0,91-3-716 0 0,153-23 1 0 0,-23-20-7280 0 0,-145 24 2667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27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384 443 476 0 0,'-11'-31'16330'0'0,"11"29"-15934"0"0,-5-16 3386 0 0,5 17-3712 0 0,0 0 0 0 0,0 1 1 0 0,0-1-1 0 0,0 0 0 0 0,0 0 1 0 0,0 1-1 0 0,0-1 0 0 0,0 0 1 0 0,0 0-1 0 0,0 1 0 0 0,1-1 0 0 0,-1 0 1 0 0,0 1-1 0 0,1-1 0 0 0,-1 0 1 0 0,0 1-1 0 0,1-1 0 0 0,-1 0 1 0 0,1 1-1 0 0,-1-1 0 0 0,1 1 1 0 0,-1-1-1 0 0,1 1 0 0 0,0-1 0 0 0,-1 1 1 0 0,2-1-1 0 0,14-8-30 0 0,0-1-1 0 0,0 0 0 0 0,-1 0 1 0 0,-1-2-1 0 0,0 0 1 0 0,0 0-1 0 0,-2-2 1 0 0,22-26-1 0 0,-16 13-26 0 0,0-1 0 0 0,-2-1 1 0 0,-1-1-1 0 0,13-36 0 0 0,-3 3-287 0 0,-25 62 180 0 0,-6 15 26 0 0,-74 181 101 0 0,58-135-55 0 0,4-12 21 0 0,-146 372 25 0 0,99-252-30 0 0,35-84 199 0 0,-70 136 0 0 0,99-217-182 0 0,0-1 1 0 0,0 0 0 0 0,0 0-1 0 0,-1 0 1 0 0,1 0 0 0 0,0 0-1 0 0,-1-1 1 0 0,0 1-1 0 0,1 0 1 0 0,-1-1 0 0 0,0 1-1 0 0,0-1 1 0 0,0 1 0 0 0,0-1-1 0 0,0 0 1 0 0,0 0-1 0 0,0 0 1 0 0,-1 0 0 0 0,1 0-1 0 0,0-1 1 0 0,-1 1 0 0 0,1-1-1 0 0,0 1 1 0 0,-1-1-1 0 0,1 0 1 0 0,0 0 0 0 0,-1 0-1 0 0,1 0 1 0 0,-1 0 0 0 0,1-1-1 0 0,0 1 1 0 0,-1-1-1 0 0,-2-1 1 0 0,0 0 1 0 0,0 0 0 0 0,0-1 0 0 0,0 0 0 0 0,1 0 0 0 0,-1 0 0 0 0,1-1 0 0 0,0 1 1 0 0,0-1-1 0 0,0 0 0 0 0,0 0 0 0 0,1 0 0 0 0,0-1 0 0 0,-5-8 0 0 0,2 2-16 0 0,2 0 1 0 0,0 0-1 0 0,0-1 1 0 0,1 0-1 0 0,0 1 1 0 0,1-1-1 0 0,0 0 1 0 0,1 0-1 0 0,1 0 1 0 0,0 0-1 0 0,0 0 1 0 0,1 0-1 0 0,1 0 1 0 0,0 0-1 0 0,0 1 1 0 0,1-1-1 0 0,8-18 1 0 0,-2 7-14 0 0,1 2 0 0 0,1-1 0 0 0,0 2 1 0 0,2-1-1 0 0,1 2 0 0 0,0 0 0 0 0,1 0 0 0 0,18-16 1 0 0,-9 13 3 0 0,1 1 1 0 0,0 2-1 0 0,2 0 1 0 0,0 2-1 0 0,1 0 1 0 0,42-17-1 0 0,-48 25-5 0 0,0 1 0 0 0,1 1 0 0 0,0 0 0 0 0,1 2 0 0 0,-1 1 0 0 0,1 0 0 0 0,0 2 0 0 0,0 1 0 0 0,32 2 0 0 0,-45 0 14 0 0,-1 1 0 0 0,1 0-1 0 0,-1 1 1 0 0,0 0 0 0 0,1 0-1 0 0,-1 1 1 0 0,-1 1 0 0 0,1 0-1 0 0,-1 0 1 0 0,12 8 0 0 0,-18-11 4 0 0,-1 0 0 0 0,1 1 1 0 0,0-1-1 0 0,-1 1 0 0 0,1-1 0 0 0,-1 1 1 0 0,0 0-1 0 0,0 0 0 0 0,0 0 0 0 0,0 0 1 0 0,-1 0-1 0 0,1 0 0 0 0,-1 1 0 0 0,0-1 1 0 0,0 1-1 0 0,0-1 0 0 0,0 1 0 0 0,0-1 1 0 0,-1 1-1 0 0,0-1 0 0 0,0 1 0 0 0,0-1 1 0 0,0 1-1 0 0,0-1 0 0 0,-1 1 0 0 0,1 0 1 0 0,-1-1-1 0 0,0 0 0 0 0,0 1 0 0 0,-1-1 1 0 0,1 0-1 0 0,0 1 0 0 0,-5 4 0 0 0,1 2-1 0 0,-2-1-1 0 0,1 0 1 0 0,-1-1-1 0 0,-1 0 1 0 0,0 0-1 0 0,0 0 0 0 0,0-1 1 0 0,-1 0-1 0 0,0-1 1 0 0,0 0-1 0 0,-15 7 1 0 0,10-6 10 0 0,-1-1 1 0 0,1 0-1 0 0,-1-1 1 0 0,-1-1-1 0 0,1 0 1 0 0,-1-1-1 0 0,-22 2 1 0 0,34-5-7 0 0,-1 0 1 0 0,1 0-1 0 0,-1-1 0 0 0,1 1 1 0 0,-1-1-1 0 0,1 0 0 0 0,0 0 1 0 0,-1-1-1 0 0,1 1 0 0 0,0-1 1 0 0,0 0-1 0 0,0 0 1 0 0,0 0-1 0 0,0 0 0 0 0,1-1 1 0 0,-6-4-1 0 0,7 5-9 0 0,0 0 0 0 0,0 0 0 0 0,0 0 0 0 0,1-1 0 0 0,-1 1 0 0 0,1-1 0 0 0,0 1 0 0 0,-1-1 0 0 0,1 1 0 0 0,0-1 0 0 0,0 0 0 0 0,1 1 0 0 0,-1-1 0 0 0,1 0 0 0 0,-1 0 0 0 0,1 0 0 0 0,0 1 0 0 0,0-1 0 0 0,0 0 0 0 0,0 0 0 0 0,1 0 0 0 0,-1 0 0 0 0,1 1 0 0 0,-1-1-1 0 0,1 0 1 0 0,2-3 0 0 0,-2 4 1 0 0,-1 0 0 0 0,1 0 0 0 0,0 0 0 0 0,0 0 0 0 0,0 0 0 0 0,0 0 0 0 0,1 0 0 0 0,-1 1 0 0 0,0-1 0 0 0,1 0 0 0 0,-1 1 0 0 0,1 0 0 0 0,0-1 0 0 0,0 1 0 0 0,-1 0 0 0 0,1 0 0 0 0,0 0 0 0 0,0 0 0 0 0,0 0 0 0 0,0 0-1 0 0,0 0 1 0 0,0 1 0 0 0,0-1 0 0 0,0 1 0 0 0,0-1 0 0 0,1 1 0 0 0,-1 0 0 0 0,3 0 0 0 0,0 1 7 0 0,0 1-1 0 0,0 0 1 0 0,0 0-1 0 0,0 0 1 0 0,0 1-1 0 0,0-1 1 0 0,0 1-1 0 0,-1 0 1 0 0,1 1-1 0 0,-1-1 1 0 0,5 6 0 0 0,-1-1 0 0 0,-1 1 0 0 0,1 1 0 0 0,-2-1 0 0 0,11 20 1 0 0,-1 3 2 0 0,-3 2 0 0 0,15 50 0 0 0,-23-67-107 0 0,0-1-1 0 0,1-1 0 0 0,1 1 0 0 0,0-1 0 0 0,1 0 1 0 0,1-1-1 0 0,10 14 0 0 0,-13-21-484 0 0,0 0 1 0 0,0-1-1 0 0,0 0 1 0 0,1 0-1 0 0,0-1 0 0 0,1 0 1 0 0,-1 0-1 0 0,1 0 1 0 0,0-1-1 0 0,0-1 1 0 0,0 1-1 0 0,1-1 0 0 0,-1 0 1 0 0,17 2-1 0 0,4-1-4015 0 0,0-4-2187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27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153 311 2988 0 0,'-10'-52'5103'0'0,"3"0"-1"0"0,-1-63 1 0 0,7 111-4984 0 0,1 0 1 0 0,1 0-1 0 0,-1 0 1 0 0,1 0 0 0 0,-1 0-1 0 0,1 0 1 0 0,0 0 0 0 0,1 0-1 0 0,-1 0 1 0 0,1 0-1 0 0,0 1 1 0 0,-1-1 0 0 0,2 0-1 0 0,-1 1 1 0 0,0 0-1 0 0,1-1 1 0 0,3-3 0 0 0,-3 5-96 0 0,1-1 1 0 0,-1 1 0 0 0,0 0 0 0 0,0 1 0 0 0,1-1-1 0 0,-1 0 1 0 0,1 1 0 0 0,0 0 0 0 0,-1 0 0 0 0,1 0-1 0 0,0 0 1 0 0,0 1 0 0 0,-1-1 0 0 0,1 1 0 0 0,0 0-1 0 0,0 0 1 0 0,0 0 0 0 0,7 2 0 0 0,-5-1-15 0 0,-1 0 1 0 0,1 1-1 0 0,-1-1 0 0 0,0 1 1 0 0,1 0-1 0 0,-1 1 0 0 0,0-1 1 0 0,0 1-1 0 0,0 0 0 0 0,-1 0 1 0 0,1 1-1 0 0,-1-1 0 0 0,7 7 1 0 0,-9-7 1 0 0,0-1-1 0 0,0 1 1 0 0,-1-1 0 0 0,1 1 0 0 0,-1 0 0 0 0,1 0 0 0 0,-1 0 0 0 0,0 0-1 0 0,0 0 1 0 0,0 0 0 0 0,-1 0 0 0 0,1 0 0 0 0,-1 0 0 0 0,0 0-1 0 0,1 0 1 0 0,-1 0 0 0 0,-1 0 0 0 0,1 1 0 0 0,0-1 0 0 0,-1 0 0 0 0,0 0-1 0 0,1 0 1 0 0,-1 0 0 0 0,0 0 0 0 0,-1 0 0 0 0,0 2 0 0 0,-4 6 31 0 0,0-2 0 0 0,-1 1 0 0 0,0-1 1 0 0,0 1-1 0 0,-1-2 0 0 0,0 1 1 0 0,-16 11-1 0 0,-69 46 977 0 0,76-55-636 0 0,7-5 56 0 0,0 1 0 0 0,-16 13 0 0 0,25-19-365 0 0,23 10 101 0 0,-1-5-172 0 0,-1 1 1 0 0,0 1-1 0 0,-1 1 1 0 0,1 0-1 0 0,-2 2 1 0 0,23 15 0 0 0,-30-18 64 0 0,-1 0 0 0 0,0 1 0 0 0,0 0 0 0 0,-1 1 0 0 0,0 0 0 0 0,9 15 1 0 0,-17-24 21 0 0,0 1 1 0 0,0-1-1 0 0,-1 0 1 0 0,1 0-1 0 0,-1 1 1 0 0,1-1 0 0 0,-1 1-1 0 0,1-1 1 0 0,-1 0-1 0 0,0 1 1 0 0,0-1-1 0 0,0 1 1 0 0,0-1-1 0 0,0 1 1 0 0,0-1 0 0 0,0 1-1 0 0,0-1 1 0 0,-1 0-1 0 0,1 1 1 0 0,-1 2-1 0 0,-1-2 32 0 0,1 0 1 0 0,0 1-1 0 0,-1-1 0 0 0,1 0 0 0 0,-1 0 0 0 0,0 0 0 0 0,0 0 0 0 0,0-1 0 0 0,0 1 0 0 0,-4 2 0 0 0,-1 1 96 0 0,-1-1 0 0 0,0-1-1 0 0,0 1 1 0 0,0-1-1 0 0,-14 3 1 0 0,5-2-105 0 0,1-1-1 0 0,-1-1 1 0 0,0-1-1 0 0,1 0 1 0 0,-1-1 0 0 0,0-1-1 0 0,0-1 1 0 0,-16-3-1 0 0,19 2-1143 0 0,-1-1 0 0 0,-25-12-1 0 0,31 13-623 0 0,-11-6-3806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41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1011 640 784 0 0,'-36'6'10926'0'0,"28"-5"-9089"0"0,-4 0 727 0 0,76-36-2328 0 0,17-10-193 0 0,-51 25-36 0 0,-1-2 0 0 0,-1-1 0 0 0,-1-1 0 0 0,0-1 0 0 0,-2-1 0 0 0,-2-2 0 0 0,0 0 0 0 0,-2-1 0 0 0,19-34 0 0 0,-21 24-12 0 0,23-63 0 0 0,5-14-77 0 0,-46 115 55 0 0,-8 9-71 0 0,-75 145 69 0 0,38-67 117 0 0,-226 404 667 0 0,-234 458-132 0 0,18 21-267 0 0,484-965-301 0 0,0 0 1 0 0,0 0 0 0 0,0 0-1 0 0,0-1 1 0 0,-1 1 0 0 0,1-1-1 0 0,-1 1 1 0 0,0-1 0 0 0,0 0-1 0 0,0 0 1 0 0,-1 0 0 0 0,1-1-1 0 0,-7 5 1 0 0,9-7-47 0 0,0 0 0 0 0,1 0 1 0 0,-1 0-1 0 0,0 0 0 0 0,0 0 0 0 0,1 0 0 0 0,-1 0 1 0 0,0-1-1 0 0,0 1 0 0 0,1 0 0 0 0,-1 0 0 0 0,0-1 1 0 0,0 1-1 0 0,1 0 0 0 0,-1-1 0 0 0,1 1 0 0 0,-1-1 1 0 0,0 1-1 0 0,1-1 0 0 0,-1 1 0 0 0,1-1 0 0 0,-1 1 0 0 0,1-1 1 0 0,-1 0-1 0 0,-9-16 58 0 0,6 5-54 0 0,0 0 0 0 0,1 0 0 0 0,1-1 0 0 0,0 0 0 0 0,-1-19 0 0 0,6-67-21 0 0,-2 70 15 0 0,9-102 12 0 0,37-177-1 0 0,58-125-68 0 0,-61 284 27 0 0,6 2-1 0 0,123-249 0 0 0,-128 312-11 0 0,4 3-1 0 0,3 1 1 0 0,4 3-1 0 0,3 2 0 0 0,122-119 1 0 0,-119 138 6 0 0,111-79 0 0 0,-144 116 21 0 0,2 0 0 0 0,0 2 0 0 0,1 1 0 0 0,1 2 0 0 0,0 1 0 0 0,49-12 0 0 0,-67 22 4 0 0,1 0-1 0 0,-1 1 1 0 0,1 0 0 0 0,-1 2 0 0 0,1-1 0 0 0,-1 2 0 0 0,1 0 0 0 0,-1 1 0 0 0,1 1-1 0 0,-1 0 1 0 0,0 1 0 0 0,0 1 0 0 0,0 0 0 0 0,-1 1 0 0 0,0 0 0 0 0,0 1 0 0 0,0 1-1 0 0,-1 0 1 0 0,0 1 0 0 0,-1 1 0 0 0,0 0 0 0 0,0 0 0 0 0,-1 1 0 0 0,0 1 0 0 0,-1-1-1 0 0,-1 2 1 0 0,0-1 0 0 0,0 2 0 0 0,-1-1 0 0 0,6 15 0 0 0,-1 2 14 0 0,-2 1 1 0 0,-1 1-1 0 0,-1-1 0 0 0,-2 2 1 0 0,-1-1-1 0 0,-1 1 1 0 0,-2-1-1 0 0,-2 1 0 0 0,-3 48 1 0 0,-4-10 17 0 0,-4 1 0 0 0,-2-1 0 0 0,-27 84 0 0 0,15-82 38 0 0,-2-1 0 0 0,-72 136 0 0 0,44-115 711 0 0,-103 134 1 0 0,140-208-248 0 0,16-18-515 0 0,0-1 0 0 0,0 1 1 0 0,0-1-1 0 0,1 1 0 0 0,-1-1 0 0 0,0 0 1 0 0,0 0-1 0 0,0 1 0 0 0,0-1 0 0 0,0 0 1 0 0,0 0-1 0 0,0 0 0 0 0,0 0 0 0 0,0 0 0 0 0,0 0 1 0 0,1 0-1 0 0,-1 0 0 0 0,0 0 0 0 0,0 0 1 0 0,0-1-1 0 0,0 1 0 0 0,-1-1 0 0 0,1 0-10 0 0,0-1-1 0 0,0 1 1 0 0,0-1-1 0 0,0 0 1 0 0,0 0-1 0 0,1 1 1 0 0,-1-1-1 0 0,0 0 0 0 0,1 0 1 0 0,0 1-1 0 0,-1-1 1 0 0,1 0-1 0 0,0 0 1 0 0,0 0-1 0 0,0-2 1 0 0,3-19-148 0 0,0 1 0 0 0,1 0 0 0 0,1 0 0 0 0,1 0 0 0 0,1 0 0 0 0,13-26 0 0 0,2-8-306 0 0,17-49-445 0 0,-16 50 101 0 0,-4-1 0 0 0,19-85 0 0 0,-36 135 685 0 0,-1-1 1 0 0,-1 0-1 0 0,1 1 0 0 0,-1-1 0 0 0,0 0 0 0 0,-1 1 0 0 0,0-1 0 0 0,0 0 1 0 0,0 1-1 0 0,-1-1 0 0 0,-3-8 0 0 0,4 12 82 0 0,-1 0 0 0 0,0 0 0 0 0,0 0 0 0 0,0 0 0 0 0,0 0-1 0 0,0 0 1 0 0,-1 0 0 0 0,1 1 0 0 0,-1-1 0 0 0,0 1 0 0 0,0 0 0 0 0,0-1 0 0 0,0 2 0 0 0,0-1 0 0 0,0 0 0 0 0,-1 0 0 0 0,1 1-1 0 0,0 0 1 0 0,-1 0 0 0 0,1 0 0 0 0,-1 0 0 0 0,-3 0 0 0 0,-4 0 6 0 0,1 0-1 0 0,-1 1 1 0 0,0 1-1 0 0,1 0 1 0 0,-1 0 0 0 0,1 1-1 0 0,0 0 1 0 0,0 1-1 0 0,-18 7 1 0 0,-8 6 22 0 0,-42 25 0 0 0,70-37 2 0 0,-35 20 98 0 0,0 2-1 0 0,2 2 1 0 0,1 2-1 0 0,-65 63 1 0 0,101-90-86 0 0,1 0 0 0 0,0 0 0 0 0,1 1 0 0 0,-1-1 0 0 0,1 1 0 0 0,-1 0 0 0 0,1 0 0 0 0,-3 7 0 0 0,5-9-12 0 0,0-1-1 0 0,0 0 1 0 0,0 0-1 0 0,0 0 1 0 0,0 1 0 0 0,0-1-1 0 0,0 0 1 0 0,0 0-1 0 0,0 0 1 0 0,1 0-1 0 0,-1 0 1 0 0,0 0-1 0 0,1 1 1 0 0,-1-1-1 0 0,1 0 1 0 0,0 0 0 0 0,-1 0-1 0 0,1 0 1 0 0,0 0-1 0 0,-1-1 1 0 0,1 1-1 0 0,0 0 1 0 0,0 0-1 0 0,0 0 1 0 0,0-1-1 0 0,0 1 1 0 0,0 0 0 0 0,0-1-1 0 0,0 1 1 0 0,0-1-1 0 0,0 1 1 0 0,0-1-1 0 0,0 1 1 0 0,0-1-1 0 0,0 0 1 0 0,3 1-1 0 0,5 1 6 0 0,0 0 0 0 0,1-1-1 0 0,-1 0 1 0 0,1 0-1 0 0,-1-1 1 0 0,19-1 0 0 0,61-12-2 0 0,-69 9-14 0 0,73-16-454 0 0,166-57 1 0 0,81-58-1298 0 0,-272 107 1479 0 0,26-12-128 0 0,174-66-559 0 0,-263 104 991 0 0,-1 0-1 0 0,1 1 1 0 0,0 0-1 0 0,0 0 1 0 0,0 0-1 0 0,0 0 1 0 0,0 1-1 0 0,0 0 1 0 0,5 0-1 0 0,-8 1-2 0 0,-1-1-1 0 0,0 0 1 0 0,0 0-1 0 0,0 1 1 0 0,0-1 0 0 0,0 1-1 0 0,0-1 1 0 0,-1 1-1 0 0,1-1 1 0 0,0 1-1 0 0,0 0 1 0 0,0-1-1 0 0,0 1 1 0 0,-1 0-1 0 0,1 0 1 0 0,0 0-1 0 0,-1-1 1 0 0,2 2 0 0 0,-1 1 19 0 0,-1-1 0 0 0,1 0 0 0 0,0 0 1 0 0,-1 0-1 0 0,1 0 0 0 0,-1 1 0 0 0,0-1 0 0 0,0 0 1 0 0,0 0-1 0 0,0 0 0 0 0,0 5 0 0 0,-5 14 213 0 0,0 0 0 0 0,-1 0 0 0 0,-1-1 0 0 0,-1 0-1 0 0,-15 28 1 0 0,14-31-122 0 0,-119 222 1178 0 0,36-74-747 0 0,84-148-509 0 0,-19 30 125 0 0,26-46-128 0 0,1-1-50 0 0,0 1 1 0 0,0-1-1 0 0,0 0 0 0 0,0 0 1 0 0,0 1-1 0 0,0-1 0 0 0,0 0 1 0 0,0 1-1 0 0,0-1 0 0 0,0 0 1 0 0,1 0-1 0 0,-1 1 0 0 0,0-1 1 0 0,0 0-1 0 0,0 0 0 0 0,0 1 1 0 0,0-1-1 0 0,0 0 0 0 0,1 0 1 0 0,-1 1-1 0 0,0-1 0 0 0,0 0 1 0 0,0 0-1 0 0,0 0 0 0 0,1 1 1 0 0,-1-1-1 0 0,0 0 0 0 0,0 0 1 0 0,1 0-1 0 0,-1 0 0 0 0,0 0 1 0 0,0 1-1 0 0,1-1 0 0 0,-1 0 1 0 0,0 0-1 0 0,0 0 0 0 0,1 0 1 0 0,-1 0-1 0 0,0 0 0 0 0,1 0 1 0 0,-1 0-1 0 0,0 0 0 0 0,0 0 1 0 0,1 0-1 0 0,-1 0 0 0 0,0 0 1 0 0,0 0-1 0 0,1-1 0 0 0,12-4-7 0 0,-13 4 6 0 0,18-10-13 0 0,-1-2 0 0 0,0-1 1 0 0,-1 0-1 0 0,16-17 0 0 0,54-71-68 0 0,-34 38 31 0 0,-43 53 37 0 0,40-46-7 0 0,1 2-1 0 0,61-51 1 0 0,-105 102 18 0 0,-1-1-1 0 0,1 1 1 0 0,0 1-1 0 0,0-1 1 0 0,0 1 0 0 0,1 0-1 0 0,11-3 1 0 0,-16 5 1 0 0,0 1 1 0 0,-1-1-1 0 0,1 1 0 0 0,0 0 1 0 0,0 0-1 0 0,0 0 1 0 0,0 0-1 0 0,0 0 1 0 0,0 0-1 0 0,0 0 1 0 0,0 0-1 0 0,0 1 0 0 0,0-1 1 0 0,-1 1-1 0 0,1 0 1 0 0,0-1-1 0 0,0 1 1 0 0,-1 0-1 0 0,1 0 0 0 0,0 0 1 0 0,-1 0-1 0 0,1 1 1 0 0,-1-1-1 0 0,1 0 1 0 0,-1 1-1 0 0,0-1 0 0 0,1 1 1 0 0,-1-1-1 0 0,0 1 1 0 0,0-1-1 0 0,0 1 1 0 0,1 2-1 0 0,1 3 1 0 0,-1 1 0 0 0,0-1 0 0 0,0 1 0 0 0,0 0 1 0 0,-1-1-1 0 0,0 1 0 0 0,0 0 0 0 0,-1 0 0 0 0,0 0 0 0 0,-2 13 0 0 0,-1 2 52 0 0,-1 0-1 0 0,-10 29 1 0 0,-5 2 276 0 0,-3 0 0 0 0,-46 82 0 0 0,-10 20 160 0 0,77-155-483 0 0,1-1 0 0 0,-1 1 0 0 0,1 0 0 0 0,-1 0 0 0 0,1 0 0 0 0,0-1 0 0 0,-1 1 0 0 0,1 0 0 0 0,0 0 0 0 0,0 0 0 0 0,0 0 0 0 0,0-1 0 0 0,0 1 0 0 0,0 0 0 0 0,0 0 0 0 0,0 0 0 0 0,0 0 0 0 0,0 0 0 0 0,0 0 0 0 0,0-1 0 0 0,0 1 0 0 0,1 0 0 0 0,-1 0 1 0 0,0 0-1 0 0,1 0 0 0 0,-1-1 0 0 0,1 2 0 0 0,0-2-2 0 0,0 1 0 0 0,1-1 0 0 0,-1 1 0 0 0,0-1 1 0 0,0 0-1 0 0,0 1 0 0 0,0-1 0 0 0,0 0 1 0 0,1 0-1 0 0,-1 0 0 0 0,0 0 0 0 0,0 0 0 0 0,0 0 1 0 0,1 0-1 0 0,-1 0 0 0 0,2-1 0 0 0,9-3 4 0 0,-1 1 0 0 0,20-11 0 0 0,-29 13-3 0 0,79-40-43 0 0,-3-4 1 0 0,-1-4-1 0 0,71-59 1 0 0,198-190-189 0 0,-330 283 222 0 0,0 2 3 0 0,-2 0-1 0 0,1-1 1 0 0,-1-1-1 0 0,-1-1 0 0 0,21-32 1 0 0,-34 47 1 0 0,1 1 1 0 0,-1 0-1 0 0,0 0 1 0 0,0-1-1 0 0,0 1 0 0 0,1 0 1 0 0,-1-1-1 0 0,0 1 1 0 0,0 0-1 0 0,0-1 1 0 0,0 1-1 0 0,0-1 0 0 0,0 1 1 0 0,1 0-1 0 0,-1-1 1 0 0,0 1-1 0 0,0 0 1 0 0,0-1-1 0 0,0 1 0 0 0,0-1 1 0 0,-1 1-1 0 0,1 0 1 0 0,0-1-1 0 0,0 1 1 0 0,0 0-1 0 0,0-1 0 0 0,0 1 1 0 0,0 0-1 0 0,-1-1 1 0 0,1 1-1 0 0,0 0 1 0 0,0-1-1 0 0,0 1 0 0 0,-1 0 1 0 0,1 0-1 0 0,0-1 1 0 0,0 1-1 0 0,-1 0 1 0 0,1 0-1 0 0,0-1 0 0 0,-1 1 1 0 0,1 0-1 0 0,0 0 1 0 0,-1 0-1 0 0,1 0 1 0 0,0-1-1 0 0,-1 1 0 0 0,1 0 1 0 0,0 0-1 0 0,-1 0 1 0 0,-17 0-13 0 0,17 1 14 0 0,-14 3 21 0 0,0 0 1 0 0,0 2 0 0 0,0 0-1 0 0,1 0 1 0 0,0 1 0 0 0,0 1-1 0 0,-23 18 1 0 0,6-6 94 0 0,-108 73 611 0 0,109-71-456 0 0,2 2 1 0 0,-39 40-1 0 0,64-61-244 0 0,-1 1-1 0 0,1 0 1 0 0,0 0-1 0 0,1 0 1 0 0,-1 0-1 0 0,1 0 1 0 0,-1 1-1 0 0,1-1 1 0 0,-1 6-1 0 0,2-8-15 0 0,1 0-1 0 0,0 0 0 0 0,0 1 0 0 0,0-1 0 0 0,0 0 0 0 0,0 0 1 0 0,0 0-1 0 0,0 0 0 0 0,1 0 0 0 0,-1 0 0 0 0,1 0 0 0 0,-1 0 1 0 0,1 0-1 0 0,0 0 0 0 0,0 0 0 0 0,0 0 0 0 0,0 0 0 0 0,0 0 1 0 0,1-1-1 0 0,-1 1 0 0 0,0 0 0 0 0,1-1 0 0 0,2 3 0 0 0,4 3 6 0 0,1 0 0 0 0,0-1-1 0 0,0 0 1 0 0,1 0 0 0 0,0-1-1 0 0,15 6 1 0 0,67 19 19 0 0,-57-20-21 0 0,23 7-18 0 0,216 76 80 0 0,-240-75 238 0 0,-33-18-306 0 0,-1 1 0 0 0,0-1-1 0 0,1 0 1 0 0,-1 0 0 0 0,0 1 0 0 0,1-1 0 0 0,-1 0-1 0 0,0 1 1 0 0,0-1 0 0 0,1 0 0 0 0,-1 1-1 0 0,0-1 1 0 0,0 1 0 0 0,0-1 0 0 0,1 0-1 0 0,-1 1 1 0 0,0-1 0 0 0,0 1 0 0 0,0-1 0 0 0,0 1-1 0 0,0-1 1 0 0,0 0 0 0 0,0 1 0 0 0,0-1-1 0 0,0 1 1 0 0,0-1 0 0 0,0 1 0 0 0,0-1-1 0 0,0 0 1 0 0,0 1 0 0 0,-1-1 0 0 0,1 1 0 0 0,0-1-1 0 0,0 0 1 0 0,0 1 0 0 0,-1-1 0 0 0,1 1-1 0 0,0-1 1 0 0,0 0 0 0 0,-1 1 0 0 0,1-1-1 0 0,0 0 1 0 0,-1 0 0 0 0,1 1 0 0 0,0-1-1 0 0,-1 0 1 0 0,1 0 0 0 0,0 1 0 0 0,-1-1 0 0 0,0 0-1 0 0,-19 13 153 0 0,4-7-120 0 0,-1-2 0 0 0,1 0 0 0 0,-1-1 1 0 0,1-1-1 0 0,-1-1 0 0 0,0 0 1 0 0,-18-2-1 0 0,-3-2-1605 0 0,0-1 0 0 0,-37-10 0 0 0,32 1-5629 0 0,25 4 211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42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45 2192 0 0,'-2'-2'3023'0'0,"-2"1"-2272"0"0,-32-21 9008 0 0,24 12-8187 0 0,11 9-1142 0 0,0 1-421 0 0,1 0 1 0 0,0 0-1 0 0,0-1 1 0 0,0 1-1 0 0,0 0 0 0 0,0 0 1 0 0,0 0-1 0 0,0-1 0 0 0,0 1 1 0 0,0 0-1 0 0,0 0 1 0 0,-1-1-1 0 0,1 1 0 0 0,0 0 1 0 0,0 0-1 0 0,1 0 1 0 0,-1-1-1 0 0,0 1 0 0 0,0 0 1 0 0,0 0-1 0 0,0-1 1 0 0,0 1-1 0 0,0 0 0 0 0,0 0 1 0 0,0 0-1 0 0,0-1 1 0 0,0 1-1 0 0,0 0 0 0 0,1 0 1 0 0,-1 0-1 0 0,0-1 1 0 0,0 1-1 0 0,0 0 0 0 0,0 0 1 0 0,1 0-1 0 0,-1 0 0 0 0,0 0 1 0 0,0-1-1 0 0,0 1 1 0 0,1 0-1 0 0,-1 0 0 0 0,0 0 1 0 0,0 0-1 0 0,1 0 1 0 0,-1 0-1 0 0,0 0 0 0 0,0 0 1 0 0,0 0-1 0 0,1 0 1 0 0,-1 0-1 0 0,0 0 0 0 0,0 0 1 0 0,1 0-1 0 0,-1 0 1 0 0,0 0-1 0 0,0 0 0 0 0,1 0 1 0 0,-1 0-1 0 0,0 0 0 0 0,0 0 1 0 0,0 0-1 0 0,1 0 1 0 0,-1 1-1 0 0,0-1 0 0 0,0 0 1 0 0,10 14-1904 0 0,-10-12 1411 0 0,1 0 1 0 0,-1 0-1 0 0,0 0 1 0 0,0 1-1 0 0,0-1 1 0 0,0 0-1 0 0,-1 0 1 0 0,1 1-1 0 0,-1-1 1 0 0,1 0-1 0 0,-1 0 1 0 0,0 0-1 0 0,0 0 1 0 0,-2 4-1 0 0,2-4-241 0 0,-7 16-5363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42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0 2312 0 0,'-5'9'1727'0'0,"1"-3"854"0"0,0 0-1 0 0,0 1 0 0 0,0-1 0 0 0,-12 11 4477 0 0,38-24-8021 0 0,17-10-5097 0 0,-24 8 1217 0 0,2-2-2300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43.1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3 157 744 0 0,'-1'-5'778'0'0,"1"0"0"0"0,-1 1-1 0 0,1-1 1 0 0,-1 0 0 0 0,1 0 0 0 0,0 1-1 0 0,1-1 1 0 0,-1 0 0 0 0,3-6 0 0 0,-2 7-402 0 0,0-1 1 0 0,1 1 0 0 0,0 0 0 0 0,0 0 0 0 0,0 0-1 0 0,0 0 1 0 0,0 0 0 0 0,1 1 0 0 0,4-5 0 0 0,-5 5-288 0 0,1 0 1 0 0,-1 1-1 0 0,1 0 1 0 0,0 0-1 0 0,0 0 1 0 0,0 0-1 0 0,0 0 1 0 0,1 0-1 0 0,-1 1 1 0 0,0-1-1 0 0,1 1 1 0 0,-1 0-1 0 0,1 0 1 0 0,-1 1-1 0 0,1-1 1 0 0,-1 1-1 0 0,1-1 1 0 0,-1 1-1 0 0,1 0 1 0 0,0 0-1 0 0,-1 1 1 0 0,1-1-1 0 0,-1 1 1 0 0,1 0-1 0 0,-1 0 1 0 0,1 0 0 0 0,3 2-1 0 0,0 0-34 0 0,1 1-1 0 0,-1 0 1 0 0,0 0 0 0 0,-1 1-1 0 0,1 0 1 0 0,-1 0 0 0 0,0 1-1 0 0,0 0 1 0 0,0 0 0 0 0,-1 0-1 0 0,0 0 1 0 0,0 1 0 0 0,-1 0-1 0 0,1 0 1 0 0,-2 0 0 0 0,1 1-1 0 0,-1-1 1 0 0,0 1 0 0 0,-1 0-1 0 0,1 0 1 0 0,0 9 0 0 0,-1-3 31 0 0,0 1 0 0 0,-1-1 0 0 0,0 0 1 0 0,-1 1-1 0 0,-1-1 0 0 0,-1 0 1 0 0,0 1-1 0 0,0-1 0 0 0,-1 0 1 0 0,-1 0-1 0 0,-8 18 0 0 0,-3-1 495 0 0,-2 0 0 0 0,-1-2 0 0 0,-2 1 0 0 0,0-2 0 0 0,-45 47 1 0 0,65-76-565 0 0,0 1 1 0 0,0 0-1 0 0,0-1 1 0 0,0 1 0 0 0,0-1-1 0 0,0 1 1 0 0,0 0 0 0 0,0-1-1 0 0,0 1 1 0 0,0 0 0 0 0,0-1-1 0 0,0 1 1 0 0,0 0 0 0 0,0-1-1 0 0,0 1 1 0 0,-1 0-1 0 0,1-1 1 0 0,0 1 0 0 0,0 0-1 0 0,0-1 1 0 0,-1 1 0 0 0,1 0-1 0 0,0 0 1 0 0,0-1 0 0 0,-1 1-1 0 0,1 0 1 0 0,0 0 0 0 0,0-1-1 0 0,-1 1 1 0 0,1 0 0 0 0,0 0-1 0 0,-1 0 1 0 0,1-1-1 0 0,0 1 1 0 0,-1 0 0 0 0,1 0-1 0 0,0 0 1 0 0,-1 0 0 0 0,1 0-1 0 0,0 0 1 0 0,-1 0 0 0 0,1 0-1 0 0,0 0 1 0 0,-1 0 0 0 0,1 0-1 0 0,-1 0 1 0 0,1 0-1 0 0,0 0 1 0 0,-1 0 0 0 0,1 0-1 0 0,0 0 1 0 0,-1 1 0 0 0,1-1-1 0 0,0 0 1 0 0,-1 0 0 0 0,14-20 8 0 0,1 1 1 0 0,0 0-1 0 0,2 1 1 0 0,0 1-1 0 0,25-21 1 0 0,-26 23-18 0 0,93-83 2 0 0,222-153 0 0 0,-206 162-212 0 0,-123 88 155 0 0,-4 2 5 0 0,-1 1 30 0 0,1 0 0 0 0,0 0-1 0 0,0 0 1 0 0,-1 1-1 0 0,2-1 1 0 0,-1 1 0 0 0,-4 4-1 0 0,0 0-7 0 0,-44 43 1 0 0,3 2-1 0 0,-68 93 0 0 0,105-130 28 0 0,1 0 0 0 0,1 1 0 0 0,-11 23-1 0 0,18-34 6 0 0,0 0-1 0 0,0 0 1 0 0,0 1-1 0 0,1-1 1 0 0,-1 0-1 0 0,1 0 1 0 0,1 1-1 0 0,-1-1 1 0 0,1 1-1 0 0,0-1 1 0 0,0 1-1 0 0,0-1 1 0 0,1 0-1 0 0,0 1 1 0 0,0-1-1 0 0,2 6 1 0 0,-1-8-2 0 0,0 1 0 0 0,0-1-1 0 0,1 0 1 0 0,-1 1 0 0 0,1-1 0 0 0,0-1 0 0 0,0 1-1 0 0,0 0 1 0 0,0-1 0 0 0,0 1 0 0 0,0-1 0 0 0,1 0-1 0 0,-1 0 1 0 0,1-1 0 0 0,0 1 0 0 0,-1-1 0 0 0,1 1-1 0 0,0-1 1 0 0,0 0 0 0 0,0-1 0 0 0,6 2 0 0 0,10 0 5 0 0,0-1 1 0 0,0-1-1 0 0,20-2 0 0 0,-26 1-23 0 0,218-26-2824 0 0,-4-21-7095 0 0,-150 28 3251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43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48 2676 0 0,'-27'-5'7804'0'0,"-9"0"-971"0"0,33 4-5763 0 0,-11 0 2559 0 0,225-15-2852 0 0,-93 8-3726 0 0,-1-2-8422 0 0,-100 8 5306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43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19 117 1168 0 0,'-8'9'2806'0'0,"-1"2"555"0"0,9-11-3264 0 0,0 1 1 0 0,-1-1-1 0 0,1 0 1 0 0,0 1-1 0 0,0-1 1 0 0,0 1-1 0 0,0-1 1 0 0,0 0-1 0 0,0 1 1 0 0,0-1-1 0 0,0 1 1 0 0,0-1-1 0 0,0 1 0 0 0,0-1 1 0 0,0 0-1 0 0,0 1 1 0 0,0-1-1 0 0,0 0 1 0 0,1 1-1 0 0,-1-1 1 0 0,0 1-1 0 0,0-1 1 0 0,0 0-1 0 0,1 1 1 0 0,-1-1-1 0 0,0 0 1 0 0,0 1-1 0 0,1-1 0 0 0,0 1 1 0 0,-1-1-52 0 0,1 0 0 0 0,0 0 1 0 0,0 1-1 0 0,0-1 0 0 0,0 0 0 0 0,0 0 0 0 0,0 0 1 0 0,0 0-1 0 0,0 0 0 0 0,0 0 0 0 0,0 0 0 0 0,0 0 1 0 0,0 0-1 0 0,0-1 0 0 0,0 1 0 0 0,1-1 0 0 0,0 1 61 0 0,40-8 310 0 0,82-25-1 0 0,39-27-4059 0 0,-114 41 1318 0 0,23-8-1287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44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521 301 1380 0 0,'-22'13'10748'0'0,"7"-5"-4846"0"0,23-9-5781 0 0,16-4-46 0 0,0-1 1 0 0,-1-1-1 0 0,1-1 0 0 0,-2-1 1 0 0,1-2-1 0 0,-1 0 0 0 0,-1-1 1 0 0,0-1-1 0 0,26-20 0 0 0,-41 26-69 0 0,1 0-1 0 0,-1 0 1 0 0,0-1 0 0 0,-1 1-1 0 0,1-1 1 0 0,-2-1-1 0 0,1 1 1 0 0,6-17-1 0 0,-9 18-6 0 0,1 0 0 0 0,-2 0 0 0 0,1 0 0 0 0,-1 0 0 0 0,0-1 0 0 0,0 1 0 0 0,-1 0 0 0 0,0-1 0 0 0,0 1 0 0 0,-1 0 0 0 0,0 0-1 0 0,-2-9 1 0 0,3 16-2 0 0,0-1 0 0 0,0 0 0 0 0,-1 0 0 0 0,1 0 0 0 0,0 0 0 0 0,-1 0 0 0 0,1 0 0 0 0,-1 1 0 0 0,1-1 0 0 0,-1 0 0 0 0,1 0 0 0 0,-1 1 0 0 0,0-1 0 0 0,1 0 0 0 0,-1 1 0 0 0,0-1 0 0 0,1 0 0 0 0,-1 1 0 0 0,0-1 0 0 0,0 1 0 0 0,0-1 0 0 0,1 1 0 0 0,-1 0 0 0 0,0-1 0 0 0,0 1-1 0 0,0 0 1 0 0,0 0 0 0 0,0-1 0 0 0,0 1 0 0 0,0 0 0 0 0,0 0 0 0 0,0 0 0 0 0,0 0 0 0 0,1 0 0 0 0,-1 0 0 0 0,0 1 0 0 0,0-1 0 0 0,0 0 0 0 0,0 0 0 0 0,0 1 0 0 0,0-1 0 0 0,0 0 0 0 0,0 1 0 0 0,1-1 0 0 0,-1 1 0 0 0,0-1 0 0 0,0 1 0 0 0,0 1 0 0 0,-7 3-1 0 0,1 0 0 0 0,0 1 1 0 0,-12 11-1 0 0,18-16 1 0 0,-24 26 16 0 0,2 1 0 0 0,1 0 0 0 0,-26 45-1 0 0,-46 101 246 0 0,-65 180 732 0 0,20 8-46 0 0,63-162-557 0 0,58-149-266 0 0,-35 79 575 0 0,32-103-40 0 0,20-27-647 0 0,1 1-1 0 0,0-1 0 0 0,-1 0 0 0 0,1 1 1 0 0,-1-1-1 0 0,1 0 0 0 0,-1 0 0 0 0,0 1 1 0 0,1-1-1 0 0,-1 0 0 0 0,1 0 0 0 0,-1 0 1 0 0,1 0-1 0 0,-1 0 0 0 0,0 0 0 0 0,1 0 1 0 0,-1 0-1 0 0,1 0 0 0 0,-1 0 0 0 0,1 0 1 0 0,-1 0-1 0 0,1 0 0 0 0,-1 0 0 0 0,0-1 1 0 0,1 1-1 0 0,-1 0 0 0 0,1 0 0 0 0,-1-1 1 0 0,1 1-1 0 0,-1 0 0 0 0,1-1 0 0 0,-1 1 0 0 0,-14-14 112 0 0,12 8-108 0 0,1-1 0 0 0,-1-1 0 0 0,1 1 0 0 0,0 0 0 0 0,1-1 0 0 0,0 1 0 0 0,0-1 0 0 0,0 1 0 0 0,1-1 0 0 0,0 1 0 0 0,3-15 0 0 0,1-6 3 0 0,14-50-1 0 0,-8 46-4 0 0,2 1 0 0 0,0 1 0 0 0,2 0 1 0 0,1 1-1 0 0,2 0 0 0 0,36-47 0 0 0,-37 56-6 0 0,1 0 1 0 0,1 1-1 0 0,0 1 1 0 0,2 1 0 0 0,0 1-1 0 0,1 1 1 0 0,0 0-1 0 0,1 2 1 0 0,30-14-1 0 0,-39 22-6 0 0,-1 0 0 0 0,1 1 0 0 0,1 0 0 0 0,-1 1 0 0 0,1 1 0 0 0,-1 0-1 0 0,1 1 1 0 0,21 0 0 0 0,-29 2-10 0 0,0-1 0 0 0,0 1-1 0 0,0 0 1 0 0,-1 0 0 0 0,1 0-1 0 0,0 1 1 0 0,-1 0 0 0 0,1 0-1 0 0,-1 1 1 0 0,0-1 0 0 0,1 1-1 0 0,-1 0 1 0 0,-1 1 0 0 0,1-1-1 0 0,0 1 1 0 0,-1 0-1 0 0,0 0 1 0 0,0 0 0 0 0,0 1-1 0 0,0-1 1 0 0,-1 1 0 0 0,4 6-1 0 0,-5-7 6 0 0,0 1-1 0 0,0-1 1 0 0,-1 0-1 0 0,0 0 1 0 0,0 1-1 0 0,0-1 0 0 0,0 1 1 0 0,-1-1-1 0 0,1 1 1 0 0,-1-1-1 0 0,0 1 1 0 0,0-1-1 0 0,-2 8 0 0 0,0-5 5 0 0,0 1 0 0 0,0-1-1 0 0,-1 1 1 0 0,0-1-1 0 0,-1 0 1 0 0,1 0 0 0 0,-7 8-1 0 0,0-2 3 0 0,0 0-1 0 0,-1-1 1 0 0,0-1 0 0 0,-1 1-1 0 0,0-2 1 0 0,-1 0 0 0 0,-15 9-1 0 0,20-14 5 0 0,0-1-1 0 0,0 0 0 0 0,-1-1 1 0 0,1 1-1 0 0,-1-2 0 0 0,0 1 1 0 0,0-1-1 0 0,0-1 0 0 0,0 0 1 0 0,-1 0-1 0 0,-16-1 0 0 0,22 0-5 0 0,-1 0 0 0 0,0-1 0 0 0,0 0 0 0 0,1 0 0 0 0,-1 0 0 0 0,1 0-1 0 0,-1-1 1 0 0,1 0 0 0 0,-1 0 0 0 0,1 0 0 0 0,0-1 0 0 0,0 1 0 0 0,0-1 0 0 0,0 0 0 0 0,1 0-1 0 0,-1 0 1 0 0,1 0 0 0 0,0-1 0 0 0,0 0 0 0 0,0 1 0 0 0,0-1 0 0 0,0 0 0 0 0,1 0 0 0 0,-4-8-1 0 0,6 11 4 0 0,-1 0-1 0 0,1 0 0 0 0,0 0 1 0 0,-1 0-1 0 0,1 0 0 0 0,0 1 1 0 0,-1-1-1 0 0,1 0 0 0 0,0 0 1 0 0,0 0-1 0 0,0 0 0 0 0,0 0 1 0 0,0 0-1 0 0,0 0 0 0 0,0 0 1 0 0,0 0-1 0 0,0 0 0 0 0,1 0 1 0 0,-1 0-1 0 0,0 0 0 0 0,0 0 1 0 0,1 0-1 0 0,-1 0 0 0 0,1 0 1 0 0,-1 1-1 0 0,1-1 0 0 0,-1 0 1 0 0,1 0-1 0 0,0 0 0 0 0,-1 1 1 0 0,1-1-1 0 0,0 0 0 0 0,0 1 1 0 0,-1-1-1 0 0,1 1 0 0 0,0-1 1 0 0,0 1-1 0 0,0-1 0 0 0,0 1 1 0 0,-1-1-1 0 0,1 1 0 0 0,0 0 1 0 0,0 0-1 0 0,0-1 0 0 0,1 1 1 0 0,2-1-3 0 0,0 1 1 0 0,-1 0-1 0 0,1 0 1 0 0,0 0-1 0 0,-1 0 1 0 0,1 0 0 0 0,0 1-1 0 0,-1-1 1 0 0,1 1-1 0 0,-1 0 1 0 0,5 2-1 0 0,8 5-17 0 0,0 0-1 0 0,0 2 0 0 0,-1 0 1 0 0,0 0-1 0 0,16 17 0 0 0,61 68 318 0 0,-4-3-777 0 0,-74-79 11 0 0,1-1-1 0 0,0-1 1 0 0,1 0-1 0 0,28 15 1 0 0,-16-14-1035 0 0,0 0 0 0 0,32 8 1 0 0,20-2-4686 0 0,-24-10-1054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44.6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377 110 1848 0 0,'4'-29'2771'0'0,"-1"15"-797"0"0,-1 1 0 0 0,-1-1 0 0 0,-1-24 0 0 0,0 38-1925 0 0,0 0 0 0 0,0 0 0 0 0,-1 0 0 0 0,1-1 0 0 0,0 1 0 0 0,0 0 0 0 0,0 0 0 0 0,-1 0 0 0 0,1 0 0 0 0,0 0 0 0 0,0 0 0 0 0,-1 0 0 0 0,1 0 0 0 0,0 0 0 0 0,-1 0 0 0 0,1 0 0 0 0,0 0 0 0 0,0 0 0 0 0,-1 0 0 0 0,1 0 0 0 0,0 0 0 0 0,0 0 0 0 0,-1 0 0 0 0,1 0 0 0 0,0 0 0 0 0,0 0 0 0 0,-1 1 0 0 0,1-1 0 0 0,0 0 0 0 0,0 0 0 0 0,0 0 0 0 0,-1 0 0 0 0,1 0 0 0 0,0 1 0 0 0,0-1 0 0 0,0 0 0 0 0,0 0 0 0 0,-1 1 0 0 0,1-1 0 0 0,0 0 0 0 0,0 0 0 0 0,0 1 0 0 0,-10 8 714 0 0,-16 26 516 0 0,1 2 1 0 0,-35 70 0 0 0,-27 86 45 0 0,-25 123-412 0 0,95-254-825 0 0,3 1-1 0 0,3 1 0 0 0,-4 77 0 0 0,14-127-282 0 0,1-1-1 0 0,1 1 0 0 0,0-1 1 0 0,1 1-1 0 0,0-1 0 0 0,1 0 1 0 0,8 24-1 0 0,-9-31-250 0 0,1 0 1 0 0,0 0 0 0 0,1 0-1 0 0,-1-1 1 0 0,1 1 0 0 0,0-1-1 0 0,8 8 1 0 0,-7-9-315 0 0,-1-1 1 0 0,1 1 0 0 0,0-1-1 0 0,-1 0 1 0 0,1 0-1 0 0,1-1 1 0 0,-1 1-1 0 0,0-1 1 0 0,11 3-1 0 0,15-1-5924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45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184 696 808 0 0,'11'-25'5151'0'0,"10"-41"0"0"0,-14 39-1613 0 0,16-35 1 0 0,-19 54-3302 0 0,0-1 1 0 0,0 1 0 0 0,1 0 0 0 0,0 1 0 0 0,1-1-1 0 0,0 1 1 0 0,0 0 0 0 0,9-7 0 0 0,21-14 73 0 0,50-30 0 0 0,-48 34-206 0 0,55-46 0 0 0,-67 45-79 0 0,-1-1-1 0 0,-1-1 0 0 0,-1-1 0 0 0,-1-1 0 0 0,-2-1 1 0 0,31-60-1 0 0,-50 85-87 0 0,-3 6 24 0 0,-9 10 12 0 0,-17 21 9 0 0,-66 106 68 0 0,-94 184 0 0 0,-39 170 143 0 0,203-430-148 0 0,-4 8 219 0 0,-43 81 0 0 0,70-149-226 0 0,0-1 0 0 0,0 1 1 0 0,0-1-1 0 0,0 1 0 0 0,0-1 1 0 0,0 1-1 0 0,0-1 1 0 0,-1 1-1 0 0,1-1 0 0 0,0 0 1 0 0,-1 0-1 0 0,1 0 0 0 0,-1 0 1 0 0,0 0-1 0 0,1 0 0 0 0,-1 0 1 0 0,0 0-1 0 0,1-1 1 0 0,-4 2-1 0 0,3-2-28 0 0,1-1 0 0 0,-1 1 0 0 0,1 0 0 0 0,-1-1-1 0 0,1 1 1 0 0,0-1 0 0 0,-1 1 0 0 0,1-1 0 0 0,0 0 0 0 0,0 1 0 0 0,-1-1 0 0 0,1 0 0 0 0,0 0 0 0 0,0 0 0 0 0,0 0 0 0 0,0 0 0 0 0,0 0-1 0 0,0 0 1 0 0,0-1 0 0 0,0 1 0 0 0,1 0 0 0 0,-1 0 0 0 0,0-1 0 0 0,1 1 0 0 0,-1 0 0 0 0,0-3 0 0 0,-2-4-5 0 0,1-1 0 0 0,0 1-1 0 0,0-1 1 0 0,1 0 0 0 0,0 0 0 0 0,0 0 0 0 0,1 0 0 0 0,0 0 0 0 0,1 0 0 0 0,0 0 0 0 0,0 1-1 0 0,1-1 1 0 0,3-10 0 0 0,1-1-8 0 0,1 0-1 0 0,1 1 1 0 0,0 0 0 0 0,19-30-1 0 0,-14 29 10 0 0,1 1-1 0 0,0 0 1 0 0,2 1-1 0 0,0 0 1 0 0,2 2-1 0 0,-1 0 1 0 0,2 1-1 0 0,27-18 0 0 0,-36 27-11 0 0,0 0 0 0 0,1 0 1 0 0,-1 1-1 0 0,1 0 0 0 0,0 1 0 0 0,0 1 0 0 0,1-1 0 0 0,-1 2 0 0 0,1 0 0 0 0,-1 0 0 0 0,1 1 0 0 0,0 0 0 0 0,0 1 0 0 0,0 1 0 0 0,-1 0 0 0 0,1 0 0 0 0,0 1 0 0 0,20 6 0 0 0,-27-6 0 0 0,0 0 0 0 0,-1-1-1 0 0,0 1 1 0 0,1 1 0 0 0,-1-1-1 0 0,0 1 1 0 0,0 0 0 0 0,0 0-1 0 0,-1 0 1 0 0,1 0 0 0 0,-1 0-1 0 0,0 1 1 0 0,0 0 0 0 0,0-1-1 0 0,0 1 1 0 0,0 0 0 0 0,-1 1-1 0 0,0-1 1 0 0,0 0 0 0 0,0 1-1 0 0,0-1 1 0 0,-1 1 0 0 0,0 0-1 0 0,0-1 1 0 0,0 1 0 0 0,0 0-1 0 0,-1 0 1 0 0,0-1 0 0 0,0 1-1 0 0,0 0 1 0 0,0 0 0 0 0,-1 0-1 0 0,0-1 1 0 0,0 1 0 0 0,0 0-1 0 0,-1-1 1 0 0,1 1 0 0 0,-1-1-1 0 0,0 1 1 0 0,-1-1 0 0 0,1 0-1 0 0,-1 0 1 0 0,1 0 0 0 0,-5 4-1 0 0,-1 1 24 0 0,-1 1-1 0 0,0-1 0 0 0,0 0 0 0 0,-1-1 1 0 0,-1 0-1 0 0,1-1 0 0 0,-1 0 0 0 0,0-1 0 0 0,-1 0 1 0 0,1 0-1 0 0,-24 6 0 0 0,31-11-13 0 0,1-1-1 0 0,-1 0 1 0 0,1 0 0 0 0,0 0 0 0 0,-1 0-1 0 0,1 0 1 0 0,-1-1 0 0 0,1 0-1 0 0,0 1 1 0 0,-1-1 0 0 0,1-1-1 0 0,0 1 1 0 0,0 0 0 0 0,0-1-1 0 0,0 1 1 0 0,-4-4 0 0 0,5 4-10 0 0,0 0 0 0 0,0 0 0 0 0,0 0 0 0 0,0-1 0 0 0,0 1 0 0 0,1 0 0 0 0,-1-1 0 0 0,1 1 0 0 0,-1-1 0 0 0,1 0 0 0 0,-1 1 0 0 0,1-1 0 0 0,-2-3 0 0 0,0 0-14 0 0,2 4 15 0 0,1 1 5 0 0,0-1-1 0 0,0 1 1 0 0,0 0 0 0 0,0 0-1 0 0,0-1 1 0 0,0 1-1 0 0,0 0 1 0 0,0 0 0 0 0,0-1-1 0 0,0 1 1 0 0,0 0-1 0 0,1 0 1 0 0,-1-1 0 0 0,0 1-1 0 0,0 0 1 0 0,0 0-1 0 0,0-1 1 0 0,0 1 0 0 0,0 0-1 0 0,1 0 1 0 0,-1 0-1 0 0,0-1 1 0 0,0 1 0 0 0,0 0-1 0 0,1 0 1 0 0,-1 0-1 0 0,0 0 1 0 0,0 0 0 0 0,0-1-1 0 0,1 1 1 0 0,-1 0-1 0 0,0 0 1 0 0,0 0 0 0 0,1 0-1 0 0,-1 0 1 0 0,0 0 0 0 0,0 0-1 0 0,1 0 1 0 0,-1 0-1 0 0,0 0 1 0 0,0 0 0 0 0,1 0-1 0 0,-1 0 1 0 0,0 0-1 0 0,0 0 1 0 0,1 0 0 0 0,-1 0-1 0 0,0 0 1 0 0,0 0-1 0 0,0 0 1 0 0,1 1 0 0 0,-1-1-1 0 0,0 0 1 0 0,22 13 11 0 0,17 24 0 0 0,-11-8-498 0 0,1-1 0 0 0,2-2 0 0 0,1 0 1 0 0,56 33-1 0 0,-57-41-2379 0 0,0-3 0 0 0,1 0 1 0 0,38 11-1 0 0,-27-14-3936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45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10 238 1024 0 0,'-3'-23'7980'0'0,"-2"-8"-1365"0"0,4 30-6485 0 0,1-1 0 0 0,0 1 0 0 0,0 0 0 0 0,0 0 0 0 0,0-1 0 0 0,0 1 0 0 0,0 0 0 0 0,0 0 0 0 0,1-1 0 0 0,-1 1 0 0 0,0 0 0 0 0,1 0 0 0 0,-1 0 0 0 0,1-1 0 0 0,-1 1 0 0 0,1 0 0 0 0,-1 0 0 0 0,1 0 0 0 0,0 0 0 0 0,0 0 0 0 0,0 0 0 0 0,-1 0 0 0 0,1 0 0 0 0,0 0 0 0 0,0 1 0 0 0,0-1 0 0 0,0 0 0 0 0,0 0 0 0 0,1 1 0 0 0,0-1 0 0 0,5-3-53 0 0,0 2-1 0 0,0-1 1 0 0,0 1 0 0 0,7-2 0 0 0,-6 2 151 0 0,118-27 227 0 0,34-11-3023 0 0,-135 32-262 0 0,-1-2 0 0 0,30-16 0 0 0,-19 5-4424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46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343 24 2952 0 0,'0'-2'2138'0'0,"-1"-20"6477"0"0,-6 29-8005 0 0,2 1-235 0 0,1 0 0 0 0,0 0 0 0 0,1 0 0 0 0,-1 1 1 0 0,2-1-1 0 0,-1 1 0 0 0,-1 10 0 0 0,-4 12 217 0 0,-63 257 2260 0 0,-3 8-1943 0 0,63-255-790 0 0,9-29-1 0 0,-1 0 0 0 0,0-1 0 0 0,-1 0 1 0 0,-10 19-1 0 0,13-28-69 0 0,1-3-47 0 0,0 1 0 0 0,0-1 0 0 0,0 0 1 0 0,-1 1-1 0 0,1-1 0 0 0,0 1 0 0 0,0-1 0 0 0,0 0 0 0 0,0 1 0 0 0,0-1 0 0 0,0 1 1 0 0,0-1-1 0 0,0 0 0 0 0,0 1 0 0 0,0-1 0 0 0,0 0 0 0 0,0 1 0 0 0,1-1 0 0 0,-1 1 1 0 0,0-1-1 0 0,1-1 0 0 0,4-13 6 0 0,-5 15-8 0 0,5-11-1 0 0,1 0 1 0 0,0 1-1 0 0,1 0 0 0 0,0 0 0 0 0,0 0 0 0 0,1 1 0 0 0,10-9 0 0 0,0 1-7 0 0,1 0 1 0 0,29-18-1 0 0,-41 30 4 0 0,1 1 0 0 0,-1-1 0 0 0,1 1 0 0 0,1 1 1 0 0,-1-1-1 0 0,0 2 0 0 0,1-1 0 0 0,-1 1 0 0 0,1 0 0 0 0,12 0 1 0 0,-15 1-4 0 0,0 1 0 0 0,0 1 1 0 0,0 0-1 0 0,0-1 0 0 0,0 2 1 0 0,0-1-1 0 0,0 1 0 0 0,0 0 1 0 0,0 0-1 0 0,0 0 0 0 0,-1 1 1 0 0,1 0-1 0 0,-1 0 0 0 0,0 1 1 0 0,8 5-1 0 0,-4 0 1 0 0,0-1-1 0 0,0 2 0 0 0,-1-1 1 0 0,0 1-1 0 0,-1 0 1 0 0,0 0-1 0 0,0 1 1 0 0,-1 0-1 0 0,-1 0 1 0 0,0 1-1 0 0,0-1 1 0 0,5 25-1 0 0,-8-29 53 0 0,-1 0-1 0 0,0 0 0 0 0,0 0 1 0 0,-1 0-1 0 0,0 0 0 0 0,-1 0 1 0 0,1 0-1 0 0,-1 0 0 0 0,0 0 1 0 0,-1 0-1 0 0,0 0 0 0 0,0 0 1 0 0,0 0-1 0 0,-1-1 0 0 0,0 0 1 0 0,0 1-1 0 0,-1-1 0 0 0,0 0 1 0 0,0 0-1 0 0,0-1 0 0 0,-1 1 1 0 0,1-1-1 0 0,-1 0 0 0 0,-7 4 1 0 0,-1 1 90 0 0,-2 0 0 0 0,1-2 0 0 0,-1 0 0 0 0,-1 0 0 0 0,1-1 0 0 0,-1-1 0 0 0,0-1 0 0 0,-1-1 0 0 0,1 0 1 0 0,-25 3-1 0 0,21-5-172 0 0,1-1 0 0 0,-1 0 0 0 0,1-1 0 0 0,-1-2 0 0 0,1 0 0 0 0,-1 0 0 0 0,1-2 0 0 0,-33-11 0 0 0,44 12-299 0 0,1 0 0 0 0,0 0 0 0 0,0-1 0 0 0,0 0 0 0 0,0 0 0 0 0,1-1 0 0 0,0 1 0 0 0,0-2 0 0 0,0 1 0 0 0,-5-7 0 0 0,8 8-546 0 0,-1 0-1 0 0,2-1 0 0 0,-1 1 1 0 0,0-1-1 0 0,1 0 1 0 0,0 0-1 0 0,0 0 0 0 0,1 0 1 0 0,-1 0-1 0 0,0-5 1 0 0,-2-18-7859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46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587 34 1156 0 0,'5'-6'1759'0'0,"12"-15"3350"0"0,-16 20-4970 0 0,-1 1-1 0 0,1-1 1 0 0,-1 1-1 0 0,1-1 1 0 0,-1 1-1 0 0,1-1 1 0 0,0 1-1 0 0,-1-1 1 0 0,1 1 0 0 0,0 0-1 0 0,0-1 1 0 0,-1 1-1 0 0,1 0 1 0 0,0 0-1 0 0,0-1 1 0 0,-1 1-1 0 0,1 0 1 0 0,0 0-1 0 0,0 0 1 0 0,-1 0 0 0 0,1 0-1 0 0,0 0 1 0 0,0 0-1 0 0,0 0 1 0 0,-1 1-1 0 0,1-1 1 0 0,0 0-1 0 0,0 0 1 0 0,0 1-1 0 0,7 5 283 0 0,0 1-1 0 0,0 0 0 0 0,-1 0 0 0 0,0 0 0 0 0,0 1 0 0 0,-1 0 0 0 0,0 1 0 0 0,0 0 0 0 0,6 13 0 0 0,38 94 1353 0 0,-41-93-1426 0 0,9 29-81 0 0,-2 1 0 0 0,-3 1 0 0 0,-2 1 0 0 0,-2 0 0 0 0,-3 0 0 0 0,-2 0 0 0 0,-2 1 0 0 0,-3-1-1 0 0,-3 1 1 0 0,-1-1 0 0 0,-4 0 0 0 0,-1-1 0 0 0,-3 1 0 0 0,-28 74 0 0 0,23-88-162 0 0,-2 0 0 0 0,-1 0 0 0 0,-2-2 0 0 0,-1-1 0 0 0,-2-1 0 0 0,-2-1 0 0 0,-2-2 0 0 0,-46 43 1 0 0,42-46-507 0 0,-1-2 1 0 0,-2-2-1 0 0,-47 27 1 0 0,49-35-1372 0 0,-1-2 0 0 0,-1-1 0 0 0,-70 21 0 0 0,61-27-3136 0 0,3-5-2507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46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680 170 1340 0 0,'8'-20'2320'0'0,"4"-5"1105"0"0,-2-1 1 0 0,-1 0-1 0 0,9-45 1 0 0,-17 69-2743 0 0,-19 8 708 0 0,11-2-1169 0 0,0 1 0 0 0,0-1 0 0 0,1 1 0 0 0,0 0 0 0 0,0 0-1 0 0,-10 12 1 0 0,0 0 68 0 0,-67 67 322 0 0,3 5-1 0 0,5 2 0 0 0,3 4 0 0 0,5 3 1 0 0,-105 204-1 0 0,150-257-528 0 0,2 1 1 0 0,-19 67-1 0 0,34-96-68 0 0,1 1-1 0 0,0 1 1 0 0,1-1-1 0 0,1 0 0 0 0,1 1 1 0 0,1-1-1 0 0,1 1 1 0 0,0-1-1 0 0,7 33 1 0 0,-5-41-93 0 0,0 0 0 0 0,1 0 0 0 0,1 0 0 0 0,-1 0 1 0 0,2-1-1 0 0,-1 1 0 0 0,1-1 0 0 0,1-1 0 0 0,-1 1 0 0 0,2-1 1 0 0,-1 0-1 0 0,1-1 0 0 0,0 0 0 0 0,1 0 0 0 0,-1 0 1 0 0,1-1-1 0 0,1-1 0 0 0,-1 0 0 0 0,15 6 0 0 0,-7-4-774 0 0,1 0-1 0 0,0-2 0 0 0,0 0 1 0 0,25 3-1 0 0,-20-5-2185 0 0,1-2 0 0 0,45-2 0 0 0,-12-5-4966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47.0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362 97 1252 0 0,'2'-17'2803'0'0,"-1"10"-1342"0"0,0 0 1 0 0,0 0 0 0 0,0 0-1 0 0,-1 0 1 0 0,-1 0 0 0 0,1 0 0 0 0,-1 1-1 0 0,0-1 1 0 0,-3-11 818 0 0,0 19-1494 0 0,-7 3-403 0 0,0 1 0 0 0,0 0 0 0 0,1 0 0 0 0,0 1 0 0 0,0 1 0 0 0,0 0 0 0 0,-13 12 0 0 0,-62 66 902 0 0,78-78-1189 0 0,-17 20 125 0 0,0 1-1 0 0,2 0 1 0 0,-24 43 0 0 0,38-57-189 0 0,1-1 0 0 0,0 1 1 0 0,1 0-1 0 0,1 0 0 0 0,0 1 1 0 0,1 0-1 0 0,1 0 0 0 0,0 0 0 0 0,1 0 1 0 0,-1 25-1 0 0,4-34-79 0 0,-1 0 0 0 0,1 1 0 0 0,1-1 0 0 0,-1 0 0 0 0,1 0 0 0 0,0 0 0 0 0,0 0 1 0 0,1 0-1 0 0,0 0 0 0 0,0-1 0 0 0,0 1 0 0 0,1-1 0 0 0,-1 0 0 0 0,1 0 0 0 0,0 0 0 0 0,1-1 0 0 0,-1 1 0 0 0,1-1 0 0 0,0 0 0 0 0,0 0 0 0 0,1-1 0 0 0,-1 1 0 0 0,1-1 0 0 0,-1-1 1 0 0,1 1-1 0 0,10 3 0 0 0,-2-2-884 0 0,-1 0 0 0 0,1-1 1 0 0,0 0-1 0 0,25 1 0 0 0,-22-4-1584 0 0,0 0 0 0 0,0-1 0 0 0,24-4 0 0 0,2-4-5059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47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50 146 1748 0 0,'-46'-63'19313'0'0,"46"63"-19263"0"0,-1 0 0 0 0,1 0 1 0 0,0-1-1 0 0,0 1 0 0 0,0 0 1 0 0,-1 0-1 0 0,1-1 0 0 0,0 1 1 0 0,0 0-1 0 0,0-1 1 0 0,-1 1-1 0 0,1 0 0 0 0,0-1 1 0 0,0 1-1 0 0,0 0 0 0 0,0-1 1 0 0,0 1-1 0 0,0 0 0 0 0,0-1 1 0 0,0 1-1 0 0,0 0 1 0 0,0-1-1 0 0,0 1 0 0 0,0 0 1 0 0,0-1-1 0 0,0 1 0 0 0,0-1 1 0 0,32-4 168 0 0,0 1-1 0 0,49 1 1 0 0,36-3-1337 0 0,-94 2-1140 0 0,43-12-1 0 0,-9-6-5490 0 0,-30 8 410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47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336 393 392 0 0,'3'-57'5762'0'0,"9"-27"-1950"0"0,2-34-677 0 0,-7-7 2673 0 0,-7 123-5613 0 0,-1 0 6 0 0,1 1-196 0 0,0 1-1 0 0,0 0 0 0 0,0 0 1 0 0,0 0-1 0 0,0 0 0 0 0,0-1 1 0 0,-1 1-1 0 0,1 0 0 0 0,0 0 1 0 0,0 0-1 0 0,0 0 0 0 0,0-1 1 0 0,0 1-1 0 0,0 0 0 0 0,0 0 1 0 0,0 0-1 0 0,0 0 0 0 0,0 0 1 0 0,0 0-1 0 0,-1-1 0 0 0,1 1 1 0 0,0 0-1 0 0,0 0 0 0 0,0 0 1 0 0,0 0-1 0 0,0 0 0 0 0,0 0 1 0 0,-1 0-1 0 0,1 0 0 0 0,0 0 1 0 0,0 0-1 0 0,0 0 0 0 0,0-1 1 0 0,-1 1-1 0 0,1 0 0 0 0,0 0 0 0 0,0 0 1 0 0,0 0-1 0 0,0 0 0 0 0,-1 0 1 0 0,1 0-1 0 0,0 0 0 0 0,0 1 1 0 0,-27 65 331 0 0,-35 137 0 0 0,2 79 9 0 0,27-113-104 0 0,16-89-67 0 0,-71 298 1159 0 0,87-377-1266 0 0,1 1 0 0 0,0-1-1 0 0,0 0 1 0 0,-1 1 0 0 0,1-1-1 0 0,-1 0 1 0 0,0 0 0 0 0,1 1-1 0 0,-1-1 1 0 0,0 0 0 0 0,1 0-1 0 0,-1 0 1 0 0,0 0-1 0 0,0 0 1 0 0,0 0 0 0 0,0 0-1 0 0,0 0 1 0 0,0 0 0 0 0,0-1-1 0 0,-2 2 1 0 0,2-2-35 0 0,0 0 0 0 0,0 0-1 0 0,0 0 1 0 0,0 0 0 0 0,0 0 0 0 0,0 0-1 0 0,0 0 1 0 0,0 0 0 0 0,0 0 0 0 0,0-1-1 0 0,0 1 1 0 0,0 0 0 0 0,0-1 0 0 0,0 1-1 0 0,0-1 1 0 0,0 1 0 0 0,0-1 0 0 0,0 1-1 0 0,1-1 1 0 0,-2-1 0 0 0,-2-1-2 0 0,1 0 0 0 0,-1-1 0 0 0,1 0 1 0 0,0 0-1 0 0,1 0 0 0 0,-1 0 0 0 0,0 0 0 0 0,1 0 0 0 0,-3-9 1 0 0,2 2-27 0 0,1-1 0 0 0,1 1 1 0 0,-1-1-1 0 0,2 0 0 0 0,0 1 1 0 0,0-1-1 0 0,1 1 0 0 0,0-1 1 0 0,1 1-1 0 0,1-1 0 0 0,0 1 1 0 0,0 0-1 0 0,10-20 0 0 0,-2 6-19 0 0,1 1 0 0 0,2 1 0 0 0,0 0 0 0 0,34-39 0 0 0,-32 44-12 0 0,2 0 1 0 0,0 0 0 0 0,38-27-1 0 0,-43 36 6 0 0,0 1 0 0 0,0 1 0 0 0,0 0-1 0 0,1 1 1 0 0,0 0 0 0 0,0 1 0 0 0,26-5 0 0 0,-35 9 15 0 0,1 0 0 0 0,-1 1 0 0 0,1 0 0 0 0,-1 0 0 0 0,1 0 0 0 0,-1 1 1 0 0,1-1-1 0 0,-1 1 0 0 0,1 1 0 0 0,-1-1 0 0 0,0 1 0 0 0,0 0 0 0 0,0 0 1 0 0,0 0-1 0 0,0 1 0 0 0,0 0 0 0 0,7 6 0 0 0,-10-7 0 0 0,1 0 0 0 0,-1 0 0 0 0,0 0 0 0 0,0 1-1 0 0,0-1 1 0 0,0 1 0 0 0,0 0 0 0 0,-1 0 0 0 0,1-1 0 0 0,-1 1 0 0 0,0 0 0 0 0,0 0-1 0 0,0 0 1 0 0,0 0 0 0 0,0 1 0 0 0,-1-1 0 0 0,0 0 0 0 0,1 0 0 0 0,-1 0 0 0 0,0 0 0 0 0,0 1-1 0 0,-1-1 1 0 0,1 0 0 0 0,-1 0 0 0 0,0 0 0 0 0,1 0 0 0 0,-1 0 0 0 0,-1 0 0 0 0,1 0-1 0 0,0 0 1 0 0,-3 3 0 0 0,-2 4-20 0 0,-1-1 0 0 0,0 1-1 0 0,0-2 1 0 0,-1 1 0 0 0,-1-1-1 0 0,1-1 1 0 0,-1 1 0 0 0,0-1-1 0 0,-1-1 1 0 0,0 0 0 0 0,0 0-1 0 0,0-1 1 0 0,0 0 0 0 0,-1-1-1 0 0,-17 5 1 0 0,23-9 9 0 0,-6 0 12 0 0,-9-1 0 0 0,9-2 0 0 0,8 3 1 0 0,0-1 0 0 0,0 0 0 0 0,0 0 0 0 0,0 0 0 0 0,0 0 0 0 0,0-1 0 0 0,0 1 0 0 0,-3-3 0 0 0,5 3-6 0 0,27 3-22 0 0,-15 2 23 0 0,-1 1-1 0 0,1 0 1 0 0,-1 1 0 0 0,-1 0-1 0 0,1 1 1 0 0,-1 0 0 0 0,11 10 0 0 0,-2-1 18 0 0,32 22-504 0 0,1-2 1 0 0,2-3-1 0 0,78 38 0 0 0,-27-28-3723 0 0,2-11-3758 0 0,-62-22 1111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48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0 145 1748 0 0,'3'-36'3823'0'0,"-1"14"52"0"0,8-45 0 0 0,-10 66-3783 0 0,1 0 1 0 0,-1 0 0 0 0,0 0-1 0 0,1 0 1 0 0,-1 1 0 0 0,0-1-1 0 0,1 0 1 0 0,-1 0 0 0 0,1 0-1 0 0,-1 0 1 0 0,1 0 0 0 0,0 1-1 0 0,-1-1 1 0 0,1 0 0 0 0,0 0-1 0 0,-1 1 1 0 0,1-1 0 0 0,0 1-1 0 0,0-1 1 0 0,0 1 0 0 0,0-1-1 0 0,0 1 1 0 0,-1-1 0 0 0,1 1-1 0 0,0 0 1 0 0,2-1 0 0 0,0 1 10 0 0,-1 0 1 0 0,1 0-1 0 0,-1 0 1 0 0,1 1-1 0 0,-1-1 1 0 0,0 1-1 0 0,1-1 1 0 0,-1 1-1 0 0,0 0 1 0 0,5 2-1 0 0,5 4 125 0 0,-1 0 0 0 0,0 0 0 0 0,11 11 0 0 0,-21-18-206 0 0,38 34 400 0 0,-1 1 0 0 0,-2 1 0 0 0,51 68 0 0 0,-66-75-296 0 0,-1 1 1 0 0,-2 1-1 0 0,-1 0 1 0 0,-1 1-1 0 0,-2 1 1 0 0,12 40 0 0 0,-20-49-99 0 0,-1 0 1 0 0,-1 0 0 0 0,-1 1 0 0 0,-1-1 0 0 0,-2 1 0 0 0,-3 43 0 0 0,-1-36 98 0 0,-2 0 0 0 0,-1 0 1 0 0,-2-1-1 0 0,-20 49 0 0 0,10-36-906 0 0,-3-2 1 0 0,-41 63-1 0 0,24-51-3578 0 0,-55 60 1 0 0,35-53-3498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48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15 1916 0 0,'-5'-7'932'0'0,"-7"0"-2456"0"0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49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145 447 1884 0 0,'-130'5'10983'0'0,"127"-5"-10392"0"0,-8-1 1840 0 0,33-6-2056 0 0,0 1-1 0 0,0 1 0 0 0,1 1 0 0 0,32-1 0 0 0,-2-1-121 0 0,1751-187 1271 0 0,-1530 175-1480 0 0,1565-58 131 0 0,-1553 67-166 0 0,3905-46 107 0 0,-3906 56-132 0 0,661 0 27 0 0,-4-23-19 0 0,-476-6-708 0 0,-433 24-1683 0 0,34-8-1 0 0,-64 12 1338 0 0,-33-2-5226 0 0,11 2 1689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50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316 155 612 0 0,'5'-2'1002'0'0,"-1"0"1"0"0,1 1-1 0 0,-1-2 1 0 0,0 1-1 0 0,1-1 1 0 0,-1 1-1 0 0,0-1 1 0 0,4-5-1 0 0,-5 6-561 0 0,-1-1 0 0 0,0 1 0 0 0,1-1 0 0 0,-1 0 0 0 0,-1 0 0 0 0,1 0 0 0 0,0 0 0 0 0,-1 0-1 0 0,1 0 1 0 0,0-6 0 0 0,-1 6-302 0 0,0 0-1 0 0,-1 0 1 0 0,0 0 0 0 0,0 0-1 0 0,0 0 1 0 0,0-1-1 0 0,0 1 1 0 0,-1 0-1 0 0,0 0 1 0 0,1 0 0 0 0,-1 0-1 0 0,0 0 1 0 0,0 0-1 0 0,-1 0 1 0 0,1 0-1 0 0,-1 0 1 0 0,1 0 0 0 0,-1 1-1 0 0,0-1 1 0 0,0 1-1 0 0,0-1 1 0 0,0 1-1 0 0,0 0 1 0 0,-1 0 0 0 0,1 0-1 0 0,-5-3 1 0 0,4 3-99 0 0,1 1 0 0 0,-1-1 0 0 0,0 1 0 0 0,0-1 1 0 0,0 1-1 0 0,0 0 0 0 0,0 0 0 0 0,-1 0 0 0 0,1 0 1 0 0,0 1-1 0 0,0-1 0 0 0,0 1 0 0 0,-1 0 0 0 0,-5 1 1 0 0,2 0-14 0 0,1 0 0 0 0,-1 0 0 0 0,1 1-1 0 0,0 0 1 0 0,0 0 0 0 0,-12 7 0 0 0,3 0-13 0 0,1 0 0 0 0,0 1 0 0 0,0 1 0 0 0,-22 22-1 0 0,19-14-5 0 0,1 0-1 0 0,1 1 1 0 0,0 1-1 0 0,-19 38 1 0 0,26-42 1 0 0,0 1 0 0 0,1-1 0 0 0,0 2 1 0 0,2-1-1 0 0,0 1 0 0 0,-4 32 0 0 0,9-45-3 0 0,0-1 0 0 0,0 1 0 0 0,0-1 0 0 0,0 0 0 0 0,1 1 0 0 0,0-1-1 0 0,0 0 1 0 0,1 1 0 0 0,-1-1 0 0 0,1 0 0 0 0,0 0 0 0 0,0 0 0 0 0,1 0-1 0 0,0-1 1 0 0,0 1 0 0 0,0-1 0 0 0,6 7 0 0 0,-7-8-1 0 0,1-1-1 0 0,0 1 1 0 0,1-1 0 0 0,-1 0 0 0 0,0 0 0 0 0,1 0-1 0 0,-1 0 1 0 0,1 0 0 0 0,-1-1 0 0 0,1 0 0 0 0,0 0-1 0 0,0 0 1 0 0,-1 0 0 0 0,1 0 0 0 0,0-1 0 0 0,0 0-1 0 0,0 0 1 0 0,0 0 0 0 0,0 0 0 0 0,0-1-1 0 0,0 1 1 0 0,-1-1 0 0 0,1 0 0 0 0,0 0 0 0 0,4-2-1 0 0,2-1 1 0 0,1-1-1 0 0,-1 0 1 0 0,0-1-1 0 0,0 0 1 0 0,-1-1-1 0 0,0 1 0 0 0,0-2 1 0 0,0 0-1 0 0,-1 0 1 0 0,9-11-1 0 0,7-13 31 0 0,33-56-1 0 0,-19 27-20 0 0,2-5-110 0 0,-40 65 95 0 0,0 1 0 0 0,0 0-1 0 0,1-1 1 0 0,-1 1 0 0 0,0 0 0 0 0,0 0-1 0 0,0-1 1 0 0,1 1 0 0 0,-1 0-1 0 0,0 0 1 0 0,0-1 0 0 0,1 1-1 0 0,-1 0 1 0 0,0 0 0 0 0,0 0-1 0 0,1 0 1 0 0,-1-1 0 0 0,0 1-1 0 0,1 0 1 0 0,-1 0 0 0 0,0 0-1 0 0,0 0 1 0 0,1 0 0 0 0,-1 0-1 0 0,0 0 1 0 0,1 0 0 0 0,-1 0-1 0 0,0 0 1 0 0,1 0 0 0 0,-1 0-1 0 0,0 0 1 0 0,1 0 0 0 0,-1 0-1 0 0,0 0 1 0 0,0 0 0 0 0,1 0 0 0 0,-1 1-1 0 0,0-1 1 0 0,1 0 0 0 0,-1 0-1 0 0,0 0 1 0 0,0 0 0 0 0,1 1-1 0 0,-1-1 1 0 0,0 0 0 0 0,0 0-1 0 0,1 1 1 0 0,-1-1 0 0 0,0 0-1 0 0,0 1 1 0 0,8 10-29 0 0,-8-11 37 0 0,3 9-13 0 0,0 0 1 0 0,-1 1-1 0 0,-1-1 1 0 0,1 0 0 0 0,-1 17-1 0 0,1 0 21 0 0,-1-17-110 0 0,0 0-1 0 0,1 0 0 0 0,0 0 0 0 0,0 0 1 0 0,1 0-1 0 0,0-1 0 0 0,1 1 0 0 0,0-1 1 0 0,6 11-1 0 0,-7-15-284 0 0,0-1 0 0 0,0 1 0 0 0,0-1-1 0 0,0 0 1 0 0,1 0 0 0 0,-1 0 0 0 0,1 0 0 0 0,6 3 0 0 0,-5-4-422 0 0,0 0 0 0 0,-1 0 0 0 0,1 0 0 0 0,0-1 0 0 0,0 1 0 0 0,1-1 0 0 0,-1 0 1 0 0,8 0-1 0 0,12-1-4545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50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543 211 1192 0 0,'7'-27'2469'0'0,"-1"1"0"0"0,-1-1-1 0 0,-1 0 1 0 0,1-38 0 0 0,-5 59-2074 0 0,0-16 606 0 0,0 21-983 0 0,0 1-1 0 0,0-1 1 0 0,0 1-1 0 0,0-1 1 0 0,0 1-1 0 0,0 0 0 0 0,-1-1 1 0 0,1 1-1 0 0,0-1 1 0 0,0 1-1 0 0,0 0 1 0 0,0-1-1 0 0,-1 1 1 0 0,1 0-1 0 0,0-1 1 0 0,0 1-1 0 0,-1 0 0 0 0,1-1 1 0 0,0 1-1 0 0,-1 0 1 0 0,1-1-1 0 0,0 1 1 0 0,-1 0-1 0 0,1 0 1 0 0,0 0-1 0 0,-1-1 0 0 0,1 1 1 0 0,0 0-1 0 0,-1 0 1 0 0,1 0-1 0 0,-1 0 1 0 0,1 0-1 0 0,-1 0 1 0 0,1 0-1 0 0,0-1 1 0 0,-1 1-1 0 0,1 1 0 0 0,-1-1 1 0 0,1 0-1 0 0,0 0 1 0 0,-1 0-1 0 0,1 0 1 0 0,-1 0-1 0 0,-8 4 144 0 0,0 0 0 0 0,0 0 0 0 0,1 1 0 0 0,-1 0 0 0 0,1 1-1 0 0,1-1 1 0 0,-1 2 0 0 0,-9 9 0 0 0,-5 7 282 0 0,-26 34-1 0 0,1 9-20 0 0,2 2 1 0 0,-42 85-1 0 0,-50 157 320 0 0,113-245-625 0 0,-19 78 0 0 0,37-118-88 0 0,1 1-1 0 0,1 0 1 0 0,1 0 0 0 0,2 0-1 0 0,1 0 1 0 0,3 35 0 0 0,-2-54-112 0 0,0-1 0 0 0,1 1 0 0 0,-1 0 0 0 0,1-1 0 0 0,1 0 0 0 0,-1 1 0 0 0,1-1 0 0 0,0 0 1 0 0,1 0-1 0 0,-1 0 0 0 0,1-1 0 0 0,0 0 0 0 0,1 1 0 0 0,-1-1 0 0 0,1 0 0 0 0,10 7 0 0 0,-9-7-475 0 0,1-1-1 0 0,0 0 1 0 0,0-1-1 0 0,0 1 0 0 0,14 3 1 0 0,-11-4-770 0 0,1-1 0 0 0,0 0 1 0 0,-1 0-1 0 0,13-1 1 0 0,12-2-5347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51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311 201 2940 0 0,'5'-18'2049'0'0,"0"1"-1"0"0,-1-1 1 0 0,2-26-1 0 0,-5 35-1235 0 0,-1-1 0 0 0,0 1 0 0 0,0 0 0 0 0,-1-1 0 0 0,0 1 0 0 0,-1 0 0 0 0,0 0 0 0 0,-4-12 0 0 0,5 20-780 0 0,1 0 0 0 0,0 1-1 0 0,-1-1 1 0 0,1 1 0 0 0,-1-1 0 0 0,0 1 0 0 0,1-1-1 0 0,-1 1 1 0 0,1-1 0 0 0,-1 1 0 0 0,0-1 0 0 0,1 1-1 0 0,-1 0 1 0 0,0-1 0 0 0,1 1 0 0 0,-1 0-1 0 0,0 0 1 0 0,0 0 0 0 0,1 0 0 0 0,-1-1 0 0 0,0 1-1 0 0,0 0 1 0 0,1 0 0 0 0,-1 0 0 0 0,0 0 0 0 0,0 1-1 0 0,0-1 1 0 0,1 0 0 0 0,-1 0 0 0 0,0 0 0 0 0,1 1-1 0 0,-1-1 1 0 0,0 0 0 0 0,0 1 0 0 0,-25 12 268 0 0,4 2-184 0 0,1 2 0 0 0,1 0 0 0 0,0 1 0 0 0,-22 27 0 0 0,13-10-30 0 0,-42 67-1 0 0,70-100-80 0 0,-8 12 13 0 0,1 1-1 0 0,-12 28 1 0 0,18-38-15 0 0,1-1 0 0 0,0 0 0 0 0,0 0 0 0 0,0 1-1 0 0,1-1 1 0 0,0 0 0 0 0,0 6 0 0 0,0-8 0 0 0,0-1 1 0 0,0 1-1 0 0,1 0 0 0 0,-1 0 0 0 0,1 0 1 0 0,-1-1-1 0 0,1 1 0 0 0,0 0 0 0 0,-1 0 0 0 0,1-1 1 0 0,0 1-1 0 0,0-1 0 0 0,0 1 0 0 0,1-1 1 0 0,-1 1-1 0 0,0-1 0 0 0,2 2 0 0 0,0-1 0 0 0,0-1 0 0 0,0 1-1 0 0,0-1 1 0 0,0 1-1 0 0,0-1 1 0 0,1 0 0 0 0,-1 0-1 0 0,0 0 1 0 0,1-1 0 0 0,-1 1-1 0 0,1-1 1 0 0,-1 0 0 0 0,0 0-1 0 0,1 0 1 0 0,-1 0-1 0 0,1-1 1 0 0,4-1 0 0 0,1 1-2 0 0,-1-2-1 0 0,1 1 1 0 0,-1-1 0 0 0,0-1 0 0 0,13-6-1 0 0,-10 3-2 0 0,-1-1-1 0 0,0 0 0 0 0,0 0 0 0 0,0-1 1 0 0,10-13-1 0 0,38-54 2 0 0,-30 37-9 0 0,9-8-160 0 0,-36 46 135 0 0,-1 1 5 0 0,0 0 29 0 0,0 0-1 0 0,0 0 1 0 0,0 0-1 0 0,0 0 1 0 0,0 0 0 0 0,0 0-1 0 0,0 0 1 0 0,0 1-1 0 0,0-1 1 0 0,0 0-1 0 0,0 0 1 0 0,0 0 0 0 0,-1 0-1 0 0,2 0 1 0 0,-1 0-1 0 0,0 0 1 0 0,0 0-1 0 0,0 1 1 0 0,0-1-1 0 0,0 0 1 0 0,0 0 0 0 0,0 0-1 0 0,0 0 1 0 0,0 0-1 0 0,0 0 1 0 0,0 0-1 0 0,0 0 1 0 0,0 0 0 0 0,0 1-1 0 0,0-1 1 0 0,0 0-1 0 0,0 0 1 0 0,0 0-1 0 0,0 0 1 0 0,0 0 0 0 0,1 0-1 0 0,-1 0 1 0 0,0 0-1 0 0,0 0 1 0 0,0 0-1 0 0,0 0 1 0 0,0 0 0 0 0,0 0-1 0 0,0 0 1 0 0,0 0-1 0 0,0 0 1 0 0,1 0-1 0 0,-1 0 1 0 0,0 0 0 0 0,0 0-1 0 0,0 0 1 0 0,0 0-1 0 0,0 0 1 0 0,0 0-1 0 0,0 0 1 0 0,0 0 0 0 0,1 0-1 0 0,-1 0 1 0 0,0 0-1 0 0,0 0 1 0 0,0 0-1 0 0,5 1-2 0 0,-3 19-30 0 0,-2-4-119 0 0,-1 6 186 0 0,2 0 1 0 0,0 1 0 0 0,1-1-1 0 0,7 28 1 0 0,-7-44-267 0 0,0 1-1 0 0,1-1 1 0 0,0 1-1 0 0,0-1 1 0 0,0 0 0 0 0,1 0-1 0 0,6 9 1 0 0,-6-11-275 0 0,0 0 1 0 0,0 0-1 0 0,0 0 0 0 0,1-1 1 0 0,0 1-1 0 0,0-1 0 0 0,-1 0 1 0 0,2 0-1 0 0,-1-1 1 0 0,7 3-1 0 0,10 2-3818 0 0,2 0-2124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51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1 166 3216 0 0,'6'-14'6974'0'0,"-4"11"-5773"0"0,17-28 5747 0 0,-16 28-6827 0 0,-1 1 1 0 0,1-1 0 0 0,0 1-1 0 0,-1 0 1 0 0,1-1-1 0 0,0 1 1 0 0,0 0 0 0 0,1 1-1 0 0,-1-1 1 0 0,0 1 0 0 0,1-1-1 0 0,6-1 1 0 0,48-11-177 0 0,84-9 1 0 0,-36 7-3320 0 0,-2-9-4460 0 0,-67 13 1635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51.8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81 2180 0 0,'17'-81'15287'0'0,"-20"97"-14289"0"0,-128 568 2868 0 0,115-528-3356 0 0,16-55-505 0 0,0-1-1 0 0,0 0 1 0 0,0 1 0 0 0,0-1 0 0 0,0 0 0 0 0,0 0-1 0 0,0 1 1 0 0,0-1 0 0 0,0 0 0 0 0,0 0 0 0 0,0 1 0 0 0,-1-1-1 0 0,1 0 1 0 0,0 1 0 0 0,0-1 0 0 0,0 0 0 0 0,0 0-1 0 0,0 1 1 0 0,0-1 0 0 0,-1 0 0 0 0,1 0 0 0 0,0 0-1 0 0,0 1 1 0 0,0-1 0 0 0,-1 0 0 0 0,1 0 0 0 0,0 0 0 0 0,0 1-1 0 0,0-1 1 0 0,-1 0 0 0 0,1 0 0 0 0,0 0 0 0 0,0 0-1 0 0,-1 0 1 0 0,1 0 0 0 0,0 0 0 0 0,-1 0 0 0 0,1 0 0 0 0,0 0-1 0 0,0 0 1 0 0,-1 0 0 0 0,1 0 0 0 0,0 0 0 0 0,0 0-1 0 0,-1 0 1 0 0,1 0 0 0 0,0 0 0 0 0,-1 0 0 0 0,1 0-1 0 0,0 0 1 0 0,0 0 0 0 0,-1 0 0 0 0,1 0 0 0 0,0-1 0 0 0,0 1-1 0 0,-1 0 1 0 0,1 0 0 0 0,0 0 0 0 0,0 0 0 0 0,0-1-1 0 0,-1 1 1 0 0,0-1 1 0 0,0 0 1 0 0,1 0-1 0 0,-1 0 0 0 0,0 0 0 0 0,0 0 1 0 0,1 0-1 0 0,-1 0 0 0 0,0 0 0 0 0,1 0 0 0 0,-1-1 1 0 0,1 1-1 0 0,-1-2 0 0 0,1-5 0 0 0,0-1 1 0 0,1 1-1 0 0,0-1 0 0 0,0 1 0 0 0,1 0 0 0 0,0 0 0 0 0,1 0 1 0 0,0 0-1 0 0,0 0 0 0 0,0 0 0 0 0,1 1 0 0 0,0-1 1 0 0,9-11-1 0 0,-7 10-16 0 0,1 1 0 0 0,0 0 0 0 0,0 0 0 0 0,1 1 0 0 0,0 0-1 0 0,0 0 1 0 0,0 1 0 0 0,1 0 0 0 0,0 0 0 0 0,14-6 0 0 0,-19 10 6 0 0,1 0 6 0 0,18 1-46 0 0,-16 2 39 0 0,0-1-1 0 0,0 2 1 0 0,0-1 0 0 0,-1 1-1 0 0,1 0 1 0 0,0 0 0 0 0,-1 1-1 0 0,1 0 1 0 0,-1 0-1 0 0,0 1 1 0 0,0 0 0 0 0,0 0-1 0 0,0 0 1 0 0,-1 0 0 0 0,0 1-1 0 0,0 0 1 0 0,0 0 0 0 0,0 1-1 0 0,-1-1 1 0 0,0 1-1 0 0,0 0 1 0 0,3 6 0 0 0,-5-7 13 0 0,1 0 0 0 0,-1-1 0 0 0,0 1 0 0 0,0 0 0 0 0,0 0 1 0 0,-1 0-1 0 0,0 0 0 0 0,0 0 0 0 0,0 1 0 0 0,-1-1 0 0 0,1 0 0 0 0,-1 0 0 0 0,0 1 1 0 0,-1-1-1 0 0,1 0 0 0 0,-1 0 0 0 0,0 0 0 0 0,-1 0 0 0 0,1 1 0 0 0,-1-2 0 0 0,0 1 1 0 0,0 0-1 0 0,-1 0 0 0 0,1-1 0 0 0,-1 1 0 0 0,0-1 0 0 0,0 0 0 0 0,0 0 1 0 0,-1 0-1 0 0,-5 5 0 0 0,1-3 42 0 0,0 0 1 0 0,0 0-1 0 0,-1-1 1 0 0,0 0-1 0 0,0 0 1 0 0,-1-1-1 0 0,1-1 1 0 0,-1 1-1 0 0,-17 3 1 0 0,19-6-287 0 0,1 0 1 0 0,0-1-1 0 0,0 1 0 0 0,0-1 1 0 0,-1-1-1 0 0,-9-1 1 0 0,13 1-352 0 0,-1 0 1 0 0,0 0 0 0 0,1-1 0 0 0,-1 0 0 0 0,1 0-1 0 0,0 0 1 0 0,-1 0 0 0 0,1-1 0 0 0,0 1-1 0 0,-4-5 1 0 0,-4-6-4644 0 0,3-6-2822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52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87 3084 0 0,'4'-6'744'0'0,"4"-7"1356"0"0,1 0 0 0 0,0 0 0 0 0,22-21 0 0 0,-29 33-1981 0 0,-1 0 1 0 0,1 0 0 0 0,0 1-1 0 0,-1-1 1 0 0,1 0 0 0 0,0 1-1 0 0,0-1 1 0 0,-1 1 0 0 0,1-1-1 0 0,0 1 1 0 0,0 0 0 0 0,0 0-1 0 0,0 0 1 0 0,-1 0 0 0 0,1 0-1 0 0,0 0 1 0 0,0 0-1 0 0,0 1 1 0 0,0-1 0 0 0,-1 1-1 0 0,1-1 1 0 0,0 1 0 0 0,0 0-1 0 0,-1-1 1 0 0,1 1 0 0 0,-1 0-1 0 0,1 0 1 0 0,0 0 0 0 0,-1 1-1 0 0,0-1 1 0 0,2 2 0 0 0,5 3 177 0 0,-1 2 1 0 0,0-1 0 0 0,0 1-1 0 0,7 11 1 0 0,3 7 15 0 0,0 0 0 0 0,-2 2 0 0 0,-1 0 0 0 0,-1 0 0 0 0,-2 2 0 0 0,-1-1 0 0 0,-1 1 0 0 0,-1 1 0 0 0,-2-1 0 0 0,-1 1 0 0 0,-1 1 0 0 0,-2-1 0 0 0,-1 0 0 0 0,-1 1 0 0 0,-2-1-1 0 0,-11 56 1 0 0,2-40-173 0 0,-3-1-1 0 0,-2 0 0 0 0,-1-1 0 0 0,-38 69 0 0 0,14-44-359 0 0,-97 124 0 0 0,122-174-1025 0 0,-33 31-1 0 0,11-21-2052 0 0,-3-9-3923 0 0,20-15-486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52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718 91 1168 0 0,'-12'-17'3848'0'0,"-1"0"-1"0"0,0 1 1 0 0,-18-17-1 0 0,29 32-3760 0 0,1 0-1 0 0,0 0 1 0 0,-1 0-1 0 0,1 1 0 0 0,-1-1 1 0 0,1 1-1 0 0,-1-1 1 0 0,0 1-1 0 0,1-1 1 0 0,-1 1-1 0 0,0 0 1 0 0,1 0-1 0 0,-1 0 0 0 0,0 0 1 0 0,1 0-1 0 0,-1 0 1 0 0,1 0-1 0 0,-1 0 1 0 0,0 1-1 0 0,1-1 1 0 0,-1 1-1 0 0,1-1 0 0 0,-1 1 1 0 0,1 0-1 0 0,-1-1 1 0 0,1 1-1 0 0,-1 0 1 0 0,-1 2-1 0 0,-5 2 3 0 0,0 1 0 0 0,1 1-1 0 0,-11 10 1 0 0,14-13 85 0 0,-46 50 457 0 0,2 2 0 0 0,-64 97 1 0 0,-59 136 84 0 0,67-78-378 0 0,88-171-297 0 0,2 0-1 0 0,1 1 0 0 0,-11 63 0 0 0,23-93-50 0 0,-1 0-1 0 0,1 0 1 0 0,1 1-1 0 0,0-1 1 0 0,0 0-1 0 0,2 1 1 0 0,-1-1-1 0 0,1 0 1 0 0,1 0 0 0 0,7 20-1 0 0,-7-24-130 0 0,0 0 1 0 0,1 0-1 0 0,0-1 0 0 0,1 1 1 0 0,0-1-1 0 0,0 0 1 0 0,0 0-1 0 0,0-1 0 0 0,1 0 1 0 0,0 0-1 0 0,0 0 0 0 0,0-1 1 0 0,1 1-1 0 0,-1-2 0 0 0,1 1 1 0 0,14 4-1 0 0,-1-1-844 0 0,0-2 1 0 0,0-1-1 0 0,1-1 0 0 0,-1 0 0 0 0,1-1 0 0 0,0-2 0 0 0,-1 0 1 0 0,1-1-1 0 0,0-1 0 0 0,-1-1 0 0 0,25-6 0 0 0,21-9-4990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52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239 184 1104 0 0,'6'-20'3045'0'0,"0"0"-1"0"0,2-25 1 0 0,-7 36-1947 0 0,0 0 1 0 0,0-1-1 0 0,-1 1 0 0 0,0-1 1 0 0,-1 1-1 0 0,0 0 1 0 0,-2-10-1 0 0,3 18-1033 0 0,-1 1 1 0 0,1-1-1 0 0,0 0 0 0 0,0 0 1 0 0,-1 1-1 0 0,1-1 1 0 0,0 0-1 0 0,-1 0 0 0 0,1 1 1 0 0,-1-1-1 0 0,1 1 0 0 0,-1-1 1 0 0,1 0-1 0 0,-1 1 0 0 0,1-1 1 0 0,-1 1-1 0 0,0-1 0 0 0,1 1 1 0 0,-1-1-1 0 0,0 1 0 0 0,1 0 1 0 0,-1-1-1 0 0,0 1 0 0 0,0 0 1 0 0,1 0-1 0 0,-1-1 0 0 0,-1 1 1 0 0,0 0 0 0 0,0 0 0 0 0,0 0-1 0 0,0 1 1 0 0,0-1 0 0 0,0 0 0 0 0,0 1 0 0 0,1-1 0 0 0,-1 1 0 0 0,0 0-1 0 0,-3 1 1 0 0,-3 3 80 0 0,0 0 1 0 0,1 0-1 0 0,-11 10 0 0 0,0 3-24 0 0,0 1 0 0 0,1 2 0 0 0,1-1 1 0 0,1 2-1 0 0,0 0 0 0 0,2 1 0 0 0,1 0 0 0 0,1 1 0 0 0,1 0 0 0 0,1 1 0 0 0,-7 28 1 0 0,14-44-93 0 0,0-1 0 0 0,1 1 0 0 0,1-1 0 0 0,-1 1 0 0 0,1 0 0 0 0,1-1 0 0 0,-1 1 0 0 0,4 12 0 0 0,-3-16-11 0 0,0-1 0 0 0,1 0 0 0 0,-1 0 0 0 0,1 1 0 0 0,0-1-1 0 0,0 0 1 0 0,1-1 0 0 0,-1 1 0 0 0,1 0 0 0 0,0-1 0 0 0,0 1 0 0 0,0-1 0 0 0,0 0 0 0 0,1 0 0 0 0,-1 0 0 0 0,1 0 0 0 0,7 3 0 0 0,2 0-270 0 0,0-1 1 0 0,0 0-1 0 0,1-1 0 0 0,-1-1 1 0 0,1 0-1 0 0,0-1 0 0 0,0-1 1 0 0,0 0-1 0 0,0 0 1 0 0,0-2-1 0 0,22-2 0 0 0,-6-2-2126 0 0,0-1-1 0 0,0-1 1 0 0,-1-2-1 0 0,35-15 1 0 0,-13 3-4565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52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97 3588 0 0,'12'-36'16046'0'0,"-2"14"-12052"0"0,-10 22-3993 0 0,4-2 80 0 0,-1 0-1 0 0,1 1 1 0 0,0 0 0 0 0,0 0 0 0 0,0 0-1 0 0,1 0 1 0 0,-1 0 0 0 0,5 1 0 0 0,-2-1-45 0 0,133-13-368 0 0,-46 10-2621 0 0,48-2-9253 0 0,-111 2 5709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53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98 232 0 0,'0'0'583'0'0,"9"-12"3650"0"0,0-1 0 0 0,-1 1 0 0 0,-1-1 0 0 0,7-17 0 0 0,-14 30-4124 0 0,1-1 1 0 0,-1 1-1 0 0,0-1 1 0 0,1 1-1 0 0,-1-1 1 0 0,0 1-1 0 0,0-1 1 0 0,0 1-1 0 0,1-1 1 0 0,-1 1-1 0 0,0-1 1 0 0,0 1-1 0 0,0-1 1 0 0,0 1-1 0 0,0-1 1 0 0,0 1-1 0 0,0-1 1 0 0,0 0-1 0 0,0 1 1 0 0,0-1-1 0 0,0 1 0 0 0,0-1 1 0 0,0 1-1 0 0,-1-1 1 0 0,1 1-1 0 0,0-1 1 0 0,0 1-1 0 0,0-1 1 0 0,-1 1-1 0 0,1-1 1 0 0,0 1-1 0 0,-1-1 1 0 0,0 1-57 0 0,-1 0 1 0 0,1 0 0 0 0,0 0 0 0 0,0 0-1 0 0,0 0 1 0 0,0 0 0 0 0,0 0 0 0 0,0 0-1 0 0,0 0 1 0 0,-1 1 0 0 0,1-1-1 0 0,0 1 1 0 0,0-1 0 0 0,-1 1 0 0 0,-39 24-108 0 0,40-24 110 0 0,-27 19 10 0 0,0 2 0 0 0,2 2 0 0 0,-36 39 0 0 0,46-44-47 0 0,1-1 0 0 0,1 2 0 0 0,1 0 1 0 0,1 0-1 0 0,0 1 0 0 0,-9 27 0 0 0,19-44-7 0 0,1 0 0 0 0,0 1 0 0 0,0-1 0 0 0,0 0-1 0 0,0 1 1 0 0,1-1 0 0 0,-1 1 0 0 0,1-1 0 0 0,1 1 0 0 0,-1-1 0 0 0,1 5-1 0 0,0-7-8 0 0,-1 0-1 0 0,1 0 1 0 0,-1 0-1 0 0,1-1 0 0 0,0 1 1 0 0,0 0-1 0 0,0-1 0 0 0,0 1 1 0 0,0-1-1 0 0,0 1 0 0 0,0-1 1 0 0,1 1-1 0 0,-1-1 0 0 0,1 0 1 0 0,-1 1-1 0 0,1-1 1 0 0,-1 0-1 0 0,1 0 0 0 0,-1 0 1 0 0,1 0-1 0 0,0-1 0 0 0,0 1 1 0 0,-1 0-1 0 0,1-1 0 0 0,0 1 1 0 0,0-1-1 0 0,0 0 0 0 0,2 1 1 0 0,4-1-20 0 0,0 0-1 0 0,0-1 1 0 0,0 1 0 0 0,0-2 0 0 0,0 1 0 0 0,0-1-1 0 0,0 0 1 0 0,-1-1 0 0 0,1 0 0 0 0,-1 0 0 0 0,0 0-1 0 0,0-1 1 0 0,0 0 0 0 0,0-1 0 0 0,-1 1-1 0 0,1-1 1 0 0,-1 0 0 0 0,8-10 0 0 0,5-5-62 0 0,-1-1 0 0 0,-1-1 0 0 0,29-48-1 0 0,-20 24 58 0 0,22-51 0 0 0,-42 85-14 0 0,-2 10 15 0 0,-2 21 10 0 0,-6 34 9 0 0,0-24 25 0 0,1-1 1 0 0,3 54 0 0 0,1-68-25 0 0,1 1 0 0 0,0-1 1 0 0,1-1-1 0 0,0 1 1 0 0,1 0-1 0 0,1-1 0 0 0,11 23 1 0 0,-11-27-363 0 0,0-2-1 0 0,0 1 1 0 0,1 0 0 0 0,0-1 0 0 0,12 10-1 0 0,12 5-3308 0 0,-26-20 2410 0 0,-1-1 0 0 0,1 1 0 0 0,0-1 0 0 0,0 0 0 0 0,0 1 0 0 0,6-1 0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53.6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95 133 2964 0 0,'6'-120'12626'0'0,"-7"119"-12556"0"0,1 1 0 0 0,0-1 0 0 0,0 1 0 0 0,0-1-1 0 0,0 1 1 0 0,0-1 0 0 0,0 1 0 0 0,0-1 0 0 0,0 1 0 0 0,0-1 0 0 0,0 1-1 0 0,0-1 1 0 0,1 0 0 0 0,-1 1 0 0 0,0-1 0 0 0,0 1 0 0 0,0-1 0 0 0,1 1-1 0 0,-1 0 1 0 0,0-1 0 0 0,1 1 0 0 0,-1-1 0 0 0,1 0 0 0 0,7 8 881 0 0,8 21 79 0 0,-16-27-956 0 0,25 54 678 0 0,-2 0 1 0 0,-4 2 0 0 0,-1 0-1 0 0,13 84 1 0 0,-21-76-607 0 0,-4 0-1 0 0,-2 0 1 0 0,-3 0 0 0 0,-3 0-1 0 0,-3 0 1 0 0,-24 119 0 0 0,-70 163-2349 0 0,10-124-7929 0 0,48-138 766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54.6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209 54 1820 0 0,'3'-7'1837'0'0,"0"0"1"0"0,0 0-1 0 0,1 0 0 0 0,0 1 1 0 0,11-14 1224 0 0,-15 22-2825 0 0,1 0 0 0 0,-1 0 0 0 0,1 0 0 0 0,-1 0 0 0 0,0 0 0 0 0,0 0 0 0 0,0 0 0 0 0,0 0 0 0 0,-1 0 0 0 0,1 0 0 0 0,0 0 0 0 0,-1 2 0 0 0,-16 49 696 0 0,-2 0 1 0 0,-43 82-1 0 0,4-9-814 0 0,6 15-2233 0 0,26-46-5767 0 0,19-61 211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55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7 2168 0 0,'-3'-6'14608'0'0,"0"20"-13832"0"0,0 1 0 0 0,0 0 0 0 0,2 0 0 0 0,-1 21 0 0 0,1-12-458 0 0,-1 20 39 0 0,2 0 0 0 0,6 53 0 0 0,-4-81-319 0 0,0 0 0 0 0,2-1 1 0 0,0 1-1 0 0,0-1 1 0 0,2 0-1 0 0,0 0 1 0 0,0 0-1 0 0,1-1 0 0 0,15 21 1 0 0,-18-30-35 0 0,0 0 0 0 0,0 0-1 0 0,0-1 1 0 0,1 1 0 0 0,-1-1 0 0 0,1 0 0 0 0,0-1 0 0 0,0 1 0 0 0,1-1 0 0 0,-1 0 0 0 0,1 0 0 0 0,-1-1 0 0 0,1 1 0 0 0,0-1 0 0 0,0-1-1 0 0,0 1 1 0 0,0-1 0 0 0,0 0 0 0 0,0 0 0 0 0,0-1 0 0 0,1 0 0 0 0,-1 0 0 0 0,0 0 0 0 0,11-3 0 0 0,-6 1-4 0 0,-1-1 0 0 0,0-1 0 0 0,0 1 0 0 0,0-2 0 0 0,0 1 0 0 0,0-1 0 0 0,-1-1 0 0 0,0 0 0 0 0,0 0 0 0 0,-1-1 0 0 0,0 0 0 0 0,0 0 0 0 0,11-14 0 0 0,-6 5 11 0 0,-2-1-1 0 0,0 0 1 0 0,-2 0 0 0 0,1-1 0 0 0,-2 0 0 0 0,7-24 0 0 0,27-118-2 0 0,-29 100-144 0 0,-12 55 118 0 0,3-10 26 0 0,-1 13 16 0 0,0 9 4 0 0,-1 8-22 0 0,-1 1 0 0 0,0 0 0 0 0,-1-1 0 0 0,-1 1 0 0 0,-3 24 0 0 0,0-2 15 0 0,-17 154 143 0 0,-7-1-1 0 0,-9-1 0 0 0,-116 348 0 0 0,124-460-86 0 0,-48 93-1 0 0,62-143-49 0 0,-1-1-1 0 0,-1-1 1 0 0,-1 0 0 0 0,-2-1-1 0 0,0-1 1 0 0,-37 33 0 0 0,48-50-21 0 0,1-1 0 0 0,-1 0 1 0 0,1-1-1 0 0,-1 0 0 0 0,-1 0 1 0 0,1-1-1 0 0,-1 0 0 0 0,0-1 1 0 0,-18 5-1 0 0,24-7 0 0 0,0-1 0 0 0,0 1 0 0 0,-1-1 0 0 0,1 0 0 0 0,0 0 0 0 0,0 0 0 0 0,0 0 0 0 0,0-1 0 0 0,0 1 0 0 0,0-1 0 0 0,0 0 0 0 0,0-1 0 0 0,0 1 1 0 0,0-1-1 0 0,0 1 0 0 0,0-1 0 0 0,1-1 0 0 0,-1 1 0 0 0,1 0 0 0 0,0-1 0 0 0,-1 1 0 0 0,1-1 0 0 0,0 0 0 0 0,1 0 0 0 0,-1 0 0 0 0,0-1 0 0 0,-2-4 0 0 0,2 1 0 0 0,-1-1-1 0 0,2 1 1 0 0,-1-1 0 0 0,1 0 0 0 0,0 0-1 0 0,1 0 1 0 0,0 0 0 0 0,0 0 0 0 0,1 0-1 0 0,0 0 1 0 0,0 0 0 0 0,1-1-1 0 0,0 1 1 0 0,2-9 0 0 0,4-12 27 0 0,1 0-1 0 0,17-40 1 0 0,-6 26-13 0 0,2 0-1 0 0,3 1 1 0 0,1 1 0 0 0,1 1 0 0 0,3 2-1 0 0,37-40 1 0 0,4 5-502 0 0,147-118 0 0 0,2 30-3623 0 0,-67 64-5922 0 0,-119 76 3312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55.5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1 172 312 0 0,'3'-8'2564'0'0,"0"1"0"0"0,0-1 0 0 0,-1 1 0 0 0,0-1 0 0 0,2-8 0 0 0,2-9 828 0 0,-5 23-3275 0 0,0 0-1 0 0,0 0 1 0 0,0 0-1 0 0,0 0 1 0 0,0 1-1 0 0,1-1 0 0 0,-1 0 1 0 0,0 1-1 0 0,1-1 1 0 0,0 1-1 0 0,-1 0 0 0 0,1-1 1 0 0,0 1-1 0 0,3-2 1 0 0,30-11 317 0 0,-24 10-261 0 0,20-7-11 0 0,2 2 1 0 0,57-9-1 0 0,16 8-3798 0 0,-54 14-3971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55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68 892 0 0,'-193'132'17328'0'0,"194"-132"-17305"0"0,-1 0 1 0 0,0 0 0 0 0,0 0 0 0 0,0 0-1 0 0,1 0 1 0 0,-1 0 0 0 0,0 0 0 0 0,0 0 0 0 0,0 0-1 0 0,1 1 1 0 0,-1-1 0 0 0,0 0 0 0 0,0 0-1 0 0,0 0 1 0 0,1 0 0 0 0,-1 0 0 0 0,0 0-1 0 0,0 0 1 0 0,0 1 0 0 0,0-1 0 0 0,0 0-1 0 0,1 0 1 0 0,-1 0 0 0 0,0 0 0 0 0,0 1 0 0 0,0-1-1 0 0,0 0 1 0 0,0 0 0 0 0,0 0 0 0 0,0 1-1 0 0,0-1 1 0 0,0 0 0 0 0,0 0 0 0 0,1 0-1 0 0,-1 1 1 0 0,0-1 0 0 0,0 0 0 0 0,0 0-1 0 0,0 1 1 0 0,-1-1 0 0 0,1 0 0 0 0,0 0 0 0 0,0 0-1 0 0,0 1 1 0 0,0-1 0 0 0,0 0 0 0 0,0 0-1 0 0,0 0 1 0 0,0 1 0 0 0,0-1 0 0 0,0 0-1 0 0,-1 0 1 0 0,1 0 0 0 0,0 0 0 0 0,0 1 0 0 0,0-1-1 0 0,0 0 1 0 0,0 0 0 0 0,-1 0 0 0 0,1 0-1 0 0,0 0 1 0 0,0 0 0 0 0,0 1 0 0 0,-1-1-1 0 0,1 0 1 0 0,0 0 0 0 0,0 0 0 0 0,-1 0-1 0 0,19 0 50 0 0,354-111-3522 0 0,-221 65-977 0 0,-73 20 449 0 0,0-1-1699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56.1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671 75 2576 0 0,'0'-4'820'0'0,"0"-1"1"0"0,0 0-1 0 0,0 0 0 0 0,0 0 0 0 0,-1 1 0 0 0,0-1 0 0 0,0 0 1 0 0,0 1-1 0 0,-1-1 0 0 0,1 1 0 0 0,-1-1 0 0 0,0 1 0 0 0,-4-7 1 0 0,5 11-746 0 0,1 0 0 0 0,-1-1 0 0 0,0 1 0 0 0,1-1 0 0 0,-1 1-1 0 0,1 0 1 0 0,-1 0 0 0 0,0-1 0 0 0,1 1 0 0 0,-1 0 0 0 0,0 0 0 0 0,0 0 0 0 0,1 0 0 0 0,-1 0 0 0 0,0 0 0 0 0,1 0 0 0 0,-1 0 0 0 0,0 0 0 0 0,1 0 0 0 0,-1 0 0 0 0,0 0 0 0 0,1 1 0 0 0,-1-1 0 0 0,0 0 0 0 0,-1 1 0 0 0,-14 8 711 0 0,1 3-300 0 0,0 2 0 0 0,1-1 0 0 0,0 2 1 0 0,1 0-1 0 0,-19 29 0 0 0,19-27-233 0 0,-61 88 443 0 0,4 3 0 0 0,5 3 0 0 0,-51 119-1 0 0,81-147-588 0 0,3 1-1 0 0,4 2 1 0 0,4 0-1 0 0,3 2 1 0 0,-10 105-1 0 0,27-152-78 0 0,2 1 0 0 0,2 0 0 0 0,1 0-1 0 0,10 54 1 0 0,-9-79-402 0 0,2 0 0 0 0,0-1-1 0 0,1 1 1 0 0,0-1 0 0 0,2 0 0 0 0,0 0-1 0 0,0-1 1 0 0,2 0 0 0 0,-1-1 0 0 0,2 1-1 0 0,0-2 1 0 0,1 1 0 0 0,15 14 0 0 0,-19-22-957 0 0,1-1 0 0 0,-1 1 1 0 0,1-1-1 0 0,0-1 0 0 0,17 8 1 0 0,5-1-6568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56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249 729 948 0 0,'-19'-80'7781'0'0,"12"53"-5410"0"0,1 0 0 0 0,-6-52-1 0 0,13 71-2248 0 0,-1 1 0 0 0,1-1 0 0 0,0 1 0 0 0,1-1 0 0 0,0 1 0 0 0,0 0 0 0 0,0-1 0 0 0,1 1 0 0 0,0 0 0 0 0,1 0 0 0 0,-1 1 0 0 0,1-1 0 0 0,0 1 0 0 0,1 0 0 0 0,6-7 0 0 0,9-8 6 0 0,1 1-1 0 0,38-29 1 0 0,-44 37-50 0 0,82-59 113 0 0,-60 46-121 0 0,0-2 1 0 0,-2-2 0 0 0,60-62 0 0 0,-93 88-71 0 0,1 1 0 0 0,-1-1-1 0 0,0 1 1 0 0,0-1 0 0 0,0 0 0 0 0,-1 0 0 0 0,1 0 0 0 0,-1 0 0 0 0,1 0 0 0 0,-1 0 0 0 0,0 0 0 0 0,0-1 0 0 0,0 1-1 0 0,0-5 1 0 0,-1 5-4 0 0,-4 5-20 0 0,-5 2 21 0 0,0 1 0 0 0,1 0 0 0 0,-1 0 0 0 0,1 1-1 0 0,0 0 1 0 0,0 1 0 0 0,1 0 0 0 0,0 0 0 0 0,-7 10 0 0 0,-58 82 33 0 0,55-73-11 0 0,-45 74 201 0 0,4 2 1 0 0,-47 114-1 0 0,-70 228 623 0 0,150-378-798 0 0,13-31-9 0 0,8-22 22 0 0,0 0 1 0 0,-1 0-1 0 0,-1-1 0 0 0,0 0 1 0 0,-12 19-1 0 0,17-29-24 0 0,-12-7 17 0 0,12 4-49 0 0,0-1 0 0 0,0 1 0 0 0,0 0 1 0 0,0-1-1 0 0,0 1 0 0 0,0-1 0 0 0,0 1 0 0 0,0-1 0 0 0,1 0 0 0 0,-1 1 1 0 0,0-1-1 0 0,1 0 0 0 0,0 1 0 0 0,-1-3 0 0 0,-2-30 24 0 0,2 21-16 0 0,-1-14-5 0 0,2 0 1 0 0,1 0-1 0 0,0 1 1 0 0,2-1 0 0 0,10-38-1 0 0,-8 43-24 0 0,1 1 1 0 0,2 0-1 0 0,0 0 0 0 0,1 1 0 0 0,1 0 1 0 0,24-36-1 0 0,-26 47 12 0 0,0 0 0 0 0,0 1-1 0 0,1 0 1 0 0,0 1 0 0 0,0-1 0 0 0,1 2 0 0 0,0-1-1 0 0,1 1 1 0 0,-1 1 0 0 0,1 0 0 0 0,0 1 0 0 0,0 0 0 0 0,0 0-1 0 0,1 1 1 0 0,-1 1 0 0 0,19-2 0 0 0,-22 3 7 0 0,0 1-1 0 0,1 0 1 0 0,-1 0 0 0 0,0 1 0 0 0,1 0-1 0 0,-1 0 1 0 0,0 1 0 0 0,0 0 0 0 0,0 1-1 0 0,13 5 1 0 0,-16-5 4 0 0,1 0 0 0 0,-1 1 0 0 0,0-1 0 0 0,0 1 0 0 0,0 1 0 0 0,0-1 0 0 0,-1 0-1 0 0,0 1 1 0 0,0 0 0 0 0,0 0 0 0 0,0 0 0 0 0,-1 1 0 0 0,0-1 0 0 0,0 1 0 0 0,2 7 0 0 0,-2-7-3 0 0,-1 1 0 0 0,-1 0 0 0 0,1 0 0 0 0,-1 1 0 0 0,0-1 0 0 0,-1 0 0 0 0,0 0 0 0 0,0 0 0 0 0,0 0 0 0 0,-1 1 0 0 0,0-1 0 0 0,-1 0 0 0 0,1 0 0 0 0,-1 0 0 0 0,-1-1 0 0 0,1 1 0 0 0,-1 0 0 0 0,0-1 0 0 0,-1 0 0 0 0,0 0 0 0 0,0 0 0 0 0,0 0 0 0 0,0 0 0 0 0,-1-1 0 0 0,-5 6 0 0 0,2-4 6 0 0,0 1 1 0 0,-1-1 0 0 0,1 0-1 0 0,-1-1 1 0 0,0 0 0 0 0,-1-1-1 0 0,1 0 1 0 0,-1 0 0 0 0,0-1 0 0 0,-1 0-1 0 0,1-1 1 0 0,-1 0 0 0 0,1 0-1 0 0,-1-1 1 0 0,-16 0 0 0 0,24-2 5 0 0,-11-1-3 0 0,19 2-10 0 0,0 0 0 0 0,-1 1 0 0 0,1-1 0 0 0,-1 1 0 0 0,1 0 0 0 0,-1 1 0 0 0,1-1 0 0 0,-1 1 0 0 0,0-1 0 0 0,0 1 0 0 0,-1 1 0 0 0,1-1 0 0 0,5 6 0 0 0,7 10 58 0 0,21 30 0 0 0,-23-30-42 0 0,3 5-18 0 0,2-1 0 0 0,0-1 1 0 0,33 28-1 0 0,-40-40-485 0 0,1 0 0 0 0,0-2 0 0 0,0 1 0 0 0,1-2 0 0 0,0 0 0 0 0,0 0 0 0 0,1-1 0 0 0,19 4 0 0 0,-12-4-2371 0 0,-1-1 0 0 0,41 2 1 0 0,-25-6-2724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57.6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61 1484 0 0,'10'-61'10347'0'0,"5"72"-8316"0"0,-9-4-1684 0 0,-2-1 0 0 0,1 1 0 0 0,-1 1 0 0 0,0-1 0 0 0,0 0 0 0 0,-1 1 0 0 0,0 0 0 0 0,0 0 0 0 0,2 11 0 0 0,-2-7-86 0 0,8 31 214 0 0,-1 1-1 0 0,-3 1 1 0 0,-2-1 0 0 0,-1 1-1 0 0,-4 69 1 0 0,-8-3-123 0 0,-23 113 0 0 0,10-111-366 0 0,-48 151 1 0 0,-2-83-2441 0 0,47-132-1008 0 0,-45 69 0 0 0,48-88-426 0 0,3-8-1560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57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609 246 1012 0 0,'12'-16'1030'0'0,"65"-89"5044"0"0,-66 88-4564 0 0,-1-1 0 0 0,0 0-1 0 0,-2-1 1 0 0,9-25 0 0 0,-17 36 765 0 0,-7 11-1534 0 0,-10 14-168 0 0,-75 102 676 0 0,5 4-1 0 0,5 4 0 0 0,6 3 1 0 0,6 3-1 0 0,-54 145 0 0 0,-9 121-321 0 0,113-321-835 0 0,4 1 1 0 0,3 1 0 0 0,-3 97-1 0 0,15-155-115 0 0,1 0-1 0 0,1-1 1 0 0,1 1-1 0 0,1 0 1 0 0,7 21-1 0 0,-8-33-151 0 0,2 0 0 0 0,-1-1 1 0 0,1 1-1 0 0,1-1 0 0 0,0 0 0 0 0,0 0 0 0 0,1-1 0 0 0,0 0 0 0 0,0 0 1 0 0,1 0-1 0 0,0 0 0 0 0,15 11 0 0 0,-8-9-555 0 0,0-1-1 0 0,0 0 1 0 0,1-1-1 0 0,0-1 1 0 0,1 0-1 0 0,0-1 1 0 0,31 7 0 0 0,-30-9-1179 0 0,0-2 1 0 0,1 0 0 0 0,-1 0 0 0 0,26-3-1 0 0,13-5-5929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58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450 202 1212 0 0,'-6'-25'2345'0'0,"0"1"1"0"0,-2 0-1 0 0,0 0 0 0 0,-2 1 0 0 0,-18-33 0 0 0,26 54-2227 0 0,1 0-1 0 0,-1 0 1 0 0,0 0-1 0 0,1 0 0 0 0,-1 1 1 0 0,0-1-1 0 0,0 1 0 0 0,0-1 1 0 0,0 1-1 0 0,-1 0 1 0 0,1-1-1 0 0,0 1 0 0 0,0 0 1 0 0,-1 1-1 0 0,1-1 0 0 0,-1 0 1 0 0,1 1-1 0 0,-1-1 1 0 0,1 1-1 0 0,-1 0 0 0 0,1 0 1 0 0,-1 0-1 0 0,1 0 1 0 0,-1 0-1 0 0,1 1 0 0 0,-1-1 1 0 0,1 1-1 0 0,0-1 0 0 0,-1 1 1 0 0,1 0-1 0 0,-5 2 1 0 0,-6 3 204 0 0,0 1 0 0 0,0 1 1 0 0,0 0-1 0 0,-12 10 0 0 0,19-13-200 0 0,-16 12 114 0 0,2 0 1 0 0,0 2-1 0 0,2 0 1 0 0,0 1 0 0 0,0 1-1 0 0,-19 33 1 0 0,27-37-173 0 0,0-1-1 0 0,1 1 1 0 0,2 1 0 0 0,-1 0-1 0 0,2 0 1 0 0,0 0 0 0 0,2 1-1 0 0,0 0 1 0 0,-3 35-1 0 0,7-47-54 0 0,0 0 0 0 0,0 1-1 0 0,1-1 1 0 0,0 0-1 0 0,0 0 1 0 0,1 0 0 0 0,0 0-1 0 0,0 0 1 0 0,1 0-1 0 0,0-1 1 0 0,0 1-1 0 0,0-1 1 0 0,1 1 0 0 0,0-1-1 0 0,0 0 1 0 0,1-1-1 0 0,-1 1 1 0 0,1-1 0 0 0,11 9-1 0 0,-11-10-23 0 0,0-1-1 0 0,1 1 1 0 0,0-1-1 0 0,0 0 1 0 0,0-1-1 0 0,0 1 1 0 0,1-1-1 0 0,-1-1 1 0 0,0 1-1 0 0,1-1 1 0 0,-1 0-1 0 0,1 0 1 0 0,0-1-1 0 0,-1 0 1 0 0,1 0-1 0 0,-1-1 1 0 0,1 1-1 0 0,0-1 1 0 0,-1-1-1 0 0,1 1 1 0 0,-1-1-1 0 0,7-3 1 0 0,-3 0-26 0 0,0-1 1 0 0,0 1 0 0 0,0-2-1 0 0,-1 1 1 0 0,1-1 0 0 0,-2-1 0 0 0,1 0-1 0 0,-1 0 1 0 0,0 0 0 0 0,-1-1-1 0 0,0-1 1 0 0,0 1 0 0 0,-1-1-1 0 0,8-17 1 0 0,4-14-21 0 0,-1 0 0 0 0,15-62 0 0 0,-26 83 35 0 0,9-37-98 0 0,-15 56 253 0 0,-1 2-102 0 0,-1 0-1 0 0,1 0 1 0 0,0 0 0 0 0,0 0-1 0 0,-1 0 1 0 0,1 0 0 0 0,0 0-1 0 0,0 0 1 0 0,0 1 0 0 0,0-1-1 0 0,1 0 1 0 0,-1 1 0 0 0,0-1-1 0 0,0 1 1 0 0,1-1 0 0 0,-1 1-1 0 0,1-1 1 0 0,-1 1 0 0 0,1 0-1 0 0,0 1 1 0 0,-2 3 102 0 0,-9 24 127 0 0,1 0 1 0 0,2 1-1 0 0,1 0 0 0 0,-2 35 1 0 0,7-53-453 0 0,1 0 0 0 0,1 0 1 0 0,1 0-1 0 0,-1 0 0 0 0,2-1 1 0 0,0 1-1 0 0,0 0 0 0 0,2 0 0 0 0,-1-1 1 0 0,2 0-1 0 0,-1 0 0 0 0,12 21 1 0 0,-13-28-354 0 0,0-1 0 0 0,1 0 0 0 0,-1 0 0 0 0,1 0 0 0 0,0 0 0 0 0,0-1 0 0 0,0 1 0 0 0,6 3 0 0 0,-6-5-542 0 0,0 0-1 0 0,0 0 0 0 0,1 0 0 0 0,-1 0 1 0 0,0-1-1 0 0,5 1 0 0 0,8 1-5420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58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1 292 3136 0 0,'10'-36'6985'0'0,"-8"24"-4967"0"0,2 0 0 0 0,-1 1 0 0 0,8-16 0 0 0,-9 24-1849 0 0,0 0-1 0 0,0-1 1 0 0,0 1-1 0 0,0 0 0 0 0,0 0 1 0 0,1 1-1 0 0,0-1 1 0 0,-1 0-1 0 0,1 1 1 0 0,0-1-1 0 0,0 1 1 0 0,0 0-1 0 0,1 0 1 0 0,-1 1-1 0 0,4-3 1 0 0,37-10 133 0 0,-1 2 1 0 0,50-8 0 0 0,22-5-2557 0 0,-91 18-204 0 0,-1 0 0 0 0,40-21 0 0 0,-33 11-1585 0 0,-4-3-1679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59.3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255 226 552 0 0,'2'-31'5135'0'0,"-2"0"0"0"0,-2 0-1 0 0,-8-51 1 0 0,8 70-3680 0 0,-2-11 621 0 0,3 8 2139 0 0,-4 181-3178 0 0,-46 295 0 0 0,-82 156 819 0 0,121-574-1856 0 0,8-35 0 0 0,4-8 0 0 0,0 1 0 0 0,-1-1 0 0 0,1 1 0 0 0,0-1 0 0 0,0 0 0 0 0,-1 1 0 0 0,1-1 0 0 0,0 0 0 0 0,-1 1 0 0 0,1-1 0 0 0,0 0 0 0 0,-1 1 0 0 0,1-1 0 0 0,0 0 0 0 0,-1 0 0 0 0,1 1 0 0 0,-1-1 0 0 0,1 0 0 0 0,0 0 0 0 0,-1 0 0 0 0,1 0 0 0 0,-1 0 0 0 0,1 0 0 0 0,-1 0 0 0 0,1 1 0 0 0,-1-1 0 0 0,1 0 0 0 0,0-1 0 0 0,-1 1 0 0 0,1 0 0 0 0,-1 0 0 0 0,1 0 0 0 0,-1 0 0 0 0,0 0 0 0 0,-1-5 0 0 0,-1 1 1 0 0,1 0-1 0 0,0-1 1 0 0,0 1-1 0 0,1-1 1 0 0,-1 1 0 0 0,1-1-1 0 0,0 1 1 0 0,-1-11-1 0 0,1-40-10 0 0,2 35-8 0 0,0-20-215 0 0,1 0 1 0 0,3 0-1 0 0,1 0 1 0 0,2 1 0 0 0,1 0-1 0 0,19-49 1 0 0,-18 63 149 0 0,0 1 0 0 0,1 1 0 0 0,2 0 0 0 0,0 1-1 0 0,2 0 1 0 0,0 1 0 0 0,1 0 0 0 0,1 2 0 0 0,1 0 0 0 0,36-29 0 0 0,-43 40 52 0 0,1 0-1 0 0,0 1 1 0 0,1 0 0 0 0,0 1 0 0 0,0 0 0 0 0,0 1-1 0 0,20-4 1 0 0,-27 8 15 0 0,0 0 0 0 0,0 0 0 0 0,0 1 1 0 0,0-1-1 0 0,0 1 0 0 0,0 1 0 0 0,-1-1 0 0 0,13 3 0 0 0,-14-1 1 0 0,-1-1 1 0 0,0 0-1 0 0,1 1 1 0 0,-1-1-1 0 0,0 1 1 0 0,0 0-1 0 0,0 0 0 0 0,0 0 1 0 0,0 1-1 0 0,0-1 1 0 0,-1 1-1 0 0,1-1 0 0 0,-1 1 1 0 0,1 0-1 0 0,2 6 1 0 0,-3-5 6 0 0,0 0 0 0 0,0 1 0 0 0,-1-1 0 0 0,0 1 1 0 0,1 0-1 0 0,-2-1 0 0 0,1 1 0 0 0,-1 0 0 0 0,1-1 1 0 0,-1 1-1 0 0,0 0 0 0 0,-1 0 0 0 0,1 0 0 0 0,-1-1 1 0 0,0 1-1 0 0,0 0 0 0 0,-1-1 0 0 0,1 1 0 0 0,-1-1 1 0 0,0 0-1 0 0,0 1 0 0 0,-5 6 0 0 0,-3 4 4 0 0,0 0 0 0 0,-1 0-1 0 0,-1-1 1 0 0,-21 20 0 0 0,27-28 13 0 0,-4 4-7 0 0,0 0 0 0 0,0-1 0 0 0,-1 0 0 0 0,0-1 0 0 0,-1 0 0 0 0,-23 12 0 0 0,33-20 23 0 0,-16 1-61 0 0,17-2 34 0 0,1 1 1 0 0,0 0-1 0 0,-1-1 0 0 0,1 1 1 0 0,-1-1-1 0 0,1 1 0 0 0,0-1 0 0 0,0 1 1 0 0,-1-1-1 0 0,1 1 0 0 0,0-1 1 0 0,0 0-1 0 0,0 1 0 0 0,0-1 0 0 0,-1 1 1 0 0,1-1-1 0 0,0 1 0 0 0,0-1 1 0 0,0 0-1 0 0,0 1 0 0 0,0-1 1 0 0,1 1-1 0 0,-1-1 0 0 0,0 1 0 0 0,0-1 1 0 0,0 1-1 0 0,0-1 0 0 0,1 0 1 0 0,-1 0-1 0 0,1-1-12 0 0,1 1 0 0 0,-1-1-1 0 0,0 0 1 0 0,1 1 0 0 0,-1-1 0 0 0,1 1 0 0 0,-1-1-1 0 0,5-1 1 0 0,-3 1 4 0 0,0-1-1 0 0,0 2 1 0 0,1-1-1 0 0,-1 0 1 0 0,1 1-1 0 0,-1 0 1 0 0,1-1-1 0 0,0 1 1 0 0,0 1-1 0 0,6-2 1 0 0,-2 3 23 0 0,0 1 0 0 0,0 0 0 0 0,0 0-1 0 0,0 0 1 0 0,0 1 0 0 0,0 0 0 0 0,-1 1 0 0 0,0 0 0 0 0,1 0 0 0 0,-1 0 0 0 0,-1 1-1 0 0,13 10 1 0 0,4 8 34 0 0,0 1-1 0 0,20 28 1 0 0,-22-25 14 0 0,30 28 0 0 0,-17-24-1263 0 0,42 30 0 0 0,-59-50-1247 0 0,29 15 0 0 0,-35-20-325 0 0,0-2 0 0 0,1 1 0 0 0,19 4 1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2:59.6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380 128 2300 0 0,'-15'-117'11629'0'0,"16"107"-9740"0"0,4 12-349 0 0,8 16-106 0 0,21 45 131 0 0,-2 1-1 0 0,-4 1 0 0 0,39 137 0 0 0,-53-143-1281 0 0,-2 1-1 0 0,-3 0 1 0 0,-3 1-1 0 0,-2 0 1 0 0,-3 0 0 0 0,-8 70-1 0 0,-2-54-153 0 0,-4 0-1 0 0,-2 0 1 0 0,-4-2-1 0 0,-40 101 1 0 0,34-115-130 0 0,-2-2 1 0 0,-3-1 0 0 0,-53 77-1 0 0,53-95-1242 0 0,-52 57 0 0 0,53-68-1398 0 0,-1-2-1 0 0,-43 32 1 0 0,41-39-3199 0 0,4-5-3174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3:00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668 71 956 0 0,'-1'-8'879'0'0,"0"0"0"0"0,-1 0 0 0 0,0 0 0 0 0,0 0 0 0 0,-1 0 0 0 0,-6-13 0 0 0,8 19-581 0 0,-1 2-249 0 0,0 1 1 0 0,0-1 0 0 0,0 1-1 0 0,0-1 1 0 0,-1 1-1 0 0,1 0 1 0 0,0-1 0 0 0,0 1-1 0 0,0 0 1 0 0,0 1 0 0 0,1-1-1 0 0,-1 0 1 0 0,0 0 0 0 0,0 1-1 0 0,1-1 1 0 0,-3 3-1 0 0,-23 32 388 0 0,18-23-287 0 0,-77 119 1559 0 0,-97 203-1 0 0,-2 85-39 0 0,155-337-1472 0 0,5 1-1 0 0,2 2 1 0 0,-12 103-1 0 0,30-137-55 0 0,1 0 0 0 0,8 100 0 0 0,-2-123-189 0 0,2-1 0 0 0,2 0-1 0 0,0 0 1 0 0,2 0-1 0 0,0-1 1 0 0,23 46-1 0 0,-26-64-289 0 0,0 0-1 0 0,1 0 0 0 0,0-1 0 0 0,0 0 1 0 0,1 0-1 0 0,11 10 0 0 0,-12-12-691 0 0,1-1 0 0 0,0-1 0 0 0,0 1 1 0 0,14 6-1 0 0,7 0-3839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3:01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116 627 712 0 0,'-6'-17'2871'0'0,"1"1"0"0"0,0-1 0 0 0,-3-30-1 0 0,8 41-2640 0 0,0 1-1 0 0,0 0 1 0 0,0-1-1 0 0,1 1 1 0 0,-1 0-1 0 0,1 0 0 0 0,1 0 1 0 0,-1-1-1 0 0,1 1 1 0 0,-1 0-1 0 0,2 1 0 0 0,-1-1 1 0 0,0 0-1 0 0,1 1 1 0 0,0-1-1 0 0,5-6 0 0 0,17-13-6 0 0,0 1 0 0 0,1 1 0 0 0,52-34-1 0 0,1 0-70 0 0,-46 30-80 0 0,57-59-1 0 0,-79 73-61 0 0,0-2 0 0 0,0 1 0 0 0,-1-1 0 0 0,-1-1 0 0 0,0 0 0 0 0,-1 0 0 0 0,9-24 0 0 0,-17 39-11 0 0,0 0-1 0 0,0 0 1 0 0,0 0 0 0 0,0 0 0 0 0,1 0-1 0 0,-1-1 1 0 0,0 1 0 0 0,0 0 0 0 0,0 0-1 0 0,0 0 1 0 0,0-1 0 0 0,0 1 0 0 0,0 0-1 0 0,1 0 1 0 0,-1 0 0 0 0,0-1 0 0 0,0 1-1 0 0,0 0 1 0 0,0 0 0 0 0,0 0 0 0 0,0-1-1 0 0,0 1 1 0 0,0 0 0 0 0,0 0 0 0 0,0-1-1 0 0,0 1 1 0 0,0 0 0 0 0,0 0 0 0 0,0 0-1 0 0,-1-1 1 0 0,1 1 0 0 0,0 0 0 0 0,0 0-1 0 0,0 0 1 0 0,0-1 0 0 0,0 1 0 0 0,0 0-1 0 0,0 0 1 0 0,-1 0 0 0 0,1-1 0 0 0,0 1-1 0 0,0 0 1 0 0,0 0 0 0 0,0 0-1 0 0,-1 0 1 0 0,1 0 0 0 0,0 0 0 0 0,0-1-1 0 0,0 1 1 0 0,-1 0 0 0 0,1 0 0 0 0,-14 8-27 0 0,-15 20 5 0 0,-11 23 12 0 0,3 1 0 0 0,-61 110 1 0 0,-35 128 203 0 0,3 96 131 0 0,97-281-75 0 0,33-105-248 0 0,0 2 12 0 0,0 0 0 0 0,0-1-1 0 0,-1 1 1 0 0,1-1 0 0 0,-1 1 0 0 0,0 0-1 0 0,1-1 1 0 0,-1 1 0 0 0,0-1-1 0 0,0 1 1 0 0,0-1 0 0 0,0 0-1 0 0,0 1 1 0 0,0-1 0 0 0,0 0-1 0 0,0 0 1 0 0,0 0 0 0 0,-1 0 0 0 0,1 0-1 0 0,-1 0 1 0 0,1 0 0 0 0,-3 1-1 0 0,3-3-9 0 0,-1 0 0 0 0,1 1-1 0 0,0-1 1 0 0,0 0 0 0 0,0-1-1 0 0,0 1 1 0 0,0 0 0 0 0,0 0-1 0 0,0 0 1 0 0,0-1 0 0 0,0 1-1 0 0,0 0 1 0 0,1-1 0 0 0,-1 1-1 0 0,0-1 1 0 0,0-1 0 0 0,-1-6-3 0 0,1 0 1 0 0,-1 1-1 0 0,1-1 1 0 0,1 0-1 0 0,0 0 1 0 0,0 1-1 0 0,2-16 1 0 0,16-62 1 0 0,-16 81 0 0 0,2-12-7 0 0,2-1-1 0 0,0 1 1 0 0,1 1 0 0 0,1-1 0 0 0,0 1 0 0 0,2 0 0 0 0,-1 1 0 0 0,15-17 0 0 0,-19 25 1 0 0,1 1 0 0 0,-1 0 1 0 0,1 0-1 0 0,0 1 0 0 0,0 0 0 0 0,1 0 1 0 0,0 1-1 0 0,-1-1 0 0 0,2 1 1 0 0,-1 1-1 0 0,0-1 0 0 0,1 1 0 0 0,-1 1 1 0 0,1-1-1 0 0,0 1 0 0 0,0 1 1 0 0,0-1-1 0 0,0 1 0 0 0,0 1 0 0 0,15 0 1 0 0,-20 0-2 0 0,1 1-1 0 0,0-1 1 0 0,-1 1 0 0 0,1 0 0 0 0,-1 0 0 0 0,1 0 0 0 0,-1 0 0 0 0,1 1 0 0 0,-1 0 0 0 0,0-1-1 0 0,0 1 1 0 0,1 0 0 0 0,-1 1 0 0 0,-1-1 0 0 0,1 0 0 0 0,0 1 0 0 0,-1 0 0 0 0,1-1 0 0 0,-1 1-1 0 0,0 0 1 0 0,0 0 0 0 0,0 1 0 0 0,2 4 0 0 0,-2-3 3 0 0,-1 0 1 0 0,1-1-1 0 0,-1 1 1 0 0,-1 0-1 0 0,1 0 1 0 0,-1 0-1 0 0,0 0 1 0 0,0 0-1 0 0,0-1 0 0 0,0 1 1 0 0,-1 0-1 0 0,0 0 1 0 0,0 0-1 0 0,-1-1 1 0 0,1 1-1 0 0,-1 0 1 0 0,-3 5-1 0 0,-2 3 13 0 0,-1 0 0 0 0,-1 0 1 0 0,0-2-1 0 0,0 1 0 0 0,-1-1 0 0 0,0 0 0 0 0,-1-1 1 0 0,-1 0-1 0 0,1-1 0 0 0,-2 0 0 0 0,1-1 1 0 0,-1 0-1 0 0,0-1 0 0 0,-1-1 0 0 0,1 0 0 0 0,-24 6 1 0 0,35-11-10 0 0,0-1 0 0 0,-1 1 1 0 0,1-1-1 0 0,0 0 0 0 0,0 0 1 0 0,0 0-1 0 0,-1 0 0 0 0,1 0 1 0 0,0 0-1 0 0,0-1 0 0 0,0 1 1 0 0,0-1-1 0 0,-1 1 0 0 0,1-1 1 0 0,0 0-1 0 0,0 0 0 0 0,0 0 0 0 0,1 0 1 0 0,-1 0-1 0 0,0-1 0 0 0,0 1 1 0 0,0 0-1 0 0,1-1 0 0 0,-1 0 1 0 0,1 1-1 0 0,-1-1 0 0 0,1 0 1 0 0,-1-1-1 0 0,1 2-3 0 0,1 0 1 0 0,0 0-1 0 0,-1 0 0 0 0,1 1 0 0 0,0-1 1 0 0,0 0-1 0 0,0 0 0 0 0,0 0 0 0 0,0 0 1 0 0,0 1-1 0 0,0-1 0 0 0,0 0 0 0 0,0 0 1 0 0,0 0-1 0 0,1 0 0 0 0,-1 1 0 0 0,0-1 1 0 0,0 0-1 0 0,1 0 0 0 0,-1 0 0 0 0,1 1 1 0 0,-1-1-1 0 0,1 0 0 0 0,-1 1 0 0 0,1-1 1 0 0,-1 0-1 0 0,1 1 0 0 0,-1-1 0 0 0,1 1 1 0 0,0-1-1 0 0,-1 1 0 0 0,2-1 0 0 0,-1 0-1 0 0,0 0 1 0 0,1 1-1 0 0,-1-1 0 0 0,0 0 0 0 0,0 1 0 0 0,1-1 0 0 0,-1 1 0 0 0,0 0 0 0 0,1-1 0 0 0,-1 1 1 0 0,1 0-1 0 0,-1 0 0 0 0,0 0 0 0 0,1 0 0 0 0,-1 0 0 0 0,1 0 0 0 0,1 1 0 0 0,6 3-4 0 0,0 0-1 0 0,0 0 1 0 0,-1 1-1 0 0,0 1 1 0 0,0-1-1 0 0,14 14 1 0 0,43 50 1 0 0,-46-48-25 0 0,42 39 0 0 0,-40-43-1180 0 0,35 19 1 0 0,-2-9-5180 0 0,-23-15-539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3:01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19 143 432 0 0,'-14'-64'17391'0'0,"10"40"-14186"0"0,4 23-3166 0 0,1 1 1 0 0,-1-1-1 0 0,0 0 1 0 0,1 0-1 0 0,-1 1 1 0 0,1-1-1 0 0,-1 0 1 0 0,1 1-1 0 0,0-1 1 0 0,-1 1-1 0 0,1-1 1 0 0,0 0-1 0 0,-1 1 1 0 0,1-1-1 0 0,0 1 1 0 0,-1 0-1 0 0,1-1 1 0 0,0 1-1 0 0,0 0 1 0 0,0-1-1 0 0,-1 1 1 0 0,1 0-1 0 0,0 0 1 0 0,0 0 0 0 0,0 0-1 0 0,0 0 1 0 0,-1 0-1 0 0,2 0 0 0 0,0-1 45 0 0,112-13 399 0 0,-40 7-3239 0 0,-1-7-7088 0 0,-51 8 2108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3:01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 56 2960 0 0,'25'-51'14499'0'0,"-31"47"-13490"0"0,4 4-935 0 0,-1 0-1 0 0,1 1 1 0 0,0-1 0 0 0,0 1 0 0 0,0 0 0 0 0,-1 0 0 0 0,1 0 0 0 0,0 0 0 0 0,0 0 0 0 0,0 0 0 0 0,0 0-1 0 0,-1 2 1 0 0,-26 20 508 0 0,27-21-532 0 0,-33 30 546 0 0,0 2 0 0 0,-41 52 0 0 0,61-65-480 0 0,0 0 0 0 0,1 0 0 0 0,1 2 0 0 0,1 0 0 0 0,2 0 1 0 0,-10 30-1 0 0,17-46-79 0 0,1-1 0 0 0,1 2 0 0 0,0-1 0 0 0,0 0 0 0 0,0 0 1 0 0,0 0-1 0 0,1 0 0 0 0,1 1 0 0 0,-1-1 0 0 0,4 13 0 0 0,-3-15-49 0 0,1-1 0 0 0,-1 1 0 0 0,1-1-1 0 0,0 0 1 0 0,1 1 0 0 0,-1-1 0 0 0,1 0-1 0 0,0-1 1 0 0,0 1 0 0 0,0 0 0 0 0,0-1 0 0 0,1 0-1 0 0,-1 0 1 0 0,1 0 0 0 0,0 0 0 0 0,0 0 0 0 0,7 3-1 0 0,0-1-575 0 0,0 0 0 0 0,1 0 0 0 0,0-1 0 0 0,0-1 0 0 0,0 0 0 0 0,19 2-1 0 0,-19-4-1528 0 0,0-1 0 0 0,0 0 0 0 0,22-3 0 0 0,-1-3-5743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3:01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431 157 328 0 0,'-62'-157'18470'0'0,"82"179"-17453"0"0,24 44-80 0 0,-2 1 0 0 0,-4 2 0 0 0,35 86-1 0 0,-59-119-829 0 0,-2 1 0 0 0,-1 1-1 0 0,-2 0 1 0 0,-1 0 0 0 0,-2 0-1 0 0,-2 1 1 0 0,-2 0 0 0 0,-4 60-1 0 0,-5-39-2 0 0,-3-2 0 0 0,-3 1-1 0 0,-2-1 1 0 0,-2-1 0 0 0,-3-1 0 0 0,-53 102-1 0 0,17-56-1595 0 0,-5-4 0 0 0,-119 149 0 0 0,50-98-7358 0 0,63-78-668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3:02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1 160 196 0 0,'13'-16'7937'0'0,"-12"16"-7800"0"0,0 0 0 0 0,0-1 0 0 0,-1 1 0 0 0,1 0 1 0 0,0 0-1 0 0,0 0 0 0 0,0 0 0 0 0,-1 0 0 0 0,1 0 0 0 0,0 0 1 0 0,0 0-1 0 0,-1 0 0 0 0,1 1 0 0 0,0-1 0 0 0,0 0 0 0 0,-1 0 1 0 0,1 1-1 0 0,2 0 957 0 0,-1 2-394 0 0,0 0-1 0 0,-1 0 1 0 0,0 1-1 0 0,1-1 0 0 0,-1 0 1 0 0,1 7-1 0 0,-2-8-508 0 0,0-1 0 0 0,0 1-1 0 0,1 0 1 0 0,-1-1 0 0 0,1 1 0 0 0,-1-1 0 0 0,1 1-1 0 0,-1-1 1 0 0,1 1 0 0 0,0-1 0 0 0,0 0-1 0 0,0 1 1 0 0,0-1 0 0 0,0 0 0 0 0,0 0-1 0 0,2 2 1 0 0,-1-1-38 0 0,0-1-1 0 0,1 0 1 0 0,-1 0-1 0 0,1-1 0 0 0,-1 1 1 0 0,1 0-1 0 0,-1-1 1 0 0,1 0-1 0 0,0 1 1 0 0,4-1-1 0 0,73-1 699 0 0,113-14-1 0 0,-98 5-646 0 0,2428-139 872 0 0,974 187-1337 0 0,-3100-14 126 0 0,256 12-277 0 0,-1-32-304 0 0,-616-6 615 0 0,100-6-200 0 0,-116 6-85 0 0,1-1-1 0 0,0-1 1 0 0,-1-2 0 0 0,25-8-1 0 0,-43 13 208 0 0,0 1 0 0 0,0-1 0 0 0,0 0 0 0 0,0 0 0 0 0,0 0 0 0 0,-1 0 0 0 0,1 0 0 0 0,0 0 0 0 0,0-1 0 0 0,-1 1 0 0 0,1-1 0 0 0,-1 1 0 0 0,1-1-1 0 0,-1 1 1 0 0,0-1 0 0 0,1 0 0 0 0,-1 0 0 0 0,0 1 0 0 0,0-1 0 0 0,0 0 0 0 0,0-3 0 0 0,-1 3-53 0 0,0 0 0 0 0,0 0 0 0 0,0 0 1 0 0,-1 0-1 0 0,1 1 0 0 0,-1-1 0 0 0,1 0 0 0 0,-1 0 0 0 0,0 1 1 0 0,0-1-1 0 0,0 0 0 0 0,0 1 0 0 0,0-1 0 0 0,0 1 0 0 0,0-1 0 0 0,0 1 1 0 0,-1-1-1 0 0,1 1 0 0 0,0 0 0 0 0,-1 0 0 0 0,1-1 0 0 0,-1 1 0 0 0,0 0 1 0 0,-1 0-1 0 0,-18-10-3276 0 0,-5-2-1480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3:05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44 976 0 0,'44'-31'8876'0'0,"-42"30"-8322"0"0,-2 0-464 0 0,1 0 0 0 0,0 1 0 0 0,-1-1 0 0 0,1 0 0 0 0,0 1 0 0 0,0-1 0 0 0,-1 1 0 0 0,1-1 0 0 0,0 0 0 0 0,0 1 0 0 0,0 0 0 0 0,0-1 0 0 0,0 1 0 0 0,0 0 0 0 0,-1-1 0 0 0,3 1 0 0 0,-3 0-66 0 0,1-1 1 0 0,-1 1-1 0 0,1 0 0 0 0,0-1 0 0 0,-1 1 0 0 0,1 0 1 0 0,0 0-1 0 0,-1 0 0 0 0,1 0 0 0 0,0 0 0 0 0,-1 0 1 0 0,1 0-1 0 0,0 0 0 0 0,-1 0 0 0 0,1 0 1 0 0,0 0-1 0 0,-1 0 0 0 0,1 1 0 0 0,0-1 0 0 0,-1 0 1 0 0,1 0-1 0 0,0 1 0 0 0,-1-1 0 0 0,1 0 0 0 0,-1 1 1 0 0,2 0-1 0 0,3 12 206 0 0,0 0-1 0 0,-1 0 1 0 0,0 1 0 0 0,-1-1 0 0 0,0 1 0 0 0,1 27 0 0 0,-6 88 1284 0 0,-8-34-901 0 0,-4-1-1 0 0,-33 118 1 0 0,12-64-404 0 0,32-133-185 0 0,-14 74 60 0 0,16-78-40 0 0,0 0 0 0 0,1 0 0 0 0,0 0 0 0 0,0 0 0 0 0,1 0 0 0 0,3 12 0 0 0,-4-21-31 0 0,1 0 1 0 0,0 0-1 0 0,-1 0 0 0 0,1 0 0 0 0,0 0 0 0 0,0 0 0 0 0,0-1 0 0 0,0 1 0 0 0,0 0 0 0 0,1-1 0 0 0,-1 1 1 0 0,1 0-1 0 0,-1-1 0 0 0,1 0 0 0 0,-1 1 0 0 0,1-1 0 0 0,0 0 0 0 0,-1 0 0 0 0,3 1 0 0 0,0 0 3 0 0,0-1 0 0 0,0 0 0 0 0,0 0-1 0 0,-1 0 1 0 0,1 0 0 0 0,0-1 0 0 0,0 0 0 0 0,0 0-1 0 0,6 0 1 0 0,6-2 22 0 0,1-1 0 0 0,-1-1 0 0 0,27-9 0 0 0,-42 12-36 0 0,24-8 35 0 0,0-1 0 0 0,-1-1 0 0 0,36-22 0 0 0,-51 28-27 0 0,-1-1 0 0 0,0 0 1 0 0,0-1-1 0 0,0 1 1 0 0,-1-1-1 0 0,0-1 1 0 0,-1 1-1 0 0,1-1 0 0 0,-1-1 1 0 0,-1 1-1 0 0,1-1 1 0 0,5-13-1 0 0,-10 16-10 0 0,1 0-1 0 0,-1 0 1 0 0,0 0-1 0 0,0 0 1 0 0,0 0-1 0 0,-1 0 1 0 0,0 0-1 0 0,0 0 1 0 0,-1 0-1 0 0,0 0 1 0 0,0 0-1 0 0,0 0 1 0 0,-1 0-1 0 0,0 0 0 0 0,0 0 1 0 0,0 1-1 0 0,-1-1 1 0 0,0 1-1 0 0,0 0 1 0 0,0-1-1 0 0,0 2 1 0 0,-1-1-1 0 0,0 0 1 0 0,0 1-1 0 0,-7-6 1 0 0,3 2-21 0 0,-1 1 0 0 0,0 0 1 0 0,0 0-1 0 0,-1 1 0 0 0,1 0 1 0 0,-1 1-1 0 0,-1 0 0 0 0,1 1 0 0 0,-1 0 1 0 0,0 1-1 0 0,0 0 0 0 0,0 0 0 0 0,-13-1 1 0 0,-1 4-664 0 0,24 0 509 0 0,-1-1 0 0 0,1 1-1 0 0,0 0 1 0 0,0 0 0 0 0,-1 0 0 0 0,1 0-1 0 0,0 0 1 0 0,0 1 0 0 0,-1-1 0 0 0,1 0 0 0 0,0 1-1 0 0,0-1 1 0 0,-1 1 0 0 0,1-1 0 0 0,0 1-1 0 0,0-1 1 0 0,0 1 0 0 0,-1 1 0 0 0,2-1-75 0 0,0 0 0 0 0,1-1 1 0 0,-1 1-1 0 0,1 0 0 0 0,0 0 1 0 0,-1 0-1 0 0,1 0 0 0 0,0-1 0 0 0,-1 1 1 0 0,1 0-1 0 0,0-1 0 0 0,0 1 1 0 0,-1 0-1 0 0,1-1 0 0 0,0 1 1 0 0,0-1-1 0 0,0 1 0 0 0,0-1 1 0 0,0 0-1 0 0,0 1 0 0 0,0-1 1 0 0,0 0-1 0 0,0 0 0 0 0,0 0 0 0 0,0 0 1 0 0,0 0-1 0 0,0 0 0 0 0,1 0 1 0 0,-1 0 144 0 0,14 1-4862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3:06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687 83 80 0 0,'18'-25'3736'0'0,"-13"19"-2714"0"0,-1 0 0 0 0,0 0 0 0 0,0 0 0 0 0,4-8 0 0 0,2-1 590 0 0,-7 11-971 0 0,-9 10-430 0 0,-104 128 317 0 0,-95 152 1 0 0,173-239-432 0 0,-186 296 361 0 0,187-286-439 0 0,2 2 1 0 0,2 1 0 0 0,4 1 0 0 0,-19 76 0 0 0,36-113-6 0 0,1 1 1 0 0,1 0 0 0 0,2 0-1 0 0,0 0 1 0 0,2 0 0 0 0,0 0-1 0 0,2 0 1 0 0,7 35 0 0 0,-6-46-97 0 0,1-1 0 0 0,0 1 0 0 0,1-1 1 0 0,0-1-1 0 0,1 1 0 0 0,1-1 1 0 0,0 0-1 0 0,1 0 0 0 0,0-1 1 0 0,0 0-1 0 0,1 0 0 0 0,1-1 1 0 0,0 0-1 0 0,0-1 0 0 0,1 0 0 0 0,19 12 1 0 0,-10-10-905 0 0,0 0 1 0 0,1-2-1 0 0,0 0 1 0 0,0-1 0 0 0,42 8-1 0 0,-1-3-2541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3:06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447 106 2380 0 0,'-2'-16'1681'0'0,"1"8"-801"0"0,-1 0 0 0 0,1 0 0 0 0,-1 0-1 0 0,0 0 1 0 0,-7-15 0 0 0,7 21-792 0 0,1 1 1 0 0,0-1-1 0 0,0 0 1 0 0,-1 0-1 0 0,1 1 1 0 0,-1-1-1 0 0,0 1 1 0 0,1-1-1 0 0,-1 1 1 0 0,0-1-1 0 0,0 1 1 0 0,0 0-1 0 0,0 0 1 0 0,0 0-1 0 0,0 0 1 0 0,0 1-1 0 0,0-1 1 0 0,0 0-1 0 0,0 1 1 0 0,0-1-1 0 0,-1 1 1 0 0,1 0-1 0 0,0 0 1 0 0,0 0-1 0 0,-1 0 1 0 0,1 0-1 0 0,-2 1 1 0 0,-8 1 47 0 0,1 0 1 0 0,0 1 0 0 0,0 1-1 0 0,0 0 1 0 0,1 0-1 0 0,-1 1 1 0 0,-16 10-1 0 0,1 2 106 0 0,-38 32 0 0 0,39-28-92 0 0,1 2 0 0 0,-37 43 0 0 0,53-55-106 0 0,0 0 0 0 0,0 0 1 0 0,1 0-1 0 0,1 1 0 0 0,0 0 1 0 0,0 1-1 0 0,2-1 1 0 0,-1 1-1 0 0,-3 19 0 0 0,7-28-27 0 0,1-1 0 0 0,-1 0 0 0 0,1 0 0 0 0,0 1 0 0 0,0-1-1 0 0,0 0 1 0 0,0 1 0 0 0,0-1 0 0 0,1 0 0 0 0,-1 0 0 0 0,1 1-1 0 0,0-1 1 0 0,0 0 0 0 0,1 0 0 0 0,-1 0 0 0 0,0 0 0 0 0,1 0 0 0 0,0-1-1 0 0,0 1 1 0 0,-1 0 0 0 0,2-1 0 0 0,-1 1 0 0 0,0-1 0 0 0,0 0-1 0 0,1 1 1 0 0,0-1 0 0 0,-1 0 0 0 0,1-1 0 0 0,0 1 0 0 0,0 0 0 0 0,0-1-1 0 0,0 0 1 0 0,0 1 0 0 0,0-1 0 0 0,0 0 0 0 0,6 0 0 0 0,-2 1 2 0 0,0-2 1 0 0,1 1-1 0 0,-1-1 1 0 0,1 0-1 0 0,-1 0 1 0 0,0-1-1 0 0,1 0 1 0 0,-1 0-1 0 0,0-1 1 0 0,1 0-1 0 0,-1 0 1 0 0,0 0-1 0 0,-1-1 1 0 0,1 0-1 0 0,10-7 1 0 0,-8 3-20 0 0,-1 1 1 0 0,0-1-1 0 0,-1-1 1 0 0,1 0 0 0 0,-1 0-1 0 0,-1 0 1 0 0,0 0-1 0 0,0-1 1 0 0,8-18 0 0 0,-1-2 9 0 0,15-59 1 0 0,-15 46 190 0 0,2-12 385 0 0,-14 50-503 0 0,-2 6-26 0 0,-8 30-20 0 0,6-19 35 0 0,0 1 0 0 0,1 0 0 0 0,1 0-1 0 0,0 0 1 0 0,1 0 0 0 0,0 0 0 0 0,1 0 0 0 0,1 0-1 0 0,4 20 1 0 0,-4-26-269 0 0,1-1-1 0 0,-1 1 1 0 0,2 0-1 0 0,-1-1 1 0 0,1 0-1 0 0,0 0 1 0 0,9 11-1 0 0,-9-13-433 0 0,0-1 0 0 0,0 0 0 0 0,0 0 0 0 0,1 0-1 0 0,0 0 1 0 0,0-1 0 0 0,0 0 0 0 0,0 0 0 0 0,0 0 0 0 0,1 0 0 0 0,7 2 0 0 0,9 0-4744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3: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1 110 912 0 0,'5'-14'5533'0'0,"1"0"1"0"0,9-15-1 0 0,-14 27-4975 0 0,-1 1-497 0 0,0 1-1 0 0,1-1 1 0 0,-1 0 0 0 0,0 1 0 0 0,0-1 0 0 0,1 0 0 0 0,-1 0 0 0 0,0 1 0 0 0,1-1-1 0 0,-1 1 1 0 0,1-1 0 0 0,-1 0 0 0 0,1 1 0 0 0,-1-1 0 0 0,1 1 0 0 0,-1-1 0 0 0,1 1-1 0 0,-1 0 1 0 0,1-1 0 0 0,0 1 0 0 0,-1-1 0 0 0,1 1 0 0 0,0 0 0 0 0,-1 0 0 0 0,2-1-1 0 0,20-4 12 0 0,-19 4 30 0 0,135-12 379 0 0,-4 0-4495 0 0,-110 8 2230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3:07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96 512 0 0,'4'-20'3423'0'0,"8"-34"6245"0"0,-9 44-8436 0 0,1-1 719 0 0,-1 26-229 0 0,-1 47 472 0 0,-11 118 0 0 0,-27 65-1439 0 0,-18 6 162 0 0,50-239-635 0 0,1-14-21 0 0,0-18-110 0 0,6 1-153 0 0,2 0 0 0 0,0 0-1 0 0,1 1 1 0 0,1 0 0 0 0,1 0-1 0 0,0 1 1 0 0,1 0 0 0 0,1 0-1 0 0,1 1 1 0 0,0 1 0 0 0,25-27-1 0 0,-29 35-22 0 0,0 0 0 0 0,0 1 1 0 0,1 0-1 0 0,0 0 0 0 0,1 1 0 0 0,-1 0 0 0 0,1 0 0 0 0,0 1 0 0 0,0 1 0 0 0,0-1 0 0 0,0 1 0 0 0,1 1 0 0 0,-1 0 0 0 0,1 0 0 0 0,14-1 1 0 0,-18 3 11 0 0,0 0 1 0 0,0 0 0 0 0,-1 1 0 0 0,1 0 0 0 0,0 0 0 0 0,0 0 0 0 0,-1 0 0 0 0,1 1-1 0 0,0 0 1 0 0,-1 0 0 0 0,0 1 0 0 0,1 0 0 0 0,-1 0 0 0 0,0 0 0 0 0,-1 0 0 0 0,1 1-1 0 0,0-1 1 0 0,-1 1 0 0 0,0 1 0 0 0,0-1 0 0 0,0 0 0 0 0,-1 1 0 0 0,1 0 0 0 0,-1 0-1 0 0,0 0 1 0 0,4 9 0 0 0,-5-9 7 0 0,0-1-1 0 0,-1 1 0 0 0,1 0 0 0 0,-1 0 1 0 0,0 0-1 0 0,0 0 0 0 0,-1 0 1 0 0,0 0-1 0 0,1 0 0 0 0,-2 0 0 0 0,1 0 1 0 0,0 1-1 0 0,-1-1 0 0 0,0 0 1 0 0,0 0-1 0 0,-3 5 0 0 0,1-3 12 0 0,0-1 0 0 0,0 1 0 0 0,-1-1 0 0 0,0 0 0 0 0,0 0 0 0 0,-1 0-1 0 0,0 0 1 0 0,0-1 0 0 0,0 0 0 0 0,-8 6 0 0 0,4-4 14 0 0,-1 0 0 0 0,1-1 0 0 0,-1-1 0 0 0,0 1 0 0 0,-1-1 0 0 0,1-1 0 0 0,-1 0 1 0 0,0-1-1 0 0,0 0 0 0 0,0 0 0 0 0,0-1 0 0 0,0-1 0 0 0,-1 0 0 0 0,-13 0 0 0 0,20-2-345 0 0,-1 0 0 0 0,0 0-1 0 0,0 0 1 0 0,1-1 0 0 0,-1 0 0 0 0,-8-4 0 0 0,-6-9-3560 0 0,7-5-4113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3:07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636 65 48 0 0,'32'-64'14963'0'0,"-13"67"-13697"0"0,-14-1-1046 0 0,-1 1-1 0 0,1 0 1 0 0,-1 1 0 0 0,1-1-1 0 0,-1 1 1 0 0,0-1 0 0 0,0 1 0 0 0,-1 1-1 0 0,6 5 1 0 0,0 1 70 0 0,8 11-22 0 0,-1 0 0 0 0,-1 1-1 0 0,-1 0 1 0 0,0 1-1 0 0,-2 1 1 0 0,-1 0 0 0 0,14 49-1 0 0,-14-33-158 0 0,-2 0-1 0 0,-2 1 0 0 0,-2-1 1 0 0,0 63-1 0 0,-6-53-105 0 0,-2 0 0 0 0,-3-1 0 0 0,-2 0 0 0 0,-28 97 0 0 0,15-87 178 0 0,-2 0-1 0 0,-3-2 1 0 0,-51 84 0 0 0,24-61-849 0 0,-4-2 1 0 0,-3-3-1 0 0,-3-3 1 0 0,-4-3-1 0 0,-98 82 1 0 0,56-67-2849 0 0,34-35-1820 0 0,21-16-1588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3:08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497 45 1288 0 0,'1'-5'835'0'0,"0"3"-472"0"0,0 0 1 0 0,0 0-1 0 0,-1 0 0 0 0,1 0 1 0 0,-1 0-1 0 0,0 0 1 0 0,0 0-1 0 0,0 0 0 0 0,0 0 1 0 0,0 0-1 0 0,0 0 0 0 0,0-1 1 0 0,0 1-1 0 0,-1 0 0 0 0,1 0 1 0 0,-1 0-1 0 0,-1-3 0 0 0,0 6-231 0 0,1-1-1 0 0,-1 1 1 0 0,0-1-1 0 0,1 1 1 0 0,-1 0-1 0 0,1 0 1 0 0,-1 0-1 0 0,1 0 0 0 0,-1 0 1 0 0,1 0-1 0 0,0 0 1 0 0,-1 0-1 0 0,0 2 1 0 0,-32 36 707 0 0,1 2 1 0 0,3 2 0 0 0,-41 73 0 0 0,45-72-530 0 0,-26 46 431 0 0,-79 191-1 0 0,109-222-633 0 0,2 2 0 0 0,3 0 0 0 0,3 1 0 0 0,-9 97 0 0 0,21-143-76 0 0,2 1 1 0 0,0 0-1 0 0,1-1 0 0 0,0 1 1 0 0,2 0-1 0 0,0-1 0 0 0,0 0 1 0 0,8 20-1 0 0,-7-27-138 0 0,-1-1 1 0 0,1 0-1 0 0,1 0 0 0 0,-1-1 0 0 0,1 1 0 0 0,0-1 1 0 0,1 0-1 0 0,0 0 0 0 0,0-1 0 0 0,1 0 1 0 0,-1 0-1 0 0,1 0 0 0 0,1-1 0 0 0,-1 0 1 0 0,1 0-1 0 0,14 6 0 0 0,-8-6-851 0 0,1 1 1 0 0,0-2-1 0 0,-1 0 1 0 0,1-1-1 0 0,1 0 0 0 0,18 0 1 0 0,7-2-4592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3:09.0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230 139 48 0 0,'1'-139'12200'0'0,"-14"165"-10514"0"0,-111 466 2251 0 0,83-314-3566 0 0,-10 25 2767 0 0,49-219-2919 0 0,4 4-154 0 0,0 0 0 0 0,0 0 0 0 0,1 1 0 0 0,1-1 1 0 0,9-19-1 0 0,-8 16-41 0 0,3-4-3 0 0,0 0-1 0 0,2 1 1 0 0,0 0 0 0 0,1 0-1 0 0,0 1 1 0 0,2 0-1 0 0,0 1 1 0 0,28-27 0 0 0,-34 37-32 0 0,0 0 0 0 0,0 0 0 0 0,1 1 0 0 0,0 0 0 0 0,0 1 0 0 0,0-1 0 0 0,0 1-1 0 0,1 1 1 0 0,-1 0 0 0 0,1 0 0 0 0,0 1 0 0 0,0 0 0 0 0,0 0 0 0 0,1 1 0 0 0,-1 0 0 0 0,0 1 0 0 0,0 0 0 0 0,1 0 0 0 0,-1 1 0 0 0,0 0 0 0 0,0 1 0 0 0,10 2 0 0 0,-12-2-4 0 0,0 1 0 0 0,-1 0 1 0 0,0-1-1 0 0,1 2 0 0 0,-1-1 0 0 0,0 1 1 0 0,0 0-1 0 0,-1 0 0 0 0,1 1 0 0 0,-1-1 1 0 0,0 1-1 0 0,0 1 0 0 0,-1-1 0 0 0,0 0 0 0 0,0 1 1 0 0,0 0-1 0 0,0 0 0 0 0,-1 0 0 0 0,0 1 1 0 0,3 7-1 0 0,-3-5 13 0 0,-1 1 0 0 0,0 0 1 0 0,0 0-1 0 0,-1 0 0 0 0,0 0 1 0 0,-1 0-1 0 0,0 0 0 0 0,-1 0 0 0 0,0 0 1 0 0,0 0-1 0 0,-1 0 0 0 0,0 0 1 0 0,-6 14-1 0 0,4-12 25 0 0,-2 1 0 0 0,0-1 0 0 0,0-1 0 0 0,-1 1 0 0 0,0-1 0 0 0,-1 0 0 0 0,-1-1 0 0 0,1 0-1 0 0,-2 0 1 0 0,1-1 0 0 0,-1 0 0 0 0,-1-1 0 0 0,1 0 0 0 0,-1 0 0 0 0,-1-1 0 0 0,0-1 0 0 0,0 0 0 0 0,0-1 0 0 0,0 0 0 0 0,-1 0 0 0 0,-25 4 0 0 0,34-8-34 0 0,-1 0-1 0 0,1 0 1 0 0,0 0 0 0 0,-1-1 0 0 0,1 0 0 0 0,0 0 0 0 0,-1 0 0 0 0,1 0 0 0 0,0-1-1 0 0,-1 1 1 0 0,1-1 0 0 0,0 0 0 0 0,0-1 0 0 0,-1 1 0 0 0,-3-3 0 0 0,7 4-98 0 0,1-1 1 0 0,-1 1-1 0 0,0-1 1 0 0,1 0-1 0 0,-1 1 1 0 0,1-1-1 0 0,-1 0 0 0 0,1 1 1 0 0,-1-1-1 0 0,1 0 1 0 0,-1 1-1 0 0,1-1 1 0 0,0 0-1 0 0,-1 0 1 0 0,1 0-1 0 0,0 1 1 0 0,0-1-1 0 0,0 0 1 0 0,-1 0-1 0 0,1 0 1 0 0,0 0-1 0 0,0 0 1 0 0,0 1-1 0 0,0-1 1 0 0,1 0-1 0 0,-1 0 0 0 0,0 0 1 0 0,0 0-1 0 0,0 1 1 0 0,1-1-1 0 0,-1 0 1 0 0,0 0-1 0 0,1-1 1 0 0,15-23-4566 0 0,-5 13 206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3:09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55 2652 0 0,'24'-13'8370'0'0,"1"6"-3851"0"0,-14 4-4223 0 0,-1 1 1 0 0,1 1-1 0 0,20 0 0 0 0,134-7-1 0 0,-55-2-4114 0 0,-60 4-1809 0 0,-26 2 458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3:09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269 63 2508 0 0,'9'-13'4399'0'0,"-1"0"-1"0"0,8-18 1014 0 0,-16 31-5392 0 0,0-1-1 0 0,0 1 1 0 0,0 0 0 0 0,0 0 0 0 0,-1-1 0 0 0,1 1 0 0 0,0 0-1 0 0,0 0 1 0 0,0-1 0 0 0,0 1 0 0 0,0 0 0 0 0,0 0-1 0 0,0 0 1 0 0,-1-1 0 0 0,1 1 0 0 0,0 0 0 0 0,0 0-1 0 0,0 0 1 0 0,0 0 0 0 0,-1-1 0 0 0,1 1 0 0 0,0 0-1 0 0,0 0 1 0 0,0 0 0 0 0,-1 0 0 0 0,1 0 0 0 0,0 0-1 0 0,0 0 1 0 0,-1-1 0 0 0,1 1 0 0 0,0 0 0 0 0,0 0 0 0 0,0 0-1 0 0,-1 0 1 0 0,1 0 0 0 0,0 0 0 0 0,0 0 0 0 0,-1 0-1 0 0,1 0 1 0 0,0 0 0 0 0,0 1 0 0 0,-1-1 0 0 0,1 0-1 0 0,0 0 1 0 0,0 0 0 0 0,-1 0 0 0 0,1 0 0 0 0,0 0-1 0 0,0 0 1 0 0,0 0 0 0 0,-1 1 0 0 0,1-1 0 0 0,0 0-1 0 0,-13 8 360 0 0,13-8-368 0 0,-27 19 320 0 0,2 1-1 0 0,0 1 0 0 0,2 1 0 0 0,0 1 0 0 0,2 0 1 0 0,0 2-1 0 0,2 1 0 0 0,0 0 0 0 0,-26 54 1 0 0,40-69-265 0 0,0-1 1 0 0,1 1 0 0 0,0 0-1 0 0,1 0 1 0 0,0 1-1 0 0,0-1 1 0 0,0 17 0 0 0,3-25-175 0 0,0 0 0 0 0,0 1 0 0 0,0-1 1 0 0,0 0-1 0 0,1 1 0 0 0,0-1 0 0 0,0 0 0 0 0,-1 0 1 0 0,2 1-1 0 0,-1-1 0 0 0,0 0 0 0 0,1 0 1 0 0,-1 0-1 0 0,1-1 0 0 0,0 1 0 0 0,0 0 0 0 0,0 0 1 0 0,0-1-1 0 0,1 0 0 0 0,-1 1 0 0 0,1-1 1 0 0,-1 0-1 0 0,1 0 0 0 0,0 0 0 0 0,0 0 0 0 0,0-1 1 0 0,0 1-1 0 0,0-1 0 0 0,4 2 0 0 0,-2-2-797 0 0,0 0 0 0 0,1 0 0 0 0,-1 0 0 0 0,0 0 0 0 0,0-1 0 0 0,0 0 0 0 0,1 0 0 0 0,-1 0 0 0 0,7-2 0 0 0,9-4-6419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3:09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696 121 348 0 0,'-37'-120'15967'0'0,"103"314"-9454"0"0,-9-32-4919 0 0,-45-120-1454 0 0,-1 1 0 0 0,-2 1 1 0 0,-2-1-1 0 0,-2 1 1 0 0,-2 0-1 0 0,-2 1 0 0 0,-2-1 1 0 0,-2 0-1 0 0,-1 0 1 0 0,-3 0-1 0 0,-17 61 0 0 0,6-51-153 0 0,-3-1 1 0 0,-2-1-1 0 0,-2 0 0 0 0,-2-2 0 0 0,-2-2 0 0 0,-3 0 0 0 0,-48 56 0 0 0,34-52-1576 0 0,-98 86 0 0 0,91-94-2359 0 0,-107 65-1 0 0,94-73-1067 0 0,0-3-2492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3:09.9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49 2360 0 0,'0'-2'3703'0'0,"2"-12"1290"0"0,1 4-2728 0 0,2-6 2387 0 0,-3 9-7264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3:12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90 139 1920 0 0,'-3'0'2972'0'0,"-28"0"3316"0"0,12-3-5025 0 0,19 3-1229 0 0,-1-1 0 0 0,1 1 0 0 0,-1 0 0 0 0,1-1-1 0 0,-1 1 1 0 0,1-1 0 0 0,-1 1 0 0 0,1-1 0 0 0,0 1 0 0 0,-1-1 0 0 0,1 1 0 0 0,0-1 0 0 0,0 1 0 0 0,-1-1 0 0 0,1 1 0 0 0,0-1 0 0 0,0 1 0 0 0,0-1 0 0 0,0 1 0 0 0,-1-1 0 0 0,1 0 0 0 0,0 1 0 0 0,0-1 0 0 0,0 0 0 0 0,0-1 387 0 0,-2-22 499 0 0,1 21-891 0 0,0 0 1 0 0,0 0 0 0 0,-1 0-1 0 0,1 1 1 0 0,-1-1-1 0 0,0 0 1 0 0,0 1 0 0 0,0 0-1 0 0,0-1 1 0 0,0 1-1 0 0,-5-4 1 0 0,6 5-23 0 0,0-4-7 0 0,1 0 4 0 0,14 3 1 0 0,321-14 60 0 0,-152 4-50 0 0,-149 10-15 0 0,-10 2 18 0 0,-1-2-1 0 0,1 0 1 0 0,28-7-1 0 0,-40 4-25 0 0,-15 4-33 0 0,-20 7 17 0 0,0 7 14 0 0,-1 1 0 0 0,2 2-1 0 0,-38 32 1 0 0,-55 64 0 0 0,105-102 13 0 0,-249 274 99 0 0,211-231-141 0 0,-21 29 234 0 0,67-81-99 0 0,2-5-92 0 0,0 0 0 0 0,1-1 0 0 0,-1 1 0 0 0,1-1 0 0 0,0 1 0 0 0,0 0 0 0 0,0-1-1 0 0,1 1 1 0 0,-1 0 0 0 0,1 0 0 0 0,0 0 0 0 0,1 0 0 0 0,-1 1 0 0 0,0-1 0 0 0,1 0-1 0 0,6-5 1 0 0,-4 3 2 0 0,0 1 0 0 0,1-1-1 0 0,0 1 1 0 0,0 1-1 0 0,0-1 1 0 0,1 1 0 0 0,-1 0-1 0 0,11-4 1 0 0,-12 7-6 0 0,0 0 1 0 0,0 0-1 0 0,0 0 0 0 0,0 1 1 0 0,1 0-1 0 0,-1 0 0 0 0,0 1 1 0 0,0-1-1 0 0,0 1 0 0 0,0 0 1 0 0,0 1-1 0 0,0-1 0 0 0,-1 1 0 0 0,6 2 1 0 0,6 3 2 0 0,-1 0 0 0 0,25 17-1 0 0,-32-19-156 0 0,1 0-1 0 0,0 0 0 0 0,0-1 0 0 0,0-1 0 0 0,1 1 1 0 0,-1-1-1 0 0,1-1 0 0 0,0 0 0 0 0,0 0 0 0 0,-1-1 1 0 0,12 0-1 0 0,-3-1-1119 0 0,0-1 0 0 0,0-1 0 0 0,0-1 0 0 0,0 0 0 0 0,21-8 0 0 0,-11 3-2338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3:13.1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0 112 1100 0 0,'13'-27'11212'0'0,"-12"26"-10978"0"0,0-1 0 0 0,0 1 0 0 0,0-1 0 0 0,0 1 0 0 0,1 0 0 0 0,-1-1 0 0 0,0 1 0 0 0,1 0 0 0 0,-1 0 0 0 0,1 0 1 0 0,0 0-1 0 0,-1 0 0 0 0,1 0 0 0 0,0 1 0 0 0,-1-1 0 0 0,1 0 0 0 0,0 1 0 0 0,1-1 0 0 0,43-7-111 0 0,-25 5 153 0 0,47-11-249 0 0,-10 1-615 0 0,1 2 0 0 0,99-5 0 0 0,-154 16-383 0 0,0 0 0 0 0,0 0-1 0 0,0 1 1 0 0,0 0 0 0 0,0-1 0 0 0,0 1 0 0 0,4 2 0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3:13.3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47 2036 0 0,'-107'52'12810'0'0,"107"-51"-12771"0"0,0-1 0 0 0,0 0 0 0 0,0 0 1 0 0,0 1-1 0 0,0-1 0 0 0,0 0 0 0 0,0 1 0 0 0,1-1 0 0 0,-1 0 0 0 0,0 0 0 0 0,0 1 1 0 0,0-1-1 0 0,0 0 0 0 0,0 0 0 0 0,1 1 0 0 0,-1-1 0 0 0,0 0 0 0 0,0 0 1 0 0,0 0-1 0 0,1 1 0 0 0,-1-1 0 0 0,0 0 0 0 0,0 0 0 0 0,0 0 0 0 0,1 0 0 0 0,-1 1 1 0 0,0-1-1 0 0,1 0 0 0 0,-1 0 0 0 0,0 0 0 0 0,0 0 0 0 0,1 0 0 0 0,-1 0 1 0 0,0 0-1 0 0,0 0 0 0 0,1 0 0 0 0,-1 0 0 0 0,1 0 0 0 0,46-3 423 0 0,0-2-1 0 0,64-16 0 0 0,-10 3-265 0 0,28 0-83 0 0,5-1-2607 0 0,-45 3-5042 0 0,-67 11 1905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3:14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54 487 2120 0 0,'-14'-22'6025'0'0,"11"18"-5612"0"0,1 1-1 0 0,0 0 1 0 0,0-1-1 0 0,0 0 0 0 0,1 1 1 0 0,-1-1-1 0 0,1 0 1 0 0,0 0-1 0 0,0 0 0 0 0,-1-7 1 0 0,2 8-366 0 0,1 1 1 0 0,-1 0-1 0 0,0-1 1 0 0,1 1-1 0 0,-1-1 1 0 0,1 1 0 0 0,0 0-1 0 0,0-1 1 0 0,0 1-1 0 0,0 0 1 0 0,0 0-1 0 0,0 0 1 0 0,1 0-1 0 0,-1 0 1 0 0,1 0-1 0 0,-1 0 1 0 0,1 0 0 0 0,0 1-1 0 0,3-3 1 0 0,18-13 15 0 0,1 1 1 0 0,1 2-1 0 0,1 0 1 0 0,33-12 0 0 0,19-11 8 0 0,-64 30-60 0 0,-1 0 0 0 0,0-1 1 0 0,-1-1-1 0 0,0 0 0 0 0,0-1 1 0 0,18-20-1 0 0,-23 21 5 0 0,0 0 0 0 0,-1-1 0 0 0,0 1 0 0 0,0-1-1 0 0,-1 0 1 0 0,-1 0 0 0 0,0-1 0 0 0,0 0 0 0 0,4-20 0 0 0,-6 23-7 0 0,3-17 9 0 0,-4 13-24 0 0,-1 9-15 0 0,-3 5-60 0 0,0 0 70 0 0,0 1 0 0 0,1-1 0 0 0,-1 1 1 0 0,0 0-1 0 0,1 0 0 0 0,0 0 0 0 0,-1 0 0 0 0,1 0 0 0 0,0 0 0 0 0,-1 6 0 0 0,-18 41-56 0 0,14-30 40 0 0,-80 213 22 0 0,-68 166 207 0 0,146-379-188 0 0,-1 3 11 0 0,0-1-1 0 0,-1 0 1 0 0,-1-1-1 0 0,-17 23 1 0 0,28-42-19 0 0,0-1 1 0 0,0 0 0 0 0,0 0-1 0 0,0 0 1 0 0,0 0 0 0 0,0 0 0 0 0,0 0-1 0 0,0 0 1 0 0,0 0 0 0 0,-1 0-1 0 0,1-1 1 0 0,0 1 0 0 0,-1 0-1 0 0,1-1 1 0 0,0 1 0 0 0,-1-1-1 0 0,1 1 1 0 0,-1-1 0 0 0,1 0 0 0 0,-3 0-1 0 0,3 0-1 0 0,0 0 0 0 0,-1 0 0 0 0,1-1 0 0 0,0 1 0 0 0,-1-1 0 0 0,1 0-1 0 0,0 1 1 0 0,0-1 0 0 0,0 0 0 0 0,0 0 0 0 0,0 1 0 0 0,0-1 0 0 0,0 0 0 0 0,0 0 0 0 0,0 0-1 0 0,0 0 1 0 0,-1-3 0 0 0,-1 0-1 0 0,0-1 0 0 0,1 0 0 0 0,0 0 0 0 0,0 0-1 0 0,0 0 1 0 0,1 0 0 0 0,0 0 0 0 0,-1-1 0 0 0,2 1 0 0 0,-1-7-1 0 0,2-6-11 0 0,0 0-1 0 0,2 1 1 0 0,0-1-1 0 0,1 1 0 0 0,0-1 1 0 0,2 1-1 0 0,0 0 1 0 0,1 1-1 0 0,0 0 0 0 0,2 0 1 0 0,0 0-1 0 0,0 1 1 0 0,2 1-1 0 0,-1 0 0 0 0,2 0 1 0 0,0 1-1 0 0,15-12 1 0 0,-9 8 2 0 0,1 2-1 0 0,1 0 1 0 0,1 1 0 0 0,0 1 0 0 0,0 2 0 0 0,1 0 0 0 0,1 1 0 0 0,0 1 0 0 0,0 1 0 0 0,1 1-1 0 0,45-8 1 0 0,-58 14 3 0 0,0-1-1 0 0,0 1 1 0 0,0 0 0 0 0,0 1-1 0 0,-1 1 1 0 0,1 0-1 0 0,0 0 1 0 0,0 1-1 0 0,0 0 1 0 0,-1 1-1 0 0,16 6 1 0 0,-25-9 2 0 0,1 1 1 0 0,-1-1-1 0 0,0 1 1 0 0,0 0-1 0 0,0-1 0 0 0,0 1 1 0 0,0 0-1 0 0,0 0 1 0 0,0 0-1 0 0,0-1 0 0 0,0 1 1 0 0,0 0-1 0 0,-1 0 1 0 0,1 0-1 0 0,0 0 1 0 0,-1 1-1 0 0,1-1 0 0 0,-1 0 1 0 0,1 0-1 0 0,-1 0 1 0 0,1 0-1 0 0,-1 1 0 0 0,0-1 1 0 0,1 2-1 0 0,-1-1 2 0 0,-1 0-1 0 0,1-1 1 0 0,0 1 0 0 0,-1 0-1 0 0,0 0 1 0 0,1 0 0 0 0,-1 0-1 0 0,0 0 1 0 0,0 0 0 0 0,0-1-1 0 0,0 1 1 0 0,0 0 0 0 0,-2 2-1 0 0,-3 2 6 0 0,-1 1-1 0 0,1-1 0 0 0,-1-1 1 0 0,0 1-1 0 0,-11 6 0 0 0,5-6 13 0 0,-1 1-1 0 0,0-2 0 0 0,0 0 1 0 0,0 0-1 0 0,-1-2 0 0 0,0 0 1 0 0,0 0-1 0 0,1-1 1 0 0,-1-1-1 0 0,0-1 0 0 0,0 0 1 0 0,-19-2-1 0 0,-15 3-4 0 0,51 0-12 0 0,1 0 0 0 0,0 0 0 0 0,-1 0 0 0 0,1 1 0 0 0,-1-1 0 0 0,0 1 0 0 0,1-1 0 0 0,-1 1 0 0 0,2 2 0 0 0,11 7 13 0 0,125 74 248 0 0,-23-12-131 0 0,-96-62-809 0 0,0-1 1 0 0,1 0-1 0 0,39 11 0 0 0,-10-14-4684 0 0,-23-5 643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3:14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293 294 2556 0 0,'5'-52'3757'0'0,"-3"1"1"0"0,-2-1-1 0 0,-9-64 0 0 0,2 96-2585 0 0,6 18-850 0 0,-3 3-21 0 0,0 1-182 0 0,-1 1-1 0 0,1 0 1 0 0,0 0 0 0 0,-1 0 0 0 0,1 0 0 0 0,1 1-1 0 0,-1-1 1 0 0,0 1 0 0 0,1 0 0 0 0,-4 6 0 0 0,-33 53 685 0 0,27-41-659 0 0,-20 36 127 0 0,2 1 0 0 0,-28 76-1 0 0,46-102-239 0 0,3 1-1 0 0,1-1 0 0 0,1 1 0 0 0,2 1 0 0 0,1 0 0 0 0,1 37 0 0 0,4-56-156 0 0,0-1 0 0 0,2 1-1 0 0,0 0 1 0 0,1-1-1 0 0,0 1 1 0 0,1-1-1 0 0,11 25 1 0 0,-12-33-356 0 0,1 1 0 0 0,0-1 0 0 0,0 0-1 0 0,1 0 1 0 0,0-1 0 0 0,0 1 0 0 0,0-1 0 0 0,1 0 0 0 0,0-1 0 0 0,0 1-1 0 0,1-1 1 0 0,-1 0 0 0 0,1-1 0 0 0,0 0 0 0 0,0 0 0 0 0,12 4 0 0 0,12 1-3980 0 0,2-1-2161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3:15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203 295 8 0 0,'55'-259'13681'0'0,"-52"241"-12966"0"0,0 0 667 0 0,-9 37-816 0 0,-41 173 551 0 0,-29 105-506 0 0,-5-57 1117 0 0,73-231-827 0 0,8-9-886 0 0,-1 0-1 0 0,1 0 1 0 0,0 0-1 0 0,0 0 1 0 0,-1 0-1 0 0,1 0 1 0 0,0 0-1 0 0,0 0 1 0 0,-1-1-1 0 0,1 1 1 0 0,0 0-1 0 0,-1 0 1 0 0,1 0-1 0 0,0 0 1 0 0,0 0-1 0 0,0-1 1 0 0,-1 1-1 0 0,1 0 1 0 0,0 0-1 0 0,0 0 1 0 0,0-1-1 0 0,-1 1 1 0 0,1 0-1 0 0,0 0 1 0 0,0-1-1 0 0,0 1 1 0 0,0 0-1 0 0,0 0 1 0 0,-1-1-1 0 0,1 1 1 0 0,0 0-1 0 0,0 0 1 0 0,0-1-1 0 0,0 1 1 0 0,0 0-1 0 0,0-1 1 0 0,0 1-1 0 0,0 0 1 0 0,0 0-1 0 0,0-1 1 0 0,0 1-1 0 0,0 0 1 0 0,0-1-1 0 0,0 1 1 0 0,1 0-1 0 0,-1 0 1 0 0,0-1-1 0 0,0 1 1 0 0,1-14 38 0 0,1 0 0 0 0,0 0 0 0 0,1 1 0 0 0,0-1 0 0 0,1 1 0 0 0,0 0 0 0 0,2 0 0 0 0,9-18 0 0 0,-1 5-34 0 0,1 1 0 0 0,2 0-1 0 0,21-24 1 0 0,-31 40-22 0 0,1 1 1 0 0,0 0-1 0 0,0 1 0 0 0,0 0 1 0 0,1 0-1 0 0,0 1 0 0 0,1 0 0 0 0,0 0 1 0 0,0 1-1 0 0,0 0 0 0 0,14-4 1 0 0,-18 8 0 0 0,-1-1-1 0 0,1 1 1 0 0,0 0 0 0 0,0 1 0 0 0,0-1 0 0 0,0 1 0 0 0,0 0 0 0 0,0 1 0 0 0,0 0-1 0 0,0 0 1 0 0,0 0 0 0 0,-1 0 0 0 0,1 1 0 0 0,0 0 0 0 0,-1 0 0 0 0,1 1-1 0 0,-1-1 1 0 0,0 1 0 0 0,0 0 0 0 0,0 1 0 0 0,0-1 0 0 0,8 9 0 0 0,-7-6 25 0 0,0 1 0 0 0,0 0 0 0 0,-1 0 0 0 0,1 1 0 0 0,-2 0 0 0 0,1 0 0 0 0,-1 0 0 0 0,0 0 1 0 0,-1 1-1 0 0,0-1 0 0 0,0 1 0 0 0,-1 0 0 0 0,0 0 0 0 0,0 0 0 0 0,-1 0 0 0 0,0 0 0 0 0,-1 1 0 0 0,0-1 1 0 0,-1 0-1 0 0,0 0 0 0 0,0 0 0 0 0,-1 0 0 0 0,0 0 0 0 0,0 0 0 0 0,-1 0 0 0 0,0-1 0 0 0,-1 1 1 0 0,0-1-1 0 0,0 0 0 0 0,-1 0 0 0 0,0 0 0 0 0,0-1 0 0 0,-1 0 0 0 0,0 0 0 0 0,0 0 0 0 0,-1-1 0 0 0,1 0 1 0 0,-2 0-1 0 0,-9 7 0 0 0,5-7 154 0 0,0 1-1 0 0,0-1 1 0 0,0-1 0 0 0,-1-1 0 0 0,0 1 0 0 0,0-2 0 0 0,0 0 0 0 0,-1 0-1 0 0,1-2 1 0 0,-1 1 0 0 0,1-2 0 0 0,-15 0 0 0 0,-2-3 250 0 0,1 0-1 0 0,0-2 1 0 0,1-2 0 0 0,-41-13 0 0 0,68 20-485 0 0,0-1 0 0 0,-1 1 1 0 0,1 0-1 0 0,0-1 0 0 0,0 1 0 0 0,0 0 1 0 0,0-1-1 0 0,0 0 0 0 0,0 1 0 0 0,0-1 1 0 0,1 1-1 0 0,-1-1 0 0 0,0 0 0 0 0,0 0 1 0 0,0 0-1 0 0,1 1 0 0 0,-1-1 0 0 0,0 0 1 0 0,1 0-1 0 0,-2-2 0 0 0,2 2-80 0 0,0 0-1 0 0,0 0 0 0 0,0 1 1 0 0,0-1-1 0 0,0 0 0 0 0,1 0 1 0 0,-1 0-1 0 0,0 0 0 0 0,0 0 1 0 0,1 1-1 0 0,-1-1 0 0 0,0 0 1 0 0,1 0-1 0 0,-1 0 0 0 0,1 1 1 0 0,-1-1-1 0 0,1 0 0 0 0,-1 1 0 0 0,2-2 1 0 0,2-2-703 0 0,1 0 0 0 0,0 0 1 0 0,0 0-1 0 0,0 1 0 0 0,8-5 1 0 0,26-9-7050 0 0,-17 9-34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3:15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0 133 476 0 0,'23'-8'6696'0'0,"3"-2"4460"0"0,-23 8-10820 0 0,0 0 0 0 0,-1 1-1 0 0,1-1 1 0 0,0 1-1 0 0,0 0 1 0 0,0 0 0 0 0,0 0-1 0 0,5-1 1 0 0,-3 1-268 0 0,79-21-76 0 0,141-17-1 0 0,-177 32-1114 0 0,10 0-1178 0 0,52-10-7379 0 0,-79 9 3788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3:16.4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13 406 424 0 0,'1'-3'2709'0'0,"5"-45"9417"0"0,-6 46-11975 0 0,0 1-1 0 0,1 0 0 0 0,-1 0 0 0 0,0-1 0 0 0,0 1 0 0 0,1 0 0 0 0,-1 0 0 0 0,1 0 1 0 0,-1 0-1 0 0,1-1 0 0 0,0 1 0 0 0,-1 0 0 0 0,1 0 0 0 0,0 0 0 0 0,0 0 0 0 0,-1 0 1 0 0,3 0-1 0 0,64-25 1098 0 0,-35 14-903 0 0,41-19 0 0 0,-63 25-315 0 0,0 0 0 0 0,0-1 0 0 0,0 1-1 0 0,-1-2 1 0 0,0 1 0 0 0,-1-2 0 0 0,14-15 0 0 0,-6 1-25 0 0,-1-1 1 0 0,-2 0-1 0 0,0-1 1 0 0,-2 0-1 0 0,14-43 1 0 0,-24 65-51 0 0,-3 4-10 0 0,-1 1 52 0 0,1-1-1 0 0,-1 1 1 0 0,1 0 0 0 0,0 0-1 0 0,0 0 1 0 0,0 0 0 0 0,0 0-1 0 0,0 0 1 0 0,0 0 0 0 0,1 1-1 0 0,-2 2 1 0 0,-18 35 0 0 0,12-22 4 0 0,-191 424 637 0 0,121-253-482 0 0,63-150-92 0 0,-13 27 1184 0 0,27-64-878 0 0,1-13-130 0 0,1 6-203 0 0,0 1 0 0 0,1-1-1 0 0,0 1 1 0 0,0-1 0 0 0,0 1 0 0 0,0-1-1 0 0,0 1 1 0 0,5-8 0 0 0,20-36 32 0 0,-18 33-42 0 0,10-14-18 0 0,0 0-1 0 0,2 0 1 0 0,1 2 0 0 0,1 1 0 0 0,1 0 0 0 0,1 2 0 0 0,52-39-1 0 0,-68 57-29 0 0,0 1 0 0 0,1 0-1 0 0,0 0 1 0 0,0 1 0 0 0,0 0-1 0 0,1 1 1 0 0,12-3 0 0 0,-20 5 17 0 0,0 1 1 0 0,1-1-1 0 0,-1 1 1 0 0,0 0-1 0 0,1 0 1 0 0,-1 0-1 0 0,1 0 1 0 0,-1 0-1 0 0,1 0 1 0 0,-1 0-1 0 0,0 1 1 0 0,1-1-1 0 0,-1 1 1 0 0,0 0-1 0 0,0 0 1 0 0,1 0 0 0 0,-1 0-1 0 0,0 0 1 0 0,0 0-1 0 0,0 1 1 0 0,0-1-1 0 0,0 0 1 0 0,0 1-1 0 0,-1 0 1 0 0,1-1-1 0 0,0 1 1 0 0,-1 0-1 0 0,1 0 1 0 0,-1 0-1 0 0,0 0 1 0 0,0 0-1 0 0,0 0 1 0 0,0 1-1 0 0,0-1 1 0 0,1 3-1 0 0,-1-1 3 0 0,-1 0-1 0 0,1 1 0 0 0,-1-1 1 0 0,0 0-1 0 0,0 0 0 0 0,0 1 1 0 0,-1-1-1 0 0,1 0 0 0 0,-1 0 1 0 0,0 1-1 0 0,-1-1 0 0 0,1 0 0 0 0,-1 0 1 0 0,1 0-1 0 0,-1-1 0 0 0,0 1 1 0 0,-1 0-1 0 0,1-1 0 0 0,-4 5 1 0 0,-6 7-4 0 0,0-1 0 0 0,-1-1 0 0 0,-15 13 1 0 0,18-18 24 0 0,-1 1 1 0 0,0-1 0 0 0,-13 7-1 0 0,19-12-11 0 0,-1 0-1 0 0,1-1 0 0 0,-1 0 1 0 0,0 0-1 0 0,1 0 0 0 0,-1-1 1 0 0,0 0-1 0 0,0 0 0 0 0,-8 1 1 0 0,12-2-11 0 0,-28 3-50 0 0,30-1 50 0 0,0 0 0 0 0,0-1 0 0 0,0 1 0 0 0,1 0 0 0 0,-1 0 0 0 0,0-1 0 0 0,1 1-1 0 0,-1 0 1 0 0,1-1 0 0 0,0 1 0 0 0,-1 0 0 0 0,1-1 0 0 0,0 1 0 0 0,0-1 0 0 0,0 1 0 0 0,0-1-1 0 0,0 0 1 0 0,0 1 0 0 0,1-1 0 0 0,1 2 0 0 0,33 29-32 0 0,-29-26 18 0 0,5 3-100 0 0,1 0 1 0 0,0-1-1 0 0,0-1 1 0 0,1 0-1 0 0,0-1 1 0 0,0 0-1 0 0,0-1 0 0 0,30 6 1 0 0,-19-7-1701 0 0,36 3-1 0 0,-35-5-2354 0 0,29-4 0 0 0,-19-1-3323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3:16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457 141 200 0 0,'-9'-132'12091'0'0,"9"132"-12038"0"0,0 0 0 0 0,0-1 0 0 0,0 1-1 0 0,0 0 1 0 0,0-1 0 0 0,0 1 0 0 0,0 0 0 0 0,0-1 0 0 0,0 1-1 0 0,0 0 1 0 0,0 0 0 0 0,0-1 0 0 0,0 1 0 0 0,1 0 0 0 0,-1-1-1 0 0,0 1 1 0 0,0 0 0 0 0,0 0 0 0 0,0-1 0 0 0,1 1 0 0 0,-1 0-1 0 0,0 0 1 0 0,0 0 0 0 0,0-1 0 0 0,1 1 0 0 0,-1 0 0 0 0,0 0-1 0 0,0 0 1 0 0,1-1 0 0 0,-1 1 0 0 0,0 0 0 0 0,1 0 0 0 0,-1 0-1 0 0,0 0 1 0 0,0 0 0 0 0,1 0 0 0 0,-1 0 0 0 0,0 0 0 0 0,1 0-1 0 0,-1 0 1 0 0,0 0 0 0 0,0 0 0 0 0,1 0 0 0 0,-1 0 0 0 0,0 0-1 0 0,1 0 1 0 0,-1 0 0 0 0,0 0 0 0 0,1 0 0 0 0,12 6 919 0 0,-13-5-960 0 0,6 3 266 0 0,-1 0-1 0 0,1 1 0 0 0,-1 0 0 0 0,0 0 0 0 0,-1 0 0 0 0,1 0 1 0 0,-1 1-1 0 0,5 8 0 0 0,24 50 784 0 0,-32-61-1019 0 0,11 23 240 0 0,-2 1 0 0 0,-1 0 0 0 0,-1 0 0 0 0,-1 1 0 0 0,-1 0 0 0 0,-2 0 0 0 0,-1 0 0 0 0,-1 41 0 0 0,-3-34-121 0 0,-3 1 0 0 0,0-1 0 0 0,-2 0-1 0 0,-2-1 1 0 0,-2 0 0 0 0,-16 41 0 0 0,5-27-277 0 0,-2 0 0 0 0,-3-2 1 0 0,-1-1-1 0 0,-2-1 0 0 0,-2-2 1 0 0,-2-1-1 0 0,-2-1 0 0 0,-1-2 1 0 0,-52 42-1 0 0,-10-4-3121 0 0,76-61-722 0 0,-27 14 1 0 0,12-12-4506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3:17.0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424 56 2100 0 0,'6'-16'2544'0'0,"-5"13"-1768"0"0,1-1-1 0 0,-1 1 0 0 0,0 0 0 0 0,0-1 0 0 0,0 1 1 0 0,0-1-1 0 0,0 1 0 0 0,-1-1 0 0 0,0-5 0 0 0,-16 14 876 0 0,7 0-1326 0 0,0 1 0 0 0,1 0 0 0 0,0 0 0 0 0,0 1 0 0 0,0 0 0 0 0,1 0 0 0 0,0 1 0 0 0,-7 10 0 0 0,0-1 65 0 0,-30 37 165 0 0,3 2 0 0 0,3 2 0 0 0,2 1 0 0 0,3 2 0 0 0,3 1 0 0 0,-44 127 0 0 0,65-162-425 0 0,2 0 0 0 0,1 1 0 0 0,1 0 0 0 0,1 1 0 0 0,2-1 0 0 0,1 1 0 0 0,1-1 0 0 0,1 1 0 0 0,7 34 0 0 0,-5-48-329 0 0,0-1 0 0 0,1 0 0 0 0,1 0 0 0 0,1 0 0 0 0,0 0 0 0 0,0-1 0 0 0,1 0 0 0 0,13 17 0 0 0,-13-21-636 0 0,1 0-1 0 0,0 0 1 0 0,0-1 0 0 0,1-1-1 0 0,0 1 1 0 0,0-1 0 0 0,1-1 0 0 0,0 0-1 0 0,0 0 1 0 0,0-1 0 0 0,21 7-1 0 0,8-2-7492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3:17.8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10 719 2148 0 0,'-4'-27'5091'0'0,"-2"-10"4219"0"0,8 13-6097 0 0,-1 22-3114 0 0,-1 0 0 0 0,1 0 0 0 0,0 0 0 0 0,0 0 0 0 0,0 0 1 0 0,1 0-1 0 0,-1 0 0 0 0,0 0 0 0 0,1 1 0 0 0,-1-1 0 0 0,1 0 0 0 0,0 1 1 0 0,-1 0-1 0 0,5-3 0 0 0,29-15 288 0 0,-21 13-217 0 0,61-32 236 0 0,70-38-43 0 0,-114 58-328 0 0,-1-2 0 0 0,44-37 0 0 0,-46 30-32 0 0,-1 0 0 0 0,-1-2 0 0 0,-2-1 0 0 0,0-1 0 0 0,-2-1 0 0 0,-2-1 0 0 0,-1 0 0 0 0,25-62 0 0 0,-42 89 2 0 0,-1 4-22 0 0,0 0 1 0 0,0 0-1 0 0,0 0 1 0 0,0 0-1 0 0,-1 0 1 0 0,1 0 0 0 0,-1 0-1 0 0,0 0 1 0 0,1-3-1 0 0,-2 3-17 0 0,-2 4 3 0 0,-6 4 23 0 0,1 1 0 0 0,0-1 0 0 0,0 1-1 0 0,1 1 1 0 0,0-1 0 0 0,0 1 0 0 0,0 0 0 0 0,-5 11 0 0 0,-44 80-25 0 0,39-67 34 0 0,-220 494-126 0 0,179-385 110 0 0,26-71 36 0 0,-9 21 36 0 0,41-89-50 0 0,-1-1 0 0 0,1 1 0 0 0,-1-1 0 0 0,1 1 0 0 0,-1-1-1 0 0,0 0 1 0 0,1 1 0 0 0,-1-1 0 0 0,0 0 0 0 0,0 0 0 0 0,0 1 0 0 0,0-1-1 0 0,0 0 1 0 0,0 0 0 0 0,0 0 0 0 0,-1 0 0 0 0,1 0 0 0 0,0-1-1 0 0,-1 1 1 0 0,1 0 0 0 0,0 0 0 0 0,-1-1 0 0 0,1 1 0 0 0,-1-1 0 0 0,-1 1-1 0 0,2-1-4 0 0,0-1 0 0 0,0 1-1 0 0,-1-1 1 0 0,1 1 0 0 0,0-1-1 0 0,0 1 1 0 0,0-1 0 0 0,0 0 0 0 0,0 0-1 0 0,0 1 1 0 0,0-1 0 0 0,0 0-1 0 0,1 0 1 0 0,-1 0 0 0 0,0 0-1 0 0,0 0 1 0 0,1 0 0 0 0,-1 0-1 0 0,1 0 1 0 0,-1 0 0 0 0,1 0-1 0 0,-1-1 1 0 0,1 1 0 0 0,0 0 0 0 0,-1 0-1 0 0,1 0 1 0 0,0-1 0 0 0,0 1-1 0 0,0 0 1 0 0,0 0 0 0 0,0-2-1 0 0,-1-15 3 0 0,1 1 1 0 0,0-1-1 0 0,2 0 0 0 0,0 1 0 0 0,1 0 0 0 0,0 0 0 0 0,2 0 0 0 0,0 0 0 0 0,1 0 0 0 0,10-21 0 0 0,-6 18-4 0 0,1 0 0 0 0,1 0-1 0 0,1 1 1 0 0,0 1 0 0 0,2 0-1 0 0,0 1 1 0 0,27-24-1 0 0,-28 30-2 0 0,1 0 0 0 0,0 1 0 0 0,0 0-1 0 0,1 1 1 0 0,1 1 0 0 0,-1 0 0 0 0,32-8-1 0 0,-41 13-4 0 0,1 1-1 0 0,0 0 1 0 0,0 1-1 0 0,0 0 1 0 0,0 0-1 0 0,0 1 1 0 0,0 0-1 0 0,0 0 0 0 0,0 1 1 0 0,0 0-1 0 0,0 1 1 0 0,0-1-1 0 0,0 1 1 0 0,-1 1-1 0 0,1 0 1 0 0,-1 0-1 0 0,1 0 1 0 0,-1 1-1 0 0,11 8 1 0 0,-15-10 7 0 0,0 0 0 0 0,-1 0 0 0 0,0 0 0 0 0,1 0 0 0 0,-1 1 1 0 0,0-1-1 0 0,0 1 0 0 0,0 0 0 0 0,-1-1 0 0 0,1 1 0 0 0,-1 0 0 0 0,1 0 1 0 0,-1 0-1 0 0,0 0 0 0 0,0 0 0 0 0,0 0 0 0 0,-1 1 0 0 0,1-1 0 0 0,0 3 1 0 0,-2-1-1 0 0,1 0 1 0 0,-1 0 0 0 0,0-1-1 0 0,0 1 1 0 0,0-1 0 0 0,0 1-1 0 0,-1-1 1 0 0,0 0 0 0 0,0 1 0 0 0,0-1-1 0 0,-5 7 1 0 0,-1 0-3 0 0,-1-1 1 0 0,0 0-1 0 0,0-1 1 0 0,-1 0-1 0 0,0 0 0 0 0,0-1 1 0 0,-1 0-1 0 0,-15 8 1 0 0,10-8 13 0 0,0 0 0 0 0,0-1 0 0 0,0 0 1 0 0,-1-2-1 0 0,0 0 0 0 0,-19 3 0 0 0,34-8-5 0 0,-1 0 0 0 0,0 0-1 0 0,1 0 1 0 0,-1 0 0 0 0,1 0-1 0 0,-1 0 1 0 0,0-1 0 0 0,1 1-1 0 0,-1-1 1 0 0,1 0 0 0 0,0 0-1 0 0,-1 0 1 0 0,1 0-1 0 0,-1 0 1 0 0,1 0 0 0 0,0-1-1 0 0,0 1 1 0 0,-4-4 0 0 0,4 2 20 0 0,1 2-27 0 0,0 1 0 0 0,1-1 0 0 0,-1 0 0 0 0,1 0 0 0 0,-1 1 0 0 0,1-1 0 0 0,-1 0 0 0 0,1 0 0 0 0,0 0 0 0 0,-1 0 0 0 0,1 0 0 0 0,0 1 0 0 0,0-1 1 0 0,0 0-1 0 0,0 0 0 0 0,-1 0 0 0 0,1 0 0 0 0,1 0 0 0 0,-1 0 0 0 0,0 0 0 0 0,0 0 0 0 0,0 0 0 0 0,0 0 0 0 0,1 0 0 0 0,-1 1 0 0 0,0-1 0 0 0,1 0 0 0 0,-1 0 0 0 0,0 0 0 0 0,1 0 1 0 0,-1 1-1 0 0,1-1 0 0 0,0-1 0 0 0,10-3-7 0 0,11-1-3 0 0,-15 8 10 0 0,-3-1-1 0 0,4 0 0 0 0,0 0 0 0 0,-1 1-1 0 0,0 0 1 0 0,1 1-1 0 0,-1-1 1 0 0,0 1 0 0 0,0 1-1 0 0,0-1 1 0 0,-1 1 0 0 0,11 8-1 0 0,2 4-126 0 0,-1 1-1 0 0,17 19 1 0 0,-21-20-1408 0 0,1-1 0 0 0,0-1 0 0 0,19 14 0 0 0,12-1-5761 0 0,-21-17 1055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3:18.0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0 100 1824 0 0,'2'-13'4574'0'0,"2"-16"3719"0"0,8-13-967 0 0,-11 41-7266 0 0,0 0 1 0 0,0 0-1 0 0,0 1 0 0 0,0-1 1 0 0,0 0-1 0 0,0 0 1 0 0,0 1-1 0 0,0-1 0 0 0,0 1 1 0 0,0-1-1 0 0,0 1 1 0 0,1-1-1 0 0,-1 1 1 0 0,0 0-1 0 0,0-1 0 0 0,0 1 1 0 0,1 0-1 0 0,1 0 1 0 0,21-1 213 0 0,-23 1-271 0 0,117 1 827 0 0,-10 0-2636 0 0,-35-8-9414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3:18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319 89 524 0 0,'3'-4'936'0'0,"0"0"-1"0"0,-1 0 1 0 0,1-1 0 0 0,-1 1 0 0 0,0-1-1 0 0,-1 0 1 0 0,1 1 0 0 0,-1-1-1 0 0,0 0 1 0 0,0 0 0 0 0,0 0 0 0 0,-1 0-1 0 0,0 0 1 0 0,0 0 0 0 0,-1-8-1 0 0,1 13-870 0 0,0-1 0 0 0,-1 1 0 0 0,1 0-1 0 0,-1-1 1 0 0,1 1 0 0 0,-1-1 0 0 0,1 1-1 0 0,-1 0 1 0 0,1-1 0 0 0,-1 1-1 0 0,0 0 1 0 0,1 0 0 0 0,-1-1 0 0 0,1 1-1 0 0,-1 0 1 0 0,0 0 0 0 0,1 0 0 0 0,-1 0-1 0 0,1 0 1 0 0,-1 0 0 0 0,0 0 0 0 0,1 0-1 0 0,-1 0 1 0 0,1 0 0 0 0,-1 0-1 0 0,0 0 1 0 0,1 0 0 0 0,-2 1 0 0 0,-15 4 443 0 0,16-5-496 0 0,-9 4 190 0 0,1 0-1 0 0,-1 1 1 0 0,1 0 0 0 0,-1 1-1 0 0,2 0 1 0 0,-1 0 0 0 0,-8 8-1 0 0,-6 8 116 0 0,-21 26 0 0 0,17-17-148 0 0,1 2 1 0 0,-22 37-1 0 0,40-57-120 0 0,1 1 0 0 0,0 0-1 0 0,1 0 1 0 0,0 0-1 0 0,1 1 1 0 0,1 0-1 0 0,0 0 1 0 0,-3 27-1 0 0,7-39-31 0 0,-1-1-1 0 0,1 1 1 0 0,0-1-1 0 0,0 0 1 0 0,0 1-1 0 0,1-1 1 0 0,-1 0-1 0 0,1 1 1 0 0,-1-1-1 0 0,1 0 1 0 0,0 0-1 0 0,0 1 1 0 0,0-1 0 0 0,0 0-1 0 0,0 0 1 0 0,0 0-1 0 0,0 0 1 0 0,1 0-1 0 0,-1 0 1 0 0,1-1-1 0 0,-1 1 1 0 0,4 2-1 0 0,-3-3-5 0 0,0 0-1 0 0,1 0 1 0 0,-1 0 0 0 0,1 0-1 0 0,0 0 1 0 0,-1-1 0 0 0,1 1-1 0 0,0-1 1 0 0,-1 0 0 0 0,1 0-1 0 0,0 0 1 0 0,-1 0 0 0 0,1 0-1 0 0,0 0 1 0 0,-1-1-1 0 0,1 1 1 0 0,0-1 0 0 0,-1 0-1 0 0,5-2 1 0 0,4-2-4 0 0,0 0 1 0 0,0-1-1 0 0,-1 0 1 0 0,0-1-1 0 0,-1 0 0 0 0,1-1 1 0 0,-1 0-1 0 0,-1-1 1 0 0,9-9-1 0 0,64-91-25 0 0,-72 96 16 0 0,65-95 51 0 0,-73 106-63 0 0,1 2 11 0 0,0 0 1 0 0,0 1 0 0 0,0-1 0 0 0,0 1 0 0 0,0 0 0 0 0,-1 0-1 0 0,1 0 1 0 0,0 0 0 0 0,0 0 0 0 0,-1 0 0 0 0,1 0-1 0 0,-1 0 1 0 0,1 0 0 0 0,-1 1 0 0 0,1-1 0 0 0,-1 1 0 0 0,0-1-1 0 0,0 1 1 0 0,0 0 0 0 0,0-1 0 0 0,0 1 0 0 0,0 0-1 0 0,0 0 1 0 0,0 0 0 0 0,0 3 0 0 0,4 9 5 0 0,-1 0 0 0 0,4 23 1 0 0,-4-17-15 0 0,0-3 53 0 0,1-1 0 0 0,1 1 1 0 0,0-2-1 0 0,1 1 1 0 0,1-1-1 0 0,0 0 0 0 0,21 27 1 0 0,-23-34-428 0 0,1 0 0 0 0,1-1 0 0 0,-1 1 0 0 0,1-2 0 0 0,1 1 0 0 0,8 5 0 0 0,-10-8-731 0 0,0 0-1 0 0,1-1 1 0 0,-1 0-1 0 0,1 0 1 0 0,0-1-1 0 0,-1 0 1 0 0,1 0-1 0 0,13 1 1 0 0,-2-2-5785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3:18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596 137 2940 0 0,'2'-23'2254'0'0,"0"4"-110"0"0,0-1 0 0 0,2 2 1 0 0,5-20-1 0 0,-9 37-2061 0 0,1-1-1 0 0,-1 1 0 0 0,1 0 1 0 0,-1 0-1 0 0,1 0 1 0 0,-1 0-1 0 0,1 1 0 0 0,0-1 1 0 0,0 0-1 0 0,-1 0 1 0 0,1 0-1 0 0,0 0 1 0 0,0 1-1 0 0,0-1 0 0 0,0 0 1 0 0,0 1-1 0 0,0-1 1 0 0,0 1-1 0 0,0-1 0 0 0,0 1 1 0 0,0-1-1 0 0,0 1 1 0 0,0 0-1 0 0,0 0 0 0 0,1-1 1 0 0,-1 1-1 0 0,0 0 1 0 0,0 0-1 0 0,0 0 0 0 0,0 0 1 0 0,0 0-1 0 0,1 1 1 0 0,-1-1-1 0 0,0 0 0 0 0,0 0 1 0 0,2 2-1 0 0,2 0 124 0 0,0 0 0 0 0,0 0 0 0 0,0 0 0 0 0,0 1 0 0 0,0 0 0 0 0,7 7 0 0 0,7 7 206 0 0,0 1-1 0 0,-2 1 1 0 0,0 1-1 0 0,-2 0 1 0 0,21 35-1 0 0,-5 1 303 0 0,26 63-1 0 0,-42-84-547 0 0,-2 1 1 0 0,-1 1-1 0 0,-2 0 0 0 0,-1 0 0 0 0,5 53 1 0 0,-13-66-125 0 0,0 0 0 0 0,-1 0 0 0 0,-1 0 1 0 0,-1 0-1 0 0,-1 0 0 0 0,-2 0 0 0 0,0-1 1 0 0,-1 0-1 0 0,-18 40 0 0 0,11-36-17 0 0,-1-1 0 0 0,-1-1 0 0 0,-1 0 0 0 0,-1-1 0 0 0,-2-1 0 0 0,-30 30 1 0 0,20-25-253 0 0,-2-2 0 0 0,-1-2 0 0 0,-1 0 0 0 0,-43 22 0 0 0,22-18-1152 0 0,0-3-1 0 0,-73 23 0 0 0,-114 14-7457 0 0,129-42 1598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3:19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117 110 1456 0 0,'-4'0'1632'0'0,"-45"-2"5468"0"0,46 2-6204 0 0,-29 4 4601 0 0,4 8-781 0 0,57-10-2668 0 0,260-33-235 0 0,-58 4-1488 0 0,962-40 234 0 0,3 66-410 0 0,575 78 12 0 0,-3 66-1232 0 0,-1522-120 713 0 0,633 55-803 0 0,-6-32-504 0 0,-811-44 1376 0 0,257-2-1010 0 0,-253-3 427 0 0,0-4-1 0 0,112-25 1 0 0,-173 31 626 0 0,16-5-797 0 0,29-10 0 0 0,-46 14 445 0 0,0 0 1 0 0,1 0-1 0 0,-1 0 1 0 0,0 0-1 0 0,0 0 1 0 0,-1-1-1 0 0,1 0 1 0 0,-1 0-1 0 0,1 0 1 0 0,-1 0-1 0 0,0 0 1 0 0,0-1-1 0 0,4-5 1 0 0,-3-3-4194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3:20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432 121 1516 0 0,'5'-8'775'0'0,"-1"0"-1"0"0,1-1 0 0 0,-2 1 1 0 0,1-1-1 0 0,-1 1 1 0 0,0-1-1 0 0,-1 0 1 0 0,0 0-1 0 0,0-1 0 0 0,0-11 1 0 0,-2 20-754 0 0,0 1 0 0 0,0-1 0 0 0,-1 0 1 0 0,1 1-1 0 0,0-1 0 0 0,0 1 0 0 0,-1-1 0 0 0,1 0 0 0 0,0 1 1 0 0,-1-1-1 0 0,1 1 0 0 0,-1-1 0 0 0,1 1 0 0 0,-1-1 0 0 0,1 1 1 0 0,-1 0-1 0 0,1-1 0 0 0,-1 1 0 0 0,1 0 0 0 0,-1-1 0 0 0,1 1 0 0 0,-1 0 1 0 0,0-1-1 0 0,1 1 0 0 0,-1 0 0 0 0,0 0 0 0 0,1 0 0 0 0,-1 0 1 0 0,0 0-1 0 0,1 0 0 0 0,-1 0 0 0 0,1 0 0 0 0,-2 0 0 0 0,-22 2 334 0 0,3 6-158 0 0,2 0 0 0 0,-1 2 0 0 0,1 0 0 0 0,1 2 0 0 0,-34 25 0 0 0,38-26-104 0 0,-19 13 48 0 0,2 2 0 0 0,-52 55 0 0 0,68-64-106 0 0,0 2 0 0 0,1-1 0 0 0,1 2 0 0 0,0 0 0 0 0,2 1 0 0 0,-12 27 1 0 0,21-42-28 0 0,0-1 1 0 0,0 0-1 0 0,1 1 1 0 0,-1-1 0 0 0,1 1-1 0 0,1 0 1 0 0,-1-1 0 0 0,1 1-1 0 0,0 0 1 0 0,0-1-1 0 0,1 1 1 0 0,-1 0 0 0 0,1-1-1 0 0,1 1 1 0 0,-1-1 0 0 0,1 1-1 0 0,0-1 1 0 0,0 0-1 0 0,0 1 1 0 0,1-1 0 0 0,0 0-1 0 0,0-1 1 0 0,0 1 0 0 0,1 0-1 0 0,-1-1 1 0 0,1 0-1 0 0,0 0 1 0 0,0 0 0 0 0,1 0-1 0 0,-1-1 1 0 0,1 0 0 0 0,8 5-1 0 0,1-1-134 0 0,0-1 0 0 0,0 0 0 0 0,1-2 0 0 0,-1 1 0 0 0,1-2 0 0 0,0 0 0 0 0,0-1 0 0 0,25 1 0 0 0,-12-3-1425 0 0,0-1 1 0 0,0-1-1 0 0,50-12 1 0 0,-28 2-2047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3:21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356 116 1864 0 0,'2'-9'1183'0'0,"0"0"-1"0"0,0-1 1 0 0,-1-17-1 0 0,-1 24-884 0 0,0-1 1 0 0,0 0-1 0 0,0 0 0 0 0,-1 1 1 0 0,0-1-1 0 0,0 1 0 0 0,0-1 1 0 0,0 0-1 0 0,-1 1 0 0 0,1 0 1 0 0,-1-1-1 0 0,-3-4 0 0 0,4 7-214 0 0,0 1-1 0 0,0-1 0 0 0,0 0 1 0 0,0 0-1 0 0,0 0 1 0 0,0 1-1 0 0,-1-1 0 0 0,1 0 1 0 0,0 1-1 0 0,0-1 1 0 0,-1 1-1 0 0,1 0 0 0 0,0-1 1 0 0,-1 1-1 0 0,1 0 1 0 0,-1 0-1 0 0,1 0 0 0 0,0 0 1 0 0,-3 0-1 0 0,-26 6 822 0 0,16 0-607 0 0,-1 1-1 0 0,1 1 1 0 0,0 0-1 0 0,1 1 1 0 0,0 0-1 0 0,0 1 1 0 0,1 1-1 0 0,1 0 1 0 0,-17 20-1 0 0,11-9-111 0 0,0 0-1 0 0,2 1 1 0 0,0 1-1 0 0,-19 43 1 0 0,25-46-135 0 0,2 0 0 0 0,-1 1 0 0 0,2 0 0 0 0,1 0 0 0 0,1 0 0 0 0,1 0 0 0 0,1 1 0 0 0,1 40 0 0 0,1-52-46 0 0,2 0 0 0 0,-1 0 0 0 0,1 0 1 0 0,1-1-1 0 0,0 1 0 0 0,1-1 0 0 0,-1 0 0 0 0,2 0 1 0 0,0 0-1 0 0,0-1 0 0 0,1 0 0 0 0,0 1 1 0 0,0-2-1 0 0,1 1 0 0 0,0-1 0 0 0,1 0 0 0 0,-1-1 1 0 0,2 1-1 0 0,-1-2 0 0 0,12 8 0 0 0,-6-6-385 0 0,0 0-1 0 0,1-1 1 0 0,0-1-1 0 0,0 0 1 0 0,0-1-1 0 0,1-1 1 0 0,19 3-1 0 0,-18-5-1326 0 0,0 0 1 0 0,1-1-1 0 0,29-3 0 0 0,-11-2-3534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3:21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246 169 772 0 0,'25'-156'11695'0'0,"-24"156"-11615"0"0,-1 0 1 0 0,0-1-1 0 0,0 1 0 0 0,0-1 0 0 0,0 1 1 0 0,0-1-1 0 0,1 1 0 0 0,-1-1 0 0 0,0 1 1 0 0,0-1-1 0 0,0 1 0 0 0,0-1 0 0 0,0 1 1 0 0,0-1-1 0 0,-1 1 0 0 0,1-1 0 0 0,0 1 1 0 0,0-1-1 0 0,0 1 0 0 0,0-1 0 0 0,0 1 1 0 0,-1 0-1 0 0,1-1 0 0 0,0 1 0 0 0,-1-1 1 0 0,-7 9 678 0 0,-8 21-19 0 0,-90 255 2030 0 0,24 8-2151 0 0,77-273-566 0 0,-48 201 1063 0 0,85-311 355 0 0,48-124-1528 0 0,-64 180 33 0 0,1 1 0 0 0,2 1 0 0 0,45-61 0 0 0,-56 84 12 0 0,1 0 0 0 0,1 0 0 0 0,0 1 0 0 0,0 1 0 0 0,1 0 0 0 0,-1 0 0 0 0,2 1 0 0 0,-1 0 0 0 0,1 1 0 0 0,0 1-1 0 0,1 0 1 0 0,21-7 0 0 0,-28 11 9 0 0,1 0-1 0 0,-1 0 0 0 0,1 0 0 0 0,-1 0 1 0 0,1 1-1 0 0,-1 0 0 0 0,1 1 0 0 0,-1-1 0 0 0,1 1 1 0 0,-1 0-1 0 0,0 1 0 0 0,1 0 0 0 0,-1 0 1 0 0,0 0-1 0 0,0 0 0 0 0,0 1 0 0 0,0 0 0 0 0,-1 1 1 0 0,1-1-1 0 0,-1 1 0 0 0,0 0 0 0 0,0 0 1 0 0,0 1-1 0 0,-1 0 0 0 0,1-1 0 0 0,-1 1 0 0 0,6 10 1 0 0,-6-9 10 0 0,0 1 0 0 0,-1-1 0 0 0,1 1 0 0 0,-2 0 0 0 0,1 0 0 0 0,-1 0 1 0 0,0 0-1 0 0,0 0 0 0 0,0 1 0 0 0,-1-1 0 0 0,-1 1 0 0 0,1-1 0 0 0,-1 0 1 0 0,0 1-1 0 0,-1-1 0 0 0,-1 8 0 0 0,0-6-2 0 0,-1 0 1 0 0,0 0-1 0 0,0-1 0 0 0,-1 1 0 0 0,0-1 1 0 0,0 0-1 0 0,-1 0 0 0 0,0-1 1 0 0,0 1-1 0 0,-1-1 0 0 0,0 0 0 0 0,-12 10 1 0 0,6-7 12 0 0,0-1 0 0 0,-1 0 1 0 0,0 0-1 0 0,-1-2 0 0 0,1 1 1 0 0,-2-2-1 0 0,1 0 0 0 0,-26 7 1 0 0,13-7 29 0 0,1-1 1 0 0,0-1 0 0 0,-1-1-1 0 0,-30-1 1 0 0,54-2-43 0 0,0 0-62 0 0,-10-1-186 0 0,9 1-359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3:22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37 512 0 0,'-26'-26'19508'0'0,"39"19"-18865"0"0,106 7-39 0 0,-14 2-444 0 0,29-7-19 0 0,-132 5-458 0 0,28 0-7027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3:22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390 56 1140 0 0,'1'-5'1722'0'0,"0"3"-1334"0"0,0 0 1 0 0,-1 0-1 0 0,0 0 0 0 0,1 0 1 0 0,-1-1-1 0 0,0 1 1 0 0,0 0-1 0 0,0 0 0 0 0,0 0 1 0 0,0 0-1 0 0,-1 0 1 0 0,1-1-1 0 0,-1 1 0 0 0,1 0 1 0 0,-1 0-1 0 0,0 0 1 0 0,-1-2-1 0 0,1 3-300 0 0,0 0-1 0 0,0 0 1 0 0,0 0 0 0 0,0 0-1 0 0,0 1 1 0 0,1-1-1 0 0,-1 1 1 0 0,0-1 0 0 0,-1 0-1 0 0,1 1 1 0 0,0 0 0 0 0,0-1-1 0 0,0 1 1 0 0,0 0 0 0 0,0-1-1 0 0,0 1 1 0 0,0 0 0 0 0,-1 0-1 0 0,1 0 1 0 0,0 0 0 0 0,0 0-1 0 0,-2 0 1 0 0,-25 5 801 0 0,9 3-445 0 0,0 1 1 0 0,0 1-1 0 0,1 1 1 0 0,0 0-1 0 0,1 1 1 0 0,1 1-1 0 0,-25 23 1 0 0,20-14-130 0 0,1 1 1 0 0,1 1-1 0 0,1 0 1 0 0,-25 44-1 0 0,36-54-233 0 0,0 0 0 0 0,1 0-1 0 0,0 1 1 0 0,1 0 0 0 0,1 0 0 0 0,0 0-1 0 0,-2 20 1 0 0,6-30-53 0 0,-1 0 1 0 0,1 0-1 0 0,1 0 1 0 0,-1 1-1 0 0,1-1 0 0 0,0 0 1 0 0,0 0-1 0 0,0 0 1 0 0,1 0-1 0 0,-1 0 0 0 0,4 4 1 0 0,-3-5-17 0 0,0-1 1 0 0,0 0-1 0 0,1 0 1 0 0,0 0 0 0 0,-1 0-1 0 0,1 0 1 0 0,0 0-1 0 0,0-1 1 0 0,1 1-1 0 0,-1-1 1 0 0,0 0 0 0 0,1 0-1 0 0,-1 0 1 0 0,1-1-1 0 0,0 1 1 0 0,4 0-1 0 0,8 2-356 0 0,0 0 0 0 0,0-2-1 0 0,0 0 1 0 0,0-1-1 0 0,1 0 1 0 0,-1-1-1 0 0,0-1 1 0 0,18-3 0 0 0,-9 0-1364 0 0,-1-2 0 0 0,0 0 1 0 0,0-2-1 0 0,37-16 1 0 0,-12-1-3395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3:22.8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402 61 1476 0 0,'-1'-4'577'0'0,"-9"-44"5639"0"0,9 40-3271 0 0,9 32-1296 0 0,6 25-534 0 0,-3 1-1 0 0,-2 0 1 0 0,-2 1 0 0 0,1 68 0 0 0,-9-65-650 0 0,-1 0-1 0 0,-4 0 1 0 0,-23 105-1 0 0,16-110-452 0 0,-2-1 0 0 0,-2 0 0 0 0,-3-1 0 0 0,-1-1 0 0 0,-2-1 0 0 0,-3-1 0 0 0,-1-1 0 0 0,-2-1 0 0 0,-2-2 0 0 0,-62 63 0 0 0,87-97-363 0 0,-45 40-2150 0 0,15-22-5172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3:23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512 87 1648 0 0,'-6'-14'1931'0'0,"1"1"752"0"0,-1 1 0 0 0,0 0 0 0 0,-14-20 0 0 0,20 31-2617 0 0,-1 1 0 0 0,0 0 0 0 0,1-1 0 0 0,-1 1 0 0 0,1 0 0 0 0,-1-1 1 0 0,0 1-1 0 0,1 0 0 0 0,-1 0 0 0 0,1 0 0 0 0,-1-1 0 0 0,0 1 0 0 0,1 0 0 0 0,-1 0 0 0 0,0 0 0 0 0,1 0 0 0 0,-1 0 0 0 0,0 0 0 0 0,1 1 0 0 0,-1-1 0 0 0,0 0 0 0 0,1 0 0 0 0,-2 1 0 0 0,-15 5 568 0 0,15-5-417 0 0,-20 10 235 0 0,1 2 0 0 0,0 0 0 0 0,1 1 1 0 0,1 1-1 0 0,0 1 0 0 0,0 0 0 0 0,2 2 0 0 0,-25 31 1 0 0,12-9-132 0 0,1 1 1 0 0,3 1-1 0 0,-28 60 1 0 0,35-62-144 0 0,2 2 0 0 0,1 0 0 0 0,-18 84 0 0 0,30-106-132 0 0,2 0 0 0 0,0 0-1 0 0,1 0 1 0 0,3 32 0 0 0,0-39-28 0 0,0 0-1 0 0,1 0 1 0 0,0 0-1 0 0,1-1 1 0 0,0 1-1 0 0,1-1 1 0 0,12 22-1 0 0,-10-23-233 0 0,1-1 0 0 0,0 1-1 0 0,1-1 1 0 0,0-1 0 0 0,1 1-1 0 0,0-2 1 0 0,0 1 0 0 0,1-1 0 0 0,0-1-1 0 0,0 0 1 0 0,14 6 0 0 0,-7-5-1110 0 0,0 0 0 0 0,29 7 0 0 0,-27-10-1103 0 0,-1-1 0 0 0,27 2 0 0 0,1-4-4491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3:23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394 49 2060 0 0,'-4'-4'717'0'0,"0"-1"0"0"0,0 1 0 0 0,0 0 0 0 0,-1 1 0 0 0,1-1 0 0 0,-1 1 0 0 0,0 0 0 0 0,0 0 0 0 0,0 0-1 0 0,0 0 1 0 0,0 1 0 0 0,-10-3 0 0 0,9 4-356 0 0,0 0 0 0 0,-1 1 0 0 0,1-1 0 0 0,-1 1 0 0 0,1 1 0 0 0,0-1 0 0 0,-1 1 0 0 0,1 0 0 0 0,0 0 0 0 0,0 1 0 0 0,-8 2 0 0 0,-3 3 20 0 0,0 0 0 0 0,1 1 1 0 0,0 1-1 0 0,0 0 0 0 0,1 2 0 0 0,1-1 0 0 0,-27 26 0 0 0,32-27-312 0 0,0 0-1 0 0,1 0 0 0 0,0 1 1 0 0,1 0-1 0 0,0 0 0 0 0,0 1 0 0 0,2 0 1 0 0,-1 0-1 0 0,1 1 0 0 0,1 0 1 0 0,0-1-1 0 0,-4 20 0 0 0,8-27-50 0 0,-1 0-1 0 0,1 0 1 0 0,0 0 0 0 0,0 0 0 0 0,0 0-1 0 0,1 0 1 0 0,-1 0 0 0 0,1-1-1 0 0,0 1 1 0 0,0 0 0 0 0,0 0-1 0 0,1 0 1 0 0,-1-1 0 0 0,1 1-1 0 0,3 3 1 0 0,-2-2 5 0 0,1 0 1 0 0,0 0-1 0 0,0-1 1 0 0,1 0-1 0 0,-1 0 1 0 0,1 0-1 0 0,0 0 1 0 0,0-1-1 0 0,6 3 1 0 0,4 2-216 0 0,1-1 0 0 0,1-1 1 0 0,-1-1-1 0 0,1 0 0 0 0,-1-1 1 0 0,20 1-1 0 0,-6-2-1859 0 0,55 0-1 0 0,-9-9-3947 0 0,-30 1-320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3:23.7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60 940 0 0,'-54'-51'16974'0'0,"54"51"-16946"0"0,0 0 0 0 0,0 0 0 0 0,0 0 0 0 0,0 0 0 0 0,-1 0 0 0 0,1 0 0 0 0,0 0 0 0 0,0 0-1 0 0,0 0 1 0 0,0 0 0 0 0,0 0 0 0 0,-1 0 0 0 0,1 0 0 0 0,0 0 0 0 0,0 0 0 0 0,0 0 0 0 0,0 0 0 0 0,0-1 0 0 0,0 1-1 0 0,0 0 1 0 0,0 0 0 0 0,-1 0 0 0 0,1 0 0 0 0,0 0 0 0 0,0 0 0 0 0,0 0 0 0 0,0-1 0 0 0,0 1 0 0 0,0 0-1 0 0,0 0 1 0 0,0 0 0 0 0,0 0 0 0 0,0 0 0 0 0,0-1 0 0 0,0 1 0 0 0,0 0 0 0 0,0 0 0 0 0,0 0 0 0 0,0 0 0 0 0,0 0-1 0 0,0-1 1 0 0,0 1 0 0 0,0 0 0 0 0,0 0 0 0 0,0 0 0 0 0,0 0 0 0 0,0 0 0 0 0,0 0 0 0 0,0-1 0 0 0,0 1-1 0 0,1 0 1 0 0,-1 0 0 0 0,0 0 0 0 0,0 0 0 0 0,21-2 135 0 0,1 1 0 0 0,-1 0-1 0 0,39 6 1 0 0,-1-1-75 0 0,-40-3-188 0 0,162 1-3213 0 0,-61-9-5245 0 0,-85 3 2745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3:24.1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390 61 1624 0 0,'1'-2'1776'0'0,"0"0"-1546"0"0,-1 1 1 0 0,1 0-1 0 0,0-1 0 0 0,-1 1 1 0 0,1-1-1 0 0,-1 1 1 0 0,0 0-1 0 0,1-1 1 0 0,-1 1-1 0 0,0-1 0 0 0,0 1 1 0 0,0-1-1 0 0,0 1 1 0 0,0-1-1 0 0,0 1 1 0 0,0-1-1 0 0,-1 1 0 0 0,1-1 1 0 0,0 1-1 0 0,-1-1 1 0 0,0 1-1 0 0,1 0 1 0 0,-1-1-1 0 0,0 1 0 0 0,1 0 1 0 0,-1 0-1 0 0,-2-3 1 0 0,1 3-63 0 0,0-1 0 0 0,0 0 1 0 0,-1 1-1 0 0,1-1 1 0 0,0 1-1 0 0,-1-1 0 0 0,1 1 1 0 0,-1 0-1 0 0,0 0 0 0 0,1 0 1 0 0,-1 1-1 0 0,0-1 1 0 0,0 1-1 0 0,0-1 0 0 0,-3 1 1 0 0,-8 0 170 0 0,0 1 1 0 0,0 0-1 0 0,0 1 1 0 0,0 1-1 0 0,1 0 1 0 0,-1 1-1 0 0,1 0 1 0 0,-1 1-1 0 0,1 0 1 0 0,1 2-1 0 0,-1-1 1 0 0,1 1-1 0 0,-18 14 1 0 0,17-11-246 0 0,1 0 1 0 0,0 1-1 0 0,0 0 1 0 0,1 1-1 0 0,1 0 1 0 0,0 1-1 0 0,0 0 1 0 0,1 1-1 0 0,1 0 1 0 0,0 0 0 0 0,-9 25-1 0 0,15-32-62 0 0,1-1-1 0 0,0 0 1 0 0,0 1 0 0 0,0-1-1 0 0,1 1 1 0 0,0-1 0 0 0,0 1-1 0 0,0-1 1 0 0,1 1 0 0 0,0-1-1 0 0,0 1 1 0 0,1-1-1 0 0,0 0 1 0 0,4 11 0 0 0,-4-13-18 0 0,0 0 0 0 0,0-1-1 0 0,0 0 1 0 0,0 1 0 0 0,1-1 0 0 0,-1 0 0 0 0,1 0 0 0 0,0 0 0 0 0,0 0 0 0 0,0-1-1 0 0,0 1 1 0 0,0-1 0 0 0,0 0 0 0 0,1 0 0 0 0,-1 0 0 0 0,1 0 0 0 0,0-1 0 0 0,-1 1-1 0 0,1-1 1 0 0,0 0 0 0 0,0 0 0 0 0,0 0 0 0 0,0-1 0 0 0,0 1 0 0 0,0-1 0 0 0,7 0-1 0 0,-3-1-7 0 0,0-1 0 0 0,1 1 0 0 0,-1-2-1 0 0,0 1 1 0 0,0-1 0 0 0,0 0-1 0 0,0 0 1 0 0,-1-1 0 0 0,1 0 0 0 0,-1-1-1 0 0,0 0 1 0 0,0 0 0 0 0,-1 0-1 0 0,0-1 1 0 0,1 0 0 0 0,-2 0 0 0 0,8-10-1 0 0,9-13 9 0 0,-2-2-1 0 0,30-60 1 0 0,-23 40-2 0 0,-25 48-8 0 0,-2 2-5 0 0,0 1 1 0 0,0-1-1 0 0,0 1 0 0 0,0-1 0 0 0,0 1 1 0 0,1-1-1 0 0,-1 1 0 0 0,0-1 0 0 0,0 1 1 0 0,0 0-1 0 0,1-1 0 0 0,-1 1 1 0 0,0-1-1 0 0,0 1 0 0 0,1 0 0 0 0,-1-1 1 0 0,0 1-1 0 0,1 0 0 0 0,-1-1 0 0 0,0 1 1 0 0,1 0-1 0 0,-1-1 0 0 0,1 1 1 0 0,-1 0-1 0 0,0 0 0 0 0,1 0 0 0 0,-1-1 1 0 0,1 1-1 0 0,-1 0 0 0 0,1 0 0 0 0,-1 0 1 0 0,1 0-1 0 0,-1 0 0 0 0,1 0 1 0 0,-1 0-1 0 0,0 0 0 0 0,1 0 0 0 0,-1 0 1 0 0,1 0-1 0 0,-1 0 0 0 0,1 0 0 0 0,-1 0 1 0 0,1 0-1 0 0,-1 1 0 0 0,1-1 1 0 0,-1 0-1 0 0,1 1 0 0 0,-1-1 10 0 0,1 1 0 0 0,-1 0-1 0 0,1 0 1 0 0,-1 0 0 0 0,0 0 0 0 0,0 0-1 0 0,1 0 1 0 0,-1 0 0 0 0,0 0-1 0 0,0 0 1 0 0,0 0 0 0 0,0 0 0 0 0,0 0-1 0 0,0 0 1 0 0,0-1 0 0 0,-1 1 0 0 0,1 1-1 0 0,0-1 20 0 0,-2 75 342 0 0,0-36 526 0 0,6 78-1 0 0,-1-103-1264 0 0,-1 0 1 0 0,2-1-1 0 0,6 18 0 0 0,-6-22-632 0 0,1 1 0 0 0,0-1 0 0 0,1 0 0 0 0,13 18 0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3:24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133 148 96 0 0,'10'-50'5690'0'0,"-7"35"-3352"0"0,0 0-1 0 0,1 0 1 0 0,11-29-1 0 0,-15 43-2249 0 0,1 0-1 0 0,-1 1 1 0 0,1-1 0 0 0,-1 1-1 0 0,1-1 1 0 0,0 1 0 0 0,-1-1-1 0 0,1 1 1 0 0,0-1 0 0 0,-1 1-1 0 0,1 0 1 0 0,0-1 0 0 0,0 1-1 0 0,-1 0 1 0 0,1-1-1 0 0,0 1 1 0 0,0 0 0 0 0,0 0-1 0 0,-1 0 1 0 0,1 0 0 0 0,0 0-1 0 0,0 0 1 0 0,0 0 0 0 0,-1 0-1 0 0,1 0 1 0 0,0 0 0 0 0,0 0-1 0 0,0 1 1 0 0,-1-1 0 0 0,1 0-1 0 0,0 0 1 0 0,0 1 0 0 0,-1-1-1 0 0,1 1 1 0 0,0-1-1 0 0,-1 1 1 0 0,1-1 0 0 0,0 1-1 0 0,0 0 1 0 0,0 0-62 0 0,6 3 224 0 0,0 1-1 0 0,-1 0 1 0 0,0 0 0 0 0,0 1 0 0 0,0 0 0 0 0,-1 0 0 0 0,7 9 0 0 0,29 51 664 0 0,-35-56-794 0 0,8 16-27 0 0,-1 1-1 0 0,-1 0 1 0 0,-2 0 0 0 0,-1 1 0 0 0,-1 0 0 0 0,-1 1 0 0 0,-2 0 0 0 0,-1 0 0 0 0,-1 0 0 0 0,-1 0-1 0 0,-2 1 1 0 0,0-1 0 0 0,-3 0 0 0 0,0 0 0 0 0,-2 0 0 0 0,-1 0 0 0 0,-1-1 0 0 0,-21 53-1 0 0,10-40-960 0 0,-2-1 0 0 0,-2-1-1 0 0,-1 0 1 0 0,-33 40 0 0 0,-66 60-7440 0 0,49-67-104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4:45.8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1 328 0 0,'0'0'4892'0'0,"13"6"-7094"0"0,-4-2 1588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4:51.7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1 0 4 0 0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4:54.8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48 0 0,'0'0'1452'0'0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14241-77C4-4BF0-A95D-873CACA1FD0C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387A5C-54A6-442A-B5EE-28F253450B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302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87A5C-54A6-442A-B5EE-28F253450B82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3209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D44DC-8FB0-F9C8-B2A9-962458BFBC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F7FBF4-EEF8-40E7-2AE3-48EE3F20CF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32C9D-950D-159C-6CDA-D237B2B21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23C7-C2B8-4EBE-9A75-CD87265C707A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76F44-04B8-59C7-8894-3806BC360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80CFA-DBB2-6297-D971-581B568B3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50C2F-C6D2-4AD2-8B75-A9CB7351F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702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06BD3-043F-3D12-48D2-9ACFB9397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B545E-85F2-615B-D72F-967C3E108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42C50-8294-8222-53BE-B48EB12BE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23C7-C2B8-4EBE-9A75-CD87265C707A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36C83-FC8E-E3DD-FBA9-702F7B8A7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D4753-E5CF-C541-BE8E-3F2EFF1A2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50C2F-C6D2-4AD2-8B75-A9CB7351F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19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A3D2D-A5F9-FB2D-4366-681A3202D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1DDBF9-EC8C-6447-CF35-91FFB8974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8865D-5F2C-E5E2-77A9-5164C5CAD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23C7-C2B8-4EBE-9A75-CD87265C707A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1E28FF-A181-EB22-5ED7-5120A951D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46746-0DFB-FAE7-102E-C9CACC134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50C2F-C6D2-4AD2-8B75-A9CB7351F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305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8B19C-4C1C-5E86-992A-04256AC59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738EF-C926-4C94-21B1-C052FE879C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141A2A-3245-A7C8-A274-719A18C7A0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B8FE56-2626-CF93-A45A-AC1D2DFF0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23C7-C2B8-4EBE-9A75-CD87265C707A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DBE03F-51FD-5910-AD6E-1E1A1E1D2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AF7CCA-7D53-59CD-DEEC-FF671EB22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50C2F-C6D2-4AD2-8B75-A9CB7351F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022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94B7C-E601-3FE5-B26A-D95928FD0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D7B87-E03D-BE0F-2922-5FFBA4E5C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4BCA60-E0B6-D871-DD99-CB013309E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30A396-0AE3-CFB7-C9D7-C0029B48D5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AF8AB0-668D-1183-82BF-1B569D13EB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012E84-E25F-FC18-0C2D-C0C5479A0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23C7-C2B8-4EBE-9A75-CD87265C707A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8AB2F6-BC8C-B3B0-1562-55BBC2A16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BDD451-FEA3-4B7F-6C7A-1F1619F60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50C2F-C6D2-4AD2-8B75-A9CB7351F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0477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DB8A4-6CEA-C1EF-2B15-DBC862503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2BFE78-673D-3B33-9113-67F18C506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23C7-C2B8-4EBE-9A75-CD87265C707A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B30105-8A30-AB38-881C-2141D5B68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08E2EA-3923-A8F6-52EA-B45A92A27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50C2F-C6D2-4AD2-8B75-A9CB7351F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3678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99B949-AC38-A033-A193-87BFAB395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23C7-C2B8-4EBE-9A75-CD87265C707A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E7C5E8-BDE3-3F4D-4003-A7F7AEEB7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8C847-F2BF-CF16-6609-9EAEC2E9A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50C2F-C6D2-4AD2-8B75-A9CB7351F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835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9DE2E-1E3D-8705-0712-D330FA48E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E8A7A-F8A7-EA1B-04BF-43D2212EB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251223-C647-CF3D-9DE3-7F5A2EA73C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91CCB1-75ED-AB69-5449-E2EB6C2CE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23C7-C2B8-4EBE-9A75-CD87265C707A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92D63F-39B8-3080-DDF8-F3FE2B5B1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C0BB81-22A3-5028-29AE-692C66373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50C2F-C6D2-4AD2-8B75-A9CB7351F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501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49664-0DDA-00B8-4978-B148BB7F7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093EFE-20D0-A253-9257-0823DE9D8B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AB2C33-AD7A-BA45-A62B-21D49FC282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082E02-B022-6851-FDFD-CABBE58B8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23C7-C2B8-4EBE-9A75-CD87265C707A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DA709B-346A-F78F-5CAE-EA3C7911F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5C2BCC-EA19-6D44-8C2D-72764DDB7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50C2F-C6D2-4AD2-8B75-A9CB7351F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3058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EA1FF-427E-E3C6-1302-706DD692C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E87274-D976-AE99-3565-DBD121533B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D50E5-8CE9-12BE-FBC3-EF8862CE4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23C7-C2B8-4EBE-9A75-CD87265C707A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8BF34-8643-3B98-47B2-F95AAB8EE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2EE29-CD44-1960-C1DD-9635BD4BC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50C2F-C6D2-4AD2-8B75-A9CB7351F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170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7E79FB-DA9E-2D5F-B404-7B69F61517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207868-E489-BE0E-EC42-101C772725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60EFF-D8A8-78BD-C802-E1E15BE7E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23C7-C2B8-4EBE-9A75-CD87265C707A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94ADD-1F5A-4A01-0EC3-A38230365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48631-A1EC-4553-4308-890BBE31A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50C2F-C6D2-4AD2-8B75-A9CB7351F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5756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D656F2-5E28-FA8D-D821-63EF6F288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9BD73D-F6EA-EFB7-1D36-E5A72894B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69D7F-37BF-F0F5-B36B-7FDC85921B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8323C7-C2B8-4EBE-9A75-CD87265C707A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59DAF-EB23-9FF2-21D3-1791601F6F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98960-8E58-5722-D6EB-8FB706C335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750C2F-C6D2-4AD2-8B75-A9CB7351F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4405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" Type="http://schemas.openxmlformats.org/officeDocument/2006/relationships/image" Target="../media/image1.png"/><Relationship Id="rId21" Type="http://schemas.openxmlformats.org/officeDocument/2006/relationships/image" Target="../media/image10.png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9.png"/><Relationship Id="rId21" Type="http://schemas.openxmlformats.org/officeDocument/2006/relationships/image" Target="../media/image21.png"/><Relationship Id="rId42" Type="http://schemas.openxmlformats.org/officeDocument/2006/relationships/customXml" Target="../ink/ink32.xml"/><Relationship Id="rId63" Type="http://schemas.openxmlformats.org/officeDocument/2006/relationships/image" Target="../media/image42.png"/><Relationship Id="rId84" Type="http://schemas.openxmlformats.org/officeDocument/2006/relationships/customXml" Target="../ink/ink53.xml"/><Relationship Id="rId138" Type="http://schemas.openxmlformats.org/officeDocument/2006/relationships/customXml" Target="../ink/ink80.xml"/><Relationship Id="rId159" Type="http://schemas.openxmlformats.org/officeDocument/2006/relationships/image" Target="../media/image90.png"/><Relationship Id="rId170" Type="http://schemas.openxmlformats.org/officeDocument/2006/relationships/customXml" Target="../ink/ink96.xml"/><Relationship Id="rId107" Type="http://schemas.openxmlformats.org/officeDocument/2006/relationships/image" Target="../media/image64.png"/><Relationship Id="rId11" Type="http://schemas.openxmlformats.org/officeDocument/2006/relationships/image" Target="../media/image16.png"/><Relationship Id="rId32" Type="http://schemas.openxmlformats.org/officeDocument/2006/relationships/customXml" Target="../ink/ink27.xml"/><Relationship Id="rId53" Type="http://schemas.openxmlformats.org/officeDocument/2006/relationships/image" Target="../media/image37.png"/><Relationship Id="rId74" Type="http://schemas.openxmlformats.org/officeDocument/2006/relationships/customXml" Target="../ink/ink48.xml"/><Relationship Id="rId128" Type="http://schemas.openxmlformats.org/officeDocument/2006/relationships/customXml" Target="../ink/ink75.xml"/><Relationship Id="rId149" Type="http://schemas.openxmlformats.org/officeDocument/2006/relationships/image" Target="../media/image85.png"/><Relationship Id="rId5" Type="http://schemas.openxmlformats.org/officeDocument/2006/relationships/image" Target="../media/image13.png"/><Relationship Id="rId95" Type="http://schemas.openxmlformats.org/officeDocument/2006/relationships/image" Target="../media/image58.png"/><Relationship Id="rId160" Type="http://schemas.openxmlformats.org/officeDocument/2006/relationships/customXml" Target="../ink/ink91.xml"/><Relationship Id="rId22" Type="http://schemas.openxmlformats.org/officeDocument/2006/relationships/customXml" Target="../ink/ink22.xml"/><Relationship Id="rId43" Type="http://schemas.openxmlformats.org/officeDocument/2006/relationships/image" Target="../media/image32.png"/><Relationship Id="rId64" Type="http://schemas.openxmlformats.org/officeDocument/2006/relationships/customXml" Target="../ink/ink43.xml"/><Relationship Id="rId118" Type="http://schemas.openxmlformats.org/officeDocument/2006/relationships/customXml" Target="../ink/ink70.xml"/><Relationship Id="rId139" Type="http://schemas.openxmlformats.org/officeDocument/2006/relationships/image" Target="../media/image80.png"/><Relationship Id="rId85" Type="http://schemas.openxmlformats.org/officeDocument/2006/relationships/image" Target="../media/image53.png"/><Relationship Id="rId150" Type="http://schemas.openxmlformats.org/officeDocument/2006/relationships/customXml" Target="../ink/ink86.xml"/><Relationship Id="rId171" Type="http://schemas.openxmlformats.org/officeDocument/2006/relationships/customXml" Target="../ink/ink97.xml"/><Relationship Id="rId12" Type="http://schemas.openxmlformats.org/officeDocument/2006/relationships/customXml" Target="../ink/ink17.xml"/><Relationship Id="rId33" Type="http://schemas.openxmlformats.org/officeDocument/2006/relationships/image" Target="../media/image27.png"/><Relationship Id="rId108" Type="http://schemas.openxmlformats.org/officeDocument/2006/relationships/customXml" Target="../ink/ink65.xml"/><Relationship Id="rId129" Type="http://schemas.openxmlformats.org/officeDocument/2006/relationships/image" Target="../media/image75.png"/><Relationship Id="rId54" Type="http://schemas.openxmlformats.org/officeDocument/2006/relationships/customXml" Target="../ink/ink38.xml"/><Relationship Id="rId75" Type="http://schemas.openxmlformats.org/officeDocument/2006/relationships/image" Target="../media/image48.png"/><Relationship Id="rId96" Type="http://schemas.openxmlformats.org/officeDocument/2006/relationships/customXml" Target="../ink/ink59.xml"/><Relationship Id="rId140" Type="http://schemas.openxmlformats.org/officeDocument/2006/relationships/customXml" Target="../ink/ink81.xml"/><Relationship Id="rId161" Type="http://schemas.openxmlformats.org/officeDocument/2006/relationships/image" Target="../media/image91.png"/><Relationship Id="rId6" Type="http://schemas.openxmlformats.org/officeDocument/2006/relationships/customXml" Target="../ink/ink14.xml"/><Relationship Id="rId23" Type="http://schemas.openxmlformats.org/officeDocument/2006/relationships/image" Target="../media/image22.png"/><Relationship Id="rId28" Type="http://schemas.openxmlformats.org/officeDocument/2006/relationships/customXml" Target="../ink/ink25.xml"/><Relationship Id="rId49" Type="http://schemas.openxmlformats.org/officeDocument/2006/relationships/image" Target="../media/image35.png"/><Relationship Id="rId114" Type="http://schemas.openxmlformats.org/officeDocument/2006/relationships/customXml" Target="../ink/ink68.xml"/><Relationship Id="rId119" Type="http://schemas.openxmlformats.org/officeDocument/2006/relationships/image" Target="../media/image70.png"/><Relationship Id="rId44" Type="http://schemas.openxmlformats.org/officeDocument/2006/relationships/customXml" Target="../ink/ink33.xml"/><Relationship Id="rId60" Type="http://schemas.openxmlformats.org/officeDocument/2006/relationships/customXml" Target="../ink/ink41.xml"/><Relationship Id="rId65" Type="http://schemas.openxmlformats.org/officeDocument/2006/relationships/image" Target="../media/image43.png"/><Relationship Id="rId81" Type="http://schemas.openxmlformats.org/officeDocument/2006/relationships/image" Target="../media/image51.png"/><Relationship Id="rId86" Type="http://schemas.openxmlformats.org/officeDocument/2006/relationships/customXml" Target="../ink/ink54.xml"/><Relationship Id="rId130" Type="http://schemas.openxmlformats.org/officeDocument/2006/relationships/customXml" Target="../ink/ink76.xml"/><Relationship Id="rId135" Type="http://schemas.openxmlformats.org/officeDocument/2006/relationships/image" Target="../media/image78.png"/><Relationship Id="rId151" Type="http://schemas.openxmlformats.org/officeDocument/2006/relationships/image" Target="../media/image86.png"/><Relationship Id="rId156" Type="http://schemas.openxmlformats.org/officeDocument/2006/relationships/customXml" Target="../ink/ink89.xml"/><Relationship Id="rId177" Type="http://schemas.openxmlformats.org/officeDocument/2006/relationships/image" Target="../media/image98.png"/><Relationship Id="rId172" Type="http://schemas.openxmlformats.org/officeDocument/2006/relationships/image" Target="../media/image96.png"/><Relationship Id="rId13" Type="http://schemas.openxmlformats.org/officeDocument/2006/relationships/image" Target="../media/image17.png"/><Relationship Id="rId18" Type="http://schemas.openxmlformats.org/officeDocument/2006/relationships/customXml" Target="../ink/ink20.xml"/><Relationship Id="rId39" Type="http://schemas.openxmlformats.org/officeDocument/2006/relationships/image" Target="../media/image30.png"/><Relationship Id="rId109" Type="http://schemas.openxmlformats.org/officeDocument/2006/relationships/image" Target="../media/image65.png"/><Relationship Id="rId34" Type="http://schemas.openxmlformats.org/officeDocument/2006/relationships/customXml" Target="../ink/ink28.xml"/><Relationship Id="rId50" Type="http://schemas.openxmlformats.org/officeDocument/2006/relationships/customXml" Target="../ink/ink36.xml"/><Relationship Id="rId55" Type="http://schemas.openxmlformats.org/officeDocument/2006/relationships/image" Target="../media/image38.png"/><Relationship Id="rId76" Type="http://schemas.openxmlformats.org/officeDocument/2006/relationships/customXml" Target="../ink/ink49.xml"/><Relationship Id="rId97" Type="http://schemas.openxmlformats.org/officeDocument/2006/relationships/image" Target="../media/image59.png"/><Relationship Id="rId104" Type="http://schemas.openxmlformats.org/officeDocument/2006/relationships/customXml" Target="../ink/ink63.xml"/><Relationship Id="rId120" Type="http://schemas.openxmlformats.org/officeDocument/2006/relationships/customXml" Target="../ink/ink71.xml"/><Relationship Id="rId125" Type="http://schemas.openxmlformats.org/officeDocument/2006/relationships/image" Target="../media/image73.png"/><Relationship Id="rId141" Type="http://schemas.openxmlformats.org/officeDocument/2006/relationships/image" Target="../media/image81.png"/><Relationship Id="rId146" Type="http://schemas.openxmlformats.org/officeDocument/2006/relationships/customXml" Target="../ink/ink84.xml"/><Relationship Id="rId167" Type="http://schemas.openxmlformats.org/officeDocument/2006/relationships/image" Target="../media/image94.png"/><Relationship Id="rId7" Type="http://schemas.openxmlformats.org/officeDocument/2006/relationships/image" Target="../media/image14.png"/><Relationship Id="rId71" Type="http://schemas.openxmlformats.org/officeDocument/2006/relationships/image" Target="../media/image46.png"/><Relationship Id="rId92" Type="http://schemas.openxmlformats.org/officeDocument/2006/relationships/customXml" Target="../ink/ink57.xml"/><Relationship Id="rId162" Type="http://schemas.openxmlformats.org/officeDocument/2006/relationships/customXml" Target="../ink/ink92.xml"/><Relationship Id="rId2" Type="http://schemas.openxmlformats.org/officeDocument/2006/relationships/customXml" Target="../ink/ink12.xml"/><Relationship Id="rId29" Type="http://schemas.openxmlformats.org/officeDocument/2006/relationships/image" Target="../media/image25.png"/><Relationship Id="rId24" Type="http://schemas.openxmlformats.org/officeDocument/2006/relationships/customXml" Target="../ink/ink23.xml"/><Relationship Id="rId40" Type="http://schemas.openxmlformats.org/officeDocument/2006/relationships/customXml" Target="../ink/ink31.xml"/><Relationship Id="rId45" Type="http://schemas.openxmlformats.org/officeDocument/2006/relationships/image" Target="../media/image33.png"/><Relationship Id="rId66" Type="http://schemas.openxmlformats.org/officeDocument/2006/relationships/customXml" Target="../ink/ink44.xml"/><Relationship Id="rId87" Type="http://schemas.openxmlformats.org/officeDocument/2006/relationships/image" Target="../media/image54.png"/><Relationship Id="rId110" Type="http://schemas.openxmlformats.org/officeDocument/2006/relationships/customXml" Target="../ink/ink66.xml"/><Relationship Id="rId115" Type="http://schemas.openxmlformats.org/officeDocument/2006/relationships/image" Target="../media/image68.png"/><Relationship Id="rId131" Type="http://schemas.openxmlformats.org/officeDocument/2006/relationships/image" Target="../media/image76.png"/><Relationship Id="rId136" Type="http://schemas.openxmlformats.org/officeDocument/2006/relationships/customXml" Target="../ink/ink79.xml"/><Relationship Id="rId157" Type="http://schemas.openxmlformats.org/officeDocument/2006/relationships/image" Target="../media/image89.png"/><Relationship Id="rId61" Type="http://schemas.openxmlformats.org/officeDocument/2006/relationships/image" Target="../media/image41.png"/><Relationship Id="rId82" Type="http://schemas.openxmlformats.org/officeDocument/2006/relationships/customXml" Target="../ink/ink52.xml"/><Relationship Id="rId152" Type="http://schemas.openxmlformats.org/officeDocument/2006/relationships/customXml" Target="../ink/ink87.xml"/><Relationship Id="rId173" Type="http://schemas.openxmlformats.org/officeDocument/2006/relationships/customXml" Target="../ink/ink98.xml"/><Relationship Id="rId19" Type="http://schemas.openxmlformats.org/officeDocument/2006/relationships/image" Target="../media/image20.png"/><Relationship Id="rId14" Type="http://schemas.openxmlformats.org/officeDocument/2006/relationships/customXml" Target="../ink/ink18.xml"/><Relationship Id="rId30" Type="http://schemas.openxmlformats.org/officeDocument/2006/relationships/customXml" Target="../ink/ink26.xml"/><Relationship Id="rId35" Type="http://schemas.openxmlformats.org/officeDocument/2006/relationships/image" Target="../media/image28.png"/><Relationship Id="rId56" Type="http://schemas.openxmlformats.org/officeDocument/2006/relationships/customXml" Target="../ink/ink39.xml"/><Relationship Id="rId77" Type="http://schemas.openxmlformats.org/officeDocument/2006/relationships/image" Target="../media/image49.png"/><Relationship Id="rId100" Type="http://schemas.openxmlformats.org/officeDocument/2006/relationships/customXml" Target="../ink/ink61.xml"/><Relationship Id="rId105" Type="http://schemas.openxmlformats.org/officeDocument/2006/relationships/image" Target="../media/image63.png"/><Relationship Id="rId126" Type="http://schemas.openxmlformats.org/officeDocument/2006/relationships/customXml" Target="../ink/ink74.xml"/><Relationship Id="rId147" Type="http://schemas.openxmlformats.org/officeDocument/2006/relationships/image" Target="../media/image84.png"/><Relationship Id="rId168" Type="http://schemas.openxmlformats.org/officeDocument/2006/relationships/customXml" Target="../ink/ink95.xml"/><Relationship Id="rId8" Type="http://schemas.openxmlformats.org/officeDocument/2006/relationships/customXml" Target="../ink/ink15.xml"/><Relationship Id="rId51" Type="http://schemas.openxmlformats.org/officeDocument/2006/relationships/image" Target="../media/image36.png"/><Relationship Id="rId72" Type="http://schemas.openxmlformats.org/officeDocument/2006/relationships/customXml" Target="../ink/ink47.xml"/><Relationship Id="rId93" Type="http://schemas.openxmlformats.org/officeDocument/2006/relationships/image" Target="../media/image57.png"/><Relationship Id="rId98" Type="http://schemas.openxmlformats.org/officeDocument/2006/relationships/customXml" Target="../ink/ink60.xml"/><Relationship Id="rId121" Type="http://schemas.openxmlformats.org/officeDocument/2006/relationships/image" Target="../media/image71.png"/><Relationship Id="rId142" Type="http://schemas.openxmlformats.org/officeDocument/2006/relationships/customXml" Target="../ink/ink82.xml"/><Relationship Id="rId163" Type="http://schemas.openxmlformats.org/officeDocument/2006/relationships/image" Target="../media/image92.png"/><Relationship Id="rId3" Type="http://schemas.openxmlformats.org/officeDocument/2006/relationships/image" Target="../media/image12.png"/><Relationship Id="rId25" Type="http://schemas.openxmlformats.org/officeDocument/2006/relationships/image" Target="../media/image23.png"/><Relationship Id="rId46" Type="http://schemas.openxmlformats.org/officeDocument/2006/relationships/customXml" Target="../ink/ink34.xml"/><Relationship Id="rId67" Type="http://schemas.openxmlformats.org/officeDocument/2006/relationships/image" Target="../media/image44.png"/><Relationship Id="rId116" Type="http://schemas.openxmlformats.org/officeDocument/2006/relationships/customXml" Target="../ink/ink69.xml"/><Relationship Id="rId137" Type="http://schemas.openxmlformats.org/officeDocument/2006/relationships/image" Target="../media/image79.png"/><Relationship Id="rId158" Type="http://schemas.openxmlformats.org/officeDocument/2006/relationships/customXml" Target="../ink/ink90.xml"/><Relationship Id="rId20" Type="http://schemas.openxmlformats.org/officeDocument/2006/relationships/customXml" Target="../ink/ink21.xml"/><Relationship Id="rId41" Type="http://schemas.openxmlformats.org/officeDocument/2006/relationships/image" Target="../media/image31.png"/><Relationship Id="rId62" Type="http://schemas.openxmlformats.org/officeDocument/2006/relationships/customXml" Target="../ink/ink42.xml"/><Relationship Id="rId83" Type="http://schemas.openxmlformats.org/officeDocument/2006/relationships/image" Target="../media/image52.png"/><Relationship Id="rId88" Type="http://schemas.openxmlformats.org/officeDocument/2006/relationships/customXml" Target="../ink/ink55.xml"/><Relationship Id="rId111" Type="http://schemas.openxmlformats.org/officeDocument/2006/relationships/image" Target="../media/image66.png"/><Relationship Id="rId132" Type="http://schemas.openxmlformats.org/officeDocument/2006/relationships/customXml" Target="../ink/ink77.xml"/><Relationship Id="rId153" Type="http://schemas.openxmlformats.org/officeDocument/2006/relationships/image" Target="../media/image87.png"/><Relationship Id="rId174" Type="http://schemas.openxmlformats.org/officeDocument/2006/relationships/customXml" Target="../ink/ink99.xml"/><Relationship Id="rId15" Type="http://schemas.openxmlformats.org/officeDocument/2006/relationships/image" Target="../media/image18.png"/><Relationship Id="rId36" Type="http://schemas.openxmlformats.org/officeDocument/2006/relationships/customXml" Target="../ink/ink29.xml"/><Relationship Id="rId57" Type="http://schemas.openxmlformats.org/officeDocument/2006/relationships/image" Target="../media/image39.png"/><Relationship Id="rId106" Type="http://schemas.openxmlformats.org/officeDocument/2006/relationships/customXml" Target="../ink/ink64.xml"/><Relationship Id="rId127" Type="http://schemas.openxmlformats.org/officeDocument/2006/relationships/image" Target="../media/image74.png"/><Relationship Id="rId10" Type="http://schemas.openxmlformats.org/officeDocument/2006/relationships/customXml" Target="../ink/ink16.xml"/><Relationship Id="rId31" Type="http://schemas.openxmlformats.org/officeDocument/2006/relationships/image" Target="../media/image26.png"/><Relationship Id="rId52" Type="http://schemas.openxmlformats.org/officeDocument/2006/relationships/customXml" Target="../ink/ink37.xml"/><Relationship Id="rId73" Type="http://schemas.openxmlformats.org/officeDocument/2006/relationships/image" Target="../media/image47.png"/><Relationship Id="rId78" Type="http://schemas.openxmlformats.org/officeDocument/2006/relationships/customXml" Target="../ink/ink50.xml"/><Relationship Id="rId94" Type="http://schemas.openxmlformats.org/officeDocument/2006/relationships/customXml" Target="../ink/ink58.xml"/><Relationship Id="rId99" Type="http://schemas.openxmlformats.org/officeDocument/2006/relationships/image" Target="../media/image60.png"/><Relationship Id="rId101" Type="http://schemas.openxmlformats.org/officeDocument/2006/relationships/image" Target="../media/image61.png"/><Relationship Id="rId122" Type="http://schemas.openxmlformats.org/officeDocument/2006/relationships/customXml" Target="../ink/ink72.xml"/><Relationship Id="rId143" Type="http://schemas.openxmlformats.org/officeDocument/2006/relationships/image" Target="../media/image82.png"/><Relationship Id="rId148" Type="http://schemas.openxmlformats.org/officeDocument/2006/relationships/customXml" Target="../ink/ink85.xml"/><Relationship Id="rId164" Type="http://schemas.openxmlformats.org/officeDocument/2006/relationships/customXml" Target="../ink/ink93.xml"/><Relationship Id="rId169" Type="http://schemas.openxmlformats.org/officeDocument/2006/relationships/image" Target="../media/image95.png"/><Relationship Id="rId4" Type="http://schemas.openxmlformats.org/officeDocument/2006/relationships/customXml" Target="../ink/ink13.xml"/><Relationship Id="rId9" Type="http://schemas.openxmlformats.org/officeDocument/2006/relationships/image" Target="../media/image15.png"/><Relationship Id="rId26" Type="http://schemas.openxmlformats.org/officeDocument/2006/relationships/customXml" Target="../ink/ink24.xml"/><Relationship Id="rId47" Type="http://schemas.openxmlformats.org/officeDocument/2006/relationships/image" Target="../media/image34.png"/><Relationship Id="rId68" Type="http://schemas.openxmlformats.org/officeDocument/2006/relationships/customXml" Target="../ink/ink45.xml"/><Relationship Id="rId89" Type="http://schemas.openxmlformats.org/officeDocument/2006/relationships/image" Target="../media/image55.png"/><Relationship Id="rId112" Type="http://schemas.openxmlformats.org/officeDocument/2006/relationships/customXml" Target="../ink/ink67.xml"/><Relationship Id="rId133" Type="http://schemas.openxmlformats.org/officeDocument/2006/relationships/image" Target="../media/image77.png"/><Relationship Id="rId154" Type="http://schemas.openxmlformats.org/officeDocument/2006/relationships/customXml" Target="../ink/ink88.xml"/><Relationship Id="rId175" Type="http://schemas.openxmlformats.org/officeDocument/2006/relationships/image" Target="../media/image97.png"/><Relationship Id="rId16" Type="http://schemas.openxmlformats.org/officeDocument/2006/relationships/customXml" Target="../ink/ink19.xml"/><Relationship Id="rId37" Type="http://schemas.openxmlformats.org/officeDocument/2006/relationships/image" Target="../media/image29.png"/><Relationship Id="rId58" Type="http://schemas.openxmlformats.org/officeDocument/2006/relationships/customXml" Target="../ink/ink40.xml"/><Relationship Id="rId79" Type="http://schemas.openxmlformats.org/officeDocument/2006/relationships/image" Target="../media/image50.png"/><Relationship Id="rId102" Type="http://schemas.openxmlformats.org/officeDocument/2006/relationships/customXml" Target="../ink/ink62.xml"/><Relationship Id="rId123" Type="http://schemas.openxmlformats.org/officeDocument/2006/relationships/image" Target="../media/image72.png"/><Relationship Id="rId144" Type="http://schemas.openxmlformats.org/officeDocument/2006/relationships/customXml" Target="../ink/ink83.xml"/><Relationship Id="rId90" Type="http://schemas.openxmlformats.org/officeDocument/2006/relationships/customXml" Target="../ink/ink56.xml"/><Relationship Id="rId165" Type="http://schemas.openxmlformats.org/officeDocument/2006/relationships/image" Target="../media/image93.png"/><Relationship Id="rId27" Type="http://schemas.openxmlformats.org/officeDocument/2006/relationships/image" Target="../media/image24.png"/><Relationship Id="rId48" Type="http://schemas.openxmlformats.org/officeDocument/2006/relationships/customXml" Target="../ink/ink35.xml"/><Relationship Id="rId69" Type="http://schemas.openxmlformats.org/officeDocument/2006/relationships/image" Target="../media/image45.png"/><Relationship Id="rId113" Type="http://schemas.openxmlformats.org/officeDocument/2006/relationships/image" Target="../media/image67.png"/><Relationship Id="rId134" Type="http://schemas.openxmlformats.org/officeDocument/2006/relationships/customXml" Target="../ink/ink78.xml"/><Relationship Id="rId80" Type="http://schemas.openxmlformats.org/officeDocument/2006/relationships/customXml" Target="../ink/ink51.xml"/><Relationship Id="rId155" Type="http://schemas.openxmlformats.org/officeDocument/2006/relationships/image" Target="../media/image88.png"/><Relationship Id="rId176" Type="http://schemas.openxmlformats.org/officeDocument/2006/relationships/customXml" Target="../ink/ink100.xml"/><Relationship Id="rId17" Type="http://schemas.openxmlformats.org/officeDocument/2006/relationships/image" Target="../media/image19.png"/><Relationship Id="rId38" Type="http://schemas.openxmlformats.org/officeDocument/2006/relationships/customXml" Target="../ink/ink30.xml"/><Relationship Id="rId59" Type="http://schemas.openxmlformats.org/officeDocument/2006/relationships/image" Target="../media/image40.png"/><Relationship Id="rId103" Type="http://schemas.openxmlformats.org/officeDocument/2006/relationships/image" Target="../media/image62.png"/><Relationship Id="rId124" Type="http://schemas.openxmlformats.org/officeDocument/2006/relationships/customXml" Target="../ink/ink73.xml"/><Relationship Id="rId70" Type="http://schemas.openxmlformats.org/officeDocument/2006/relationships/customXml" Target="../ink/ink46.xml"/><Relationship Id="rId91" Type="http://schemas.openxmlformats.org/officeDocument/2006/relationships/image" Target="../media/image56.png"/><Relationship Id="rId145" Type="http://schemas.openxmlformats.org/officeDocument/2006/relationships/image" Target="../media/image83.png"/><Relationship Id="rId166" Type="http://schemas.openxmlformats.org/officeDocument/2006/relationships/customXml" Target="../ink/ink94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50.png"/><Relationship Id="rId21" Type="http://schemas.openxmlformats.org/officeDocument/2006/relationships/image" Target="../media/image102.png"/><Relationship Id="rId63" Type="http://schemas.openxmlformats.org/officeDocument/2006/relationships/image" Target="../media/image123.png"/><Relationship Id="rId159" Type="http://schemas.openxmlformats.org/officeDocument/2006/relationships/image" Target="../media/image171.png"/><Relationship Id="rId170" Type="http://schemas.openxmlformats.org/officeDocument/2006/relationships/customXml" Target="../ink/ink185.xml"/><Relationship Id="rId226" Type="http://schemas.openxmlformats.org/officeDocument/2006/relationships/customXml" Target="../ink/ink213.xml"/><Relationship Id="rId107" Type="http://schemas.openxmlformats.org/officeDocument/2006/relationships/image" Target="../media/image145.png"/><Relationship Id="rId11" Type="http://schemas.openxmlformats.org/officeDocument/2006/relationships/image" Target="../media/image970.png"/><Relationship Id="rId32" Type="http://schemas.openxmlformats.org/officeDocument/2006/relationships/customXml" Target="../ink/ink116.xml"/><Relationship Id="rId53" Type="http://schemas.openxmlformats.org/officeDocument/2006/relationships/image" Target="../media/image118.png"/><Relationship Id="rId74" Type="http://schemas.openxmlformats.org/officeDocument/2006/relationships/customXml" Target="../ink/ink137.xml"/><Relationship Id="rId128" Type="http://schemas.openxmlformats.org/officeDocument/2006/relationships/customXml" Target="../ink/ink164.xml"/><Relationship Id="rId149" Type="http://schemas.openxmlformats.org/officeDocument/2006/relationships/image" Target="../media/image166.png"/><Relationship Id="rId5" Type="http://schemas.openxmlformats.org/officeDocument/2006/relationships/image" Target="../media/image940.png"/><Relationship Id="rId95" Type="http://schemas.openxmlformats.org/officeDocument/2006/relationships/image" Target="../media/image139.png"/><Relationship Id="rId160" Type="http://schemas.openxmlformats.org/officeDocument/2006/relationships/customXml" Target="../ink/ink180.xml"/><Relationship Id="rId181" Type="http://schemas.openxmlformats.org/officeDocument/2006/relationships/image" Target="../media/image182.png"/><Relationship Id="rId216" Type="http://schemas.openxmlformats.org/officeDocument/2006/relationships/customXml" Target="../ink/ink208.xml"/><Relationship Id="rId237" Type="http://schemas.openxmlformats.org/officeDocument/2006/relationships/customXml" Target="../ink/ink220.xml"/><Relationship Id="rId258" Type="http://schemas.openxmlformats.org/officeDocument/2006/relationships/image" Target="../media/image219.png"/><Relationship Id="rId22" Type="http://schemas.openxmlformats.org/officeDocument/2006/relationships/customXml" Target="../ink/ink111.xml"/><Relationship Id="rId43" Type="http://schemas.openxmlformats.org/officeDocument/2006/relationships/image" Target="../media/image113.png"/><Relationship Id="rId64" Type="http://schemas.openxmlformats.org/officeDocument/2006/relationships/customXml" Target="../ink/ink132.xml"/><Relationship Id="rId118" Type="http://schemas.openxmlformats.org/officeDocument/2006/relationships/customXml" Target="../ink/ink159.xml"/><Relationship Id="rId139" Type="http://schemas.openxmlformats.org/officeDocument/2006/relationships/image" Target="../media/image161.png"/><Relationship Id="rId85" Type="http://schemas.openxmlformats.org/officeDocument/2006/relationships/image" Target="../media/image134.png"/><Relationship Id="rId150" Type="http://schemas.openxmlformats.org/officeDocument/2006/relationships/customXml" Target="../ink/ink175.xml"/><Relationship Id="rId171" Type="http://schemas.openxmlformats.org/officeDocument/2006/relationships/image" Target="../media/image177.png"/><Relationship Id="rId192" Type="http://schemas.openxmlformats.org/officeDocument/2006/relationships/customXml" Target="../ink/ink196.xml"/><Relationship Id="rId206" Type="http://schemas.openxmlformats.org/officeDocument/2006/relationships/customXml" Target="../ink/ink203.xml"/><Relationship Id="rId227" Type="http://schemas.openxmlformats.org/officeDocument/2006/relationships/image" Target="../media/image205.png"/><Relationship Id="rId248" Type="http://schemas.openxmlformats.org/officeDocument/2006/relationships/image" Target="../media/image214.png"/><Relationship Id="rId12" Type="http://schemas.openxmlformats.org/officeDocument/2006/relationships/customXml" Target="../ink/ink106.xml"/><Relationship Id="rId33" Type="http://schemas.openxmlformats.org/officeDocument/2006/relationships/image" Target="../media/image108.png"/><Relationship Id="rId108" Type="http://schemas.openxmlformats.org/officeDocument/2006/relationships/customXml" Target="../ink/ink154.xml"/><Relationship Id="rId129" Type="http://schemas.openxmlformats.org/officeDocument/2006/relationships/image" Target="../media/image156.png"/><Relationship Id="rId54" Type="http://schemas.openxmlformats.org/officeDocument/2006/relationships/customXml" Target="../ink/ink127.xml"/><Relationship Id="rId75" Type="http://schemas.openxmlformats.org/officeDocument/2006/relationships/image" Target="../media/image129.png"/><Relationship Id="rId96" Type="http://schemas.openxmlformats.org/officeDocument/2006/relationships/customXml" Target="../ink/ink148.xml"/><Relationship Id="rId140" Type="http://schemas.openxmlformats.org/officeDocument/2006/relationships/customXml" Target="../ink/ink170.xml"/><Relationship Id="rId161" Type="http://schemas.openxmlformats.org/officeDocument/2006/relationships/image" Target="../media/image172.png"/><Relationship Id="rId182" Type="http://schemas.openxmlformats.org/officeDocument/2006/relationships/customXml" Target="../ink/ink191.xml"/><Relationship Id="rId217" Type="http://schemas.openxmlformats.org/officeDocument/2006/relationships/image" Target="../media/image200.png"/><Relationship Id="rId6" Type="http://schemas.openxmlformats.org/officeDocument/2006/relationships/customXml" Target="../ink/ink103.xml"/><Relationship Id="rId238" Type="http://schemas.openxmlformats.org/officeDocument/2006/relationships/image" Target="../media/image209.png"/><Relationship Id="rId259" Type="http://schemas.openxmlformats.org/officeDocument/2006/relationships/customXml" Target="../ink/ink231.xml"/><Relationship Id="rId23" Type="http://schemas.openxmlformats.org/officeDocument/2006/relationships/image" Target="../media/image103.png"/><Relationship Id="rId119" Type="http://schemas.openxmlformats.org/officeDocument/2006/relationships/image" Target="../media/image151.png"/><Relationship Id="rId44" Type="http://schemas.openxmlformats.org/officeDocument/2006/relationships/customXml" Target="../ink/ink122.xml"/><Relationship Id="rId65" Type="http://schemas.openxmlformats.org/officeDocument/2006/relationships/image" Target="../media/image124.png"/><Relationship Id="rId86" Type="http://schemas.openxmlformats.org/officeDocument/2006/relationships/customXml" Target="../ink/ink143.xml"/><Relationship Id="rId130" Type="http://schemas.openxmlformats.org/officeDocument/2006/relationships/customXml" Target="../ink/ink165.xml"/><Relationship Id="rId151" Type="http://schemas.openxmlformats.org/officeDocument/2006/relationships/image" Target="../media/image167.png"/><Relationship Id="rId172" Type="http://schemas.openxmlformats.org/officeDocument/2006/relationships/customXml" Target="../ink/ink186.xml"/><Relationship Id="rId193" Type="http://schemas.openxmlformats.org/officeDocument/2006/relationships/image" Target="../media/image188.png"/><Relationship Id="rId207" Type="http://schemas.openxmlformats.org/officeDocument/2006/relationships/image" Target="../media/image195.png"/><Relationship Id="rId228" Type="http://schemas.openxmlformats.org/officeDocument/2006/relationships/customXml" Target="../ink/ink214.xml"/><Relationship Id="rId249" Type="http://schemas.openxmlformats.org/officeDocument/2006/relationships/customXml" Target="../ink/ink226.xml"/><Relationship Id="rId13" Type="http://schemas.openxmlformats.org/officeDocument/2006/relationships/image" Target="../media/image980.png"/><Relationship Id="rId109" Type="http://schemas.openxmlformats.org/officeDocument/2006/relationships/image" Target="../media/image146.png"/><Relationship Id="rId260" Type="http://schemas.openxmlformats.org/officeDocument/2006/relationships/image" Target="../media/image220.png"/><Relationship Id="rId34" Type="http://schemas.openxmlformats.org/officeDocument/2006/relationships/customXml" Target="../ink/ink117.xml"/><Relationship Id="rId55" Type="http://schemas.openxmlformats.org/officeDocument/2006/relationships/image" Target="../media/image119.png"/><Relationship Id="rId76" Type="http://schemas.openxmlformats.org/officeDocument/2006/relationships/customXml" Target="../ink/ink138.xml"/><Relationship Id="rId97" Type="http://schemas.openxmlformats.org/officeDocument/2006/relationships/image" Target="../media/image140.png"/><Relationship Id="rId120" Type="http://schemas.openxmlformats.org/officeDocument/2006/relationships/customXml" Target="../ink/ink160.xml"/><Relationship Id="rId141" Type="http://schemas.openxmlformats.org/officeDocument/2006/relationships/image" Target="../media/image162.png"/><Relationship Id="rId7" Type="http://schemas.openxmlformats.org/officeDocument/2006/relationships/image" Target="../media/image950.png"/><Relationship Id="rId162" Type="http://schemas.openxmlformats.org/officeDocument/2006/relationships/customXml" Target="../ink/ink181.xml"/><Relationship Id="rId183" Type="http://schemas.openxmlformats.org/officeDocument/2006/relationships/image" Target="../media/image183.png"/><Relationship Id="rId218" Type="http://schemas.openxmlformats.org/officeDocument/2006/relationships/customXml" Target="../ink/ink209.xml"/><Relationship Id="rId239" Type="http://schemas.openxmlformats.org/officeDocument/2006/relationships/customXml" Target="../ink/ink221.xml"/><Relationship Id="rId250" Type="http://schemas.openxmlformats.org/officeDocument/2006/relationships/image" Target="../media/image215.png"/><Relationship Id="rId24" Type="http://schemas.openxmlformats.org/officeDocument/2006/relationships/customXml" Target="../ink/ink112.xml"/><Relationship Id="rId45" Type="http://schemas.openxmlformats.org/officeDocument/2006/relationships/image" Target="../media/image114.png"/><Relationship Id="rId66" Type="http://schemas.openxmlformats.org/officeDocument/2006/relationships/customXml" Target="../ink/ink133.xml"/><Relationship Id="rId87" Type="http://schemas.openxmlformats.org/officeDocument/2006/relationships/image" Target="../media/image135.png"/><Relationship Id="rId110" Type="http://schemas.openxmlformats.org/officeDocument/2006/relationships/customXml" Target="../ink/ink155.xml"/><Relationship Id="rId131" Type="http://schemas.openxmlformats.org/officeDocument/2006/relationships/image" Target="../media/image157.png"/><Relationship Id="rId152" Type="http://schemas.openxmlformats.org/officeDocument/2006/relationships/customXml" Target="../ink/ink176.xml"/><Relationship Id="rId173" Type="http://schemas.openxmlformats.org/officeDocument/2006/relationships/image" Target="../media/image178.png"/><Relationship Id="rId194" Type="http://schemas.openxmlformats.org/officeDocument/2006/relationships/customXml" Target="../ink/ink197.xml"/><Relationship Id="rId208" Type="http://schemas.openxmlformats.org/officeDocument/2006/relationships/customXml" Target="../ink/ink204.xml"/><Relationship Id="rId229" Type="http://schemas.openxmlformats.org/officeDocument/2006/relationships/customXml" Target="../ink/ink215.xml"/><Relationship Id="rId240" Type="http://schemas.openxmlformats.org/officeDocument/2006/relationships/image" Target="../media/image210.png"/><Relationship Id="rId261" Type="http://schemas.openxmlformats.org/officeDocument/2006/relationships/customXml" Target="../ink/ink232.xml"/><Relationship Id="rId14" Type="http://schemas.openxmlformats.org/officeDocument/2006/relationships/customXml" Target="../ink/ink107.xml"/><Relationship Id="rId35" Type="http://schemas.openxmlformats.org/officeDocument/2006/relationships/image" Target="../media/image109.png"/><Relationship Id="rId56" Type="http://schemas.openxmlformats.org/officeDocument/2006/relationships/customXml" Target="../ink/ink128.xml"/><Relationship Id="rId77" Type="http://schemas.openxmlformats.org/officeDocument/2006/relationships/image" Target="../media/image130.png"/><Relationship Id="rId100" Type="http://schemas.openxmlformats.org/officeDocument/2006/relationships/customXml" Target="../ink/ink150.xml"/><Relationship Id="rId8" Type="http://schemas.openxmlformats.org/officeDocument/2006/relationships/customXml" Target="../ink/ink104.xml"/><Relationship Id="rId98" Type="http://schemas.openxmlformats.org/officeDocument/2006/relationships/customXml" Target="../ink/ink149.xml"/><Relationship Id="rId121" Type="http://schemas.openxmlformats.org/officeDocument/2006/relationships/image" Target="../media/image152.png"/><Relationship Id="rId142" Type="http://schemas.openxmlformats.org/officeDocument/2006/relationships/customXml" Target="../ink/ink171.xml"/><Relationship Id="rId163" Type="http://schemas.openxmlformats.org/officeDocument/2006/relationships/image" Target="../media/image173.png"/><Relationship Id="rId184" Type="http://schemas.openxmlformats.org/officeDocument/2006/relationships/customXml" Target="../ink/ink192.xml"/><Relationship Id="rId219" Type="http://schemas.openxmlformats.org/officeDocument/2006/relationships/image" Target="../media/image201.png"/><Relationship Id="rId230" Type="http://schemas.openxmlformats.org/officeDocument/2006/relationships/customXml" Target="../ink/ink216.xml"/><Relationship Id="rId251" Type="http://schemas.openxmlformats.org/officeDocument/2006/relationships/customXml" Target="../ink/ink227.xml"/><Relationship Id="rId25" Type="http://schemas.openxmlformats.org/officeDocument/2006/relationships/image" Target="../media/image104.png"/><Relationship Id="rId46" Type="http://schemas.openxmlformats.org/officeDocument/2006/relationships/customXml" Target="../ink/ink123.xml"/><Relationship Id="rId67" Type="http://schemas.openxmlformats.org/officeDocument/2006/relationships/image" Target="../media/image125.png"/><Relationship Id="rId88" Type="http://schemas.openxmlformats.org/officeDocument/2006/relationships/customXml" Target="../ink/ink144.xml"/><Relationship Id="rId111" Type="http://schemas.openxmlformats.org/officeDocument/2006/relationships/image" Target="../media/image147.png"/><Relationship Id="rId132" Type="http://schemas.openxmlformats.org/officeDocument/2006/relationships/customXml" Target="../ink/ink166.xml"/><Relationship Id="rId153" Type="http://schemas.openxmlformats.org/officeDocument/2006/relationships/image" Target="../media/image168.png"/><Relationship Id="rId174" Type="http://schemas.openxmlformats.org/officeDocument/2006/relationships/customXml" Target="../ink/ink187.xml"/><Relationship Id="rId195" Type="http://schemas.openxmlformats.org/officeDocument/2006/relationships/image" Target="../media/image189.png"/><Relationship Id="rId209" Type="http://schemas.openxmlformats.org/officeDocument/2006/relationships/image" Target="../media/image196.png"/><Relationship Id="rId220" Type="http://schemas.openxmlformats.org/officeDocument/2006/relationships/customXml" Target="../ink/ink210.xml"/><Relationship Id="rId241" Type="http://schemas.openxmlformats.org/officeDocument/2006/relationships/customXml" Target="../ink/ink222.xml"/><Relationship Id="rId15" Type="http://schemas.openxmlformats.org/officeDocument/2006/relationships/image" Target="../media/image99.png"/><Relationship Id="rId36" Type="http://schemas.openxmlformats.org/officeDocument/2006/relationships/customXml" Target="../ink/ink118.xml"/><Relationship Id="rId57" Type="http://schemas.openxmlformats.org/officeDocument/2006/relationships/image" Target="../media/image120.png"/><Relationship Id="rId262" Type="http://schemas.openxmlformats.org/officeDocument/2006/relationships/image" Target="../media/image221.png"/><Relationship Id="rId78" Type="http://schemas.openxmlformats.org/officeDocument/2006/relationships/customXml" Target="../ink/ink139.xml"/><Relationship Id="rId99" Type="http://schemas.openxmlformats.org/officeDocument/2006/relationships/image" Target="../media/image141.png"/><Relationship Id="rId101" Type="http://schemas.openxmlformats.org/officeDocument/2006/relationships/image" Target="../media/image142.png"/><Relationship Id="rId122" Type="http://schemas.openxmlformats.org/officeDocument/2006/relationships/customXml" Target="../ink/ink161.xml"/><Relationship Id="rId143" Type="http://schemas.openxmlformats.org/officeDocument/2006/relationships/image" Target="../media/image163.png"/><Relationship Id="rId164" Type="http://schemas.openxmlformats.org/officeDocument/2006/relationships/customXml" Target="../ink/ink182.xml"/><Relationship Id="rId185" Type="http://schemas.openxmlformats.org/officeDocument/2006/relationships/image" Target="../media/image184.png"/><Relationship Id="rId9" Type="http://schemas.openxmlformats.org/officeDocument/2006/relationships/image" Target="../media/image960.png"/><Relationship Id="rId210" Type="http://schemas.openxmlformats.org/officeDocument/2006/relationships/customXml" Target="../ink/ink205.xml"/><Relationship Id="rId26" Type="http://schemas.openxmlformats.org/officeDocument/2006/relationships/customXml" Target="../ink/ink113.xml"/><Relationship Id="rId231" Type="http://schemas.openxmlformats.org/officeDocument/2006/relationships/image" Target="../media/image206.png"/><Relationship Id="rId252" Type="http://schemas.openxmlformats.org/officeDocument/2006/relationships/image" Target="../media/image216.png"/><Relationship Id="rId47" Type="http://schemas.openxmlformats.org/officeDocument/2006/relationships/image" Target="../media/image115.png"/><Relationship Id="rId68" Type="http://schemas.openxmlformats.org/officeDocument/2006/relationships/customXml" Target="../ink/ink134.xml"/><Relationship Id="rId89" Type="http://schemas.openxmlformats.org/officeDocument/2006/relationships/image" Target="../media/image136.png"/><Relationship Id="rId112" Type="http://schemas.openxmlformats.org/officeDocument/2006/relationships/customXml" Target="../ink/ink156.xml"/><Relationship Id="rId133" Type="http://schemas.openxmlformats.org/officeDocument/2006/relationships/image" Target="../media/image158.png"/><Relationship Id="rId154" Type="http://schemas.openxmlformats.org/officeDocument/2006/relationships/customXml" Target="../ink/ink177.xml"/><Relationship Id="rId175" Type="http://schemas.openxmlformats.org/officeDocument/2006/relationships/image" Target="../media/image179.png"/><Relationship Id="rId196" Type="http://schemas.openxmlformats.org/officeDocument/2006/relationships/customXml" Target="../ink/ink198.xml"/><Relationship Id="rId200" Type="http://schemas.openxmlformats.org/officeDocument/2006/relationships/customXml" Target="../ink/ink200.xml"/><Relationship Id="rId16" Type="http://schemas.openxmlformats.org/officeDocument/2006/relationships/customXml" Target="../ink/ink108.xml"/><Relationship Id="rId221" Type="http://schemas.openxmlformats.org/officeDocument/2006/relationships/image" Target="../media/image202.png"/><Relationship Id="rId242" Type="http://schemas.openxmlformats.org/officeDocument/2006/relationships/image" Target="../media/image211.png"/><Relationship Id="rId263" Type="http://schemas.openxmlformats.org/officeDocument/2006/relationships/customXml" Target="../ink/ink233.xml"/><Relationship Id="rId37" Type="http://schemas.openxmlformats.org/officeDocument/2006/relationships/image" Target="../media/image110.png"/><Relationship Id="rId58" Type="http://schemas.openxmlformats.org/officeDocument/2006/relationships/customXml" Target="../ink/ink129.xml"/><Relationship Id="rId79" Type="http://schemas.openxmlformats.org/officeDocument/2006/relationships/image" Target="../media/image131.png"/><Relationship Id="rId102" Type="http://schemas.openxmlformats.org/officeDocument/2006/relationships/customXml" Target="../ink/ink151.xml"/><Relationship Id="rId123" Type="http://schemas.openxmlformats.org/officeDocument/2006/relationships/image" Target="../media/image153.png"/><Relationship Id="rId144" Type="http://schemas.openxmlformats.org/officeDocument/2006/relationships/customXml" Target="../ink/ink172.xml"/><Relationship Id="rId90" Type="http://schemas.openxmlformats.org/officeDocument/2006/relationships/customXml" Target="../ink/ink145.xml"/><Relationship Id="rId165" Type="http://schemas.openxmlformats.org/officeDocument/2006/relationships/image" Target="../media/image174.png"/><Relationship Id="rId186" Type="http://schemas.openxmlformats.org/officeDocument/2006/relationships/customXml" Target="../ink/ink193.xml"/><Relationship Id="rId211" Type="http://schemas.openxmlformats.org/officeDocument/2006/relationships/image" Target="../media/image197.png"/><Relationship Id="rId232" Type="http://schemas.openxmlformats.org/officeDocument/2006/relationships/customXml" Target="../ink/ink217.xml"/><Relationship Id="rId253" Type="http://schemas.openxmlformats.org/officeDocument/2006/relationships/customXml" Target="../ink/ink228.xml"/><Relationship Id="rId27" Type="http://schemas.openxmlformats.org/officeDocument/2006/relationships/image" Target="../media/image105.png"/><Relationship Id="rId48" Type="http://schemas.openxmlformats.org/officeDocument/2006/relationships/customXml" Target="../ink/ink124.xml"/><Relationship Id="rId69" Type="http://schemas.openxmlformats.org/officeDocument/2006/relationships/image" Target="../media/image126.png"/><Relationship Id="rId113" Type="http://schemas.openxmlformats.org/officeDocument/2006/relationships/image" Target="../media/image148.png"/><Relationship Id="rId134" Type="http://schemas.openxmlformats.org/officeDocument/2006/relationships/customXml" Target="../ink/ink167.xml"/><Relationship Id="rId80" Type="http://schemas.openxmlformats.org/officeDocument/2006/relationships/customXml" Target="../ink/ink140.xml"/><Relationship Id="rId155" Type="http://schemas.openxmlformats.org/officeDocument/2006/relationships/image" Target="../media/image169.png"/><Relationship Id="rId176" Type="http://schemas.openxmlformats.org/officeDocument/2006/relationships/customXml" Target="../ink/ink188.xml"/><Relationship Id="rId197" Type="http://schemas.openxmlformats.org/officeDocument/2006/relationships/image" Target="../media/image190.png"/><Relationship Id="rId201" Type="http://schemas.openxmlformats.org/officeDocument/2006/relationships/image" Target="../media/image192.png"/><Relationship Id="rId222" Type="http://schemas.openxmlformats.org/officeDocument/2006/relationships/customXml" Target="../ink/ink211.xml"/><Relationship Id="rId243" Type="http://schemas.openxmlformats.org/officeDocument/2006/relationships/customXml" Target="../ink/ink223.xml"/><Relationship Id="rId264" Type="http://schemas.openxmlformats.org/officeDocument/2006/relationships/customXml" Target="../ink/ink234.xml"/><Relationship Id="rId17" Type="http://schemas.openxmlformats.org/officeDocument/2006/relationships/image" Target="../media/image100.png"/><Relationship Id="rId38" Type="http://schemas.openxmlformats.org/officeDocument/2006/relationships/customXml" Target="../ink/ink119.xml"/><Relationship Id="rId59" Type="http://schemas.openxmlformats.org/officeDocument/2006/relationships/image" Target="../media/image121.png"/><Relationship Id="rId103" Type="http://schemas.openxmlformats.org/officeDocument/2006/relationships/image" Target="../media/image143.png"/><Relationship Id="rId124" Type="http://schemas.openxmlformats.org/officeDocument/2006/relationships/customXml" Target="../ink/ink162.xml"/><Relationship Id="rId70" Type="http://schemas.openxmlformats.org/officeDocument/2006/relationships/customXml" Target="../ink/ink135.xml"/><Relationship Id="rId91" Type="http://schemas.openxmlformats.org/officeDocument/2006/relationships/image" Target="../media/image137.png"/><Relationship Id="rId145" Type="http://schemas.openxmlformats.org/officeDocument/2006/relationships/image" Target="../media/image164.png"/><Relationship Id="rId166" Type="http://schemas.openxmlformats.org/officeDocument/2006/relationships/customXml" Target="../ink/ink183.xml"/><Relationship Id="rId187" Type="http://schemas.openxmlformats.org/officeDocument/2006/relationships/image" Target="../media/image185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06.xml"/><Relationship Id="rId233" Type="http://schemas.openxmlformats.org/officeDocument/2006/relationships/customXml" Target="../ink/ink218.xml"/><Relationship Id="rId254" Type="http://schemas.openxmlformats.org/officeDocument/2006/relationships/image" Target="../media/image217.png"/><Relationship Id="rId28" Type="http://schemas.openxmlformats.org/officeDocument/2006/relationships/customXml" Target="../ink/ink114.xml"/><Relationship Id="rId49" Type="http://schemas.openxmlformats.org/officeDocument/2006/relationships/image" Target="../media/image116.png"/><Relationship Id="rId114" Type="http://schemas.openxmlformats.org/officeDocument/2006/relationships/customXml" Target="../ink/ink157.xml"/><Relationship Id="rId60" Type="http://schemas.openxmlformats.org/officeDocument/2006/relationships/customXml" Target="../ink/ink130.xml"/><Relationship Id="rId81" Type="http://schemas.openxmlformats.org/officeDocument/2006/relationships/image" Target="../media/image132.png"/><Relationship Id="rId135" Type="http://schemas.openxmlformats.org/officeDocument/2006/relationships/image" Target="../media/image159.png"/><Relationship Id="rId156" Type="http://schemas.openxmlformats.org/officeDocument/2006/relationships/customXml" Target="../ink/ink178.xml"/><Relationship Id="rId177" Type="http://schemas.openxmlformats.org/officeDocument/2006/relationships/image" Target="../media/image180.png"/><Relationship Id="rId198" Type="http://schemas.openxmlformats.org/officeDocument/2006/relationships/customXml" Target="../ink/ink199.xml"/><Relationship Id="rId202" Type="http://schemas.openxmlformats.org/officeDocument/2006/relationships/customXml" Target="../ink/ink201.xml"/><Relationship Id="rId223" Type="http://schemas.openxmlformats.org/officeDocument/2006/relationships/image" Target="../media/image203.png"/><Relationship Id="rId244" Type="http://schemas.openxmlformats.org/officeDocument/2006/relationships/image" Target="../media/image212.png"/><Relationship Id="rId18" Type="http://schemas.openxmlformats.org/officeDocument/2006/relationships/customXml" Target="../ink/ink109.xml"/><Relationship Id="rId39" Type="http://schemas.openxmlformats.org/officeDocument/2006/relationships/image" Target="../media/image111.png"/><Relationship Id="rId265" Type="http://schemas.openxmlformats.org/officeDocument/2006/relationships/image" Target="../media/image222.png"/><Relationship Id="rId50" Type="http://schemas.openxmlformats.org/officeDocument/2006/relationships/customXml" Target="../ink/ink125.xml"/><Relationship Id="rId104" Type="http://schemas.openxmlformats.org/officeDocument/2006/relationships/customXml" Target="../ink/ink152.xml"/><Relationship Id="rId125" Type="http://schemas.openxmlformats.org/officeDocument/2006/relationships/image" Target="../media/image154.png"/><Relationship Id="rId146" Type="http://schemas.openxmlformats.org/officeDocument/2006/relationships/customXml" Target="../ink/ink173.xml"/><Relationship Id="rId167" Type="http://schemas.openxmlformats.org/officeDocument/2006/relationships/image" Target="../media/image175.png"/><Relationship Id="rId188" Type="http://schemas.openxmlformats.org/officeDocument/2006/relationships/customXml" Target="../ink/ink194.xml"/><Relationship Id="rId71" Type="http://schemas.openxmlformats.org/officeDocument/2006/relationships/image" Target="../media/image127.png"/><Relationship Id="rId92" Type="http://schemas.openxmlformats.org/officeDocument/2006/relationships/customXml" Target="../ink/ink146.xml"/><Relationship Id="rId213" Type="http://schemas.openxmlformats.org/officeDocument/2006/relationships/image" Target="../media/image198.png"/><Relationship Id="rId234" Type="http://schemas.openxmlformats.org/officeDocument/2006/relationships/image" Target="../media/image207.png"/><Relationship Id="rId2" Type="http://schemas.openxmlformats.org/officeDocument/2006/relationships/customXml" Target="../ink/ink101.xml"/><Relationship Id="rId29" Type="http://schemas.openxmlformats.org/officeDocument/2006/relationships/image" Target="../media/image106.png"/><Relationship Id="rId255" Type="http://schemas.openxmlformats.org/officeDocument/2006/relationships/customXml" Target="../ink/ink229.xml"/><Relationship Id="rId40" Type="http://schemas.openxmlformats.org/officeDocument/2006/relationships/customXml" Target="../ink/ink120.xml"/><Relationship Id="rId115" Type="http://schemas.openxmlformats.org/officeDocument/2006/relationships/image" Target="../media/image149.png"/><Relationship Id="rId136" Type="http://schemas.openxmlformats.org/officeDocument/2006/relationships/customXml" Target="../ink/ink168.xml"/><Relationship Id="rId157" Type="http://schemas.openxmlformats.org/officeDocument/2006/relationships/image" Target="../media/image170.png"/><Relationship Id="rId178" Type="http://schemas.openxmlformats.org/officeDocument/2006/relationships/customXml" Target="../ink/ink189.xml"/><Relationship Id="rId61" Type="http://schemas.openxmlformats.org/officeDocument/2006/relationships/image" Target="../media/image122.png"/><Relationship Id="rId82" Type="http://schemas.openxmlformats.org/officeDocument/2006/relationships/customXml" Target="../ink/ink141.xml"/><Relationship Id="rId199" Type="http://schemas.openxmlformats.org/officeDocument/2006/relationships/image" Target="../media/image191.png"/><Relationship Id="rId203" Type="http://schemas.openxmlformats.org/officeDocument/2006/relationships/image" Target="../media/image193.png"/><Relationship Id="rId19" Type="http://schemas.openxmlformats.org/officeDocument/2006/relationships/image" Target="../media/image101.png"/><Relationship Id="rId224" Type="http://schemas.openxmlformats.org/officeDocument/2006/relationships/customXml" Target="../ink/ink212.xml"/><Relationship Id="rId245" Type="http://schemas.openxmlformats.org/officeDocument/2006/relationships/customXml" Target="../ink/ink224.xml"/><Relationship Id="rId266" Type="http://schemas.openxmlformats.org/officeDocument/2006/relationships/customXml" Target="../ink/ink235.xml"/><Relationship Id="rId30" Type="http://schemas.openxmlformats.org/officeDocument/2006/relationships/customXml" Target="../ink/ink115.xml"/><Relationship Id="rId105" Type="http://schemas.openxmlformats.org/officeDocument/2006/relationships/image" Target="../media/image144.png"/><Relationship Id="rId126" Type="http://schemas.openxmlformats.org/officeDocument/2006/relationships/customXml" Target="../ink/ink163.xml"/><Relationship Id="rId147" Type="http://schemas.openxmlformats.org/officeDocument/2006/relationships/image" Target="../media/image165.png"/><Relationship Id="rId168" Type="http://schemas.openxmlformats.org/officeDocument/2006/relationships/customXml" Target="../ink/ink184.xml"/><Relationship Id="rId51" Type="http://schemas.openxmlformats.org/officeDocument/2006/relationships/image" Target="../media/image117.png"/><Relationship Id="rId72" Type="http://schemas.openxmlformats.org/officeDocument/2006/relationships/customXml" Target="../ink/ink136.xml"/><Relationship Id="rId93" Type="http://schemas.openxmlformats.org/officeDocument/2006/relationships/image" Target="../media/image138.png"/><Relationship Id="rId189" Type="http://schemas.openxmlformats.org/officeDocument/2006/relationships/image" Target="../media/image186.png"/><Relationship Id="rId3" Type="http://schemas.openxmlformats.org/officeDocument/2006/relationships/image" Target="../media/image930.png"/><Relationship Id="rId214" Type="http://schemas.openxmlformats.org/officeDocument/2006/relationships/customXml" Target="../ink/ink207.xml"/><Relationship Id="rId235" Type="http://schemas.openxmlformats.org/officeDocument/2006/relationships/customXml" Target="../ink/ink219.xml"/><Relationship Id="rId256" Type="http://schemas.openxmlformats.org/officeDocument/2006/relationships/image" Target="../media/image218.png"/><Relationship Id="rId116" Type="http://schemas.openxmlformats.org/officeDocument/2006/relationships/customXml" Target="../ink/ink158.xml"/><Relationship Id="rId137" Type="http://schemas.openxmlformats.org/officeDocument/2006/relationships/image" Target="../media/image160.png"/><Relationship Id="rId158" Type="http://schemas.openxmlformats.org/officeDocument/2006/relationships/customXml" Target="../ink/ink179.xml"/><Relationship Id="rId20" Type="http://schemas.openxmlformats.org/officeDocument/2006/relationships/customXml" Target="../ink/ink110.xml"/><Relationship Id="rId41" Type="http://schemas.openxmlformats.org/officeDocument/2006/relationships/image" Target="../media/image112.png"/><Relationship Id="rId62" Type="http://schemas.openxmlformats.org/officeDocument/2006/relationships/customXml" Target="../ink/ink131.xml"/><Relationship Id="rId83" Type="http://schemas.openxmlformats.org/officeDocument/2006/relationships/image" Target="../media/image133.png"/><Relationship Id="rId179" Type="http://schemas.openxmlformats.org/officeDocument/2006/relationships/image" Target="../media/image181.png"/><Relationship Id="rId190" Type="http://schemas.openxmlformats.org/officeDocument/2006/relationships/customXml" Target="../ink/ink195.xml"/><Relationship Id="rId204" Type="http://schemas.openxmlformats.org/officeDocument/2006/relationships/customXml" Target="../ink/ink202.xml"/><Relationship Id="rId225" Type="http://schemas.openxmlformats.org/officeDocument/2006/relationships/image" Target="../media/image204.png"/><Relationship Id="rId246" Type="http://schemas.openxmlformats.org/officeDocument/2006/relationships/image" Target="../media/image213.png"/><Relationship Id="rId106" Type="http://schemas.openxmlformats.org/officeDocument/2006/relationships/customXml" Target="../ink/ink153.xml"/><Relationship Id="rId127" Type="http://schemas.openxmlformats.org/officeDocument/2006/relationships/image" Target="../media/image155.png"/><Relationship Id="rId10" Type="http://schemas.openxmlformats.org/officeDocument/2006/relationships/customXml" Target="../ink/ink105.xml"/><Relationship Id="rId31" Type="http://schemas.openxmlformats.org/officeDocument/2006/relationships/image" Target="../media/image107.png"/><Relationship Id="rId52" Type="http://schemas.openxmlformats.org/officeDocument/2006/relationships/customXml" Target="../ink/ink126.xml"/><Relationship Id="rId73" Type="http://schemas.openxmlformats.org/officeDocument/2006/relationships/image" Target="../media/image128.png"/><Relationship Id="rId94" Type="http://schemas.openxmlformats.org/officeDocument/2006/relationships/customXml" Target="../ink/ink147.xml"/><Relationship Id="rId148" Type="http://schemas.openxmlformats.org/officeDocument/2006/relationships/customXml" Target="../ink/ink174.xml"/><Relationship Id="rId169" Type="http://schemas.openxmlformats.org/officeDocument/2006/relationships/image" Target="../media/image176.png"/><Relationship Id="rId4" Type="http://schemas.openxmlformats.org/officeDocument/2006/relationships/customXml" Target="../ink/ink102.xml"/><Relationship Id="rId180" Type="http://schemas.openxmlformats.org/officeDocument/2006/relationships/customXml" Target="../ink/ink190.xml"/><Relationship Id="rId215" Type="http://schemas.openxmlformats.org/officeDocument/2006/relationships/image" Target="../media/image199.png"/><Relationship Id="rId236" Type="http://schemas.openxmlformats.org/officeDocument/2006/relationships/image" Target="../media/image208.png"/><Relationship Id="rId257" Type="http://schemas.openxmlformats.org/officeDocument/2006/relationships/customXml" Target="../ink/ink230.xml"/><Relationship Id="rId42" Type="http://schemas.openxmlformats.org/officeDocument/2006/relationships/customXml" Target="../ink/ink121.xml"/><Relationship Id="rId84" Type="http://schemas.openxmlformats.org/officeDocument/2006/relationships/customXml" Target="../ink/ink142.xml"/><Relationship Id="rId138" Type="http://schemas.openxmlformats.org/officeDocument/2006/relationships/customXml" Target="../ink/ink169.xml"/><Relationship Id="rId191" Type="http://schemas.openxmlformats.org/officeDocument/2006/relationships/image" Target="../media/image187.png"/><Relationship Id="rId205" Type="http://schemas.openxmlformats.org/officeDocument/2006/relationships/image" Target="../media/image194.png"/><Relationship Id="rId247" Type="http://schemas.openxmlformats.org/officeDocument/2006/relationships/customXml" Target="../ink/ink225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56.png"/><Relationship Id="rId299" Type="http://schemas.openxmlformats.org/officeDocument/2006/relationships/image" Target="../media/image343.png"/><Relationship Id="rId21" Type="http://schemas.openxmlformats.org/officeDocument/2006/relationships/image" Target="../media/image2080.png"/><Relationship Id="rId63" Type="http://schemas.openxmlformats.org/officeDocument/2006/relationships/image" Target="../media/image229.png"/><Relationship Id="rId159" Type="http://schemas.openxmlformats.org/officeDocument/2006/relationships/image" Target="../media/image277.png"/><Relationship Id="rId324" Type="http://schemas.openxmlformats.org/officeDocument/2006/relationships/image" Target="../media/image355.png"/><Relationship Id="rId170" Type="http://schemas.openxmlformats.org/officeDocument/2006/relationships/customXml" Target="../ink/ink320.xml"/><Relationship Id="rId226" Type="http://schemas.openxmlformats.org/officeDocument/2006/relationships/customXml" Target="../ink/ink348.xml"/><Relationship Id="rId268" Type="http://schemas.openxmlformats.org/officeDocument/2006/relationships/customXml" Target="../ink/ink369.xml"/><Relationship Id="rId32" Type="http://schemas.openxmlformats.org/officeDocument/2006/relationships/customXml" Target="../ink/ink251.xml"/><Relationship Id="rId74" Type="http://schemas.openxmlformats.org/officeDocument/2006/relationships/customXml" Target="../ink/ink272.xml"/><Relationship Id="rId128" Type="http://schemas.openxmlformats.org/officeDocument/2006/relationships/customXml" Target="../ink/ink299.xml"/><Relationship Id="rId5" Type="http://schemas.openxmlformats.org/officeDocument/2006/relationships/image" Target="../media/image2000.png"/><Relationship Id="rId181" Type="http://schemas.openxmlformats.org/officeDocument/2006/relationships/image" Target="../media/image288.png"/><Relationship Id="rId237" Type="http://schemas.openxmlformats.org/officeDocument/2006/relationships/image" Target="../media/image316.png"/><Relationship Id="rId279" Type="http://schemas.openxmlformats.org/officeDocument/2006/relationships/image" Target="../media/image337.png"/><Relationship Id="rId43" Type="http://schemas.openxmlformats.org/officeDocument/2006/relationships/image" Target="../media/image2190.png"/><Relationship Id="rId139" Type="http://schemas.openxmlformats.org/officeDocument/2006/relationships/image" Target="../media/image267.png"/><Relationship Id="rId290" Type="http://schemas.openxmlformats.org/officeDocument/2006/relationships/customXml" Target="../ink/ink380.xml"/><Relationship Id="rId304" Type="http://schemas.openxmlformats.org/officeDocument/2006/relationships/customXml" Target="../ink/ink388.xml"/><Relationship Id="rId85" Type="http://schemas.openxmlformats.org/officeDocument/2006/relationships/image" Target="../media/image240.png"/><Relationship Id="rId150" Type="http://schemas.openxmlformats.org/officeDocument/2006/relationships/customXml" Target="../ink/ink310.xml"/><Relationship Id="rId192" Type="http://schemas.openxmlformats.org/officeDocument/2006/relationships/customXml" Target="../ink/ink331.xml"/><Relationship Id="rId206" Type="http://schemas.openxmlformats.org/officeDocument/2006/relationships/customXml" Target="../ink/ink338.xml"/><Relationship Id="rId248" Type="http://schemas.openxmlformats.org/officeDocument/2006/relationships/customXml" Target="../ink/ink359.xml"/><Relationship Id="rId12" Type="http://schemas.openxmlformats.org/officeDocument/2006/relationships/customXml" Target="../ink/ink241.xml"/><Relationship Id="rId108" Type="http://schemas.openxmlformats.org/officeDocument/2006/relationships/customXml" Target="../ink/ink289.xml"/><Relationship Id="rId315" Type="http://schemas.openxmlformats.org/officeDocument/2006/relationships/image" Target="../media/image351.png"/><Relationship Id="rId54" Type="http://schemas.openxmlformats.org/officeDocument/2006/relationships/customXml" Target="../ink/ink262.xml"/><Relationship Id="rId96" Type="http://schemas.openxmlformats.org/officeDocument/2006/relationships/customXml" Target="../ink/ink283.xml"/><Relationship Id="rId161" Type="http://schemas.openxmlformats.org/officeDocument/2006/relationships/image" Target="../media/image278.png"/><Relationship Id="rId217" Type="http://schemas.openxmlformats.org/officeDocument/2006/relationships/image" Target="../media/image306.png"/><Relationship Id="rId259" Type="http://schemas.openxmlformats.org/officeDocument/2006/relationships/image" Target="../media/image327.png"/><Relationship Id="rId23" Type="http://schemas.openxmlformats.org/officeDocument/2006/relationships/image" Target="../media/image2090.png"/><Relationship Id="rId119" Type="http://schemas.openxmlformats.org/officeDocument/2006/relationships/image" Target="../media/image257.png"/><Relationship Id="rId270" Type="http://schemas.openxmlformats.org/officeDocument/2006/relationships/customXml" Target="../ink/ink370.xml"/><Relationship Id="rId326" Type="http://schemas.openxmlformats.org/officeDocument/2006/relationships/customXml" Target="../ink/ink400.xml"/><Relationship Id="rId65" Type="http://schemas.openxmlformats.org/officeDocument/2006/relationships/image" Target="../media/image230.png"/><Relationship Id="rId130" Type="http://schemas.openxmlformats.org/officeDocument/2006/relationships/customXml" Target="../ink/ink300.xml"/><Relationship Id="rId172" Type="http://schemas.openxmlformats.org/officeDocument/2006/relationships/customXml" Target="../ink/ink321.xml"/><Relationship Id="rId228" Type="http://schemas.openxmlformats.org/officeDocument/2006/relationships/customXml" Target="../ink/ink349.xml"/><Relationship Id="rId281" Type="http://schemas.openxmlformats.org/officeDocument/2006/relationships/image" Target="../media/image338.png"/><Relationship Id="rId34" Type="http://schemas.openxmlformats.org/officeDocument/2006/relationships/customXml" Target="../ink/ink252.xml"/><Relationship Id="rId76" Type="http://schemas.openxmlformats.org/officeDocument/2006/relationships/customXml" Target="../ink/ink273.xml"/><Relationship Id="rId141" Type="http://schemas.openxmlformats.org/officeDocument/2006/relationships/image" Target="../media/image268.png"/><Relationship Id="rId7" Type="http://schemas.openxmlformats.org/officeDocument/2006/relationships/image" Target="../media/image2010.png"/><Relationship Id="rId162" Type="http://schemas.openxmlformats.org/officeDocument/2006/relationships/customXml" Target="../ink/ink316.xml"/><Relationship Id="rId183" Type="http://schemas.openxmlformats.org/officeDocument/2006/relationships/image" Target="../media/image289.png"/><Relationship Id="rId218" Type="http://schemas.openxmlformats.org/officeDocument/2006/relationships/customXml" Target="../ink/ink344.xml"/><Relationship Id="rId239" Type="http://schemas.openxmlformats.org/officeDocument/2006/relationships/image" Target="../media/image317.png"/><Relationship Id="rId250" Type="http://schemas.openxmlformats.org/officeDocument/2006/relationships/customXml" Target="../ink/ink360.xml"/><Relationship Id="rId271" Type="http://schemas.openxmlformats.org/officeDocument/2006/relationships/image" Target="../media/image333.png"/><Relationship Id="rId292" Type="http://schemas.openxmlformats.org/officeDocument/2006/relationships/image" Target="../media/image341.png"/><Relationship Id="rId306" Type="http://schemas.openxmlformats.org/officeDocument/2006/relationships/customXml" Target="../ink/ink389.xml"/><Relationship Id="rId24" Type="http://schemas.openxmlformats.org/officeDocument/2006/relationships/customXml" Target="../ink/ink247.xml"/><Relationship Id="rId45" Type="http://schemas.openxmlformats.org/officeDocument/2006/relationships/image" Target="../media/image2200.png"/><Relationship Id="rId66" Type="http://schemas.openxmlformats.org/officeDocument/2006/relationships/customXml" Target="../ink/ink268.xml"/><Relationship Id="rId87" Type="http://schemas.openxmlformats.org/officeDocument/2006/relationships/image" Target="../media/image241.png"/><Relationship Id="rId110" Type="http://schemas.openxmlformats.org/officeDocument/2006/relationships/customXml" Target="../ink/ink290.xml"/><Relationship Id="rId131" Type="http://schemas.openxmlformats.org/officeDocument/2006/relationships/image" Target="../media/image263.png"/><Relationship Id="rId327" Type="http://schemas.openxmlformats.org/officeDocument/2006/relationships/image" Target="../media/image356.png"/><Relationship Id="rId152" Type="http://schemas.openxmlformats.org/officeDocument/2006/relationships/customXml" Target="../ink/ink311.xml"/><Relationship Id="rId173" Type="http://schemas.openxmlformats.org/officeDocument/2006/relationships/image" Target="../media/image284.png"/><Relationship Id="rId194" Type="http://schemas.openxmlformats.org/officeDocument/2006/relationships/customXml" Target="../ink/ink332.xml"/><Relationship Id="rId208" Type="http://schemas.openxmlformats.org/officeDocument/2006/relationships/customXml" Target="../ink/ink339.xml"/><Relationship Id="rId229" Type="http://schemas.openxmlformats.org/officeDocument/2006/relationships/image" Target="../media/image312.png"/><Relationship Id="rId240" Type="http://schemas.openxmlformats.org/officeDocument/2006/relationships/customXml" Target="../ink/ink355.xml"/><Relationship Id="rId261" Type="http://schemas.openxmlformats.org/officeDocument/2006/relationships/image" Target="../media/image328.png"/><Relationship Id="rId14" Type="http://schemas.openxmlformats.org/officeDocument/2006/relationships/customXml" Target="../ink/ink242.xml"/><Relationship Id="rId35" Type="http://schemas.openxmlformats.org/officeDocument/2006/relationships/image" Target="../media/image2150.png"/><Relationship Id="rId56" Type="http://schemas.openxmlformats.org/officeDocument/2006/relationships/customXml" Target="../ink/ink263.xml"/><Relationship Id="rId77" Type="http://schemas.openxmlformats.org/officeDocument/2006/relationships/image" Target="../media/image236.png"/><Relationship Id="rId100" Type="http://schemas.openxmlformats.org/officeDocument/2006/relationships/customXml" Target="../ink/ink285.xml"/><Relationship Id="rId282" Type="http://schemas.openxmlformats.org/officeDocument/2006/relationships/customXml" Target="../ink/ink376.xml"/><Relationship Id="rId317" Type="http://schemas.openxmlformats.org/officeDocument/2006/relationships/customXml" Target="../ink/ink395.xml"/><Relationship Id="rId8" Type="http://schemas.openxmlformats.org/officeDocument/2006/relationships/customXml" Target="../ink/ink239.xml"/><Relationship Id="rId98" Type="http://schemas.openxmlformats.org/officeDocument/2006/relationships/customXml" Target="../ink/ink284.xml"/><Relationship Id="rId121" Type="http://schemas.openxmlformats.org/officeDocument/2006/relationships/image" Target="../media/image258.png"/><Relationship Id="rId142" Type="http://schemas.openxmlformats.org/officeDocument/2006/relationships/customXml" Target="../ink/ink306.xml"/><Relationship Id="rId163" Type="http://schemas.openxmlformats.org/officeDocument/2006/relationships/image" Target="../media/image279.png"/><Relationship Id="rId184" Type="http://schemas.openxmlformats.org/officeDocument/2006/relationships/customXml" Target="../ink/ink327.xml"/><Relationship Id="rId219" Type="http://schemas.openxmlformats.org/officeDocument/2006/relationships/image" Target="../media/image307.png"/><Relationship Id="rId230" Type="http://schemas.openxmlformats.org/officeDocument/2006/relationships/customXml" Target="../ink/ink350.xml"/><Relationship Id="rId251" Type="http://schemas.openxmlformats.org/officeDocument/2006/relationships/image" Target="../media/image323.png"/><Relationship Id="rId25" Type="http://schemas.openxmlformats.org/officeDocument/2006/relationships/image" Target="../media/image2100.png"/><Relationship Id="rId46" Type="http://schemas.openxmlformats.org/officeDocument/2006/relationships/customXml" Target="../ink/ink258.xml"/><Relationship Id="rId67" Type="http://schemas.openxmlformats.org/officeDocument/2006/relationships/image" Target="../media/image231.png"/><Relationship Id="rId272" Type="http://schemas.openxmlformats.org/officeDocument/2006/relationships/customXml" Target="../ink/ink371.xml"/><Relationship Id="rId293" Type="http://schemas.openxmlformats.org/officeDocument/2006/relationships/customXml" Target="../ink/ink382.xml"/><Relationship Id="rId307" Type="http://schemas.openxmlformats.org/officeDocument/2006/relationships/image" Target="../media/image347.png"/><Relationship Id="rId328" Type="http://schemas.openxmlformats.org/officeDocument/2006/relationships/customXml" Target="../ink/ink401.xml"/><Relationship Id="rId88" Type="http://schemas.openxmlformats.org/officeDocument/2006/relationships/customXml" Target="../ink/ink279.xml"/><Relationship Id="rId111" Type="http://schemas.openxmlformats.org/officeDocument/2006/relationships/image" Target="../media/image253.png"/><Relationship Id="rId132" Type="http://schemas.openxmlformats.org/officeDocument/2006/relationships/customXml" Target="../ink/ink301.xml"/><Relationship Id="rId153" Type="http://schemas.openxmlformats.org/officeDocument/2006/relationships/image" Target="../media/image274.png"/><Relationship Id="rId174" Type="http://schemas.openxmlformats.org/officeDocument/2006/relationships/customXml" Target="../ink/ink322.xml"/><Relationship Id="rId195" Type="http://schemas.openxmlformats.org/officeDocument/2006/relationships/image" Target="../media/image295.png"/><Relationship Id="rId209" Type="http://schemas.openxmlformats.org/officeDocument/2006/relationships/image" Target="../media/image302.png"/><Relationship Id="rId220" Type="http://schemas.openxmlformats.org/officeDocument/2006/relationships/customXml" Target="../ink/ink345.xml"/><Relationship Id="rId241" Type="http://schemas.openxmlformats.org/officeDocument/2006/relationships/image" Target="../media/image318.png"/><Relationship Id="rId15" Type="http://schemas.openxmlformats.org/officeDocument/2006/relationships/image" Target="../media/image2050.png"/><Relationship Id="rId36" Type="http://schemas.openxmlformats.org/officeDocument/2006/relationships/customXml" Target="../ink/ink253.xml"/><Relationship Id="rId57" Type="http://schemas.openxmlformats.org/officeDocument/2006/relationships/image" Target="../media/image226.png"/><Relationship Id="rId262" Type="http://schemas.openxmlformats.org/officeDocument/2006/relationships/customXml" Target="../ink/ink366.xml"/><Relationship Id="rId283" Type="http://schemas.openxmlformats.org/officeDocument/2006/relationships/image" Target="../media/image98.png"/><Relationship Id="rId318" Type="http://schemas.openxmlformats.org/officeDocument/2006/relationships/image" Target="../media/image352.png"/><Relationship Id="rId78" Type="http://schemas.openxmlformats.org/officeDocument/2006/relationships/customXml" Target="../ink/ink274.xml"/><Relationship Id="rId99" Type="http://schemas.openxmlformats.org/officeDocument/2006/relationships/image" Target="../media/image247.png"/><Relationship Id="rId101" Type="http://schemas.openxmlformats.org/officeDocument/2006/relationships/image" Target="../media/image248.png"/><Relationship Id="rId122" Type="http://schemas.openxmlformats.org/officeDocument/2006/relationships/customXml" Target="../ink/ink296.xml"/><Relationship Id="rId143" Type="http://schemas.openxmlformats.org/officeDocument/2006/relationships/image" Target="../media/image269.png"/><Relationship Id="rId164" Type="http://schemas.openxmlformats.org/officeDocument/2006/relationships/customXml" Target="../ink/ink317.xml"/><Relationship Id="rId185" Type="http://schemas.openxmlformats.org/officeDocument/2006/relationships/image" Target="../media/image290.png"/><Relationship Id="rId9" Type="http://schemas.openxmlformats.org/officeDocument/2006/relationships/image" Target="../media/image2020.png"/><Relationship Id="rId210" Type="http://schemas.openxmlformats.org/officeDocument/2006/relationships/customXml" Target="../ink/ink340.xml"/><Relationship Id="rId26" Type="http://schemas.openxmlformats.org/officeDocument/2006/relationships/customXml" Target="../ink/ink248.xml"/><Relationship Id="rId231" Type="http://schemas.openxmlformats.org/officeDocument/2006/relationships/image" Target="../media/image313.png"/><Relationship Id="rId252" Type="http://schemas.openxmlformats.org/officeDocument/2006/relationships/customXml" Target="../ink/ink361.xml"/><Relationship Id="rId273" Type="http://schemas.openxmlformats.org/officeDocument/2006/relationships/image" Target="../media/image334.png"/><Relationship Id="rId294" Type="http://schemas.openxmlformats.org/officeDocument/2006/relationships/image" Target="../media/image342.png"/><Relationship Id="rId308" Type="http://schemas.openxmlformats.org/officeDocument/2006/relationships/customXml" Target="../ink/ink390.xml"/><Relationship Id="rId47" Type="http://schemas.openxmlformats.org/officeDocument/2006/relationships/image" Target="../media/image2210.png"/><Relationship Id="rId68" Type="http://schemas.openxmlformats.org/officeDocument/2006/relationships/customXml" Target="../ink/ink269.xml"/><Relationship Id="rId89" Type="http://schemas.openxmlformats.org/officeDocument/2006/relationships/image" Target="../media/image242.png"/><Relationship Id="rId112" Type="http://schemas.openxmlformats.org/officeDocument/2006/relationships/customXml" Target="../ink/ink291.xml"/><Relationship Id="rId133" Type="http://schemas.openxmlformats.org/officeDocument/2006/relationships/image" Target="../media/image264.png"/><Relationship Id="rId154" Type="http://schemas.openxmlformats.org/officeDocument/2006/relationships/customXml" Target="../ink/ink312.xml"/><Relationship Id="rId175" Type="http://schemas.openxmlformats.org/officeDocument/2006/relationships/image" Target="../media/image285.png"/><Relationship Id="rId196" Type="http://schemas.openxmlformats.org/officeDocument/2006/relationships/customXml" Target="../ink/ink333.xml"/><Relationship Id="rId200" Type="http://schemas.openxmlformats.org/officeDocument/2006/relationships/customXml" Target="../ink/ink335.xml"/><Relationship Id="rId16" Type="http://schemas.openxmlformats.org/officeDocument/2006/relationships/customXml" Target="../ink/ink243.xml"/><Relationship Id="rId221" Type="http://schemas.openxmlformats.org/officeDocument/2006/relationships/image" Target="../media/image308.png"/><Relationship Id="rId242" Type="http://schemas.openxmlformats.org/officeDocument/2006/relationships/customXml" Target="../ink/ink356.xml"/><Relationship Id="rId263" Type="http://schemas.openxmlformats.org/officeDocument/2006/relationships/image" Target="../media/image329.png"/><Relationship Id="rId284" Type="http://schemas.openxmlformats.org/officeDocument/2006/relationships/customXml" Target="../ink/ink377.xml"/><Relationship Id="rId319" Type="http://schemas.openxmlformats.org/officeDocument/2006/relationships/customXml" Target="../ink/ink396.xml"/><Relationship Id="rId37" Type="http://schemas.openxmlformats.org/officeDocument/2006/relationships/image" Target="../media/image2160.png"/><Relationship Id="rId58" Type="http://schemas.openxmlformats.org/officeDocument/2006/relationships/customXml" Target="../ink/ink264.xml"/><Relationship Id="rId79" Type="http://schemas.openxmlformats.org/officeDocument/2006/relationships/image" Target="../media/image237.png"/><Relationship Id="rId102" Type="http://schemas.openxmlformats.org/officeDocument/2006/relationships/customXml" Target="../ink/ink286.xml"/><Relationship Id="rId123" Type="http://schemas.openxmlformats.org/officeDocument/2006/relationships/image" Target="../media/image259.png"/><Relationship Id="rId144" Type="http://schemas.openxmlformats.org/officeDocument/2006/relationships/customXml" Target="../ink/ink307.xml"/><Relationship Id="rId90" Type="http://schemas.openxmlformats.org/officeDocument/2006/relationships/customXml" Target="../ink/ink280.xml"/><Relationship Id="rId165" Type="http://schemas.openxmlformats.org/officeDocument/2006/relationships/image" Target="../media/image280.png"/><Relationship Id="rId186" Type="http://schemas.openxmlformats.org/officeDocument/2006/relationships/customXml" Target="../ink/ink328.xml"/><Relationship Id="rId211" Type="http://schemas.openxmlformats.org/officeDocument/2006/relationships/image" Target="../media/image303.png"/><Relationship Id="rId232" Type="http://schemas.openxmlformats.org/officeDocument/2006/relationships/customXml" Target="../ink/ink351.xml"/><Relationship Id="rId253" Type="http://schemas.openxmlformats.org/officeDocument/2006/relationships/image" Target="../media/image324.png"/><Relationship Id="rId274" Type="http://schemas.openxmlformats.org/officeDocument/2006/relationships/customXml" Target="../ink/ink372.xml"/><Relationship Id="rId295" Type="http://schemas.openxmlformats.org/officeDocument/2006/relationships/customXml" Target="../ink/ink383.xml"/><Relationship Id="rId309" Type="http://schemas.openxmlformats.org/officeDocument/2006/relationships/image" Target="../media/image348.png"/><Relationship Id="rId27" Type="http://schemas.openxmlformats.org/officeDocument/2006/relationships/image" Target="../media/image2110.png"/><Relationship Id="rId48" Type="http://schemas.openxmlformats.org/officeDocument/2006/relationships/customXml" Target="../ink/ink259.xml"/><Relationship Id="rId69" Type="http://schemas.openxmlformats.org/officeDocument/2006/relationships/image" Target="../media/image232.png"/><Relationship Id="rId113" Type="http://schemas.openxmlformats.org/officeDocument/2006/relationships/image" Target="../media/image254.png"/><Relationship Id="rId134" Type="http://schemas.openxmlformats.org/officeDocument/2006/relationships/customXml" Target="../ink/ink302.xml"/><Relationship Id="rId320" Type="http://schemas.openxmlformats.org/officeDocument/2006/relationships/image" Target="../media/image353.png"/><Relationship Id="rId80" Type="http://schemas.openxmlformats.org/officeDocument/2006/relationships/customXml" Target="../ink/ink275.xml"/><Relationship Id="rId155" Type="http://schemas.openxmlformats.org/officeDocument/2006/relationships/image" Target="../media/image275.png"/><Relationship Id="rId176" Type="http://schemas.openxmlformats.org/officeDocument/2006/relationships/customXml" Target="../ink/ink323.xml"/><Relationship Id="rId197" Type="http://schemas.openxmlformats.org/officeDocument/2006/relationships/image" Target="../media/image296.png"/><Relationship Id="rId201" Type="http://schemas.openxmlformats.org/officeDocument/2006/relationships/image" Target="../media/image298.png"/><Relationship Id="rId222" Type="http://schemas.openxmlformats.org/officeDocument/2006/relationships/customXml" Target="../ink/ink346.xml"/><Relationship Id="rId243" Type="http://schemas.openxmlformats.org/officeDocument/2006/relationships/image" Target="../media/image319.png"/><Relationship Id="rId264" Type="http://schemas.openxmlformats.org/officeDocument/2006/relationships/customXml" Target="../ink/ink367.xml"/><Relationship Id="rId285" Type="http://schemas.openxmlformats.org/officeDocument/2006/relationships/image" Target="../media/image339.png"/><Relationship Id="rId17" Type="http://schemas.openxmlformats.org/officeDocument/2006/relationships/image" Target="../media/image2060.png"/><Relationship Id="rId38" Type="http://schemas.openxmlformats.org/officeDocument/2006/relationships/customXml" Target="../ink/ink254.xml"/><Relationship Id="rId59" Type="http://schemas.openxmlformats.org/officeDocument/2006/relationships/image" Target="../media/image227.png"/><Relationship Id="rId103" Type="http://schemas.openxmlformats.org/officeDocument/2006/relationships/image" Target="../media/image249.png"/><Relationship Id="rId124" Type="http://schemas.openxmlformats.org/officeDocument/2006/relationships/customXml" Target="../ink/ink297.xml"/><Relationship Id="rId310" Type="http://schemas.openxmlformats.org/officeDocument/2006/relationships/customXml" Target="../ink/ink391.xml"/><Relationship Id="rId70" Type="http://schemas.openxmlformats.org/officeDocument/2006/relationships/customXml" Target="../ink/ink270.xml"/><Relationship Id="rId91" Type="http://schemas.openxmlformats.org/officeDocument/2006/relationships/image" Target="../media/image243.png"/><Relationship Id="rId145" Type="http://schemas.openxmlformats.org/officeDocument/2006/relationships/image" Target="../media/image270.png"/><Relationship Id="rId166" Type="http://schemas.openxmlformats.org/officeDocument/2006/relationships/customXml" Target="../ink/ink318.xml"/><Relationship Id="rId187" Type="http://schemas.openxmlformats.org/officeDocument/2006/relationships/image" Target="../media/image291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341.xml"/><Relationship Id="rId233" Type="http://schemas.openxmlformats.org/officeDocument/2006/relationships/image" Target="../media/image314.png"/><Relationship Id="rId254" Type="http://schemas.openxmlformats.org/officeDocument/2006/relationships/customXml" Target="../ink/ink362.xml"/><Relationship Id="rId28" Type="http://schemas.openxmlformats.org/officeDocument/2006/relationships/customXml" Target="../ink/ink249.xml"/><Relationship Id="rId49" Type="http://schemas.openxmlformats.org/officeDocument/2006/relationships/image" Target="../media/image2220.png"/><Relationship Id="rId114" Type="http://schemas.openxmlformats.org/officeDocument/2006/relationships/customXml" Target="../ink/ink292.xml"/><Relationship Id="rId275" Type="http://schemas.openxmlformats.org/officeDocument/2006/relationships/image" Target="../media/image335.png"/><Relationship Id="rId296" Type="http://schemas.openxmlformats.org/officeDocument/2006/relationships/image" Target="../media/image94.png"/><Relationship Id="rId300" Type="http://schemas.openxmlformats.org/officeDocument/2006/relationships/customXml" Target="../ink/ink386.xml"/><Relationship Id="rId60" Type="http://schemas.openxmlformats.org/officeDocument/2006/relationships/customXml" Target="../ink/ink265.xml"/><Relationship Id="rId81" Type="http://schemas.openxmlformats.org/officeDocument/2006/relationships/image" Target="../media/image238.png"/><Relationship Id="rId135" Type="http://schemas.openxmlformats.org/officeDocument/2006/relationships/image" Target="../media/image265.png"/><Relationship Id="rId156" Type="http://schemas.openxmlformats.org/officeDocument/2006/relationships/customXml" Target="../ink/ink313.xml"/><Relationship Id="rId177" Type="http://schemas.openxmlformats.org/officeDocument/2006/relationships/image" Target="../media/image286.png"/><Relationship Id="rId198" Type="http://schemas.openxmlformats.org/officeDocument/2006/relationships/customXml" Target="../ink/ink334.xml"/><Relationship Id="rId321" Type="http://schemas.openxmlformats.org/officeDocument/2006/relationships/customXml" Target="../ink/ink397.xml"/><Relationship Id="rId202" Type="http://schemas.openxmlformats.org/officeDocument/2006/relationships/customXml" Target="../ink/ink336.xml"/><Relationship Id="rId223" Type="http://schemas.openxmlformats.org/officeDocument/2006/relationships/image" Target="../media/image309.png"/><Relationship Id="rId244" Type="http://schemas.openxmlformats.org/officeDocument/2006/relationships/customXml" Target="../ink/ink357.xml"/><Relationship Id="rId18" Type="http://schemas.openxmlformats.org/officeDocument/2006/relationships/customXml" Target="../ink/ink244.xml"/><Relationship Id="rId39" Type="http://schemas.openxmlformats.org/officeDocument/2006/relationships/image" Target="../media/image2170.png"/><Relationship Id="rId265" Type="http://schemas.openxmlformats.org/officeDocument/2006/relationships/image" Target="../media/image330.png"/><Relationship Id="rId286" Type="http://schemas.openxmlformats.org/officeDocument/2006/relationships/customXml" Target="../ink/ink378.xml"/><Relationship Id="rId50" Type="http://schemas.openxmlformats.org/officeDocument/2006/relationships/customXml" Target="../ink/ink260.xml"/><Relationship Id="rId104" Type="http://schemas.openxmlformats.org/officeDocument/2006/relationships/customXml" Target="../ink/ink287.xml"/><Relationship Id="rId125" Type="http://schemas.openxmlformats.org/officeDocument/2006/relationships/image" Target="../media/image260.png"/><Relationship Id="rId146" Type="http://schemas.openxmlformats.org/officeDocument/2006/relationships/customXml" Target="../ink/ink308.xml"/><Relationship Id="rId167" Type="http://schemas.openxmlformats.org/officeDocument/2006/relationships/image" Target="../media/image281.png"/><Relationship Id="rId188" Type="http://schemas.openxmlformats.org/officeDocument/2006/relationships/customXml" Target="../ink/ink329.xml"/><Relationship Id="rId311" Type="http://schemas.openxmlformats.org/officeDocument/2006/relationships/image" Target="../media/image349.png"/><Relationship Id="rId71" Type="http://schemas.openxmlformats.org/officeDocument/2006/relationships/image" Target="../media/image233.png"/><Relationship Id="rId92" Type="http://schemas.openxmlformats.org/officeDocument/2006/relationships/customXml" Target="../ink/ink281.xml"/><Relationship Id="rId213" Type="http://schemas.openxmlformats.org/officeDocument/2006/relationships/image" Target="../media/image304.png"/><Relationship Id="rId234" Type="http://schemas.openxmlformats.org/officeDocument/2006/relationships/customXml" Target="../ink/ink352.xml"/><Relationship Id="rId2" Type="http://schemas.openxmlformats.org/officeDocument/2006/relationships/customXml" Target="../ink/ink236.xml"/><Relationship Id="rId29" Type="http://schemas.openxmlformats.org/officeDocument/2006/relationships/image" Target="../media/image2120.png"/><Relationship Id="rId255" Type="http://schemas.openxmlformats.org/officeDocument/2006/relationships/image" Target="../media/image325.png"/><Relationship Id="rId276" Type="http://schemas.openxmlformats.org/officeDocument/2006/relationships/customXml" Target="../ink/ink373.xml"/><Relationship Id="rId297" Type="http://schemas.openxmlformats.org/officeDocument/2006/relationships/customXml" Target="../ink/ink384.xml"/><Relationship Id="rId40" Type="http://schemas.openxmlformats.org/officeDocument/2006/relationships/customXml" Target="../ink/ink255.xml"/><Relationship Id="rId115" Type="http://schemas.openxmlformats.org/officeDocument/2006/relationships/image" Target="../media/image255.png"/><Relationship Id="rId136" Type="http://schemas.openxmlformats.org/officeDocument/2006/relationships/customXml" Target="../ink/ink303.xml"/><Relationship Id="rId157" Type="http://schemas.openxmlformats.org/officeDocument/2006/relationships/image" Target="../media/image276.png"/><Relationship Id="rId178" Type="http://schemas.openxmlformats.org/officeDocument/2006/relationships/customXml" Target="../ink/ink324.xml"/><Relationship Id="rId301" Type="http://schemas.openxmlformats.org/officeDocument/2006/relationships/image" Target="../media/image344.png"/><Relationship Id="rId322" Type="http://schemas.openxmlformats.org/officeDocument/2006/relationships/image" Target="../media/image354.png"/><Relationship Id="rId61" Type="http://schemas.openxmlformats.org/officeDocument/2006/relationships/image" Target="../media/image228.png"/><Relationship Id="rId82" Type="http://schemas.openxmlformats.org/officeDocument/2006/relationships/customXml" Target="../ink/ink276.xml"/><Relationship Id="rId199" Type="http://schemas.openxmlformats.org/officeDocument/2006/relationships/image" Target="../media/image297.png"/><Relationship Id="rId203" Type="http://schemas.openxmlformats.org/officeDocument/2006/relationships/image" Target="../media/image299.png"/><Relationship Id="rId19" Type="http://schemas.openxmlformats.org/officeDocument/2006/relationships/image" Target="../media/image2070.png"/><Relationship Id="rId224" Type="http://schemas.openxmlformats.org/officeDocument/2006/relationships/customXml" Target="../ink/ink347.xml"/><Relationship Id="rId245" Type="http://schemas.openxmlformats.org/officeDocument/2006/relationships/image" Target="../media/image320.png"/><Relationship Id="rId266" Type="http://schemas.openxmlformats.org/officeDocument/2006/relationships/customXml" Target="../ink/ink368.xml"/><Relationship Id="rId287" Type="http://schemas.openxmlformats.org/officeDocument/2006/relationships/image" Target="../media/image95.png"/><Relationship Id="rId30" Type="http://schemas.openxmlformats.org/officeDocument/2006/relationships/customXml" Target="../ink/ink250.xml"/><Relationship Id="rId105" Type="http://schemas.openxmlformats.org/officeDocument/2006/relationships/image" Target="../media/image250.png"/><Relationship Id="rId126" Type="http://schemas.openxmlformats.org/officeDocument/2006/relationships/customXml" Target="../ink/ink298.xml"/><Relationship Id="rId147" Type="http://schemas.openxmlformats.org/officeDocument/2006/relationships/image" Target="../media/image271.png"/><Relationship Id="rId168" Type="http://schemas.openxmlformats.org/officeDocument/2006/relationships/customXml" Target="../ink/ink319.xml"/><Relationship Id="rId312" Type="http://schemas.openxmlformats.org/officeDocument/2006/relationships/customXml" Target="../ink/ink392.xml"/><Relationship Id="rId51" Type="http://schemas.openxmlformats.org/officeDocument/2006/relationships/image" Target="../media/image223.png"/><Relationship Id="rId72" Type="http://schemas.openxmlformats.org/officeDocument/2006/relationships/customXml" Target="../ink/ink271.xml"/><Relationship Id="rId93" Type="http://schemas.openxmlformats.org/officeDocument/2006/relationships/image" Target="../media/image244.png"/><Relationship Id="rId189" Type="http://schemas.openxmlformats.org/officeDocument/2006/relationships/image" Target="../media/image292.png"/><Relationship Id="rId3" Type="http://schemas.openxmlformats.org/officeDocument/2006/relationships/image" Target="../media/image1990.png"/><Relationship Id="rId214" Type="http://schemas.openxmlformats.org/officeDocument/2006/relationships/customXml" Target="../ink/ink342.xml"/><Relationship Id="rId235" Type="http://schemas.openxmlformats.org/officeDocument/2006/relationships/image" Target="../media/image315.png"/><Relationship Id="rId256" Type="http://schemas.openxmlformats.org/officeDocument/2006/relationships/customXml" Target="../ink/ink363.xml"/><Relationship Id="rId277" Type="http://schemas.openxmlformats.org/officeDocument/2006/relationships/image" Target="../media/image336.png"/><Relationship Id="rId298" Type="http://schemas.openxmlformats.org/officeDocument/2006/relationships/customXml" Target="../ink/ink385.xml"/><Relationship Id="rId116" Type="http://schemas.openxmlformats.org/officeDocument/2006/relationships/customXml" Target="../ink/ink293.xml"/><Relationship Id="rId137" Type="http://schemas.openxmlformats.org/officeDocument/2006/relationships/image" Target="../media/image266.png"/><Relationship Id="rId158" Type="http://schemas.openxmlformats.org/officeDocument/2006/relationships/customXml" Target="../ink/ink314.xml"/><Relationship Id="rId302" Type="http://schemas.openxmlformats.org/officeDocument/2006/relationships/customXml" Target="../ink/ink387.xml"/><Relationship Id="rId323" Type="http://schemas.openxmlformats.org/officeDocument/2006/relationships/customXml" Target="../ink/ink398.xml"/><Relationship Id="rId20" Type="http://schemas.openxmlformats.org/officeDocument/2006/relationships/customXml" Target="../ink/ink245.xml"/><Relationship Id="rId41" Type="http://schemas.openxmlformats.org/officeDocument/2006/relationships/image" Target="../media/image2180.png"/><Relationship Id="rId62" Type="http://schemas.openxmlformats.org/officeDocument/2006/relationships/customXml" Target="../ink/ink266.xml"/><Relationship Id="rId83" Type="http://schemas.openxmlformats.org/officeDocument/2006/relationships/image" Target="../media/image239.png"/><Relationship Id="rId179" Type="http://schemas.openxmlformats.org/officeDocument/2006/relationships/image" Target="../media/image287.png"/><Relationship Id="rId190" Type="http://schemas.openxmlformats.org/officeDocument/2006/relationships/customXml" Target="../ink/ink330.xml"/><Relationship Id="rId204" Type="http://schemas.openxmlformats.org/officeDocument/2006/relationships/customXml" Target="../ink/ink337.xml"/><Relationship Id="rId225" Type="http://schemas.openxmlformats.org/officeDocument/2006/relationships/image" Target="../media/image310.png"/><Relationship Id="rId246" Type="http://schemas.openxmlformats.org/officeDocument/2006/relationships/customXml" Target="../ink/ink358.xml"/><Relationship Id="rId267" Type="http://schemas.openxmlformats.org/officeDocument/2006/relationships/image" Target="../media/image331.png"/><Relationship Id="rId288" Type="http://schemas.openxmlformats.org/officeDocument/2006/relationships/customXml" Target="../ink/ink379.xml"/><Relationship Id="rId106" Type="http://schemas.openxmlformats.org/officeDocument/2006/relationships/customXml" Target="../ink/ink288.xml"/><Relationship Id="rId127" Type="http://schemas.openxmlformats.org/officeDocument/2006/relationships/image" Target="../media/image261.png"/><Relationship Id="rId313" Type="http://schemas.openxmlformats.org/officeDocument/2006/relationships/image" Target="../media/image350.png"/><Relationship Id="rId10" Type="http://schemas.openxmlformats.org/officeDocument/2006/relationships/customXml" Target="../ink/ink240.xml"/><Relationship Id="rId31" Type="http://schemas.openxmlformats.org/officeDocument/2006/relationships/image" Target="../media/image2130.png"/><Relationship Id="rId52" Type="http://schemas.openxmlformats.org/officeDocument/2006/relationships/customXml" Target="../ink/ink261.xml"/><Relationship Id="rId73" Type="http://schemas.openxmlformats.org/officeDocument/2006/relationships/image" Target="../media/image234.png"/><Relationship Id="rId94" Type="http://schemas.openxmlformats.org/officeDocument/2006/relationships/customXml" Target="../ink/ink282.xml"/><Relationship Id="rId148" Type="http://schemas.openxmlformats.org/officeDocument/2006/relationships/customXml" Target="../ink/ink309.xml"/><Relationship Id="rId169" Type="http://schemas.openxmlformats.org/officeDocument/2006/relationships/image" Target="../media/image282.png"/><Relationship Id="rId4" Type="http://schemas.openxmlformats.org/officeDocument/2006/relationships/customXml" Target="../ink/ink237.xml"/><Relationship Id="rId180" Type="http://schemas.openxmlformats.org/officeDocument/2006/relationships/customXml" Target="../ink/ink325.xml"/><Relationship Id="rId215" Type="http://schemas.openxmlformats.org/officeDocument/2006/relationships/image" Target="../media/image305.png"/><Relationship Id="rId236" Type="http://schemas.openxmlformats.org/officeDocument/2006/relationships/customXml" Target="../ink/ink353.xml"/><Relationship Id="rId257" Type="http://schemas.openxmlformats.org/officeDocument/2006/relationships/image" Target="../media/image326.png"/><Relationship Id="rId278" Type="http://schemas.openxmlformats.org/officeDocument/2006/relationships/customXml" Target="../ink/ink374.xml"/><Relationship Id="rId303" Type="http://schemas.openxmlformats.org/officeDocument/2006/relationships/image" Target="../media/image345.png"/><Relationship Id="rId42" Type="http://schemas.openxmlformats.org/officeDocument/2006/relationships/customXml" Target="../ink/ink256.xml"/><Relationship Id="rId84" Type="http://schemas.openxmlformats.org/officeDocument/2006/relationships/customXml" Target="../ink/ink277.xml"/><Relationship Id="rId138" Type="http://schemas.openxmlformats.org/officeDocument/2006/relationships/customXml" Target="../ink/ink304.xml"/><Relationship Id="rId191" Type="http://schemas.openxmlformats.org/officeDocument/2006/relationships/image" Target="../media/image293.png"/><Relationship Id="rId205" Type="http://schemas.openxmlformats.org/officeDocument/2006/relationships/image" Target="../media/image300.png"/><Relationship Id="rId247" Type="http://schemas.openxmlformats.org/officeDocument/2006/relationships/image" Target="../media/image321.png"/><Relationship Id="rId107" Type="http://schemas.openxmlformats.org/officeDocument/2006/relationships/image" Target="../media/image251.png"/><Relationship Id="rId289" Type="http://schemas.openxmlformats.org/officeDocument/2006/relationships/image" Target="../media/image340.png"/><Relationship Id="rId11" Type="http://schemas.openxmlformats.org/officeDocument/2006/relationships/image" Target="../media/image2030.png"/><Relationship Id="rId53" Type="http://schemas.openxmlformats.org/officeDocument/2006/relationships/image" Target="../media/image224.png"/><Relationship Id="rId149" Type="http://schemas.openxmlformats.org/officeDocument/2006/relationships/image" Target="../media/image272.png"/><Relationship Id="rId314" Type="http://schemas.openxmlformats.org/officeDocument/2006/relationships/customXml" Target="../ink/ink393.xml"/><Relationship Id="rId95" Type="http://schemas.openxmlformats.org/officeDocument/2006/relationships/image" Target="../media/image245.png"/><Relationship Id="rId160" Type="http://schemas.openxmlformats.org/officeDocument/2006/relationships/customXml" Target="../ink/ink315.xml"/><Relationship Id="rId216" Type="http://schemas.openxmlformats.org/officeDocument/2006/relationships/customXml" Target="../ink/ink343.xml"/><Relationship Id="rId258" Type="http://schemas.openxmlformats.org/officeDocument/2006/relationships/customXml" Target="../ink/ink364.xml"/><Relationship Id="rId22" Type="http://schemas.openxmlformats.org/officeDocument/2006/relationships/customXml" Target="../ink/ink246.xml"/><Relationship Id="rId64" Type="http://schemas.openxmlformats.org/officeDocument/2006/relationships/customXml" Target="../ink/ink267.xml"/><Relationship Id="rId118" Type="http://schemas.openxmlformats.org/officeDocument/2006/relationships/customXml" Target="../ink/ink294.xml"/><Relationship Id="rId325" Type="http://schemas.openxmlformats.org/officeDocument/2006/relationships/customXml" Target="../ink/ink399.xml"/><Relationship Id="rId171" Type="http://schemas.openxmlformats.org/officeDocument/2006/relationships/image" Target="../media/image283.png"/><Relationship Id="rId227" Type="http://schemas.openxmlformats.org/officeDocument/2006/relationships/image" Target="../media/image311.png"/><Relationship Id="rId269" Type="http://schemas.openxmlformats.org/officeDocument/2006/relationships/image" Target="../media/image332.png"/><Relationship Id="rId33" Type="http://schemas.openxmlformats.org/officeDocument/2006/relationships/image" Target="../media/image2140.png"/><Relationship Id="rId129" Type="http://schemas.openxmlformats.org/officeDocument/2006/relationships/image" Target="../media/image262.png"/><Relationship Id="rId280" Type="http://schemas.openxmlformats.org/officeDocument/2006/relationships/customXml" Target="../ink/ink375.xml"/><Relationship Id="rId75" Type="http://schemas.openxmlformats.org/officeDocument/2006/relationships/image" Target="../media/image235.png"/><Relationship Id="rId140" Type="http://schemas.openxmlformats.org/officeDocument/2006/relationships/customXml" Target="../ink/ink305.xml"/><Relationship Id="rId182" Type="http://schemas.openxmlformats.org/officeDocument/2006/relationships/customXml" Target="../ink/ink326.xml"/><Relationship Id="rId6" Type="http://schemas.openxmlformats.org/officeDocument/2006/relationships/customXml" Target="../ink/ink238.xml"/><Relationship Id="rId238" Type="http://schemas.openxmlformats.org/officeDocument/2006/relationships/customXml" Target="../ink/ink354.xml"/><Relationship Id="rId291" Type="http://schemas.openxmlformats.org/officeDocument/2006/relationships/customXml" Target="../ink/ink381.xml"/><Relationship Id="rId305" Type="http://schemas.openxmlformats.org/officeDocument/2006/relationships/image" Target="../media/image346.png"/><Relationship Id="rId44" Type="http://schemas.openxmlformats.org/officeDocument/2006/relationships/customXml" Target="../ink/ink257.xml"/><Relationship Id="rId86" Type="http://schemas.openxmlformats.org/officeDocument/2006/relationships/customXml" Target="../ink/ink278.xml"/><Relationship Id="rId151" Type="http://schemas.openxmlformats.org/officeDocument/2006/relationships/image" Target="../media/image273.png"/><Relationship Id="rId193" Type="http://schemas.openxmlformats.org/officeDocument/2006/relationships/image" Target="../media/image294.png"/><Relationship Id="rId207" Type="http://schemas.openxmlformats.org/officeDocument/2006/relationships/image" Target="../media/image301.png"/><Relationship Id="rId249" Type="http://schemas.openxmlformats.org/officeDocument/2006/relationships/image" Target="../media/image322.png"/><Relationship Id="rId13" Type="http://schemas.openxmlformats.org/officeDocument/2006/relationships/image" Target="../media/image2040.png"/><Relationship Id="rId109" Type="http://schemas.openxmlformats.org/officeDocument/2006/relationships/image" Target="../media/image252.png"/><Relationship Id="rId260" Type="http://schemas.openxmlformats.org/officeDocument/2006/relationships/customXml" Target="../ink/ink365.xml"/><Relationship Id="rId316" Type="http://schemas.openxmlformats.org/officeDocument/2006/relationships/customXml" Target="../ink/ink394.xml"/><Relationship Id="rId55" Type="http://schemas.openxmlformats.org/officeDocument/2006/relationships/image" Target="../media/image225.png"/><Relationship Id="rId97" Type="http://schemas.openxmlformats.org/officeDocument/2006/relationships/image" Target="../media/image246.png"/><Relationship Id="rId120" Type="http://schemas.openxmlformats.org/officeDocument/2006/relationships/customXml" Target="../ink/ink295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94.png"/><Relationship Id="rId21" Type="http://schemas.openxmlformats.org/officeDocument/2006/relationships/image" Target="../media/image3460.png"/><Relationship Id="rId42" Type="http://schemas.openxmlformats.org/officeDocument/2006/relationships/customXml" Target="../ink/ink422.xml"/><Relationship Id="rId63" Type="http://schemas.openxmlformats.org/officeDocument/2006/relationships/image" Target="../media/image367.png"/><Relationship Id="rId84" Type="http://schemas.openxmlformats.org/officeDocument/2006/relationships/customXml" Target="../ink/ink443.xml"/><Relationship Id="rId138" Type="http://schemas.openxmlformats.org/officeDocument/2006/relationships/customXml" Target="../ink/ink470.xml"/><Relationship Id="rId159" Type="http://schemas.openxmlformats.org/officeDocument/2006/relationships/image" Target="../media/image415.png"/><Relationship Id="rId170" Type="http://schemas.openxmlformats.org/officeDocument/2006/relationships/customXml" Target="../ink/ink486.xml"/><Relationship Id="rId191" Type="http://schemas.openxmlformats.org/officeDocument/2006/relationships/image" Target="../media/image431.png"/><Relationship Id="rId205" Type="http://schemas.openxmlformats.org/officeDocument/2006/relationships/image" Target="../media/image438.png"/><Relationship Id="rId226" Type="http://schemas.openxmlformats.org/officeDocument/2006/relationships/customXml" Target="../ink/ink514.xml"/><Relationship Id="rId247" Type="http://schemas.openxmlformats.org/officeDocument/2006/relationships/customXml" Target="../ink/ink525.xml"/><Relationship Id="rId107" Type="http://schemas.openxmlformats.org/officeDocument/2006/relationships/image" Target="../media/image389.png"/><Relationship Id="rId11" Type="http://schemas.openxmlformats.org/officeDocument/2006/relationships/image" Target="../media/image3410.png"/><Relationship Id="rId32" Type="http://schemas.openxmlformats.org/officeDocument/2006/relationships/customXml" Target="../ink/ink417.xml"/><Relationship Id="rId53" Type="http://schemas.openxmlformats.org/officeDocument/2006/relationships/image" Target="../media/image362.png"/><Relationship Id="rId74" Type="http://schemas.openxmlformats.org/officeDocument/2006/relationships/customXml" Target="../ink/ink438.xml"/><Relationship Id="rId128" Type="http://schemas.openxmlformats.org/officeDocument/2006/relationships/customXml" Target="../ink/ink465.xml"/><Relationship Id="rId149" Type="http://schemas.openxmlformats.org/officeDocument/2006/relationships/image" Target="../media/image410.png"/><Relationship Id="rId5" Type="http://schemas.openxmlformats.org/officeDocument/2006/relationships/image" Target="../media/image3380.png"/><Relationship Id="rId95" Type="http://schemas.openxmlformats.org/officeDocument/2006/relationships/image" Target="../media/image383.png"/><Relationship Id="rId160" Type="http://schemas.openxmlformats.org/officeDocument/2006/relationships/customXml" Target="../ink/ink481.xml"/><Relationship Id="rId181" Type="http://schemas.openxmlformats.org/officeDocument/2006/relationships/image" Target="../media/image426.png"/><Relationship Id="rId216" Type="http://schemas.openxmlformats.org/officeDocument/2006/relationships/customXml" Target="../ink/ink509.xml"/><Relationship Id="rId237" Type="http://schemas.openxmlformats.org/officeDocument/2006/relationships/image" Target="../media/image454.png"/><Relationship Id="rId22" Type="http://schemas.openxmlformats.org/officeDocument/2006/relationships/customXml" Target="../ink/ink412.xml"/><Relationship Id="rId43" Type="http://schemas.openxmlformats.org/officeDocument/2006/relationships/image" Target="../media/image357.png"/><Relationship Id="rId64" Type="http://schemas.openxmlformats.org/officeDocument/2006/relationships/customXml" Target="../ink/ink433.xml"/><Relationship Id="rId118" Type="http://schemas.openxmlformats.org/officeDocument/2006/relationships/customXml" Target="../ink/ink460.xml"/><Relationship Id="rId139" Type="http://schemas.openxmlformats.org/officeDocument/2006/relationships/image" Target="../media/image405.png"/><Relationship Id="rId85" Type="http://schemas.openxmlformats.org/officeDocument/2006/relationships/image" Target="../media/image378.png"/><Relationship Id="rId150" Type="http://schemas.openxmlformats.org/officeDocument/2006/relationships/customXml" Target="../ink/ink476.xml"/><Relationship Id="rId171" Type="http://schemas.openxmlformats.org/officeDocument/2006/relationships/image" Target="../media/image421.png"/><Relationship Id="rId192" Type="http://schemas.openxmlformats.org/officeDocument/2006/relationships/customXml" Target="../ink/ink497.xml"/><Relationship Id="rId206" Type="http://schemas.openxmlformats.org/officeDocument/2006/relationships/customXml" Target="../ink/ink504.xml"/><Relationship Id="rId227" Type="http://schemas.openxmlformats.org/officeDocument/2006/relationships/image" Target="../media/image449.png"/><Relationship Id="rId248" Type="http://schemas.openxmlformats.org/officeDocument/2006/relationships/image" Target="../media/image98.png"/><Relationship Id="rId12" Type="http://schemas.openxmlformats.org/officeDocument/2006/relationships/customXml" Target="../ink/ink407.xml"/><Relationship Id="rId33" Type="http://schemas.openxmlformats.org/officeDocument/2006/relationships/image" Target="../media/image3520.png"/><Relationship Id="rId108" Type="http://schemas.openxmlformats.org/officeDocument/2006/relationships/customXml" Target="../ink/ink455.xml"/><Relationship Id="rId129" Type="http://schemas.openxmlformats.org/officeDocument/2006/relationships/image" Target="../media/image400.png"/><Relationship Id="rId54" Type="http://schemas.openxmlformats.org/officeDocument/2006/relationships/customXml" Target="../ink/ink428.xml"/><Relationship Id="rId75" Type="http://schemas.openxmlformats.org/officeDocument/2006/relationships/image" Target="../media/image373.png"/><Relationship Id="rId96" Type="http://schemas.openxmlformats.org/officeDocument/2006/relationships/customXml" Target="../ink/ink449.xml"/><Relationship Id="rId140" Type="http://schemas.openxmlformats.org/officeDocument/2006/relationships/customXml" Target="../ink/ink471.xml"/><Relationship Id="rId161" Type="http://schemas.openxmlformats.org/officeDocument/2006/relationships/image" Target="../media/image416.png"/><Relationship Id="rId182" Type="http://schemas.openxmlformats.org/officeDocument/2006/relationships/customXml" Target="../ink/ink492.xml"/><Relationship Id="rId217" Type="http://schemas.openxmlformats.org/officeDocument/2006/relationships/image" Target="../media/image444.png"/><Relationship Id="rId6" Type="http://schemas.openxmlformats.org/officeDocument/2006/relationships/customXml" Target="../ink/ink404.xml"/><Relationship Id="rId238" Type="http://schemas.openxmlformats.org/officeDocument/2006/relationships/customXml" Target="../ink/ink520.xml"/><Relationship Id="rId23" Type="http://schemas.openxmlformats.org/officeDocument/2006/relationships/image" Target="../media/image3470.png"/><Relationship Id="rId119" Type="http://schemas.openxmlformats.org/officeDocument/2006/relationships/image" Target="../media/image395.png"/><Relationship Id="rId44" Type="http://schemas.openxmlformats.org/officeDocument/2006/relationships/customXml" Target="../ink/ink423.xml"/><Relationship Id="rId65" Type="http://schemas.openxmlformats.org/officeDocument/2006/relationships/image" Target="../media/image368.png"/><Relationship Id="rId86" Type="http://schemas.openxmlformats.org/officeDocument/2006/relationships/customXml" Target="../ink/ink444.xml"/><Relationship Id="rId130" Type="http://schemas.openxmlformats.org/officeDocument/2006/relationships/customXml" Target="../ink/ink466.xml"/><Relationship Id="rId151" Type="http://schemas.openxmlformats.org/officeDocument/2006/relationships/image" Target="../media/image411.png"/><Relationship Id="rId172" Type="http://schemas.openxmlformats.org/officeDocument/2006/relationships/customXml" Target="../ink/ink487.xml"/><Relationship Id="rId193" Type="http://schemas.openxmlformats.org/officeDocument/2006/relationships/image" Target="../media/image432.png"/><Relationship Id="rId207" Type="http://schemas.openxmlformats.org/officeDocument/2006/relationships/image" Target="../media/image439.png"/><Relationship Id="rId228" Type="http://schemas.openxmlformats.org/officeDocument/2006/relationships/customXml" Target="../ink/ink515.xml"/><Relationship Id="rId249" Type="http://schemas.openxmlformats.org/officeDocument/2006/relationships/customXml" Target="../ink/ink526.xml"/><Relationship Id="rId13" Type="http://schemas.openxmlformats.org/officeDocument/2006/relationships/image" Target="../media/image3420.png"/><Relationship Id="rId109" Type="http://schemas.openxmlformats.org/officeDocument/2006/relationships/image" Target="../media/image390.png"/><Relationship Id="rId34" Type="http://schemas.openxmlformats.org/officeDocument/2006/relationships/customXml" Target="../ink/ink418.xml"/><Relationship Id="rId55" Type="http://schemas.openxmlformats.org/officeDocument/2006/relationships/image" Target="../media/image363.png"/><Relationship Id="rId76" Type="http://schemas.openxmlformats.org/officeDocument/2006/relationships/customXml" Target="../ink/ink439.xml"/><Relationship Id="rId97" Type="http://schemas.openxmlformats.org/officeDocument/2006/relationships/image" Target="../media/image384.png"/><Relationship Id="rId120" Type="http://schemas.openxmlformats.org/officeDocument/2006/relationships/customXml" Target="../ink/ink461.xml"/><Relationship Id="rId141" Type="http://schemas.openxmlformats.org/officeDocument/2006/relationships/image" Target="../media/image406.png"/><Relationship Id="rId7" Type="http://schemas.openxmlformats.org/officeDocument/2006/relationships/image" Target="../media/image3390.png"/><Relationship Id="rId162" Type="http://schemas.openxmlformats.org/officeDocument/2006/relationships/customXml" Target="../ink/ink482.xml"/><Relationship Id="rId183" Type="http://schemas.openxmlformats.org/officeDocument/2006/relationships/image" Target="../media/image427.png"/><Relationship Id="rId218" Type="http://schemas.openxmlformats.org/officeDocument/2006/relationships/customXml" Target="../ink/ink510.xml"/><Relationship Id="rId239" Type="http://schemas.openxmlformats.org/officeDocument/2006/relationships/image" Target="../media/image455.png"/><Relationship Id="rId250" Type="http://schemas.openxmlformats.org/officeDocument/2006/relationships/customXml" Target="../ink/ink527.xml"/><Relationship Id="rId24" Type="http://schemas.openxmlformats.org/officeDocument/2006/relationships/customXml" Target="../ink/ink413.xml"/><Relationship Id="rId45" Type="http://schemas.openxmlformats.org/officeDocument/2006/relationships/image" Target="../media/image358.png"/><Relationship Id="rId66" Type="http://schemas.openxmlformats.org/officeDocument/2006/relationships/customXml" Target="../ink/ink434.xml"/><Relationship Id="rId87" Type="http://schemas.openxmlformats.org/officeDocument/2006/relationships/image" Target="../media/image379.png"/><Relationship Id="rId110" Type="http://schemas.openxmlformats.org/officeDocument/2006/relationships/customXml" Target="../ink/ink456.xml"/><Relationship Id="rId131" Type="http://schemas.openxmlformats.org/officeDocument/2006/relationships/image" Target="../media/image401.png"/><Relationship Id="rId152" Type="http://schemas.openxmlformats.org/officeDocument/2006/relationships/customXml" Target="../ink/ink477.xml"/><Relationship Id="rId173" Type="http://schemas.openxmlformats.org/officeDocument/2006/relationships/image" Target="../media/image422.png"/><Relationship Id="rId194" Type="http://schemas.openxmlformats.org/officeDocument/2006/relationships/customXml" Target="../ink/ink498.xml"/><Relationship Id="rId208" Type="http://schemas.openxmlformats.org/officeDocument/2006/relationships/customXml" Target="../ink/ink505.xml"/><Relationship Id="rId229" Type="http://schemas.openxmlformats.org/officeDocument/2006/relationships/image" Target="../media/image450.png"/><Relationship Id="rId240" Type="http://schemas.openxmlformats.org/officeDocument/2006/relationships/customXml" Target="../ink/ink521.xml"/><Relationship Id="rId14" Type="http://schemas.openxmlformats.org/officeDocument/2006/relationships/customXml" Target="../ink/ink408.xml"/><Relationship Id="rId35" Type="http://schemas.openxmlformats.org/officeDocument/2006/relationships/image" Target="../media/image3530.png"/><Relationship Id="rId56" Type="http://schemas.openxmlformats.org/officeDocument/2006/relationships/customXml" Target="../ink/ink429.xml"/><Relationship Id="rId77" Type="http://schemas.openxmlformats.org/officeDocument/2006/relationships/image" Target="../media/image374.png"/><Relationship Id="rId100" Type="http://schemas.openxmlformats.org/officeDocument/2006/relationships/customXml" Target="../ink/ink451.xml"/><Relationship Id="rId8" Type="http://schemas.openxmlformats.org/officeDocument/2006/relationships/customXml" Target="../ink/ink405.xml"/><Relationship Id="rId98" Type="http://schemas.openxmlformats.org/officeDocument/2006/relationships/customXml" Target="../ink/ink450.xml"/><Relationship Id="rId121" Type="http://schemas.openxmlformats.org/officeDocument/2006/relationships/image" Target="../media/image396.png"/><Relationship Id="rId142" Type="http://schemas.openxmlformats.org/officeDocument/2006/relationships/customXml" Target="../ink/ink472.xml"/><Relationship Id="rId163" Type="http://schemas.openxmlformats.org/officeDocument/2006/relationships/image" Target="../media/image417.png"/><Relationship Id="rId184" Type="http://schemas.openxmlformats.org/officeDocument/2006/relationships/customXml" Target="../ink/ink493.xml"/><Relationship Id="rId219" Type="http://schemas.openxmlformats.org/officeDocument/2006/relationships/image" Target="../media/image445.png"/><Relationship Id="rId230" Type="http://schemas.openxmlformats.org/officeDocument/2006/relationships/customXml" Target="../ink/ink516.xml"/><Relationship Id="rId251" Type="http://schemas.openxmlformats.org/officeDocument/2006/relationships/image" Target="../media/image458.png"/><Relationship Id="rId25" Type="http://schemas.openxmlformats.org/officeDocument/2006/relationships/image" Target="../media/image3480.png"/><Relationship Id="rId46" Type="http://schemas.openxmlformats.org/officeDocument/2006/relationships/customXml" Target="../ink/ink424.xml"/><Relationship Id="rId67" Type="http://schemas.openxmlformats.org/officeDocument/2006/relationships/image" Target="../media/image369.png"/><Relationship Id="rId88" Type="http://schemas.openxmlformats.org/officeDocument/2006/relationships/customXml" Target="../ink/ink445.xml"/><Relationship Id="rId111" Type="http://schemas.openxmlformats.org/officeDocument/2006/relationships/image" Target="../media/image391.png"/><Relationship Id="rId132" Type="http://schemas.openxmlformats.org/officeDocument/2006/relationships/customXml" Target="../ink/ink467.xml"/><Relationship Id="rId153" Type="http://schemas.openxmlformats.org/officeDocument/2006/relationships/image" Target="../media/image412.png"/><Relationship Id="rId174" Type="http://schemas.openxmlformats.org/officeDocument/2006/relationships/customXml" Target="../ink/ink488.xml"/><Relationship Id="rId195" Type="http://schemas.openxmlformats.org/officeDocument/2006/relationships/image" Target="../media/image433.png"/><Relationship Id="rId209" Type="http://schemas.openxmlformats.org/officeDocument/2006/relationships/image" Target="../media/image440.png"/><Relationship Id="rId220" Type="http://schemas.openxmlformats.org/officeDocument/2006/relationships/customXml" Target="../ink/ink511.xml"/><Relationship Id="rId241" Type="http://schemas.openxmlformats.org/officeDocument/2006/relationships/image" Target="../media/image456.png"/><Relationship Id="rId15" Type="http://schemas.openxmlformats.org/officeDocument/2006/relationships/image" Target="../media/image3430.png"/><Relationship Id="rId36" Type="http://schemas.openxmlformats.org/officeDocument/2006/relationships/customXml" Target="../ink/ink419.xml"/><Relationship Id="rId57" Type="http://schemas.openxmlformats.org/officeDocument/2006/relationships/image" Target="../media/image364.png"/><Relationship Id="rId78" Type="http://schemas.openxmlformats.org/officeDocument/2006/relationships/customXml" Target="../ink/ink440.xml"/><Relationship Id="rId99" Type="http://schemas.openxmlformats.org/officeDocument/2006/relationships/image" Target="../media/image385.png"/><Relationship Id="rId101" Type="http://schemas.openxmlformats.org/officeDocument/2006/relationships/image" Target="../media/image386.png"/><Relationship Id="rId122" Type="http://schemas.openxmlformats.org/officeDocument/2006/relationships/customXml" Target="../ink/ink462.xml"/><Relationship Id="rId143" Type="http://schemas.openxmlformats.org/officeDocument/2006/relationships/image" Target="../media/image407.png"/><Relationship Id="rId164" Type="http://schemas.openxmlformats.org/officeDocument/2006/relationships/customXml" Target="../ink/ink483.xml"/><Relationship Id="rId185" Type="http://schemas.openxmlformats.org/officeDocument/2006/relationships/image" Target="../media/image428.png"/><Relationship Id="rId9" Type="http://schemas.openxmlformats.org/officeDocument/2006/relationships/image" Target="../media/image3400.png"/><Relationship Id="rId210" Type="http://schemas.openxmlformats.org/officeDocument/2006/relationships/customXml" Target="../ink/ink506.xml"/><Relationship Id="rId26" Type="http://schemas.openxmlformats.org/officeDocument/2006/relationships/customXml" Target="../ink/ink414.xml"/><Relationship Id="rId231" Type="http://schemas.openxmlformats.org/officeDocument/2006/relationships/image" Target="../media/image451.png"/><Relationship Id="rId252" Type="http://schemas.openxmlformats.org/officeDocument/2006/relationships/customXml" Target="../ink/ink528.xml"/><Relationship Id="rId47" Type="http://schemas.openxmlformats.org/officeDocument/2006/relationships/image" Target="../media/image359.png"/><Relationship Id="rId68" Type="http://schemas.openxmlformats.org/officeDocument/2006/relationships/customXml" Target="../ink/ink435.xml"/><Relationship Id="rId89" Type="http://schemas.openxmlformats.org/officeDocument/2006/relationships/image" Target="../media/image380.png"/><Relationship Id="rId112" Type="http://schemas.openxmlformats.org/officeDocument/2006/relationships/customXml" Target="../ink/ink457.xml"/><Relationship Id="rId133" Type="http://schemas.openxmlformats.org/officeDocument/2006/relationships/image" Target="../media/image402.png"/><Relationship Id="rId154" Type="http://schemas.openxmlformats.org/officeDocument/2006/relationships/customXml" Target="../ink/ink478.xml"/><Relationship Id="rId175" Type="http://schemas.openxmlformats.org/officeDocument/2006/relationships/image" Target="../media/image423.png"/><Relationship Id="rId196" Type="http://schemas.openxmlformats.org/officeDocument/2006/relationships/customXml" Target="../ink/ink499.xml"/><Relationship Id="rId200" Type="http://schemas.openxmlformats.org/officeDocument/2006/relationships/customXml" Target="../ink/ink501.xml"/><Relationship Id="rId16" Type="http://schemas.openxmlformats.org/officeDocument/2006/relationships/customXml" Target="../ink/ink409.xml"/><Relationship Id="rId221" Type="http://schemas.openxmlformats.org/officeDocument/2006/relationships/image" Target="../media/image446.png"/><Relationship Id="rId242" Type="http://schemas.openxmlformats.org/officeDocument/2006/relationships/customXml" Target="../ink/ink522.xml"/><Relationship Id="rId37" Type="http://schemas.openxmlformats.org/officeDocument/2006/relationships/image" Target="../media/image3540.png"/><Relationship Id="rId58" Type="http://schemas.openxmlformats.org/officeDocument/2006/relationships/customXml" Target="../ink/ink430.xml"/><Relationship Id="rId79" Type="http://schemas.openxmlformats.org/officeDocument/2006/relationships/image" Target="../media/image375.png"/><Relationship Id="rId102" Type="http://schemas.openxmlformats.org/officeDocument/2006/relationships/customXml" Target="../ink/ink452.xml"/><Relationship Id="rId123" Type="http://schemas.openxmlformats.org/officeDocument/2006/relationships/image" Target="../media/image397.png"/><Relationship Id="rId144" Type="http://schemas.openxmlformats.org/officeDocument/2006/relationships/customXml" Target="../ink/ink473.xml"/><Relationship Id="rId90" Type="http://schemas.openxmlformats.org/officeDocument/2006/relationships/customXml" Target="../ink/ink446.xml"/><Relationship Id="rId165" Type="http://schemas.openxmlformats.org/officeDocument/2006/relationships/image" Target="../media/image418.png"/><Relationship Id="rId186" Type="http://schemas.openxmlformats.org/officeDocument/2006/relationships/customXml" Target="../ink/ink494.xml"/><Relationship Id="rId211" Type="http://schemas.openxmlformats.org/officeDocument/2006/relationships/image" Target="../media/image441.png"/><Relationship Id="rId232" Type="http://schemas.openxmlformats.org/officeDocument/2006/relationships/customXml" Target="../ink/ink517.xml"/><Relationship Id="rId253" Type="http://schemas.openxmlformats.org/officeDocument/2006/relationships/image" Target="../media/image205.png"/><Relationship Id="rId27" Type="http://schemas.openxmlformats.org/officeDocument/2006/relationships/image" Target="../media/image3490.png"/><Relationship Id="rId48" Type="http://schemas.openxmlformats.org/officeDocument/2006/relationships/customXml" Target="../ink/ink425.xml"/><Relationship Id="rId69" Type="http://schemas.openxmlformats.org/officeDocument/2006/relationships/image" Target="../media/image370.png"/><Relationship Id="rId113" Type="http://schemas.openxmlformats.org/officeDocument/2006/relationships/image" Target="../media/image392.png"/><Relationship Id="rId134" Type="http://schemas.openxmlformats.org/officeDocument/2006/relationships/customXml" Target="../ink/ink468.xml"/><Relationship Id="rId80" Type="http://schemas.openxmlformats.org/officeDocument/2006/relationships/customXml" Target="../ink/ink441.xml"/><Relationship Id="rId155" Type="http://schemas.openxmlformats.org/officeDocument/2006/relationships/image" Target="../media/image413.png"/><Relationship Id="rId176" Type="http://schemas.openxmlformats.org/officeDocument/2006/relationships/customXml" Target="../ink/ink489.xml"/><Relationship Id="rId197" Type="http://schemas.openxmlformats.org/officeDocument/2006/relationships/image" Target="../media/image434.png"/><Relationship Id="rId201" Type="http://schemas.openxmlformats.org/officeDocument/2006/relationships/image" Target="../media/image436.png"/><Relationship Id="rId222" Type="http://schemas.openxmlformats.org/officeDocument/2006/relationships/customXml" Target="../ink/ink512.xml"/><Relationship Id="rId243" Type="http://schemas.openxmlformats.org/officeDocument/2006/relationships/image" Target="../media/image457.png"/><Relationship Id="rId17" Type="http://schemas.openxmlformats.org/officeDocument/2006/relationships/image" Target="../media/image3440.png"/><Relationship Id="rId38" Type="http://schemas.openxmlformats.org/officeDocument/2006/relationships/customXml" Target="../ink/ink420.xml"/><Relationship Id="rId59" Type="http://schemas.openxmlformats.org/officeDocument/2006/relationships/image" Target="../media/image365.png"/><Relationship Id="rId103" Type="http://schemas.openxmlformats.org/officeDocument/2006/relationships/image" Target="../media/image387.png"/><Relationship Id="rId124" Type="http://schemas.openxmlformats.org/officeDocument/2006/relationships/customXml" Target="../ink/ink463.xml"/><Relationship Id="rId70" Type="http://schemas.openxmlformats.org/officeDocument/2006/relationships/customXml" Target="../ink/ink436.xml"/><Relationship Id="rId91" Type="http://schemas.openxmlformats.org/officeDocument/2006/relationships/image" Target="../media/image381.png"/><Relationship Id="rId145" Type="http://schemas.openxmlformats.org/officeDocument/2006/relationships/image" Target="../media/image408.png"/><Relationship Id="rId166" Type="http://schemas.openxmlformats.org/officeDocument/2006/relationships/customXml" Target="../ink/ink484.xml"/><Relationship Id="rId187" Type="http://schemas.openxmlformats.org/officeDocument/2006/relationships/image" Target="../media/image429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507.xml"/><Relationship Id="rId233" Type="http://schemas.openxmlformats.org/officeDocument/2006/relationships/image" Target="../media/image452.png"/><Relationship Id="rId254" Type="http://schemas.openxmlformats.org/officeDocument/2006/relationships/customXml" Target="../ink/ink529.xml"/><Relationship Id="rId28" Type="http://schemas.openxmlformats.org/officeDocument/2006/relationships/customXml" Target="../ink/ink415.xml"/><Relationship Id="rId49" Type="http://schemas.openxmlformats.org/officeDocument/2006/relationships/image" Target="../media/image360.png"/><Relationship Id="rId114" Type="http://schemas.openxmlformats.org/officeDocument/2006/relationships/customXml" Target="../ink/ink458.xml"/><Relationship Id="rId60" Type="http://schemas.openxmlformats.org/officeDocument/2006/relationships/customXml" Target="../ink/ink431.xml"/><Relationship Id="rId81" Type="http://schemas.openxmlformats.org/officeDocument/2006/relationships/image" Target="../media/image376.png"/><Relationship Id="rId135" Type="http://schemas.openxmlformats.org/officeDocument/2006/relationships/image" Target="../media/image403.png"/><Relationship Id="rId156" Type="http://schemas.openxmlformats.org/officeDocument/2006/relationships/customXml" Target="../ink/ink479.xml"/><Relationship Id="rId177" Type="http://schemas.openxmlformats.org/officeDocument/2006/relationships/image" Target="../media/image424.png"/><Relationship Id="rId198" Type="http://schemas.openxmlformats.org/officeDocument/2006/relationships/customXml" Target="../ink/ink500.xml"/><Relationship Id="rId202" Type="http://schemas.openxmlformats.org/officeDocument/2006/relationships/customXml" Target="../ink/ink502.xml"/><Relationship Id="rId223" Type="http://schemas.openxmlformats.org/officeDocument/2006/relationships/image" Target="../media/image447.png"/><Relationship Id="rId244" Type="http://schemas.openxmlformats.org/officeDocument/2006/relationships/customXml" Target="../ink/ink523.xml"/><Relationship Id="rId18" Type="http://schemas.openxmlformats.org/officeDocument/2006/relationships/customXml" Target="../ink/ink410.xml"/><Relationship Id="rId39" Type="http://schemas.openxmlformats.org/officeDocument/2006/relationships/image" Target="../media/image3550.png"/><Relationship Id="rId50" Type="http://schemas.openxmlformats.org/officeDocument/2006/relationships/customXml" Target="../ink/ink426.xml"/><Relationship Id="rId104" Type="http://schemas.openxmlformats.org/officeDocument/2006/relationships/customXml" Target="../ink/ink453.xml"/><Relationship Id="rId125" Type="http://schemas.openxmlformats.org/officeDocument/2006/relationships/image" Target="../media/image398.png"/><Relationship Id="rId146" Type="http://schemas.openxmlformats.org/officeDocument/2006/relationships/customXml" Target="../ink/ink474.xml"/><Relationship Id="rId167" Type="http://schemas.openxmlformats.org/officeDocument/2006/relationships/image" Target="../media/image419.png"/><Relationship Id="rId188" Type="http://schemas.openxmlformats.org/officeDocument/2006/relationships/customXml" Target="../ink/ink495.xml"/><Relationship Id="rId71" Type="http://schemas.openxmlformats.org/officeDocument/2006/relationships/image" Target="../media/image371.png"/><Relationship Id="rId92" Type="http://schemas.openxmlformats.org/officeDocument/2006/relationships/customXml" Target="../ink/ink447.xml"/><Relationship Id="rId213" Type="http://schemas.openxmlformats.org/officeDocument/2006/relationships/image" Target="../media/image442.png"/><Relationship Id="rId234" Type="http://schemas.openxmlformats.org/officeDocument/2006/relationships/customXml" Target="../ink/ink518.xml"/><Relationship Id="rId2" Type="http://schemas.openxmlformats.org/officeDocument/2006/relationships/customXml" Target="../ink/ink402.xml"/><Relationship Id="rId29" Type="http://schemas.openxmlformats.org/officeDocument/2006/relationships/image" Target="../media/image3500.png"/><Relationship Id="rId255" Type="http://schemas.openxmlformats.org/officeDocument/2006/relationships/image" Target="../media/image459.png"/><Relationship Id="rId40" Type="http://schemas.openxmlformats.org/officeDocument/2006/relationships/customXml" Target="../ink/ink421.xml"/><Relationship Id="rId115" Type="http://schemas.openxmlformats.org/officeDocument/2006/relationships/image" Target="../media/image393.png"/><Relationship Id="rId136" Type="http://schemas.openxmlformats.org/officeDocument/2006/relationships/customXml" Target="../ink/ink469.xml"/><Relationship Id="rId157" Type="http://schemas.openxmlformats.org/officeDocument/2006/relationships/image" Target="../media/image414.png"/><Relationship Id="rId178" Type="http://schemas.openxmlformats.org/officeDocument/2006/relationships/customXml" Target="../ink/ink490.xml"/><Relationship Id="rId61" Type="http://schemas.openxmlformats.org/officeDocument/2006/relationships/image" Target="../media/image366.png"/><Relationship Id="rId82" Type="http://schemas.openxmlformats.org/officeDocument/2006/relationships/customXml" Target="../ink/ink442.xml"/><Relationship Id="rId199" Type="http://schemas.openxmlformats.org/officeDocument/2006/relationships/image" Target="../media/image435.png"/><Relationship Id="rId203" Type="http://schemas.openxmlformats.org/officeDocument/2006/relationships/image" Target="../media/image437.png"/><Relationship Id="rId19" Type="http://schemas.openxmlformats.org/officeDocument/2006/relationships/image" Target="../media/image3450.png"/><Relationship Id="rId224" Type="http://schemas.openxmlformats.org/officeDocument/2006/relationships/customXml" Target="../ink/ink513.xml"/><Relationship Id="rId245" Type="http://schemas.openxmlformats.org/officeDocument/2006/relationships/image" Target="../media/image219.png"/><Relationship Id="rId30" Type="http://schemas.openxmlformats.org/officeDocument/2006/relationships/customXml" Target="../ink/ink416.xml"/><Relationship Id="rId105" Type="http://schemas.openxmlformats.org/officeDocument/2006/relationships/image" Target="../media/image388.png"/><Relationship Id="rId126" Type="http://schemas.openxmlformats.org/officeDocument/2006/relationships/customXml" Target="../ink/ink464.xml"/><Relationship Id="rId147" Type="http://schemas.openxmlformats.org/officeDocument/2006/relationships/image" Target="../media/image409.png"/><Relationship Id="rId168" Type="http://schemas.openxmlformats.org/officeDocument/2006/relationships/customXml" Target="../ink/ink485.xml"/><Relationship Id="rId51" Type="http://schemas.openxmlformats.org/officeDocument/2006/relationships/image" Target="../media/image361.png"/><Relationship Id="rId72" Type="http://schemas.openxmlformats.org/officeDocument/2006/relationships/customXml" Target="../ink/ink437.xml"/><Relationship Id="rId93" Type="http://schemas.openxmlformats.org/officeDocument/2006/relationships/image" Target="../media/image382.png"/><Relationship Id="rId189" Type="http://schemas.openxmlformats.org/officeDocument/2006/relationships/image" Target="../media/image430.png"/><Relationship Id="rId3" Type="http://schemas.openxmlformats.org/officeDocument/2006/relationships/image" Target="../media/image3370.png"/><Relationship Id="rId214" Type="http://schemas.openxmlformats.org/officeDocument/2006/relationships/customXml" Target="../ink/ink508.xml"/><Relationship Id="rId235" Type="http://schemas.openxmlformats.org/officeDocument/2006/relationships/image" Target="../media/image453.png"/><Relationship Id="rId116" Type="http://schemas.openxmlformats.org/officeDocument/2006/relationships/customXml" Target="../ink/ink459.xml"/><Relationship Id="rId137" Type="http://schemas.openxmlformats.org/officeDocument/2006/relationships/image" Target="../media/image404.png"/><Relationship Id="rId158" Type="http://schemas.openxmlformats.org/officeDocument/2006/relationships/customXml" Target="../ink/ink480.xml"/><Relationship Id="rId20" Type="http://schemas.openxmlformats.org/officeDocument/2006/relationships/customXml" Target="../ink/ink411.xml"/><Relationship Id="rId41" Type="http://schemas.openxmlformats.org/officeDocument/2006/relationships/image" Target="../media/image3560.png"/><Relationship Id="rId62" Type="http://schemas.openxmlformats.org/officeDocument/2006/relationships/customXml" Target="../ink/ink432.xml"/><Relationship Id="rId83" Type="http://schemas.openxmlformats.org/officeDocument/2006/relationships/image" Target="../media/image377.png"/><Relationship Id="rId179" Type="http://schemas.openxmlformats.org/officeDocument/2006/relationships/image" Target="../media/image425.png"/><Relationship Id="rId190" Type="http://schemas.openxmlformats.org/officeDocument/2006/relationships/customXml" Target="../ink/ink496.xml"/><Relationship Id="rId204" Type="http://schemas.openxmlformats.org/officeDocument/2006/relationships/customXml" Target="../ink/ink503.xml"/><Relationship Id="rId225" Type="http://schemas.openxmlformats.org/officeDocument/2006/relationships/image" Target="../media/image448.png"/><Relationship Id="rId246" Type="http://schemas.openxmlformats.org/officeDocument/2006/relationships/customXml" Target="../ink/ink524.xml"/><Relationship Id="rId106" Type="http://schemas.openxmlformats.org/officeDocument/2006/relationships/customXml" Target="../ink/ink454.xml"/><Relationship Id="rId127" Type="http://schemas.openxmlformats.org/officeDocument/2006/relationships/image" Target="../media/image399.png"/><Relationship Id="rId10" Type="http://schemas.openxmlformats.org/officeDocument/2006/relationships/customXml" Target="../ink/ink406.xml"/><Relationship Id="rId31" Type="http://schemas.openxmlformats.org/officeDocument/2006/relationships/image" Target="../media/image3510.png"/><Relationship Id="rId52" Type="http://schemas.openxmlformats.org/officeDocument/2006/relationships/customXml" Target="../ink/ink427.xml"/><Relationship Id="rId73" Type="http://schemas.openxmlformats.org/officeDocument/2006/relationships/image" Target="../media/image372.png"/><Relationship Id="rId94" Type="http://schemas.openxmlformats.org/officeDocument/2006/relationships/customXml" Target="../ink/ink448.xml"/><Relationship Id="rId148" Type="http://schemas.openxmlformats.org/officeDocument/2006/relationships/customXml" Target="../ink/ink475.xml"/><Relationship Id="rId169" Type="http://schemas.openxmlformats.org/officeDocument/2006/relationships/image" Target="../media/image420.png"/><Relationship Id="rId4" Type="http://schemas.openxmlformats.org/officeDocument/2006/relationships/customXml" Target="../ink/ink403.xml"/><Relationship Id="rId180" Type="http://schemas.openxmlformats.org/officeDocument/2006/relationships/customXml" Target="../ink/ink491.xml"/><Relationship Id="rId215" Type="http://schemas.openxmlformats.org/officeDocument/2006/relationships/image" Target="../media/image443.png"/><Relationship Id="rId236" Type="http://schemas.openxmlformats.org/officeDocument/2006/relationships/customXml" Target="../ink/ink519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14.png"/><Relationship Id="rId21" Type="http://schemas.openxmlformats.org/officeDocument/2006/relationships/image" Target="../media/image466.png"/><Relationship Id="rId42" Type="http://schemas.openxmlformats.org/officeDocument/2006/relationships/customXml" Target="../ink/ink550.xml"/><Relationship Id="rId63" Type="http://schemas.openxmlformats.org/officeDocument/2006/relationships/image" Target="../media/image487.png"/><Relationship Id="rId84" Type="http://schemas.openxmlformats.org/officeDocument/2006/relationships/customXml" Target="../ink/ink571.xml"/><Relationship Id="rId138" Type="http://schemas.openxmlformats.org/officeDocument/2006/relationships/customXml" Target="../ink/ink598.xml"/><Relationship Id="rId159" Type="http://schemas.openxmlformats.org/officeDocument/2006/relationships/image" Target="../media/image535.png"/><Relationship Id="rId170" Type="http://schemas.openxmlformats.org/officeDocument/2006/relationships/customXml" Target="../ink/ink614.xml"/><Relationship Id="rId191" Type="http://schemas.openxmlformats.org/officeDocument/2006/relationships/image" Target="../media/image551.png"/><Relationship Id="rId205" Type="http://schemas.openxmlformats.org/officeDocument/2006/relationships/image" Target="../media/image558.png"/><Relationship Id="rId226" Type="http://schemas.openxmlformats.org/officeDocument/2006/relationships/customXml" Target="../ink/ink642.xml"/><Relationship Id="rId107" Type="http://schemas.openxmlformats.org/officeDocument/2006/relationships/image" Target="../media/image509.png"/><Relationship Id="rId11" Type="http://schemas.openxmlformats.org/officeDocument/2006/relationships/image" Target="../media/image461.png"/><Relationship Id="rId32" Type="http://schemas.openxmlformats.org/officeDocument/2006/relationships/customXml" Target="../ink/ink545.xml"/><Relationship Id="rId53" Type="http://schemas.openxmlformats.org/officeDocument/2006/relationships/image" Target="../media/image482.png"/><Relationship Id="rId74" Type="http://schemas.openxmlformats.org/officeDocument/2006/relationships/customXml" Target="../ink/ink566.xml"/><Relationship Id="rId128" Type="http://schemas.openxmlformats.org/officeDocument/2006/relationships/customXml" Target="../ink/ink593.xml"/><Relationship Id="rId149" Type="http://schemas.openxmlformats.org/officeDocument/2006/relationships/image" Target="../media/image530.png"/><Relationship Id="rId5" Type="http://schemas.openxmlformats.org/officeDocument/2006/relationships/image" Target="../media/image4580.png"/><Relationship Id="rId95" Type="http://schemas.openxmlformats.org/officeDocument/2006/relationships/image" Target="../media/image503.png"/><Relationship Id="rId160" Type="http://schemas.openxmlformats.org/officeDocument/2006/relationships/customXml" Target="../ink/ink609.xml"/><Relationship Id="rId181" Type="http://schemas.openxmlformats.org/officeDocument/2006/relationships/image" Target="../media/image546.png"/><Relationship Id="rId216" Type="http://schemas.openxmlformats.org/officeDocument/2006/relationships/customXml" Target="../ink/ink637.xml"/><Relationship Id="rId22" Type="http://schemas.openxmlformats.org/officeDocument/2006/relationships/customXml" Target="../ink/ink540.xml"/><Relationship Id="rId43" Type="http://schemas.openxmlformats.org/officeDocument/2006/relationships/image" Target="../media/image477.png"/><Relationship Id="rId64" Type="http://schemas.openxmlformats.org/officeDocument/2006/relationships/customXml" Target="../ink/ink561.xml"/><Relationship Id="rId118" Type="http://schemas.openxmlformats.org/officeDocument/2006/relationships/customXml" Target="../ink/ink588.xml"/><Relationship Id="rId139" Type="http://schemas.openxmlformats.org/officeDocument/2006/relationships/image" Target="../media/image525.png"/><Relationship Id="rId85" Type="http://schemas.openxmlformats.org/officeDocument/2006/relationships/image" Target="../media/image498.png"/><Relationship Id="rId150" Type="http://schemas.openxmlformats.org/officeDocument/2006/relationships/customXml" Target="../ink/ink604.xml"/><Relationship Id="rId171" Type="http://schemas.openxmlformats.org/officeDocument/2006/relationships/image" Target="../media/image541.png"/><Relationship Id="rId192" Type="http://schemas.openxmlformats.org/officeDocument/2006/relationships/customXml" Target="../ink/ink625.xml"/><Relationship Id="rId206" Type="http://schemas.openxmlformats.org/officeDocument/2006/relationships/customXml" Target="../ink/ink632.xml"/><Relationship Id="rId227" Type="http://schemas.openxmlformats.org/officeDocument/2006/relationships/image" Target="../media/image95.png"/><Relationship Id="rId12" Type="http://schemas.openxmlformats.org/officeDocument/2006/relationships/customXml" Target="../ink/ink535.xml"/><Relationship Id="rId33" Type="http://schemas.openxmlformats.org/officeDocument/2006/relationships/image" Target="../media/image472.png"/><Relationship Id="rId108" Type="http://schemas.openxmlformats.org/officeDocument/2006/relationships/customXml" Target="../ink/ink583.xml"/><Relationship Id="rId129" Type="http://schemas.openxmlformats.org/officeDocument/2006/relationships/image" Target="../media/image520.png"/><Relationship Id="rId54" Type="http://schemas.openxmlformats.org/officeDocument/2006/relationships/customXml" Target="../ink/ink556.xml"/><Relationship Id="rId75" Type="http://schemas.openxmlformats.org/officeDocument/2006/relationships/image" Target="../media/image493.png"/><Relationship Id="rId96" Type="http://schemas.openxmlformats.org/officeDocument/2006/relationships/customXml" Target="../ink/ink577.xml"/><Relationship Id="rId140" Type="http://schemas.openxmlformats.org/officeDocument/2006/relationships/customXml" Target="../ink/ink599.xml"/><Relationship Id="rId161" Type="http://schemas.openxmlformats.org/officeDocument/2006/relationships/image" Target="../media/image536.png"/><Relationship Id="rId182" Type="http://schemas.openxmlformats.org/officeDocument/2006/relationships/customXml" Target="../ink/ink620.xml"/><Relationship Id="rId217" Type="http://schemas.openxmlformats.org/officeDocument/2006/relationships/image" Target="../media/image564.png"/><Relationship Id="rId6" Type="http://schemas.openxmlformats.org/officeDocument/2006/relationships/customXml" Target="../ink/ink532.xml"/><Relationship Id="rId23" Type="http://schemas.openxmlformats.org/officeDocument/2006/relationships/image" Target="../media/image467.png"/><Relationship Id="rId119" Type="http://schemas.openxmlformats.org/officeDocument/2006/relationships/image" Target="../media/image515.png"/><Relationship Id="rId44" Type="http://schemas.openxmlformats.org/officeDocument/2006/relationships/customXml" Target="../ink/ink551.xml"/><Relationship Id="rId65" Type="http://schemas.openxmlformats.org/officeDocument/2006/relationships/image" Target="../media/image488.png"/><Relationship Id="rId86" Type="http://schemas.openxmlformats.org/officeDocument/2006/relationships/customXml" Target="../ink/ink572.xml"/><Relationship Id="rId130" Type="http://schemas.openxmlformats.org/officeDocument/2006/relationships/customXml" Target="../ink/ink594.xml"/><Relationship Id="rId151" Type="http://schemas.openxmlformats.org/officeDocument/2006/relationships/image" Target="../media/image531.png"/><Relationship Id="rId172" Type="http://schemas.openxmlformats.org/officeDocument/2006/relationships/customXml" Target="../ink/ink615.xml"/><Relationship Id="rId193" Type="http://schemas.openxmlformats.org/officeDocument/2006/relationships/image" Target="../media/image552.png"/><Relationship Id="rId207" Type="http://schemas.openxmlformats.org/officeDocument/2006/relationships/image" Target="../media/image559.png"/><Relationship Id="rId228" Type="http://schemas.openxmlformats.org/officeDocument/2006/relationships/customXml" Target="../ink/ink643.xml"/><Relationship Id="rId13" Type="http://schemas.openxmlformats.org/officeDocument/2006/relationships/image" Target="../media/image462.png"/><Relationship Id="rId109" Type="http://schemas.openxmlformats.org/officeDocument/2006/relationships/image" Target="../media/image510.png"/><Relationship Id="rId34" Type="http://schemas.openxmlformats.org/officeDocument/2006/relationships/customXml" Target="../ink/ink546.xml"/><Relationship Id="rId55" Type="http://schemas.openxmlformats.org/officeDocument/2006/relationships/image" Target="../media/image483.png"/><Relationship Id="rId76" Type="http://schemas.openxmlformats.org/officeDocument/2006/relationships/customXml" Target="../ink/ink567.xml"/><Relationship Id="rId97" Type="http://schemas.openxmlformats.org/officeDocument/2006/relationships/image" Target="../media/image504.png"/><Relationship Id="rId120" Type="http://schemas.openxmlformats.org/officeDocument/2006/relationships/customXml" Target="../ink/ink589.xml"/><Relationship Id="rId141" Type="http://schemas.openxmlformats.org/officeDocument/2006/relationships/image" Target="../media/image526.png"/><Relationship Id="rId7" Type="http://schemas.openxmlformats.org/officeDocument/2006/relationships/image" Target="../media/image4590.png"/><Relationship Id="rId162" Type="http://schemas.openxmlformats.org/officeDocument/2006/relationships/customXml" Target="../ink/ink610.xml"/><Relationship Id="rId183" Type="http://schemas.openxmlformats.org/officeDocument/2006/relationships/image" Target="../media/image547.png"/><Relationship Id="rId218" Type="http://schemas.openxmlformats.org/officeDocument/2006/relationships/customXml" Target="../ink/ink638.xml"/><Relationship Id="rId24" Type="http://schemas.openxmlformats.org/officeDocument/2006/relationships/customXml" Target="../ink/ink541.xml"/><Relationship Id="rId45" Type="http://schemas.openxmlformats.org/officeDocument/2006/relationships/image" Target="../media/image478.png"/><Relationship Id="rId66" Type="http://schemas.openxmlformats.org/officeDocument/2006/relationships/customXml" Target="../ink/ink562.xml"/><Relationship Id="rId87" Type="http://schemas.openxmlformats.org/officeDocument/2006/relationships/image" Target="../media/image499.png"/><Relationship Id="rId110" Type="http://schemas.openxmlformats.org/officeDocument/2006/relationships/customXml" Target="../ink/ink584.xml"/><Relationship Id="rId131" Type="http://schemas.openxmlformats.org/officeDocument/2006/relationships/image" Target="../media/image521.png"/><Relationship Id="rId152" Type="http://schemas.openxmlformats.org/officeDocument/2006/relationships/customXml" Target="../ink/ink605.xml"/><Relationship Id="rId173" Type="http://schemas.openxmlformats.org/officeDocument/2006/relationships/image" Target="../media/image542.png"/><Relationship Id="rId194" Type="http://schemas.openxmlformats.org/officeDocument/2006/relationships/customXml" Target="../ink/ink626.xml"/><Relationship Id="rId208" Type="http://schemas.openxmlformats.org/officeDocument/2006/relationships/customXml" Target="../ink/ink633.xml"/><Relationship Id="rId229" Type="http://schemas.openxmlformats.org/officeDocument/2006/relationships/image" Target="../media/image98.png"/><Relationship Id="rId14" Type="http://schemas.openxmlformats.org/officeDocument/2006/relationships/customXml" Target="../ink/ink536.xml"/><Relationship Id="rId35" Type="http://schemas.openxmlformats.org/officeDocument/2006/relationships/image" Target="../media/image473.png"/><Relationship Id="rId56" Type="http://schemas.openxmlformats.org/officeDocument/2006/relationships/customXml" Target="../ink/ink557.xml"/><Relationship Id="rId77" Type="http://schemas.openxmlformats.org/officeDocument/2006/relationships/image" Target="../media/image494.png"/><Relationship Id="rId100" Type="http://schemas.openxmlformats.org/officeDocument/2006/relationships/customXml" Target="../ink/ink579.xml"/><Relationship Id="rId8" Type="http://schemas.openxmlformats.org/officeDocument/2006/relationships/customXml" Target="../ink/ink533.xml"/><Relationship Id="rId98" Type="http://schemas.openxmlformats.org/officeDocument/2006/relationships/customXml" Target="../ink/ink578.xml"/><Relationship Id="rId121" Type="http://schemas.openxmlformats.org/officeDocument/2006/relationships/image" Target="../media/image516.png"/><Relationship Id="rId142" Type="http://schemas.openxmlformats.org/officeDocument/2006/relationships/customXml" Target="../ink/ink600.xml"/><Relationship Id="rId163" Type="http://schemas.openxmlformats.org/officeDocument/2006/relationships/image" Target="../media/image537.png"/><Relationship Id="rId184" Type="http://schemas.openxmlformats.org/officeDocument/2006/relationships/customXml" Target="../ink/ink621.xml"/><Relationship Id="rId219" Type="http://schemas.openxmlformats.org/officeDocument/2006/relationships/image" Target="../media/image565.png"/><Relationship Id="rId230" Type="http://schemas.openxmlformats.org/officeDocument/2006/relationships/customXml" Target="../ink/ink644.xml"/><Relationship Id="rId25" Type="http://schemas.openxmlformats.org/officeDocument/2006/relationships/image" Target="../media/image468.png"/><Relationship Id="rId46" Type="http://schemas.openxmlformats.org/officeDocument/2006/relationships/customXml" Target="../ink/ink552.xml"/><Relationship Id="rId67" Type="http://schemas.openxmlformats.org/officeDocument/2006/relationships/image" Target="../media/image489.png"/><Relationship Id="rId116" Type="http://schemas.openxmlformats.org/officeDocument/2006/relationships/customXml" Target="../ink/ink587.xml"/><Relationship Id="rId137" Type="http://schemas.openxmlformats.org/officeDocument/2006/relationships/image" Target="../media/image524.png"/><Relationship Id="rId158" Type="http://schemas.openxmlformats.org/officeDocument/2006/relationships/customXml" Target="../ink/ink608.xml"/><Relationship Id="rId20" Type="http://schemas.openxmlformats.org/officeDocument/2006/relationships/customXml" Target="../ink/ink539.xml"/><Relationship Id="rId41" Type="http://schemas.openxmlformats.org/officeDocument/2006/relationships/image" Target="../media/image476.png"/><Relationship Id="rId62" Type="http://schemas.openxmlformats.org/officeDocument/2006/relationships/customXml" Target="../ink/ink560.xml"/><Relationship Id="rId83" Type="http://schemas.openxmlformats.org/officeDocument/2006/relationships/image" Target="../media/image497.png"/><Relationship Id="rId88" Type="http://schemas.openxmlformats.org/officeDocument/2006/relationships/customXml" Target="../ink/ink573.xml"/><Relationship Id="rId111" Type="http://schemas.openxmlformats.org/officeDocument/2006/relationships/image" Target="../media/image511.png"/><Relationship Id="rId132" Type="http://schemas.openxmlformats.org/officeDocument/2006/relationships/customXml" Target="../ink/ink595.xml"/><Relationship Id="rId153" Type="http://schemas.openxmlformats.org/officeDocument/2006/relationships/image" Target="../media/image532.png"/><Relationship Id="rId174" Type="http://schemas.openxmlformats.org/officeDocument/2006/relationships/customXml" Target="../ink/ink616.xml"/><Relationship Id="rId179" Type="http://schemas.openxmlformats.org/officeDocument/2006/relationships/image" Target="../media/image545.png"/><Relationship Id="rId195" Type="http://schemas.openxmlformats.org/officeDocument/2006/relationships/image" Target="../media/image553.png"/><Relationship Id="rId209" Type="http://schemas.openxmlformats.org/officeDocument/2006/relationships/image" Target="../media/image560.png"/><Relationship Id="rId190" Type="http://schemas.openxmlformats.org/officeDocument/2006/relationships/customXml" Target="../ink/ink624.xml"/><Relationship Id="rId204" Type="http://schemas.openxmlformats.org/officeDocument/2006/relationships/customXml" Target="../ink/ink631.xml"/><Relationship Id="rId220" Type="http://schemas.openxmlformats.org/officeDocument/2006/relationships/customXml" Target="../ink/ink639.xml"/><Relationship Id="rId225" Type="http://schemas.openxmlformats.org/officeDocument/2006/relationships/image" Target="../media/image356.png"/><Relationship Id="rId15" Type="http://schemas.openxmlformats.org/officeDocument/2006/relationships/image" Target="../media/image463.png"/><Relationship Id="rId36" Type="http://schemas.openxmlformats.org/officeDocument/2006/relationships/customXml" Target="../ink/ink547.xml"/><Relationship Id="rId57" Type="http://schemas.openxmlformats.org/officeDocument/2006/relationships/image" Target="../media/image484.png"/><Relationship Id="rId106" Type="http://schemas.openxmlformats.org/officeDocument/2006/relationships/customXml" Target="../ink/ink582.xml"/><Relationship Id="rId127" Type="http://schemas.openxmlformats.org/officeDocument/2006/relationships/image" Target="../media/image519.png"/><Relationship Id="rId10" Type="http://schemas.openxmlformats.org/officeDocument/2006/relationships/customXml" Target="../ink/ink534.xml"/><Relationship Id="rId31" Type="http://schemas.openxmlformats.org/officeDocument/2006/relationships/image" Target="../media/image471.png"/><Relationship Id="rId52" Type="http://schemas.openxmlformats.org/officeDocument/2006/relationships/customXml" Target="../ink/ink555.xml"/><Relationship Id="rId73" Type="http://schemas.openxmlformats.org/officeDocument/2006/relationships/image" Target="../media/image492.png"/><Relationship Id="rId78" Type="http://schemas.openxmlformats.org/officeDocument/2006/relationships/customXml" Target="../ink/ink568.xml"/><Relationship Id="rId94" Type="http://schemas.openxmlformats.org/officeDocument/2006/relationships/customXml" Target="../ink/ink576.xml"/><Relationship Id="rId99" Type="http://schemas.openxmlformats.org/officeDocument/2006/relationships/image" Target="../media/image505.png"/><Relationship Id="rId101" Type="http://schemas.openxmlformats.org/officeDocument/2006/relationships/image" Target="../media/image506.png"/><Relationship Id="rId122" Type="http://schemas.openxmlformats.org/officeDocument/2006/relationships/customXml" Target="../ink/ink590.xml"/><Relationship Id="rId143" Type="http://schemas.openxmlformats.org/officeDocument/2006/relationships/image" Target="../media/image527.png"/><Relationship Id="rId148" Type="http://schemas.openxmlformats.org/officeDocument/2006/relationships/customXml" Target="../ink/ink603.xml"/><Relationship Id="rId164" Type="http://schemas.openxmlformats.org/officeDocument/2006/relationships/customXml" Target="../ink/ink611.xml"/><Relationship Id="rId169" Type="http://schemas.openxmlformats.org/officeDocument/2006/relationships/image" Target="../media/image540.png"/><Relationship Id="rId185" Type="http://schemas.openxmlformats.org/officeDocument/2006/relationships/image" Target="../media/image548.png"/><Relationship Id="rId4" Type="http://schemas.openxmlformats.org/officeDocument/2006/relationships/customXml" Target="../ink/ink531.xml"/><Relationship Id="rId9" Type="http://schemas.openxmlformats.org/officeDocument/2006/relationships/image" Target="../media/image460.png"/><Relationship Id="rId180" Type="http://schemas.openxmlformats.org/officeDocument/2006/relationships/customXml" Target="../ink/ink619.xml"/><Relationship Id="rId210" Type="http://schemas.openxmlformats.org/officeDocument/2006/relationships/customXml" Target="../ink/ink634.xml"/><Relationship Id="rId215" Type="http://schemas.openxmlformats.org/officeDocument/2006/relationships/image" Target="../media/image563.png"/><Relationship Id="rId26" Type="http://schemas.openxmlformats.org/officeDocument/2006/relationships/customXml" Target="../ink/ink542.xml"/><Relationship Id="rId231" Type="http://schemas.openxmlformats.org/officeDocument/2006/relationships/customXml" Target="../ink/ink645.xml"/><Relationship Id="rId47" Type="http://schemas.openxmlformats.org/officeDocument/2006/relationships/image" Target="../media/image479.png"/><Relationship Id="rId68" Type="http://schemas.openxmlformats.org/officeDocument/2006/relationships/customXml" Target="../ink/ink563.xml"/><Relationship Id="rId89" Type="http://schemas.openxmlformats.org/officeDocument/2006/relationships/image" Target="../media/image500.png"/><Relationship Id="rId112" Type="http://schemas.openxmlformats.org/officeDocument/2006/relationships/customXml" Target="../ink/ink585.xml"/><Relationship Id="rId133" Type="http://schemas.openxmlformats.org/officeDocument/2006/relationships/image" Target="../media/image522.png"/><Relationship Id="rId154" Type="http://schemas.openxmlformats.org/officeDocument/2006/relationships/customXml" Target="../ink/ink606.xml"/><Relationship Id="rId175" Type="http://schemas.openxmlformats.org/officeDocument/2006/relationships/image" Target="../media/image543.png"/><Relationship Id="rId196" Type="http://schemas.openxmlformats.org/officeDocument/2006/relationships/customXml" Target="../ink/ink627.xml"/><Relationship Id="rId200" Type="http://schemas.openxmlformats.org/officeDocument/2006/relationships/customXml" Target="../ink/ink629.xml"/><Relationship Id="rId16" Type="http://schemas.openxmlformats.org/officeDocument/2006/relationships/customXml" Target="../ink/ink537.xml"/><Relationship Id="rId221" Type="http://schemas.openxmlformats.org/officeDocument/2006/relationships/image" Target="../media/image566.png"/><Relationship Id="rId37" Type="http://schemas.openxmlformats.org/officeDocument/2006/relationships/image" Target="../media/image474.png"/><Relationship Id="rId58" Type="http://schemas.openxmlformats.org/officeDocument/2006/relationships/customXml" Target="../ink/ink558.xml"/><Relationship Id="rId79" Type="http://schemas.openxmlformats.org/officeDocument/2006/relationships/image" Target="../media/image495.png"/><Relationship Id="rId102" Type="http://schemas.openxmlformats.org/officeDocument/2006/relationships/customXml" Target="../ink/ink580.xml"/><Relationship Id="rId123" Type="http://schemas.openxmlformats.org/officeDocument/2006/relationships/image" Target="../media/image517.png"/><Relationship Id="rId144" Type="http://schemas.openxmlformats.org/officeDocument/2006/relationships/customXml" Target="../ink/ink601.xml"/><Relationship Id="rId90" Type="http://schemas.openxmlformats.org/officeDocument/2006/relationships/customXml" Target="../ink/ink574.xml"/><Relationship Id="rId165" Type="http://schemas.openxmlformats.org/officeDocument/2006/relationships/image" Target="../media/image538.png"/><Relationship Id="rId186" Type="http://schemas.openxmlformats.org/officeDocument/2006/relationships/customXml" Target="../ink/ink622.xml"/><Relationship Id="rId211" Type="http://schemas.openxmlformats.org/officeDocument/2006/relationships/image" Target="../media/image561.png"/><Relationship Id="rId232" Type="http://schemas.openxmlformats.org/officeDocument/2006/relationships/image" Target="../media/image96.png"/><Relationship Id="rId27" Type="http://schemas.openxmlformats.org/officeDocument/2006/relationships/image" Target="../media/image469.png"/><Relationship Id="rId48" Type="http://schemas.openxmlformats.org/officeDocument/2006/relationships/customXml" Target="../ink/ink553.xml"/><Relationship Id="rId69" Type="http://schemas.openxmlformats.org/officeDocument/2006/relationships/image" Target="../media/image490.png"/><Relationship Id="rId113" Type="http://schemas.openxmlformats.org/officeDocument/2006/relationships/image" Target="../media/image512.png"/><Relationship Id="rId134" Type="http://schemas.openxmlformats.org/officeDocument/2006/relationships/customXml" Target="../ink/ink596.xml"/><Relationship Id="rId80" Type="http://schemas.openxmlformats.org/officeDocument/2006/relationships/customXml" Target="../ink/ink569.xml"/><Relationship Id="rId155" Type="http://schemas.openxmlformats.org/officeDocument/2006/relationships/image" Target="../media/image533.png"/><Relationship Id="rId176" Type="http://schemas.openxmlformats.org/officeDocument/2006/relationships/customXml" Target="../ink/ink617.xml"/><Relationship Id="rId197" Type="http://schemas.openxmlformats.org/officeDocument/2006/relationships/image" Target="../media/image554.png"/><Relationship Id="rId201" Type="http://schemas.openxmlformats.org/officeDocument/2006/relationships/image" Target="../media/image556.png"/><Relationship Id="rId222" Type="http://schemas.openxmlformats.org/officeDocument/2006/relationships/customXml" Target="../ink/ink640.xml"/><Relationship Id="rId17" Type="http://schemas.openxmlformats.org/officeDocument/2006/relationships/image" Target="../media/image464.png"/><Relationship Id="rId38" Type="http://schemas.openxmlformats.org/officeDocument/2006/relationships/customXml" Target="../ink/ink548.xml"/><Relationship Id="rId59" Type="http://schemas.openxmlformats.org/officeDocument/2006/relationships/image" Target="../media/image485.png"/><Relationship Id="rId103" Type="http://schemas.openxmlformats.org/officeDocument/2006/relationships/image" Target="../media/image507.png"/><Relationship Id="rId124" Type="http://schemas.openxmlformats.org/officeDocument/2006/relationships/customXml" Target="../ink/ink591.xml"/><Relationship Id="rId70" Type="http://schemas.openxmlformats.org/officeDocument/2006/relationships/customXml" Target="../ink/ink564.xml"/><Relationship Id="rId91" Type="http://schemas.openxmlformats.org/officeDocument/2006/relationships/image" Target="../media/image501.png"/><Relationship Id="rId145" Type="http://schemas.openxmlformats.org/officeDocument/2006/relationships/image" Target="../media/image528.png"/><Relationship Id="rId166" Type="http://schemas.openxmlformats.org/officeDocument/2006/relationships/customXml" Target="../ink/ink612.xml"/><Relationship Id="rId187" Type="http://schemas.openxmlformats.org/officeDocument/2006/relationships/image" Target="../media/image549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635.xml"/><Relationship Id="rId28" Type="http://schemas.openxmlformats.org/officeDocument/2006/relationships/customXml" Target="../ink/ink543.xml"/><Relationship Id="rId49" Type="http://schemas.openxmlformats.org/officeDocument/2006/relationships/image" Target="../media/image480.png"/><Relationship Id="rId114" Type="http://schemas.openxmlformats.org/officeDocument/2006/relationships/customXml" Target="../ink/ink586.xml"/><Relationship Id="rId60" Type="http://schemas.openxmlformats.org/officeDocument/2006/relationships/customXml" Target="../ink/ink559.xml"/><Relationship Id="rId81" Type="http://schemas.openxmlformats.org/officeDocument/2006/relationships/image" Target="../media/image496.png"/><Relationship Id="rId135" Type="http://schemas.openxmlformats.org/officeDocument/2006/relationships/image" Target="../media/image523.png"/><Relationship Id="rId156" Type="http://schemas.openxmlformats.org/officeDocument/2006/relationships/customXml" Target="../ink/ink607.xml"/><Relationship Id="rId177" Type="http://schemas.openxmlformats.org/officeDocument/2006/relationships/image" Target="../media/image544.png"/><Relationship Id="rId198" Type="http://schemas.openxmlformats.org/officeDocument/2006/relationships/customXml" Target="../ink/ink628.xml"/><Relationship Id="rId202" Type="http://schemas.openxmlformats.org/officeDocument/2006/relationships/customXml" Target="../ink/ink630.xml"/><Relationship Id="rId223" Type="http://schemas.openxmlformats.org/officeDocument/2006/relationships/image" Target="../media/image567.png"/><Relationship Id="rId18" Type="http://schemas.openxmlformats.org/officeDocument/2006/relationships/customXml" Target="../ink/ink538.xml"/><Relationship Id="rId39" Type="http://schemas.openxmlformats.org/officeDocument/2006/relationships/image" Target="../media/image475.png"/><Relationship Id="rId50" Type="http://schemas.openxmlformats.org/officeDocument/2006/relationships/customXml" Target="../ink/ink554.xml"/><Relationship Id="rId104" Type="http://schemas.openxmlformats.org/officeDocument/2006/relationships/customXml" Target="../ink/ink581.xml"/><Relationship Id="rId125" Type="http://schemas.openxmlformats.org/officeDocument/2006/relationships/image" Target="../media/image518.png"/><Relationship Id="rId146" Type="http://schemas.openxmlformats.org/officeDocument/2006/relationships/customXml" Target="../ink/ink602.xml"/><Relationship Id="rId167" Type="http://schemas.openxmlformats.org/officeDocument/2006/relationships/image" Target="../media/image539.png"/><Relationship Id="rId188" Type="http://schemas.openxmlformats.org/officeDocument/2006/relationships/customXml" Target="../ink/ink623.xml"/><Relationship Id="rId71" Type="http://schemas.openxmlformats.org/officeDocument/2006/relationships/image" Target="../media/image491.png"/><Relationship Id="rId92" Type="http://schemas.openxmlformats.org/officeDocument/2006/relationships/customXml" Target="../ink/ink575.xml"/><Relationship Id="rId213" Type="http://schemas.openxmlformats.org/officeDocument/2006/relationships/image" Target="../media/image562.png"/><Relationship Id="rId2" Type="http://schemas.openxmlformats.org/officeDocument/2006/relationships/customXml" Target="../ink/ink530.xml"/><Relationship Id="rId29" Type="http://schemas.openxmlformats.org/officeDocument/2006/relationships/image" Target="../media/image470.png"/><Relationship Id="rId40" Type="http://schemas.openxmlformats.org/officeDocument/2006/relationships/customXml" Target="../ink/ink549.xml"/><Relationship Id="rId115" Type="http://schemas.openxmlformats.org/officeDocument/2006/relationships/image" Target="../media/image513.png"/><Relationship Id="rId136" Type="http://schemas.openxmlformats.org/officeDocument/2006/relationships/customXml" Target="../ink/ink597.xml"/><Relationship Id="rId157" Type="http://schemas.openxmlformats.org/officeDocument/2006/relationships/image" Target="../media/image534.png"/><Relationship Id="rId178" Type="http://schemas.openxmlformats.org/officeDocument/2006/relationships/customXml" Target="../ink/ink618.xml"/><Relationship Id="rId61" Type="http://schemas.openxmlformats.org/officeDocument/2006/relationships/image" Target="../media/image486.png"/><Relationship Id="rId82" Type="http://schemas.openxmlformats.org/officeDocument/2006/relationships/customXml" Target="../ink/ink570.xml"/><Relationship Id="rId199" Type="http://schemas.openxmlformats.org/officeDocument/2006/relationships/image" Target="../media/image555.png"/><Relationship Id="rId203" Type="http://schemas.openxmlformats.org/officeDocument/2006/relationships/image" Target="../media/image557.png"/><Relationship Id="rId19" Type="http://schemas.openxmlformats.org/officeDocument/2006/relationships/image" Target="../media/image465.png"/><Relationship Id="rId224" Type="http://schemas.openxmlformats.org/officeDocument/2006/relationships/customXml" Target="../ink/ink641.xml"/><Relationship Id="rId30" Type="http://schemas.openxmlformats.org/officeDocument/2006/relationships/customXml" Target="../ink/ink544.xml"/><Relationship Id="rId105" Type="http://schemas.openxmlformats.org/officeDocument/2006/relationships/image" Target="../media/image508.png"/><Relationship Id="rId126" Type="http://schemas.openxmlformats.org/officeDocument/2006/relationships/customXml" Target="../ink/ink592.xml"/><Relationship Id="rId147" Type="http://schemas.openxmlformats.org/officeDocument/2006/relationships/image" Target="../media/image529.png"/><Relationship Id="rId168" Type="http://schemas.openxmlformats.org/officeDocument/2006/relationships/customXml" Target="../ink/ink613.xml"/><Relationship Id="rId51" Type="http://schemas.openxmlformats.org/officeDocument/2006/relationships/image" Target="../media/image481.png"/><Relationship Id="rId72" Type="http://schemas.openxmlformats.org/officeDocument/2006/relationships/customXml" Target="../ink/ink565.xml"/><Relationship Id="rId93" Type="http://schemas.openxmlformats.org/officeDocument/2006/relationships/image" Target="../media/image502.png"/><Relationship Id="rId189" Type="http://schemas.openxmlformats.org/officeDocument/2006/relationships/image" Target="../media/image550.png"/><Relationship Id="rId3" Type="http://schemas.openxmlformats.org/officeDocument/2006/relationships/image" Target="../media/image4570.png"/><Relationship Id="rId214" Type="http://schemas.openxmlformats.org/officeDocument/2006/relationships/customXml" Target="../ink/ink636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703.xml"/><Relationship Id="rId21" Type="http://schemas.openxmlformats.org/officeDocument/2006/relationships/customXml" Target="../ink/ink655.xml"/><Relationship Id="rId63" Type="http://schemas.openxmlformats.org/officeDocument/2006/relationships/customXml" Target="../ink/ink676.xml"/><Relationship Id="rId159" Type="http://schemas.openxmlformats.org/officeDocument/2006/relationships/customXml" Target="../ink/ink724.xml"/><Relationship Id="rId170" Type="http://schemas.openxmlformats.org/officeDocument/2006/relationships/image" Target="../media/image651.png"/><Relationship Id="rId226" Type="http://schemas.openxmlformats.org/officeDocument/2006/relationships/image" Target="../media/image679.png"/><Relationship Id="rId107" Type="http://schemas.openxmlformats.org/officeDocument/2006/relationships/customXml" Target="../ink/ink698.xml"/><Relationship Id="rId11" Type="http://schemas.openxmlformats.org/officeDocument/2006/relationships/customXml" Target="../ink/ink650.xml"/><Relationship Id="rId32" Type="http://schemas.openxmlformats.org/officeDocument/2006/relationships/image" Target="../media/image582.png"/><Relationship Id="rId53" Type="http://schemas.openxmlformats.org/officeDocument/2006/relationships/customXml" Target="../ink/ink671.xml"/><Relationship Id="rId74" Type="http://schemas.openxmlformats.org/officeDocument/2006/relationships/image" Target="../media/image603.png"/><Relationship Id="rId128" Type="http://schemas.openxmlformats.org/officeDocument/2006/relationships/image" Target="../media/image630.png"/><Relationship Id="rId149" Type="http://schemas.openxmlformats.org/officeDocument/2006/relationships/customXml" Target="../ink/ink719.xml"/><Relationship Id="rId5" Type="http://schemas.openxmlformats.org/officeDocument/2006/relationships/customXml" Target="../ink/ink647.xml"/><Relationship Id="rId95" Type="http://schemas.openxmlformats.org/officeDocument/2006/relationships/customXml" Target="../ink/ink692.xml"/><Relationship Id="rId160" Type="http://schemas.openxmlformats.org/officeDocument/2006/relationships/image" Target="../media/image646.png"/><Relationship Id="rId181" Type="http://schemas.openxmlformats.org/officeDocument/2006/relationships/customXml" Target="../ink/ink735.xml"/><Relationship Id="rId216" Type="http://schemas.openxmlformats.org/officeDocument/2006/relationships/image" Target="../media/image674.png"/><Relationship Id="rId237" Type="http://schemas.openxmlformats.org/officeDocument/2006/relationships/customXml" Target="../ink/ink763.xml"/><Relationship Id="rId258" Type="http://schemas.openxmlformats.org/officeDocument/2006/relationships/customXml" Target="../ink/ink774.xml"/><Relationship Id="rId22" Type="http://schemas.openxmlformats.org/officeDocument/2006/relationships/image" Target="../media/image577.png"/><Relationship Id="rId43" Type="http://schemas.openxmlformats.org/officeDocument/2006/relationships/customXml" Target="../ink/ink666.xml"/><Relationship Id="rId64" Type="http://schemas.openxmlformats.org/officeDocument/2006/relationships/image" Target="../media/image598.png"/><Relationship Id="rId118" Type="http://schemas.openxmlformats.org/officeDocument/2006/relationships/image" Target="../media/image625.png"/><Relationship Id="rId139" Type="http://schemas.openxmlformats.org/officeDocument/2006/relationships/customXml" Target="../ink/ink714.xml"/><Relationship Id="rId85" Type="http://schemas.openxmlformats.org/officeDocument/2006/relationships/customXml" Target="../ink/ink687.xml"/><Relationship Id="rId150" Type="http://schemas.openxmlformats.org/officeDocument/2006/relationships/image" Target="../media/image641.png"/><Relationship Id="rId171" Type="http://schemas.openxmlformats.org/officeDocument/2006/relationships/customXml" Target="../ink/ink730.xml"/><Relationship Id="rId192" Type="http://schemas.openxmlformats.org/officeDocument/2006/relationships/image" Target="../media/image662.png"/><Relationship Id="rId206" Type="http://schemas.openxmlformats.org/officeDocument/2006/relationships/image" Target="../media/image669.png"/><Relationship Id="rId227" Type="http://schemas.openxmlformats.org/officeDocument/2006/relationships/customXml" Target="../ink/ink758.xml"/><Relationship Id="rId248" Type="http://schemas.openxmlformats.org/officeDocument/2006/relationships/image" Target="../media/image687.png"/><Relationship Id="rId12" Type="http://schemas.openxmlformats.org/officeDocument/2006/relationships/image" Target="../media/image572.png"/><Relationship Id="rId33" Type="http://schemas.openxmlformats.org/officeDocument/2006/relationships/customXml" Target="../ink/ink661.xml"/><Relationship Id="rId108" Type="http://schemas.openxmlformats.org/officeDocument/2006/relationships/image" Target="../media/image620.png"/><Relationship Id="rId129" Type="http://schemas.openxmlformats.org/officeDocument/2006/relationships/customXml" Target="../ink/ink709.xml"/><Relationship Id="rId54" Type="http://schemas.openxmlformats.org/officeDocument/2006/relationships/image" Target="../media/image593.png"/><Relationship Id="rId75" Type="http://schemas.openxmlformats.org/officeDocument/2006/relationships/customXml" Target="../ink/ink682.xml"/><Relationship Id="rId96" Type="http://schemas.openxmlformats.org/officeDocument/2006/relationships/image" Target="../media/image614.png"/><Relationship Id="rId140" Type="http://schemas.openxmlformats.org/officeDocument/2006/relationships/image" Target="../media/image636.png"/><Relationship Id="rId161" Type="http://schemas.openxmlformats.org/officeDocument/2006/relationships/customXml" Target="../ink/ink725.xml"/><Relationship Id="rId182" Type="http://schemas.openxmlformats.org/officeDocument/2006/relationships/image" Target="../media/image657.png"/><Relationship Id="rId217" Type="http://schemas.openxmlformats.org/officeDocument/2006/relationships/customXml" Target="../ink/ink753.xml"/><Relationship Id="rId6" Type="http://schemas.openxmlformats.org/officeDocument/2006/relationships/image" Target="../media/image569.png"/><Relationship Id="rId238" Type="http://schemas.openxmlformats.org/officeDocument/2006/relationships/image" Target="../media/image685.png"/><Relationship Id="rId259" Type="http://schemas.openxmlformats.org/officeDocument/2006/relationships/customXml" Target="../ink/ink775.xml"/><Relationship Id="rId23" Type="http://schemas.openxmlformats.org/officeDocument/2006/relationships/customXml" Target="../ink/ink656.xml"/><Relationship Id="rId119" Type="http://schemas.openxmlformats.org/officeDocument/2006/relationships/customXml" Target="../ink/ink704.xml"/><Relationship Id="rId44" Type="http://schemas.openxmlformats.org/officeDocument/2006/relationships/image" Target="../media/image588.png"/><Relationship Id="rId65" Type="http://schemas.openxmlformats.org/officeDocument/2006/relationships/customXml" Target="../ink/ink677.xml"/><Relationship Id="rId86" Type="http://schemas.openxmlformats.org/officeDocument/2006/relationships/image" Target="../media/image609.png"/><Relationship Id="rId130" Type="http://schemas.openxmlformats.org/officeDocument/2006/relationships/image" Target="../media/image631.png"/><Relationship Id="rId151" Type="http://schemas.openxmlformats.org/officeDocument/2006/relationships/customXml" Target="../ink/ink720.xml"/><Relationship Id="rId172" Type="http://schemas.openxmlformats.org/officeDocument/2006/relationships/image" Target="../media/image652.png"/><Relationship Id="rId193" Type="http://schemas.openxmlformats.org/officeDocument/2006/relationships/customXml" Target="../ink/ink741.xml"/><Relationship Id="rId207" Type="http://schemas.openxmlformats.org/officeDocument/2006/relationships/customXml" Target="../ink/ink748.xml"/><Relationship Id="rId228" Type="http://schemas.openxmlformats.org/officeDocument/2006/relationships/image" Target="../media/image680.png"/><Relationship Id="rId249" Type="http://schemas.openxmlformats.org/officeDocument/2006/relationships/customXml" Target="../ink/ink769.xml"/><Relationship Id="rId13" Type="http://schemas.openxmlformats.org/officeDocument/2006/relationships/customXml" Target="../ink/ink651.xml"/><Relationship Id="rId109" Type="http://schemas.openxmlformats.org/officeDocument/2006/relationships/customXml" Target="../ink/ink699.xml"/><Relationship Id="rId260" Type="http://schemas.openxmlformats.org/officeDocument/2006/relationships/customXml" Target="../ink/ink776.xml"/><Relationship Id="rId34" Type="http://schemas.openxmlformats.org/officeDocument/2006/relationships/image" Target="../media/image583.png"/><Relationship Id="rId55" Type="http://schemas.openxmlformats.org/officeDocument/2006/relationships/customXml" Target="../ink/ink672.xml"/><Relationship Id="rId76" Type="http://schemas.openxmlformats.org/officeDocument/2006/relationships/image" Target="../media/image604.png"/><Relationship Id="rId97" Type="http://schemas.openxmlformats.org/officeDocument/2006/relationships/customXml" Target="../ink/ink693.xml"/><Relationship Id="rId120" Type="http://schemas.openxmlformats.org/officeDocument/2006/relationships/image" Target="../media/image626.png"/><Relationship Id="rId141" Type="http://schemas.openxmlformats.org/officeDocument/2006/relationships/customXml" Target="../ink/ink715.xml"/><Relationship Id="rId7" Type="http://schemas.openxmlformats.org/officeDocument/2006/relationships/customXml" Target="../ink/ink648.xml"/><Relationship Id="rId162" Type="http://schemas.openxmlformats.org/officeDocument/2006/relationships/image" Target="../media/image647.png"/><Relationship Id="rId183" Type="http://schemas.openxmlformats.org/officeDocument/2006/relationships/customXml" Target="../ink/ink736.xml"/><Relationship Id="rId218" Type="http://schemas.openxmlformats.org/officeDocument/2006/relationships/image" Target="../media/image675.png"/><Relationship Id="rId239" Type="http://schemas.openxmlformats.org/officeDocument/2006/relationships/customXml" Target="../ink/ink764.xml"/><Relationship Id="rId250" Type="http://schemas.openxmlformats.org/officeDocument/2006/relationships/image" Target="../media/image95.png"/><Relationship Id="rId24" Type="http://schemas.openxmlformats.org/officeDocument/2006/relationships/image" Target="../media/image578.png"/><Relationship Id="rId45" Type="http://schemas.openxmlformats.org/officeDocument/2006/relationships/customXml" Target="../ink/ink667.xml"/><Relationship Id="rId66" Type="http://schemas.openxmlformats.org/officeDocument/2006/relationships/image" Target="../media/image599.png"/><Relationship Id="rId87" Type="http://schemas.openxmlformats.org/officeDocument/2006/relationships/customXml" Target="../ink/ink688.xml"/><Relationship Id="rId110" Type="http://schemas.openxmlformats.org/officeDocument/2006/relationships/image" Target="../media/image621.png"/><Relationship Id="rId131" Type="http://schemas.openxmlformats.org/officeDocument/2006/relationships/customXml" Target="../ink/ink710.xml"/><Relationship Id="rId152" Type="http://schemas.openxmlformats.org/officeDocument/2006/relationships/image" Target="../media/image642.png"/><Relationship Id="rId173" Type="http://schemas.openxmlformats.org/officeDocument/2006/relationships/customXml" Target="../ink/ink731.xml"/><Relationship Id="rId194" Type="http://schemas.openxmlformats.org/officeDocument/2006/relationships/image" Target="../media/image663.png"/><Relationship Id="rId208" Type="http://schemas.openxmlformats.org/officeDocument/2006/relationships/image" Target="../media/image670.png"/><Relationship Id="rId229" Type="http://schemas.openxmlformats.org/officeDocument/2006/relationships/customXml" Target="../ink/ink759.xml"/><Relationship Id="rId240" Type="http://schemas.openxmlformats.org/officeDocument/2006/relationships/image" Target="../media/image686.png"/><Relationship Id="rId261" Type="http://schemas.openxmlformats.org/officeDocument/2006/relationships/customXml" Target="../ink/ink777.xml"/><Relationship Id="rId14" Type="http://schemas.openxmlformats.org/officeDocument/2006/relationships/image" Target="../media/image573.png"/><Relationship Id="rId35" Type="http://schemas.openxmlformats.org/officeDocument/2006/relationships/customXml" Target="../ink/ink662.xml"/><Relationship Id="rId56" Type="http://schemas.openxmlformats.org/officeDocument/2006/relationships/image" Target="../media/image594.png"/><Relationship Id="rId77" Type="http://schemas.openxmlformats.org/officeDocument/2006/relationships/customXml" Target="../ink/ink683.xml"/><Relationship Id="rId100" Type="http://schemas.openxmlformats.org/officeDocument/2006/relationships/image" Target="../media/image616.png"/><Relationship Id="rId8" Type="http://schemas.openxmlformats.org/officeDocument/2006/relationships/image" Target="../media/image570.png"/><Relationship Id="rId98" Type="http://schemas.openxmlformats.org/officeDocument/2006/relationships/image" Target="../media/image615.png"/><Relationship Id="rId121" Type="http://schemas.openxmlformats.org/officeDocument/2006/relationships/customXml" Target="../ink/ink705.xml"/><Relationship Id="rId142" Type="http://schemas.openxmlformats.org/officeDocument/2006/relationships/image" Target="../media/image637.png"/><Relationship Id="rId163" Type="http://schemas.openxmlformats.org/officeDocument/2006/relationships/customXml" Target="../ink/ink726.xml"/><Relationship Id="rId184" Type="http://schemas.openxmlformats.org/officeDocument/2006/relationships/image" Target="../media/image658.png"/><Relationship Id="rId219" Type="http://schemas.openxmlformats.org/officeDocument/2006/relationships/customXml" Target="../ink/ink754.xml"/><Relationship Id="rId230" Type="http://schemas.openxmlformats.org/officeDocument/2006/relationships/image" Target="../media/image681.png"/><Relationship Id="rId251" Type="http://schemas.openxmlformats.org/officeDocument/2006/relationships/customXml" Target="../ink/ink770.xml"/><Relationship Id="rId25" Type="http://schemas.openxmlformats.org/officeDocument/2006/relationships/customXml" Target="../ink/ink657.xml"/><Relationship Id="rId46" Type="http://schemas.openxmlformats.org/officeDocument/2006/relationships/image" Target="../media/image589.png"/><Relationship Id="rId67" Type="http://schemas.openxmlformats.org/officeDocument/2006/relationships/customXml" Target="../ink/ink678.xml"/><Relationship Id="rId88" Type="http://schemas.openxmlformats.org/officeDocument/2006/relationships/image" Target="../media/image610.png"/><Relationship Id="rId111" Type="http://schemas.openxmlformats.org/officeDocument/2006/relationships/customXml" Target="../ink/ink700.xml"/><Relationship Id="rId132" Type="http://schemas.openxmlformats.org/officeDocument/2006/relationships/image" Target="../media/image632.png"/><Relationship Id="rId153" Type="http://schemas.openxmlformats.org/officeDocument/2006/relationships/customXml" Target="../ink/ink721.xml"/><Relationship Id="rId174" Type="http://schemas.openxmlformats.org/officeDocument/2006/relationships/image" Target="../media/image653.png"/><Relationship Id="rId195" Type="http://schemas.openxmlformats.org/officeDocument/2006/relationships/customXml" Target="../ink/ink742.xml"/><Relationship Id="rId209" Type="http://schemas.openxmlformats.org/officeDocument/2006/relationships/customXml" Target="../ink/ink749.xml"/><Relationship Id="rId220" Type="http://schemas.openxmlformats.org/officeDocument/2006/relationships/image" Target="../media/image676.png"/><Relationship Id="rId241" Type="http://schemas.openxmlformats.org/officeDocument/2006/relationships/customXml" Target="../ink/ink765.xml"/><Relationship Id="rId15" Type="http://schemas.openxmlformats.org/officeDocument/2006/relationships/customXml" Target="../ink/ink652.xml"/><Relationship Id="rId36" Type="http://schemas.openxmlformats.org/officeDocument/2006/relationships/image" Target="../media/image584.png"/><Relationship Id="rId57" Type="http://schemas.openxmlformats.org/officeDocument/2006/relationships/customXml" Target="../ink/ink673.xml"/><Relationship Id="rId262" Type="http://schemas.openxmlformats.org/officeDocument/2006/relationships/image" Target="../media/image340.png"/><Relationship Id="rId78" Type="http://schemas.openxmlformats.org/officeDocument/2006/relationships/image" Target="../media/image605.png"/><Relationship Id="rId99" Type="http://schemas.openxmlformats.org/officeDocument/2006/relationships/customXml" Target="../ink/ink694.xml"/><Relationship Id="rId101" Type="http://schemas.openxmlformats.org/officeDocument/2006/relationships/customXml" Target="../ink/ink695.xml"/><Relationship Id="rId122" Type="http://schemas.openxmlformats.org/officeDocument/2006/relationships/image" Target="../media/image627.png"/><Relationship Id="rId143" Type="http://schemas.openxmlformats.org/officeDocument/2006/relationships/customXml" Target="../ink/ink716.xml"/><Relationship Id="rId164" Type="http://schemas.openxmlformats.org/officeDocument/2006/relationships/image" Target="../media/image648.png"/><Relationship Id="rId185" Type="http://schemas.openxmlformats.org/officeDocument/2006/relationships/customXml" Target="../ink/ink737.xml"/><Relationship Id="rId9" Type="http://schemas.openxmlformats.org/officeDocument/2006/relationships/customXml" Target="../ink/ink649.xml"/><Relationship Id="rId210" Type="http://schemas.openxmlformats.org/officeDocument/2006/relationships/image" Target="../media/image671.png"/><Relationship Id="rId26" Type="http://schemas.openxmlformats.org/officeDocument/2006/relationships/image" Target="../media/image579.png"/><Relationship Id="rId231" Type="http://schemas.openxmlformats.org/officeDocument/2006/relationships/customXml" Target="../ink/ink760.xml"/><Relationship Id="rId252" Type="http://schemas.openxmlformats.org/officeDocument/2006/relationships/image" Target="../media/image688.png"/><Relationship Id="rId47" Type="http://schemas.openxmlformats.org/officeDocument/2006/relationships/customXml" Target="../ink/ink668.xml"/><Relationship Id="rId68" Type="http://schemas.openxmlformats.org/officeDocument/2006/relationships/image" Target="../media/image600.png"/><Relationship Id="rId89" Type="http://schemas.openxmlformats.org/officeDocument/2006/relationships/customXml" Target="../ink/ink689.xml"/><Relationship Id="rId112" Type="http://schemas.openxmlformats.org/officeDocument/2006/relationships/image" Target="../media/image622.png"/><Relationship Id="rId133" Type="http://schemas.openxmlformats.org/officeDocument/2006/relationships/customXml" Target="../ink/ink711.xml"/><Relationship Id="rId154" Type="http://schemas.openxmlformats.org/officeDocument/2006/relationships/image" Target="../media/image643.png"/><Relationship Id="rId175" Type="http://schemas.openxmlformats.org/officeDocument/2006/relationships/customXml" Target="../ink/ink732.xml"/><Relationship Id="rId196" Type="http://schemas.openxmlformats.org/officeDocument/2006/relationships/image" Target="../media/image664.png"/><Relationship Id="rId200" Type="http://schemas.openxmlformats.org/officeDocument/2006/relationships/image" Target="../media/image666.png"/><Relationship Id="rId16" Type="http://schemas.openxmlformats.org/officeDocument/2006/relationships/image" Target="../media/image574.png"/><Relationship Id="rId221" Type="http://schemas.openxmlformats.org/officeDocument/2006/relationships/customXml" Target="../ink/ink755.xml"/><Relationship Id="rId242" Type="http://schemas.openxmlformats.org/officeDocument/2006/relationships/image" Target="../media/image523.png"/><Relationship Id="rId263" Type="http://schemas.openxmlformats.org/officeDocument/2006/relationships/customXml" Target="../ink/ink778.xml"/><Relationship Id="rId37" Type="http://schemas.openxmlformats.org/officeDocument/2006/relationships/customXml" Target="../ink/ink663.xml"/><Relationship Id="rId58" Type="http://schemas.openxmlformats.org/officeDocument/2006/relationships/image" Target="../media/image595.png"/><Relationship Id="rId79" Type="http://schemas.openxmlformats.org/officeDocument/2006/relationships/customXml" Target="../ink/ink684.xml"/><Relationship Id="rId102" Type="http://schemas.openxmlformats.org/officeDocument/2006/relationships/image" Target="../media/image617.png"/><Relationship Id="rId123" Type="http://schemas.openxmlformats.org/officeDocument/2006/relationships/customXml" Target="../ink/ink706.xml"/><Relationship Id="rId144" Type="http://schemas.openxmlformats.org/officeDocument/2006/relationships/image" Target="../media/image638.png"/><Relationship Id="rId90" Type="http://schemas.openxmlformats.org/officeDocument/2006/relationships/image" Target="../media/image611.png"/><Relationship Id="rId165" Type="http://schemas.openxmlformats.org/officeDocument/2006/relationships/customXml" Target="../ink/ink727.xml"/><Relationship Id="rId186" Type="http://schemas.openxmlformats.org/officeDocument/2006/relationships/image" Target="../media/image659.png"/><Relationship Id="rId211" Type="http://schemas.openxmlformats.org/officeDocument/2006/relationships/customXml" Target="../ink/ink750.xml"/><Relationship Id="rId232" Type="http://schemas.openxmlformats.org/officeDocument/2006/relationships/image" Target="../media/image682.png"/><Relationship Id="rId253" Type="http://schemas.openxmlformats.org/officeDocument/2006/relationships/customXml" Target="../ink/ink771.xml"/><Relationship Id="rId27" Type="http://schemas.openxmlformats.org/officeDocument/2006/relationships/customXml" Target="../ink/ink658.xml"/><Relationship Id="rId48" Type="http://schemas.openxmlformats.org/officeDocument/2006/relationships/image" Target="../media/image590.png"/><Relationship Id="rId69" Type="http://schemas.openxmlformats.org/officeDocument/2006/relationships/customXml" Target="../ink/ink679.xml"/><Relationship Id="rId113" Type="http://schemas.openxmlformats.org/officeDocument/2006/relationships/customXml" Target="../ink/ink701.xml"/><Relationship Id="rId134" Type="http://schemas.openxmlformats.org/officeDocument/2006/relationships/image" Target="../media/image633.png"/><Relationship Id="rId80" Type="http://schemas.openxmlformats.org/officeDocument/2006/relationships/image" Target="../media/image606.png"/><Relationship Id="rId155" Type="http://schemas.openxmlformats.org/officeDocument/2006/relationships/customXml" Target="../ink/ink722.xml"/><Relationship Id="rId176" Type="http://schemas.openxmlformats.org/officeDocument/2006/relationships/image" Target="../media/image654.png"/><Relationship Id="rId197" Type="http://schemas.openxmlformats.org/officeDocument/2006/relationships/customXml" Target="../ink/ink743.xml"/><Relationship Id="rId201" Type="http://schemas.openxmlformats.org/officeDocument/2006/relationships/customXml" Target="../ink/ink745.xml"/><Relationship Id="rId222" Type="http://schemas.openxmlformats.org/officeDocument/2006/relationships/image" Target="../media/image677.png"/><Relationship Id="rId243" Type="http://schemas.openxmlformats.org/officeDocument/2006/relationships/customXml" Target="../ink/ink766.xml"/><Relationship Id="rId264" Type="http://schemas.openxmlformats.org/officeDocument/2006/relationships/customXml" Target="../ink/ink779.xml"/><Relationship Id="rId17" Type="http://schemas.openxmlformats.org/officeDocument/2006/relationships/customXml" Target="../ink/ink653.xml"/><Relationship Id="rId38" Type="http://schemas.openxmlformats.org/officeDocument/2006/relationships/image" Target="../media/image585.png"/><Relationship Id="rId59" Type="http://schemas.openxmlformats.org/officeDocument/2006/relationships/customXml" Target="../ink/ink674.xml"/><Relationship Id="rId103" Type="http://schemas.openxmlformats.org/officeDocument/2006/relationships/customXml" Target="../ink/ink696.xml"/><Relationship Id="rId124" Type="http://schemas.openxmlformats.org/officeDocument/2006/relationships/image" Target="../media/image628.png"/><Relationship Id="rId70" Type="http://schemas.openxmlformats.org/officeDocument/2006/relationships/image" Target="../media/image601.png"/><Relationship Id="rId91" Type="http://schemas.openxmlformats.org/officeDocument/2006/relationships/customXml" Target="../ink/ink690.xml"/><Relationship Id="rId145" Type="http://schemas.openxmlformats.org/officeDocument/2006/relationships/customXml" Target="../ink/ink717.xml"/><Relationship Id="rId166" Type="http://schemas.openxmlformats.org/officeDocument/2006/relationships/image" Target="../media/image649.png"/><Relationship Id="rId187" Type="http://schemas.openxmlformats.org/officeDocument/2006/relationships/customXml" Target="../ink/ink738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672.png"/><Relationship Id="rId233" Type="http://schemas.openxmlformats.org/officeDocument/2006/relationships/customXml" Target="../ink/ink761.xml"/><Relationship Id="rId254" Type="http://schemas.openxmlformats.org/officeDocument/2006/relationships/image" Target="../media/image341.png"/><Relationship Id="rId28" Type="http://schemas.openxmlformats.org/officeDocument/2006/relationships/image" Target="../media/image580.png"/><Relationship Id="rId49" Type="http://schemas.openxmlformats.org/officeDocument/2006/relationships/customXml" Target="../ink/ink669.xml"/><Relationship Id="rId114" Type="http://schemas.openxmlformats.org/officeDocument/2006/relationships/image" Target="../media/image623.png"/><Relationship Id="rId60" Type="http://schemas.openxmlformats.org/officeDocument/2006/relationships/image" Target="../media/image596.png"/><Relationship Id="rId81" Type="http://schemas.openxmlformats.org/officeDocument/2006/relationships/customXml" Target="../ink/ink685.xml"/><Relationship Id="rId135" Type="http://schemas.openxmlformats.org/officeDocument/2006/relationships/customXml" Target="../ink/ink712.xml"/><Relationship Id="rId156" Type="http://schemas.openxmlformats.org/officeDocument/2006/relationships/image" Target="../media/image644.png"/><Relationship Id="rId177" Type="http://schemas.openxmlformats.org/officeDocument/2006/relationships/customXml" Target="../ink/ink733.xml"/><Relationship Id="rId198" Type="http://schemas.openxmlformats.org/officeDocument/2006/relationships/image" Target="../media/image665.png"/><Relationship Id="rId202" Type="http://schemas.openxmlformats.org/officeDocument/2006/relationships/image" Target="../media/image667.png"/><Relationship Id="rId223" Type="http://schemas.openxmlformats.org/officeDocument/2006/relationships/customXml" Target="../ink/ink756.xml"/><Relationship Id="rId244" Type="http://schemas.openxmlformats.org/officeDocument/2006/relationships/image" Target="../media/image221.png"/><Relationship Id="rId18" Type="http://schemas.openxmlformats.org/officeDocument/2006/relationships/image" Target="../media/image575.png"/><Relationship Id="rId39" Type="http://schemas.openxmlformats.org/officeDocument/2006/relationships/customXml" Target="../ink/ink664.xml"/><Relationship Id="rId265" Type="http://schemas.openxmlformats.org/officeDocument/2006/relationships/image" Target="../media/image690.png"/><Relationship Id="rId50" Type="http://schemas.openxmlformats.org/officeDocument/2006/relationships/image" Target="../media/image591.png"/><Relationship Id="rId104" Type="http://schemas.openxmlformats.org/officeDocument/2006/relationships/image" Target="../media/image618.png"/><Relationship Id="rId125" Type="http://schemas.openxmlformats.org/officeDocument/2006/relationships/customXml" Target="../ink/ink707.xml"/><Relationship Id="rId146" Type="http://schemas.openxmlformats.org/officeDocument/2006/relationships/image" Target="../media/image639.png"/><Relationship Id="rId167" Type="http://schemas.openxmlformats.org/officeDocument/2006/relationships/customXml" Target="../ink/ink728.xml"/><Relationship Id="rId188" Type="http://schemas.openxmlformats.org/officeDocument/2006/relationships/image" Target="../media/image660.png"/><Relationship Id="rId71" Type="http://schemas.openxmlformats.org/officeDocument/2006/relationships/customXml" Target="../ink/ink680.xml"/><Relationship Id="rId92" Type="http://schemas.openxmlformats.org/officeDocument/2006/relationships/image" Target="../media/image612.png"/><Relationship Id="rId213" Type="http://schemas.openxmlformats.org/officeDocument/2006/relationships/customXml" Target="../ink/ink751.xml"/><Relationship Id="rId234" Type="http://schemas.openxmlformats.org/officeDocument/2006/relationships/image" Target="../media/image683.png"/><Relationship Id="rId2" Type="http://schemas.openxmlformats.org/officeDocument/2006/relationships/notesSlide" Target="../notesSlides/notesSlide1.xml"/><Relationship Id="rId29" Type="http://schemas.openxmlformats.org/officeDocument/2006/relationships/customXml" Target="../ink/ink659.xml"/><Relationship Id="rId255" Type="http://schemas.openxmlformats.org/officeDocument/2006/relationships/customXml" Target="../ink/ink772.xml"/><Relationship Id="rId40" Type="http://schemas.openxmlformats.org/officeDocument/2006/relationships/image" Target="../media/image586.png"/><Relationship Id="rId115" Type="http://schemas.openxmlformats.org/officeDocument/2006/relationships/customXml" Target="../ink/ink702.xml"/><Relationship Id="rId136" Type="http://schemas.openxmlformats.org/officeDocument/2006/relationships/image" Target="../media/image634.png"/><Relationship Id="rId157" Type="http://schemas.openxmlformats.org/officeDocument/2006/relationships/customXml" Target="../ink/ink723.xml"/><Relationship Id="rId178" Type="http://schemas.openxmlformats.org/officeDocument/2006/relationships/image" Target="../media/image655.png"/><Relationship Id="rId61" Type="http://schemas.openxmlformats.org/officeDocument/2006/relationships/customXml" Target="../ink/ink675.xml"/><Relationship Id="rId82" Type="http://schemas.openxmlformats.org/officeDocument/2006/relationships/image" Target="../media/image607.png"/><Relationship Id="rId199" Type="http://schemas.openxmlformats.org/officeDocument/2006/relationships/customXml" Target="../ink/ink744.xml"/><Relationship Id="rId203" Type="http://schemas.openxmlformats.org/officeDocument/2006/relationships/customXml" Target="../ink/ink746.xml"/><Relationship Id="rId19" Type="http://schemas.openxmlformats.org/officeDocument/2006/relationships/customXml" Target="../ink/ink654.xml"/><Relationship Id="rId224" Type="http://schemas.openxmlformats.org/officeDocument/2006/relationships/image" Target="../media/image678.png"/><Relationship Id="rId245" Type="http://schemas.openxmlformats.org/officeDocument/2006/relationships/customXml" Target="../ink/ink767.xml"/><Relationship Id="rId30" Type="http://schemas.openxmlformats.org/officeDocument/2006/relationships/image" Target="../media/image581.png"/><Relationship Id="rId105" Type="http://schemas.openxmlformats.org/officeDocument/2006/relationships/customXml" Target="../ink/ink697.xml"/><Relationship Id="rId126" Type="http://schemas.openxmlformats.org/officeDocument/2006/relationships/image" Target="../media/image629.png"/><Relationship Id="rId147" Type="http://schemas.openxmlformats.org/officeDocument/2006/relationships/customXml" Target="../ink/ink718.xml"/><Relationship Id="rId168" Type="http://schemas.openxmlformats.org/officeDocument/2006/relationships/image" Target="../media/image650.png"/><Relationship Id="rId51" Type="http://schemas.openxmlformats.org/officeDocument/2006/relationships/customXml" Target="../ink/ink670.xml"/><Relationship Id="rId72" Type="http://schemas.openxmlformats.org/officeDocument/2006/relationships/image" Target="../media/image602.png"/><Relationship Id="rId93" Type="http://schemas.openxmlformats.org/officeDocument/2006/relationships/customXml" Target="../ink/ink691.xml"/><Relationship Id="rId189" Type="http://schemas.openxmlformats.org/officeDocument/2006/relationships/customXml" Target="../ink/ink739.xml"/><Relationship Id="rId3" Type="http://schemas.openxmlformats.org/officeDocument/2006/relationships/customXml" Target="../ink/ink646.xml"/><Relationship Id="rId214" Type="http://schemas.openxmlformats.org/officeDocument/2006/relationships/image" Target="../media/image673.png"/><Relationship Id="rId235" Type="http://schemas.openxmlformats.org/officeDocument/2006/relationships/customXml" Target="../ink/ink762.xml"/><Relationship Id="rId256" Type="http://schemas.openxmlformats.org/officeDocument/2006/relationships/customXml" Target="../ink/ink773.xml"/><Relationship Id="rId116" Type="http://schemas.openxmlformats.org/officeDocument/2006/relationships/image" Target="../media/image624.png"/><Relationship Id="rId137" Type="http://schemas.openxmlformats.org/officeDocument/2006/relationships/customXml" Target="../ink/ink713.xml"/><Relationship Id="rId158" Type="http://schemas.openxmlformats.org/officeDocument/2006/relationships/image" Target="../media/image645.png"/><Relationship Id="rId20" Type="http://schemas.openxmlformats.org/officeDocument/2006/relationships/image" Target="../media/image576.png"/><Relationship Id="rId41" Type="http://schemas.openxmlformats.org/officeDocument/2006/relationships/customXml" Target="../ink/ink665.xml"/><Relationship Id="rId62" Type="http://schemas.openxmlformats.org/officeDocument/2006/relationships/image" Target="../media/image597.png"/><Relationship Id="rId83" Type="http://schemas.openxmlformats.org/officeDocument/2006/relationships/customXml" Target="../ink/ink686.xml"/><Relationship Id="rId179" Type="http://schemas.openxmlformats.org/officeDocument/2006/relationships/customXml" Target="../ink/ink734.xml"/><Relationship Id="rId190" Type="http://schemas.openxmlformats.org/officeDocument/2006/relationships/image" Target="../media/image661.png"/><Relationship Id="rId204" Type="http://schemas.openxmlformats.org/officeDocument/2006/relationships/image" Target="../media/image668.png"/><Relationship Id="rId225" Type="http://schemas.openxmlformats.org/officeDocument/2006/relationships/customXml" Target="../ink/ink757.xml"/><Relationship Id="rId246" Type="http://schemas.openxmlformats.org/officeDocument/2006/relationships/image" Target="../media/image205.png"/><Relationship Id="rId106" Type="http://schemas.openxmlformats.org/officeDocument/2006/relationships/image" Target="../media/image619.png"/><Relationship Id="rId127" Type="http://schemas.openxmlformats.org/officeDocument/2006/relationships/customXml" Target="../ink/ink708.xml"/><Relationship Id="rId10" Type="http://schemas.openxmlformats.org/officeDocument/2006/relationships/image" Target="../media/image571.png"/><Relationship Id="rId31" Type="http://schemas.openxmlformats.org/officeDocument/2006/relationships/customXml" Target="../ink/ink660.xml"/><Relationship Id="rId52" Type="http://schemas.openxmlformats.org/officeDocument/2006/relationships/image" Target="../media/image592.png"/><Relationship Id="rId73" Type="http://schemas.openxmlformats.org/officeDocument/2006/relationships/customXml" Target="../ink/ink681.xml"/><Relationship Id="rId94" Type="http://schemas.openxmlformats.org/officeDocument/2006/relationships/image" Target="../media/image613.png"/><Relationship Id="rId148" Type="http://schemas.openxmlformats.org/officeDocument/2006/relationships/image" Target="../media/image640.png"/><Relationship Id="rId169" Type="http://schemas.openxmlformats.org/officeDocument/2006/relationships/customXml" Target="../ink/ink729.xml"/><Relationship Id="rId4" Type="http://schemas.openxmlformats.org/officeDocument/2006/relationships/image" Target="../media/image568.png"/><Relationship Id="rId180" Type="http://schemas.openxmlformats.org/officeDocument/2006/relationships/image" Target="../media/image656.png"/><Relationship Id="rId215" Type="http://schemas.openxmlformats.org/officeDocument/2006/relationships/customXml" Target="../ink/ink752.xml"/><Relationship Id="rId236" Type="http://schemas.openxmlformats.org/officeDocument/2006/relationships/image" Target="../media/image684.png"/><Relationship Id="rId257" Type="http://schemas.openxmlformats.org/officeDocument/2006/relationships/image" Target="../media/image689.png"/><Relationship Id="rId42" Type="http://schemas.openxmlformats.org/officeDocument/2006/relationships/image" Target="../media/image587.png"/><Relationship Id="rId84" Type="http://schemas.openxmlformats.org/officeDocument/2006/relationships/image" Target="../media/image608.png"/><Relationship Id="rId138" Type="http://schemas.openxmlformats.org/officeDocument/2006/relationships/image" Target="../media/image635.png"/><Relationship Id="rId191" Type="http://schemas.openxmlformats.org/officeDocument/2006/relationships/customXml" Target="../ink/ink740.xml"/><Relationship Id="rId205" Type="http://schemas.openxmlformats.org/officeDocument/2006/relationships/customXml" Target="../ink/ink747.xml"/><Relationship Id="rId247" Type="http://schemas.openxmlformats.org/officeDocument/2006/relationships/customXml" Target="../ink/ink768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44.png"/><Relationship Id="rId299" Type="http://schemas.openxmlformats.org/officeDocument/2006/relationships/image" Target="../media/image835.png"/><Relationship Id="rId21" Type="http://schemas.openxmlformats.org/officeDocument/2006/relationships/image" Target="../media/image696.png"/><Relationship Id="rId63" Type="http://schemas.openxmlformats.org/officeDocument/2006/relationships/image" Target="../media/image717.png"/><Relationship Id="rId159" Type="http://schemas.openxmlformats.org/officeDocument/2006/relationships/image" Target="../media/image765.png"/><Relationship Id="rId170" Type="http://schemas.openxmlformats.org/officeDocument/2006/relationships/customXml" Target="../ink/ink864.xml"/><Relationship Id="rId226" Type="http://schemas.openxmlformats.org/officeDocument/2006/relationships/customXml" Target="../ink/ink892.xml"/><Relationship Id="rId268" Type="http://schemas.openxmlformats.org/officeDocument/2006/relationships/customXml" Target="../ink/ink913.xml"/><Relationship Id="rId32" Type="http://schemas.openxmlformats.org/officeDocument/2006/relationships/customXml" Target="../ink/ink795.xml"/><Relationship Id="rId74" Type="http://schemas.openxmlformats.org/officeDocument/2006/relationships/customXml" Target="../ink/ink816.xml"/><Relationship Id="rId128" Type="http://schemas.openxmlformats.org/officeDocument/2006/relationships/customXml" Target="../ink/ink843.xml"/><Relationship Id="rId5" Type="http://schemas.openxmlformats.org/officeDocument/2006/relationships/image" Target="../media/image6880.png"/><Relationship Id="rId181" Type="http://schemas.openxmlformats.org/officeDocument/2006/relationships/image" Target="../media/image776.png"/><Relationship Id="rId237" Type="http://schemas.openxmlformats.org/officeDocument/2006/relationships/image" Target="../media/image804.png"/><Relationship Id="rId279" Type="http://schemas.openxmlformats.org/officeDocument/2006/relationships/image" Target="../media/image825.png"/><Relationship Id="rId43" Type="http://schemas.openxmlformats.org/officeDocument/2006/relationships/image" Target="../media/image707.png"/><Relationship Id="rId139" Type="http://schemas.openxmlformats.org/officeDocument/2006/relationships/image" Target="../media/image755.png"/><Relationship Id="rId290" Type="http://schemas.openxmlformats.org/officeDocument/2006/relationships/customXml" Target="../ink/ink924.xml"/><Relationship Id="rId304" Type="http://schemas.openxmlformats.org/officeDocument/2006/relationships/customXml" Target="../ink/ink931.xml"/><Relationship Id="rId85" Type="http://schemas.openxmlformats.org/officeDocument/2006/relationships/image" Target="../media/image728.png"/><Relationship Id="rId150" Type="http://schemas.openxmlformats.org/officeDocument/2006/relationships/customXml" Target="../ink/ink854.xml"/><Relationship Id="rId192" Type="http://schemas.openxmlformats.org/officeDocument/2006/relationships/customXml" Target="../ink/ink875.xml"/><Relationship Id="rId206" Type="http://schemas.openxmlformats.org/officeDocument/2006/relationships/customXml" Target="../ink/ink882.xml"/><Relationship Id="rId248" Type="http://schemas.openxmlformats.org/officeDocument/2006/relationships/customXml" Target="../ink/ink903.xml"/><Relationship Id="rId12" Type="http://schemas.openxmlformats.org/officeDocument/2006/relationships/customXml" Target="../ink/ink785.xml"/><Relationship Id="rId108" Type="http://schemas.openxmlformats.org/officeDocument/2006/relationships/customXml" Target="../ink/ink833.xml"/><Relationship Id="rId54" Type="http://schemas.openxmlformats.org/officeDocument/2006/relationships/customXml" Target="../ink/ink806.xml"/><Relationship Id="rId96" Type="http://schemas.openxmlformats.org/officeDocument/2006/relationships/customXml" Target="../ink/ink827.xml"/><Relationship Id="rId161" Type="http://schemas.openxmlformats.org/officeDocument/2006/relationships/image" Target="../media/image766.png"/><Relationship Id="rId217" Type="http://schemas.openxmlformats.org/officeDocument/2006/relationships/image" Target="../media/image794.png"/><Relationship Id="rId259" Type="http://schemas.openxmlformats.org/officeDocument/2006/relationships/image" Target="../media/image815.png"/><Relationship Id="rId23" Type="http://schemas.openxmlformats.org/officeDocument/2006/relationships/image" Target="../media/image697.png"/><Relationship Id="rId119" Type="http://schemas.openxmlformats.org/officeDocument/2006/relationships/image" Target="../media/image745.png"/><Relationship Id="rId270" Type="http://schemas.openxmlformats.org/officeDocument/2006/relationships/customXml" Target="../ink/ink914.xml"/><Relationship Id="rId291" Type="http://schemas.openxmlformats.org/officeDocument/2006/relationships/image" Target="../media/image831.png"/><Relationship Id="rId305" Type="http://schemas.openxmlformats.org/officeDocument/2006/relationships/image" Target="../media/image205.png"/><Relationship Id="rId44" Type="http://schemas.openxmlformats.org/officeDocument/2006/relationships/customXml" Target="../ink/ink801.xml"/><Relationship Id="rId65" Type="http://schemas.openxmlformats.org/officeDocument/2006/relationships/image" Target="../media/image718.png"/><Relationship Id="rId86" Type="http://schemas.openxmlformats.org/officeDocument/2006/relationships/customXml" Target="../ink/ink822.xml"/><Relationship Id="rId130" Type="http://schemas.openxmlformats.org/officeDocument/2006/relationships/customXml" Target="../ink/ink844.xml"/><Relationship Id="rId151" Type="http://schemas.openxmlformats.org/officeDocument/2006/relationships/image" Target="../media/image761.png"/><Relationship Id="rId172" Type="http://schemas.openxmlformats.org/officeDocument/2006/relationships/customXml" Target="../ink/ink865.xml"/><Relationship Id="rId193" Type="http://schemas.openxmlformats.org/officeDocument/2006/relationships/image" Target="../media/image782.png"/><Relationship Id="rId207" Type="http://schemas.openxmlformats.org/officeDocument/2006/relationships/image" Target="../media/image789.png"/><Relationship Id="rId228" Type="http://schemas.openxmlformats.org/officeDocument/2006/relationships/customXml" Target="../ink/ink893.xml"/><Relationship Id="rId249" Type="http://schemas.openxmlformats.org/officeDocument/2006/relationships/image" Target="../media/image810.png"/><Relationship Id="rId13" Type="http://schemas.openxmlformats.org/officeDocument/2006/relationships/image" Target="../media/image692.png"/><Relationship Id="rId109" Type="http://schemas.openxmlformats.org/officeDocument/2006/relationships/image" Target="../media/image740.png"/><Relationship Id="rId260" Type="http://schemas.openxmlformats.org/officeDocument/2006/relationships/customXml" Target="../ink/ink909.xml"/><Relationship Id="rId281" Type="http://schemas.openxmlformats.org/officeDocument/2006/relationships/image" Target="../media/image826.png"/><Relationship Id="rId34" Type="http://schemas.openxmlformats.org/officeDocument/2006/relationships/customXml" Target="../ink/ink796.xml"/><Relationship Id="rId55" Type="http://schemas.openxmlformats.org/officeDocument/2006/relationships/image" Target="../media/image713.png"/><Relationship Id="rId76" Type="http://schemas.openxmlformats.org/officeDocument/2006/relationships/customXml" Target="../ink/ink817.xml"/><Relationship Id="rId97" Type="http://schemas.openxmlformats.org/officeDocument/2006/relationships/image" Target="../media/image734.png"/><Relationship Id="rId120" Type="http://schemas.openxmlformats.org/officeDocument/2006/relationships/customXml" Target="../ink/ink839.xml"/><Relationship Id="rId141" Type="http://schemas.openxmlformats.org/officeDocument/2006/relationships/image" Target="../media/image756.png"/><Relationship Id="rId7" Type="http://schemas.openxmlformats.org/officeDocument/2006/relationships/image" Target="../media/image6890.png"/><Relationship Id="rId162" Type="http://schemas.openxmlformats.org/officeDocument/2006/relationships/customXml" Target="../ink/ink860.xml"/><Relationship Id="rId183" Type="http://schemas.openxmlformats.org/officeDocument/2006/relationships/image" Target="../media/image777.png"/><Relationship Id="rId218" Type="http://schemas.openxmlformats.org/officeDocument/2006/relationships/customXml" Target="../ink/ink888.xml"/><Relationship Id="rId239" Type="http://schemas.openxmlformats.org/officeDocument/2006/relationships/image" Target="../media/image805.png"/><Relationship Id="rId250" Type="http://schemas.openxmlformats.org/officeDocument/2006/relationships/customXml" Target="../ink/ink904.xml"/><Relationship Id="rId271" Type="http://schemas.openxmlformats.org/officeDocument/2006/relationships/image" Target="../media/image821.png"/><Relationship Id="rId292" Type="http://schemas.openxmlformats.org/officeDocument/2006/relationships/customXml" Target="../ink/ink925.xml"/><Relationship Id="rId306" Type="http://schemas.openxmlformats.org/officeDocument/2006/relationships/customXml" Target="../ink/ink932.xml"/><Relationship Id="rId24" Type="http://schemas.openxmlformats.org/officeDocument/2006/relationships/customXml" Target="../ink/ink791.xml"/><Relationship Id="rId45" Type="http://schemas.openxmlformats.org/officeDocument/2006/relationships/image" Target="../media/image708.png"/><Relationship Id="rId66" Type="http://schemas.openxmlformats.org/officeDocument/2006/relationships/customXml" Target="../ink/ink812.xml"/><Relationship Id="rId87" Type="http://schemas.openxmlformats.org/officeDocument/2006/relationships/image" Target="../media/image729.png"/><Relationship Id="rId110" Type="http://schemas.openxmlformats.org/officeDocument/2006/relationships/customXml" Target="../ink/ink834.xml"/><Relationship Id="rId131" Type="http://schemas.openxmlformats.org/officeDocument/2006/relationships/image" Target="../media/image751.png"/><Relationship Id="rId152" Type="http://schemas.openxmlformats.org/officeDocument/2006/relationships/customXml" Target="../ink/ink855.xml"/><Relationship Id="rId173" Type="http://schemas.openxmlformats.org/officeDocument/2006/relationships/image" Target="../media/image772.png"/><Relationship Id="rId194" Type="http://schemas.openxmlformats.org/officeDocument/2006/relationships/customXml" Target="../ink/ink876.xml"/><Relationship Id="rId208" Type="http://schemas.openxmlformats.org/officeDocument/2006/relationships/customXml" Target="../ink/ink883.xml"/><Relationship Id="rId229" Type="http://schemas.openxmlformats.org/officeDocument/2006/relationships/image" Target="../media/image800.png"/><Relationship Id="rId240" Type="http://schemas.openxmlformats.org/officeDocument/2006/relationships/customXml" Target="../ink/ink899.xml"/><Relationship Id="rId261" Type="http://schemas.openxmlformats.org/officeDocument/2006/relationships/image" Target="../media/image816.png"/><Relationship Id="rId14" Type="http://schemas.openxmlformats.org/officeDocument/2006/relationships/customXml" Target="../ink/ink786.xml"/><Relationship Id="rId35" Type="http://schemas.openxmlformats.org/officeDocument/2006/relationships/image" Target="../media/image703.png"/><Relationship Id="rId56" Type="http://schemas.openxmlformats.org/officeDocument/2006/relationships/customXml" Target="../ink/ink807.xml"/><Relationship Id="rId77" Type="http://schemas.openxmlformats.org/officeDocument/2006/relationships/image" Target="../media/image724.png"/><Relationship Id="rId100" Type="http://schemas.openxmlformats.org/officeDocument/2006/relationships/customXml" Target="../ink/ink829.xml"/><Relationship Id="rId282" Type="http://schemas.openxmlformats.org/officeDocument/2006/relationships/customXml" Target="../ink/ink920.xml"/><Relationship Id="rId8" Type="http://schemas.openxmlformats.org/officeDocument/2006/relationships/customXml" Target="../ink/ink783.xml"/><Relationship Id="rId98" Type="http://schemas.openxmlformats.org/officeDocument/2006/relationships/customXml" Target="../ink/ink828.xml"/><Relationship Id="rId121" Type="http://schemas.openxmlformats.org/officeDocument/2006/relationships/image" Target="../media/image746.png"/><Relationship Id="rId142" Type="http://schemas.openxmlformats.org/officeDocument/2006/relationships/customXml" Target="../ink/ink850.xml"/><Relationship Id="rId163" Type="http://schemas.openxmlformats.org/officeDocument/2006/relationships/image" Target="../media/image767.png"/><Relationship Id="rId184" Type="http://schemas.openxmlformats.org/officeDocument/2006/relationships/customXml" Target="../ink/ink871.xml"/><Relationship Id="rId219" Type="http://schemas.openxmlformats.org/officeDocument/2006/relationships/image" Target="../media/image795.png"/><Relationship Id="rId230" Type="http://schemas.openxmlformats.org/officeDocument/2006/relationships/customXml" Target="../ink/ink894.xml"/><Relationship Id="rId251" Type="http://schemas.openxmlformats.org/officeDocument/2006/relationships/image" Target="../media/image811.png"/><Relationship Id="rId25" Type="http://schemas.openxmlformats.org/officeDocument/2006/relationships/image" Target="../media/image698.png"/><Relationship Id="rId46" Type="http://schemas.openxmlformats.org/officeDocument/2006/relationships/customXml" Target="../ink/ink802.xml"/><Relationship Id="rId67" Type="http://schemas.openxmlformats.org/officeDocument/2006/relationships/image" Target="../media/image719.png"/><Relationship Id="rId272" Type="http://schemas.openxmlformats.org/officeDocument/2006/relationships/customXml" Target="../ink/ink915.xml"/><Relationship Id="rId293" Type="http://schemas.openxmlformats.org/officeDocument/2006/relationships/image" Target="../media/image832.png"/><Relationship Id="rId88" Type="http://schemas.openxmlformats.org/officeDocument/2006/relationships/customXml" Target="../ink/ink823.xml"/><Relationship Id="rId111" Type="http://schemas.openxmlformats.org/officeDocument/2006/relationships/image" Target="../media/image741.png"/><Relationship Id="rId132" Type="http://schemas.openxmlformats.org/officeDocument/2006/relationships/customXml" Target="../ink/ink845.xml"/><Relationship Id="rId153" Type="http://schemas.openxmlformats.org/officeDocument/2006/relationships/image" Target="../media/image762.png"/><Relationship Id="rId174" Type="http://schemas.openxmlformats.org/officeDocument/2006/relationships/customXml" Target="../ink/ink866.xml"/><Relationship Id="rId195" Type="http://schemas.openxmlformats.org/officeDocument/2006/relationships/image" Target="../media/image783.png"/><Relationship Id="rId209" Type="http://schemas.openxmlformats.org/officeDocument/2006/relationships/image" Target="../media/image790.png"/><Relationship Id="rId220" Type="http://schemas.openxmlformats.org/officeDocument/2006/relationships/customXml" Target="../ink/ink889.xml"/><Relationship Id="rId241" Type="http://schemas.openxmlformats.org/officeDocument/2006/relationships/image" Target="../media/image806.png"/><Relationship Id="rId15" Type="http://schemas.openxmlformats.org/officeDocument/2006/relationships/image" Target="../media/image693.png"/><Relationship Id="rId36" Type="http://schemas.openxmlformats.org/officeDocument/2006/relationships/customXml" Target="../ink/ink797.xml"/><Relationship Id="rId57" Type="http://schemas.openxmlformats.org/officeDocument/2006/relationships/image" Target="../media/image714.png"/><Relationship Id="rId262" Type="http://schemas.openxmlformats.org/officeDocument/2006/relationships/customXml" Target="../ink/ink910.xml"/><Relationship Id="rId283" Type="http://schemas.openxmlformats.org/officeDocument/2006/relationships/image" Target="../media/image827.png"/><Relationship Id="rId78" Type="http://schemas.openxmlformats.org/officeDocument/2006/relationships/customXml" Target="../ink/ink818.xml"/><Relationship Id="rId99" Type="http://schemas.openxmlformats.org/officeDocument/2006/relationships/image" Target="../media/image735.png"/><Relationship Id="rId101" Type="http://schemas.openxmlformats.org/officeDocument/2006/relationships/image" Target="../media/image736.png"/><Relationship Id="rId122" Type="http://schemas.openxmlformats.org/officeDocument/2006/relationships/customXml" Target="../ink/ink840.xml"/><Relationship Id="rId143" Type="http://schemas.openxmlformats.org/officeDocument/2006/relationships/image" Target="../media/image757.png"/><Relationship Id="rId164" Type="http://schemas.openxmlformats.org/officeDocument/2006/relationships/customXml" Target="../ink/ink861.xml"/><Relationship Id="rId185" Type="http://schemas.openxmlformats.org/officeDocument/2006/relationships/image" Target="../media/image778.png"/><Relationship Id="rId9" Type="http://schemas.openxmlformats.org/officeDocument/2006/relationships/image" Target="../media/image6900.png"/><Relationship Id="rId210" Type="http://schemas.openxmlformats.org/officeDocument/2006/relationships/customXml" Target="../ink/ink884.xml"/><Relationship Id="rId26" Type="http://schemas.openxmlformats.org/officeDocument/2006/relationships/customXml" Target="../ink/ink792.xml"/><Relationship Id="rId231" Type="http://schemas.openxmlformats.org/officeDocument/2006/relationships/image" Target="../media/image801.png"/><Relationship Id="rId252" Type="http://schemas.openxmlformats.org/officeDocument/2006/relationships/customXml" Target="../ink/ink905.xml"/><Relationship Id="rId273" Type="http://schemas.openxmlformats.org/officeDocument/2006/relationships/image" Target="../media/image822.png"/><Relationship Id="rId294" Type="http://schemas.openxmlformats.org/officeDocument/2006/relationships/customXml" Target="../ink/ink926.xml"/><Relationship Id="rId47" Type="http://schemas.openxmlformats.org/officeDocument/2006/relationships/image" Target="../media/image709.png"/><Relationship Id="rId68" Type="http://schemas.openxmlformats.org/officeDocument/2006/relationships/customXml" Target="../ink/ink813.xml"/><Relationship Id="rId89" Type="http://schemas.openxmlformats.org/officeDocument/2006/relationships/image" Target="../media/image730.png"/><Relationship Id="rId112" Type="http://schemas.openxmlformats.org/officeDocument/2006/relationships/customXml" Target="../ink/ink835.xml"/><Relationship Id="rId133" Type="http://schemas.openxmlformats.org/officeDocument/2006/relationships/image" Target="../media/image752.png"/><Relationship Id="rId154" Type="http://schemas.openxmlformats.org/officeDocument/2006/relationships/customXml" Target="../ink/ink856.xml"/><Relationship Id="rId175" Type="http://schemas.openxmlformats.org/officeDocument/2006/relationships/image" Target="../media/image773.png"/><Relationship Id="rId196" Type="http://schemas.openxmlformats.org/officeDocument/2006/relationships/customXml" Target="../ink/ink877.xml"/><Relationship Id="rId200" Type="http://schemas.openxmlformats.org/officeDocument/2006/relationships/customXml" Target="../ink/ink879.xml"/><Relationship Id="rId16" Type="http://schemas.openxmlformats.org/officeDocument/2006/relationships/customXml" Target="../ink/ink787.xml"/><Relationship Id="rId221" Type="http://schemas.openxmlformats.org/officeDocument/2006/relationships/image" Target="../media/image796.png"/><Relationship Id="rId242" Type="http://schemas.openxmlformats.org/officeDocument/2006/relationships/customXml" Target="../ink/ink900.xml"/><Relationship Id="rId263" Type="http://schemas.openxmlformats.org/officeDocument/2006/relationships/image" Target="../media/image817.png"/><Relationship Id="rId284" Type="http://schemas.openxmlformats.org/officeDocument/2006/relationships/customXml" Target="../ink/ink921.xml"/><Relationship Id="rId37" Type="http://schemas.openxmlformats.org/officeDocument/2006/relationships/image" Target="../media/image704.png"/><Relationship Id="rId58" Type="http://schemas.openxmlformats.org/officeDocument/2006/relationships/customXml" Target="../ink/ink808.xml"/><Relationship Id="rId79" Type="http://schemas.openxmlformats.org/officeDocument/2006/relationships/image" Target="../media/image725.png"/><Relationship Id="rId102" Type="http://schemas.openxmlformats.org/officeDocument/2006/relationships/customXml" Target="../ink/ink830.xml"/><Relationship Id="rId123" Type="http://schemas.openxmlformats.org/officeDocument/2006/relationships/image" Target="../media/image747.png"/><Relationship Id="rId144" Type="http://schemas.openxmlformats.org/officeDocument/2006/relationships/customXml" Target="../ink/ink851.xml"/><Relationship Id="rId90" Type="http://schemas.openxmlformats.org/officeDocument/2006/relationships/customXml" Target="../ink/ink824.xml"/><Relationship Id="rId165" Type="http://schemas.openxmlformats.org/officeDocument/2006/relationships/image" Target="../media/image768.png"/><Relationship Id="rId186" Type="http://schemas.openxmlformats.org/officeDocument/2006/relationships/customXml" Target="../ink/ink872.xml"/><Relationship Id="rId211" Type="http://schemas.openxmlformats.org/officeDocument/2006/relationships/image" Target="../media/image791.png"/><Relationship Id="rId232" Type="http://schemas.openxmlformats.org/officeDocument/2006/relationships/customXml" Target="../ink/ink895.xml"/><Relationship Id="rId253" Type="http://schemas.openxmlformats.org/officeDocument/2006/relationships/image" Target="../media/image812.png"/><Relationship Id="rId274" Type="http://schemas.openxmlformats.org/officeDocument/2006/relationships/customXml" Target="../ink/ink916.xml"/><Relationship Id="rId295" Type="http://schemas.openxmlformats.org/officeDocument/2006/relationships/image" Target="../media/image833.png"/><Relationship Id="rId27" Type="http://schemas.openxmlformats.org/officeDocument/2006/relationships/image" Target="../media/image699.png"/><Relationship Id="rId48" Type="http://schemas.openxmlformats.org/officeDocument/2006/relationships/customXml" Target="../ink/ink803.xml"/><Relationship Id="rId69" Type="http://schemas.openxmlformats.org/officeDocument/2006/relationships/image" Target="../media/image720.png"/><Relationship Id="rId113" Type="http://schemas.openxmlformats.org/officeDocument/2006/relationships/image" Target="../media/image742.png"/><Relationship Id="rId134" Type="http://schemas.openxmlformats.org/officeDocument/2006/relationships/customXml" Target="../ink/ink846.xml"/><Relationship Id="rId80" Type="http://schemas.openxmlformats.org/officeDocument/2006/relationships/customXml" Target="../ink/ink819.xml"/><Relationship Id="rId155" Type="http://schemas.openxmlformats.org/officeDocument/2006/relationships/image" Target="../media/image763.png"/><Relationship Id="rId176" Type="http://schemas.openxmlformats.org/officeDocument/2006/relationships/customXml" Target="../ink/ink867.xml"/><Relationship Id="rId197" Type="http://schemas.openxmlformats.org/officeDocument/2006/relationships/image" Target="../media/image784.png"/><Relationship Id="rId201" Type="http://schemas.openxmlformats.org/officeDocument/2006/relationships/image" Target="../media/image786.png"/><Relationship Id="rId222" Type="http://schemas.openxmlformats.org/officeDocument/2006/relationships/customXml" Target="../ink/ink890.xml"/><Relationship Id="rId243" Type="http://schemas.openxmlformats.org/officeDocument/2006/relationships/image" Target="../media/image807.png"/><Relationship Id="rId264" Type="http://schemas.openxmlformats.org/officeDocument/2006/relationships/customXml" Target="../ink/ink911.xml"/><Relationship Id="rId285" Type="http://schemas.openxmlformats.org/officeDocument/2006/relationships/image" Target="../media/image828.png"/><Relationship Id="rId17" Type="http://schemas.openxmlformats.org/officeDocument/2006/relationships/image" Target="../media/image694.png"/><Relationship Id="rId38" Type="http://schemas.openxmlformats.org/officeDocument/2006/relationships/customXml" Target="../ink/ink798.xml"/><Relationship Id="rId59" Type="http://schemas.openxmlformats.org/officeDocument/2006/relationships/image" Target="../media/image715.png"/><Relationship Id="rId103" Type="http://schemas.openxmlformats.org/officeDocument/2006/relationships/image" Target="../media/image737.png"/><Relationship Id="rId124" Type="http://schemas.openxmlformats.org/officeDocument/2006/relationships/customXml" Target="../ink/ink841.xml"/><Relationship Id="rId70" Type="http://schemas.openxmlformats.org/officeDocument/2006/relationships/customXml" Target="../ink/ink814.xml"/><Relationship Id="rId91" Type="http://schemas.openxmlformats.org/officeDocument/2006/relationships/image" Target="../media/image731.png"/><Relationship Id="rId145" Type="http://schemas.openxmlformats.org/officeDocument/2006/relationships/image" Target="../media/image758.png"/><Relationship Id="rId166" Type="http://schemas.openxmlformats.org/officeDocument/2006/relationships/customXml" Target="../ink/ink862.xml"/><Relationship Id="rId187" Type="http://schemas.openxmlformats.org/officeDocument/2006/relationships/image" Target="../media/image779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885.xml"/><Relationship Id="rId233" Type="http://schemas.openxmlformats.org/officeDocument/2006/relationships/image" Target="../media/image802.png"/><Relationship Id="rId254" Type="http://schemas.openxmlformats.org/officeDocument/2006/relationships/customXml" Target="../ink/ink906.xml"/><Relationship Id="rId28" Type="http://schemas.openxmlformats.org/officeDocument/2006/relationships/customXml" Target="../ink/ink793.xml"/><Relationship Id="rId49" Type="http://schemas.openxmlformats.org/officeDocument/2006/relationships/image" Target="../media/image710.png"/><Relationship Id="rId114" Type="http://schemas.openxmlformats.org/officeDocument/2006/relationships/customXml" Target="../ink/ink836.xml"/><Relationship Id="rId275" Type="http://schemas.openxmlformats.org/officeDocument/2006/relationships/image" Target="../media/image823.png"/><Relationship Id="rId296" Type="http://schemas.openxmlformats.org/officeDocument/2006/relationships/customXml" Target="../ink/ink927.xml"/><Relationship Id="rId300" Type="http://schemas.openxmlformats.org/officeDocument/2006/relationships/customXml" Target="../ink/ink929.xml"/><Relationship Id="rId60" Type="http://schemas.openxmlformats.org/officeDocument/2006/relationships/customXml" Target="../ink/ink809.xml"/><Relationship Id="rId81" Type="http://schemas.openxmlformats.org/officeDocument/2006/relationships/image" Target="../media/image726.png"/><Relationship Id="rId135" Type="http://schemas.openxmlformats.org/officeDocument/2006/relationships/image" Target="../media/image753.png"/><Relationship Id="rId156" Type="http://schemas.openxmlformats.org/officeDocument/2006/relationships/customXml" Target="../ink/ink857.xml"/><Relationship Id="rId177" Type="http://schemas.openxmlformats.org/officeDocument/2006/relationships/image" Target="../media/image774.png"/><Relationship Id="rId198" Type="http://schemas.openxmlformats.org/officeDocument/2006/relationships/customXml" Target="../ink/ink878.xml"/><Relationship Id="rId202" Type="http://schemas.openxmlformats.org/officeDocument/2006/relationships/customXml" Target="../ink/ink880.xml"/><Relationship Id="rId223" Type="http://schemas.openxmlformats.org/officeDocument/2006/relationships/image" Target="../media/image797.png"/><Relationship Id="rId244" Type="http://schemas.openxmlformats.org/officeDocument/2006/relationships/customXml" Target="../ink/ink901.xml"/><Relationship Id="rId18" Type="http://schemas.openxmlformats.org/officeDocument/2006/relationships/customXml" Target="../ink/ink788.xml"/><Relationship Id="rId39" Type="http://schemas.openxmlformats.org/officeDocument/2006/relationships/image" Target="../media/image705.png"/><Relationship Id="rId265" Type="http://schemas.openxmlformats.org/officeDocument/2006/relationships/image" Target="../media/image818.png"/><Relationship Id="rId286" Type="http://schemas.openxmlformats.org/officeDocument/2006/relationships/customXml" Target="../ink/ink922.xml"/><Relationship Id="rId50" Type="http://schemas.openxmlformats.org/officeDocument/2006/relationships/customXml" Target="../ink/ink804.xml"/><Relationship Id="rId104" Type="http://schemas.openxmlformats.org/officeDocument/2006/relationships/customXml" Target="../ink/ink831.xml"/><Relationship Id="rId125" Type="http://schemas.openxmlformats.org/officeDocument/2006/relationships/image" Target="../media/image748.png"/><Relationship Id="rId146" Type="http://schemas.openxmlformats.org/officeDocument/2006/relationships/customXml" Target="../ink/ink852.xml"/><Relationship Id="rId167" Type="http://schemas.openxmlformats.org/officeDocument/2006/relationships/image" Target="../media/image769.png"/><Relationship Id="rId188" Type="http://schemas.openxmlformats.org/officeDocument/2006/relationships/customXml" Target="../ink/ink873.xml"/><Relationship Id="rId71" Type="http://schemas.openxmlformats.org/officeDocument/2006/relationships/image" Target="../media/image721.png"/><Relationship Id="rId92" Type="http://schemas.openxmlformats.org/officeDocument/2006/relationships/customXml" Target="../ink/ink825.xml"/><Relationship Id="rId213" Type="http://schemas.openxmlformats.org/officeDocument/2006/relationships/image" Target="../media/image792.png"/><Relationship Id="rId234" Type="http://schemas.openxmlformats.org/officeDocument/2006/relationships/customXml" Target="../ink/ink896.xml"/><Relationship Id="rId2" Type="http://schemas.openxmlformats.org/officeDocument/2006/relationships/customXml" Target="../ink/ink780.xml"/><Relationship Id="rId29" Type="http://schemas.openxmlformats.org/officeDocument/2006/relationships/image" Target="../media/image700.png"/><Relationship Id="rId255" Type="http://schemas.openxmlformats.org/officeDocument/2006/relationships/image" Target="../media/image813.png"/><Relationship Id="rId276" Type="http://schemas.openxmlformats.org/officeDocument/2006/relationships/customXml" Target="../ink/ink917.xml"/><Relationship Id="rId297" Type="http://schemas.openxmlformats.org/officeDocument/2006/relationships/image" Target="../media/image834.png"/><Relationship Id="rId40" Type="http://schemas.openxmlformats.org/officeDocument/2006/relationships/customXml" Target="../ink/ink799.xml"/><Relationship Id="rId115" Type="http://schemas.openxmlformats.org/officeDocument/2006/relationships/image" Target="../media/image743.png"/><Relationship Id="rId136" Type="http://schemas.openxmlformats.org/officeDocument/2006/relationships/customXml" Target="../ink/ink847.xml"/><Relationship Id="rId157" Type="http://schemas.openxmlformats.org/officeDocument/2006/relationships/image" Target="../media/image764.png"/><Relationship Id="rId178" Type="http://schemas.openxmlformats.org/officeDocument/2006/relationships/customXml" Target="../ink/ink868.xml"/><Relationship Id="rId301" Type="http://schemas.openxmlformats.org/officeDocument/2006/relationships/image" Target="../media/image836.png"/><Relationship Id="rId61" Type="http://schemas.openxmlformats.org/officeDocument/2006/relationships/image" Target="../media/image716.png"/><Relationship Id="rId82" Type="http://schemas.openxmlformats.org/officeDocument/2006/relationships/customXml" Target="../ink/ink820.xml"/><Relationship Id="rId199" Type="http://schemas.openxmlformats.org/officeDocument/2006/relationships/image" Target="../media/image785.png"/><Relationship Id="rId203" Type="http://schemas.openxmlformats.org/officeDocument/2006/relationships/image" Target="../media/image787.png"/><Relationship Id="rId19" Type="http://schemas.openxmlformats.org/officeDocument/2006/relationships/image" Target="../media/image695.png"/><Relationship Id="rId224" Type="http://schemas.openxmlformats.org/officeDocument/2006/relationships/customXml" Target="../ink/ink891.xml"/><Relationship Id="rId245" Type="http://schemas.openxmlformats.org/officeDocument/2006/relationships/image" Target="../media/image808.png"/><Relationship Id="rId266" Type="http://schemas.openxmlformats.org/officeDocument/2006/relationships/customXml" Target="../ink/ink912.xml"/><Relationship Id="rId287" Type="http://schemas.openxmlformats.org/officeDocument/2006/relationships/image" Target="../media/image829.png"/><Relationship Id="rId30" Type="http://schemas.openxmlformats.org/officeDocument/2006/relationships/customXml" Target="../ink/ink794.xml"/><Relationship Id="rId105" Type="http://schemas.openxmlformats.org/officeDocument/2006/relationships/image" Target="../media/image738.png"/><Relationship Id="rId126" Type="http://schemas.openxmlformats.org/officeDocument/2006/relationships/customXml" Target="../ink/ink842.xml"/><Relationship Id="rId147" Type="http://schemas.openxmlformats.org/officeDocument/2006/relationships/image" Target="../media/image759.png"/><Relationship Id="rId168" Type="http://schemas.openxmlformats.org/officeDocument/2006/relationships/customXml" Target="../ink/ink863.xml"/><Relationship Id="rId51" Type="http://schemas.openxmlformats.org/officeDocument/2006/relationships/image" Target="../media/image711.png"/><Relationship Id="rId72" Type="http://schemas.openxmlformats.org/officeDocument/2006/relationships/customXml" Target="../ink/ink815.xml"/><Relationship Id="rId93" Type="http://schemas.openxmlformats.org/officeDocument/2006/relationships/image" Target="../media/image732.png"/><Relationship Id="rId189" Type="http://schemas.openxmlformats.org/officeDocument/2006/relationships/image" Target="../media/image780.png"/><Relationship Id="rId3" Type="http://schemas.openxmlformats.org/officeDocument/2006/relationships/image" Target="../media/image6870.png"/><Relationship Id="rId214" Type="http://schemas.openxmlformats.org/officeDocument/2006/relationships/customXml" Target="../ink/ink886.xml"/><Relationship Id="rId235" Type="http://schemas.openxmlformats.org/officeDocument/2006/relationships/image" Target="../media/image803.png"/><Relationship Id="rId256" Type="http://schemas.openxmlformats.org/officeDocument/2006/relationships/customXml" Target="../ink/ink907.xml"/><Relationship Id="rId277" Type="http://schemas.openxmlformats.org/officeDocument/2006/relationships/image" Target="../media/image824.png"/><Relationship Id="rId298" Type="http://schemas.openxmlformats.org/officeDocument/2006/relationships/customXml" Target="../ink/ink928.xml"/><Relationship Id="rId116" Type="http://schemas.openxmlformats.org/officeDocument/2006/relationships/customXml" Target="../ink/ink837.xml"/><Relationship Id="rId137" Type="http://schemas.openxmlformats.org/officeDocument/2006/relationships/image" Target="../media/image754.png"/><Relationship Id="rId158" Type="http://schemas.openxmlformats.org/officeDocument/2006/relationships/customXml" Target="../ink/ink858.xml"/><Relationship Id="rId302" Type="http://schemas.openxmlformats.org/officeDocument/2006/relationships/customXml" Target="../ink/ink930.xml"/><Relationship Id="rId20" Type="http://schemas.openxmlformats.org/officeDocument/2006/relationships/customXml" Target="../ink/ink789.xml"/><Relationship Id="rId41" Type="http://schemas.openxmlformats.org/officeDocument/2006/relationships/image" Target="../media/image706.png"/><Relationship Id="rId62" Type="http://schemas.openxmlformats.org/officeDocument/2006/relationships/customXml" Target="../ink/ink810.xml"/><Relationship Id="rId83" Type="http://schemas.openxmlformats.org/officeDocument/2006/relationships/image" Target="../media/image727.png"/><Relationship Id="rId179" Type="http://schemas.openxmlformats.org/officeDocument/2006/relationships/image" Target="../media/image775.png"/><Relationship Id="rId190" Type="http://schemas.openxmlformats.org/officeDocument/2006/relationships/customXml" Target="../ink/ink874.xml"/><Relationship Id="rId204" Type="http://schemas.openxmlformats.org/officeDocument/2006/relationships/customXml" Target="../ink/ink881.xml"/><Relationship Id="rId225" Type="http://schemas.openxmlformats.org/officeDocument/2006/relationships/image" Target="../media/image798.png"/><Relationship Id="rId246" Type="http://schemas.openxmlformats.org/officeDocument/2006/relationships/customXml" Target="../ink/ink902.xml"/><Relationship Id="rId267" Type="http://schemas.openxmlformats.org/officeDocument/2006/relationships/image" Target="../media/image819.png"/><Relationship Id="rId288" Type="http://schemas.openxmlformats.org/officeDocument/2006/relationships/customXml" Target="../ink/ink923.xml"/><Relationship Id="rId106" Type="http://schemas.openxmlformats.org/officeDocument/2006/relationships/customXml" Target="../ink/ink832.xml"/><Relationship Id="rId127" Type="http://schemas.openxmlformats.org/officeDocument/2006/relationships/image" Target="../media/image749.png"/><Relationship Id="rId10" Type="http://schemas.openxmlformats.org/officeDocument/2006/relationships/customXml" Target="../ink/ink784.xml"/><Relationship Id="rId31" Type="http://schemas.openxmlformats.org/officeDocument/2006/relationships/image" Target="../media/image701.png"/><Relationship Id="rId52" Type="http://schemas.openxmlformats.org/officeDocument/2006/relationships/customXml" Target="../ink/ink805.xml"/><Relationship Id="rId73" Type="http://schemas.openxmlformats.org/officeDocument/2006/relationships/image" Target="../media/image722.png"/><Relationship Id="rId94" Type="http://schemas.openxmlformats.org/officeDocument/2006/relationships/customXml" Target="../ink/ink826.xml"/><Relationship Id="rId148" Type="http://schemas.openxmlformats.org/officeDocument/2006/relationships/customXml" Target="../ink/ink853.xml"/><Relationship Id="rId169" Type="http://schemas.openxmlformats.org/officeDocument/2006/relationships/image" Target="../media/image770.png"/><Relationship Id="rId4" Type="http://schemas.openxmlformats.org/officeDocument/2006/relationships/customXml" Target="../ink/ink781.xml"/><Relationship Id="rId180" Type="http://schemas.openxmlformats.org/officeDocument/2006/relationships/customXml" Target="../ink/ink869.xml"/><Relationship Id="rId215" Type="http://schemas.openxmlformats.org/officeDocument/2006/relationships/image" Target="../media/image793.png"/><Relationship Id="rId236" Type="http://schemas.openxmlformats.org/officeDocument/2006/relationships/customXml" Target="../ink/ink897.xml"/><Relationship Id="rId257" Type="http://schemas.openxmlformats.org/officeDocument/2006/relationships/image" Target="../media/image814.png"/><Relationship Id="rId278" Type="http://schemas.openxmlformats.org/officeDocument/2006/relationships/customXml" Target="../ink/ink918.xml"/><Relationship Id="rId303" Type="http://schemas.openxmlformats.org/officeDocument/2006/relationships/image" Target="../media/image95.png"/><Relationship Id="rId42" Type="http://schemas.openxmlformats.org/officeDocument/2006/relationships/customXml" Target="../ink/ink800.xml"/><Relationship Id="rId84" Type="http://schemas.openxmlformats.org/officeDocument/2006/relationships/customXml" Target="../ink/ink821.xml"/><Relationship Id="rId138" Type="http://schemas.openxmlformats.org/officeDocument/2006/relationships/customXml" Target="../ink/ink848.xml"/><Relationship Id="rId191" Type="http://schemas.openxmlformats.org/officeDocument/2006/relationships/image" Target="../media/image781.png"/><Relationship Id="rId205" Type="http://schemas.openxmlformats.org/officeDocument/2006/relationships/image" Target="../media/image788.png"/><Relationship Id="rId247" Type="http://schemas.openxmlformats.org/officeDocument/2006/relationships/image" Target="../media/image809.png"/><Relationship Id="rId107" Type="http://schemas.openxmlformats.org/officeDocument/2006/relationships/image" Target="../media/image739.png"/><Relationship Id="rId289" Type="http://schemas.openxmlformats.org/officeDocument/2006/relationships/image" Target="../media/image830.png"/><Relationship Id="rId11" Type="http://schemas.openxmlformats.org/officeDocument/2006/relationships/image" Target="../media/image691.png"/><Relationship Id="rId53" Type="http://schemas.openxmlformats.org/officeDocument/2006/relationships/image" Target="../media/image712.png"/><Relationship Id="rId149" Type="http://schemas.openxmlformats.org/officeDocument/2006/relationships/image" Target="../media/image760.png"/><Relationship Id="rId95" Type="http://schemas.openxmlformats.org/officeDocument/2006/relationships/image" Target="../media/image733.png"/><Relationship Id="rId160" Type="http://schemas.openxmlformats.org/officeDocument/2006/relationships/customXml" Target="../ink/ink859.xml"/><Relationship Id="rId216" Type="http://schemas.openxmlformats.org/officeDocument/2006/relationships/customXml" Target="../ink/ink887.xml"/><Relationship Id="rId258" Type="http://schemas.openxmlformats.org/officeDocument/2006/relationships/customXml" Target="../ink/ink908.xml"/><Relationship Id="rId22" Type="http://schemas.openxmlformats.org/officeDocument/2006/relationships/customXml" Target="../ink/ink790.xml"/><Relationship Id="rId64" Type="http://schemas.openxmlformats.org/officeDocument/2006/relationships/customXml" Target="../ink/ink811.xml"/><Relationship Id="rId118" Type="http://schemas.openxmlformats.org/officeDocument/2006/relationships/customXml" Target="../ink/ink838.xml"/><Relationship Id="rId171" Type="http://schemas.openxmlformats.org/officeDocument/2006/relationships/image" Target="../media/image771.png"/><Relationship Id="rId227" Type="http://schemas.openxmlformats.org/officeDocument/2006/relationships/image" Target="../media/image799.png"/><Relationship Id="rId269" Type="http://schemas.openxmlformats.org/officeDocument/2006/relationships/image" Target="../media/image820.png"/><Relationship Id="rId33" Type="http://schemas.openxmlformats.org/officeDocument/2006/relationships/image" Target="../media/image702.png"/><Relationship Id="rId129" Type="http://schemas.openxmlformats.org/officeDocument/2006/relationships/image" Target="../media/image750.png"/><Relationship Id="rId280" Type="http://schemas.openxmlformats.org/officeDocument/2006/relationships/customXml" Target="../ink/ink919.xml"/><Relationship Id="rId75" Type="http://schemas.openxmlformats.org/officeDocument/2006/relationships/image" Target="../media/image723.png"/><Relationship Id="rId140" Type="http://schemas.openxmlformats.org/officeDocument/2006/relationships/customXml" Target="../ink/ink849.xml"/><Relationship Id="rId182" Type="http://schemas.openxmlformats.org/officeDocument/2006/relationships/customXml" Target="../ink/ink870.xml"/><Relationship Id="rId6" Type="http://schemas.openxmlformats.org/officeDocument/2006/relationships/customXml" Target="../ink/ink782.xml"/><Relationship Id="rId238" Type="http://schemas.openxmlformats.org/officeDocument/2006/relationships/customXml" Target="../ink/ink89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BCC638FF-58A9-8E90-CB8D-CEB14C667049}"/>
              </a:ext>
            </a:extLst>
          </p:cNvPr>
          <p:cNvGrpSpPr/>
          <p:nvPr/>
        </p:nvGrpSpPr>
        <p:grpSpPr>
          <a:xfrm>
            <a:off x="2355283" y="1163181"/>
            <a:ext cx="2997360" cy="961560"/>
            <a:chOff x="2355283" y="1163181"/>
            <a:chExt cx="2997360" cy="96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DCB13C1-9061-1909-FFA0-03101791C04F}"/>
                    </a:ext>
                  </a:extLst>
                </p14:cNvPr>
                <p14:cNvContentPartPr/>
                <p14:nvPr/>
              </p14:nvContentPartPr>
              <p14:xfrm>
                <a:off x="2355283" y="1163181"/>
                <a:ext cx="661320" cy="9615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DCB13C1-9061-1909-FFA0-03101791C04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37643" y="1145181"/>
                  <a:ext cx="696960" cy="9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4686064-039D-A267-4CAE-D82B9A24D6A8}"/>
                    </a:ext>
                  </a:extLst>
                </p14:cNvPr>
                <p14:cNvContentPartPr/>
                <p14:nvPr/>
              </p14:nvContentPartPr>
              <p14:xfrm>
                <a:off x="3022723" y="1707141"/>
                <a:ext cx="235440" cy="3214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4686064-039D-A267-4CAE-D82B9A24D6A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005083" y="1689501"/>
                  <a:ext cx="27108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C4B1C54-BD13-2C5B-367A-5034644233C0}"/>
                    </a:ext>
                  </a:extLst>
                </p14:cNvPr>
                <p14:cNvContentPartPr/>
                <p14:nvPr/>
              </p14:nvContentPartPr>
              <p14:xfrm>
                <a:off x="3291643" y="1806141"/>
                <a:ext cx="273960" cy="2386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C4B1C54-BD13-2C5B-367A-5034644233C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274003" y="1788141"/>
                  <a:ext cx="30960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9E0777E-C3EB-76F1-8EDA-FEB63CBC2A51}"/>
                    </a:ext>
                  </a:extLst>
                </p14:cNvPr>
                <p14:cNvContentPartPr/>
                <p14:nvPr/>
              </p14:nvContentPartPr>
              <p14:xfrm>
                <a:off x="3611683" y="1798581"/>
                <a:ext cx="468000" cy="227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9E0777E-C3EB-76F1-8EDA-FEB63CBC2A5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594043" y="1780581"/>
                  <a:ext cx="5036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0D9F262-0486-464D-1C3D-B0148F27C0D2}"/>
                    </a:ext>
                  </a:extLst>
                </p14:cNvPr>
                <p14:cNvContentPartPr/>
                <p14:nvPr/>
              </p14:nvContentPartPr>
              <p14:xfrm>
                <a:off x="4239163" y="1816221"/>
                <a:ext cx="203760" cy="2325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0D9F262-0486-464D-1C3D-B0148F27C0D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221163" y="1798581"/>
                  <a:ext cx="23940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98044BF-5F97-D16F-8E33-A4301FABE8E1}"/>
                    </a:ext>
                  </a:extLst>
                </p14:cNvPr>
                <p14:cNvContentPartPr/>
                <p14:nvPr/>
              </p14:nvContentPartPr>
              <p14:xfrm>
                <a:off x="4573603" y="1801101"/>
                <a:ext cx="275400" cy="220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98044BF-5F97-D16F-8E33-A4301FABE8E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55603" y="1783101"/>
                  <a:ext cx="3110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13FC72B-375B-73B6-4AD6-437F76478A80}"/>
                    </a:ext>
                  </a:extLst>
                </p14:cNvPr>
                <p14:cNvContentPartPr/>
                <p14:nvPr/>
              </p14:nvContentPartPr>
              <p14:xfrm>
                <a:off x="5019643" y="1576461"/>
                <a:ext cx="73080" cy="2178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13FC72B-375B-73B6-4AD6-437F76478A8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002003" y="1558461"/>
                  <a:ext cx="10872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3B703DF-0649-7605-5814-17C23FEDC6DD}"/>
                    </a:ext>
                  </a:extLst>
                </p14:cNvPr>
                <p14:cNvContentPartPr/>
                <p14:nvPr/>
              </p14:nvContentPartPr>
              <p14:xfrm>
                <a:off x="5075443" y="1721181"/>
                <a:ext cx="277200" cy="191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3B703DF-0649-7605-5814-17C23FEDC6D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057443" y="1703541"/>
                  <a:ext cx="312840" cy="22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98A278A-05BE-CF1D-CE33-6D2DEA981431}"/>
              </a:ext>
            </a:extLst>
          </p:cNvPr>
          <p:cNvGrpSpPr/>
          <p:nvPr/>
        </p:nvGrpSpPr>
        <p:grpSpPr>
          <a:xfrm>
            <a:off x="5871043" y="1350741"/>
            <a:ext cx="1698480" cy="849600"/>
            <a:chOff x="5871043" y="1350741"/>
            <a:chExt cx="1698480" cy="84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526F7E4-25DD-DEA5-4853-70C5B2FA3BA3}"/>
                    </a:ext>
                  </a:extLst>
                </p14:cNvPr>
                <p14:cNvContentPartPr/>
                <p14:nvPr/>
              </p14:nvContentPartPr>
              <p14:xfrm>
                <a:off x="5871043" y="1350741"/>
                <a:ext cx="504000" cy="849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526F7E4-25DD-DEA5-4853-70C5B2FA3BA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853043" y="1332741"/>
                  <a:ext cx="539640" cy="88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8ADD102-06B5-DD2E-25CF-63C6C5A61DBD}"/>
                    </a:ext>
                  </a:extLst>
                </p14:cNvPr>
                <p14:cNvContentPartPr/>
                <p14:nvPr/>
              </p14:nvContentPartPr>
              <p14:xfrm>
                <a:off x="6397363" y="1370181"/>
                <a:ext cx="1172160" cy="784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8ADD102-06B5-DD2E-25CF-63C6C5A61DB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379363" y="1352181"/>
                  <a:ext cx="1207800" cy="819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7D1BF07-A5D9-43E0-A005-07FE2E8FF4A2}"/>
                  </a:ext>
                </a:extLst>
              </p14:cNvPr>
              <p14:cNvContentPartPr/>
              <p14:nvPr/>
            </p14:nvContentPartPr>
            <p14:xfrm>
              <a:off x="8591203" y="2203941"/>
              <a:ext cx="15840" cy="61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7D1BF07-A5D9-43E0-A005-07FE2E8FF4A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573563" y="2186301"/>
                <a:ext cx="51480" cy="4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7788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78">
            <a:extLst>
              <a:ext uri="{FF2B5EF4-FFF2-40B4-BE49-F238E27FC236}">
                <a16:creationId xmlns:a16="http://schemas.microsoft.com/office/drawing/2014/main" id="{9B314171-24CD-0703-F4F8-4F3FC0C47D2E}"/>
              </a:ext>
            </a:extLst>
          </p:cNvPr>
          <p:cNvGrpSpPr/>
          <p:nvPr/>
        </p:nvGrpSpPr>
        <p:grpSpPr>
          <a:xfrm>
            <a:off x="446203" y="397821"/>
            <a:ext cx="2121480" cy="448200"/>
            <a:chOff x="446203" y="397821"/>
            <a:chExt cx="2121480" cy="44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6CB26A2-1034-6FC5-C111-C090A9ADB492}"/>
                    </a:ext>
                  </a:extLst>
                </p14:cNvPr>
                <p14:cNvContentPartPr/>
                <p14:nvPr/>
              </p14:nvContentPartPr>
              <p14:xfrm>
                <a:off x="446203" y="437781"/>
                <a:ext cx="456480" cy="4082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6CB26A2-1034-6FC5-C111-C090A9ADB49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28203" y="419781"/>
                  <a:ext cx="492120" cy="4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206AB1E-55D9-10D4-80AE-20EB7053AC73}"/>
                    </a:ext>
                  </a:extLst>
                </p14:cNvPr>
                <p14:cNvContentPartPr/>
                <p14:nvPr/>
              </p14:nvContentPartPr>
              <p14:xfrm>
                <a:off x="844003" y="614541"/>
                <a:ext cx="456480" cy="1922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206AB1E-55D9-10D4-80AE-20EB7053AC7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26003" y="596901"/>
                  <a:ext cx="4921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25614D3-32E7-B3E6-F2A5-EBF414D097EA}"/>
                    </a:ext>
                  </a:extLst>
                </p14:cNvPr>
                <p14:cNvContentPartPr/>
                <p14:nvPr/>
              </p14:nvContentPartPr>
              <p14:xfrm>
                <a:off x="1342243" y="606621"/>
                <a:ext cx="149040" cy="1944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25614D3-32E7-B3E6-F2A5-EBF414D097E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24243" y="588621"/>
                  <a:ext cx="1846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048F1B2-D334-8F8A-A94A-54573B9F9003}"/>
                    </a:ext>
                  </a:extLst>
                </p14:cNvPr>
                <p14:cNvContentPartPr/>
                <p14:nvPr/>
              </p14:nvContentPartPr>
              <p14:xfrm>
                <a:off x="1588843" y="629661"/>
                <a:ext cx="136800" cy="165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048F1B2-D334-8F8A-A94A-54573B9F900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71203" y="612021"/>
                  <a:ext cx="1724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B07DAF3-787A-2E5E-ACA4-DA8B6364FDFF}"/>
                    </a:ext>
                  </a:extLst>
                </p14:cNvPr>
                <p14:cNvContentPartPr/>
                <p14:nvPr/>
              </p14:nvContentPartPr>
              <p14:xfrm>
                <a:off x="1699003" y="441381"/>
                <a:ext cx="102600" cy="504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B07DAF3-787A-2E5E-ACA4-DA8B6364FDF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81003" y="423741"/>
                  <a:ext cx="1382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795390D-296F-967B-FBFF-A823219D6DF3}"/>
                    </a:ext>
                  </a:extLst>
                </p14:cNvPr>
                <p14:cNvContentPartPr/>
                <p14:nvPr/>
              </p14:nvContentPartPr>
              <p14:xfrm>
                <a:off x="1742203" y="397821"/>
                <a:ext cx="825480" cy="441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795390D-296F-967B-FBFF-A823219D6DF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24203" y="380181"/>
                  <a:ext cx="861120" cy="47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41D8148-9B4B-001A-3E88-261F9711F931}"/>
                  </a:ext>
                </a:extLst>
              </p14:cNvPr>
              <p14:cNvContentPartPr/>
              <p14:nvPr/>
            </p14:nvContentPartPr>
            <p14:xfrm>
              <a:off x="3220363" y="552981"/>
              <a:ext cx="349200" cy="2232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41D8148-9B4B-001A-3E88-261F9711F93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202363" y="535341"/>
                <a:ext cx="384840" cy="25884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B7E80F27-C6CA-8629-E3E3-B34935A0FE33}"/>
              </a:ext>
            </a:extLst>
          </p:cNvPr>
          <p:cNvGrpSpPr/>
          <p:nvPr/>
        </p:nvGrpSpPr>
        <p:grpSpPr>
          <a:xfrm>
            <a:off x="4269403" y="348861"/>
            <a:ext cx="2139120" cy="802080"/>
            <a:chOff x="4269403" y="348861"/>
            <a:chExt cx="2139120" cy="80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4DEFB62-E720-BE5F-2A3A-EF480CFB45BB}"/>
                    </a:ext>
                  </a:extLst>
                </p14:cNvPr>
                <p14:cNvContentPartPr/>
                <p14:nvPr/>
              </p14:nvContentPartPr>
              <p14:xfrm>
                <a:off x="4269403" y="513741"/>
                <a:ext cx="285120" cy="2646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4DEFB62-E720-BE5F-2A3A-EF480CFB45B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251403" y="496101"/>
                  <a:ext cx="32076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ED5C9A1-E893-9624-1A49-3580F961195C}"/>
                    </a:ext>
                  </a:extLst>
                </p14:cNvPr>
                <p14:cNvContentPartPr/>
                <p14:nvPr/>
              </p14:nvContentPartPr>
              <p14:xfrm>
                <a:off x="4673683" y="511941"/>
                <a:ext cx="581040" cy="6390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ED5C9A1-E893-9624-1A49-3580F961195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655683" y="494301"/>
                  <a:ext cx="616680" cy="67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96BE10A-438E-853D-5B53-DF1D4B9D669D}"/>
                    </a:ext>
                  </a:extLst>
                </p14:cNvPr>
                <p14:cNvContentPartPr/>
                <p14:nvPr/>
              </p14:nvContentPartPr>
              <p14:xfrm>
                <a:off x="5461003" y="348861"/>
                <a:ext cx="130320" cy="421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96BE10A-438E-853D-5B53-DF1D4B9D669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443363" y="331221"/>
                  <a:ext cx="16596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B8DBC25-ADAD-6970-224A-E24A36167EF7}"/>
                    </a:ext>
                  </a:extLst>
                </p14:cNvPr>
                <p14:cNvContentPartPr/>
                <p14:nvPr/>
              </p14:nvContentPartPr>
              <p14:xfrm>
                <a:off x="5408443" y="434181"/>
                <a:ext cx="162360" cy="22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B8DBC25-ADAD-6970-224A-E24A36167EF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390443" y="416541"/>
                  <a:ext cx="1980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9D61EF6-3333-13A9-80F7-DE0CAF232885}"/>
                    </a:ext>
                  </a:extLst>
                </p14:cNvPr>
                <p14:cNvContentPartPr/>
                <p14:nvPr/>
              </p14:nvContentPartPr>
              <p14:xfrm>
                <a:off x="5684923" y="537501"/>
                <a:ext cx="723600" cy="235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9D61EF6-3333-13A9-80F7-DE0CAF23288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666923" y="519501"/>
                  <a:ext cx="759240" cy="271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641E79B-2DBF-C610-E24D-A548AD4B8D9F}"/>
                  </a:ext>
                </a:extLst>
              </p14:cNvPr>
              <p14:cNvContentPartPr/>
              <p14:nvPr/>
            </p14:nvContentPartPr>
            <p14:xfrm>
              <a:off x="7099723" y="461181"/>
              <a:ext cx="459720" cy="8805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641E79B-2DBF-C610-E24D-A548AD4B8D9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081723" y="443541"/>
                <a:ext cx="495360" cy="91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5A0C785A-4A28-284E-FEA7-06EC970856AA}"/>
              </a:ext>
            </a:extLst>
          </p:cNvPr>
          <p:cNvGrpSpPr/>
          <p:nvPr/>
        </p:nvGrpSpPr>
        <p:grpSpPr>
          <a:xfrm>
            <a:off x="8064883" y="403941"/>
            <a:ext cx="1526760" cy="482760"/>
            <a:chOff x="8064883" y="403941"/>
            <a:chExt cx="1526760" cy="48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AF9A303-1030-178B-A1B6-0F9AEEDBF8E3}"/>
                    </a:ext>
                  </a:extLst>
                </p14:cNvPr>
                <p14:cNvContentPartPr/>
                <p14:nvPr/>
              </p14:nvContentPartPr>
              <p14:xfrm>
                <a:off x="8064883" y="403941"/>
                <a:ext cx="1526760" cy="4827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AF9A303-1030-178B-A1B6-0F9AEEDBF8E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046883" y="385941"/>
                  <a:ext cx="1562400" cy="51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2683E2D-C990-6C8D-6DE2-D0D98C9B509C}"/>
                    </a:ext>
                  </a:extLst>
                </p14:cNvPr>
                <p14:cNvContentPartPr/>
                <p14:nvPr/>
              </p14:nvContentPartPr>
              <p14:xfrm>
                <a:off x="8142283" y="521661"/>
                <a:ext cx="308520" cy="266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2683E2D-C990-6C8D-6DE2-D0D98C9B509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124283" y="503661"/>
                  <a:ext cx="344160" cy="6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1F17B12B-B4C3-0380-95D0-C67C4AECA5CD}"/>
              </a:ext>
            </a:extLst>
          </p:cNvPr>
          <p:cNvGrpSpPr/>
          <p:nvPr/>
        </p:nvGrpSpPr>
        <p:grpSpPr>
          <a:xfrm>
            <a:off x="10346203" y="423021"/>
            <a:ext cx="1483200" cy="387720"/>
            <a:chOff x="10346203" y="423021"/>
            <a:chExt cx="1483200" cy="38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BCCC5E5-87AA-34C0-A380-9D2028F5EDB1}"/>
                    </a:ext>
                  </a:extLst>
                </p14:cNvPr>
                <p14:cNvContentPartPr/>
                <p14:nvPr/>
              </p14:nvContentPartPr>
              <p14:xfrm>
                <a:off x="10346203" y="423021"/>
                <a:ext cx="503640" cy="387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BCCC5E5-87AA-34C0-A380-9D2028F5EDB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328203" y="405381"/>
                  <a:ext cx="53928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51C2E37-749C-E7D3-CD43-AF8C2EA68928}"/>
                    </a:ext>
                  </a:extLst>
                </p14:cNvPr>
                <p14:cNvContentPartPr/>
                <p14:nvPr/>
              </p14:nvContentPartPr>
              <p14:xfrm>
                <a:off x="10768843" y="434901"/>
                <a:ext cx="47160" cy="43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51C2E37-749C-E7D3-CD43-AF8C2EA6892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750843" y="416901"/>
                  <a:ext cx="828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9539365-4171-7DE6-BACA-EEB844056CCB}"/>
                    </a:ext>
                  </a:extLst>
                </p14:cNvPr>
                <p14:cNvContentPartPr/>
                <p14:nvPr/>
              </p14:nvContentPartPr>
              <p14:xfrm>
                <a:off x="10855243" y="614541"/>
                <a:ext cx="195120" cy="167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9539365-4171-7DE6-BACA-EEB844056CC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837603" y="596901"/>
                  <a:ext cx="2307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3A488B7-9E13-5A56-AD15-FA9E0D1F2748}"/>
                    </a:ext>
                  </a:extLst>
                </p14:cNvPr>
                <p14:cNvContentPartPr/>
                <p14:nvPr/>
              </p14:nvContentPartPr>
              <p14:xfrm>
                <a:off x="11118043" y="594021"/>
                <a:ext cx="135000" cy="1875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3A488B7-9E13-5A56-AD15-FA9E0D1F274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100403" y="576381"/>
                  <a:ext cx="1706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FB448DF-B58A-10A2-0E19-248727B7358D}"/>
                    </a:ext>
                  </a:extLst>
                </p14:cNvPr>
                <p14:cNvContentPartPr/>
                <p14:nvPr/>
              </p14:nvContentPartPr>
              <p14:xfrm>
                <a:off x="11262763" y="615261"/>
                <a:ext cx="188640" cy="1843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FB448DF-B58A-10A2-0E19-248727B7358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245123" y="597621"/>
                  <a:ext cx="2242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1884B26-9040-3A3B-B1D8-2C5C178E271A}"/>
                    </a:ext>
                  </a:extLst>
                </p14:cNvPr>
                <p14:cNvContentPartPr/>
                <p14:nvPr/>
              </p14:nvContentPartPr>
              <p14:xfrm>
                <a:off x="11478403" y="525621"/>
                <a:ext cx="351000" cy="261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1884B26-9040-3A3B-B1D8-2C5C178E271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460403" y="507621"/>
                  <a:ext cx="386640" cy="29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CD8BD3D-80AE-2E1D-5A45-469260644A99}"/>
              </a:ext>
            </a:extLst>
          </p:cNvPr>
          <p:cNvGrpSpPr/>
          <p:nvPr/>
        </p:nvGrpSpPr>
        <p:grpSpPr>
          <a:xfrm>
            <a:off x="1006003" y="1086141"/>
            <a:ext cx="2318760" cy="1033200"/>
            <a:chOff x="1006003" y="1086141"/>
            <a:chExt cx="2318760" cy="103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0C6938E-BD92-D63A-A2F7-56D7D8DEB073}"/>
                    </a:ext>
                  </a:extLst>
                </p14:cNvPr>
                <p14:cNvContentPartPr/>
                <p14:nvPr/>
              </p14:nvContentPartPr>
              <p14:xfrm>
                <a:off x="1006003" y="1354701"/>
                <a:ext cx="474480" cy="7646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0C6938E-BD92-D63A-A2F7-56D7D8DEB07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88363" y="1337061"/>
                  <a:ext cx="510120" cy="80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6D55E88-1F6C-A334-4FE3-4167DF582BE9}"/>
                    </a:ext>
                  </a:extLst>
                </p14:cNvPr>
                <p14:cNvContentPartPr/>
                <p14:nvPr/>
              </p14:nvContentPartPr>
              <p14:xfrm>
                <a:off x="1612603" y="1437501"/>
                <a:ext cx="255600" cy="214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6D55E88-1F6C-A334-4FE3-4167DF582BE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594603" y="1419861"/>
                  <a:ext cx="29124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FD9C28B-B1C1-D46B-2E21-7A8D324166EC}"/>
                    </a:ext>
                  </a:extLst>
                </p14:cNvPr>
                <p14:cNvContentPartPr/>
                <p14:nvPr/>
              </p14:nvContentPartPr>
              <p14:xfrm>
                <a:off x="1969003" y="1429581"/>
                <a:ext cx="320400" cy="2152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FD9C28B-B1C1-D46B-2E21-7A8D324166E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951003" y="1411581"/>
                  <a:ext cx="35604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F2A63A2-8F7D-40C3-759B-99876A77021C}"/>
                    </a:ext>
                  </a:extLst>
                </p14:cNvPr>
                <p14:cNvContentPartPr/>
                <p14:nvPr/>
              </p14:nvContentPartPr>
              <p14:xfrm>
                <a:off x="2357083" y="1145901"/>
                <a:ext cx="85680" cy="5065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F2A63A2-8F7D-40C3-759B-99876A77021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339083" y="1127901"/>
                  <a:ext cx="121320" cy="54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B2BBA12-E075-8BA0-9454-D75ECE62610E}"/>
                    </a:ext>
                  </a:extLst>
                </p14:cNvPr>
                <p14:cNvContentPartPr/>
                <p14:nvPr/>
              </p14:nvContentPartPr>
              <p14:xfrm>
                <a:off x="2480203" y="1408341"/>
                <a:ext cx="844560" cy="245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B2BBA12-E075-8BA0-9454-D75ECE62610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462563" y="1390701"/>
                  <a:ext cx="88020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9FB3CE1-A2A7-88EF-4DCB-1426671473EE}"/>
                    </a:ext>
                  </a:extLst>
                </p14:cNvPr>
                <p14:cNvContentPartPr/>
                <p14:nvPr/>
              </p14:nvContentPartPr>
              <p14:xfrm>
                <a:off x="2927323" y="1086141"/>
                <a:ext cx="71640" cy="97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9FB3CE1-A2A7-88EF-4DCB-1426671473E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909323" y="1068141"/>
                  <a:ext cx="1072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CC56558-58EB-CCB2-7E3E-8B4DA367FE54}"/>
                    </a:ext>
                  </a:extLst>
                </p14:cNvPr>
                <p14:cNvContentPartPr/>
                <p14:nvPr/>
              </p14:nvContentPartPr>
              <p14:xfrm>
                <a:off x="2181763" y="1235541"/>
                <a:ext cx="302760" cy="356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CC56558-58EB-CCB2-7E3E-8B4DA367FE5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164123" y="1217901"/>
                  <a:ext cx="338400" cy="7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60BD3812-2564-4000-F20E-5B545688D587}"/>
                  </a:ext>
                </a:extLst>
              </p14:cNvPr>
              <p14:cNvContentPartPr/>
              <p14:nvPr/>
            </p14:nvContentPartPr>
            <p14:xfrm>
              <a:off x="4977883" y="1655301"/>
              <a:ext cx="31320" cy="136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60BD3812-2564-4000-F20E-5B545688D587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959883" y="1637661"/>
                <a:ext cx="66960" cy="4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747970B0-0F78-7FFA-041C-9F657A9E0122}"/>
              </a:ext>
            </a:extLst>
          </p:cNvPr>
          <p:cNvGrpSpPr/>
          <p:nvPr/>
        </p:nvGrpSpPr>
        <p:grpSpPr>
          <a:xfrm>
            <a:off x="2378683" y="2293581"/>
            <a:ext cx="852480" cy="298080"/>
            <a:chOff x="2378683" y="2293581"/>
            <a:chExt cx="852480" cy="29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E0B006F-A096-5C04-FFD5-2AC03D77FE8E}"/>
                    </a:ext>
                  </a:extLst>
                </p14:cNvPr>
                <p14:cNvContentPartPr/>
                <p14:nvPr/>
              </p14:nvContentPartPr>
              <p14:xfrm>
                <a:off x="2378683" y="2293581"/>
                <a:ext cx="232920" cy="2660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E0B006F-A096-5C04-FFD5-2AC03D77FE8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361043" y="2275941"/>
                  <a:ext cx="26856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50C86AA-05C9-90F2-405B-88FB03F21C6E}"/>
                    </a:ext>
                  </a:extLst>
                </p14:cNvPr>
                <p14:cNvContentPartPr/>
                <p14:nvPr/>
              </p14:nvContentPartPr>
              <p14:xfrm>
                <a:off x="2718883" y="2484021"/>
                <a:ext cx="28080" cy="107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50C86AA-05C9-90F2-405B-88FB03F21C6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700883" y="2466021"/>
                  <a:ext cx="637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58FB13C-0D94-D099-B2CD-EB2CEBFA404D}"/>
                    </a:ext>
                  </a:extLst>
                </p14:cNvPr>
                <p14:cNvContentPartPr/>
                <p14:nvPr/>
              </p14:nvContentPartPr>
              <p14:xfrm>
                <a:off x="2889883" y="2370981"/>
                <a:ext cx="341280" cy="1954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58FB13C-0D94-D099-B2CD-EB2CEBFA404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72243" y="2352981"/>
                  <a:ext cx="376920" cy="23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7E09CB57-3792-226E-C6A2-E3A866E217CD}"/>
              </a:ext>
            </a:extLst>
          </p:cNvPr>
          <p:cNvGrpSpPr/>
          <p:nvPr/>
        </p:nvGrpSpPr>
        <p:grpSpPr>
          <a:xfrm>
            <a:off x="3655243" y="2301141"/>
            <a:ext cx="191520" cy="295560"/>
            <a:chOff x="3655243" y="2301141"/>
            <a:chExt cx="191520" cy="29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56D79CB-499E-A407-0176-B37B8814B72E}"/>
                    </a:ext>
                  </a:extLst>
                </p14:cNvPr>
                <p14:cNvContentPartPr/>
                <p14:nvPr/>
              </p14:nvContentPartPr>
              <p14:xfrm>
                <a:off x="3655243" y="2445861"/>
                <a:ext cx="191520" cy="291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56D79CB-499E-A407-0176-B37B8814B72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637243" y="2428221"/>
                  <a:ext cx="2271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C37EB6A-6C63-5C3B-D8A6-1BA145D2498A}"/>
                    </a:ext>
                  </a:extLst>
                </p14:cNvPr>
                <p14:cNvContentPartPr/>
                <p14:nvPr/>
              </p14:nvContentPartPr>
              <p14:xfrm>
                <a:off x="3755683" y="2301141"/>
                <a:ext cx="52200" cy="2955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C37EB6A-6C63-5C3B-D8A6-1BA145D2498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738043" y="2283501"/>
                  <a:ext cx="87840" cy="33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7468E1A-8E58-69F7-9215-7A89FFFD9042}"/>
              </a:ext>
            </a:extLst>
          </p:cNvPr>
          <p:cNvGrpSpPr/>
          <p:nvPr/>
        </p:nvGrpSpPr>
        <p:grpSpPr>
          <a:xfrm>
            <a:off x="4150603" y="2246781"/>
            <a:ext cx="777240" cy="783720"/>
            <a:chOff x="4150603" y="2246781"/>
            <a:chExt cx="777240" cy="78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0AE45A7-7132-069D-35E1-4C880EE38977}"/>
                    </a:ext>
                  </a:extLst>
                </p14:cNvPr>
                <p14:cNvContentPartPr/>
                <p14:nvPr/>
              </p14:nvContentPartPr>
              <p14:xfrm>
                <a:off x="4150603" y="2246781"/>
                <a:ext cx="183960" cy="3715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0AE45A7-7132-069D-35E1-4C880EE3897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132963" y="2228781"/>
                  <a:ext cx="21960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2FF4D7A-A888-67D5-1A07-8A6F997D0995}"/>
                    </a:ext>
                  </a:extLst>
                </p14:cNvPr>
                <p14:cNvContentPartPr/>
                <p14:nvPr/>
              </p14:nvContentPartPr>
              <p14:xfrm>
                <a:off x="4415563" y="2549541"/>
                <a:ext cx="28080" cy="185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2FF4D7A-A888-67D5-1A07-8A6F997D099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397923" y="2531901"/>
                  <a:ext cx="637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9F423B2-2AE0-ED5C-2DE1-6F0FBD09C876}"/>
                    </a:ext>
                  </a:extLst>
                </p14:cNvPr>
                <p14:cNvContentPartPr/>
                <p14:nvPr/>
              </p14:nvContentPartPr>
              <p14:xfrm>
                <a:off x="4572523" y="2438301"/>
                <a:ext cx="355320" cy="5922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9F423B2-2AE0-ED5C-2DE1-6F0FBD09C87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554523" y="2420301"/>
                  <a:ext cx="390960" cy="62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46029BA-5483-DAE0-2255-8F4EFD7804C8}"/>
              </a:ext>
            </a:extLst>
          </p:cNvPr>
          <p:cNvGrpSpPr/>
          <p:nvPr/>
        </p:nvGrpSpPr>
        <p:grpSpPr>
          <a:xfrm>
            <a:off x="5316643" y="2320581"/>
            <a:ext cx="1802880" cy="386640"/>
            <a:chOff x="5316643" y="2320581"/>
            <a:chExt cx="1802880" cy="38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7D1FED1-EE62-9D01-FEC4-380BF77ED21A}"/>
                    </a:ext>
                  </a:extLst>
                </p14:cNvPr>
                <p14:cNvContentPartPr/>
                <p14:nvPr/>
              </p14:nvContentPartPr>
              <p14:xfrm>
                <a:off x="5316643" y="2411301"/>
                <a:ext cx="210600" cy="554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7D1FED1-EE62-9D01-FEC4-380BF77ED21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298643" y="2393301"/>
                  <a:ext cx="2462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880C302-C271-1A37-A6CF-DD7370BC46F2}"/>
                    </a:ext>
                  </a:extLst>
                </p14:cNvPr>
                <p14:cNvContentPartPr/>
                <p14:nvPr/>
              </p14:nvContentPartPr>
              <p14:xfrm>
                <a:off x="5410963" y="2336781"/>
                <a:ext cx="50400" cy="2509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880C302-C271-1A37-A6CF-DD7370BC46F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393323" y="2319141"/>
                  <a:ext cx="8604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6E5CFEE-3D72-575F-A8F4-762211FF7F88}"/>
                    </a:ext>
                  </a:extLst>
                </p14:cNvPr>
                <p14:cNvContentPartPr/>
                <p14:nvPr/>
              </p14:nvContentPartPr>
              <p14:xfrm>
                <a:off x="5772763" y="2320581"/>
                <a:ext cx="169560" cy="2491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6E5CFEE-3D72-575F-A8F4-762211FF7F8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754763" y="2302581"/>
                  <a:ext cx="20520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55080D9-C713-095B-06D7-A90CC9E66144}"/>
                    </a:ext>
                  </a:extLst>
                </p14:cNvPr>
                <p14:cNvContentPartPr/>
                <p14:nvPr/>
              </p14:nvContentPartPr>
              <p14:xfrm>
                <a:off x="6118363" y="2509221"/>
                <a:ext cx="54000" cy="1980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55080D9-C713-095B-06D7-A90CC9E6614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100363" y="2491581"/>
                  <a:ext cx="896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F25E0E7-3B97-34E5-E34D-15A06058EE99}"/>
                    </a:ext>
                  </a:extLst>
                </p14:cNvPr>
                <p14:cNvContentPartPr/>
                <p14:nvPr/>
              </p14:nvContentPartPr>
              <p14:xfrm>
                <a:off x="6355603" y="2353701"/>
                <a:ext cx="307800" cy="2224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F25E0E7-3B97-34E5-E34D-15A06058EE9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337603" y="2336061"/>
                  <a:ext cx="3434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5FE57F0-ABA8-6026-0DF5-A6A197FBC206}"/>
                    </a:ext>
                  </a:extLst>
                </p14:cNvPr>
                <p14:cNvContentPartPr/>
                <p14:nvPr/>
              </p14:nvContentPartPr>
              <p14:xfrm>
                <a:off x="6951043" y="2372421"/>
                <a:ext cx="127440" cy="180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5FE57F0-ABA8-6026-0DF5-A6A197FBC20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933043" y="2354781"/>
                  <a:ext cx="1630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35D14DB-F846-5412-3AE7-E00C378BF5A3}"/>
                    </a:ext>
                  </a:extLst>
                </p14:cNvPr>
                <p14:cNvContentPartPr/>
                <p14:nvPr/>
              </p14:nvContentPartPr>
              <p14:xfrm>
                <a:off x="6929443" y="2413461"/>
                <a:ext cx="190080" cy="216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35D14DB-F846-5412-3AE7-E00C378BF5A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911443" y="2395821"/>
                  <a:ext cx="225720" cy="5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B71BDC2-1A5C-0C07-ECF3-203EFAE6FBDB}"/>
              </a:ext>
            </a:extLst>
          </p:cNvPr>
          <p:cNvGrpSpPr/>
          <p:nvPr/>
        </p:nvGrpSpPr>
        <p:grpSpPr>
          <a:xfrm>
            <a:off x="7570603" y="1984701"/>
            <a:ext cx="426600" cy="835920"/>
            <a:chOff x="7570603" y="1984701"/>
            <a:chExt cx="426600" cy="83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634AA5D-3F7C-1FF3-0125-4AAA1218E0E0}"/>
                    </a:ext>
                  </a:extLst>
                </p14:cNvPr>
                <p14:cNvContentPartPr/>
                <p14:nvPr/>
              </p14:nvContentPartPr>
              <p14:xfrm>
                <a:off x="7570603" y="1984701"/>
                <a:ext cx="320760" cy="6490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634AA5D-3F7C-1FF3-0125-4AAA1218E0E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552603" y="1967061"/>
                  <a:ext cx="356400" cy="68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15F7F79-5486-530B-9170-5F7F18FDF160}"/>
                    </a:ext>
                  </a:extLst>
                </p14:cNvPr>
                <p14:cNvContentPartPr/>
                <p14:nvPr/>
              </p14:nvContentPartPr>
              <p14:xfrm>
                <a:off x="7978123" y="2566101"/>
                <a:ext cx="19080" cy="2545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15F7F79-5486-530B-9170-5F7F18FDF16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960123" y="2548101"/>
                  <a:ext cx="54720" cy="29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24B95820-2F97-4AC7-DA90-17BCEE45E986}"/>
              </a:ext>
            </a:extLst>
          </p:cNvPr>
          <p:cNvGrpSpPr/>
          <p:nvPr/>
        </p:nvGrpSpPr>
        <p:grpSpPr>
          <a:xfrm>
            <a:off x="2266003" y="3225261"/>
            <a:ext cx="872640" cy="383760"/>
            <a:chOff x="2266003" y="3225261"/>
            <a:chExt cx="872640" cy="38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CB452B3-1058-F632-8F03-670955AEE101}"/>
                    </a:ext>
                  </a:extLst>
                </p14:cNvPr>
                <p14:cNvContentPartPr/>
                <p14:nvPr/>
              </p14:nvContentPartPr>
              <p14:xfrm>
                <a:off x="2266003" y="3225261"/>
                <a:ext cx="126360" cy="2919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CB452B3-1058-F632-8F03-670955AEE10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248003" y="3207621"/>
                  <a:ext cx="16200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93C8F93-B08E-5FD0-924B-817290CAB396}"/>
                    </a:ext>
                  </a:extLst>
                </p14:cNvPr>
                <p14:cNvContentPartPr/>
                <p14:nvPr/>
              </p14:nvContentPartPr>
              <p14:xfrm>
                <a:off x="2476603" y="3438021"/>
                <a:ext cx="236520" cy="1710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93C8F93-B08E-5FD0-924B-817290CAB39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458603" y="3420021"/>
                  <a:ext cx="2721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FB45257-2867-D7B6-5726-D8EAD62E8665}"/>
                    </a:ext>
                  </a:extLst>
                </p14:cNvPr>
                <p14:cNvContentPartPr/>
                <p14:nvPr/>
              </p14:nvContentPartPr>
              <p14:xfrm>
                <a:off x="2823643" y="3319581"/>
                <a:ext cx="315000" cy="1738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FB45257-2867-D7B6-5726-D8EAD62E866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806003" y="3301581"/>
                  <a:ext cx="350640" cy="20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9E5A234-5119-4E93-B974-BF95C9F19BA1}"/>
              </a:ext>
            </a:extLst>
          </p:cNvPr>
          <p:cNvGrpSpPr/>
          <p:nvPr/>
        </p:nvGrpSpPr>
        <p:grpSpPr>
          <a:xfrm>
            <a:off x="3504763" y="3142821"/>
            <a:ext cx="1265400" cy="768240"/>
            <a:chOff x="3504763" y="3142821"/>
            <a:chExt cx="1265400" cy="76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CFA97D7-1AB9-10F1-C322-FC1CC0CDE159}"/>
                    </a:ext>
                  </a:extLst>
                </p14:cNvPr>
                <p14:cNvContentPartPr/>
                <p14:nvPr/>
              </p14:nvContentPartPr>
              <p14:xfrm>
                <a:off x="3504763" y="3290061"/>
                <a:ext cx="189360" cy="630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CFA97D7-1AB9-10F1-C322-FC1CC0CDE15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487123" y="3272421"/>
                  <a:ext cx="2250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6BA0FE0-6B37-8232-036E-E895857DC5DD}"/>
                    </a:ext>
                  </a:extLst>
                </p14:cNvPr>
                <p14:cNvContentPartPr/>
                <p14:nvPr/>
              </p14:nvContentPartPr>
              <p14:xfrm>
                <a:off x="3572443" y="3238581"/>
                <a:ext cx="70200" cy="2523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6BA0FE0-6B37-8232-036E-E895857DC5D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554443" y="3220941"/>
                  <a:ext cx="10584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950D251-5159-E0F9-B723-BABBC06B7B66}"/>
                    </a:ext>
                  </a:extLst>
                </p14:cNvPr>
                <p14:cNvContentPartPr/>
                <p14:nvPr/>
              </p14:nvContentPartPr>
              <p14:xfrm>
                <a:off x="3883843" y="3142821"/>
                <a:ext cx="165600" cy="3830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950D251-5159-E0F9-B723-BABBC06B7B6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865843" y="3125181"/>
                  <a:ext cx="20124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D63DED1-DF57-230B-4755-6A25FA904F22}"/>
                    </a:ext>
                  </a:extLst>
                </p14:cNvPr>
                <p14:cNvContentPartPr/>
                <p14:nvPr/>
              </p14:nvContentPartPr>
              <p14:xfrm>
                <a:off x="4116763" y="3505341"/>
                <a:ext cx="291600" cy="1821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D63DED1-DF57-230B-4755-6A25FA904F2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098763" y="3487701"/>
                  <a:ext cx="3272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F282FAD-995A-B613-2DCD-EBE151C33E23}"/>
                    </a:ext>
                  </a:extLst>
                </p14:cNvPr>
                <p14:cNvContentPartPr/>
                <p14:nvPr/>
              </p14:nvContentPartPr>
              <p14:xfrm>
                <a:off x="4398643" y="3302661"/>
                <a:ext cx="371520" cy="6084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F282FAD-995A-B613-2DCD-EBE151C33E2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380643" y="3284661"/>
                  <a:ext cx="407160" cy="64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EAB71751-30A8-80F4-153A-A9F360598CFE}"/>
              </a:ext>
            </a:extLst>
          </p:cNvPr>
          <p:cNvGrpSpPr/>
          <p:nvPr/>
        </p:nvGrpSpPr>
        <p:grpSpPr>
          <a:xfrm>
            <a:off x="5188843" y="3292581"/>
            <a:ext cx="1408320" cy="331560"/>
            <a:chOff x="5188843" y="3292581"/>
            <a:chExt cx="1408320" cy="33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C671BFE-2327-88DF-90BD-FF1052E40777}"/>
                    </a:ext>
                  </a:extLst>
                </p14:cNvPr>
                <p14:cNvContentPartPr/>
                <p14:nvPr/>
              </p14:nvContentPartPr>
              <p14:xfrm>
                <a:off x="5188843" y="3396981"/>
                <a:ext cx="231480" cy="838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C671BFE-2327-88DF-90BD-FF1052E4077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171203" y="3378981"/>
                  <a:ext cx="2671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49622F5-CE1D-C788-F887-BB3AE040377D}"/>
                    </a:ext>
                  </a:extLst>
                </p14:cNvPr>
                <p14:cNvContentPartPr/>
                <p14:nvPr/>
              </p14:nvContentPartPr>
              <p14:xfrm>
                <a:off x="5291443" y="3319581"/>
                <a:ext cx="87840" cy="2466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49622F5-CE1D-C788-F887-BB3AE040377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273443" y="3301941"/>
                  <a:ext cx="12348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05348FC-1D25-F386-60C0-12ACA933B942}"/>
                    </a:ext>
                  </a:extLst>
                </p14:cNvPr>
                <p14:cNvContentPartPr/>
                <p14:nvPr/>
              </p14:nvContentPartPr>
              <p14:xfrm>
                <a:off x="5553163" y="3303381"/>
                <a:ext cx="136800" cy="2487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05348FC-1D25-F386-60C0-12ACA933B94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535163" y="3285381"/>
                  <a:ext cx="17244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538082B-270F-D0E2-FACF-481DFDD9B33B}"/>
                    </a:ext>
                  </a:extLst>
                </p14:cNvPr>
                <p14:cNvContentPartPr/>
                <p14:nvPr/>
              </p14:nvContentPartPr>
              <p14:xfrm>
                <a:off x="5755843" y="3449181"/>
                <a:ext cx="298800" cy="1749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538082B-270F-D0E2-FACF-481DFDD9B33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738203" y="3431541"/>
                  <a:ext cx="3344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D220E17-E7BA-DCEA-4FE6-F413CEEE81A2}"/>
                    </a:ext>
                  </a:extLst>
                </p14:cNvPr>
                <p14:cNvContentPartPr/>
                <p14:nvPr/>
              </p14:nvContentPartPr>
              <p14:xfrm>
                <a:off x="6302683" y="3292581"/>
                <a:ext cx="294480" cy="2080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D220E17-E7BA-DCEA-4FE6-F413CEEE81A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285043" y="3274581"/>
                  <a:ext cx="330120" cy="24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5EFE391-5434-A6C4-C301-798A9A9DFBD2}"/>
              </a:ext>
            </a:extLst>
          </p:cNvPr>
          <p:cNvGrpSpPr/>
          <p:nvPr/>
        </p:nvGrpSpPr>
        <p:grpSpPr>
          <a:xfrm>
            <a:off x="6938803" y="3358461"/>
            <a:ext cx="318600" cy="144360"/>
            <a:chOff x="6938803" y="3358461"/>
            <a:chExt cx="318600" cy="14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F0A97BE-4E78-AC37-A0E1-71D46435DFE0}"/>
                    </a:ext>
                  </a:extLst>
                </p14:cNvPr>
                <p14:cNvContentPartPr/>
                <p14:nvPr/>
              </p14:nvContentPartPr>
              <p14:xfrm>
                <a:off x="6949243" y="3358461"/>
                <a:ext cx="189720" cy="234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F0A97BE-4E78-AC37-A0E1-71D46435DFE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931243" y="3340461"/>
                  <a:ext cx="2253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1CC0972-DE0C-F798-8ECA-EDAFA266A75F}"/>
                    </a:ext>
                  </a:extLst>
                </p14:cNvPr>
                <p14:cNvContentPartPr/>
                <p14:nvPr/>
              </p14:nvContentPartPr>
              <p14:xfrm>
                <a:off x="6938803" y="3448821"/>
                <a:ext cx="318600" cy="540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1CC0972-DE0C-F798-8ECA-EDAFA266A75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920803" y="3431181"/>
                  <a:ext cx="354240" cy="8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C96CC8D-5F54-28FF-6076-F60C709778E2}"/>
              </a:ext>
            </a:extLst>
          </p:cNvPr>
          <p:cNvGrpSpPr/>
          <p:nvPr/>
        </p:nvGrpSpPr>
        <p:grpSpPr>
          <a:xfrm>
            <a:off x="7628923" y="3031941"/>
            <a:ext cx="659160" cy="686880"/>
            <a:chOff x="7628923" y="3031941"/>
            <a:chExt cx="659160" cy="68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FB1698F-118E-5D3B-AAA7-4341297ABB06}"/>
                    </a:ext>
                  </a:extLst>
                </p14:cNvPr>
                <p14:cNvContentPartPr/>
                <p14:nvPr/>
              </p14:nvContentPartPr>
              <p14:xfrm>
                <a:off x="7628923" y="3031941"/>
                <a:ext cx="274320" cy="5353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FB1698F-118E-5D3B-AAA7-4341297ABB0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610923" y="3013941"/>
                  <a:ext cx="309960" cy="57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152838D-CD0A-57F6-AB2A-55067970444A}"/>
                    </a:ext>
                  </a:extLst>
                </p14:cNvPr>
                <p14:cNvContentPartPr/>
                <p14:nvPr/>
              </p14:nvContentPartPr>
              <p14:xfrm>
                <a:off x="7916563" y="3459981"/>
                <a:ext cx="371520" cy="2588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152838D-CD0A-57F6-AB2A-55067970444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898923" y="3441981"/>
                  <a:ext cx="407160" cy="29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F91D4E86-061C-B21B-8141-2B1B1ED9CC2A}"/>
              </a:ext>
            </a:extLst>
          </p:cNvPr>
          <p:cNvGrpSpPr/>
          <p:nvPr/>
        </p:nvGrpSpPr>
        <p:grpSpPr>
          <a:xfrm>
            <a:off x="2332243" y="4420821"/>
            <a:ext cx="802080" cy="455760"/>
            <a:chOff x="2332243" y="4420821"/>
            <a:chExt cx="802080" cy="45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35C91D3-93BE-A230-AE8B-FD3AC090D048}"/>
                    </a:ext>
                  </a:extLst>
                </p14:cNvPr>
                <p14:cNvContentPartPr/>
                <p14:nvPr/>
              </p14:nvContentPartPr>
              <p14:xfrm>
                <a:off x="2332243" y="4420821"/>
                <a:ext cx="148680" cy="2977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35C91D3-93BE-A230-AE8B-FD3AC090D04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314243" y="4403181"/>
                  <a:ext cx="18432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1E7A560-684D-A9C0-397C-A3CB9CFACD3F}"/>
                    </a:ext>
                  </a:extLst>
                </p14:cNvPr>
                <p14:cNvContentPartPr/>
                <p14:nvPr/>
              </p14:nvContentPartPr>
              <p14:xfrm>
                <a:off x="2509003" y="4597941"/>
                <a:ext cx="157320" cy="2786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1E7A560-684D-A9C0-397C-A3CB9CFACD3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491363" y="4579941"/>
                  <a:ext cx="19296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F05C9EB-A1F9-9225-3F6F-35E99F5A6681}"/>
                    </a:ext>
                  </a:extLst>
                </p14:cNvPr>
                <p14:cNvContentPartPr/>
                <p14:nvPr/>
              </p14:nvContentPartPr>
              <p14:xfrm>
                <a:off x="2877643" y="4483101"/>
                <a:ext cx="256680" cy="2185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F05C9EB-A1F9-9225-3F6F-35E99F5A668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859643" y="4465461"/>
                  <a:ext cx="292320" cy="25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98A66230-71A0-EF37-5187-F88FFA49F85C}"/>
              </a:ext>
            </a:extLst>
          </p:cNvPr>
          <p:cNvGrpSpPr/>
          <p:nvPr/>
        </p:nvGrpSpPr>
        <p:grpSpPr>
          <a:xfrm>
            <a:off x="3596203" y="4381221"/>
            <a:ext cx="226080" cy="293040"/>
            <a:chOff x="3596203" y="4381221"/>
            <a:chExt cx="226080" cy="29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0C1FA7F-089C-428A-3FE6-A2608BA8F6AB}"/>
                    </a:ext>
                  </a:extLst>
                </p14:cNvPr>
                <p14:cNvContentPartPr/>
                <p14:nvPr/>
              </p14:nvContentPartPr>
              <p14:xfrm>
                <a:off x="3596203" y="4454301"/>
                <a:ext cx="226080" cy="550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0C1FA7F-089C-428A-3FE6-A2608BA8F6A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578563" y="4436301"/>
                  <a:ext cx="2617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A6958C2-6239-CA36-F05E-2EE5A975BD87}"/>
                    </a:ext>
                  </a:extLst>
                </p14:cNvPr>
                <p14:cNvContentPartPr/>
                <p14:nvPr/>
              </p14:nvContentPartPr>
              <p14:xfrm>
                <a:off x="3704923" y="4381221"/>
                <a:ext cx="51480" cy="2930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A6958C2-6239-CA36-F05E-2EE5A975BD8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686923" y="4363581"/>
                  <a:ext cx="87120" cy="32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62AB7EDC-74ED-C652-ED47-E24546C4A4EE}"/>
              </a:ext>
            </a:extLst>
          </p:cNvPr>
          <p:cNvGrpSpPr/>
          <p:nvPr/>
        </p:nvGrpSpPr>
        <p:grpSpPr>
          <a:xfrm>
            <a:off x="4195243" y="4324701"/>
            <a:ext cx="783000" cy="872640"/>
            <a:chOff x="4195243" y="4324701"/>
            <a:chExt cx="783000" cy="87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E01FF9A-81CE-7DAD-4D12-F6B35B095377}"/>
                    </a:ext>
                  </a:extLst>
                </p14:cNvPr>
                <p14:cNvContentPartPr/>
                <p14:nvPr/>
              </p14:nvContentPartPr>
              <p14:xfrm>
                <a:off x="4195243" y="4324701"/>
                <a:ext cx="202320" cy="4446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E01FF9A-81CE-7DAD-4D12-F6B35B09537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177603" y="4307061"/>
                  <a:ext cx="237960" cy="48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08C390B-1147-D9B0-7C2A-012CB5A33FD7}"/>
                    </a:ext>
                  </a:extLst>
                </p14:cNvPr>
                <p14:cNvContentPartPr/>
                <p14:nvPr/>
              </p14:nvContentPartPr>
              <p14:xfrm>
                <a:off x="4372003" y="4626741"/>
                <a:ext cx="208440" cy="3178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08C390B-1147-D9B0-7C2A-012CB5A33FD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354003" y="4609101"/>
                  <a:ext cx="24408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4B84472-5C40-9177-3CB5-16FC20377320}"/>
                    </a:ext>
                  </a:extLst>
                </p14:cNvPr>
                <p14:cNvContentPartPr/>
                <p14:nvPr/>
              </p14:nvContentPartPr>
              <p14:xfrm>
                <a:off x="4694203" y="4514421"/>
                <a:ext cx="284040" cy="6829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4B84472-5C40-9177-3CB5-16FC2037732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676563" y="4496781"/>
                  <a:ext cx="319680" cy="71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17B17034-46A6-30E1-F1FD-F942439C237C}"/>
              </a:ext>
            </a:extLst>
          </p:cNvPr>
          <p:cNvGrpSpPr/>
          <p:nvPr/>
        </p:nvGrpSpPr>
        <p:grpSpPr>
          <a:xfrm>
            <a:off x="5487643" y="4485261"/>
            <a:ext cx="753480" cy="433800"/>
            <a:chOff x="5487643" y="4485261"/>
            <a:chExt cx="753480" cy="43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7DE7866-4134-92D0-DC5F-AEA882F7B96F}"/>
                    </a:ext>
                  </a:extLst>
                </p14:cNvPr>
                <p14:cNvContentPartPr/>
                <p14:nvPr/>
              </p14:nvContentPartPr>
              <p14:xfrm>
                <a:off x="5487643" y="4614141"/>
                <a:ext cx="169200" cy="756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7DE7866-4134-92D0-DC5F-AEA882F7B96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470003" y="4596501"/>
                  <a:ext cx="2048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F9DE741-CC8B-B4D9-1776-9FFE3DB84899}"/>
                    </a:ext>
                  </a:extLst>
                </p14:cNvPr>
                <p14:cNvContentPartPr/>
                <p14:nvPr/>
              </p14:nvContentPartPr>
              <p14:xfrm>
                <a:off x="5533003" y="4494261"/>
                <a:ext cx="49320" cy="304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F9DE741-CC8B-B4D9-1776-9FFE3DB8489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515003" y="4476621"/>
                  <a:ext cx="8496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D8EF3C9-2C8F-6F6B-C0AA-63851AC084C9}"/>
                    </a:ext>
                  </a:extLst>
                </p14:cNvPr>
                <p14:cNvContentPartPr/>
                <p14:nvPr/>
              </p14:nvContentPartPr>
              <p14:xfrm>
                <a:off x="5827843" y="4485261"/>
                <a:ext cx="217440" cy="3211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D8EF3C9-2C8F-6F6B-C0AA-63851AC084C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810203" y="4467261"/>
                  <a:ext cx="25308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FBCC626-1264-B4AA-1479-2193EBDAAA17}"/>
                    </a:ext>
                  </a:extLst>
                </p14:cNvPr>
                <p14:cNvContentPartPr/>
                <p14:nvPr/>
              </p14:nvContentPartPr>
              <p14:xfrm>
                <a:off x="6062203" y="4652301"/>
                <a:ext cx="178920" cy="2667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FBCC626-1264-B4AA-1479-2193EBDAAA1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044203" y="4634301"/>
                  <a:ext cx="214560" cy="30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85B52499-57CC-CEAF-37C1-75FE6E00E77B}"/>
                  </a:ext>
                </a:extLst>
              </p14:cNvPr>
              <p14:cNvContentPartPr/>
              <p14:nvPr/>
            </p14:nvContentPartPr>
            <p14:xfrm>
              <a:off x="6506803" y="4530621"/>
              <a:ext cx="256320" cy="24912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85B52499-57CC-CEAF-37C1-75FE6E00E77B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6489163" y="4512981"/>
                <a:ext cx="291960" cy="28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Group 98">
            <a:extLst>
              <a:ext uri="{FF2B5EF4-FFF2-40B4-BE49-F238E27FC236}">
                <a16:creationId xmlns:a16="http://schemas.microsoft.com/office/drawing/2014/main" id="{08C9A86B-F66C-5DE5-3FFC-DD80BCD2369E}"/>
              </a:ext>
            </a:extLst>
          </p:cNvPr>
          <p:cNvGrpSpPr/>
          <p:nvPr/>
        </p:nvGrpSpPr>
        <p:grpSpPr>
          <a:xfrm>
            <a:off x="7200523" y="4551501"/>
            <a:ext cx="342360" cy="167040"/>
            <a:chOff x="7200523" y="4551501"/>
            <a:chExt cx="342360" cy="16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8BD30C3-06B5-C0B6-FCA4-E5378F42AFCF}"/>
                    </a:ext>
                  </a:extLst>
                </p14:cNvPr>
                <p14:cNvContentPartPr/>
                <p14:nvPr/>
              </p14:nvContentPartPr>
              <p14:xfrm>
                <a:off x="7208803" y="4551501"/>
                <a:ext cx="205560" cy="421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8BD30C3-06B5-C0B6-FCA4-E5378F42AFC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191163" y="4533861"/>
                  <a:ext cx="2412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AAA81A8-BC8E-09DE-65ED-D97A6CA4BCB9}"/>
                    </a:ext>
                  </a:extLst>
                </p14:cNvPr>
                <p14:cNvContentPartPr/>
                <p14:nvPr/>
              </p14:nvContentPartPr>
              <p14:xfrm>
                <a:off x="7200523" y="4650141"/>
                <a:ext cx="342360" cy="684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AAA81A8-BC8E-09DE-65ED-D97A6CA4BCB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182883" y="4632141"/>
                  <a:ext cx="378000" cy="10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723941A9-0245-086C-ABBE-7EDF2697E746}"/>
              </a:ext>
            </a:extLst>
          </p:cNvPr>
          <p:cNvGrpSpPr/>
          <p:nvPr/>
        </p:nvGrpSpPr>
        <p:grpSpPr>
          <a:xfrm>
            <a:off x="7932043" y="4243341"/>
            <a:ext cx="583200" cy="650160"/>
            <a:chOff x="7932043" y="4243341"/>
            <a:chExt cx="583200" cy="65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E5757CF-FD92-1FB7-5A57-F178B8997048}"/>
                    </a:ext>
                  </a:extLst>
                </p14:cNvPr>
                <p14:cNvContentPartPr/>
                <p14:nvPr/>
              </p14:nvContentPartPr>
              <p14:xfrm>
                <a:off x="7932043" y="4243341"/>
                <a:ext cx="269280" cy="5407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E5757CF-FD92-1FB7-5A57-F178B899704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914403" y="4225701"/>
                  <a:ext cx="304920" cy="57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526626F-971E-78B1-4D70-BED61A63358F}"/>
                    </a:ext>
                  </a:extLst>
                </p14:cNvPr>
                <p14:cNvContentPartPr/>
                <p14:nvPr/>
              </p14:nvContentPartPr>
              <p14:xfrm>
                <a:off x="8236243" y="4617381"/>
                <a:ext cx="279000" cy="2761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526626F-971E-78B1-4D70-BED61A63358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218243" y="4599741"/>
                  <a:ext cx="314640" cy="31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0007B2D1-3721-FC2A-978F-4C16B27D1E9C}"/>
                  </a:ext>
                </a:extLst>
              </p14:cNvPr>
              <p14:cNvContentPartPr/>
              <p14:nvPr/>
            </p14:nvContentPartPr>
            <p14:xfrm>
              <a:off x="9228043" y="4832661"/>
              <a:ext cx="37800" cy="1584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0007B2D1-3721-FC2A-978F-4C16B27D1E9C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9210043" y="4814661"/>
                <a:ext cx="7344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577EDE92-76F0-AE4A-08AC-42B120D62983}"/>
                  </a:ext>
                </a:extLst>
              </p14:cNvPr>
              <p14:cNvContentPartPr/>
              <p14:nvPr/>
            </p14:nvContentPartPr>
            <p14:xfrm>
              <a:off x="6300246" y="932703"/>
              <a:ext cx="25560" cy="2664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577EDE92-76F0-AE4A-08AC-42B120D62983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6295926" y="928383"/>
                <a:ext cx="3420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B8567D20-244E-5125-6DAF-5F929C7EA309}"/>
                  </a:ext>
                </a:extLst>
              </p14:cNvPr>
              <p14:cNvContentPartPr/>
              <p14:nvPr/>
            </p14:nvContentPartPr>
            <p14:xfrm>
              <a:off x="11803206" y="787983"/>
              <a:ext cx="1080" cy="1260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B8567D20-244E-5125-6DAF-5F929C7EA309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11798886" y="783663"/>
                <a:ext cx="972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3A839191-A925-10B3-6AA9-602AB30BEEFE}"/>
                  </a:ext>
                </a:extLst>
              </p14:cNvPr>
              <p14:cNvContentPartPr/>
              <p14:nvPr/>
            </p14:nvContentPartPr>
            <p14:xfrm>
              <a:off x="2329446" y="2000103"/>
              <a:ext cx="1080" cy="324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3A839191-A925-10B3-6AA9-602AB30BEEFE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2325126" y="1995783"/>
                <a:ext cx="9720" cy="1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D864790C-34AD-539F-C76B-4376BFB41753}"/>
                  </a:ext>
                </a:extLst>
              </p14:cNvPr>
              <p14:cNvContentPartPr/>
              <p14:nvPr/>
            </p14:nvContentPartPr>
            <p14:xfrm>
              <a:off x="7804686" y="2406543"/>
              <a:ext cx="1080" cy="324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D864790C-34AD-539F-C76B-4376BFB41753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7800366" y="2402223"/>
                <a:ext cx="9720" cy="1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1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9313FA8-DCBD-DEA2-129E-6916FC3336C4}"/>
                  </a:ext>
                </a:extLst>
              </p14:cNvPr>
              <p14:cNvContentPartPr/>
              <p14:nvPr/>
            </p14:nvContentPartPr>
            <p14:xfrm>
              <a:off x="2882406" y="5062623"/>
              <a:ext cx="16920" cy="144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9313FA8-DCBD-DEA2-129E-6916FC3336C4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2878086" y="5058303"/>
                <a:ext cx="25560" cy="1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117522D2-3177-AADA-877E-6961FCE358E4}"/>
                  </a:ext>
                </a:extLst>
              </p14:cNvPr>
              <p14:cNvContentPartPr/>
              <p14:nvPr/>
            </p14:nvContentPartPr>
            <p14:xfrm>
              <a:off x="4080486" y="4959303"/>
              <a:ext cx="4680" cy="144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117522D2-3177-AADA-877E-6961FCE358E4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4076166" y="4954983"/>
                <a:ext cx="13320" cy="1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D6B38EB1-67A6-D849-FA2C-64D682B559EE}"/>
                  </a:ext>
                </a:extLst>
              </p14:cNvPr>
              <p14:cNvContentPartPr/>
              <p14:nvPr/>
            </p14:nvContentPartPr>
            <p14:xfrm>
              <a:off x="7843566" y="3614343"/>
              <a:ext cx="9720" cy="2484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D6B38EB1-67A6-D849-FA2C-64D682B559EE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7839246" y="3610023"/>
                <a:ext cx="1836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4A760848-F843-2970-8C02-D578AD786612}"/>
                  </a:ext>
                </a:extLst>
              </p14:cNvPr>
              <p14:cNvContentPartPr/>
              <p14:nvPr/>
            </p14:nvContentPartPr>
            <p14:xfrm>
              <a:off x="8194566" y="5138943"/>
              <a:ext cx="6480" cy="324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4A760848-F843-2970-8C02-D578AD786612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8190246" y="5134623"/>
                <a:ext cx="15120" cy="1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23727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61DF46D-BA89-E685-7105-4998AA82075F}"/>
              </a:ext>
            </a:extLst>
          </p:cNvPr>
          <p:cNvGrpSpPr/>
          <p:nvPr/>
        </p:nvGrpSpPr>
        <p:grpSpPr>
          <a:xfrm>
            <a:off x="2383363" y="606261"/>
            <a:ext cx="1045800" cy="453960"/>
            <a:chOff x="2383363" y="606261"/>
            <a:chExt cx="1045800" cy="45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3FC969A-333F-84F9-DA9E-FBEC14DFBB11}"/>
                    </a:ext>
                  </a:extLst>
                </p14:cNvPr>
                <p14:cNvContentPartPr/>
                <p14:nvPr/>
              </p14:nvContentPartPr>
              <p14:xfrm>
                <a:off x="2494603" y="610581"/>
                <a:ext cx="231840" cy="4496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3FC969A-333F-84F9-DA9E-FBEC14DFBB1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476603" y="592941"/>
                  <a:ext cx="267480" cy="4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5FBCC07-76D7-4609-71E8-609B714E8FA7}"/>
                    </a:ext>
                  </a:extLst>
                </p14:cNvPr>
                <p14:cNvContentPartPr/>
                <p14:nvPr/>
              </p14:nvContentPartPr>
              <p14:xfrm>
                <a:off x="2383363" y="606261"/>
                <a:ext cx="521640" cy="445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5FBCC07-76D7-4609-71E8-609B714E8FA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365723" y="588621"/>
                  <a:ext cx="557280" cy="48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4AE6A52-F159-4C0B-7261-E96EDB6E484C}"/>
                    </a:ext>
                  </a:extLst>
                </p14:cNvPr>
                <p14:cNvContentPartPr/>
                <p14:nvPr/>
              </p14:nvContentPartPr>
              <p14:xfrm>
                <a:off x="3099763" y="850701"/>
                <a:ext cx="220320" cy="360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4AE6A52-F159-4C0B-7261-E96EDB6E484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082123" y="833061"/>
                  <a:ext cx="2559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9B918E0-434B-B759-118D-B7E02D372C45}"/>
                    </a:ext>
                  </a:extLst>
                </p14:cNvPr>
                <p14:cNvContentPartPr/>
                <p14:nvPr/>
              </p14:nvContentPartPr>
              <p14:xfrm>
                <a:off x="3145483" y="919821"/>
                <a:ext cx="283680" cy="55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9B918E0-434B-B759-118D-B7E02D372C4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127843" y="901821"/>
                  <a:ext cx="319320" cy="91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E0B4402-623F-AC1C-B799-E96C4F172297}"/>
                  </a:ext>
                </a:extLst>
              </p14:cNvPr>
              <p14:cNvContentPartPr/>
              <p14:nvPr/>
            </p14:nvContentPartPr>
            <p14:xfrm>
              <a:off x="4638763" y="330501"/>
              <a:ext cx="90360" cy="2322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E0B4402-623F-AC1C-B799-E96C4F17229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620763" y="312501"/>
                <a:ext cx="126000" cy="235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8D531B4E-F844-6F08-9045-795C9288B608}"/>
              </a:ext>
            </a:extLst>
          </p:cNvPr>
          <p:cNvGrpSpPr/>
          <p:nvPr/>
        </p:nvGrpSpPr>
        <p:grpSpPr>
          <a:xfrm>
            <a:off x="5192443" y="606621"/>
            <a:ext cx="311760" cy="399240"/>
            <a:chOff x="5192443" y="606621"/>
            <a:chExt cx="311760" cy="39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67B9F95-48D4-54DB-9B9D-41C3F995D619}"/>
                    </a:ext>
                  </a:extLst>
                </p14:cNvPr>
                <p14:cNvContentPartPr/>
                <p14:nvPr/>
              </p14:nvContentPartPr>
              <p14:xfrm>
                <a:off x="5192443" y="606621"/>
                <a:ext cx="163080" cy="216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67B9F95-48D4-54DB-9B9D-41C3F995D61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174803" y="588981"/>
                  <a:ext cx="1987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CC9412B-076C-6BDC-D7D8-7C5A0D4886D5}"/>
                    </a:ext>
                  </a:extLst>
                </p14:cNvPr>
                <p14:cNvContentPartPr/>
                <p14:nvPr/>
              </p14:nvContentPartPr>
              <p14:xfrm>
                <a:off x="5486563" y="788781"/>
                <a:ext cx="17640" cy="2170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CC9412B-076C-6BDC-D7D8-7C5A0D4886D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468923" y="771141"/>
                  <a:ext cx="5328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745AF30-1870-12F1-60BA-87F341614CB6}"/>
              </a:ext>
            </a:extLst>
          </p:cNvPr>
          <p:cNvGrpSpPr/>
          <p:nvPr/>
        </p:nvGrpSpPr>
        <p:grpSpPr>
          <a:xfrm>
            <a:off x="6267403" y="610941"/>
            <a:ext cx="344880" cy="468000"/>
            <a:chOff x="6267403" y="610941"/>
            <a:chExt cx="344880" cy="46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E3E9B85-C6F9-A14D-A6D0-221434B1F7BF}"/>
                    </a:ext>
                  </a:extLst>
                </p14:cNvPr>
                <p14:cNvContentPartPr/>
                <p14:nvPr/>
              </p14:nvContentPartPr>
              <p14:xfrm>
                <a:off x="6267403" y="610941"/>
                <a:ext cx="198000" cy="4064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E3E9B85-C6F9-A14D-A6D0-221434B1F7B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249403" y="592941"/>
                  <a:ext cx="23364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9AD3C6B-9438-E768-51AB-BFE66C8AA2E3}"/>
                    </a:ext>
                  </a:extLst>
                </p14:cNvPr>
                <p14:cNvContentPartPr/>
                <p14:nvPr/>
              </p14:nvContentPartPr>
              <p14:xfrm>
                <a:off x="6586363" y="895701"/>
                <a:ext cx="25920" cy="183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9AD3C6B-9438-E768-51AB-BFE66C8AA2E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568363" y="878061"/>
                  <a:ext cx="61560" cy="21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0E1A0E2-3782-E279-2878-9A0E746E8164}"/>
              </a:ext>
            </a:extLst>
          </p:cNvPr>
          <p:cNvGrpSpPr/>
          <p:nvPr/>
        </p:nvGrpSpPr>
        <p:grpSpPr>
          <a:xfrm>
            <a:off x="5315203" y="1432461"/>
            <a:ext cx="488520" cy="300240"/>
            <a:chOff x="5315203" y="1432461"/>
            <a:chExt cx="488520" cy="30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71FB7AF-64F4-CD50-111A-E1E0780ED662}"/>
                    </a:ext>
                  </a:extLst>
                </p14:cNvPr>
                <p14:cNvContentPartPr/>
                <p14:nvPr/>
              </p14:nvContentPartPr>
              <p14:xfrm>
                <a:off x="5315203" y="1432461"/>
                <a:ext cx="185760" cy="218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71FB7AF-64F4-CD50-111A-E1E0780ED66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297203" y="1414821"/>
                  <a:ext cx="22140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FF325A5-BA41-46E4-E45B-3991D976BB34}"/>
                    </a:ext>
                  </a:extLst>
                </p14:cNvPr>
                <p14:cNvContentPartPr/>
                <p14:nvPr/>
              </p14:nvContentPartPr>
              <p14:xfrm>
                <a:off x="5594923" y="1582221"/>
                <a:ext cx="208800" cy="1504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FF325A5-BA41-46E4-E45B-3991D976BB3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577283" y="1564221"/>
                  <a:ext cx="244440" cy="18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8B6CD9C-578C-A537-39EE-A88C2FDF66AE}"/>
              </a:ext>
            </a:extLst>
          </p:cNvPr>
          <p:cNvGrpSpPr/>
          <p:nvPr/>
        </p:nvGrpSpPr>
        <p:grpSpPr>
          <a:xfrm>
            <a:off x="6471523" y="1344981"/>
            <a:ext cx="410760" cy="425520"/>
            <a:chOff x="6471523" y="1344981"/>
            <a:chExt cx="410760" cy="42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6B50A5F-8712-0028-E6DE-6AF987819EEA}"/>
                    </a:ext>
                  </a:extLst>
                </p14:cNvPr>
                <p14:cNvContentPartPr/>
                <p14:nvPr/>
              </p14:nvContentPartPr>
              <p14:xfrm>
                <a:off x="6471523" y="1344981"/>
                <a:ext cx="128520" cy="324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6B50A5F-8712-0028-E6DE-6AF987819EE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453883" y="1326981"/>
                  <a:ext cx="16416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5F985EB-6B53-CB0C-5ADB-529A60823665}"/>
                    </a:ext>
                  </a:extLst>
                </p14:cNvPr>
                <p14:cNvContentPartPr/>
                <p14:nvPr/>
              </p14:nvContentPartPr>
              <p14:xfrm>
                <a:off x="6655123" y="1597341"/>
                <a:ext cx="227160" cy="173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5F985EB-6B53-CB0C-5ADB-529A6082366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637483" y="1579701"/>
                  <a:ext cx="262800" cy="20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BCCA0AD-6FBC-1F68-1990-31213254DEC0}"/>
              </a:ext>
            </a:extLst>
          </p:cNvPr>
          <p:cNvGrpSpPr/>
          <p:nvPr/>
        </p:nvGrpSpPr>
        <p:grpSpPr>
          <a:xfrm>
            <a:off x="5209723" y="2235621"/>
            <a:ext cx="478800" cy="417240"/>
            <a:chOff x="5209723" y="2235621"/>
            <a:chExt cx="478800" cy="41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966E966-7360-4E2A-59E1-65B0A020D823}"/>
                    </a:ext>
                  </a:extLst>
                </p14:cNvPr>
                <p14:cNvContentPartPr/>
                <p14:nvPr/>
              </p14:nvContentPartPr>
              <p14:xfrm>
                <a:off x="5209723" y="2235621"/>
                <a:ext cx="147240" cy="2091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966E966-7360-4E2A-59E1-65B0A020D82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191723" y="2217981"/>
                  <a:ext cx="18288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8D0514A-B6B2-9FF5-4A41-7854D5F0A595}"/>
                    </a:ext>
                  </a:extLst>
                </p14:cNvPr>
                <p14:cNvContentPartPr/>
                <p14:nvPr/>
              </p14:nvContentPartPr>
              <p14:xfrm>
                <a:off x="5492323" y="2354421"/>
                <a:ext cx="196200" cy="298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8D0514A-B6B2-9FF5-4A41-7854D5F0A59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474323" y="2336421"/>
                  <a:ext cx="231840" cy="33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27FAF09-55CF-4A8F-40E9-336918B9BA2F}"/>
              </a:ext>
            </a:extLst>
          </p:cNvPr>
          <p:cNvGrpSpPr/>
          <p:nvPr/>
        </p:nvGrpSpPr>
        <p:grpSpPr>
          <a:xfrm>
            <a:off x="6604003" y="2014221"/>
            <a:ext cx="386640" cy="506880"/>
            <a:chOff x="6604003" y="2014221"/>
            <a:chExt cx="386640" cy="50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78FC602-D892-15FA-8B54-0B37DED8B71A}"/>
                    </a:ext>
                  </a:extLst>
                </p14:cNvPr>
                <p14:cNvContentPartPr/>
                <p14:nvPr/>
              </p14:nvContentPartPr>
              <p14:xfrm>
                <a:off x="6604003" y="2014221"/>
                <a:ext cx="140400" cy="3146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78FC602-D892-15FA-8B54-0B37DED8B71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586363" y="1996581"/>
                  <a:ext cx="17604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462C167-A3F6-8E74-334A-C91B0EBE6A9E}"/>
                    </a:ext>
                  </a:extLst>
                </p14:cNvPr>
                <p14:cNvContentPartPr/>
                <p14:nvPr/>
              </p14:nvContentPartPr>
              <p14:xfrm>
                <a:off x="6822883" y="2251821"/>
                <a:ext cx="167760" cy="2692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462C167-A3F6-8E74-334A-C91B0EBE6A9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804883" y="2233821"/>
                  <a:ext cx="203400" cy="30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1CDEE6E-26AC-3ED6-90E6-55AC992E5998}"/>
              </a:ext>
            </a:extLst>
          </p:cNvPr>
          <p:cNvGrpSpPr/>
          <p:nvPr/>
        </p:nvGrpSpPr>
        <p:grpSpPr>
          <a:xfrm>
            <a:off x="7424443" y="448221"/>
            <a:ext cx="1054080" cy="2787840"/>
            <a:chOff x="7424443" y="448221"/>
            <a:chExt cx="1054080" cy="278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345A065-D9AA-9D80-78E0-5D592B93EA71}"/>
                    </a:ext>
                  </a:extLst>
                </p14:cNvPr>
                <p14:cNvContentPartPr/>
                <p14:nvPr/>
              </p14:nvContentPartPr>
              <p14:xfrm>
                <a:off x="7424443" y="621741"/>
                <a:ext cx="188640" cy="255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345A065-D9AA-9D80-78E0-5D592B93EA7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406443" y="604101"/>
                  <a:ext cx="22428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67EC62C-2EA5-5BEA-09D2-1441B7EB8448}"/>
                    </a:ext>
                  </a:extLst>
                </p14:cNvPr>
                <p14:cNvContentPartPr/>
                <p14:nvPr/>
              </p14:nvContentPartPr>
              <p14:xfrm>
                <a:off x="7789843" y="756381"/>
                <a:ext cx="24120" cy="1962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67EC62C-2EA5-5BEA-09D2-1441B7EB844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771843" y="738381"/>
                  <a:ext cx="597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EAE7EC3-BBAA-742D-A8A6-ECBB2D8EDBB9}"/>
                    </a:ext>
                  </a:extLst>
                </p14:cNvPr>
                <p14:cNvContentPartPr/>
                <p14:nvPr/>
              </p14:nvContentPartPr>
              <p14:xfrm>
                <a:off x="7507603" y="1398261"/>
                <a:ext cx="183240" cy="2131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EAE7EC3-BBAA-742D-A8A6-ECBB2D8EDBB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489963" y="1380261"/>
                  <a:ext cx="21888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29301CB-E6B2-B01C-D2CF-CE09F0DA060A}"/>
                    </a:ext>
                  </a:extLst>
                </p14:cNvPr>
                <p14:cNvContentPartPr/>
                <p14:nvPr/>
              </p14:nvContentPartPr>
              <p14:xfrm>
                <a:off x="7792003" y="1509501"/>
                <a:ext cx="359640" cy="213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29301CB-E6B2-B01C-D2CF-CE09F0DA060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774363" y="1491501"/>
                  <a:ext cx="39528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F6B381F-8202-5947-1686-9880742A79E0}"/>
                    </a:ext>
                  </a:extLst>
                </p14:cNvPr>
                <p14:cNvContentPartPr/>
                <p14:nvPr/>
              </p14:nvContentPartPr>
              <p14:xfrm>
                <a:off x="7847083" y="2162901"/>
                <a:ext cx="171360" cy="209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F6B381F-8202-5947-1686-9880742A79E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829443" y="2144901"/>
                  <a:ext cx="20700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B575772-13D8-C6B2-03C3-35A1293BD2F4}"/>
                    </a:ext>
                  </a:extLst>
                </p14:cNvPr>
                <p14:cNvContentPartPr/>
                <p14:nvPr/>
              </p14:nvContentPartPr>
              <p14:xfrm>
                <a:off x="8026003" y="2284221"/>
                <a:ext cx="166320" cy="241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B575772-13D8-C6B2-03C3-35A1293BD2F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008003" y="2266581"/>
                  <a:ext cx="20196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3156F8E-6C3F-B75A-5299-88BE339596D3}"/>
                    </a:ext>
                  </a:extLst>
                </p14:cNvPr>
                <p14:cNvContentPartPr/>
                <p14:nvPr/>
              </p14:nvContentPartPr>
              <p14:xfrm>
                <a:off x="8277283" y="448221"/>
                <a:ext cx="201240" cy="27878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3156F8E-6C3F-B75A-5299-88BE339596D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259283" y="430221"/>
                  <a:ext cx="236880" cy="282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097CD0F3-B8BF-E40B-06EC-71206C947C84}"/>
              </a:ext>
            </a:extLst>
          </p:cNvPr>
          <p:cNvGrpSpPr/>
          <p:nvPr/>
        </p:nvGrpSpPr>
        <p:grpSpPr>
          <a:xfrm>
            <a:off x="708283" y="3024741"/>
            <a:ext cx="4260240" cy="2586240"/>
            <a:chOff x="708283" y="3024741"/>
            <a:chExt cx="4260240" cy="258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EF71BC2-3035-AD7A-1917-670524681862}"/>
                    </a:ext>
                  </a:extLst>
                </p14:cNvPr>
                <p14:cNvContentPartPr/>
                <p14:nvPr/>
              </p14:nvContentPartPr>
              <p14:xfrm>
                <a:off x="708283" y="4025181"/>
                <a:ext cx="386280" cy="2494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EF71BC2-3035-AD7A-1917-67052468186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0283" y="4007541"/>
                  <a:ext cx="42192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A22EA99-7FDE-0D9C-D157-71E2D023EE40}"/>
                    </a:ext>
                  </a:extLst>
                </p14:cNvPr>
                <p14:cNvContentPartPr/>
                <p14:nvPr/>
              </p14:nvContentPartPr>
              <p14:xfrm>
                <a:off x="1372483" y="4071261"/>
                <a:ext cx="167400" cy="399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A22EA99-7FDE-0D9C-D157-71E2D023EE4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354483" y="4053621"/>
                  <a:ext cx="2030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EEF168F-4B81-BAD8-E57F-095628AC0ACA}"/>
                    </a:ext>
                  </a:extLst>
                </p14:cNvPr>
                <p14:cNvContentPartPr/>
                <p14:nvPr/>
              </p14:nvContentPartPr>
              <p14:xfrm>
                <a:off x="1338643" y="4203741"/>
                <a:ext cx="205560" cy="381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EEF168F-4B81-BAD8-E57F-095628AC0AC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321003" y="4186101"/>
                  <a:ext cx="2412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937114E-06FB-221C-B987-821FEA9A7808}"/>
                    </a:ext>
                  </a:extLst>
                </p14:cNvPr>
                <p14:cNvContentPartPr/>
                <p14:nvPr/>
              </p14:nvContentPartPr>
              <p14:xfrm>
                <a:off x="2178883" y="3343341"/>
                <a:ext cx="35280" cy="1485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937114E-06FB-221C-B987-821FEA9A780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160883" y="3325341"/>
                  <a:ext cx="70920" cy="152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A92C0CD-3008-E913-543E-DC51D6C41EA4}"/>
                    </a:ext>
                  </a:extLst>
                </p14:cNvPr>
                <p14:cNvContentPartPr/>
                <p14:nvPr/>
              </p14:nvContentPartPr>
              <p14:xfrm>
                <a:off x="2509723" y="3361341"/>
                <a:ext cx="216360" cy="382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A92C0CD-3008-E913-543E-DC51D6C41EA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492083" y="3343701"/>
                  <a:ext cx="25200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6E3734B-A6F4-5F28-0965-CFAD2468DAFA}"/>
                    </a:ext>
                  </a:extLst>
                </p14:cNvPr>
                <p14:cNvContentPartPr/>
                <p14:nvPr/>
              </p14:nvContentPartPr>
              <p14:xfrm>
                <a:off x="2830843" y="3677421"/>
                <a:ext cx="20160" cy="139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6E3734B-A6F4-5F28-0965-CFAD2468DAF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812843" y="3659421"/>
                  <a:ext cx="558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09C3692-9407-3685-D488-0BCA22AF407E}"/>
                    </a:ext>
                  </a:extLst>
                </p14:cNvPr>
                <p14:cNvContentPartPr/>
                <p14:nvPr/>
              </p14:nvContentPartPr>
              <p14:xfrm>
                <a:off x="2412163" y="3977661"/>
                <a:ext cx="236520" cy="3481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09C3692-9407-3685-D488-0BCA22AF407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394523" y="3960021"/>
                  <a:ext cx="27216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648FA3E-DA0F-A896-80F3-159002BE4DE1}"/>
                    </a:ext>
                  </a:extLst>
                </p14:cNvPr>
                <p14:cNvContentPartPr/>
                <p14:nvPr/>
              </p14:nvContentPartPr>
              <p14:xfrm>
                <a:off x="2700523" y="4269621"/>
                <a:ext cx="298440" cy="1054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648FA3E-DA0F-A896-80F3-159002BE4DE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682523" y="4251621"/>
                  <a:ext cx="3340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0AD86BE-82DD-4CA8-7839-6C8165AD40E5}"/>
                    </a:ext>
                  </a:extLst>
                </p14:cNvPr>
                <p14:cNvContentPartPr/>
                <p14:nvPr/>
              </p14:nvContentPartPr>
              <p14:xfrm>
                <a:off x="2492803" y="4569501"/>
                <a:ext cx="203760" cy="384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0AD86BE-82DD-4CA8-7839-6C8165AD40E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475163" y="4551501"/>
                  <a:ext cx="23940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591FD84-80D9-66C5-28E6-87497AC7F425}"/>
                    </a:ext>
                  </a:extLst>
                </p14:cNvPr>
                <p14:cNvContentPartPr/>
                <p14:nvPr/>
              </p14:nvContentPartPr>
              <p14:xfrm>
                <a:off x="2700163" y="4840941"/>
                <a:ext cx="308880" cy="1998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591FD84-80D9-66C5-28E6-87497AC7F42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682523" y="4822941"/>
                  <a:ext cx="3445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4A44BAE-066F-8F61-E1E7-0D59EEF58362}"/>
                    </a:ext>
                  </a:extLst>
                </p14:cNvPr>
                <p14:cNvContentPartPr/>
                <p14:nvPr/>
              </p14:nvContentPartPr>
              <p14:xfrm>
                <a:off x="2192923" y="4827261"/>
                <a:ext cx="1800" cy="43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4A44BAE-066F-8F61-E1E7-0D59EEF5836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175283" y="4809621"/>
                  <a:ext cx="374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65453D8-AF40-EB16-A58F-08D71A540BFB}"/>
                    </a:ext>
                  </a:extLst>
                </p14:cNvPr>
                <p14:cNvContentPartPr/>
                <p14:nvPr/>
              </p14:nvContentPartPr>
              <p14:xfrm>
                <a:off x="2150443" y="4815381"/>
                <a:ext cx="59760" cy="2469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65453D8-AF40-EB16-A58F-08D71A540BF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132443" y="4797381"/>
                  <a:ext cx="9540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4C9559E-5F45-967A-2446-C871454BBD86}"/>
                    </a:ext>
                  </a:extLst>
                </p14:cNvPr>
                <p14:cNvContentPartPr/>
                <p14:nvPr/>
              </p14:nvContentPartPr>
              <p14:xfrm>
                <a:off x="3428443" y="3339021"/>
                <a:ext cx="164520" cy="3027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4C9559E-5F45-967A-2446-C871454BBD8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410443" y="3321381"/>
                  <a:ext cx="20016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27B7C13-CA14-D6B1-2D8E-8ABB1624970D}"/>
                    </a:ext>
                  </a:extLst>
                </p14:cNvPr>
                <p14:cNvContentPartPr/>
                <p14:nvPr/>
              </p14:nvContentPartPr>
              <p14:xfrm>
                <a:off x="3770443" y="3518661"/>
                <a:ext cx="21960" cy="2271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27B7C13-CA14-D6B1-2D8E-8ABB1624970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752803" y="3500661"/>
                  <a:ext cx="5760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CB53F28-C8CB-656B-95DC-20EDAD9ABA0B}"/>
                    </a:ext>
                  </a:extLst>
                </p14:cNvPr>
                <p14:cNvContentPartPr/>
                <p14:nvPr/>
              </p14:nvContentPartPr>
              <p14:xfrm>
                <a:off x="3528523" y="3970101"/>
                <a:ext cx="102240" cy="3114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CB53F28-C8CB-656B-95DC-20EDAD9ABA0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510883" y="3952461"/>
                  <a:ext cx="13788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3C3ECCD-9486-032B-B2E0-F8118595550F}"/>
                    </a:ext>
                  </a:extLst>
                </p14:cNvPr>
                <p14:cNvContentPartPr/>
                <p14:nvPr/>
              </p14:nvContentPartPr>
              <p14:xfrm>
                <a:off x="3748123" y="4166661"/>
                <a:ext cx="256680" cy="1306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3C3ECCD-9486-032B-B2E0-F8118595550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730123" y="4148661"/>
                  <a:ext cx="2923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5310022-91D7-E1D5-E01E-2EA58A526441}"/>
                    </a:ext>
                  </a:extLst>
                </p14:cNvPr>
                <p14:cNvContentPartPr/>
                <p14:nvPr/>
              </p14:nvContentPartPr>
              <p14:xfrm>
                <a:off x="3524203" y="4671741"/>
                <a:ext cx="96480" cy="2466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5310022-91D7-E1D5-E01E-2EA58A52644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506563" y="4653741"/>
                  <a:ext cx="1321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2F0D2C0-7F43-1FB5-323D-9F2590B53F3C}"/>
                    </a:ext>
                  </a:extLst>
                </p14:cNvPr>
                <p14:cNvContentPartPr/>
                <p14:nvPr/>
              </p14:nvContentPartPr>
              <p14:xfrm>
                <a:off x="3716443" y="4833021"/>
                <a:ext cx="117000" cy="2084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2F0D2C0-7F43-1FB5-323D-9F2590B53F3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698443" y="4815381"/>
                  <a:ext cx="15264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D6932B2-C4B5-9694-D8E7-E637F860F868}"/>
                    </a:ext>
                  </a:extLst>
                </p14:cNvPr>
                <p14:cNvContentPartPr/>
                <p14:nvPr/>
              </p14:nvContentPartPr>
              <p14:xfrm>
                <a:off x="4213603" y="3412461"/>
                <a:ext cx="154080" cy="2566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D6932B2-C4B5-9694-D8E7-E637F860F86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195963" y="3394821"/>
                  <a:ext cx="18972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79CCA6B-6738-2478-A710-1F66E62034D4}"/>
                    </a:ext>
                  </a:extLst>
                </p14:cNvPr>
                <p14:cNvContentPartPr/>
                <p14:nvPr/>
              </p14:nvContentPartPr>
              <p14:xfrm>
                <a:off x="4459123" y="3656541"/>
                <a:ext cx="15840" cy="1371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79CCA6B-6738-2478-A710-1F66E62034D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441123" y="3638901"/>
                  <a:ext cx="514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EB99820-9463-8245-4529-F2B2D05D53BF}"/>
                    </a:ext>
                  </a:extLst>
                </p14:cNvPr>
                <p14:cNvContentPartPr/>
                <p14:nvPr/>
              </p14:nvContentPartPr>
              <p14:xfrm>
                <a:off x="4245283" y="4125261"/>
                <a:ext cx="146160" cy="2023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EB99820-9463-8245-4529-F2B2D05D53B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227283" y="4107621"/>
                  <a:ext cx="1818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78B311F-9AB2-BB05-610A-5194714EAF5E}"/>
                    </a:ext>
                  </a:extLst>
                </p14:cNvPr>
                <p14:cNvContentPartPr/>
                <p14:nvPr/>
              </p14:nvContentPartPr>
              <p14:xfrm>
                <a:off x="4411603" y="4305621"/>
                <a:ext cx="154440" cy="134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78B311F-9AB2-BB05-610A-5194714EAF5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393963" y="4287621"/>
                  <a:ext cx="1900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2E78D34-B36A-8A1C-FEC1-8778AA9BC689}"/>
                    </a:ext>
                  </a:extLst>
                </p14:cNvPr>
                <p14:cNvContentPartPr/>
                <p14:nvPr/>
              </p14:nvContentPartPr>
              <p14:xfrm>
                <a:off x="4255003" y="4776141"/>
                <a:ext cx="171720" cy="2109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2E78D34-B36A-8A1C-FEC1-8778AA9BC68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237003" y="4758501"/>
                  <a:ext cx="2073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4F7E9C5-400B-54C3-D871-26870DA4C346}"/>
                    </a:ext>
                  </a:extLst>
                </p14:cNvPr>
                <p14:cNvContentPartPr/>
                <p14:nvPr/>
              </p14:nvContentPartPr>
              <p14:xfrm>
                <a:off x="4402603" y="4892781"/>
                <a:ext cx="190440" cy="2152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4F7E9C5-400B-54C3-D871-26870DA4C34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384603" y="4874781"/>
                  <a:ext cx="22608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F3EC4A7-AC06-67FB-111F-AB72B4AF8BBE}"/>
                    </a:ext>
                  </a:extLst>
                </p14:cNvPr>
                <p14:cNvContentPartPr/>
                <p14:nvPr/>
              </p14:nvContentPartPr>
              <p14:xfrm>
                <a:off x="4805803" y="3024741"/>
                <a:ext cx="162720" cy="22885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F3EC4A7-AC06-67FB-111F-AB72B4AF8BB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788163" y="3006741"/>
                  <a:ext cx="198360" cy="232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65C0058-7A18-AA10-7202-A7C705F8A10F}"/>
                    </a:ext>
                  </a:extLst>
                </p14:cNvPr>
                <p14:cNvContentPartPr/>
                <p14:nvPr/>
              </p14:nvContentPartPr>
              <p14:xfrm>
                <a:off x="1812403" y="5475621"/>
                <a:ext cx="3101040" cy="135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65C0058-7A18-AA10-7202-A7C705F8A10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794403" y="5457621"/>
                  <a:ext cx="3136680" cy="17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069ADF0E-BABB-2985-1DBB-6B0CBEF1965D}"/>
              </a:ext>
            </a:extLst>
          </p:cNvPr>
          <p:cNvGrpSpPr/>
          <p:nvPr/>
        </p:nvGrpSpPr>
        <p:grpSpPr>
          <a:xfrm>
            <a:off x="2683243" y="5879541"/>
            <a:ext cx="764640" cy="500760"/>
            <a:chOff x="2683243" y="5879541"/>
            <a:chExt cx="764640" cy="50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2E93376-4E96-5EEE-5C9B-5C6CDCAC12CB}"/>
                    </a:ext>
                  </a:extLst>
                </p14:cNvPr>
                <p14:cNvContentPartPr/>
                <p14:nvPr/>
              </p14:nvContentPartPr>
              <p14:xfrm>
                <a:off x="3115963" y="5881701"/>
                <a:ext cx="192600" cy="3492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2E93376-4E96-5EEE-5C9B-5C6CDCAC12C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097963" y="5864061"/>
                  <a:ext cx="22824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556E9B9-C9E2-F22A-C403-93F2B80B7F57}"/>
                    </a:ext>
                  </a:extLst>
                </p14:cNvPr>
                <p14:cNvContentPartPr/>
                <p14:nvPr/>
              </p14:nvContentPartPr>
              <p14:xfrm>
                <a:off x="2683243" y="5879541"/>
                <a:ext cx="764640" cy="5007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556E9B9-C9E2-F22A-C403-93F2B80B7F5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665243" y="5861541"/>
                  <a:ext cx="800280" cy="536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6C03CA2D-7A26-E5E8-657C-AAAA096D39C8}"/>
                  </a:ext>
                </a:extLst>
              </p14:cNvPr>
              <p14:cNvContentPartPr/>
              <p14:nvPr/>
            </p14:nvContentPartPr>
            <p14:xfrm>
              <a:off x="5395843" y="4064421"/>
              <a:ext cx="75240" cy="13824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6C03CA2D-7A26-E5E8-657C-AAAA096D39C8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378203" y="4046781"/>
                <a:ext cx="11088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3A5F8156-853D-9691-3BFE-E9A0EF5DAAA6}"/>
                  </a:ext>
                </a:extLst>
              </p14:cNvPr>
              <p14:cNvContentPartPr/>
              <p14:nvPr/>
            </p14:nvContentPartPr>
            <p14:xfrm>
              <a:off x="5737843" y="3932661"/>
              <a:ext cx="230400" cy="7671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3A5F8156-853D-9691-3BFE-E9A0EF5DAAA6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719843" y="3914661"/>
                <a:ext cx="266040" cy="80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E485D82A-EB53-E24E-2D84-62AACDF1EC4D}"/>
                  </a:ext>
                </a:extLst>
              </p14:cNvPr>
              <p14:cNvContentPartPr/>
              <p14:nvPr/>
            </p14:nvContentPartPr>
            <p14:xfrm>
              <a:off x="6150403" y="4048941"/>
              <a:ext cx="105840" cy="6444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E485D82A-EB53-E24E-2D84-62AACDF1EC4D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132403" y="4031301"/>
                <a:ext cx="14148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719163C3-0AF5-DACF-F36F-FCA32EE05A80}"/>
                  </a:ext>
                </a:extLst>
              </p14:cNvPr>
              <p14:cNvContentPartPr/>
              <p14:nvPr/>
            </p14:nvContentPartPr>
            <p14:xfrm>
              <a:off x="6101803" y="4135701"/>
              <a:ext cx="229320" cy="9432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719163C3-0AF5-DACF-F36F-FCA32EE05A80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6084163" y="4118061"/>
                <a:ext cx="26496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5C1930BF-9F73-568D-357F-D831E69DFF50}"/>
                  </a:ext>
                </a:extLst>
              </p14:cNvPr>
              <p14:cNvContentPartPr/>
              <p14:nvPr/>
            </p14:nvContentPartPr>
            <p14:xfrm>
              <a:off x="6517243" y="3298701"/>
              <a:ext cx="202680" cy="219888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5C1930BF-9F73-568D-357F-D831E69DFF50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6499603" y="3280701"/>
                <a:ext cx="238320" cy="223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6" name="Group 135">
            <a:extLst>
              <a:ext uri="{FF2B5EF4-FFF2-40B4-BE49-F238E27FC236}">
                <a16:creationId xmlns:a16="http://schemas.microsoft.com/office/drawing/2014/main" id="{21377C04-D546-EB0E-6BA6-AEEC404FAABD}"/>
              </a:ext>
            </a:extLst>
          </p:cNvPr>
          <p:cNvGrpSpPr/>
          <p:nvPr/>
        </p:nvGrpSpPr>
        <p:grpSpPr>
          <a:xfrm>
            <a:off x="6573043" y="3397341"/>
            <a:ext cx="5648400" cy="2959560"/>
            <a:chOff x="6573043" y="3397341"/>
            <a:chExt cx="5648400" cy="29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AAE52D6-FA8D-BCCD-4717-237A37568A33}"/>
                    </a:ext>
                  </a:extLst>
                </p14:cNvPr>
                <p14:cNvContentPartPr/>
                <p14:nvPr/>
              </p14:nvContentPartPr>
              <p14:xfrm>
                <a:off x="6874003" y="3585261"/>
                <a:ext cx="181800" cy="2487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AAE52D6-FA8D-BCCD-4717-237A37568A3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856363" y="3567621"/>
                  <a:ext cx="21744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644FB52-3ACD-56DA-94A4-46788DBA3324}"/>
                    </a:ext>
                  </a:extLst>
                </p14:cNvPr>
                <p14:cNvContentPartPr/>
                <p14:nvPr/>
              </p14:nvContentPartPr>
              <p14:xfrm>
                <a:off x="7201243" y="3769581"/>
                <a:ext cx="15120" cy="1263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644FB52-3ACD-56DA-94A4-46788DBA332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183243" y="3751941"/>
                  <a:ext cx="507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FFCD48E-C66D-F613-5CB1-80C29D0EA255}"/>
                    </a:ext>
                  </a:extLst>
                </p14:cNvPr>
                <p14:cNvContentPartPr/>
                <p14:nvPr/>
              </p14:nvContentPartPr>
              <p14:xfrm>
                <a:off x="6927643" y="4216341"/>
                <a:ext cx="142560" cy="1904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FFCD48E-C66D-F613-5CB1-80C29D0EA25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909643" y="4198341"/>
                  <a:ext cx="1782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917BE84-160A-531C-4205-A604A34AEA16}"/>
                    </a:ext>
                  </a:extLst>
                </p14:cNvPr>
                <p14:cNvContentPartPr/>
                <p14:nvPr/>
              </p14:nvContentPartPr>
              <p14:xfrm>
                <a:off x="7166323" y="4305261"/>
                <a:ext cx="329400" cy="1411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917BE84-160A-531C-4205-A604A34AEA1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148683" y="4287621"/>
                  <a:ext cx="3650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BD2C786-2055-EDB9-5870-35A9FE097FCB}"/>
                    </a:ext>
                  </a:extLst>
                </p14:cNvPr>
                <p14:cNvContentPartPr/>
                <p14:nvPr/>
              </p14:nvContentPartPr>
              <p14:xfrm>
                <a:off x="7002883" y="4870461"/>
                <a:ext cx="158400" cy="2786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BD2C786-2055-EDB9-5870-35A9FE097FC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984883" y="4852461"/>
                  <a:ext cx="19404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8972B64-EFC8-9C6B-5040-08260AFFBCB8}"/>
                    </a:ext>
                  </a:extLst>
                </p14:cNvPr>
                <p14:cNvContentPartPr/>
                <p14:nvPr/>
              </p14:nvContentPartPr>
              <p14:xfrm>
                <a:off x="7163083" y="5006901"/>
                <a:ext cx="267840" cy="3067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8972B64-EFC8-9C6B-5040-08260AFFBCB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145443" y="4989261"/>
                  <a:ext cx="30348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0F62469-4D33-8184-09AB-5681A6814215}"/>
                    </a:ext>
                  </a:extLst>
                </p14:cNvPr>
                <p14:cNvContentPartPr/>
                <p14:nvPr/>
              </p14:nvContentPartPr>
              <p14:xfrm>
                <a:off x="7784443" y="3397341"/>
                <a:ext cx="318960" cy="5040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0F62469-4D33-8184-09AB-5681A681421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766443" y="3379701"/>
                  <a:ext cx="354600" cy="53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F5761E5-C3AE-43C4-8941-CD4FBF4D53C7}"/>
                    </a:ext>
                  </a:extLst>
                </p14:cNvPr>
                <p14:cNvContentPartPr/>
                <p14:nvPr/>
              </p14:nvContentPartPr>
              <p14:xfrm>
                <a:off x="8200963" y="3727101"/>
                <a:ext cx="9720" cy="1954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F5761E5-C3AE-43C4-8941-CD4FBF4D53C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183323" y="3709101"/>
                  <a:ext cx="453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39C97CA-04A7-E26B-6AC4-9816FBCEABC2}"/>
                    </a:ext>
                  </a:extLst>
                </p14:cNvPr>
                <p14:cNvContentPartPr/>
                <p14:nvPr/>
              </p14:nvContentPartPr>
              <p14:xfrm>
                <a:off x="7920163" y="4172061"/>
                <a:ext cx="264960" cy="3682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39C97CA-04A7-E26B-6AC4-9816FBCEABC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902523" y="4154421"/>
                  <a:ext cx="30060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F689ACD-9890-359C-8683-A92CD8D159F1}"/>
                    </a:ext>
                  </a:extLst>
                </p14:cNvPr>
                <p14:cNvContentPartPr/>
                <p14:nvPr/>
              </p14:nvContentPartPr>
              <p14:xfrm>
                <a:off x="8240203" y="4460061"/>
                <a:ext cx="350640" cy="2023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F689ACD-9890-359C-8683-A92CD8D159F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222563" y="4442421"/>
                  <a:ext cx="3862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2FBDE96-659B-44DF-BCF9-37C85404F4ED}"/>
                    </a:ext>
                  </a:extLst>
                </p14:cNvPr>
                <p14:cNvContentPartPr/>
                <p14:nvPr/>
              </p14:nvContentPartPr>
              <p14:xfrm>
                <a:off x="7964443" y="4817181"/>
                <a:ext cx="216720" cy="5061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2FBDE96-659B-44DF-BCF9-37C85404F4E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946803" y="4799541"/>
                  <a:ext cx="25236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F9DEBE7-F5BE-E156-B8D2-8B457F7BC538}"/>
                    </a:ext>
                  </a:extLst>
                </p14:cNvPr>
                <p14:cNvContentPartPr/>
                <p14:nvPr/>
              </p14:nvContentPartPr>
              <p14:xfrm>
                <a:off x="8252083" y="5108061"/>
                <a:ext cx="142560" cy="2599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F9DEBE7-F5BE-E156-B8D2-8B457F7BC53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234443" y="5090421"/>
                  <a:ext cx="17820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697496D-8F83-6B94-3960-41A8445568ED}"/>
                    </a:ext>
                  </a:extLst>
                </p14:cNvPr>
                <p14:cNvContentPartPr/>
                <p14:nvPr/>
              </p14:nvContentPartPr>
              <p14:xfrm>
                <a:off x="8890723" y="3580221"/>
                <a:ext cx="175320" cy="2210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697496D-8F83-6B94-3960-41A8445568E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873083" y="3562221"/>
                  <a:ext cx="21096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6530624-0A89-812C-2329-EA1F44AD8E64}"/>
                    </a:ext>
                  </a:extLst>
                </p14:cNvPr>
                <p14:cNvContentPartPr/>
                <p14:nvPr/>
              </p14:nvContentPartPr>
              <p14:xfrm>
                <a:off x="9142723" y="3710181"/>
                <a:ext cx="9000" cy="1666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6530624-0A89-812C-2329-EA1F44AD8E6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124723" y="3692181"/>
                  <a:ext cx="446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FAE096C-57F2-A4A6-DA77-F1820049A0DE}"/>
                    </a:ext>
                  </a:extLst>
                </p14:cNvPr>
                <p14:cNvContentPartPr/>
                <p14:nvPr/>
              </p14:nvContentPartPr>
              <p14:xfrm>
                <a:off x="8896483" y="4309221"/>
                <a:ext cx="123480" cy="2372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FAE096C-57F2-A4A6-DA77-F1820049A0D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878483" y="4291581"/>
                  <a:ext cx="15912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D1FF8E4-1222-56C2-2084-E8E1CD15A70E}"/>
                    </a:ext>
                  </a:extLst>
                </p14:cNvPr>
                <p14:cNvContentPartPr/>
                <p14:nvPr/>
              </p14:nvContentPartPr>
              <p14:xfrm>
                <a:off x="9086203" y="4412541"/>
                <a:ext cx="248760" cy="1404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D1FF8E4-1222-56C2-2084-E8E1CD15A70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068563" y="4394901"/>
                  <a:ext cx="2844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33E0CB9-CEF0-DB10-0CE6-3F8E41ACDB8A}"/>
                    </a:ext>
                  </a:extLst>
                </p14:cNvPr>
                <p14:cNvContentPartPr/>
                <p14:nvPr/>
              </p14:nvContentPartPr>
              <p14:xfrm>
                <a:off x="8948323" y="5018061"/>
                <a:ext cx="126000" cy="2077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33E0CB9-CEF0-DB10-0CE6-3F8E41ACDB8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930323" y="5000421"/>
                  <a:ext cx="1616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1AC1AC5-5714-B011-AFF7-CA4F3E7C3BF7}"/>
                    </a:ext>
                  </a:extLst>
                </p14:cNvPr>
                <p14:cNvContentPartPr/>
                <p14:nvPr/>
              </p14:nvContentPartPr>
              <p14:xfrm>
                <a:off x="9130123" y="5075661"/>
                <a:ext cx="151560" cy="2840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1AC1AC5-5714-B011-AFF7-CA4F3E7C3BF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112483" y="5057661"/>
                  <a:ext cx="18720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67E4D4E-2486-83D5-AFBA-0F8F162942AF}"/>
                    </a:ext>
                  </a:extLst>
                </p14:cNvPr>
                <p14:cNvContentPartPr/>
                <p14:nvPr/>
              </p14:nvContentPartPr>
              <p14:xfrm>
                <a:off x="9408403" y="3442701"/>
                <a:ext cx="196920" cy="19432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67E4D4E-2486-83D5-AFBA-0F8F162942A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390763" y="3424701"/>
                  <a:ext cx="232560" cy="19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68985D5-E7B8-A42C-F319-71D97BD91872}"/>
                    </a:ext>
                  </a:extLst>
                </p14:cNvPr>
                <p14:cNvContentPartPr/>
                <p14:nvPr/>
              </p14:nvContentPartPr>
              <p14:xfrm>
                <a:off x="6573043" y="5482101"/>
                <a:ext cx="3340800" cy="3175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68985D5-E7B8-A42C-F319-71D97BD9187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555403" y="5464101"/>
                  <a:ext cx="337644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6EBBC0F-84EE-115F-093B-ECDEF3150E4D}"/>
                    </a:ext>
                  </a:extLst>
                </p14:cNvPr>
                <p14:cNvContentPartPr/>
                <p14:nvPr/>
              </p14:nvContentPartPr>
              <p14:xfrm>
                <a:off x="7918723" y="5952621"/>
                <a:ext cx="144720" cy="3301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6EBBC0F-84EE-115F-093B-ECDEF3150E4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900723" y="5934621"/>
                  <a:ext cx="18036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A7FDFD0-3F31-2E3E-B5F8-69E63BA66BCA}"/>
                    </a:ext>
                  </a:extLst>
                </p14:cNvPr>
                <p14:cNvContentPartPr/>
                <p14:nvPr/>
              </p14:nvContentPartPr>
              <p14:xfrm>
                <a:off x="7696963" y="5945061"/>
                <a:ext cx="509760" cy="4118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A7FDFD0-3F31-2E3E-B5F8-69E63BA66BC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678963" y="5927421"/>
                  <a:ext cx="54540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5870B6E-D94C-D75F-0A66-BBC058950264}"/>
                    </a:ext>
                  </a:extLst>
                </p14:cNvPr>
                <p14:cNvContentPartPr/>
                <p14:nvPr/>
              </p14:nvContentPartPr>
              <p14:xfrm>
                <a:off x="9823483" y="4610181"/>
                <a:ext cx="68760" cy="1414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5870B6E-D94C-D75F-0A66-BBC05895026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805483" y="4592541"/>
                  <a:ext cx="1044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C0A656B-9667-6FF7-18A3-2C0A944D1AC8}"/>
                    </a:ext>
                  </a:extLst>
                </p14:cNvPr>
                <p14:cNvContentPartPr/>
                <p14:nvPr/>
              </p14:nvContentPartPr>
              <p14:xfrm>
                <a:off x="10044883" y="4217061"/>
                <a:ext cx="161280" cy="2426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C0A656B-9667-6FF7-18A3-2C0A944D1AC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027243" y="4199421"/>
                  <a:ext cx="1969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BC94017-0534-F79D-BBCF-5F22ACAE6F22}"/>
                    </a:ext>
                  </a:extLst>
                </p14:cNvPr>
                <p14:cNvContentPartPr/>
                <p14:nvPr/>
              </p14:nvContentPartPr>
              <p14:xfrm>
                <a:off x="10354843" y="4221021"/>
                <a:ext cx="86760" cy="604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BC94017-0534-F79D-BBCF-5F22ACAE6F2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336843" y="4203381"/>
                  <a:ext cx="1224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03C9D8F-D39B-41EB-5F46-C20A117691C8}"/>
                    </a:ext>
                  </a:extLst>
                </p14:cNvPr>
                <p14:cNvContentPartPr/>
                <p14:nvPr/>
              </p14:nvContentPartPr>
              <p14:xfrm>
                <a:off x="10303363" y="4319301"/>
                <a:ext cx="123480" cy="349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03C9D8F-D39B-41EB-5F46-C20A117691C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285723" y="4301301"/>
                  <a:ext cx="1591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1467988-A743-EB57-64D9-D6235949D2FF}"/>
                    </a:ext>
                  </a:extLst>
                </p14:cNvPr>
                <p14:cNvContentPartPr/>
                <p14:nvPr/>
              </p14:nvContentPartPr>
              <p14:xfrm>
                <a:off x="10683163" y="3471501"/>
                <a:ext cx="61560" cy="13496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1467988-A743-EB57-64D9-D6235949D2F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665163" y="3453501"/>
                  <a:ext cx="97200" cy="13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7ADCDA6-D971-0B45-AA87-6C58412331D1}"/>
                    </a:ext>
                  </a:extLst>
                </p14:cNvPr>
                <p14:cNvContentPartPr/>
                <p14:nvPr/>
              </p14:nvContentPartPr>
              <p14:xfrm>
                <a:off x="10861723" y="4607661"/>
                <a:ext cx="109800" cy="1785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7ADCDA6-D971-0B45-AA87-6C58412331D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844083" y="4590021"/>
                  <a:ext cx="1454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21184C07-F154-025E-8091-6DDE33CF9BA6}"/>
                    </a:ext>
                  </a:extLst>
                </p14:cNvPr>
                <p14:cNvContentPartPr/>
                <p14:nvPr/>
              </p14:nvContentPartPr>
              <p14:xfrm>
                <a:off x="11024443" y="4698741"/>
                <a:ext cx="133560" cy="1839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21184C07-F154-025E-8091-6DDE33CF9BA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1006803" y="4681101"/>
                  <a:ext cx="1692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D9CEE6A-F674-E834-5AAE-F0081A68FEFF}"/>
                    </a:ext>
                  </a:extLst>
                </p14:cNvPr>
                <p14:cNvContentPartPr/>
                <p14:nvPr/>
              </p14:nvContentPartPr>
              <p14:xfrm>
                <a:off x="10868923" y="3665901"/>
                <a:ext cx="112320" cy="1638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D9CEE6A-F674-E834-5AAE-F0081A68FEF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851283" y="3648261"/>
                  <a:ext cx="1479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66EDE30-1525-374E-A756-EDD20A4C36E4}"/>
                    </a:ext>
                  </a:extLst>
                </p14:cNvPr>
                <p14:cNvContentPartPr/>
                <p14:nvPr/>
              </p14:nvContentPartPr>
              <p14:xfrm>
                <a:off x="11047123" y="3811341"/>
                <a:ext cx="18000" cy="1274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66EDE30-1525-374E-A756-EDD20A4C36E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1029123" y="3793341"/>
                  <a:ext cx="536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CFC3E42-12A3-105A-4948-1D8B8D532277}"/>
                    </a:ext>
                  </a:extLst>
                </p14:cNvPr>
                <p14:cNvContentPartPr/>
                <p14:nvPr/>
              </p14:nvContentPartPr>
              <p14:xfrm>
                <a:off x="10834363" y="4158741"/>
                <a:ext cx="121320" cy="1785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CFC3E42-12A3-105A-4948-1D8B8D53227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816723" y="4141101"/>
                  <a:ext cx="1569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5494E6D-C0AC-1B66-33FB-BB6F9815EA2D}"/>
                    </a:ext>
                  </a:extLst>
                </p14:cNvPr>
                <p14:cNvContentPartPr/>
                <p14:nvPr/>
              </p14:nvContentPartPr>
              <p14:xfrm>
                <a:off x="11007523" y="4269621"/>
                <a:ext cx="199440" cy="766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5494E6D-C0AC-1B66-33FB-BB6F9815EA2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989523" y="4251981"/>
                  <a:ext cx="2350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65568F6-0513-76A4-82F2-B752B77E7BA9}"/>
                    </a:ext>
                  </a:extLst>
                </p14:cNvPr>
                <p14:cNvContentPartPr/>
                <p14:nvPr/>
              </p14:nvContentPartPr>
              <p14:xfrm>
                <a:off x="11318203" y="3546381"/>
                <a:ext cx="160560" cy="2955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65568F6-0513-76A4-82F2-B752B77E7BA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300203" y="3528741"/>
                  <a:ext cx="19620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6431155-BDC4-6FCA-E308-666D319016CB}"/>
                    </a:ext>
                  </a:extLst>
                </p14:cNvPr>
                <p14:cNvContentPartPr/>
                <p14:nvPr/>
              </p14:nvContentPartPr>
              <p14:xfrm>
                <a:off x="11596843" y="3791181"/>
                <a:ext cx="21960" cy="1994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6431155-BDC4-6FCA-E308-666D319016C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578843" y="3773181"/>
                  <a:ext cx="576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A23E840-8EAD-BA29-7223-D200E50D36C7}"/>
                    </a:ext>
                  </a:extLst>
                </p14:cNvPr>
                <p14:cNvContentPartPr/>
                <p14:nvPr/>
              </p14:nvContentPartPr>
              <p14:xfrm>
                <a:off x="11419003" y="4118421"/>
                <a:ext cx="83880" cy="2530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A23E840-8EAD-BA29-7223-D200E50D36C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401003" y="4100421"/>
                  <a:ext cx="11952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9595D09-E380-E5FD-5146-833A4BBB3631}"/>
                    </a:ext>
                  </a:extLst>
                </p14:cNvPr>
                <p14:cNvContentPartPr/>
                <p14:nvPr/>
              </p14:nvContentPartPr>
              <p14:xfrm>
                <a:off x="11534203" y="4313901"/>
                <a:ext cx="157680" cy="1188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9595D09-E380-E5FD-5146-833A4BBB363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1516203" y="4296261"/>
                  <a:ext cx="1933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AE561C0-9B5D-6984-BAC7-9C27AAC07CE4}"/>
                    </a:ext>
                  </a:extLst>
                </p14:cNvPr>
                <p14:cNvContentPartPr/>
                <p14:nvPr/>
              </p14:nvContentPartPr>
              <p14:xfrm>
                <a:off x="11377603" y="4698021"/>
                <a:ext cx="121320" cy="2649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AE561C0-9B5D-6984-BAC7-9C27AAC07CE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359963" y="4680021"/>
                  <a:ext cx="15696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6600DE5-EC7E-18F8-FC36-E16055717971}"/>
                    </a:ext>
                  </a:extLst>
                </p14:cNvPr>
                <p14:cNvContentPartPr/>
                <p14:nvPr/>
              </p14:nvContentPartPr>
              <p14:xfrm>
                <a:off x="11489203" y="4912941"/>
                <a:ext cx="117360" cy="1904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6600DE5-EC7E-18F8-FC36-E1605571797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471203" y="4894941"/>
                  <a:ext cx="1530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B9D85DC-DDE3-9EBD-50D3-7BF1CAE395E9}"/>
                    </a:ext>
                  </a:extLst>
                </p14:cNvPr>
                <p14:cNvContentPartPr/>
                <p14:nvPr/>
              </p14:nvContentPartPr>
              <p14:xfrm>
                <a:off x="11820763" y="3462141"/>
                <a:ext cx="151920" cy="3312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B9D85DC-DDE3-9EBD-50D3-7BF1CAE395E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803123" y="3444141"/>
                  <a:ext cx="18756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ECAE10C-C9BA-D269-BF18-DB7A1A977248}"/>
                    </a:ext>
                  </a:extLst>
                </p14:cNvPr>
                <p14:cNvContentPartPr/>
                <p14:nvPr/>
              </p14:nvContentPartPr>
              <p14:xfrm>
                <a:off x="12059083" y="3746181"/>
                <a:ext cx="25560" cy="2055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ECAE10C-C9BA-D269-BF18-DB7A1A97724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2041443" y="3728541"/>
                  <a:ext cx="612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ABC54A1F-FD95-DA66-9A46-F5E32EA4B948}"/>
                    </a:ext>
                  </a:extLst>
                </p14:cNvPr>
                <p14:cNvContentPartPr/>
                <p14:nvPr/>
              </p14:nvContentPartPr>
              <p14:xfrm>
                <a:off x="11762083" y="4189341"/>
                <a:ext cx="201600" cy="2008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ABC54A1F-FD95-DA66-9A46-F5E32EA4B94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744083" y="4171341"/>
                  <a:ext cx="2372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A087376-6088-DA25-CFBD-9A3503524C5F}"/>
                    </a:ext>
                  </a:extLst>
                </p14:cNvPr>
                <p14:cNvContentPartPr/>
                <p14:nvPr/>
              </p14:nvContentPartPr>
              <p14:xfrm>
                <a:off x="12028843" y="4347021"/>
                <a:ext cx="192600" cy="1087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A087376-6088-DA25-CFBD-9A3503524C5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2011203" y="4329381"/>
                  <a:ext cx="2282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ECEC4F6-3088-B88E-9EC8-A2A262056ADC}"/>
                    </a:ext>
                  </a:extLst>
                </p14:cNvPr>
                <p14:cNvContentPartPr/>
                <p14:nvPr/>
              </p14:nvContentPartPr>
              <p14:xfrm>
                <a:off x="11808175" y="4713501"/>
                <a:ext cx="119160" cy="3193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ECEC4F6-3088-B88E-9EC8-A2A262056AD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1790535" y="4695501"/>
                  <a:ext cx="15480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502EFB4-43E4-AA22-E9ED-B24CFFA57B9D}"/>
                    </a:ext>
                  </a:extLst>
                </p14:cNvPr>
                <p14:cNvContentPartPr/>
                <p14:nvPr/>
              </p14:nvContentPartPr>
              <p14:xfrm>
                <a:off x="11944975" y="4936341"/>
                <a:ext cx="84240" cy="2199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502EFB4-43E4-AA22-E9ED-B24CFFA57B9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1927335" y="4918341"/>
                  <a:ext cx="1198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FD4D57DC-D175-B1E7-847E-06AD6B0A860F}"/>
                    </a:ext>
                  </a:extLst>
                </p14:cNvPr>
                <p14:cNvContentPartPr/>
                <p14:nvPr/>
              </p14:nvContentPartPr>
              <p14:xfrm>
                <a:off x="12117775" y="3473301"/>
                <a:ext cx="91800" cy="21171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FD4D57DC-D175-B1E7-847E-06AD6B0A860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2099775" y="3455301"/>
                  <a:ext cx="127440" cy="21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6577793-F245-5FCD-FD8A-FBD6B93074BB}"/>
                    </a:ext>
                  </a:extLst>
                </p14:cNvPr>
                <p14:cNvContentPartPr/>
                <p14:nvPr/>
              </p14:nvContentPartPr>
              <p14:xfrm>
                <a:off x="10635655" y="5333781"/>
                <a:ext cx="1530360" cy="1080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6577793-F245-5FCD-FD8A-FBD6B93074B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617655" y="5316141"/>
                  <a:ext cx="15660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42BCE84-FE40-CED3-4AD5-C6BC44CAE9F4}"/>
                    </a:ext>
                  </a:extLst>
                </p14:cNvPr>
                <p14:cNvContentPartPr/>
                <p14:nvPr/>
              </p14:nvContentPartPr>
              <p14:xfrm>
                <a:off x="11137495" y="5711421"/>
                <a:ext cx="114120" cy="2840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42BCE84-FE40-CED3-4AD5-C6BC44CAE9F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119495" y="5693421"/>
                  <a:ext cx="14976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E427425-D2A0-9399-4F4A-B5DF766F0DB5}"/>
                    </a:ext>
                  </a:extLst>
                </p14:cNvPr>
                <p14:cNvContentPartPr/>
                <p14:nvPr/>
              </p14:nvContentPartPr>
              <p14:xfrm>
                <a:off x="10836175" y="5724741"/>
                <a:ext cx="575640" cy="4068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E427425-D2A0-9399-4F4A-B5DF766F0DB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818175" y="5707101"/>
                  <a:ext cx="611280" cy="44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14BBBE8-02F9-AB29-CB50-BD89CD366A7A}"/>
              </a:ext>
            </a:extLst>
          </p:cNvPr>
          <p:cNvGrpSpPr/>
          <p:nvPr/>
        </p:nvGrpSpPr>
        <p:grpSpPr>
          <a:xfrm>
            <a:off x="9814077" y="269943"/>
            <a:ext cx="1497240" cy="668160"/>
            <a:chOff x="9814077" y="269943"/>
            <a:chExt cx="1497240" cy="66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10988F8-6734-1351-F8B6-493EF71D3035}"/>
                    </a:ext>
                  </a:extLst>
                </p14:cNvPr>
                <p14:cNvContentPartPr/>
                <p14:nvPr/>
              </p14:nvContentPartPr>
              <p14:xfrm>
                <a:off x="9844317" y="356703"/>
                <a:ext cx="179280" cy="2930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10988F8-6734-1351-F8B6-493EF71D303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839997" y="352383"/>
                  <a:ext cx="18792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AB12849-F9EF-1C1A-0A85-DCEB8C5C294E}"/>
                    </a:ext>
                  </a:extLst>
                </p14:cNvPr>
                <p14:cNvContentPartPr/>
                <p14:nvPr/>
              </p14:nvContentPartPr>
              <p14:xfrm>
                <a:off x="9814077" y="353823"/>
                <a:ext cx="330120" cy="3232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AB12849-F9EF-1C1A-0A85-DCEB8C5C294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809757" y="349503"/>
                  <a:ext cx="33876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FDA0DA2-F79F-BF2A-2EB6-2D3B548BFBF8}"/>
                    </a:ext>
                  </a:extLst>
                </p14:cNvPr>
                <p14:cNvContentPartPr/>
                <p14:nvPr/>
              </p14:nvContentPartPr>
              <p14:xfrm>
                <a:off x="10428237" y="480903"/>
                <a:ext cx="327960" cy="338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FDA0DA2-F79F-BF2A-2EB6-2D3B548BFBF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423917" y="476583"/>
                  <a:ext cx="3366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1719760-521D-1228-26CA-2FC8E9D443DD}"/>
                    </a:ext>
                  </a:extLst>
                </p14:cNvPr>
                <p14:cNvContentPartPr/>
                <p14:nvPr/>
              </p14:nvContentPartPr>
              <p14:xfrm>
                <a:off x="10500957" y="605103"/>
                <a:ext cx="303120" cy="367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1719760-521D-1228-26CA-2FC8E9D443D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496637" y="600783"/>
                  <a:ext cx="3117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8C09E86-F014-147A-8FCB-16F9F9DDE4B7}"/>
                    </a:ext>
                  </a:extLst>
                </p14:cNvPr>
                <p14:cNvContentPartPr/>
                <p14:nvPr/>
              </p14:nvContentPartPr>
              <p14:xfrm>
                <a:off x="11065437" y="389463"/>
                <a:ext cx="245880" cy="2808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8C09E86-F014-147A-8FCB-16F9F9DDE4B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061117" y="385143"/>
                  <a:ext cx="25452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693EAF0-833B-76E6-AF26-E921A45AC247}"/>
                    </a:ext>
                  </a:extLst>
                </p14:cNvPr>
                <p14:cNvContentPartPr/>
                <p14:nvPr/>
              </p14:nvContentPartPr>
              <p14:xfrm>
                <a:off x="10569717" y="269943"/>
                <a:ext cx="66240" cy="6681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693EAF0-833B-76E6-AF26-E921A45AC24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565397" y="265623"/>
                  <a:ext cx="74880" cy="67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58BC9D9A-226F-3691-9339-01B1CC344049}"/>
                  </a:ext>
                </a:extLst>
              </p14:cNvPr>
              <p14:cNvContentPartPr/>
              <p14:nvPr/>
            </p14:nvContentPartPr>
            <p14:xfrm>
              <a:off x="828837" y="4341183"/>
              <a:ext cx="360" cy="36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58BC9D9A-226F-3691-9339-01B1CC344049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824517" y="4336863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9B39F54F-6A1F-075F-F0E3-DF9AADE9FDF6}"/>
                  </a:ext>
                </a:extLst>
              </p14:cNvPr>
              <p14:cNvContentPartPr/>
              <p14:nvPr/>
            </p14:nvContentPartPr>
            <p14:xfrm>
              <a:off x="5156397" y="4156143"/>
              <a:ext cx="3240" cy="216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9B39F54F-6A1F-075F-F0E3-DF9AADE9FDF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52077" y="4151823"/>
                <a:ext cx="11880" cy="1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9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FE1D5268-DDCA-8D51-9B9B-98DFB0ED347D}"/>
                  </a:ext>
                </a:extLst>
              </p14:cNvPr>
              <p14:cNvContentPartPr/>
              <p14:nvPr/>
            </p14:nvContentPartPr>
            <p14:xfrm>
              <a:off x="3255237" y="5971263"/>
              <a:ext cx="2160" cy="324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FE1D5268-DDCA-8D51-9B9B-98DFB0ED347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50917" y="5966943"/>
                <a:ext cx="10800" cy="1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0D0BF7CD-3E49-4958-247F-FB39887C767A}"/>
                  </a:ext>
                </a:extLst>
              </p14:cNvPr>
              <p14:cNvContentPartPr/>
              <p14:nvPr/>
            </p14:nvContentPartPr>
            <p14:xfrm>
              <a:off x="2422197" y="586383"/>
              <a:ext cx="507960" cy="49824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0D0BF7CD-3E49-4958-247F-FB39887C767A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2417877" y="582063"/>
                <a:ext cx="516600" cy="50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D1AE9E02-F754-8B93-CD8D-65FC1BEB5247}"/>
                  </a:ext>
                </a:extLst>
              </p14:cNvPr>
              <p14:cNvContentPartPr/>
              <p14:nvPr/>
            </p14:nvContentPartPr>
            <p14:xfrm>
              <a:off x="9992637" y="869343"/>
              <a:ext cx="13320" cy="288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D1AE9E02-F754-8B93-CD8D-65FC1BEB524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988317" y="865023"/>
                <a:ext cx="21960" cy="1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3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1A47DE8E-F205-75A3-C04F-811A32FE413B}"/>
                  </a:ext>
                </a:extLst>
              </p14:cNvPr>
              <p14:cNvContentPartPr/>
              <p14:nvPr/>
            </p14:nvContentPartPr>
            <p14:xfrm>
              <a:off x="2740797" y="5135703"/>
              <a:ext cx="360" cy="720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1A47DE8E-F205-75A3-C04F-811A32FE413B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2736477" y="5131383"/>
                <a:ext cx="9000" cy="1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5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083C8D63-8897-78BC-1E7F-4B57BDAC627F}"/>
                  </a:ext>
                </a:extLst>
              </p14:cNvPr>
              <p14:cNvContentPartPr/>
              <p14:nvPr/>
            </p14:nvContentPartPr>
            <p14:xfrm>
              <a:off x="3734037" y="3680223"/>
              <a:ext cx="5400" cy="2736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083C8D63-8897-78BC-1E7F-4B57BDAC627F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3729717" y="3675903"/>
                <a:ext cx="140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7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AD04C39A-F13B-7BF0-72C7-5774C4A219D1}"/>
                  </a:ext>
                </a:extLst>
              </p14:cNvPr>
              <p14:cNvContentPartPr/>
              <p14:nvPr/>
            </p14:nvContentPartPr>
            <p14:xfrm>
              <a:off x="3733677" y="4354503"/>
              <a:ext cx="4320" cy="1332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AD04C39A-F13B-7BF0-72C7-5774C4A219D1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3729357" y="4350183"/>
                <a:ext cx="1296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9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56FDD94C-45F3-DCCE-61D8-64926277C62D}"/>
                  </a:ext>
                </a:extLst>
              </p14:cNvPr>
              <p14:cNvContentPartPr/>
              <p14:nvPr/>
            </p14:nvContentPartPr>
            <p14:xfrm>
              <a:off x="3830877" y="4921503"/>
              <a:ext cx="2880" cy="2232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56FDD94C-45F3-DCCE-61D8-64926277C62D}"/>
                  </a:ext>
                </a:extLst>
              </p:cNvPr>
              <p:cNvPicPr/>
              <p:nvPr/>
            </p:nvPicPr>
            <p:blipFill>
              <a:blip r:embed="rId240"/>
              <a:stretch>
                <a:fillRect/>
              </a:stretch>
            </p:blipFill>
            <p:spPr>
              <a:xfrm>
                <a:off x="3826557" y="4917183"/>
                <a:ext cx="1152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1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22E72F89-03F8-FE86-A634-7AFE16E1312A}"/>
                  </a:ext>
                </a:extLst>
              </p14:cNvPr>
              <p14:cNvContentPartPr/>
              <p14:nvPr/>
            </p14:nvContentPartPr>
            <p14:xfrm>
              <a:off x="4350357" y="3730983"/>
              <a:ext cx="12960" cy="1080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22E72F89-03F8-FE86-A634-7AFE16E1312A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4346037" y="3726663"/>
                <a:ext cx="2160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3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FBA488AD-3DEA-7444-B420-30E730F406EE}"/>
                  </a:ext>
                </a:extLst>
              </p14:cNvPr>
              <p14:cNvContentPartPr/>
              <p14:nvPr/>
            </p14:nvContentPartPr>
            <p14:xfrm>
              <a:off x="4394637" y="4407063"/>
              <a:ext cx="3240" cy="1368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FBA488AD-3DEA-7444-B420-30E730F406EE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4390317" y="4402743"/>
                <a:ext cx="1188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5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FC8B3DBC-94CC-3128-988A-05203A2DEAC3}"/>
                  </a:ext>
                </a:extLst>
              </p14:cNvPr>
              <p14:cNvContentPartPr/>
              <p14:nvPr/>
            </p14:nvContentPartPr>
            <p14:xfrm>
              <a:off x="4603437" y="5124903"/>
              <a:ext cx="7200" cy="1800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FC8B3DBC-94CC-3128-988A-05203A2DEAC3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4599117" y="5120583"/>
                <a:ext cx="1584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7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E8A1DE2C-89E9-986D-3D35-B09DB37CBB24}"/>
                  </a:ext>
                </a:extLst>
              </p14:cNvPr>
              <p14:cNvContentPartPr/>
              <p14:nvPr/>
            </p14:nvContentPartPr>
            <p14:xfrm>
              <a:off x="5959557" y="4372863"/>
              <a:ext cx="5760" cy="828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E8A1DE2C-89E9-986D-3D35-B09DB37CBB24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5955237" y="4368543"/>
                <a:ext cx="14400" cy="1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9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6DB5231F-D55A-9AC2-F2C3-F5E2F01090DF}"/>
                  </a:ext>
                </a:extLst>
              </p14:cNvPr>
              <p14:cNvContentPartPr/>
              <p14:nvPr/>
            </p14:nvContentPartPr>
            <p14:xfrm>
              <a:off x="8046837" y="3990903"/>
              <a:ext cx="23400" cy="396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6DB5231F-D55A-9AC2-F2C3-F5E2F01090DF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8042517" y="3986583"/>
                <a:ext cx="3204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1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86E0DF12-20DD-667B-8B35-764BDF7AA2EE}"/>
                  </a:ext>
                </a:extLst>
              </p14:cNvPr>
              <p14:cNvContentPartPr/>
              <p14:nvPr/>
            </p14:nvContentPartPr>
            <p14:xfrm>
              <a:off x="7965477" y="4718823"/>
              <a:ext cx="7200" cy="1512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86E0DF12-20DD-667B-8B35-764BDF7AA2EE}"/>
                  </a:ext>
                </a:extLst>
              </p:cNvPr>
              <p:cNvPicPr/>
              <p:nvPr/>
            </p:nvPicPr>
            <p:blipFill>
              <a:blip r:embed="rId252"/>
              <a:stretch>
                <a:fillRect/>
              </a:stretch>
            </p:blipFill>
            <p:spPr>
              <a:xfrm>
                <a:off x="7961157" y="4714503"/>
                <a:ext cx="1584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3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977B414D-9D14-7229-EB85-4B8DC4F29043}"/>
                  </a:ext>
                </a:extLst>
              </p14:cNvPr>
              <p14:cNvContentPartPr/>
              <p14:nvPr/>
            </p14:nvContentPartPr>
            <p14:xfrm>
              <a:off x="8153757" y="5338383"/>
              <a:ext cx="4320" cy="2916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977B414D-9D14-7229-EB85-4B8DC4F29043}"/>
                  </a:ext>
                </a:extLst>
              </p:cNvPr>
              <p:cNvPicPr/>
              <p:nvPr/>
            </p:nvPicPr>
            <p:blipFill>
              <a:blip r:embed="rId254"/>
              <a:stretch>
                <a:fillRect/>
              </a:stretch>
            </p:blipFill>
            <p:spPr>
              <a:xfrm>
                <a:off x="8149437" y="5334063"/>
                <a:ext cx="1296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5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B9095A0E-40C4-24C0-321C-33AA1BD6ED94}"/>
                  </a:ext>
                </a:extLst>
              </p14:cNvPr>
              <p14:cNvContentPartPr/>
              <p14:nvPr/>
            </p14:nvContentPartPr>
            <p14:xfrm>
              <a:off x="10275597" y="4612623"/>
              <a:ext cx="12600" cy="1332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B9095A0E-40C4-24C0-321C-33AA1BD6ED94}"/>
                  </a:ext>
                </a:extLst>
              </p:cNvPr>
              <p:cNvPicPr/>
              <p:nvPr/>
            </p:nvPicPr>
            <p:blipFill>
              <a:blip r:embed="rId256"/>
              <a:stretch>
                <a:fillRect/>
              </a:stretch>
            </p:blipFill>
            <p:spPr>
              <a:xfrm>
                <a:off x="10271277" y="4608303"/>
                <a:ext cx="2124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7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5A2CAD4C-5268-BCD4-F9D1-8E2B5ED775E5}"/>
                  </a:ext>
                </a:extLst>
              </p14:cNvPr>
              <p14:cNvContentPartPr/>
              <p14:nvPr/>
            </p14:nvContentPartPr>
            <p14:xfrm>
              <a:off x="11944197" y="3900183"/>
              <a:ext cx="10800" cy="792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5A2CAD4C-5268-BCD4-F9D1-8E2B5ED775E5}"/>
                  </a:ext>
                </a:extLst>
              </p:cNvPr>
              <p:cNvPicPr/>
              <p:nvPr/>
            </p:nvPicPr>
            <p:blipFill>
              <a:blip r:embed="rId258"/>
              <a:stretch>
                <a:fillRect/>
              </a:stretch>
            </p:blipFill>
            <p:spPr>
              <a:xfrm>
                <a:off x="11939877" y="3895863"/>
                <a:ext cx="19440" cy="1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9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0821791C-B961-3735-AC11-866CF5E62956}"/>
                  </a:ext>
                </a:extLst>
              </p14:cNvPr>
              <p14:cNvContentPartPr/>
              <p14:nvPr/>
            </p14:nvContentPartPr>
            <p14:xfrm>
              <a:off x="11973717" y="4478343"/>
              <a:ext cx="27720" cy="324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0821791C-B961-3735-AC11-866CF5E62956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11969397" y="4474023"/>
                <a:ext cx="36360" cy="1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1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5CE2F1F8-24D0-F892-5C83-A06550ED6815}"/>
                  </a:ext>
                </a:extLst>
              </p14:cNvPr>
              <p14:cNvContentPartPr/>
              <p14:nvPr/>
            </p14:nvContentPartPr>
            <p14:xfrm>
              <a:off x="12053997" y="5128503"/>
              <a:ext cx="3600" cy="612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5CE2F1F8-24D0-F892-5C83-A06550ED6815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12049677" y="5124183"/>
                <a:ext cx="12240" cy="1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3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B9E49B9A-53E5-1687-A027-DC7B6FE70B02}"/>
                  </a:ext>
                </a:extLst>
              </p14:cNvPr>
              <p14:cNvContentPartPr/>
              <p14:nvPr/>
            </p14:nvContentPartPr>
            <p14:xfrm>
              <a:off x="4345317" y="5635023"/>
              <a:ext cx="360" cy="36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B9E49B9A-53E5-1687-A027-DC7B6FE70B02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4340997" y="5630703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AACD7A7B-F2A2-B347-4482-6FC66464C72D}"/>
                  </a:ext>
                </a:extLst>
              </p14:cNvPr>
              <p14:cNvContentPartPr/>
              <p14:nvPr/>
            </p14:nvContentPartPr>
            <p14:xfrm>
              <a:off x="842877" y="4309503"/>
              <a:ext cx="14400" cy="1188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AACD7A7B-F2A2-B347-4482-6FC66464C72D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838557" y="4305183"/>
                <a:ext cx="2304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CFF74A19-7A7D-2F66-E3CA-0053C594DB5C}"/>
                  </a:ext>
                </a:extLst>
              </p14:cNvPr>
              <p14:cNvContentPartPr/>
              <p14:nvPr/>
            </p14:nvContentPartPr>
            <p14:xfrm>
              <a:off x="5080797" y="4365663"/>
              <a:ext cx="12600" cy="396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CFF74A19-7A7D-2F66-E3CA-0053C594DB5C}"/>
                  </a:ext>
                </a:extLst>
              </p:cNvPr>
              <p:cNvPicPr/>
              <p:nvPr/>
            </p:nvPicPr>
            <p:blipFill>
              <a:blip r:embed="rId258"/>
              <a:stretch>
                <a:fillRect/>
              </a:stretch>
            </p:blipFill>
            <p:spPr>
              <a:xfrm>
                <a:off x="5076477" y="4361343"/>
                <a:ext cx="2124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0367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4239B892-4FB2-493A-9459-30EDF0A2E547}"/>
              </a:ext>
            </a:extLst>
          </p:cNvPr>
          <p:cNvGrpSpPr/>
          <p:nvPr/>
        </p:nvGrpSpPr>
        <p:grpSpPr>
          <a:xfrm>
            <a:off x="661483" y="376941"/>
            <a:ext cx="2483640" cy="504000"/>
            <a:chOff x="661483" y="376941"/>
            <a:chExt cx="2483640" cy="50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A3DDB3D-AB0A-3735-0D57-072D84881AD3}"/>
                    </a:ext>
                  </a:extLst>
                </p14:cNvPr>
                <p14:cNvContentPartPr/>
                <p14:nvPr/>
              </p14:nvContentPartPr>
              <p14:xfrm>
                <a:off x="661483" y="376941"/>
                <a:ext cx="318600" cy="5040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A3DDB3D-AB0A-3735-0D57-072D84881AD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43483" y="358941"/>
                  <a:ext cx="354240" cy="53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0736185-2A6A-ACDB-531D-E7DAB78B940B}"/>
                    </a:ext>
                  </a:extLst>
                </p14:cNvPr>
                <p14:cNvContentPartPr/>
                <p14:nvPr/>
              </p14:nvContentPartPr>
              <p14:xfrm>
                <a:off x="1002763" y="469821"/>
                <a:ext cx="753120" cy="3855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0736185-2A6A-ACDB-531D-E7DAB78B940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85123" y="451821"/>
                  <a:ext cx="78876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6AFC7C0-180A-6A1E-D782-7F9ADAF78E32}"/>
                    </a:ext>
                  </a:extLst>
                </p14:cNvPr>
                <p14:cNvContentPartPr/>
                <p14:nvPr/>
              </p14:nvContentPartPr>
              <p14:xfrm>
                <a:off x="2360323" y="452901"/>
                <a:ext cx="784800" cy="3603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6AFC7C0-180A-6A1E-D782-7F9ADAF78E3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42323" y="434901"/>
                  <a:ext cx="82044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913509D-A905-E60E-8CB3-43D0412668F1}"/>
                    </a:ext>
                  </a:extLst>
                </p14:cNvPr>
                <p14:cNvContentPartPr/>
                <p14:nvPr/>
              </p14:nvContentPartPr>
              <p14:xfrm>
                <a:off x="2316763" y="520221"/>
                <a:ext cx="219600" cy="25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913509D-A905-E60E-8CB3-43D0412668F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99123" y="502221"/>
                  <a:ext cx="255240" cy="6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496F754-1D5F-10F6-0C81-7999EE9A503E}"/>
              </a:ext>
            </a:extLst>
          </p:cNvPr>
          <p:cNvGrpSpPr/>
          <p:nvPr/>
        </p:nvGrpSpPr>
        <p:grpSpPr>
          <a:xfrm>
            <a:off x="3849643" y="315741"/>
            <a:ext cx="2154960" cy="1031400"/>
            <a:chOff x="3849643" y="315741"/>
            <a:chExt cx="2154960" cy="103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EBEB1CE-0F35-A1A8-6F6C-DE7C6B277701}"/>
                    </a:ext>
                  </a:extLst>
                </p14:cNvPr>
                <p14:cNvContentPartPr/>
                <p14:nvPr/>
              </p14:nvContentPartPr>
              <p14:xfrm>
                <a:off x="3849643" y="326541"/>
                <a:ext cx="925560" cy="1020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EBEB1CE-0F35-A1A8-6F6C-DE7C6B27770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832003" y="308901"/>
                  <a:ext cx="961200" cy="10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B401EE0-5D36-B56D-5898-64FFB428C611}"/>
                    </a:ext>
                  </a:extLst>
                </p14:cNvPr>
                <p14:cNvContentPartPr/>
                <p14:nvPr/>
              </p14:nvContentPartPr>
              <p14:xfrm>
                <a:off x="4869523" y="509061"/>
                <a:ext cx="908640" cy="221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B401EE0-5D36-B56D-5898-64FFB428C61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851883" y="491421"/>
                  <a:ext cx="94428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5FBF133-DA8B-3B23-390B-27C6173A67D1}"/>
                    </a:ext>
                  </a:extLst>
                </p14:cNvPr>
                <p14:cNvContentPartPr/>
                <p14:nvPr/>
              </p14:nvContentPartPr>
              <p14:xfrm>
                <a:off x="5761243" y="493941"/>
                <a:ext cx="243360" cy="7149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5FBF133-DA8B-3B23-390B-27C6173A67D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743603" y="476301"/>
                  <a:ext cx="279000" cy="75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CA3AD5E-AA93-2C1C-05DE-1B34DBE5AD63}"/>
                    </a:ext>
                  </a:extLst>
                </p14:cNvPr>
                <p14:cNvContentPartPr/>
                <p14:nvPr/>
              </p14:nvContentPartPr>
              <p14:xfrm>
                <a:off x="5315563" y="315741"/>
                <a:ext cx="118800" cy="44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CA3AD5E-AA93-2C1C-05DE-1B34DBE5AD6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297563" y="297741"/>
                  <a:ext cx="154440" cy="8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104E8D7-7DFC-45CD-B726-991442298DD7}"/>
              </a:ext>
            </a:extLst>
          </p:cNvPr>
          <p:cNvGrpSpPr/>
          <p:nvPr/>
        </p:nvGrpSpPr>
        <p:grpSpPr>
          <a:xfrm>
            <a:off x="6468283" y="277941"/>
            <a:ext cx="1998000" cy="816840"/>
            <a:chOff x="6468283" y="277941"/>
            <a:chExt cx="1998000" cy="81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AF6DD98-2758-9C2C-6E59-DE79BFEA7732}"/>
                    </a:ext>
                  </a:extLst>
                </p14:cNvPr>
                <p14:cNvContentPartPr/>
                <p14:nvPr/>
              </p14:nvContentPartPr>
              <p14:xfrm>
                <a:off x="6468283" y="473061"/>
                <a:ext cx="349920" cy="6217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AF6DD98-2758-9C2C-6E59-DE79BFEA773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450643" y="455421"/>
                  <a:ext cx="385560" cy="65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76C04C8-EEA4-A73D-CCF1-706A9954DE4D}"/>
                    </a:ext>
                  </a:extLst>
                </p14:cNvPr>
                <p14:cNvContentPartPr/>
                <p14:nvPr/>
              </p14:nvContentPartPr>
              <p14:xfrm>
                <a:off x="6991723" y="512301"/>
                <a:ext cx="237960" cy="198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76C04C8-EEA4-A73D-CCF1-706A9954DE4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973723" y="494661"/>
                  <a:ext cx="2736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87E31C8-B262-C90A-FF89-5603EF7FBC7E}"/>
                    </a:ext>
                  </a:extLst>
                </p14:cNvPr>
                <p14:cNvContentPartPr/>
                <p14:nvPr/>
              </p14:nvContentPartPr>
              <p14:xfrm>
                <a:off x="7302403" y="474861"/>
                <a:ext cx="220680" cy="205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87E31C8-B262-C90A-FF89-5603EF7FBC7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284403" y="457221"/>
                  <a:ext cx="2563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93FD07F-BF5A-4A88-09C1-5731375A7855}"/>
                    </a:ext>
                  </a:extLst>
                </p14:cNvPr>
                <p14:cNvContentPartPr/>
                <p14:nvPr/>
              </p14:nvContentPartPr>
              <p14:xfrm>
                <a:off x="7655203" y="277941"/>
                <a:ext cx="54000" cy="3949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93FD07F-BF5A-4A88-09C1-5731375A785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637203" y="260301"/>
                  <a:ext cx="8964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C8311AC-B64C-624F-D47B-415EEA259395}"/>
                    </a:ext>
                  </a:extLst>
                </p14:cNvPr>
                <p14:cNvContentPartPr/>
                <p14:nvPr/>
              </p14:nvContentPartPr>
              <p14:xfrm>
                <a:off x="7822963" y="475941"/>
                <a:ext cx="56160" cy="175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C8311AC-B64C-624F-D47B-415EEA25939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805323" y="457941"/>
                  <a:ext cx="918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ED72616-F037-B139-23C9-4CC6CF66F23A}"/>
                    </a:ext>
                  </a:extLst>
                </p14:cNvPr>
                <p14:cNvContentPartPr/>
                <p14:nvPr/>
              </p14:nvContentPartPr>
              <p14:xfrm>
                <a:off x="7981003" y="447501"/>
                <a:ext cx="309600" cy="206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ED72616-F037-B139-23C9-4CC6CF66F23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963363" y="429861"/>
                  <a:ext cx="3452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7B17501-6D7C-4EB9-5043-4F99B02FBE4B}"/>
                    </a:ext>
                  </a:extLst>
                </p14:cNvPr>
                <p14:cNvContentPartPr/>
                <p14:nvPr/>
              </p14:nvContentPartPr>
              <p14:xfrm>
                <a:off x="8248123" y="473061"/>
                <a:ext cx="218160" cy="192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7B17501-6D7C-4EB9-5043-4F99B02FBE4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230483" y="455421"/>
                  <a:ext cx="2538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3C89615-EB62-20D0-875B-59B5CF78BE7A}"/>
                    </a:ext>
                  </a:extLst>
                </p14:cNvPr>
                <p14:cNvContentPartPr/>
                <p14:nvPr/>
              </p14:nvContentPartPr>
              <p14:xfrm>
                <a:off x="7912243" y="300981"/>
                <a:ext cx="58320" cy="22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3C89615-EB62-20D0-875B-59B5CF78BE7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894603" y="283341"/>
                  <a:ext cx="939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5F83A56-5D30-914A-FE22-1251EDAC7CE2}"/>
                    </a:ext>
                  </a:extLst>
                </p14:cNvPr>
                <p14:cNvContentPartPr/>
                <p14:nvPr/>
              </p14:nvContentPartPr>
              <p14:xfrm>
                <a:off x="7532083" y="375141"/>
                <a:ext cx="224640" cy="280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5F83A56-5D30-914A-FE22-1251EDAC7CE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514443" y="357501"/>
                  <a:ext cx="260280" cy="6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5AEE841-F69D-7F58-F267-DCED21A1D10D}"/>
              </a:ext>
            </a:extLst>
          </p:cNvPr>
          <p:cNvGrpSpPr/>
          <p:nvPr/>
        </p:nvGrpSpPr>
        <p:grpSpPr>
          <a:xfrm>
            <a:off x="8851483" y="405381"/>
            <a:ext cx="405360" cy="917280"/>
            <a:chOff x="8851483" y="405381"/>
            <a:chExt cx="405360" cy="91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E9218BC-84DD-7783-2E84-B78BCD7CA246}"/>
                    </a:ext>
                  </a:extLst>
                </p14:cNvPr>
                <p14:cNvContentPartPr/>
                <p14:nvPr/>
              </p14:nvContentPartPr>
              <p14:xfrm>
                <a:off x="8851483" y="405381"/>
                <a:ext cx="129240" cy="3445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E9218BC-84DD-7783-2E84-B78BCD7CA24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833483" y="387381"/>
                  <a:ext cx="16488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521F073-1D1E-1C9A-DD44-49198E86BC69}"/>
                    </a:ext>
                  </a:extLst>
                </p14:cNvPr>
                <p14:cNvContentPartPr/>
                <p14:nvPr/>
              </p14:nvContentPartPr>
              <p14:xfrm>
                <a:off x="8974243" y="614901"/>
                <a:ext cx="282600" cy="707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521F073-1D1E-1C9A-DD44-49198E86BC6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956603" y="597261"/>
                  <a:ext cx="318240" cy="74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6338DB3-727E-D656-8A21-36CCACABA9E4}"/>
              </a:ext>
            </a:extLst>
          </p:cNvPr>
          <p:cNvGrpSpPr/>
          <p:nvPr/>
        </p:nvGrpSpPr>
        <p:grpSpPr>
          <a:xfrm>
            <a:off x="9738163" y="442461"/>
            <a:ext cx="2481840" cy="397800"/>
            <a:chOff x="9738163" y="442461"/>
            <a:chExt cx="2481840" cy="39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010C9B4-C648-FAC7-2C03-6107162278D5}"/>
                    </a:ext>
                  </a:extLst>
                </p14:cNvPr>
                <p14:cNvContentPartPr/>
                <p14:nvPr/>
              </p14:nvContentPartPr>
              <p14:xfrm>
                <a:off x="9738163" y="461541"/>
                <a:ext cx="227880" cy="3787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010C9B4-C648-FAC7-2C03-6107162278D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720523" y="443541"/>
                  <a:ext cx="26352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1B748BA-E753-E05D-F3BC-3DB19DD4A5D5}"/>
                    </a:ext>
                  </a:extLst>
                </p14:cNvPr>
                <p14:cNvContentPartPr/>
                <p14:nvPr/>
              </p14:nvContentPartPr>
              <p14:xfrm>
                <a:off x="9958843" y="600501"/>
                <a:ext cx="350280" cy="190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1B748BA-E753-E05D-F3BC-3DB19DD4A5D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941203" y="582861"/>
                  <a:ext cx="3859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A5102B1-B460-5F02-5F59-6ED1676AF1B5}"/>
                    </a:ext>
                  </a:extLst>
                </p14:cNvPr>
                <p14:cNvContentPartPr/>
                <p14:nvPr/>
              </p14:nvContentPartPr>
              <p14:xfrm>
                <a:off x="10362403" y="653421"/>
                <a:ext cx="297000" cy="1130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A5102B1-B460-5F02-5F59-6ED1676AF1B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344403" y="635781"/>
                  <a:ext cx="3326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FBB55A2-4EE4-5BB6-8327-7C562999D211}"/>
                    </a:ext>
                  </a:extLst>
                </p14:cNvPr>
                <p14:cNvContentPartPr/>
                <p14:nvPr/>
              </p14:nvContentPartPr>
              <p14:xfrm>
                <a:off x="10740763" y="614901"/>
                <a:ext cx="129240" cy="1677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FBB55A2-4EE4-5BB6-8327-7C562999D21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722763" y="596901"/>
                  <a:ext cx="1648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6AD8962-AF1F-EAC3-E4FB-3B4042770BB4}"/>
                    </a:ext>
                  </a:extLst>
                </p14:cNvPr>
                <p14:cNvContentPartPr/>
                <p14:nvPr/>
              </p14:nvContentPartPr>
              <p14:xfrm>
                <a:off x="10949563" y="604461"/>
                <a:ext cx="107280" cy="162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6AD8962-AF1F-EAC3-E4FB-3B4042770BB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931563" y="586821"/>
                  <a:ext cx="1429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FBDC0DA-A27E-F7D5-7DE7-622F73A072DC}"/>
                    </a:ext>
                  </a:extLst>
                </p14:cNvPr>
                <p14:cNvContentPartPr/>
                <p14:nvPr/>
              </p14:nvContentPartPr>
              <p14:xfrm>
                <a:off x="11156923" y="442461"/>
                <a:ext cx="156960" cy="3636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FBDC0DA-A27E-F7D5-7DE7-622F73A072D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139283" y="424821"/>
                  <a:ext cx="19260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0E39924-C742-74D8-747F-5945DFA4BE83}"/>
                    </a:ext>
                  </a:extLst>
                </p14:cNvPr>
                <p14:cNvContentPartPr/>
                <p14:nvPr/>
              </p14:nvContentPartPr>
              <p14:xfrm>
                <a:off x="11507923" y="531741"/>
                <a:ext cx="594360" cy="292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0E39924-C742-74D8-747F-5945DFA4BE8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489923" y="513741"/>
                  <a:ext cx="63000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2F58DA0-8269-CAFD-536A-87A9447E4BA1}"/>
                    </a:ext>
                  </a:extLst>
                </p14:cNvPr>
                <p14:cNvContentPartPr/>
                <p14:nvPr/>
              </p14:nvContentPartPr>
              <p14:xfrm>
                <a:off x="12184003" y="558741"/>
                <a:ext cx="8640" cy="45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2F58DA0-8269-CAFD-536A-87A9447E4BA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2166363" y="540741"/>
                  <a:ext cx="442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F1B7E65-4146-5BF0-7DCD-7B55BCD52AE6}"/>
                    </a:ext>
                  </a:extLst>
                </p14:cNvPr>
                <p14:cNvContentPartPr/>
                <p14:nvPr/>
              </p14:nvContentPartPr>
              <p14:xfrm>
                <a:off x="12206323" y="774741"/>
                <a:ext cx="13680" cy="374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F1B7E65-4146-5BF0-7DCD-7B55BCD52AE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2188323" y="757101"/>
                  <a:ext cx="49320" cy="7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B24D27A-2A4D-0B86-F0C8-181A26E5F579}"/>
              </a:ext>
            </a:extLst>
          </p:cNvPr>
          <p:cNvGrpSpPr/>
          <p:nvPr/>
        </p:nvGrpSpPr>
        <p:grpSpPr>
          <a:xfrm>
            <a:off x="3022015" y="1521381"/>
            <a:ext cx="1956960" cy="547200"/>
            <a:chOff x="3022015" y="1521381"/>
            <a:chExt cx="1956960" cy="54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9964AD1-9986-DDA4-76C6-1D13376EB865}"/>
                    </a:ext>
                  </a:extLst>
                </p14:cNvPr>
                <p14:cNvContentPartPr/>
                <p14:nvPr/>
              </p14:nvContentPartPr>
              <p14:xfrm>
                <a:off x="3022015" y="1521381"/>
                <a:ext cx="287280" cy="218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9964AD1-9986-DDA4-76C6-1D13376EB86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004015" y="1503741"/>
                  <a:ext cx="3229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745562A-2994-FC00-0B6C-A6D652148D94}"/>
                    </a:ext>
                  </a:extLst>
                </p14:cNvPr>
                <p14:cNvContentPartPr/>
                <p14:nvPr/>
              </p14:nvContentPartPr>
              <p14:xfrm>
                <a:off x="3406135" y="1631181"/>
                <a:ext cx="126720" cy="36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745562A-2994-FC00-0B6C-A6D652148D9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388495" y="1613541"/>
                  <a:ext cx="1623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7E44384-F4D1-B256-A692-1A63D4CA59EA}"/>
                    </a:ext>
                  </a:extLst>
                </p14:cNvPr>
                <p14:cNvContentPartPr/>
                <p14:nvPr/>
              </p14:nvContentPartPr>
              <p14:xfrm>
                <a:off x="3404335" y="1571061"/>
                <a:ext cx="47160" cy="187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7E44384-F4D1-B256-A692-1A63D4CA59E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386695" y="1553061"/>
                  <a:ext cx="828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D28A43E-7417-15B3-D392-4FDDCC03FCE7}"/>
                    </a:ext>
                  </a:extLst>
                </p14:cNvPr>
                <p14:cNvContentPartPr/>
                <p14:nvPr/>
              </p14:nvContentPartPr>
              <p14:xfrm>
                <a:off x="3517015" y="1567101"/>
                <a:ext cx="248760" cy="5014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D28A43E-7417-15B3-D392-4FDDCC03FCE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499375" y="1549101"/>
                  <a:ext cx="28440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D548332-AAAB-F7E5-F3CE-6C6B20D53222}"/>
                    </a:ext>
                  </a:extLst>
                </p14:cNvPr>
                <p14:cNvContentPartPr/>
                <p14:nvPr/>
              </p14:nvContentPartPr>
              <p14:xfrm>
                <a:off x="3331975" y="1631181"/>
                <a:ext cx="167760" cy="19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D548332-AAAB-F7E5-F3CE-6C6B20D5322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313975" y="1613541"/>
                  <a:ext cx="2034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6167E3A-B8AC-CE60-0478-8C916BC329A3}"/>
                    </a:ext>
                  </a:extLst>
                </p14:cNvPr>
                <p14:cNvContentPartPr/>
                <p14:nvPr/>
              </p14:nvContentPartPr>
              <p14:xfrm>
                <a:off x="4021735" y="1650261"/>
                <a:ext cx="143280" cy="309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6167E3A-B8AC-CE60-0478-8C916BC329A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003735" y="1632621"/>
                  <a:ext cx="1789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66B9572-C936-4F48-627B-FB9AD0853E4C}"/>
                    </a:ext>
                  </a:extLst>
                </p14:cNvPr>
                <p14:cNvContentPartPr/>
                <p14:nvPr/>
              </p14:nvContentPartPr>
              <p14:xfrm>
                <a:off x="4077535" y="1563141"/>
                <a:ext cx="31680" cy="171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66B9572-C936-4F48-627B-FB9AD0853E4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059895" y="1545501"/>
                  <a:ext cx="673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81C993A-9D90-1116-B488-05D2599F5E5E}"/>
                    </a:ext>
                  </a:extLst>
                </p14:cNvPr>
                <p14:cNvContentPartPr/>
                <p14:nvPr/>
              </p14:nvContentPartPr>
              <p14:xfrm>
                <a:off x="4277695" y="1550901"/>
                <a:ext cx="235800" cy="2257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81C993A-9D90-1116-B488-05D2599F5E5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259695" y="1532901"/>
                  <a:ext cx="2714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759D8BC-16D1-3E77-7B73-D9836D1772A7}"/>
                    </a:ext>
                  </a:extLst>
                </p14:cNvPr>
                <p14:cNvContentPartPr/>
                <p14:nvPr/>
              </p14:nvContentPartPr>
              <p14:xfrm>
                <a:off x="4768735" y="1604181"/>
                <a:ext cx="149040" cy="514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759D8BC-16D1-3E77-7B73-D9836D1772A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750735" y="1586541"/>
                  <a:ext cx="1846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95F9BBF-0971-7053-5268-2C0C882C4026}"/>
                    </a:ext>
                  </a:extLst>
                </p14:cNvPr>
                <p14:cNvContentPartPr/>
                <p14:nvPr/>
              </p14:nvContentPartPr>
              <p14:xfrm>
                <a:off x="4793215" y="1679421"/>
                <a:ext cx="185760" cy="360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95F9BBF-0971-7053-5268-2C0C882C402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775215" y="1661421"/>
                  <a:ext cx="221400" cy="7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70F53553-9392-D0B8-426F-30AC8AC59530}"/>
                  </a:ext>
                </a:extLst>
              </p14:cNvPr>
              <p14:cNvContentPartPr/>
              <p14:nvPr/>
            </p14:nvContentPartPr>
            <p14:xfrm>
              <a:off x="5347975" y="1424181"/>
              <a:ext cx="462600" cy="3034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70F53553-9392-D0B8-426F-30AC8AC59530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330335" y="1406541"/>
                <a:ext cx="498240" cy="33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758C4ADC-79EB-2540-5E11-1EE67F9BD213}"/>
              </a:ext>
            </a:extLst>
          </p:cNvPr>
          <p:cNvGrpSpPr/>
          <p:nvPr/>
        </p:nvGrpSpPr>
        <p:grpSpPr>
          <a:xfrm>
            <a:off x="2395615" y="2196381"/>
            <a:ext cx="2713320" cy="646200"/>
            <a:chOff x="2395615" y="2196381"/>
            <a:chExt cx="2713320" cy="64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8424866-F0DB-3312-6616-9BB99604EFB2}"/>
                    </a:ext>
                  </a:extLst>
                </p14:cNvPr>
                <p14:cNvContentPartPr/>
                <p14:nvPr/>
              </p14:nvContentPartPr>
              <p14:xfrm>
                <a:off x="2395615" y="2223741"/>
                <a:ext cx="296280" cy="2620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8424866-F0DB-3312-6616-9BB99604EFB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377975" y="2205741"/>
                  <a:ext cx="33192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52F8BB7-CB2C-33AF-EE08-A5E85C2FF19A}"/>
                    </a:ext>
                  </a:extLst>
                </p14:cNvPr>
                <p14:cNvContentPartPr/>
                <p14:nvPr/>
              </p14:nvContentPartPr>
              <p14:xfrm>
                <a:off x="2762815" y="2329581"/>
                <a:ext cx="246600" cy="1609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52F8BB7-CB2C-33AF-EE08-A5E85C2FF19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745175" y="2311581"/>
                  <a:ext cx="2822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E5F459E-7192-DA36-4E03-ECE4703D6935}"/>
                    </a:ext>
                  </a:extLst>
                </p14:cNvPr>
                <p14:cNvContentPartPr/>
                <p14:nvPr/>
              </p14:nvContentPartPr>
              <p14:xfrm>
                <a:off x="3183655" y="2359101"/>
                <a:ext cx="157320" cy="360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E5F459E-7192-DA36-4E03-ECE4703D693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165655" y="2341461"/>
                  <a:ext cx="1929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19D7135-2349-E697-0C2A-6A661F53FE94}"/>
                    </a:ext>
                  </a:extLst>
                </p14:cNvPr>
                <p14:cNvContentPartPr/>
                <p14:nvPr/>
              </p14:nvContentPartPr>
              <p14:xfrm>
                <a:off x="3465175" y="2212941"/>
                <a:ext cx="169920" cy="271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19D7135-2349-E697-0C2A-6A661F53FE9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447535" y="2194941"/>
                  <a:ext cx="20556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31B1FC9-6B70-10D4-5DB9-899FF2029C50}"/>
                    </a:ext>
                  </a:extLst>
                </p14:cNvPr>
                <p14:cNvContentPartPr/>
                <p14:nvPr/>
              </p14:nvContentPartPr>
              <p14:xfrm>
                <a:off x="3687655" y="2305821"/>
                <a:ext cx="273960" cy="5367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31B1FC9-6B70-10D4-5DB9-899FF2029C5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670015" y="2287821"/>
                  <a:ext cx="309600" cy="57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0CE7691-9B1F-6FA2-BA41-F38E8ED8DEBF}"/>
                    </a:ext>
                  </a:extLst>
                </p14:cNvPr>
                <p14:cNvContentPartPr/>
                <p14:nvPr/>
              </p14:nvContentPartPr>
              <p14:xfrm>
                <a:off x="4133695" y="2332821"/>
                <a:ext cx="193680" cy="147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0CE7691-9B1F-6FA2-BA41-F38E8ED8DEB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115695" y="2315181"/>
                  <a:ext cx="2293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80DF90B-D6AB-B441-DF30-94F046358F4B}"/>
                    </a:ext>
                  </a:extLst>
                </p14:cNvPr>
                <p14:cNvContentPartPr/>
                <p14:nvPr/>
              </p14:nvContentPartPr>
              <p14:xfrm>
                <a:off x="4523575" y="2196381"/>
                <a:ext cx="172080" cy="3121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80DF90B-D6AB-B441-DF30-94F046358F4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505935" y="2178381"/>
                  <a:ext cx="20772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A1B06DC-B70A-C10B-A63A-0ACA36291FCD}"/>
                    </a:ext>
                  </a:extLst>
                </p14:cNvPr>
                <p14:cNvContentPartPr/>
                <p14:nvPr/>
              </p14:nvContentPartPr>
              <p14:xfrm>
                <a:off x="4810495" y="2345421"/>
                <a:ext cx="298440" cy="1630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A1B06DC-B70A-C10B-A63A-0ACA36291FC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792495" y="2327421"/>
                  <a:ext cx="334080" cy="19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17BE514-F51F-675B-16CE-16CE852414D1}"/>
              </a:ext>
            </a:extLst>
          </p:cNvPr>
          <p:cNvGrpSpPr/>
          <p:nvPr/>
        </p:nvGrpSpPr>
        <p:grpSpPr>
          <a:xfrm>
            <a:off x="5414935" y="2373861"/>
            <a:ext cx="172440" cy="82080"/>
            <a:chOff x="5414935" y="2373861"/>
            <a:chExt cx="172440" cy="8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2A66D03-30A5-3BDE-4B9D-D00569A2B79B}"/>
                    </a:ext>
                  </a:extLst>
                </p14:cNvPr>
                <p14:cNvContentPartPr/>
                <p14:nvPr/>
              </p14:nvContentPartPr>
              <p14:xfrm>
                <a:off x="5414935" y="2373861"/>
                <a:ext cx="114480" cy="298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2A66D03-30A5-3BDE-4B9D-D00569A2B79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397295" y="2356221"/>
                  <a:ext cx="1501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E4ACE9B-EA4A-F5FE-4CFF-40967A31ED9A}"/>
                    </a:ext>
                  </a:extLst>
                </p14:cNvPr>
                <p14:cNvContentPartPr/>
                <p14:nvPr/>
              </p14:nvContentPartPr>
              <p14:xfrm>
                <a:off x="5417455" y="2422821"/>
                <a:ext cx="169920" cy="331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E4ACE9B-EA4A-F5FE-4CFF-40967A31ED9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399815" y="2404821"/>
                  <a:ext cx="205560" cy="6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D2306597-FCE9-1E1C-D011-34D68ACF588F}"/>
                  </a:ext>
                </a:extLst>
              </p14:cNvPr>
              <p14:cNvContentPartPr/>
              <p14:nvPr/>
            </p14:nvContentPartPr>
            <p14:xfrm>
              <a:off x="5926495" y="2344701"/>
              <a:ext cx="199800" cy="3564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D2306597-FCE9-1E1C-D011-34D68ACF588F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908855" y="2327061"/>
                <a:ext cx="23544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0D4BDC96-D380-C064-1B86-D93C9C8F579B}"/>
                  </a:ext>
                </a:extLst>
              </p14:cNvPr>
              <p14:cNvContentPartPr/>
              <p14:nvPr/>
            </p14:nvContentPartPr>
            <p14:xfrm>
              <a:off x="6471175" y="2140581"/>
              <a:ext cx="172800" cy="40860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0D4BDC96-D380-C064-1B86-D93C9C8F579B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453175" y="2122941"/>
                <a:ext cx="208440" cy="44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83E4CA80-CEBA-AE6F-DBEB-FCE6DBD8C6B6}"/>
              </a:ext>
            </a:extLst>
          </p:cNvPr>
          <p:cNvGrpSpPr/>
          <p:nvPr/>
        </p:nvGrpSpPr>
        <p:grpSpPr>
          <a:xfrm>
            <a:off x="2727175" y="2999901"/>
            <a:ext cx="615240" cy="317160"/>
            <a:chOff x="2727175" y="2999901"/>
            <a:chExt cx="615240" cy="31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CEBABE1-E9F0-28B0-7A6F-6759114790C5}"/>
                    </a:ext>
                  </a:extLst>
                </p14:cNvPr>
                <p14:cNvContentPartPr/>
                <p14:nvPr/>
              </p14:nvContentPartPr>
              <p14:xfrm>
                <a:off x="2727175" y="2999901"/>
                <a:ext cx="246960" cy="317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CEBABE1-E9F0-28B0-7A6F-6759114790C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709535" y="2981901"/>
                  <a:ext cx="28260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200F85D-7A00-1879-921B-FB3DCF046C83}"/>
                    </a:ext>
                  </a:extLst>
                </p14:cNvPr>
                <p14:cNvContentPartPr/>
                <p14:nvPr/>
              </p14:nvContentPartPr>
              <p14:xfrm>
                <a:off x="3023815" y="3155421"/>
                <a:ext cx="318600" cy="1530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200F85D-7A00-1879-921B-FB3DCF046C8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005815" y="3137421"/>
                  <a:ext cx="354240" cy="18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BAEFF857-2C8C-D53E-A454-7B8A5452079C}"/>
              </a:ext>
            </a:extLst>
          </p:cNvPr>
          <p:cNvGrpSpPr/>
          <p:nvPr/>
        </p:nvGrpSpPr>
        <p:grpSpPr>
          <a:xfrm>
            <a:off x="3671455" y="3056781"/>
            <a:ext cx="967680" cy="644040"/>
            <a:chOff x="3671455" y="3056781"/>
            <a:chExt cx="967680" cy="64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50E08A1-F5AD-17ED-28AE-CA1A84F92392}"/>
                    </a:ext>
                  </a:extLst>
                </p14:cNvPr>
                <p14:cNvContentPartPr/>
                <p14:nvPr/>
              </p14:nvContentPartPr>
              <p14:xfrm>
                <a:off x="3671455" y="3170901"/>
                <a:ext cx="230400" cy="327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50E08A1-F5AD-17ED-28AE-CA1A84F9239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653455" y="3152901"/>
                  <a:ext cx="2660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A572CE4-95CE-26D2-0FBB-1E101D2CF6D8}"/>
                    </a:ext>
                  </a:extLst>
                </p14:cNvPr>
                <p14:cNvContentPartPr/>
                <p14:nvPr/>
              </p14:nvContentPartPr>
              <p14:xfrm>
                <a:off x="3778735" y="3109341"/>
                <a:ext cx="43920" cy="1792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A572CE4-95CE-26D2-0FBB-1E101D2CF6D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60735" y="3091701"/>
                  <a:ext cx="795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B7493A9-8D96-D2B5-4DDB-D519E09782E6}"/>
                    </a:ext>
                  </a:extLst>
                </p14:cNvPr>
                <p14:cNvContentPartPr/>
                <p14:nvPr/>
              </p14:nvContentPartPr>
              <p14:xfrm>
                <a:off x="4118935" y="3056781"/>
                <a:ext cx="184680" cy="2322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B7493A9-8D96-D2B5-4DDB-D519E09782E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100935" y="3038781"/>
                  <a:ext cx="2203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7DB12FD-265F-3391-18D7-3B5ECF55AA8E}"/>
                    </a:ext>
                  </a:extLst>
                </p14:cNvPr>
                <p14:cNvContentPartPr/>
                <p14:nvPr/>
              </p14:nvContentPartPr>
              <p14:xfrm>
                <a:off x="4345735" y="3117261"/>
                <a:ext cx="293400" cy="5835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7DB12FD-265F-3391-18D7-3B5ECF55AA8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327735" y="3099621"/>
                  <a:ext cx="329040" cy="61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18F3F410-1E21-6E86-A85D-643EA4C9DC21}"/>
              </a:ext>
            </a:extLst>
          </p:cNvPr>
          <p:cNvGrpSpPr/>
          <p:nvPr/>
        </p:nvGrpSpPr>
        <p:grpSpPr>
          <a:xfrm>
            <a:off x="5004895" y="3047781"/>
            <a:ext cx="1023120" cy="284760"/>
            <a:chOff x="5004895" y="3047781"/>
            <a:chExt cx="1023120" cy="28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C7B0A4E-43C2-D0B5-9E45-375A98D61866}"/>
                    </a:ext>
                  </a:extLst>
                </p14:cNvPr>
                <p14:cNvContentPartPr/>
                <p14:nvPr/>
              </p14:nvContentPartPr>
              <p14:xfrm>
                <a:off x="5004895" y="3174861"/>
                <a:ext cx="195480" cy="435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C7B0A4E-43C2-D0B5-9E45-375A98D6186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986895" y="3156861"/>
                  <a:ext cx="2311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D0F2A1A-FB01-7A66-B257-B447DDC97254}"/>
                    </a:ext>
                  </a:extLst>
                </p14:cNvPr>
                <p14:cNvContentPartPr/>
                <p14:nvPr/>
              </p14:nvContentPartPr>
              <p14:xfrm>
                <a:off x="5089495" y="3049581"/>
                <a:ext cx="38520" cy="2743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D0F2A1A-FB01-7A66-B257-B447DDC9725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071855" y="3031581"/>
                  <a:ext cx="7416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865DEEF-37E1-917B-4CFF-3D2C9293BF4C}"/>
                    </a:ext>
                  </a:extLst>
                </p14:cNvPr>
                <p14:cNvContentPartPr/>
                <p14:nvPr/>
              </p14:nvContentPartPr>
              <p14:xfrm>
                <a:off x="5321335" y="3105021"/>
                <a:ext cx="157680" cy="2275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865DEEF-37E1-917B-4CFF-3D2C9293BF4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303335" y="3087381"/>
                  <a:ext cx="1933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5AE9DF9-5807-A51B-1A2B-59303D5E8C5D}"/>
                    </a:ext>
                  </a:extLst>
                </p14:cNvPr>
                <p14:cNvContentPartPr/>
                <p14:nvPr/>
              </p14:nvContentPartPr>
              <p14:xfrm>
                <a:off x="5430775" y="3047781"/>
                <a:ext cx="178200" cy="529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5AE9DF9-5807-A51B-1A2B-59303D5E8C5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413135" y="3029781"/>
                  <a:ext cx="2138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33141DA-7DD8-5B3C-C9DC-87D2319D9F09}"/>
                    </a:ext>
                  </a:extLst>
                </p14:cNvPr>
                <p14:cNvContentPartPr/>
                <p14:nvPr/>
              </p14:nvContentPartPr>
              <p14:xfrm>
                <a:off x="5714095" y="3151461"/>
                <a:ext cx="313920" cy="1785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33141DA-7DD8-5B3C-C9DC-87D2319D9F0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696095" y="3133821"/>
                  <a:ext cx="349560" cy="21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682CEBF-F557-591D-846F-CE712363718F}"/>
              </a:ext>
            </a:extLst>
          </p:cNvPr>
          <p:cNvGrpSpPr/>
          <p:nvPr/>
        </p:nvGrpSpPr>
        <p:grpSpPr>
          <a:xfrm>
            <a:off x="6388735" y="3248301"/>
            <a:ext cx="258840" cy="119160"/>
            <a:chOff x="6388735" y="3248301"/>
            <a:chExt cx="258840" cy="11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EFDF5F2-58A1-B2F0-9551-51D6601CAA7B}"/>
                    </a:ext>
                  </a:extLst>
                </p14:cNvPr>
                <p14:cNvContentPartPr/>
                <p14:nvPr/>
              </p14:nvContentPartPr>
              <p14:xfrm>
                <a:off x="6396295" y="3248301"/>
                <a:ext cx="162000" cy="79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EFDF5F2-58A1-B2F0-9551-51D6601CAA7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378655" y="3230661"/>
                  <a:ext cx="1976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811AE28-9F29-39A6-1769-178BEE21F8E6}"/>
                    </a:ext>
                  </a:extLst>
                </p14:cNvPr>
                <p14:cNvContentPartPr/>
                <p14:nvPr/>
              </p14:nvContentPartPr>
              <p14:xfrm>
                <a:off x="6388735" y="3333621"/>
                <a:ext cx="258840" cy="338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811AE28-9F29-39A6-1769-178BEE21F8E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370735" y="3315621"/>
                  <a:ext cx="294480" cy="6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B8E7E188-843B-4A74-8490-3948479318B9}"/>
              </a:ext>
            </a:extLst>
          </p:cNvPr>
          <p:cNvGrpSpPr/>
          <p:nvPr/>
        </p:nvGrpSpPr>
        <p:grpSpPr>
          <a:xfrm>
            <a:off x="7155895" y="3009261"/>
            <a:ext cx="441720" cy="599400"/>
            <a:chOff x="7155895" y="3009261"/>
            <a:chExt cx="441720" cy="59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861681E-3B43-6616-6AE0-354A93510D03}"/>
                    </a:ext>
                  </a:extLst>
                </p14:cNvPr>
                <p14:cNvContentPartPr/>
                <p14:nvPr/>
              </p14:nvContentPartPr>
              <p14:xfrm>
                <a:off x="7155895" y="3009261"/>
                <a:ext cx="57960" cy="4406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861681E-3B43-6616-6AE0-354A93510D0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137895" y="2991261"/>
                  <a:ext cx="93600" cy="47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7A1D075-D6B7-E8FE-6BB2-D378511D1B93}"/>
                    </a:ext>
                  </a:extLst>
                </p14:cNvPr>
                <p14:cNvContentPartPr/>
                <p14:nvPr/>
              </p14:nvContentPartPr>
              <p14:xfrm>
                <a:off x="7410775" y="3111861"/>
                <a:ext cx="186840" cy="4968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7A1D075-D6B7-E8FE-6BB2-D378511D1B9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392775" y="3094221"/>
                  <a:ext cx="222480" cy="53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1C27FD90-628E-416C-9021-274705269ADD}"/>
              </a:ext>
            </a:extLst>
          </p:cNvPr>
          <p:cNvGrpSpPr/>
          <p:nvPr/>
        </p:nvGrpSpPr>
        <p:grpSpPr>
          <a:xfrm>
            <a:off x="368455" y="4039581"/>
            <a:ext cx="789480" cy="409320"/>
            <a:chOff x="368455" y="4039581"/>
            <a:chExt cx="789480" cy="40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8519AF3-E645-E30B-D4F9-4ED1A8825B90}"/>
                    </a:ext>
                  </a:extLst>
                </p14:cNvPr>
                <p14:cNvContentPartPr/>
                <p14:nvPr/>
              </p14:nvContentPartPr>
              <p14:xfrm>
                <a:off x="368455" y="4039581"/>
                <a:ext cx="433080" cy="4093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8519AF3-E645-E30B-D4F9-4ED1A8825B9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50455" y="4021581"/>
                  <a:ext cx="46872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B91777C-4921-2EA2-C7F8-BE8A663E5D81}"/>
                    </a:ext>
                  </a:extLst>
                </p14:cNvPr>
                <p14:cNvContentPartPr/>
                <p14:nvPr/>
              </p14:nvContentPartPr>
              <p14:xfrm>
                <a:off x="984775" y="4267461"/>
                <a:ext cx="173160" cy="421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B91777C-4921-2EA2-C7F8-BE8A663E5D8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66775" y="4249821"/>
                  <a:ext cx="2088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84021ED-C15A-DC96-C29A-B49C9152FA38}"/>
                    </a:ext>
                  </a:extLst>
                </p14:cNvPr>
                <p14:cNvContentPartPr/>
                <p14:nvPr/>
              </p14:nvContentPartPr>
              <p14:xfrm>
                <a:off x="961375" y="4385181"/>
                <a:ext cx="170640" cy="190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84021ED-C15A-DC96-C29A-B49C9152FA3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43735" y="4367181"/>
                  <a:ext cx="206280" cy="5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BD6492E0-DDAD-F22E-1654-9AE4DC3F8B27}"/>
                  </a:ext>
                </a:extLst>
              </p14:cNvPr>
              <p14:cNvContentPartPr/>
              <p14:nvPr/>
            </p14:nvContentPartPr>
            <p14:xfrm>
              <a:off x="1652575" y="3880821"/>
              <a:ext cx="27720" cy="221436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BD6492E0-DDAD-F22E-1654-9AE4DC3F8B27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634575" y="3863181"/>
                <a:ext cx="63360" cy="225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6B7525C7-930D-1B39-8262-2D0CE24213F5}"/>
                  </a:ext>
                </a:extLst>
              </p14:cNvPr>
              <p14:cNvContentPartPr/>
              <p14:nvPr/>
            </p14:nvContentPartPr>
            <p14:xfrm>
              <a:off x="2329735" y="4114821"/>
              <a:ext cx="26640" cy="29628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6B7525C7-930D-1B39-8262-2D0CE24213F5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2312095" y="4097181"/>
                <a:ext cx="6228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40E0F82C-DC72-ECD5-7BB5-958CBC3E7DA6}"/>
                  </a:ext>
                </a:extLst>
              </p14:cNvPr>
              <p14:cNvContentPartPr/>
              <p14:nvPr/>
            </p14:nvContentPartPr>
            <p14:xfrm>
              <a:off x="3311095" y="4168461"/>
              <a:ext cx="36000" cy="19800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40E0F82C-DC72-ECD5-7BB5-958CBC3E7DA6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3293095" y="4150461"/>
                <a:ext cx="7164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7C5F8890-23D9-C716-CF7C-B336EDB911D3}"/>
                  </a:ext>
                </a:extLst>
              </p14:cNvPr>
              <p14:cNvContentPartPr/>
              <p14:nvPr/>
            </p14:nvContentPartPr>
            <p14:xfrm>
              <a:off x="2284375" y="4920501"/>
              <a:ext cx="293760" cy="25596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7C5F8890-23D9-C716-CF7C-B336EDB911D3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2266375" y="4902861"/>
                <a:ext cx="329400" cy="29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9E511861-C954-B607-DAD2-22E41B93FF1A}"/>
                  </a:ext>
                </a:extLst>
              </p14:cNvPr>
              <p14:cNvContentPartPr/>
              <p14:nvPr/>
            </p14:nvContentPartPr>
            <p14:xfrm>
              <a:off x="2350975" y="5672181"/>
              <a:ext cx="224640" cy="26100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9E511861-C954-B607-DAD2-22E41B93FF1A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2332975" y="5654181"/>
                <a:ext cx="260280" cy="29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" name="Group 104">
            <a:extLst>
              <a:ext uri="{FF2B5EF4-FFF2-40B4-BE49-F238E27FC236}">
                <a16:creationId xmlns:a16="http://schemas.microsoft.com/office/drawing/2014/main" id="{FE289474-6F95-58C7-6AA9-728E28BF646F}"/>
              </a:ext>
            </a:extLst>
          </p:cNvPr>
          <p:cNvGrpSpPr/>
          <p:nvPr/>
        </p:nvGrpSpPr>
        <p:grpSpPr>
          <a:xfrm>
            <a:off x="4075375" y="3594981"/>
            <a:ext cx="1095480" cy="2496600"/>
            <a:chOff x="4075375" y="3594981"/>
            <a:chExt cx="1095480" cy="249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56BFF14-C5C7-DAAA-F5F5-57E70D7C0733}"/>
                    </a:ext>
                  </a:extLst>
                </p14:cNvPr>
                <p14:cNvContentPartPr/>
                <p14:nvPr/>
              </p14:nvContentPartPr>
              <p14:xfrm>
                <a:off x="4400815" y="4025901"/>
                <a:ext cx="46080" cy="3578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56BFF14-C5C7-DAAA-F5F5-57E70D7C073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382815" y="4008261"/>
                  <a:ext cx="8172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0B0EDFE-1A27-3ED6-A2BB-11C73C289F79}"/>
                    </a:ext>
                  </a:extLst>
                </p14:cNvPr>
                <p14:cNvContentPartPr/>
                <p14:nvPr/>
              </p14:nvContentPartPr>
              <p14:xfrm>
                <a:off x="4075375" y="4960821"/>
                <a:ext cx="194760" cy="72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0B0EDFE-1A27-3ED6-A2BB-11C73C289F7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057735" y="4942821"/>
                  <a:ext cx="2304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DA0E8CA-4F48-7DEE-7175-92E9EA8A34D9}"/>
                    </a:ext>
                  </a:extLst>
                </p14:cNvPr>
                <p14:cNvContentPartPr/>
                <p14:nvPr/>
              </p14:nvContentPartPr>
              <p14:xfrm>
                <a:off x="4492255" y="4785501"/>
                <a:ext cx="192600" cy="4122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DA0E8CA-4F48-7DEE-7175-92E9EA8A34D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474255" y="4767501"/>
                  <a:ext cx="228240" cy="4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FD4A93E-1A77-D041-1496-CAAC35326024}"/>
                    </a:ext>
                  </a:extLst>
                </p14:cNvPr>
                <p14:cNvContentPartPr/>
                <p14:nvPr/>
              </p14:nvContentPartPr>
              <p14:xfrm>
                <a:off x="4637695" y="5540061"/>
                <a:ext cx="135720" cy="622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FD4A93E-1A77-D041-1496-CAAC3532602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620055" y="5522061"/>
                  <a:ext cx="1713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A921584-2EAE-E4D4-B028-2036B244F9FD}"/>
                    </a:ext>
                  </a:extLst>
                </p14:cNvPr>
                <p14:cNvContentPartPr/>
                <p14:nvPr/>
              </p14:nvContentPartPr>
              <p14:xfrm>
                <a:off x="4541215" y="5562021"/>
                <a:ext cx="220320" cy="2790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A921584-2EAE-E4D4-B028-2036B244F9F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523215" y="5544021"/>
                  <a:ext cx="25596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6FC565A-6DE2-912E-0A7B-9746F4737CB5}"/>
                    </a:ext>
                  </a:extLst>
                </p14:cNvPr>
                <p14:cNvContentPartPr/>
                <p14:nvPr/>
              </p14:nvContentPartPr>
              <p14:xfrm>
                <a:off x="4949095" y="3594981"/>
                <a:ext cx="221760" cy="24966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6FC565A-6DE2-912E-0A7B-9746F4737CB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931095" y="3577341"/>
                  <a:ext cx="257400" cy="2532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15C42D90-DE24-EEF0-6A88-4C3C1846AA5B}"/>
                  </a:ext>
                </a:extLst>
              </p14:cNvPr>
              <p14:cNvContentPartPr/>
              <p14:nvPr/>
            </p14:nvContentPartPr>
            <p14:xfrm>
              <a:off x="5682775" y="4849941"/>
              <a:ext cx="166680" cy="5004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15C42D90-DE24-EEF0-6A88-4C3C1846AA5B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5664775" y="4831941"/>
                <a:ext cx="20232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C1753621-9740-6199-6ED2-96E57E0BE89D}"/>
                  </a:ext>
                </a:extLst>
              </p14:cNvPr>
              <p14:cNvContentPartPr/>
              <p14:nvPr/>
            </p14:nvContentPartPr>
            <p14:xfrm>
              <a:off x="5646415" y="5076021"/>
              <a:ext cx="154080" cy="4320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C1753621-9740-6199-6ED2-96E57E0BE89D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5628775" y="5058021"/>
                <a:ext cx="189720" cy="78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9FD1187-1212-9076-3BC2-168CD4DF2E8D}"/>
              </a:ext>
            </a:extLst>
          </p:cNvPr>
          <p:cNvGrpSpPr/>
          <p:nvPr/>
        </p:nvGrpSpPr>
        <p:grpSpPr>
          <a:xfrm>
            <a:off x="6492415" y="4163781"/>
            <a:ext cx="1898280" cy="1618920"/>
            <a:chOff x="6492415" y="4163781"/>
            <a:chExt cx="1898280" cy="161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310D74E-381F-2D24-45D1-352709490294}"/>
                    </a:ext>
                  </a:extLst>
                </p14:cNvPr>
                <p14:cNvContentPartPr/>
                <p14:nvPr/>
              </p14:nvContentPartPr>
              <p14:xfrm>
                <a:off x="6492415" y="4619901"/>
                <a:ext cx="29880" cy="3934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310D74E-381F-2D24-45D1-35270949029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474775" y="4601901"/>
                  <a:ext cx="6552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CC5E1E0-446B-975C-0470-DB6AB8914B33}"/>
                    </a:ext>
                  </a:extLst>
                </p14:cNvPr>
                <p14:cNvContentPartPr/>
                <p14:nvPr/>
              </p14:nvContentPartPr>
              <p14:xfrm>
                <a:off x="6710935" y="4163781"/>
                <a:ext cx="361080" cy="16189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CC5E1E0-446B-975C-0470-DB6AB8914B3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693295" y="4145781"/>
                  <a:ext cx="396720" cy="165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5FB3355-7AF3-3116-F28C-E8A92817597D}"/>
                    </a:ext>
                  </a:extLst>
                </p14:cNvPr>
                <p14:cNvContentPartPr/>
                <p14:nvPr/>
              </p14:nvContentPartPr>
              <p14:xfrm>
                <a:off x="6974815" y="4846341"/>
                <a:ext cx="114840" cy="36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5FB3355-7AF3-3116-F28C-E8A92817597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957175" y="4828701"/>
                  <a:ext cx="1504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CB9F1FD-4842-6F69-8D66-55FF626FF893}"/>
                    </a:ext>
                  </a:extLst>
                </p14:cNvPr>
                <p14:cNvContentPartPr/>
                <p14:nvPr/>
              </p14:nvContentPartPr>
              <p14:xfrm>
                <a:off x="7249495" y="4708821"/>
                <a:ext cx="52560" cy="3171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CB9F1FD-4842-6F69-8D66-55FF626FF89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231495" y="4691181"/>
                  <a:ext cx="8820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CC8338C-5389-A365-3AE4-347850561DE0}"/>
                    </a:ext>
                  </a:extLst>
                </p14:cNvPr>
                <p14:cNvContentPartPr/>
                <p14:nvPr/>
              </p14:nvContentPartPr>
              <p14:xfrm>
                <a:off x="7358575" y="4786941"/>
                <a:ext cx="189000" cy="2066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CC8338C-5389-A365-3AE4-347850561DE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340575" y="4769301"/>
                  <a:ext cx="22464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87C169E-2F2A-85A9-A7B3-EB582EF39939}"/>
                    </a:ext>
                  </a:extLst>
                </p14:cNvPr>
                <p14:cNvContentPartPr/>
                <p14:nvPr/>
              </p14:nvContentPartPr>
              <p14:xfrm>
                <a:off x="7526335" y="4763901"/>
                <a:ext cx="240120" cy="67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87C169E-2F2A-85A9-A7B3-EB582EF3993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508335" y="4745901"/>
                  <a:ext cx="2757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1B9C534-49C7-89BF-5CCB-A9DB4FCE1206}"/>
                    </a:ext>
                  </a:extLst>
                </p14:cNvPr>
                <p14:cNvContentPartPr/>
                <p14:nvPr/>
              </p14:nvContentPartPr>
              <p14:xfrm>
                <a:off x="7748815" y="4781541"/>
                <a:ext cx="210240" cy="342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1B9C534-49C7-89BF-5CCB-A9DB4FCE120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730815" y="4763901"/>
                  <a:ext cx="2458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6329089-EB1B-58E2-D6A2-613F98D8EA3F}"/>
                    </a:ext>
                  </a:extLst>
                </p14:cNvPr>
                <p14:cNvContentPartPr/>
                <p14:nvPr/>
              </p14:nvContentPartPr>
              <p14:xfrm>
                <a:off x="7805335" y="4710261"/>
                <a:ext cx="65160" cy="2059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6329089-EB1B-58E2-D6A2-613F98D8EA3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787335" y="4692621"/>
                  <a:ext cx="1008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C461F11-E462-7740-8BE6-15CCE9BFDD50}"/>
                    </a:ext>
                  </a:extLst>
                </p14:cNvPr>
                <p14:cNvContentPartPr/>
                <p14:nvPr/>
              </p14:nvContentPartPr>
              <p14:xfrm>
                <a:off x="8044015" y="4681101"/>
                <a:ext cx="169920" cy="2163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C461F11-E462-7740-8BE6-15CCE9BFDD5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026015" y="4663101"/>
                  <a:ext cx="2055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42B6776-B0BC-8532-D329-50261F6C24D5}"/>
                    </a:ext>
                  </a:extLst>
                </p14:cNvPr>
                <p14:cNvContentPartPr/>
                <p14:nvPr/>
              </p14:nvContentPartPr>
              <p14:xfrm>
                <a:off x="8166775" y="4428381"/>
                <a:ext cx="223920" cy="8157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42B6776-B0BC-8532-D329-50261F6C24D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148775" y="4410741"/>
                  <a:ext cx="259560" cy="85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4C97855E-E858-C5FE-78C8-F009337089E6}"/>
                  </a:ext>
                </a:extLst>
              </p14:cNvPr>
              <p14:cNvContentPartPr/>
              <p14:nvPr/>
            </p14:nvContentPartPr>
            <p14:xfrm>
              <a:off x="8648095" y="4804221"/>
              <a:ext cx="131760" cy="1512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4C97855E-E858-C5FE-78C8-F009337089E6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8630095" y="4786581"/>
                <a:ext cx="167400" cy="5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9" name="Group 118">
            <a:extLst>
              <a:ext uri="{FF2B5EF4-FFF2-40B4-BE49-F238E27FC236}">
                <a16:creationId xmlns:a16="http://schemas.microsoft.com/office/drawing/2014/main" id="{ADCD86BB-9705-26BC-11A0-D7C0C9705512}"/>
              </a:ext>
            </a:extLst>
          </p:cNvPr>
          <p:cNvGrpSpPr/>
          <p:nvPr/>
        </p:nvGrpSpPr>
        <p:grpSpPr>
          <a:xfrm>
            <a:off x="3250615" y="4848141"/>
            <a:ext cx="503640" cy="1022400"/>
            <a:chOff x="3250615" y="4848141"/>
            <a:chExt cx="503640" cy="102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F21991A-4439-3732-7C85-C22C85F5F63A}"/>
                    </a:ext>
                  </a:extLst>
                </p14:cNvPr>
                <p14:cNvContentPartPr/>
                <p14:nvPr/>
              </p14:nvContentPartPr>
              <p14:xfrm>
                <a:off x="3250615" y="4965141"/>
                <a:ext cx="146880" cy="64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F21991A-4439-3732-7C85-C22C85F5F63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232975" y="4947501"/>
                  <a:ext cx="1825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475F185-2CA6-E8EC-A06B-2EF1E7E15799}"/>
                    </a:ext>
                  </a:extLst>
                </p14:cNvPr>
                <p14:cNvContentPartPr/>
                <p14:nvPr/>
              </p14:nvContentPartPr>
              <p14:xfrm>
                <a:off x="3435295" y="4848141"/>
                <a:ext cx="188280" cy="2707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475F185-2CA6-E8EC-A06B-2EF1E7E1579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417295" y="4830141"/>
                  <a:ext cx="22392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FE22D0B-16E5-10F3-F894-078CBA4D935C}"/>
                    </a:ext>
                  </a:extLst>
                </p14:cNvPr>
                <p14:cNvContentPartPr/>
                <p14:nvPr/>
              </p14:nvContentPartPr>
              <p14:xfrm>
                <a:off x="3471295" y="5680821"/>
                <a:ext cx="282960" cy="1897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FE22D0B-16E5-10F3-F894-078CBA4D935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453655" y="5663181"/>
                  <a:ext cx="3186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321021C-0E7D-035B-63A6-0EA2DC6EAA52}"/>
                    </a:ext>
                  </a:extLst>
                </p14:cNvPr>
                <p14:cNvContentPartPr/>
                <p14:nvPr/>
              </p14:nvContentPartPr>
              <p14:xfrm>
                <a:off x="3442855" y="5110581"/>
                <a:ext cx="103320" cy="4464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321021C-0E7D-035B-63A6-0EA2DC6EAA5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424855" y="5092941"/>
                  <a:ext cx="138960" cy="48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28FDF64D-F0AA-BDF1-881E-4932EFAD3136}"/>
              </a:ext>
            </a:extLst>
          </p:cNvPr>
          <p:cNvGrpSpPr/>
          <p:nvPr/>
        </p:nvGrpSpPr>
        <p:grpSpPr>
          <a:xfrm>
            <a:off x="8973895" y="4251261"/>
            <a:ext cx="960840" cy="1168920"/>
            <a:chOff x="8973895" y="4251261"/>
            <a:chExt cx="960840" cy="116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ED607A2-8AE9-1D18-AD0C-FEB8EF90B199}"/>
                    </a:ext>
                  </a:extLst>
                </p14:cNvPr>
                <p14:cNvContentPartPr/>
                <p14:nvPr/>
              </p14:nvContentPartPr>
              <p14:xfrm>
                <a:off x="8973895" y="4626381"/>
                <a:ext cx="30240" cy="3189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ED607A2-8AE9-1D18-AD0C-FEB8EF90B19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955895" y="4608381"/>
                  <a:ext cx="6588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9CFAF2D-9164-26D6-A7B3-188AD2D028D2}"/>
                    </a:ext>
                  </a:extLst>
                </p14:cNvPr>
                <p14:cNvContentPartPr/>
                <p14:nvPr/>
              </p14:nvContentPartPr>
              <p14:xfrm>
                <a:off x="9130495" y="4251261"/>
                <a:ext cx="327600" cy="11689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9CFAF2D-9164-26D6-A7B3-188AD2D028D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112855" y="4233261"/>
                  <a:ext cx="363240" cy="12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334F92C-EF41-865E-A863-F816B63A6723}"/>
                    </a:ext>
                  </a:extLst>
                </p14:cNvPr>
                <p14:cNvContentPartPr/>
                <p14:nvPr/>
              </p14:nvContentPartPr>
              <p14:xfrm>
                <a:off x="9426055" y="4673541"/>
                <a:ext cx="30240" cy="2865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334F92C-EF41-865E-A863-F816B63A672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408055" y="4655901"/>
                  <a:ext cx="6588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72CAE2A-56C1-F6BE-FDA6-BE271EDACD47}"/>
                    </a:ext>
                  </a:extLst>
                </p14:cNvPr>
                <p14:cNvContentPartPr/>
                <p14:nvPr/>
              </p14:nvContentPartPr>
              <p14:xfrm>
                <a:off x="9561415" y="4735821"/>
                <a:ext cx="104040" cy="1962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72CAE2A-56C1-F6BE-FDA6-BE271EDACD4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543775" y="4718181"/>
                  <a:ext cx="1396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5A37565-AACF-F79E-195A-3D35327CFF00}"/>
                    </a:ext>
                  </a:extLst>
                </p14:cNvPr>
                <p14:cNvContentPartPr/>
                <p14:nvPr/>
              </p14:nvContentPartPr>
              <p14:xfrm>
                <a:off x="9771295" y="4808181"/>
                <a:ext cx="163440" cy="478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5A37565-AACF-F79E-195A-3D35327CFF0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753655" y="4790541"/>
                  <a:ext cx="1990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9273A59-EA2E-4BB0-1416-332F3F68EBDA}"/>
                    </a:ext>
                  </a:extLst>
                </p14:cNvPr>
                <p14:cNvContentPartPr/>
                <p14:nvPr/>
              </p14:nvContentPartPr>
              <p14:xfrm>
                <a:off x="9839695" y="4698741"/>
                <a:ext cx="37440" cy="2541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9273A59-EA2E-4BB0-1416-332F3F68EBD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822055" y="4681101"/>
                  <a:ext cx="73080" cy="28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F823655C-2609-2687-B0B1-E5F46CD7DED6}"/>
              </a:ext>
            </a:extLst>
          </p:cNvPr>
          <p:cNvGrpSpPr/>
          <p:nvPr/>
        </p:nvGrpSpPr>
        <p:grpSpPr>
          <a:xfrm>
            <a:off x="10162255" y="4378341"/>
            <a:ext cx="477360" cy="902880"/>
            <a:chOff x="10162255" y="4378341"/>
            <a:chExt cx="477360" cy="90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7D124A5-C8F8-160E-F3C3-B8AC07723989}"/>
                    </a:ext>
                  </a:extLst>
                </p14:cNvPr>
                <p14:cNvContentPartPr/>
                <p14:nvPr/>
              </p14:nvContentPartPr>
              <p14:xfrm>
                <a:off x="10162255" y="4655541"/>
                <a:ext cx="39960" cy="2635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7D124A5-C8F8-160E-F3C3-B8AC0772398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144615" y="4637541"/>
                  <a:ext cx="7560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F1EE7C2-DA7D-8291-665B-AA9B8EE5A70D}"/>
                    </a:ext>
                  </a:extLst>
                </p14:cNvPr>
                <p14:cNvContentPartPr/>
                <p14:nvPr/>
              </p14:nvContentPartPr>
              <p14:xfrm>
                <a:off x="10246135" y="4692621"/>
                <a:ext cx="247320" cy="2426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F1EE7C2-DA7D-8291-665B-AA9B8EE5A70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228135" y="4674621"/>
                  <a:ext cx="28296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306F3717-C658-7690-2E00-39C83542FF9D}"/>
                    </a:ext>
                  </a:extLst>
                </p14:cNvPr>
                <p14:cNvContentPartPr/>
                <p14:nvPr/>
              </p14:nvContentPartPr>
              <p14:xfrm>
                <a:off x="10516495" y="4378341"/>
                <a:ext cx="123120" cy="9028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306F3717-C658-7690-2E00-39C83542FF9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498495" y="4360701"/>
                  <a:ext cx="158760" cy="93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57DF41B3-68B6-3E91-FA1F-3EAA254E7EE5}"/>
              </a:ext>
            </a:extLst>
          </p:cNvPr>
          <p:cNvGrpSpPr/>
          <p:nvPr/>
        </p:nvGrpSpPr>
        <p:grpSpPr>
          <a:xfrm>
            <a:off x="10857775" y="4431261"/>
            <a:ext cx="1285920" cy="929160"/>
            <a:chOff x="10857775" y="4431261"/>
            <a:chExt cx="1285920" cy="92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374575D-3A5F-016C-693A-BCB1C58A2294}"/>
                    </a:ext>
                  </a:extLst>
                </p14:cNvPr>
                <p14:cNvContentPartPr/>
                <p14:nvPr/>
              </p14:nvContentPartPr>
              <p14:xfrm>
                <a:off x="10857775" y="4854981"/>
                <a:ext cx="221760" cy="990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374575D-3A5F-016C-693A-BCB1C58A229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840135" y="4836981"/>
                  <a:ext cx="2574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B4A125C-3ADF-0772-D6EA-F889B81572CF}"/>
                    </a:ext>
                  </a:extLst>
                </p14:cNvPr>
                <p14:cNvContentPartPr/>
                <p14:nvPr/>
              </p14:nvContentPartPr>
              <p14:xfrm>
                <a:off x="10962535" y="4728981"/>
                <a:ext cx="59040" cy="3117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B4A125C-3ADF-0772-D6EA-F889B81572C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944535" y="4710981"/>
                  <a:ext cx="9468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AA41E493-9DAD-7858-D579-6FF59268D918}"/>
                    </a:ext>
                  </a:extLst>
                </p14:cNvPr>
                <p14:cNvContentPartPr/>
                <p14:nvPr/>
              </p14:nvContentPartPr>
              <p14:xfrm>
                <a:off x="11174575" y="4725741"/>
                <a:ext cx="30960" cy="2534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AA41E493-9DAD-7858-D579-6FF59268D91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156935" y="4708101"/>
                  <a:ext cx="6660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E33E89E-5428-AB48-6F0F-7C72D23C1D0C}"/>
                    </a:ext>
                  </a:extLst>
                </p14:cNvPr>
                <p14:cNvContentPartPr/>
                <p14:nvPr/>
              </p14:nvContentPartPr>
              <p14:xfrm>
                <a:off x="11243695" y="4431261"/>
                <a:ext cx="248760" cy="8485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7E33E89E-5428-AB48-6F0F-7C72D23C1D0C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226055" y="4413621"/>
                  <a:ext cx="284400" cy="88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09878EE-85C0-B362-770F-6B09B2263133}"/>
                    </a:ext>
                  </a:extLst>
                </p14:cNvPr>
                <p14:cNvContentPartPr/>
                <p14:nvPr/>
              </p14:nvContentPartPr>
              <p14:xfrm>
                <a:off x="11518735" y="4650141"/>
                <a:ext cx="127080" cy="3448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09878EE-85C0-B362-770F-6B09B226313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501095" y="4632141"/>
                  <a:ext cx="16272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9B81270-6FC8-C2B5-C2EE-535A91FEEE97}"/>
                    </a:ext>
                  </a:extLst>
                </p14:cNvPr>
                <p14:cNvContentPartPr/>
                <p14:nvPr/>
              </p14:nvContentPartPr>
              <p14:xfrm>
                <a:off x="11762455" y="4840581"/>
                <a:ext cx="131760" cy="493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9B81270-6FC8-C2B5-C2EE-535A91FEEE9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744815" y="4822581"/>
                  <a:ext cx="1674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ADF49AE-B7A0-47E5-5C0A-7781E83DF3B6}"/>
                    </a:ext>
                  </a:extLst>
                </p14:cNvPr>
                <p14:cNvContentPartPr/>
                <p14:nvPr/>
              </p14:nvContentPartPr>
              <p14:xfrm>
                <a:off x="11794855" y="4788741"/>
                <a:ext cx="16560" cy="1810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ADF49AE-B7A0-47E5-5C0A-7781E83DF3B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776855" y="4770741"/>
                  <a:ext cx="522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06F405EF-60C7-634C-E0BF-F7958620F4BA}"/>
                    </a:ext>
                  </a:extLst>
                </p14:cNvPr>
                <p14:cNvContentPartPr/>
                <p14:nvPr/>
              </p14:nvContentPartPr>
              <p14:xfrm>
                <a:off x="11948215" y="4694061"/>
                <a:ext cx="83520" cy="2592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06F405EF-60C7-634C-E0BF-F7958620F4B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1930575" y="4676421"/>
                  <a:ext cx="11916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7E59201C-968C-2057-4C61-D2B40548D817}"/>
                    </a:ext>
                  </a:extLst>
                </p14:cNvPr>
                <p14:cNvContentPartPr/>
                <p14:nvPr/>
              </p14:nvContentPartPr>
              <p14:xfrm>
                <a:off x="11901055" y="4498941"/>
                <a:ext cx="242640" cy="8614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7E59201C-968C-2057-4C61-D2B40548D81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883055" y="4481301"/>
                  <a:ext cx="278280" cy="897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CF3A1F17-420A-20E6-C74D-316958290BA0}"/>
                  </a:ext>
                </a:extLst>
              </p14:cNvPr>
              <p14:cNvContentPartPr/>
              <p14:nvPr/>
            </p14:nvContentPartPr>
            <p14:xfrm>
              <a:off x="11247295" y="5832381"/>
              <a:ext cx="1080" cy="900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CF3A1F17-420A-20E6-C74D-316958290BA0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11229655" y="5814741"/>
                <a:ext cx="36720" cy="4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4" name="Group 143">
            <a:extLst>
              <a:ext uri="{FF2B5EF4-FFF2-40B4-BE49-F238E27FC236}">
                <a16:creationId xmlns:a16="http://schemas.microsoft.com/office/drawing/2014/main" id="{F5DF9E34-42EE-B264-62AA-644DC151F00F}"/>
              </a:ext>
            </a:extLst>
          </p:cNvPr>
          <p:cNvGrpSpPr/>
          <p:nvPr/>
        </p:nvGrpSpPr>
        <p:grpSpPr>
          <a:xfrm>
            <a:off x="5965375" y="6201741"/>
            <a:ext cx="217800" cy="131760"/>
            <a:chOff x="5965375" y="6201741"/>
            <a:chExt cx="217800" cy="13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F90CCE9-A5D1-C40D-F6B2-0F6B43AB73EE}"/>
                    </a:ext>
                  </a:extLst>
                </p14:cNvPr>
                <p14:cNvContentPartPr/>
                <p14:nvPr/>
              </p14:nvContentPartPr>
              <p14:xfrm>
                <a:off x="5998495" y="6201741"/>
                <a:ext cx="184680" cy="327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F90CCE9-A5D1-C40D-F6B2-0F6B43AB73E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980495" y="6184101"/>
                  <a:ext cx="2203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90A47A67-FB66-59ED-41AA-4FBF18421ECC}"/>
                    </a:ext>
                  </a:extLst>
                </p14:cNvPr>
                <p14:cNvContentPartPr/>
                <p14:nvPr/>
              </p14:nvContentPartPr>
              <p14:xfrm>
                <a:off x="5965375" y="6301821"/>
                <a:ext cx="104760" cy="316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90A47A67-FB66-59ED-41AA-4FBF18421EC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947375" y="6283821"/>
                  <a:ext cx="140400" cy="6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17AA8492-9709-84ED-46B6-F1207CC69AE2}"/>
              </a:ext>
            </a:extLst>
          </p:cNvPr>
          <p:cNvGrpSpPr/>
          <p:nvPr/>
        </p:nvGrpSpPr>
        <p:grpSpPr>
          <a:xfrm>
            <a:off x="6804175" y="6078621"/>
            <a:ext cx="540360" cy="368280"/>
            <a:chOff x="6804175" y="6078621"/>
            <a:chExt cx="540360" cy="36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23DF0E39-D4A0-E8D6-775E-AB5E771FD078}"/>
                    </a:ext>
                  </a:extLst>
                </p14:cNvPr>
                <p14:cNvContentPartPr/>
                <p14:nvPr/>
              </p14:nvContentPartPr>
              <p14:xfrm>
                <a:off x="6804175" y="6253581"/>
                <a:ext cx="244080" cy="205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23DF0E39-D4A0-E8D6-775E-AB5E771FD078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786175" y="6235941"/>
                  <a:ext cx="2797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74B1809E-CF66-7A65-8393-395E9B4F09D2}"/>
                    </a:ext>
                  </a:extLst>
                </p14:cNvPr>
                <p14:cNvContentPartPr/>
                <p14:nvPr/>
              </p14:nvContentPartPr>
              <p14:xfrm>
                <a:off x="7156255" y="6078621"/>
                <a:ext cx="188280" cy="3682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74B1809E-CF66-7A65-8393-395E9B4F09D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138255" y="6060981"/>
                  <a:ext cx="223920" cy="40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1EE43500-BF1B-D021-AAE6-2B45D7B99A19}"/>
                  </a:ext>
                </a:extLst>
              </p14:cNvPr>
              <p14:cNvContentPartPr/>
              <p14:nvPr/>
            </p14:nvContentPartPr>
            <p14:xfrm>
              <a:off x="7662055" y="6283101"/>
              <a:ext cx="192960" cy="2772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1EE43500-BF1B-D021-AAE6-2B45D7B99A19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7644055" y="6265101"/>
                <a:ext cx="228600" cy="63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6" name="Group 155">
            <a:extLst>
              <a:ext uri="{FF2B5EF4-FFF2-40B4-BE49-F238E27FC236}">
                <a16:creationId xmlns:a16="http://schemas.microsoft.com/office/drawing/2014/main" id="{FCD09571-19EE-C894-A41C-26182FCD7294}"/>
              </a:ext>
            </a:extLst>
          </p:cNvPr>
          <p:cNvGrpSpPr/>
          <p:nvPr/>
        </p:nvGrpSpPr>
        <p:grpSpPr>
          <a:xfrm>
            <a:off x="8055895" y="6076461"/>
            <a:ext cx="542520" cy="262080"/>
            <a:chOff x="8055895" y="6076461"/>
            <a:chExt cx="542520" cy="26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59EC141-1B98-58CA-91DB-F56168C15D6E}"/>
                    </a:ext>
                  </a:extLst>
                </p14:cNvPr>
                <p14:cNvContentPartPr/>
                <p14:nvPr/>
              </p14:nvContentPartPr>
              <p14:xfrm>
                <a:off x="8055895" y="6129021"/>
                <a:ext cx="163080" cy="2095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59EC141-1B98-58CA-91DB-F56168C15D6E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038255" y="6111381"/>
                  <a:ext cx="1987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4B5A9CDE-7C4D-70CE-84AB-3D729080F57D}"/>
                    </a:ext>
                  </a:extLst>
                </p14:cNvPr>
                <p14:cNvContentPartPr/>
                <p14:nvPr/>
              </p14:nvContentPartPr>
              <p14:xfrm>
                <a:off x="8305015" y="6076461"/>
                <a:ext cx="293400" cy="2383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4B5A9CDE-7C4D-70CE-84AB-3D729080F57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287375" y="6058461"/>
                  <a:ext cx="329040" cy="27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899ADA7D-32BF-5057-494F-83146FEE1A8E}"/>
              </a:ext>
            </a:extLst>
          </p:cNvPr>
          <p:cNvGrpSpPr/>
          <p:nvPr/>
        </p:nvGrpSpPr>
        <p:grpSpPr>
          <a:xfrm>
            <a:off x="8975335" y="6073221"/>
            <a:ext cx="394920" cy="291240"/>
            <a:chOff x="8975335" y="6073221"/>
            <a:chExt cx="394920" cy="29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768E17C6-1747-0151-AE5F-1258C3C404F0}"/>
                    </a:ext>
                  </a:extLst>
                </p14:cNvPr>
                <p14:cNvContentPartPr/>
                <p14:nvPr/>
              </p14:nvContentPartPr>
              <p14:xfrm>
                <a:off x="8975335" y="6178701"/>
                <a:ext cx="191880" cy="486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768E17C6-1747-0151-AE5F-1258C3C404F0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957335" y="6160701"/>
                  <a:ext cx="2275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182B9A39-2C5C-D247-F860-2E34FBE34EE3}"/>
                    </a:ext>
                  </a:extLst>
                </p14:cNvPr>
                <p14:cNvContentPartPr/>
                <p14:nvPr/>
              </p14:nvContentPartPr>
              <p14:xfrm>
                <a:off x="9041215" y="6073221"/>
                <a:ext cx="25920" cy="2912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182B9A39-2C5C-D247-F860-2E34FBE34EE3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023215" y="6055581"/>
                  <a:ext cx="6156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F0D4E33-799A-5279-0D2B-05B1A56DF92E}"/>
                    </a:ext>
                  </a:extLst>
                </p14:cNvPr>
                <p14:cNvContentPartPr/>
                <p14:nvPr/>
              </p14:nvContentPartPr>
              <p14:xfrm>
                <a:off x="9346855" y="6073221"/>
                <a:ext cx="23400" cy="2480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F0D4E33-799A-5279-0D2B-05B1A56DF92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329215" y="6055221"/>
                  <a:ext cx="59040" cy="283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43F3DCE6-73BF-D0BC-18A1-84663520CF86}"/>
                  </a:ext>
                </a:extLst>
              </p14:cNvPr>
              <p14:cNvContentPartPr/>
              <p14:nvPr/>
            </p14:nvContentPartPr>
            <p14:xfrm>
              <a:off x="9568255" y="5999421"/>
              <a:ext cx="144000" cy="33768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43F3DCE6-73BF-D0BC-18A1-84663520CF86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9550255" y="5981421"/>
                <a:ext cx="179640" cy="373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9" name="Group 158">
            <a:extLst>
              <a:ext uri="{FF2B5EF4-FFF2-40B4-BE49-F238E27FC236}">
                <a16:creationId xmlns:a16="http://schemas.microsoft.com/office/drawing/2014/main" id="{5ECFC28D-EB37-C1C2-1B7C-B891BAE0F666}"/>
              </a:ext>
            </a:extLst>
          </p:cNvPr>
          <p:cNvGrpSpPr/>
          <p:nvPr/>
        </p:nvGrpSpPr>
        <p:grpSpPr>
          <a:xfrm>
            <a:off x="9950575" y="6125061"/>
            <a:ext cx="276480" cy="132840"/>
            <a:chOff x="9950575" y="6125061"/>
            <a:chExt cx="276480" cy="13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EDA08A8A-EA84-ABD5-0A8E-6D0B056A05C8}"/>
                    </a:ext>
                  </a:extLst>
                </p14:cNvPr>
                <p14:cNvContentPartPr/>
                <p14:nvPr/>
              </p14:nvContentPartPr>
              <p14:xfrm>
                <a:off x="9950575" y="6125061"/>
                <a:ext cx="166680" cy="370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EDA08A8A-EA84-ABD5-0A8E-6D0B056A05C8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932575" y="6107421"/>
                  <a:ext cx="2023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FA3169E9-C09E-5BDF-3E8A-17D2598A999F}"/>
                    </a:ext>
                  </a:extLst>
                </p14:cNvPr>
                <p14:cNvContentPartPr/>
                <p14:nvPr/>
              </p14:nvContentPartPr>
              <p14:xfrm>
                <a:off x="10001335" y="6245301"/>
                <a:ext cx="225720" cy="126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FA3169E9-C09E-5BDF-3E8A-17D2598A999F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9983695" y="6227301"/>
                  <a:ext cx="26136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2730ACA2-ED93-6A7D-E515-07FC0DB0DE78}"/>
              </a:ext>
            </a:extLst>
          </p:cNvPr>
          <p:cNvGrpSpPr/>
          <p:nvPr/>
        </p:nvGrpSpPr>
        <p:grpSpPr>
          <a:xfrm>
            <a:off x="10715575" y="5976381"/>
            <a:ext cx="532800" cy="317160"/>
            <a:chOff x="10715575" y="5976381"/>
            <a:chExt cx="532800" cy="31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528334E2-6679-98CC-8975-ADDBE47D74E3}"/>
                    </a:ext>
                  </a:extLst>
                </p14:cNvPr>
                <p14:cNvContentPartPr/>
                <p14:nvPr/>
              </p14:nvContentPartPr>
              <p14:xfrm>
                <a:off x="10715575" y="6104541"/>
                <a:ext cx="135000" cy="280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528334E2-6679-98CC-8975-ADDBE47D74E3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697575" y="6086541"/>
                  <a:ext cx="1706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82591657-DF59-8896-EC1A-3E8CE7EC7509}"/>
                    </a:ext>
                  </a:extLst>
                </p14:cNvPr>
                <p14:cNvContentPartPr/>
                <p14:nvPr/>
              </p14:nvContentPartPr>
              <p14:xfrm>
                <a:off x="10927615" y="5980341"/>
                <a:ext cx="34560" cy="2829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82591657-DF59-8896-EC1A-3E8CE7EC7509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909615" y="5962701"/>
                  <a:ext cx="7020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009BB747-E117-74D8-2671-ADFCACB6291A}"/>
                    </a:ext>
                  </a:extLst>
                </p14:cNvPr>
                <p14:cNvContentPartPr/>
                <p14:nvPr/>
              </p14:nvContentPartPr>
              <p14:xfrm>
                <a:off x="11095375" y="5976381"/>
                <a:ext cx="153000" cy="3171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009BB747-E117-74D8-2671-ADFCACB6291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1077735" y="5958381"/>
                  <a:ext cx="188640" cy="35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9C5A8346-AB8E-09E0-906C-F77BD7687E09}"/>
              </a:ext>
            </a:extLst>
          </p:cNvPr>
          <p:cNvGrpSpPr/>
          <p:nvPr/>
        </p:nvGrpSpPr>
        <p:grpSpPr>
          <a:xfrm>
            <a:off x="11436295" y="5987541"/>
            <a:ext cx="516240" cy="406800"/>
            <a:chOff x="11436295" y="5987541"/>
            <a:chExt cx="516240" cy="40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206E7A64-4C0B-74FF-6D46-31FD3EA7D9CC}"/>
                    </a:ext>
                  </a:extLst>
                </p14:cNvPr>
                <p14:cNvContentPartPr/>
                <p14:nvPr/>
              </p14:nvContentPartPr>
              <p14:xfrm>
                <a:off x="11436295" y="6142341"/>
                <a:ext cx="212040" cy="295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206E7A64-4C0B-74FF-6D46-31FD3EA7D9CC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1418655" y="6124701"/>
                  <a:ext cx="2476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74FF7156-FE96-F69B-E120-FBE1E65E13D6}"/>
                    </a:ext>
                  </a:extLst>
                </p14:cNvPr>
                <p14:cNvContentPartPr/>
                <p14:nvPr/>
              </p14:nvContentPartPr>
              <p14:xfrm>
                <a:off x="11467255" y="6246021"/>
                <a:ext cx="170640" cy="378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74FF7156-FE96-F69B-E120-FBE1E65E13D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1449615" y="6228021"/>
                  <a:ext cx="2062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57F38F4A-D0AB-4F66-3FAD-29388055AD03}"/>
                    </a:ext>
                  </a:extLst>
                </p14:cNvPr>
                <p14:cNvContentPartPr/>
                <p14:nvPr/>
              </p14:nvContentPartPr>
              <p14:xfrm>
                <a:off x="11519815" y="6001221"/>
                <a:ext cx="145440" cy="3931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57F38F4A-D0AB-4F66-3FAD-29388055AD03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1501815" y="5983581"/>
                  <a:ext cx="18108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D4D8E23E-EB5D-C03F-A1C0-F1D6EAF52A75}"/>
                    </a:ext>
                  </a:extLst>
                </p14:cNvPr>
                <p14:cNvContentPartPr/>
                <p14:nvPr/>
              </p14:nvContentPartPr>
              <p14:xfrm>
                <a:off x="11756335" y="5987541"/>
                <a:ext cx="196200" cy="2952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D4D8E23E-EB5D-C03F-A1C0-F1D6EAF52A75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1738695" y="5969541"/>
                  <a:ext cx="231840" cy="33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A1BFFEE0-4D7E-37D6-29A2-4159AEEE88F4}"/>
              </a:ext>
            </a:extLst>
          </p:cNvPr>
          <p:cNvGrpSpPr/>
          <p:nvPr/>
        </p:nvGrpSpPr>
        <p:grpSpPr>
          <a:xfrm>
            <a:off x="9808735" y="1082901"/>
            <a:ext cx="2448720" cy="214560"/>
            <a:chOff x="9808735" y="1082901"/>
            <a:chExt cx="2448720" cy="21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28B03F31-C464-482D-FEEE-438B23FEDF0F}"/>
                    </a:ext>
                  </a:extLst>
                </p14:cNvPr>
                <p14:cNvContentPartPr/>
                <p14:nvPr/>
              </p14:nvContentPartPr>
              <p14:xfrm>
                <a:off x="9876775" y="1082901"/>
                <a:ext cx="1951200" cy="1065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28B03F31-C464-482D-FEEE-438B23FEDF0F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858775" y="1065261"/>
                  <a:ext cx="19868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D0EE844B-CFF7-8313-CFA2-04B195B667A5}"/>
                    </a:ext>
                  </a:extLst>
                </p14:cNvPr>
                <p14:cNvContentPartPr/>
                <p14:nvPr/>
              </p14:nvContentPartPr>
              <p14:xfrm>
                <a:off x="9808735" y="1144461"/>
                <a:ext cx="2448720" cy="1530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D0EE844B-CFF7-8313-CFA2-04B195B667A5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790735" y="1126461"/>
                  <a:ext cx="2484360" cy="188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0CB5D4F2-F62C-2821-101B-3EEBDF00513B}"/>
                  </a:ext>
                </a:extLst>
              </p14:cNvPr>
              <p14:cNvContentPartPr/>
              <p14:nvPr/>
            </p14:nvContentPartPr>
            <p14:xfrm>
              <a:off x="2874357" y="3317703"/>
              <a:ext cx="17280" cy="108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0CB5D4F2-F62C-2821-101B-3EEBDF00513B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2870037" y="3313383"/>
                <a:ext cx="25920" cy="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9866292A-E5E7-DBBE-4370-EB1D8F127271}"/>
                  </a:ext>
                </a:extLst>
              </p14:cNvPr>
              <p14:cNvContentPartPr/>
              <p14:nvPr/>
            </p14:nvContentPartPr>
            <p14:xfrm>
              <a:off x="2581677" y="5722143"/>
              <a:ext cx="43560" cy="6156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9866292A-E5E7-DBBE-4370-EB1D8F127271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2577357" y="5717823"/>
                <a:ext cx="5220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028FFAA6-5ED7-6577-EBE0-A4A9BC4921A8}"/>
                  </a:ext>
                </a:extLst>
              </p14:cNvPr>
              <p14:cNvContentPartPr/>
              <p14:nvPr/>
            </p14:nvContentPartPr>
            <p14:xfrm>
              <a:off x="4490037" y="3283503"/>
              <a:ext cx="5400" cy="828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028FFAA6-5ED7-6577-EBE0-A4A9BC4921A8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4485717" y="3279183"/>
                <a:ext cx="14040" cy="1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808B5691-E56A-84E2-C870-C1CB6B76969A}"/>
                  </a:ext>
                </a:extLst>
              </p14:cNvPr>
              <p14:cNvContentPartPr/>
              <p14:nvPr/>
            </p14:nvContentPartPr>
            <p14:xfrm>
              <a:off x="3692277" y="5289423"/>
              <a:ext cx="7560" cy="2340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808B5691-E56A-84E2-C870-C1CB6B76969A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3687957" y="5285103"/>
                <a:ext cx="1620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6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27EF3ED7-D4AE-1B1F-92C6-F4FCD2B24050}"/>
                  </a:ext>
                </a:extLst>
              </p14:cNvPr>
              <p14:cNvContentPartPr/>
              <p14:nvPr/>
            </p14:nvContentPartPr>
            <p14:xfrm>
              <a:off x="5365917" y="3023583"/>
              <a:ext cx="3240" cy="396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27EF3ED7-D4AE-1B1F-92C6-F4FCD2B24050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5361597" y="3019263"/>
                <a:ext cx="1188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C5DB04C8-BDB2-3D31-EF8F-5742485962A1}"/>
                  </a:ext>
                </a:extLst>
              </p14:cNvPr>
              <p14:cNvContentPartPr/>
              <p14:nvPr/>
            </p14:nvContentPartPr>
            <p14:xfrm>
              <a:off x="4361157" y="5689743"/>
              <a:ext cx="1440" cy="648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C5DB04C8-BDB2-3D31-EF8F-5742485962A1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4356837" y="5685423"/>
                <a:ext cx="10080" cy="1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0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37B8414A-CC00-C7B9-B709-47B39A24C081}"/>
                  </a:ext>
                </a:extLst>
              </p14:cNvPr>
              <p14:cNvContentPartPr/>
              <p14:nvPr/>
            </p14:nvContentPartPr>
            <p14:xfrm>
              <a:off x="6471477" y="4981983"/>
              <a:ext cx="6480" cy="468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37B8414A-CC00-C7B9-B709-47B39A24C081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6467157" y="4977663"/>
                <a:ext cx="15120" cy="1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1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D44DB575-E2C6-C8C7-D8A9-6BE400CCE1F8}"/>
                  </a:ext>
                </a:extLst>
              </p14:cNvPr>
              <p14:cNvContentPartPr/>
              <p14:nvPr/>
            </p14:nvContentPartPr>
            <p14:xfrm>
              <a:off x="4891077" y="5933463"/>
              <a:ext cx="8280" cy="3240"/>
            </p14:xfrm>
          </p:contentPart>
        </mc:Choice>
        <mc:Fallback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D44DB575-E2C6-C8C7-D8A9-6BE400CCE1F8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4886757" y="5929143"/>
                <a:ext cx="16920" cy="1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3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90496793-229E-51AA-12C8-DBB8C5301BAB}"/>
                  </a:ext>
                </a:extLst>
              </p14:cNvPr>
              <p14:cNvContentPartPr/>
              <p14:nvPr/>
            </p14:nvContentPartPr>
            <p14:xfrm>
              <a:off x="3558717" y="5156583"/>
              <a:ext cx="15120" cy="1692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90496793-229E-51AA-12C8-DBB8C5301BAB}"/>
                  </a:ext>
                </a:extLst>
              </p:cNvPr>
              <p:cNvPicPr/>
              <p:nvPr/>
            </p:nvPicPr>
            <p:blipFill>
              <a:blip r:embed="rId294"/>
              <a:stretch>
                <a:fillRect/>
              </a:stretch>
            </p:blipFill>
            <p:spPr>
              <a:xfrm>
                <a:off x="3554397" y="5152263"/>
                <a:ext cx="2376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5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6AB0B922-67B1-2312-9A6D-C3EC7C6E693C}"/>
                  </a:ext>
                </a:extLst>
              </p14:cNvPr>
              <p14:cNvContentPartPr/>
              <p14:nvPr/>
            </p14:nvContentPartPr>
            <p14:xfrm>
              <a:off x="4609557" y="5042463"/>
              <a:ext cx="2160" cy="11880"/>
            </p14:xfrm>
          </p:contentPart>
        </mc:Choice>
        <mc:Fallback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6AB0B922-67B1-2312-9A6D-C3EC7C6E693C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4605237" y="5038143"/>
                <a:ext cx="1080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7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ED2B28EB-86BB-8DA3-6959-039383FE9B4B}"/>
                  </a:ext>
                </a:extLst>
              </p14:cNvPr>
              <p14:cNvContentPartPr/>
              <p14:nvPr/>
            </p14:nvContentPartPr>
            <p14:xfrm>
              <a:off x="3410397" y="4389783"/>
              <a:ext cx="360" cy="360"/>
            </p14:xfrm>
          </p:contentPart>
        </mc:Choice>
        <mc:Fallback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ED2B28EB-86BB-8DA3-6959-039383FE9B4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406077" y="4385463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8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F143EF82-2722-0C62-DD4E-DC656582CF63}"/>
                  </a:ext>
                </a:extLst>
              </p14:cNvPr>
              <p14:cNvContentPartPr/>
              <p14:nvPr/>
            </p14:nvContentPartPr>
            <p14:xfrm>
              <a:off x="2544957" y="5125263"/>
              <a:ext cx="27720" cy="1980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F143EF82-2722-0C62-DD4E-DC656582CF63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2540637" y="5120943"/>
                <a:ext cx="3636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0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EBD825DF-A9B3-E792-45D4-9B4DC5C6657F}"/>
                  </a:ext>
                </a:extLst>
              </p14:cNvPr>
              <p14:cNvContentPartPr/>
              <p14:nvPr/>
            </p14:nvContentPartPr>
            <p14:xfrm>
              <a:off x="3689397" y="4933023"/>
              <a:ext cx="35280" cy="2952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EBD825DF-A9B3-E792-45D4-9B4DC5C6657F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3685077" y="4928703"/>
                <a:ext cx="4392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2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7F6528FE-B0F4-AABC-3BFE-7E9FB32EBAB0}"/>
                  </a:ext>
                </a:extLst>
              </p14:cNvPr>
              <p14:cNvContentPartPr/>
              <p14:nvPr/>
            </p14:nvContentPartPr>
            <p14:xfrm>
              <a:off x="3660597" y="6232263"/>
              <a:ext cx="7560" cy="2844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7F6528FE-B0F4-AABC-3BFE-7E9FB32EBAB0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3656277" y="6227943"/>
                <a:ext cx="1620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4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C5CAD1DA-A12D-1450-B905-EF263327322F}"/>
                  </a:ext>
                </a:extLst>
              </p14:cNvPr>
              <p14:cNvContentPartPr/>
              <p14:nvPr/>
            </p14:nvContentPartPr>
            <p14:xfrm>
              <a:off x="4496517" y="4171623"/>
              <a:ext cx="45360" cy="25560"/>
            </p14:xfrm>
          </p:contentPart>
        </mc:Choice>
        <mc:Fallback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C5CAD1DA-A12D-1450-B905-EF263327322F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4492197" y="4167303"/>
                <a:ext cx="5400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6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45DEA52A-B2FF-9C0A-73F1-4BC984231FC3}"/>
                  </a:ext>
                </a:extLst>
              </p14:cNvPr>
              <p14:cNvContentPartPr/>
              <p14:nvPr/>
            </p14:nvContentPartPr>
            <p14:xfrm>
              <a:off x="4734837" y="4157943"/>
              <a:ext cx="5400" cy="38160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45DEA52A-B2FF-9C0A-73F1-4BC984231FC3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4730517" y="4153623"/>
                <a:ext cx="1404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8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9906F358-63F1-DE57-4B1C-4634EA87F261}"/>
                  </a:ext>
                </a:extLst>
              </p14:cNvPr>
              <p14:cNvContentPartPr/>
              <p14:nvPr/>
            </p14:nvContentPartPr>
            <p14:xfrm>
              <a:off x="4953717" y="4212303"/>
              <a:ext cx="29520" cy="576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9906F358-63F1-DE57-4B1C-4634EA87F261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4949397" y="4207983"/>
                <a:ext cx="38160" cy="1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0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BF333411-3607-F0B6-46BC-B433B57BFDD2}"/>
                  </a:ext>
                </a:extLst>
              </p14:cNvPr>
              <p14:cNvContentPartPr/>
              <p14:nvPr/>
            </p14:nvContentPartPr>
            <p14:xfrm>
              <a:off x="3394557" y="5834463"/>
              <a:ext cx="11880" cy="8280"/>
            </p14:xfrm>
          </p:contentPart>
        </mc:Choice>
        <mc:Fallback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BF333411-3607-F0B6-46BC-B433B57BFDD2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3390237" y="5830143"/>
                <a:ext cx="20520" cy="1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2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85C8CFEE-5717-6F9F-1325-47C34E509FD3}"/>
                  </a:ext>
                </a:extLst>
              </p14:cNvPr>
              <p14:cNvContentPartPr/>
              <p14:nvPr/>
            </p14:nvContentPartPr>
            <p14:xfrm>
              <a:off x="2459997" y="5077743"/>
              <a:ext cx="15120" cy="1152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85C8CFEE-5717-6F9F-1325-47C34E509FD3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2455677" y="5073423"/>
                <a:ext cx="2376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4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D69D51DA-A39F-326B-DD0F-0AC7F53F956B}"/>
                  </a:ext>
                </a:extLst>
              </p14:cNvPr>
              <p14:cNvContentPartPr/>
              <p14:nvPr/>
            </p14:nvContentPartPr>
            <p14:xfrm>
              <a:off x="2669517" y="5958303"/>
              <a:ext cx="11880" cy="1908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D69D51DA-A39F-326B-DD0F-0AC7F53F956B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2665197" y="5953983"/>
                <a:ext cx="2052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6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C23B5F1C-B49D-ECC4-5DBC-0980BA0D103A}"/>
                  </a:ext>
                </a:extLst>
              </p14:cNvPr>
              <p14:cNvContentPartPr/>
              <p14:nvPr/>
            </p14:nvContentPartPr>
            <p14:xfrm>
              <a:off x="4522437" y="5047143"/>
              <a:ext cx="3240" cy="216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C23B5F1C-B49D-ECC4-5DBC-0980BA0D103A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4518117" y="5042823"/>
                <a:ext cx="11880" cy="1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7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E3E7C29F-0351-7455-B34F-F09EDB578838}"/>
                  </a:ext>
                </a:extLst>
              </p14:cNvPr>
              <p14:cNvContentPartPr/>
              <p14:nvPr/>
            </p14:nvContentPartPr>
            <p14:xfrm>
              <a:off x="4895757" y="6046143"/>
              <a:ext cx="9000" cy="23040"/>
            </p14:xfrm>
          </p:contentPart>
        </mc:Choice>
        <mc:Fallback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E3E7C29F-0351-7455-B34F-F09EDB578838}"/>
                  </a:ext>
                </a:extLst>
              </p:cNvPr>
              <p:cNvPicPr/>
              <p:nvPr/>
            </p:nvPicPr>
            <p:blipFill>
              <a:blip r:embed="rId318"/>
              <a:stretch>
                <a:fillRect/>
              </a:stretch>
            </p:blipFill>
            <p:spPr>
              <a:xfrm>
                <a:off x="4891437" y="6041823"/>
                <a:ext cx="1764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9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BB1369F5-2E24-1A6F-5C05-56DD9103BF66}"/>
                  </a:ext>
                </a:extLst>
              </p14:cNvPr>
              <p14:cNvContentPartPr/>
              <p14:nvPr/>
            </p14:nvContentPartPr>
            <p14:xfrm>
              <a:off x="2351277" y="5973063"/>
              <a:ext cx="21600" cy="19440"/>
            </p14:xfrm>
          </p:contentPart>
        </mc:Choice>
        <mc:Fallback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BB1369F5-2E24-1A6F-5C05-56DD9103BF66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2346957" y="5968743"/>
                <a:ext cx="3024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1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5FA6B624-A259-2ADD-9EE7-35CEB768802E}"/>
                  </a:ext>
                </a:extLst>
              </p14:cNvPr>
              <p14:cNvContentPartPr/>
              <p14:nvPr/>
            </p14:nvContentPartPr>
            <p14:xfrm>
              <a:off x="3764997" y="5141823"/>
              <a:ext cx="10080" cy="6480"/>
            </p14:xfrm>
          </p:contentPart>
        </mc:Choice>
        <mc:Fallback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5FA6B624-A259-2ADD-9EE7-35CEB768802E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3760677" y="5137503"/>
                <a:ext cx="18720" cy="1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3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47E3138-6D58-28E3-0E6D-FED146DF7D97}"/>
                  </a:ext>
                </a:extLst>
              </p14:cNvPr>
              <p14:cNvContentPartPr/>
              <p14:nvPr/>
            </p14:nvContentPartPr>
            <p14:xfrm>
              <a:off x="12112677" y="5068743"/>
              <a:ext cx="36360" cy="216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47E3138-6D58-28E3-0E6D-FED146DF7D97}"/>
                  </a:ext>
                </a:extLst>
              </p:cNvPr>
              <p:cNvPicPr/>
              <p:nvPr/>
            </p:nvPicPr>
            <p:blipFill>
              <a:blip r:embed="rId324"/>
              <a:stretch>
                <a:fillRect/>
              </a:stretch>
            </p:blipFill>
            <p:spPr>
              <a:xfrm>
                <a:off x="12108357" y="5064423"/>
                <a:ext cx="45000" cy="1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5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13414565-5237-03E4-1DDB-DBD2FE540C33}"/>
                  </a:ext>
                </a:extLst>
              </p14:cNvPr>
              <p14:cNvContentPartPr/>
              <p14:nvPr/>
            </p14:nvContentPartPr>
            <p14:xfrm>
              <a:off x="8333037" y="6416223"/>
              <a:ext cx="4680" cy="144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13414565-5237-03E4-1DDB-DBD2FE540C33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8328717" y="6411903"/>
                <a:ext cx="13320" cy="1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6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E8D967F1-9FD2-F602-792E-C076CC4FAA97}"/>
                  </a:ext>
                </a:extLst>
              </p14:cNvPr>
              <p14:cNvContentPartPr/>
              <p14:nvPr/>
            </p14:nvContentPartPr>
            <p14:xfrm>
              <a:off x="4282317" y="3296463"/>
              <a:ext cx="6480" cy="288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E8D967F1-9FD2-F602-792E-C076CC4FAA97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4277997" y="3292143"/>
                <a:ext cx="15120" cy="1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8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1BE3CFCF-634D-69D0-9859-9800F9A058AB}"/>
                  </a:ext>
                </a:extLst>
              </p14:cNvPr>
              <p14:cNvContentPartPr/>
              <p14:nvPr/>
            </p14:nvContentPartPr>
            <p14:xfrm>
              <a:off x="4373397" y="1762503"/>
              <a:ext cx="7200" cy="396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1BE3CFCF-634D-69D0-9859-9800F9A058A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369077" y="1758183"/>
                <a:ext cx="1584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83255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95E4CFC-8FD6-982E-E8BC-4A0B85989786}"/>
              </a:ext>
            </a:extLst>
          </p:cNvPr>
          <p:cNvGrpSpPr/>
          <p:nvPr/>
        </p:nvGrpSpPr>
        <p:grpSpPr>
          <a:xfrm>
            <a:off x="367723" y="652341"/>
            <a:ext cx="696600" cy="200160"/>
            <a:chOff x="367723" y="652341"/>
            <a:chExt cx="696600" cy="20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466FA0D-53BE-AAE0-5915-D31FC0C925E3}"/>
                    </a:ext>
                  </a:extLst>
                </p14:cNvPr>
                <p14:cNvContentPartPr/>
                <p14:nvPr/>
              </p14:nvContentPartPr>
              <p14:xfrm>
                <a:off x="367723" y="686901"/>
                <a:ext cx="352800" cy="1656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466FA0D-53BE-AAE0-5915-D31FC0C925E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49723" y="669261"/>
                  <a:ext cx="3884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A0EAE3C-916E-D2AB-3655-AB70555CE556}"/>
                    </a:ext>
                  </a:extLst>
                </p14:cNvPr>
                <p14:cNvContentPartPr/>
                <p14:nvPr/>
              </p14:nvContentPartPr>
              <p14:xfrm>
                <a:off x="935443" y="652341"/>
                <a:ext cx="128880" cy="360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A0EAE3C-916E-D2AB-3655-AB70555CE55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17803" y="634701"/>
                  <a:ext cx="1645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3905D0E-C794-87F5-F0E2-B090F869617C}"/>
                    </a:ext>
                  </a:extLst>
                </p14:cNvPr>
                <p14:cNvContentPartPr/>
                <p14:nvPr/>
              </p14:nvContentPartPr>
              <p14:xfrm>
                <a:off x="943723" y="768621"/>
                <a:ext cx="112320" cy="270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3905D0E-C794-87F5-F0E2-B090F869617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25723" y="750981"/>
                  <a:ext cx="147960" cy="6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32B050A-E221-7775-66A8-049122691A33}"/>
                  </a:ext>
                </a:extLst>
              </p14:cNvPr>
              <p14:cNvContentPartPr/>
              <p14:nvPr/>
            </p14:nvContentPartPr>
            <p14:xfrm>
              <a:off x="1575163" y="179301"/>
              <a:ext cx="151920" cy="2150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32B050A-E221-7775-66A8-049122691A3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57163" y="161301"/>
                <a:ext cx="187560" cy="218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BA9AFCCE-E9F4-3995-3774-BE717F499570}"/>
              </a:ext>
            </a:extLst>
          </p:cNvPr>
          <p:cNvGrpSpPr/>
          <p:nvPr/>
        </p:nvGrpSpPr>
        <p:grpSpPr>
          <a:xfrm>
            <a:off x="1552483" y="356781"/>
            <a:ext cx="3391560" cy="3203280"/>
            <a:chOff x="1552483" y="356781"/>
            <a:chExt cx="3391560" cy="320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1C042B6-12D4-A4BC-32D8-3385902B7FBA}"/>
                    </a:ext>
                  </a:extLst>
                </p14:cNvPr>
                <p14:cNvContentPartPr/>
                <p14:nvPr/>
              </p14:nvContentPartPr>
              <p14:xfrm>
                <a:off x="1878283" y="470181"/>
                <a:ext cx="287280" cy="251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1C042B6-12D4-A4BC-32D8-3385902B7FB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60643" y="452181"/>
                  <a:ext cx="32292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F2CEBD8-739C-029F-4350-96ED997A81D0}"/>
                    </a:ext>
                  </a:extLst>
                </p14:cNvPr>
                <p14:cNvContentPartPr/>
                <p14:nvPr/>
              </p14:nvContentPartPr>
              <p14:xfrm>
                <a:off x="1843003" y="1204941"/>
                <a:ext cx="212040" cy="266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F2CEBD8-739C-029F-4350-96ED997A81D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25003" y="1186941"/>
                  <a:ext cx="2476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5FD7910-479B-F881-903D-859811A06DDE}"/>
                    </a:ext>
                  </a:extLst>
                </p14:cNvPr>
                <p14:cNvContentPartPr/>
                <p14:nvPr/>
              </p14:nvContentPartPr>
              <p14:xfrm>
                <a:off x="2171323" y="1063461"/>
                <a:ext cx="173160" cy="367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5FD7910-479B-F881-903D-859811A06DD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153323" y="1045821"/>
                  <a:ext cx="20880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0234B21-5421-966C-1B80-33229D2456F0}"/>
                    </a:ext>
                  </a:extLst>
                </p14:cNvPr>
                <p14:cNvContentPartPr/>
                <p14:nvPr/>
              </p14:nvContentPartPr>
              <p14:xfrm>
                <a:off x="2089963" y="1923861"/>
                <a:ext cx="14400" cy="297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0234B21-5421-966C-1B80-33229D2456F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72323" y="1905861"/>
                  <a:ext cx="5004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16D1AA0-39A6-BB86-1C81-AD9BC017F496}"/>
                    </a:ext>
                  </a:extLst>
                </p14:cNvPr>
                <p14:cNvContentPartPr/>
                <p14:nvPr/>
              </p14:nvContentPartPr>
              <p14:xfrm>
                <a:off x="2261323" y="1908381"/>
                <a:ext cx="215640" cy="3232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16D1AA0-39A6-BB86-1C81-AD9BC017F49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43323" y="1890741"/>
                  <a:ext cx="25128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7167402-981A-E1DF-6DCA-D94E3E2101F2}"/>
                    </a:ext>
                  </a:extLst>
                </p14:cNvPr>
                <p14:cNvContentPartPr/>
                <p14:nvPr/>
              </p14:nvContentPartPr>
              <p14:xfrm>
                <a:off x="2967283" y="366501"/>
                <a:ext cx="29880" cy="316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7167402-981A-E1DF-6DCA-D94E3E2101F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49643" y="348861"/>
                  <a:ext cx="6552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BD3B646-BEFB-EDAF-D9FD-8D2103D95328}"/>
                    </a:ext>
                  </a:extLst>
                </p14:cNvPr>
                <p14:cNvContentPartPr/>
                <p14:nvPr/>
              </p14:nvContentPartPr>
              <p14:xfrm>
                <a:off x="2808523" y="1207101"/>
                <a:ext cx="163440" cy="162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BD3B646-BEFB-EDAF-D9FD-8D2103D9532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790523" y="1189101"/>
                  <a:ext cx="1990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49E1E72-D6E1-6260-044A-F25280A5D993}"/>
                    </a:ext>
                  </a:extLst>
                </p14:cNvPr>
                <p14:cNvContentPartPr/>
                <p14:nvPr/>
              </p14:nvContentPartPr>
              <p14:xfrm>
                <a:off x="3049363" y="1091541"/>
                <a:ext cx="190800" cy="263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49E1E72-D6E1-6260-044A-F25280A5D99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031723" y="1073541"/>
                  <a:ext cx="22644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DC264BF-7D10-9C10-83B1-F25C2A952CA9}"/>
                    </a:ext>
                  </a:extLst>
                </p14:cNvPr>
                <p14:cNvContentPartPr/>
                <p14:nvPr/>
              </p14:nvContentPartPr>
              <p14:xfrm>
                <a:off x="3119923" y="1766181"/>
                <a:ext cx="433440" cy="3787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DC264BF-7D10-9C10-83B1-F25C2A952CA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101923" y="1748181"/>
                  <a:ext cx="46908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E64A6B6-22A1-41AD-5C5E-3112B983B2C3}"/>
                    </a:ext>
                  </a:extLst>
                </p14:cNvPr>
                <p14:cNvContentPartPr/>
                <p14:nvPr/>
              </p14:nvContentPartPr>
              <p14:xfrm>
                <a:off x="4088683" y="356781"/>
                <a:ext cx="5760" cy="275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E64A6B6-22A1-41AD-5C5E-3112B983B2C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071043" y="339141"/>
                  <a:ext cx="4140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29F686D-7584-7B3B-2186-9B4D682D387C}"/>
                    </a:ext>
                  </a:extLst>
                </p14:cNvPr>
                <p14:cNvContentPartPr/>
                <p14:nvPr/>
              </p14:nvContentPartPr>
              <p14:xfrm>
                <a:off x="3920923" y="1201701"/>
                <a:ext cx="149760" cy="280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29F686D-7584-7B3B-2186-9B4D682D387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902923" y="1183701"/>
                  <a:ext cx="1854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91A922D-09C1-733F-A001-F813F43A3D7E}"/>
                    </a:ext>
                  </a:extLst>
                </p14:cNvPr>
                <p14:cNvContentPartPr/>
                <p14:nvPr/>
              </p14:nvContentPartPr>
              <p14:xfrm>
                <a:off x="4200643" y="1011981"/>
                <a:ext cx="167760" cy="281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91A922D-09C1-733F-A001-F813F43A3D7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182643" y="994341"/>
                  <a:ext cx="20340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5D56366-963B-C705-E58F-03EA3030A9E2}"/>
                    </a:ext>
                  </a:extLst>
                </p14:cNvPr>
                <p14:cNvContentPartPr/>
                <p14:nvPr/>
              </p14:nvContentPartPr>
              <p14:xfrm>
                <a:off x="4179763" y="1677621"/>
                <a:ext cx="132480" cy="295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5D56366-963B-C705-E58F-03EA3030A9E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61763" y="1659621"/>
                  <a:ext cx="16812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C8B572E-95E4-528A-9D19-3446019CD4FF}"/>
                    </a:ext>
                  </a:extLst>
                </p14:cNvPr>
                <p14:cNvContentPartPr/>
                <p14:nvPr/>
              </p14:nvContentPartPr>
              <p14:xfrm>
                <a:off x="4226923" y="1595541"/>
                <a:ext cx="182880" cy="88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C8B572E-95E4-528A-9D19-3446019CD4F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08923" y="1577901"/>
                  <a:ext cx="2185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103AC0F-E76C-E63E-A509-B54443D92932}"/>
                    </a:ext>
                  </a:extLst>
                </p14:cNvPr>
                <p14:cNvContentPartPr/>
                <p14:nvPr/>
              </p14:nvContentPartPr>
              <p14:xfrm>
                <a:off x="4669723" y="475941"/>
                <a:ext cx="138240" cy="17852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103AC0F-E76C-E63E-A509-B54443D9293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651723" y="458301"/>
                  <a:ext cx="173880" cy="18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ECC35A1-7E2B-8C19-BE31-DDDD93134B4B}"/>
                    </a:ext>
                  </a:extLst>
                </p14:cNvPr>
                <p14:cNvContentPartPr/>
                <p14:nvPr/>
              </p14:nvContentPartPr>
              <p14:xfrm>
                <a:off x="1552483" y="2363781"/>
                <a:ext cx="3391560" cy="2278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ECC35A1-7E2B-8C19-BE31-DDDD93134B4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534483" y="2346141"/>
                  <a:ext cx="34272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05187A0-09F6-E2A8-7A86-63DFD4EF6187}"/>
                    </a:ext>
                  </a:extLst>
                </p14:cNvPr>
                <p14:cNvContentPartPr/>
                <p14:nvPr/>
              </p14:nvContentPartPr>
              <p14:xfrm>
                <a:off x="2351323" y="3058581"/>
                <a:ext cx="233280" cy="9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05187A0-09F6-E2A8-7A86-63DFD4EF618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333683" y="3040581"/>
                  <a:ext cx="2689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2DBA218-82BC-25F7-2C91-A3C02675AC24}"/>
                    </a:ext>
                  </a:extLst>
                </p14:cNvPr>
                <p14:cNvContentPartPr/>
                <p14:nvPr/>
              </p14:nvContentPartPr>
              <p14:xfrm>
                <a:off x="2705563" y="2927541"/>
                <a:ext cx="5400" cy="247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2DBA218-82BC-25F7-2C91-A3C02675AC2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687923" y="2909901"/>
                  <a:ext cx="4104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D174E81-AC87-E93B-A55C-B9551B027D8F}"/>
                    </a:ext>
                  </a:extLst>
                </p14:cNvPr>
                <p14:cNvContentPartPr/>
                <p14:nvPr/>
              </p14:nvContentPartPr>
              <p14:xfrm>
                <a:off x="2916523" y="2901981"/>
                <a:ext cx="130320" cy="2376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D174E81-AC87-E93B-A55C-B9551B027D8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898523" y="2884341"/>
                  <a:ext cx="16596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A9F5AA3-3D87-F361-F3AA-8F95EA755A40}"/>
                    </a:ext>
                  </a:extLst>
                </p14:cNvPr>
                <p14:cNvContentPartPr/>
                <p14:nvPr/>
              </p14:nvContentPartPr>
              <p14:xfrm>
                <a:off x="3211363" y="2725581"/>
                <a:ext cx="231840" cy="6004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A9F5AA3-3D87-F361-F3AA-8F95EA755A4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193723" y="2707581"/>
                  <a:ext cx="267480" cy="63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91CE0EA-E271-033F-2CBD-BAC72D941C6F}"/>
                    </a:ext>
                  </a:extLst>
                </p14:cNvPr>
                <p14:cNvContentPartPr/>
                <p14:nvPr/>
              </p14:nvContentPartPr>
              <p14:xfrm>
                <a:off x="2055043" y="2854101"/>
                <a:ext cx="256680" cy="6271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91CE0EA-E271-033F-2CBD-BAC72D941C6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037403" y="2836101"/>
                  <a:ext cx="292320" cy="66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940C7BC-4530-713F-4D1F-0333700B1C65}"/>
                    </a:ext>
                  </a:extLst>
                </p14:cNvPr>
                <p14:cNvContentPartPr/>
                <p14:nvPr/>
              </p14:nvContentPartPr>
              <p14:xfrm>
                <a:off x="3692323" y="3505341"/>
                <a:ext cx="18000" cy="547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940C7BC-4530-713F-4D1F-0333700B1C6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674323" y="3487701"/>
                  <a:ext cx="53640" cy="9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66E4986-6B13-DF2B-9F92-FFC28021735A}"/>
              </a:ext>
            </a:extLst>
          </p:cNvPr>
          <p:cNvGrpSpPr/>
          <p:nvPr/>
        </p:nvGrpSpPr>
        <p:grpSpPr>
          <a:xfrm>
            <a:off x="5294683" y="1148781"/>
            <a:ext cx="273600" cy="248760"/>
            <a:chOff x="5294683" y="1148781"/>
            <a:chExt cx="273600" cy="24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0028205-F0A7-B1CD-9E16-0881EF9714F8}"/>
                    </a:ext>
                  </a:extLst>
                </p14:cNvPr>
                <p14:cNvContentPartPr/>
                <p14:nvPr/>
              </p14:nvContentPartPr>
              <p14:xfrm>
                <a:off x="5376043" y="1148781"/>
                <a:ext cx="192240" cy="60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0028205-F0A7-B1CD-9E16-0881EF9714F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358043" y="1131141"/>
                  <a:ext cx="2278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F9EA009-B4C6-26BD-3EAA-92AE9474DA91}"/>
                    </a:ext>
                  </a:extLst>
                </p14:cNvPr>
                <p14:cNvContentPartPr/>
                <p14:nvPr/>
              </p14:nvContentPartPr>
              <p14:xfrm>
                <a:off x="5294683" y="1347141"/>
                <a:ext cx="207000" cy="504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F9EA009-B4C6-26BD-3EAA-92AE9474DA9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276683" y="1329141"/>
                  <a:ext cx="242640" cy="86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793E99E3-B75A-DF35-15CB-FB18F3B5A2B3}"/>
                  </a:ext>
                </a:extLst>
              </p14:cNvPr>
              <p14:cNvContentPartPr/>
              <p14:nvPr/>
            </p14:nvContentPartPr>
            <p14:xfrm>
              <a:off x="6199723" y="775461"/>
              <a:ext cx="282960" cy="2602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793E99E3-B75A-DF35-15CB-FB18F3B5A2B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182083" y="757821"/>
                <a:ext cx="31860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9CC8F374-DFF4-582F-7568-4ACA5C1AED0B}"/>
                  </a:ext>
                </a:extLst>
              </p14:cNvPr>
              <p14:cNvContentPartPr/>
              <p14:nvPr/>
            </p14:nvContentPartPr>
            <p14:xfrm>
              <a:off x="6684643" y="428061"/>
              <a:ext cx="193320" cy="9961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9CC8F374-DFF4-582F-7568-4ACA5C1AED0B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667003" y="410061"/>
                <a:ext cx="228960" cy="10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FD87FE97-4A3C-C8C7-E8DD-659702253A75}"/>
                  </a:ext>
                </a:extLst>
              </p14:cNvPr>
              <p14:cNvContentPartPr/>
              <p14:nvPr/>
            </p14:nvContentPartPr>
            <p14:xfrm>
              <a:off x="6807403" y="810381"/>
              <a:ext cx="181800" cy="306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FD87FE97-4A3C-C8C7-E8DD-659702253A75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789763" y="792741"/>
                <a:ext cx="21744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6F335628-B0B3-6B87-E8D9-C321847A2B3C}"/>
                  </a:ext>
                </a:extLst>
              </p14:cNvPr>
              <p14:cNvContentPartPr/>
              <p14:nvPr/>
            </p14:nvContentPartPr>
            <p14:xfrm>
              <a:off x="7112323" y="687981"/>
              <a:ext cx="21960" cy="27684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6F335628-B0B3-6B87-E8D9-C321847A2B3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094683" y="670341"/>
                <a:ext cx="5760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D86E0DC2-4DB3-7C67-1196-0D9EE1805382}"/>
                  </a:ext>
                </a:extLst>
              </p14:cNvPr>
              <p14:cNvContentPartPr/>
              <p14:nvPr/>
            </p14:nvContentPartPr>
            <p14:xfrm>
              <a:off x="7256683" y="716061"/>
              <a:ext cx="174240" cy="2617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D86E0DC2-4DB3-7C67-1196-0D9EE1805382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238683" y="698421"/>
                <a:ext cx="20988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B3E2C08B-8666-ADA5-5080-1F51C35181EC}"/>
                  </a:ext>
                </a:extLst>
              </p14:cNvPr>
              <p14:cNvContentPartPr/>
              <p14:nvPr/>
            </p14:nvContentPartPr>
            <p14:xfrm>
              <a:off x="7353163" y="672861"/>
              <a:ext cx="272880" cy="838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B3E2C08B-8666-ADA5-5080-1F51C35181E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335163" y="654861"/>
                <a:ext cx="30852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B8788DA0-286C-DBD3-EE11-493B64151E97}"/>
                  </a:ext>
                </a:extLst>
              </p14:cNvPr>
              <p14:cNvContentPartPr/>
              <p14:nvPr/>
            </p14:nvContentPartPr>
            <p14:xfrm>
              <a:off x="7641523" y="837741"/>
              <a:ext cx="148680" cy="3240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B8788DA0-286C-DBD3-EE11-493B64151E97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623883" y="819741"/>
                <a:ext cx="18432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C5CF1116-A745-D567-0FD6-5BDFC102D7B8}"/>
                  </a:ext>
                </a:extLst>
              </p14:cNvPr>
              <p14:cNvContentPartPr/>
              <p14:nvPr/>
            </p14:nvContentPartPr>
            <p14:xfrm>
              <a:off x="7699123" y="717501"/>
              <a:ext cx="39240" cy="2350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C5CF1116-A745-D567-0FD6-5BDFC102D7B8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681123" y="699861"/>
                <a:ext cx="7488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9D98D6B4-3CE0-0632-D211-4F403DC6B730}"/>
                  </a:ext>
                </a:extLst>
              </p14:cNvPr>
              <p14:cNvContentPartPr/>
              <p14:nvPr/>
            </p14:nvContentPartPr>
            <p14:xfrm>
              <a:off x="7937083" y="692661"/>
              <a:ext cx="157320" cy="2617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9D98D6B4-3CE0-0632-D211-4F403DC6B730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919083" y="675021"/>
                <a:ext cx="19296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5AEFA0A6-5BDC-204F-24D2-3CA9E23E4D66}"/>
                  </a:ext>
                </a:extLst>
              </p14:cNvPr>
              <p14:cNvContentPartPr/>
              <p14:nvPr/>
            </p14:nvContentPartPr>
            <p14:xfrm>
              <a:off x="8144443" y="519861"/>
              <a:ext cx="134280" cy="62748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5AEFA0A6-5BDC-204F-24D2-3CA9E23E4D66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126803" y="501861"/>
                <a:ext cx="169920" cy="66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6788EB3E-D095-2764-8625-8F7D69FE7BEF}"/>
                  </a:ext>
                </a:extLst>
              </p14:cNvPr>
              <p14:cNvContentPartPr/>
              <p14:nvPr/>
            </p14:nvContentPartPr>
            <p14:xfrm>
              <a:off x="8455843" y="822261"/>
              <a:ext cx="173160" cy="723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6788EB3E-D095-2764-8625-8F7D69FE7BEF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437843" y="804261"/>
                <a:ext cx="20880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2721F775-6D6B-2AC1-3E36-A8A9A6685DF5}"/>
                  </a:ext>
                </a:extLst>
              </p14:cNvPr>
              <p14:cNvContentPartPr/>
              <p14:nvPr/>
            </p14:nvContentPartPr>
            <p14:xfrm>
              <a:off x="8798203" y="669621"/>
              <a:ext cx="24840" cy="2728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2721F775-6D6B-2AC1-3E36-A8A9A6685DF5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780563" y="651621"/>
                <a:ext cx="60480" cy="30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36DADD63-B494-C413-DB49-6877CA1C3707}"/>
                  </a:ext>
                </a:extLst>
              </p14:cNvPr>
              <p14:cNvContentPartPr/>
              <p14:nvPr/>
            </p14:nvContentPartPr>
            <p14:xfrm>
              <a:off x="8922043" y="424101"/>
              <a:ext cx="254880" cy="98928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36DADD63-B494-C413-DB49-6877CA1C370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904403" y="406461"/>
                <a:ext cx="290520" cy="10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E4F50F2D-5887-D2E5-2A52-578718381B93}"/>
                  </a:ext>
                </a:extLst>
              </p14:cNvPr>
              <p14:cNvContentPartPr/>
              <p14:nvPr/>
            </p14:nvContentPartPr>
            <p14:xfrm>
              <a:off x="9097003" y="843141"/>
              <a:ext cx="197280" cy="648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E4F50F2D-5887-D2E5-2A52-578718381B93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9079003" y="825501"/>
                <a:ext cx="232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2C71A643-793B-4B3B-D163-0573A3951F28}"/>
                  </a:ext>
                </a:extLst>
              </p14:cNvPr>
              <p14:cNvContentPartPr/>
              <p14:nvPr/>
            </p14:nvContentPartPr>
            <p14:xfrm>
              <a:off x="9444043" y="734781"/>
              <a:ext cx="221760" cy="2592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2C71A643-793B-4B3B-D163-0573A3951F28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9426043" y="716781"/>
                <a:ext cx="257400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AB224EC0-F4C2-2180-2C21-5527B4E55098}"/>
                  </a:ext>
                </a:extLst>
              </p14:cNvPr>
              <p14:cNvContentPartPr/>
              <p14:nvPr/>
            </p14:nvContentPartPr>
            <p14:xfrm>
              <a:off x="9815923" y="785541"/>
              <a:ext cx="171360" cy="20088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AB224EC0-F4C2-2180-2C21-5527B4E55098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798283" y="767901"/>
                <a:ext cx="20700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A441A3B1-98D8-59C7-4308-DD2DCABA361C}"/>
                  </a:ext>
                </a:extLst>
              </p14:cNvPr>
              <p14:cNvContentPartPr/>
              <p14:nvPr/>
            </p14:nvContentPartPr>
            <p14:xfrm>
              <a:off x="10164763" y="800301"/>
              <a:ext cx="182880" cy="3024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A441A3B1-98D8-59C7-4308-DD2DCABA361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0147123" y="782661"/>
                <a:ext cx="21852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5A301228-DC0A-F811-A412-AD5BBD370DFF}"/>
                  </a:ext>
                </a:extLst>
              </p14:cNvPr>
              <p14:cNvContentPartPr/>
              <p14:nvPr/>
            </p14:nvContentPartPr>
            <p14:xfrm>
              <a:off x="10210123" y="701301"/>
              <a:ext cx="38160" cy="25344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5A301228-DC0A-F811-A412-AD5BBD370DFF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0192123" y="683301"/>
                <a:ext cx="73800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3513A8C5-5A3B-9163-00D7-F94699952C83}"/>
                  </a:ext>
                </a:extLst>
              </p14:cNvPr>
              <p14:cNvContentPartPr/>
              <p14:nvPr/>
            </p14:nvContentPartPr>
            <p14:xfrm>
              <a:off x="10573723" y="684381"/>
              <a:ext cx="128880" cy="2509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3513A8C5-5A3B-9163-00D7-F94699952C83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0556083" y="666381"/>
                <a:ext cx="164520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E3BDE8B4-7B6B-EF82-E93D-A808F974C341}"/>
                  </a:ext>
                </a:extLst>
              </p14:cNvPr>
              <p14:cNvContentPartPr/>
              <p14:nvPr/>
            </p14:nvContentPartPr>
            <p14:xfrm>
              <a:off x="10618723" y="660981"/>
              <a:ext cx="230400" cy="1018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E3BDE8B4-7B6B-EF82-E93D-A808F974C341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601083" y="643341"/>
                <a:ext cx="26604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11A6E3F6-78F5-C2C5-97BF-C694BA4D259E}"/>
                  </a:ext>
                </a:extLst>
              </p14:cNvPr>
              <p14:cNvContentPartPr/>
              <p14:nvPr/>
            </p14:nvContentPartPr>
            <p14:xfrm>
              <a:off x="10969723" y="641901"/>
              <a:ext cx="88920" cy="2782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11A6E3F6-78F5-C2C5-97BF-C694BA4D259E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952083" y="624261"/>
                <a:ext cx="124560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DDEE7017-86E3-9B20-C917-A4F2F3AE4C2C}"/>
                  </a:ext>
                </a:extLst>
              </p14:cNvPr>
              <p14:cNvContentPartPr/>
              <p14:nvPr/>
            </p14:nvContentPartPr>
            <p14:xfrm>
              <a:off x="11182483" y="480981"/>
              <a:ext cx="210600" cy="61812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DDEE7017-86E3-9B20-C917-A4F2F3AE4C2C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1164843" y="462981"/>
                <a:ext cx="246240" cy="65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A297B8B7-1254-847E-5A99-F1BD2827F28B}"/>
                  </a:ext>
                </a:extLst>
              </p14:cNvPr>
              <p14:cNvContentPartPr/>
              <p14:nvPr/>
            </p14:nvContentPartPr>
            <p14:xfrm>
              <a:off x="11112643" y="1261821"/>
              <a:ext cx="11160" cy="111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A297B8B7-1254-847E-5A99-F1BD2827F28B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1095003" y="1244181"/>
                <a:ext cx="46800" cy="4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293A92FF-ADD7-8DF0-26A8-D44729A012F0}"/>
              </a:ext>
            </a:extLst>
          </p:cNvPr>
          <p:cNvGrpSpPr/>
          <p:nvPr/>
        </p:nvGrpSpPr>
        <p:grpSpPr>
          <a:xfrm>
            <a:off x="9550963" y="1439301"/>
            <a:ext cx="2317680" cy="772920"/>
            <a:chOff x="9550963" y="1439301"/>
            <a:chExt cx="2317680" cy="77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23AE2BF-3EFF-A616-12EB-CF26F6A8D1EF}"/>
                    </a:ext>
                  </a:extLst>
                </p14:cNvPr>
                <p14:cNvContentPartPr/>
                <p14:nvPr/>
              </p14:nvContentPartPr>
              <p14:xfrm>
                <a:off x="9550963" y="1896861"/>
                <a:ext cx="288360" cy="334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23AE2BF-3EFF-A616-12EB-CF26F6A8D1E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532963" y="1879221"/>
                  <a:ext cx="3240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EBA3117-1389-1519-1738-32236C1E0AF4}"/>
                    </a:ext>
                  </a:extLst>
                </p14:cNvPr>
                <p14:cNvContentPartPr/>
                <p14:nvPr/>
              </p14:nvContentPartPr>
              <p14:xfrm>
                <a:off x="9732043" y="1755381"/>
                <a:ext cx="40680" cy="2970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EBA3117-1389-1519-1738-32236C1E0AF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714043" y="1737381"/>
                  <a:ext cx="7632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438092E-B510-E5ED-D5A0-4D9B0745ED54}"/>
                    </a:ext>
                  </a:extLst>
                </p14:cNvPr>
                <p14:cNvContentPartPr/>
                <p14:nvPr/>
              </p14:nvContentPartPr>
              <p14:xfrm>
                <a:off x="10026163" y="1796421"/>
                <a:ext cx="39600" cy="2329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438092E-B510-E5ED-D5A0-4D9B0745ED5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008523" y="1778421"/>
                  <a:ext cx="752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FF81FF5-A896-E3B5-4753-0ABFC8D2F81D}"/>
                    </a:ext>
                  </a:extLst>
                </p14:cNvPr>
                <p14:cNvContentPartPr/>
                <p14:nvPr/>
              </p14:nvContentPartPr>
              <p14:xfrm>
                <a:off x="10183843" y="1480341"/>
                <a:ext cx="266760" cy="7318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FF81FF5-A896-E3B5-4753-0ABFC8D2F81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166203" y="1462701"/>
                  <a:ext cx="302400" cy="76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CBDFBBC-B8C9-C8E4-43AF-F7BABCBCDC0F}"/>
                    </a:ext>
                  </a:extLst>
                </p14:cNvPr>
                <p14:cNvContentPartPr/>
                <p14:nvPr/>
              </p14:nvContentPartPr>
              <p14:xfrm>
                <a:off x="10418203" y="1874541"/>
                <a:ext cx="168840" cy="662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CBDFBBC-B8C9-C8E4-43AF-F7BABCBCDC0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400203" y="1856901"/>
                  <a:ext cx="2044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98F5C82-3A65-9DB2-21A8-531C1819AE2A}"/>
                    </a:ext>
                  </a:extLst>
                </p14:cNvPr>
                <p14:cNvContentPartPr/>
                <p14:nvPr/>
              </p14:nvContentPartPr>
              <p14:xfrm>
                <a:off x="10647883" y="1677621"/>
                <a:ext cx="147240" cy="3384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98F5C82-3A65-9DB2-21A8-531C1819AE2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630243" y="1659621"/>
                  <a:ext cx="18288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6C49670-ED36-784C-DC78-339F06B113D6}"/>
                    </a:ext>
                  </a:extLst>
                </p14:cNvPr>
                <p14:cNvContentPartPr/>
                <p14:nvPr/>
              </p14:nvContentPartPr>
              <p14:xfrm>
                <a:off x="10982323" y="1806501"/>
                <a:ext cx="199080" cy="345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6C49670-ED36-784C-DC78-339F06B113D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964683" y="1788501"/>
                  <a:ext cx="2347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A7AA0AB-7535-DB64-DE9F-A1B725AD36D4}"/>
                    </a:ext>
                  </a:extLst>
                </p14:cNvPr>
                <p14:cNvContentPartPr/>
                <p14:nvPr/>
              </p14:nvContentPartPr>
              <p14:xfrm>
                <a:off x="11107243" y="1682301"/>
                <a:ext cx="49320" cy="2862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A7AA0AB-7535-DB64-DE9F-A1B725AD36D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089603" y="1664301"/>
                  <a:ext cx="8496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7049AE6-0E04-77EF-B86D-5EDC563F89CB}"/>
                    </a:ext>
                  </a:extLst>
                </p14:cNvPr>
                <p14:cNvContentPartPr/>
                <p14:nvPr/>
              </p14:nvContentPartPr>
              <p14:xfrm>
                <a:off x="11277523" y="1652061"/>
                <a:ext cx="142200" cy="2628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7049AE6-0E04-77EF-B86D-5EDC563F89C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259883" y="1634421"/>
                  <a:ext cx="17784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4895CFC-6CA9-ED2C-261A-A2DF7FEB3C1B}"/>
                    </a:ext>
                  </a:extLst>
                </p14:cNvPr>
                <p14:cNvContentPartPr/>
                <p14:nvPr/>
              </p14:nvContentPartPr>
              <p14:xfrm>
                <a:off x="11521603" y="1674381"/>
                <a:ext cx="281520" cy="1951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4895CFC-6CA9-ED2C-261A-A2DF7FEB3C1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503963" y="1656741"/>
                  <a:ext cx="31716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6A8C237-EDF8-F4ED-31D7-730091B95BDA}"/>
                    </a:ext>
                  </a:extLst>
                </p14:cNvPr>
                <p14:cNvContentPartPr/>
                <p14:nvPr/>
              </p14:nvContentPartPr>
              <p14:xfrm>
                <a:off x="11780443" y="1439301"/>
                <a:ext cx="88200" cy="5151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6A8C237-EDF8-F4ED-31D7-730091B95BD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762443" y="1421301"/>
                  <a:ext cx="123840" cy="55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871FEC41-AC67-430B-A8E6-8A76E8B433BE}"/>
                  </a:ext>
                </a:extLst>
              </p14:cNvPr>
              <p14:cNvContentPartPr/>
              <p14:nvPr/>
            </p14:nvContentPartPr>
            <p14:xfrm>
              <a:off x="6028723" y="2303661"/>
              <a:ext cx="5559840" cy="5508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871FEC41-AC67-430B-A8E6-8A76E8B433BE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6011083" y="2285661"/>
                <a:ext cx="5595480" cy="9072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5F1A7B33-CC64-FA0E-DA3A-5F3C45C3A8FF}"/>
              </a:ext>
            </a:extLst>
          </p:cNvPr>
          <p:cNvGrpSpPr/>
          <p:nvPr/>
        </p:nvGrpSpPr>
        <p:grpSpPr>
          <a:xfrm>
            <a:off x="8487523" y="2622981"/>
            <a:ext cx="1353240" cy="726120"/>
            <a:chOff x="8487523" y="2622981"/>
            <a:chExt cx="1353240" cy="72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75F1F7E-A1ED-82B6-3691-C700D8F669B1}"/>
                    </a:ext>
                  </a:extLst>
                </p14:cNvPr>
                <p14:cNvContentPartPr/>
                <p14:nvPr/>
              </p14:nvContentPartPr>
              <p14:xfrm>
                <a:off x="8487523" y="2622981"/>
                <a:ext cx="228600" cy="6066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75F1F7E-A1ED-82B6-3691-C700D8F669B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469883" y="2605341"/>
                  <a:ext cx="264240" cy="64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57F5A92-9691-FF52-76F2-B946696FA005}"/>
                    </a:ext>
                  </a:extLst>
                </p14:cNvPr>
                <p14:cNvContentPartPr/>
                <p14:nvPr/>
              </p14:nvContentPartPr>
              <p14:xfrm>
                <a:off x="8754643" y="2964261"/>
                <a:ext cx="167760" cy="838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57F5A92-9691-FF52-76F2-B946696FA00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737003" y="2946261"/>
                  <a:ext cx="2034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A2A6397-08F6-63FC-487B-DC97DB123E31}"/>
                    </a:ext>
                  </a:extLst>
                </p14:cNvPr>
                <p14:cNvContentPartPr/>
                <p14:nvPr/>
              </p14:nvContentPartPr>
              <p14:xfrm>
                <a:off x="9055603" y="2827821"/>
                <a:ext cx="15840" cy="2880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A2A6397-08F6-63FC-487B-DC97DB123E3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037963" y="2809821"/>
                  <a:ext cx="5148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EE2BBD5-B277-57E6-5886-1395C5172E43}"/>
                    </a:ext>
                  </a:extLst>
                </p14:cNvPr>
                <p14:cNvContentPartPr/>
                <p14:nvPr/>
              </p14:nvContentPartPr>
              <p14:xfrm>
                <a:off x="9299683" y="2831061"/>
                <a:ext cx="243720" cy="2768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EE2BBD5-B277-57E6-5886-1395C5172E4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282043" y="2813061"/>
                  <a:ext cx="27936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C11959E-0205-9C56-88E1-ED74A8B581D9}"/>
                    </a:ext>
                  </a:extLst>
                </p14:cNvPr>
                <p14:cNvContentPartPr/>
                <p14:nvPr/>
              </p14:nvContentPartPr>
              <p14:xfrm>
                <a:off x="9597403" y="2702181"/>
                <a:ext cx="243360" cy="6469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C11959E-0205-9C56-88E1-ED74A8B581D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579403" y="2684541"/>
                  <a:ext cx="279000" cy="68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83B57640-D39B-DF1C-7DFD-3DF513C59039}"/>
              </a:ext>
            </a:extLst>
          </p:cNvPr>
          <p:cNvGrpSpPr/>
          <p:nvPr/>
        </p:nvGrpSpPr>
        <p:grpSpPr>
          <a:xfrm>
            <a:off x="2365003" y="4254141"/>
            <a:ext cx="268920" cy="178560"/>
            <a:chOff x="2365003" y="4254141"/>
            <a:chExt cx="268920" cy="17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7DAFD0C-D21D-D0B7-9F3B-A1EFD05D9DD8}"/>
                    </a:ext>
                  </a:extLst>
                </p14:cNvPr>
                <p14:cNvContentPartPr/>
                <p14:nvPr/>
              </p14:nvContentPartPr>
              <p14:xfrm>
                <a:off x="2443123" y="4254141"/>
                <a:ext cx="178560" cy="194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7DAFD0C-D21D-D0B7-9F3B-A1EFD05D9DD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425123" y="4236501"/>
                  <a:ext cx="2142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D0CD818-9A73-B589-886A-0593B8FCBAD9}"/>
                    </a:ext>
                  </a:extLst>
                </p14:cNvPr>
                <p14:cNvContentPartPr/>
                <p14:nvPr/>
              </p14:nvContentPartPr>
              <p14:xfrm>
                <a:off x="2365003" y="4395981"/>
                <a:ext cx="268920" cy="367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D0CD818-9A73-B589-886A-0593B8FCBAD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347003" y="4377981"/>
                  <a:ext cx="30456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CA9FFC07-3EE4-74BA-C8B8-03A978B94CF5}"/>
              </a:ext>
            </a:extLst>
          </p:cNvPr>
          <p:cNvGrpSpPr/>
          <p:nvPr/>
        </p:nvGrpSpPr>
        <p:grpSpPr>
          <a:xfrm>
            <a:off x="3160963" y="3925461"/>
            <a:ext cx="2473920" cy="733320"/>
            <a:chOff x="3160963" y="3925461"/>
            <a:chExt cx="2473920" cy="73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A585785-4BCC-F80F-C19F-3318EBF671D3}"/>
                    </a:ext>
                  </a:extLst>
                </p14:cNvPr>
                <p14:cNvContentPartPr/>
                <p14:nvPr/>
              </p14:nvContentPartPr>
              <p14:xfrm>
                <a:off x="3160963" y="4172061"/>
                <a:ext cx="246600" cy="2649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A585785-4BCC-F80F-C19F-3318EBF671D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143323" y="4154421"/>
                  <a:ext cx="28224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51666D1-B01D-6886-4CA4-C0D9BC4B8E55}"/>
                    </a:ext>
                  </a:extLst>
                </p14:cNvPr>
                <p14:cNvContentPartPr/>
                <p14:nvPr/>
              </p14:nvContentPartPr>
              <p14:xfrm>
                <a:off x="3614923" y="4038861"/>
                <a:ext cx="105840" cy="4726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51666D1-B01D-6886-4CA4-C0D9BC4B8E5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596923" y="4021221"/>
                  <a:ext cx="14148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833EB0F-20D5-5249-7CF6-9933C3257756}"/>
                    </a:ext>
                  </a:extLst>
                </p14:cNvPr>
                <p14:cNvContentPartPr/>
                <p14:nvPr/>
              </p14:nvContentPartPr>
              <p14:xfrm>
                <a:off x="3796363" y="4289421"/>
                <a:ext cx="137160" cy="41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833EB0F-20D5-5249-7CF6-9933C325775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778363" y="4271421"/>
                  <a:ext cx="1728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F1A3412-EFD6-2EE8-6162-61C7633185C9}"/>
                    </a:ext>
                  </a:extLst>
                </p14:cNvPr>
                <p14:cNvContentPartPr/>
                <p14:nvPr/>
              </p14:nvContentPartPr>
              <p14:xfrm>
                <a:off x="4105603" y="4105461"/>
                <a:ext cx="180360" cy="2678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F1A3412-EFD6-2EE8-6162-61C7633185C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087603" y="4087461"/>
                  <a:ext cx="21600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E96859F-914B-E47F-4A7B-AA4F33733288}"/>
                    </a:ext>
                  </a:extLst>
                </p14:cNvPr>
                <p14:cNvContentPartPr/>
                <p14:nvPr/>
              </p14:nvContentPartPr>
              <p14:xfrm>
                <a:off x="4306483" y="3962181"/>
                <a:ext cx="176040" cy="6850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E96859F-914B-E47F-4A7B-AA4F3373328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288483" y="3944541"/>
                  <a:ext cx="211680" cy="72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74191C7-6694-C102-DD03-4653179DEC49}"/>
                    </a:ext>
                  </a:extLst>
                </p14:cNvPr>
                <p14:cNvContentPartPr/>
                <p14:nvPr/>
              </p14:nvContentPartPr>
              <p14:xfrm>
                <a:off x="4639483" y="4334421"/>
                <a:ext cx="248400" cy="417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74191C7-6694-C102-DD03-4653179DEC4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621483" y="4316781"/>
                  <a:ext cx="2840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B4D0944-B493-2AD3-E660-C2FD2FF3921B}"/>
                    </a:ext>
                  </a:extLst>
                </p14:cNvPr>
                <p14:cNvContentPartPr/>
                <p14:nvPr/>
              </p14:nvContentPartPr>
              <p14:xfrm>
                <a:off x="5079043" y="3925461"/>
                <a:ext cx="196920" cy="7333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B4D0944-B493-2AD3-E660-C2FD2FF3921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061403" y="3907821"/>
                  <a:ext cx="232560" cy="76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65461E8-DD0E-E405-BF35-677107E1FD08}"/>
                    </a:ext>
                  </a:extLst>
                </p14:cNvPr>
                <p14:cNvContentPartPr/>
                <p14:nvPr/>
              </p14:nvContentPartPr>
              <p14:xfrm>
                <a:off x="5437963" y="4122381"/>
                <a:ext cx="196920" cy="3204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65461E8-DD0E-E405-BF35-677107E1FD0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420323" y="4104381"/>
                  <a:ext cx="232560" cy="35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A3FDDF3E-F7EB-9B0B-CAEF-9638BD2DC496}"/>
              </a:ext>
            </a:extLst>
          </p:cNvPr>
          <p:cNvGrpSpPr/>
          <p:nvPr/>
        </p:nvGrpSpPr>
        <p:grpSpPr>
          <a:xfrm>
            <a:off x="5967163" y="3950661"/>
            <a:ext cx="435960" cy="717480"/>
            <a:chOff x="5967163" y="3950661"/>
            <a:chExt cx="435960" cy="71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42229E4-14F7-E0A8-67E9-4CF0342454CE}"/>
                    </a:ext>
                  </a:extLst>
                </p14:cNvPr>
                <p14:cNvContentPartPr/>
                <p14:nvPr/>
              </p14:nvContentPartPr>
              <p14:xfrm>
                <a:off x="5967163" y="4123101"/>
                <a:ext cx="174960" cy="3106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42229E4-14F7-E0A8-67E9-4CF0342454C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949523" y="4105461"/>
                  <a:ext cx="21060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3A694E0-CB95-C276-E5A8-3CCDB622CB07}"/>
                    </a:ext>
                  </a:extLst>
                </p14:cNvPr>
                <p14:cNvContentPartPr/>
                <p14:nvPr/>
              </p14:nvContentPartPr>
              <p14:xfrm>
                <a:off x="6185323" y="3950661"/>
                <a:ext cx="217800" cy="7174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3A694E0-CB95-C276-E5A8-3CCDB622CB0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167323" y="3933021"/>
                  <a:ext cx="253440" cy="75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3935655-5040-E67A-19E4-BDC3CCB614A7}"/>
              </a:ext>
            </a:extLst>
          </p:cNvPr>
          <p:cNvGrpSpPr/>
          <p:nvPr/>
        </p:nvGrpSpPr>
        <p:grpSpPr>
          <a:xfrm>
            <a:off x="6673483" y="4226061"/>
            <a:ext cx="230760" cy="279360"/>
            <a:chOff x="6673483" y="4226061"/>
            <a:chExt cx="230760" cy="27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653BFC4-7036-5A7B-CD58-790EF8DE0B25}"/>
                    </a:ext>
                  </a:extLst>
                </p14:cNvPr>
                <p14:cNvContentPartPr/>
                <p14:nvPr/>
              </p14:nvContentPartPr>
              <p14:xfrm>
                <a:off x="6673483" y="4323981"/>
                <a:ext cx="230760" cy="428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653BFC4-7036-5A7B-CD58-790EF8DE0B2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655843" y="4306341"/>
                  <a:ext cx="2664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623B270-A585-FBD2-9E54-6942DC525DF5}"/>
                    </a:ext>
                  </a:extLst>
                </p14:cNvPr>
                <p14:cNvContentPartPr/>
                <p14:nvPr/>
              </p14:nvContentPartPr>
              <p14:xfrm>
                <a:off x="6778603" y="4226061"/>
                <a:ext cx="7200" cy="2793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623B270-A585-FBD2-9E54-6942DC525DF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760603" y="4208061"/>
                  <a:ext cx="42840" cy="31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49D52982-B1D4-4A67-6016-ACFE74A5341B}"/>
              </a:ext>
            </a:extLst>
          </p:cNvPr>
          <p:cNvGrpSpPr/>
          <p:nvPr/>
        </p:nvGrpSpPr>
        <p:grpSpPr>
          <a:xfrm>
            <a:off x="7315723" y="3858141"/>
            <a:ext cx="520200" cy="811440"/>
            <a:chOff x="7315723" y="3858141"/>
            <a:chExt cx="520200" cy="81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CC63592-1E2B-BA11-AC94-7D02A219B3EB}"/>
                    </a:ext>
                  </a:extLst>
                </p14:cNvPr>
                <p14:cNvContentPartPr/>
                <p14:nvPr/>
              </p14:nvContentPartPr>
              <p14:xfrm>
                <a:off x="7315723" y="4144701"/>
                <a:ext cx="48600" cy="3146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CC63592-1E2B-BA11-AC94-7D02A219B3E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297723" y="4127061"/>
                  <a:ext cx="8424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704FA67-9EEC-31CE-0725-DDF29E6F73A2}"/>
                    </a:ext>
                  </a:extLst>
                </p14:cNvPr>
                <p14:cNvContentPartPr/>
                <p14:nvPr/>
              </p14:nvContentPartPr>
              <p14:xfrm>
                <a:off x="7529923" y="3858141"/>
                <a:ext cx="306000" cy="8114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704FA67-9EEC-31CE-0725-DDF29E6F73A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512283" y="3840501"/>
                  <a:ext cx="341640" cy="84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F0A084D1-B67A-4AEE-D99B-5C51251576D2}"/>
              </a:ext>
            </a:extLst>
          </p:cNvPr>
          <p:cNvGrpSpPr/>
          <p:nvPr/>
        </p:nvGrpSpPr>
        <p:grpSpPr>
          <a:xfrm>
            <a:off x="8266483" y="4093221"/>
            <a:ext cx="619200" cy="484920"/>
            <a:chOff x="8266483" y="4093221"/>
            <a:chExt cx="619200" cy="48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127943E-54B5-2B89-1FA9-768205A581E5}"/>
                    </a:ext>
                  </a:extLst>
                </p14:cNvPr>
                <p14:cNvContentPartPr/>
                <p14:nvPr/>
              </p14:nvContentPartPr>
              <p14:xfrm>
                <a:off x="8767243" y="4093221"/>
                <a:ext cx="118440" cy="4849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127943E-54B5-2B89-1FA9-768205A581E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749243" y="4075581"/>
                  <a:ext cx="154080" cy="52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3CCB860-FF4C-8764-1C12-1146C71A8ED9}"/>
                    </a:ext>
                  </a:extLst>
                </p14:cNvPr>
                <p14:cNvContentPartPr/>
                <p14:nvPr/>
              </p14:nvContentPartPr>
              <p14:xfrm>
                <a:off x="8266483" y="4181421"/>
                <a:ext cx="218520" cy="3873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3CCB860-FF4C-8764-1C12-1146C71A8ED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248843" y="4163421"/>
                  <a:ext cx="254160" cy="42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EB108838-01B1-0572-7A98-B200363EDE0B}"/>
                  </a:ext>
                </a:extLst>
              </p14:cNvPr>
              <p14:cNvContentPartPr/>
              <p14:nvPr/>
            </p14:nvContentPartPr>
            <p14:xfrm>
              <a:off x="8968483" y="3990621"/>
              <a:ext cx="198720" cy="75024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EB108838-01B1-0572-7A98-B200363EDE0B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8950483" y="3972981"/>
                <a:ext cx="234360" cy="78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3CDC71BD-73EE-F7B3-C863-CD5AED173C75}"/>
                  </a:ext>
                </a:extLst>
              </p14:cNvPr>
              <p14:cNvContentPartPr/>
              <p14:nvPr/>
            </p14:nvContentPartPr>
            <p14:xfrm>
              <a:off x="3555883" y="4898541"/>
              <a:ext cx="3189240" cy="1357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3CDC71BD-73EE-F7B3-C863-CD5AED173C75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3538243" y="4880901"/>
                <a:ext cx="3224880" cy="171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Group 120">
            <a:extLst>
              <a:ext uri="{FF2B5EF4-FFF2-40B4-BE49-F238E27FC236}">
                <a16:creationId xmlns:a16="http://schemas.microsoft.com/office/drawing/2014/main" id="{F3CA7617-BCB2-0829-47EB-C68C53B31076}"/>
              </a:ext>
            </a:extLst>
          </p:cNvPr>
          <p:cNvGrpSpPr/>
          <p:nvPr/>
        </p:nvGrpSpPr>
        <p:grpSpPr>
          <a:xfrm>
            <a:off x="4562803" y="5243061"/>
            <a:ext cx="776880" cy="281520"/>
            <a:chOff x="4562803" y="5243061"/>
            <a:chExt cx="776880" cy="28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6F2E585-8906-F285-13CA-AC8DD06972FA}"/>
                    </a:ext>
                  </a:extLst>
                </p14:cNvPr>
                <p14:cNvContentPartPr/>
                <p14:nvPr/>
              </p14:nvContentPartPr>
              <p14:xfrm>
                <a:off x="4562803" y="5367981"/>
                <a:ext cx="343800" cy="396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6F2E585-8906-F285-13CA-AC8DD06972F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544803" y="5350341"/>
                  <a:ext cx="3794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50D86B8-E188-756F-802C-DA971F8D6518}"/>
                    </a:ext>
                  </a:extLst>
                </p14:cNvPr>
                <p14:cNvContentPartPr/>
                <p14:nvPr/>
              </p14:nvContentPartPr>
              <p14:xfrm>
                <a:off x="5010643" y="5243061"/>
                <a:ext cx="54360" cy="2815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50D86B8-E188-756F-802C-DA971F8D651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992643" y="5225421"/>
                  <a:ext cx="9000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2DECAB3-3BC5-0163-99DE-6A163D56784D}"/>
                    </a:ext>
                  </a:extLst>
                </p14:cNvPr>
                <p14:cNvContentPartPr/>
                <p14:nvPr/>
              </p14:nvContentPartPr>
              <p14:xfrm>
                <a:off x="5174443" y="5266461"/>
                <a:ext cx="165240" cy="2055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2DECAB3-3BC5-0163-99DE-6A163D56784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156803" y="5248461"/>
                  <a:ext cx="200880" cy="24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170DC5AF-B1B7-A941-21B4-FB8C3BE46487}"/>
              </a:ext>
            </a:extLst>
          </p:cNvPr>
          <p:cNvGrpSpPr/>
          <p:nvPr/>
        </p:nvGrpSpPr>
        <p:grpSpPr>
          <a:xfrm>
            <a:off x="2751283" y="6059541"/>
            <a:ext cx="233280" cy="222120"/>
            <a:chOff x="2751283" y="6059541"/>
            <a:chExt cx="233280" cy="22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80E2626-433E-83E8-4823-FF419D704DA5}"/>
                    </a:ext>
                  </a:extLst>
                </p14:cNvPr>
                <p14:cNvContentPartPr/>
                <p14:nvPr/>
              </p14:nvContentPartPr>
              <p14:xfrm>
                <a:off x="2772883" y="6059541"/>
                <a:ext cx="209160" cy="342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80E2626-433E-83E8-4823-FF419D704DA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755243" y="6041541"/>
                  <a:ext cx="2448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C07A4B8-7A2D-D981-51B9-C56D006776A6}"/>
                    </a:ext>
                  </a:extLst>
                </p14:cNvPr>
                <p14:cNvContentPartPr/>
                <p14:nvPr/>
              </p14:nvContentPartPr>
              <p14:xfrm>
                <a:off x="2751283" y="6217221"/>
                <a:ext cx="233280" cy="644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C07A4B8-7A2D-D981-51B9-C56D006776A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733643" y="6199581"/>
                  <a:ext cx="268920" cy="10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8ADD34B1-0FE5-B222-60FE-148F996BD90F}"/>
              </a:ext>
            </a:extLst>
          </p:cNvPr>
          <p:cNvGrpSpPr/>
          <p:nvPr/>
        </p:nvGrpSpPr>
        <p:grpSpPr>
          <a:xfrm>
            <a:off x="4176523" y="5776581"/>
            <a:ext cx="2920320" cy="1048680"/>
            <a:chOff x="4176523" y="5776581"/>
            <a:chExt cx="2920320" cy="104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8FAAD5C-293D-622F-D617-14A9A97B0AEC}"/>
                    </a:ext>
                  </a:extLst>
                </p14:cNvPr>
                <p14:cNvContentPartPr/>
                <p14:nvPr/>
              </p14:nvContentPartPr>
              <p14:xfrm>
                <a:off x="4176523" y="5892141"/>
                <a:ext cx="308880" cy="392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8FAAD5C-293D-622F-D617-14A9A97B0AE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158523" y="5874141"/>
                  <a:ext cx="3445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6B7E592-00CA-832E-06AD-33348C37B282}"/>
                    </a:ext>
                  </a:extLst>
                </p14:cNvPr>
                <p14:cNvContentPartPr/>
                <p14:nvPr/>
              </p14:nvContentPartPr>
              <p14:xfrm>
                <a:off x="4588363" y="5776581"/>
                <a:ext cx="63000" cy="3002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6B7E592-00CA-832E-06AD-33348C37B28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570363" y="5758581"/>
                  <a:ext cx="9864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B803645-D0EF-4ACC-E97F-EA68836201D6}"/>
                    </a:ext>
                  </a:extLst>
                </p14:cNvPr>
                <p14:cNvContentPartPr/>
                <p14:nvPr/>
              </p14:nvContentPartPr>
              <p14:xfrm>
                <a:off x="4753963" y="5853261"/>
                <a:ext cx="140400" cy="245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B803645-D0EF-4ACC-E97F-EA68836201D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736323" y="5835621"/>
                  <a:ext cx="17604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684896C-E495-782E-C234-52BF62448E20}"/>
                    </a:ext>
                  </a:extLst>
                </p14:cNvPr>
                <p14:cNvContentPartPr/>
                <p14:nvPr/>
              </p14:nvContentPartPr>
              <p14:xfrm>
                <a:off x="5198203" y="5966301"/>
                <a:ext cx="192600" cy="522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B684896C-E495-782E-C234-52BF62448E2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180203" y="5948661"/>
                  <a:ext cx="22824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AF36D7C-B27B-2E7C-7A48-C97F662D3E3F}"/>
                    </a:ext>
                  </a:extLst>
                </p14:cNvPr>
                <p14:cNvContentPartPr/>
                <p14:nvPr/>
              </p14:nvContentPartPr>
              <p14:xfrm>
                <a:off x="5581243" y="5849301"/>
                <a:ext cx="162360" cy="2599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AF36D7C-B27B-2E7C-7A48-C97F662D3E3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563243" y="5831661"/>
                  <a:ext cx="19800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BE41A5B-735A-AD43-420A-26684E956B83}"/>
                    </a:ext>
                  </a:extLst>
                </p14:cNvPr>
                <p14:cNvContentPartPr/>
                <p14:nvPr/>
              </p14:nvContentPartPr>
              <p14:xfrm>
                <a:off x="5862403" y="5841021"/>
                <a:ext cx="145080" cy="2570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BE41A5B-735A-AD43-420A-26684E956B8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844403" y="5823021"/>
                  <a:ext cx="1807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82F12F9-D3C9-8602-9B2F-E9304941C196}"/>
                    </a:ext>
                  </a:extLst>
                </p14:cNvPr>
                <p14:cNvContentPartPr/>
                <p14:nvPr/>
              </p14:nvContentPartPr>
              <p14:xfrm>
                <a:off x="6154003" y="5976381"/>
                <a:ext cx="219600" cy="446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82F12F9-D3C9-8602-9B2F-E9304941C19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136003" y="5958741"/>
                  <a:ext cx="2552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A47EECC-1DFF-805A-9B70-45B173FF5094}"/>
                    </a:ext>
                  </a:extLst>
                </p14:cNvPr>
                <p14:cNvContentPartPr/>
                <p14:nvPr/>
              </p14:nvContentPartPr>
              <p14:xfrm>
                <a:off x="6263083" y="5882061"/>
                <a:ext cx="47880" cy="2808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A47EECC-1DFF-805A-9B70-45B173FF509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245443" y="5864061"/>
                  <a:ext cx="8352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2F90A443-F32F-4C87-8C21-E6953A10C059}"/>
                    </a:ext>
                  </a:extLst>
                </p14:cNvPr>
                <p14:cNvContentPartPr/>
                <p14:nvPr/>
              </p14:nvContentPartPr>
              <p14:xfrm>
                <a:off x="6514363" y="5829501"/>
                <a:ext cx="180000" cy="2804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2F90A443-F32F-4C87-8C21-E6953A10C05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496723" y="5811501"/>
                  <a:ext cx="21564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831562A-E463-B65D-EE8D-B04B021E8451}"/>
                    </a:ext>
                  </a:extLst>
                </p14:cNvPr>
                <p14:cNvContentPartPr/>
                <p14:nvPr/>
              </p14:nvContentPartPr>
              <p14:xfrm>
                <a:off x="6858883" y="5779821"/>
                <a:ext cx="237960" cy="3582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831562A-E463-B65D-EE8D-B04B021E845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841243" y="5761821"/>
                  <a:ext cx="27360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1633027-07AC-28BE-C59B-DC454EA1459E}"/>
                    </a:ext>
                  </a:extLst>
                </p14:cNvPr>
                <p14:cNvContentPartPr/>
                <p14:nvPr/>
              </p14:nvContentPartPr>
              <p14:xfrm>
                <a:off x="4462723" y="6321261"/>
                <a:ext cx="2149920" cy="982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1633027-07AC-28BE-C59B-DC454EA1459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445083" y="6303261"/>
                  <a:ext cx="21855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83B9DE2-28F1-763E-EE61-C7B2CC0F29AF}"/>
                    </a:ext>
                  </a:extLst>
                </p14:cNvPr>
                <p14:cNvContentPartPr/>
                <p14:nvPr/>
              </p14:nvContentPartPr>
              <p14:xfrm>
                <a:off x="5265163" y="6633381"/>
                <a:ext cx="250200" cy="237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183B9DE2-28F1-763E-EE61-C7B2CC0F29A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247163" y="6615381"/>
                  <a:ext cx="2858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636E617-09FF-9077-70CC-285632A010B6}"/>
                    </a:ext>
                  </a:extLst>
                </p14:cNvPr>
                <p14:cNvContentPartPr/>
                <p14:nvPr/>
              </p14:nvContentPartPr>
              <p14:xfrm>
                <a:off x="5663683" y="6509181"/>
                <a:ext cx="24840" cy="3160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636E617-09FF-9077-70CC-285632A010B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646043" y="6491541"/>
                  <a:ext cx="6048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174A08AF-8818-8F7C-BE77-65892FF6141C}"/>
                    </a:ext>
                  </a:extLst>
                </p14:cNvPr>
                <p14:cNvContentPartPr/>
                <p14:nvPr/>
              </p14:nvContentPartPr>
              <p14:xfrm>
                <a:off x="6016843" y="6497661"/>
                <a:ext cx="166680" cy="3268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174A08AF-8818-8F7C-BE77-65892FF6141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999203" y="6480021"/>
                  <a:ext cx="202320" cy="36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4D71FF53-75EB-6E5B-C4E7-904A904E714A}"/>
              </a:ext>
            </a:extLst>
          </p:cNvPr>
          <p:cNvGrpSpPr/>
          <p:nvPr/>
        </p:nvGrpSpPr>
        <p:grpSpPr>
          <a:xfrm>
            <a:off x="7745563" y="5936061"/>
            <a:ext cx="214200" cy="184320"/>
            <a:chOff x="7745563" y="5936061"/>
            <a:chExt cx="214200" cy="18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2873EA2-68DF-6B33-9630-E91377F6F3D1}"/>
                    </a:ext>
                  </a:extLst>
                </p14:cNvPr>
                <p14:cNvContentPartPr/>
                <p14:nvPr/>
              </p14:nvContentPartPr>
              <p14:xfrm>
                <a:off x="7796683" y="5936061"/>
                <a:ext cx="121320" cy="198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2873EA2-68DF-6B33-9630-E91377F6F3D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779043" y="5918061"/>
                  <a:ext cx="1569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857DC53B-8C8A-184A-17B9-34760700053B}"/>
                    </a:ext>
                  </a:extLst>
                </p14:cNvPr>
                <p14:cNvContentPartPr/>
                <p14:nvPr/>
              </p14:nvContentPartPr>
              <p14:xfrm>
                <a:off x="7745563" y="6101301"/>
                <a:ext cx="214200" cy="190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857DC53B-8C8A-184A-17B9-34760700053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727923" y="6083301"/>
                  <a:ext cx="249840" cy="5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45589C9A-3FF6-B8DF-23D5-375EF7496979}"/>
                  </a:ext>
                </a:extLst>
              </p14:cNvPr>
              <p14:cNvContentPartPr/>
              <p14:nvPr/>
            </p14:nvContentPartPr>
            <p14:xfrm>
              <a:off x="1201123" y="6863061"/>
              <a:ext cx="36720" cy="3060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45589C9A-3FF6-B8DF-23D5-375EF7496979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1183123" y="6845421"/>
                <a:ext cx="7236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E615CE4D-DE8D-E55E-555A-CFD73F3A6382}"/>
                  </a:ext>
                </a:extLst>
              </p14:cNvPr>
              <p14:cNvContentPartPr/>
              <p14:nvPr/>
            </p14:nvContentPartPr>
            <p14:xfrm>
              <a:off x="8413723" y="5989701"/>
              <a:ext cx="151200" cy="4212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E615CE4D-DE8D-E55E-555A-CFD73F3A6382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8396083" y="5972061"/>
                <a:ext cx="18684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C39F9A81-3B3E-EDFE-B556-AAB02AD7FA22}"/>
                  </a:ext>
                </a:extLst>
              </p14:cNvPr>
              <p14:cNvContentPartPr/>
              <p14:nvPr/>
            </p14:nvContentPartPr>
            <p14:xfrm>
              <a:off x="8792803" y="5796021"/>
              <a:ext cx="73800" cy="29088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C39F9A81-3B3E-EDFE-B556-AAB02AD7FA22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8774803" y="5778381"/>
                <a:ext cx="109440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54DB600E-0FBF-B2F2-FDD8-E14BBD824CC6}"/>
                  </a:ext>
                </a:extLst>
              </p14:cNvPr>
              <p14:cNvContentPartPr/>
              <p14:nvPr/>
            </p14:nvContentPartPr>
            <p14:xfrm>
              <a:off x="8952283" y="5837781"/>
              <a:ext cx="163800" cy="25200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54DB600E-0FBF-B2F2-FDD8-E14BBD824CC6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8934283" y="5820141"/>
                <a:ext cx="19944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DF36FE80-4B3D-9340-FE86-302F887D2941}"/>
                  </a:ext>
                </a:extLst>
              </p14:cNvPr>
              <p14:cNvContentPartPr/>
              <p14:nvPr/>
            </p14:nvContentPartPr>
            <p14:xfrm>
              <a:off x="8473483" y="6250701"/>
              <a:ext cx="710640" cy="6012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DF36FE80-4B3D-9340-FE86-302F887D2941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8455843" y="6232701"/>
                <a:ext cx="74628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EB07F11C-4DD9-E4D2-B2E5-91B62AC0195B}"/>
                  </a:ext>
                </a:extLst>
              </p14:cNvPr>
              <p14:cNvContentPartPr/>
              <p14:nvPr/>
            </p14:nvContentPartPr>
            <p14:xfrm>
              <a:off x="8532163" y="6567501"/>
              <a:ext cx="91800" cy="3384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EB07F11C-4DD9-E4D2-B2E5-91B62AC0195B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8514163" y="6549501"/>
                <a:ext cx="127440" cy="69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1" name="Group 170">
            <a:extLst>
              <a:ext uri="{FF2B5EF4-FFF2-40B4-BE49-F238E27FC236}">
                <a16:creationId xmlns:a16="http://schemas.microsoft.com/office/drawing/2014/main" id="{8B573DFA-96BA-65FD-FD01-643EF8E3EA91}"/>
              </a:ext>
            </a:extLst>
          </p:cNvPr>
          <p:cNvGrpSpPr/>
          <p:nvPr/>
        </p:nvGrpSpPr>
        <p:grpSpPr>
          <a:xfrm>
            <a:off x="8927886" y="6402543"/>
            <a:ext cx="340200" cy="320400"/>
            <a:chOff x="8927886" y="6402543"/>
            <a:chExt cx="34020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C6DC406-5450-0654-5560-33D9253A9793}"/>
                    </a:ext>
                  </a:extLst>
                </p14:cNvPr>
                <p14:cNvContentPartPr/>
                <p14:nvPr/>
              </p14:nvContentPartPr>
              <p14:xfrm>
                <a:off x="8927886" y="6402543"/>
                <a:ext cx="76680" cy="3204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C6DC406-5450-0654-5560-33D9253A979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909886" y="6384903"/>
                  <a:ext cx="11232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35C8222E-2CAA-81B2-6EF5-3580C253D8A5}"/>
                    </a:ext>
                  </a:extLst>
                </p14:cNvPr>
                <p14:cNvContentPartPr/>
                <p14:nvPr/>
              </p14:nvContentPartPr>
              <p14:xfrm>
                <a:off x="9140646" y="6405063"/>
                <a:ext cx="127440" cy="2376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35C8222E-2CAA-81B2-6EF5-3580C253D8A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122646" y="6387423"/>
                  <a:ext cx="163080" cy="27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4DC0D5A9-17F8-D3B6-0569-8AB68B5E5132}"/>
              </a:ext>
            </a:extLst>
          </p:cNvPr>
          <p:cNvGrpSpPr/>
          <p:nvPr/>
        </p:nvGrpSpPr>
        <p:grpSpPr>
          <a:xfrm>
            <a:off x="9679926" y="5995743"/>
            <a:ext cx="181800" cy="132840"/>
            <a:chOff x="9679926" y="5995743"/>
            <a:chExt cx="181800" cy="13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147D5A72-9F0C-6E6C-697F-91C6CD8C8EF6}"/>
                    </a:ext>
                  </a:extLst>
                </p14:cNvPr>
                <p14:cNvContentPartPr/>
                <p14:nvPr/>
              </p14:nvContentPartPr>
              <p14:xfrm>
                <a:off x="9711966" y="5995743"/>
                <a:ext cx="110520" cy="604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147D5A72-9F0C-6E6C-697F-91C6CD8C8EF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693966" y="5978103"/>
                  <a:ext cx="1461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14E0C5D4-E3B9-C957-FCFD-5A33B9A25210}"/>
                    </a:ext>
                  </a:extLst>
                </p14:cNvPr>
                <p14:cNvContentPartPr/>
                <p14:nvPr/>
              </p14:nvContentPartPr>
              <p14:xfrm>
                <a:off x="9679926" y="6101223"/>
                <a:ext cx="181800" cy="273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14E0C5D4-E3B9-C957-FCFD-5A33B9A2521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662286" y="6083223"/>
                  <a:ext cx="217440" cy="6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8CF61C9B-FFE8-98EF-7F03-1BDF844062A6}"/>
                  </a:ext>
                </a:extLst>
              </p14:cNvPr>
              <p14:cNvContentPartPr/>
              <p14:nvPr/>
            </p14:nvContentPartPr>
            <p14:xfrm>
              <a:off x="10144686" y="5837343"/>
              <a:ext cx="65160" cy="33876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8CF61C9B-FFE8-98EF-7F03-1BDF844062A6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10126686" y="5819343"/>
                <a:ext cx="100800" cy="37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0CCB3AB-B67B-D27D-0D05-DCABBF9C5B8B}"/>
                  </a:ext>
                </a:extLst>
              </p14:cNvPr>
              <p14:cNvContentPartPr/>
              <p14:nvPr/>
            </p14:nvContentPartPr>
            <p14:xfrm>
              <a:off x="4679886" y="322143"/>
              <a:ext cx="34560" cy="5205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0CCB3AB-B67B-D27D-0D05-DCABBF9C5B8B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4675566" y="317823"/>
                <a:ext cx="43200" cy="52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60743F5-9AFD-E3E7-FCBE-B3CE8F9BA021}"/>
                  </a:ext>
                </a:extLst>
              </p14:cNvPr>
              <p14:cNvContentPartPr/>
              <p14:nvPr/>
            </p14:nvContentPartPr>
            <p14:xfrm>
              <a:off x="6335526" y="1082823"/>
              <a:ext cx="11880" cy="64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60743F5-9AFD-E3E7-FCBE-B3CE8F9BA021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6331206" y="1078503"/>
                <a:ext cx="20520" cy="1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C287F8A-E0C7-89AE-4BD0-D674C58F5C7E}"/>
                  </a:ext>
                </a:extLst>
              </p14:cNvPr>
              <p14:cNvContentPartPr/>
              <p14:nvPr/>
            </p14:nvContentPartPr>
            <p14:xfrm>
              <a:off x="4276326" y="1295943"/>
              <a:ext cx="10800" cy="46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C287F8A-E0C7-89AE-4BD0-D674C58F5C7E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4272006" y="1291623"/>
                <a:ext cx="19440" cy="1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42ED5DD-3A48-C198-6B57-617E61104241}"/>
                  </a:ext>
                </a:extLst>
              </p14:cNvPr>
              <p14:cNvContentPartPr/>
              <p14:nvPr/>
            </p14:nvContentPartPr>
            <p14:xfrm>
              <a:off x="8648166" y="884463"/>
              <a:ext cx="7200" cy="32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42ED5DD-3A48-C198-6B57-617E61104241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8643846" y="880143"/>
                <a:ext cx="15840" cy="1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9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07A68D20-E3B0-18C7-5D50-6334AC2AA412}"/>
                  </a:ext>
                </a:extLst>
              </p14:cNvPr>
              <p14:cNvContentPartPr/>
              <p14:nvPr/>
            </p14:nvContentPartPr>
            <p14:xfrm>
              <a:off x="4575486" y="1126023"/>
              <a:ext cx="1440" cy="324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07A68D20-E3B0-18C7-5D50-6334AC2AA41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571166" y="1121703"/>
                <a:ext cx="10080" cy="1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77D5A40A-C0D9-0E5E-91AC-07881116DAC3}"/>
                  </a:ext>
                </a:extLst>
              </p14:cNvPr>
              <p14:cNvContentPartPr/>
              <p14:nvPr/>
            </p14:nvContentPartPr>
            <p14:xfrm>
              <a:off x="4370286" y="1936743"/>
              <a:ext cx="18000" cy="2232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77D5A40A-C0D9-0E5E-91AC-07881116DAC3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4365966" y="1932423"/>
                <a:ext cx="2664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71C231AC-5569-66FF-73E8-8E4D132ADB8C}"/>
                  </a:ext>
                </a:extLst>
              </p14:cNvPr>
              <p14:cNvContentPartPr/>
              <p14:nvPr/>
            </p14:nvContentPartPr>
            <p14:xfrm>
              <a:off x="3350766" y="1289823"/>
              <a:ext cx="360" cy="36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71C231AC-5569-66FF-73E8-8E4D132ADB8C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3346446" y="1285503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1212FA94-4EE1-C844-D1DA-82091878442B}"/>
                  </a:ext>
                </a:extLst>
              </p14:cNvPr>
              <p14:cNvContentPartPr/>
              <p14:nvPr/>
            </p14:nvContentPartPr>
            <p14:xfrm>
              <a:off x="6582846" y="4924383"/>
              <a:ext cx="2724840" cy="5184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1212FA94-4EE1-C844-D1DA-82091878442B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6578526" y="4920063"/>
                <a:ext cx="2733480" cy="6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58681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785F3AC-BE7C-642F-F299-DB45D18EDD04}"/>
              </a:ext>
            </a:extLst>
          </p:cNvPr>
          <p:cNvGrpSpPr/>
          <p:nvPr/>
        </p:nvGrpSpPr>
        <p:grpSpPr>
          <a:xfrm>
            <a:off x="170166" y="730743"/>
            <a:ext cx="552960" cy="618120"/>
            <a:chOff x="170166" y="730743"/>
            <a:chExt cx="552960" cy="61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4FB41F6-3C21-8FDD-BF9B-5CBCB58B4F41}"/>
                    </a:ext>
                  </a:extLst>
                </p14:cNvPr>
                <p14:cNvContentPartPr/>
                <p14:nvPr/>
              </p14:nvContentPartPr>
              <p14:xfrm>
                <a:off x="170166" y="730743"/>
                <a:ext cx="213120" cy="6181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4FB41F6-3C21-8FDD-BF9B-5CBCB58B4F4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2166" y="712743"/>
                  <a:ext cx="248760" cy="65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0272EC3-BFD2-6B49-CDF3-43EAB6049E1B}"/>
                    </a:ext>
                  </a:extLst>
                </p14:cNvPr>
                <p14:cNvContentPartPr/>
                <p14:nvPr/>
              </p14:nvContentPartPr>
              <p14:xfrm>
                <a:off x="539526" y="762423"/>
                <a:ext cx="122760" cy="831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0272EC3-BFD2-6B49-CDF3-43EAB6049E1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21886" y="744783"/>
                  <a:ext cx="1584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124578B-4047-A0EB-EA23-71C70B8A8B72}"/>
                    </a:ext>
                  </a:extLst>
                </p14:cNvPr>
                <p14:cNvContentPartPr/>
                <p14:nvPr/>
              </p14:nvContentPartPr>
              <p14:xfrm>
                <a:off x="542766" y="866823"/>
                <a:ext cx="180360" cy="640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124578B-4047-A0EB-EA23-71C70B8A8B7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24766" y="848823"/>
                  <a:ext cx="216000" cy="99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9F8A8BC-DF16-CF39-5E38-426C1787A4E6}"/>
                  </a:ext>
                </a:extLst>
              </p14:cNvPr>
              <p14:cNvContentPartPr/>
              <p14:nvPr/>
            </p14:nvContentPartPr>
            <p14:xfrm>
              <a:off x="1028766" y="309183"/>
              <a:ext cx="218520" cy="18946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9F8A8BC-DF16-CF39-5E38-426C1787A4E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11126" y="291183"/>
                <a:ext cx="254160" cy="19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6FBF660-C7B4-F4C6-7878-DE7A8C240227}"/>
                  </a:ext>
                </a:extLst>
              </p14:cNvPr>
              <p14:cNvContentPartPr/>
              <p14:nvPr/>
            </p14:nvContentPartPr>
            <p14:xfrm>
              <a:off x="1663086" y="575583"/>
              <a:ext cx="69480" cy="251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6FBF660-C7B4-F4C6-7878-DE7A8C24022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45446" y="557943"/>
                <a:ext cx="10512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3C3D95B-9095-613C-4023-1157ECBA8012}"/>
                  </a:ext>
                </a:extLst>
              </p14:cNvPr>
              <p14:cNvContentPartPr/>
              <p14:nvPr/>
            </p14:nvContentPartPr>
            <p14:xfrm>
              <a:off x="1579206" y="1175343"/>
              <a:ext cx="187560" cy="153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3C3D95B-9095-613C-4023-1157ECBA801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61566" y="1157703"/>
                <a:ext cx="22320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22C714B-6F8C-B1CF-BDA0-10CE34052466}"/>
                  </a:ext>
                </a:extLst>
              </p14:cNvPr>
              <p14:cNvContentPartPr/>
              <p14:nvPr/>
            </p14:nvContentPartPr>
            <p14:xfrm>
              <a:off x="1465446" y="1694463"/>
              <a:ext cx="174960" cy="3092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22C714B-6F8C-B1CF-BDA0-10CE3405246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447446" y="1676823"/>
                <a:ext cx="210600" cy="34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7342EAF-AA56-EDF2-1449-1306CD2A408C}"/>
                  </a:ext>
                </a:extLst>
              </p14:cNvPr>
              <p14:cNvContentPartPr/>
              <p14:nvPr/>
            </p14:nvContentPartPr>
            <p14:xfrm>
              <a:off x="2338446" y="613743"/>
              <a:ext cx="201960" cy="1990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7342EAF-AA56-EDF2-1449-1306CD2A408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320806" y="595743"/>
                <a:ext cx="237600" cy="23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63F9DC9B-2E91-67C1-CD18-155B38594613}"/>
              </a:ext>
            </a:extLst>
          </p:cNvPr>
          <p:cNvGrpSpPr/>
          <p:nvPr/>
        </p:nvGrpSpPr>
        <p:grpSpPr>
          <a:xfrm>
            <a:off x="2334486" y="1041783"/>
            <a:ext cx="385560" cy="311040"/>
            <a:chOff x="2334486" y="1041783"/>
            <a:chExt cx="385560" cy="31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F0B007C-6693-3D7A-4951-8D23AE29AF88}"/>
                    </a:ext>
                  </a:extLst>
                </p14:cNvPr>
                <p14:cNvContentPartPr/>
                <p14:nvPr/>
              </p14:nvContentPartPr>
              <p14:xfrm>
                <a:off x="2334486" y="1170303"/>
                <a:ext cx="105120" cy="237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F0B007C-6693-3D7A-4951-8D23AE29AF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16846" y="1152663"/>
                  <a:ext cx="1407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2DD9886-BA3D-8191-D5F6-CDD1BCE8B0DF}"/>
                    </a:ext>
                  </a:extLst>
                </p14:cNvPr>
                <p14:cNvContentPartPr/>
                <p14:nvPr/>
              </p14:nvContentPartPr>
              <p14:xfrm>
                <a:off x="2565606" y="1041783"/>
                <a:ext cx="154440" cy="311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2DD9886-BA3D-8191-D5F6-CDD1BCE8B0D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47966" y="1024143"/>
                  <a:ext cx="190080" cy="34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1638F91-E9F4-E08E-30B7-85E6E42F1208}"/>
                  </a:ext>
                </a:extLst>
              </p14:cNvPr>
              <p14:cNvContentPartPr/>
              <p14:nvPr/>
            </p14:nvContentPartPr>
            <p14:xfrm>
              <a:off x="2371566" y="1618863"/>
              <a:ext cx="47520" cy="3294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1638F91-E9F4-E08E-30B7-85E6E42F120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353566" y="1601223"/>
                <a:ext cx="83160" cy="36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4103577-01B1-7A84-0773-1B6B77D22DCE}"/>
                  </a:ext>
                </a:extLst>
              </p14:cNvPr>
              <p14:cNvContentPartPr/>
              <p14:nvPr/>
            </p14:nvContentPartPr>
            <p14:xfrm>
              <a:off x="2618886" y="1648743"/>
              <a:ext cx="150840" cy="3697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4103577-01B1-7A84-0773-1B6B77D22DC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600886" y="1631103"/>
                <a:ext cx="186480" cy="40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65953D16-20DF-CC31-A6B9-2BA0504EF76F}"/>
                  </a:ext>
                </a:extLst>
              </p14:cNvPr>
              <p14:cNvContentPartPr/>
              <p14:nvPr/>
            </p14:nvContentPartPr>
            <p14:xfrm>
              <a:off x="951006" y="2180103"/>
              <a:ext cx="2378880" cy="2786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65953D16-20DF-CC31-A6B9-2BA0504EF76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33006" y="2162103"/>
                <a:ext cx="2414520" cy="31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5B873481-2078-593C-7709-F0A25825C4F3}"/>
              </a:ext>
            </a:extLst>
          </p:cNvPr>
          <p:cNvGrpSpPr/>
          <p:nvPr/>
        </p:nvGrpSpPr>
        <p:grpSpPr>
          <a:xfrm>
            <a:off x="1363926" y="2708943"/>
            <a:ext cx="981000" cy="629280"/>
            <a:chOff x="1363926" y="2708943"/>
            <a:chExt cx="981000" cy="62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11A1B08-2F1D-EB39-3509-B5C472CC87C9}"/>
                    </a:ext>
                  </a:extLst>
                </p14:cNvPr>
                <p14:cNvContentPartPr/>
                <p14:nvPr/>
              </p14:nvContentPartPr>
              <p14:xfrm>
                <a:off x="1483806" y="2966343"/>
                <a:ext cx="259200" cy="536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11A1B08-2F1D-EB39-3509-B5C472CC87C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465806" y="2948703"/>
                  <a:ext cx="2948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D1343F8-298C-D70D-E4CD-943FC5A68D36}"/>
                    </a:ext>
                  </a:extLst>
                </p14:cNvPr>
                <p14:cNvContentPartPr/>
                <p14:nvPr/>
              </p14:nvContentPartPr>
              <p14:xfrm>
                <a:off x="1905006" y="2814783"/>
                <a:ext cx="45000" cy="2408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D1343F8-298C-D70D-E4CD-943FC5A68D3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887006" y="2796783"/>
                  <a:ext cx="8064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6022F7A-F40C-0098-7A09-4231808015EF}"/>
                    </a:ext>
                  </a:extLst>
                </p14:cNvPr>
                <p14:cNvContentPartPr/>
                <p14:nvPr/>
              </p14:nvContentPartPr>
              <p14:xfrm>
                <a:off x="2042526" y="2832423"/>
                <a:ext cx="111960" cy="246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6022F7A-F40C-0098-7A09-4231808015E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024526" y="2814783"/>
                  <a:ext cx="14760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E87F8EE-F998-43DB-9873-BDD66A1F4D28}"/>
                    </a:ext>
                  </a:extLst>
                </p14:cNvPr>
                <p14:cNvContentPartPr/>
                <p14:nvPr/>
              </p14:nvContentPartPr>
              <p14:xfrm>
                <a:off x="2040726" y="2708943"/>
                <a:ext cx="304200" cy="613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E87F8EE-F998-43DB-9873-BDD66A1F4D2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023086" y="2690943"/>
                  <a:ext cx="339840" cy="64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FC10BEA-3AD0-4417-03DE-DED472DA9DBA}"/>
                    </a:ext>
                  </a:extLst>
                </p14:cNvPr>
                <p14:cNvContentPartPr/>
                <p14:nvPr/>
              </p14:nvContentPartPr>
              <p14:xfrm>
                <a:off x="1363926" y="2763663"/>
                <a:ext cx="150120" cy="5745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FC10BEA-3AD0-4417-03DE-DED472DA9DB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345926" y="2745663"/>
                  <a:ext cx="185760" cy="61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C2FE42A-5000-B653-CC32-CE94C771DE55}"/>
              </a:ext>
            </a:extLst>
          </p:cNvPr>
          <p:cNvGrpSpPr/>
          <p:nvPr/>
        </p:nvGrpSpPr>
        <p:grpSpPr>
          <a:xfrm>
            <a:off x="4607886" y="903903"/>
            <a:ext cx="377640" cy="250560"/>
            <a:chOff x="4607886" y="903903"/>
            <a:chExt cx="377640" cy="25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420CDAA-3E05-8C4F-0B27-99E44F4EBB66}"/>
                    </a:ext>
                  </a:extLst>
                </p14:cNvPr>
                <p14:cNvContentPartPr/>
                <p14:nvPr/>
              </p14:nvContentPartPr>
              <p14:xfrm>
                <a:off x="4769166" y="922623"/>
                <a:ext cx="125280" cy="176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420CDAA-3E05-8C4F-0B27-99E44F4EBB6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751166" y="904623"/>
                  <a:ext cx="1609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68345B1-0532-F7D1-A70D-A0F2DFC626B7}"/>
                    </a:ext>
                  </a:extLst>
                </p14:cNvPr>
                <p14:cNvContentPartPr/>
                <p14:nvPr/>
              </p14:nvContentPartPr>
              <p14:xfrm>
                <a:off x="4624446" y="1118823"/>
                <a:ext cx="88200" cy="356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68345B1-0532-F7D1-A70D-A0F2DFC626B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606446" y="1100823"/>
                  <a:ext cx="1238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354CE08-B175-DB56-1B0C-A6109E01C461}"/>
                    </a:ext>
                  </a:extLst>
                </p14:cNvPr>
                <p14:cNvContentPartPr/>
                <p14:nvPr/>
              </p14:nvContentPartPr>
              <p14:xfrm>
                <a:off x="4629846" y="903903"/>
                <a:ext cx="306720" cy="62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354CE08-B175-DB56-1B0C-A6109E01C46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611846" y="886263"/>
                  <a:ext cx="3423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1826942-46F1-8727-AA4F-1428A630F936}"/>
                    </a:ext>
                  </a:extLst>
                </p14:cNvPr>
                <p14:cNvContentPartPr/>
                <p14:nvPr/>
              </p14:nvContentPartPr>
              <p14:xfrm>
                <a:off x="4607886" y="1064823"/>
                <a:ext cx="377640" cy="817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1826942-46F1-8727-AA4F-1428A630F93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590246" y="1047183"/>
                  <a:ext cx="413280" cy="11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4C20ED2A-58F6-76AA-870B-B34ABF152822}"/>
                  </a:ext>
                </a:extLst>
              </p14:cNvPr>
              <p14:cNvContentPartPr/>
              <p14:nvPr/>
            </p14:nvContentPartPr>
            <p14:xfrm>
              <a:off x="9969366" y="733263"/>
              <a:ext cx="174240" cy="367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4C20ED2A-58F6-76AA-870B-B34ABF15282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951366" y="715623"/>
                <a:ext cx="20988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FFF756E5-4448-74AE-688B-5B5FBC281D17}"/>
                  </a:ext>
                </a:extLst>
              </p14:cNvPr>
              <p14:cNvContentPartPr/>
              <p14:nvPr/>
            </p14:nvContentPartPr>
            <p14:xfrm>
              <a:off x="10053246" y="652623"/>
              <a:ext cx="21240" cy="23184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FFF756E5-4448-74AE-688B-5B5FBC281D1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035246" y="634623"/>
                <a:ext cx="5688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B22CC7C5-833F-B6C9-14FA-E3B65C36378B}"/>
                  </a:ext>
                </a:extLst>
              </p14:cNvPr>
              <p14:cNvContentPartPr/>
              <p14:nvPr/>
            </p14:nvContentPartPr>
            <p14:xfrm>
              <a:off x="10336206" y="598263"/>
              <a:ext cx="33120" cy="26460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B22CC7C5-833F-B6C9-14FA-E3B65C36378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318566" y="580623"/>
                <a:ext cx="68760" cy="3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FBB21E31-AD7C-6EC6-A835-BE8BA8A11F36}"/>
                  </a:ext>
                </a:extLst>
              </p14:cNvPr>
              <p14:cNvContentPartPr/>
              <p14:nvPr/>
            </p14:nvContentPartPr>
            <p14:xfrm>
              <a:off x="10469406" y="372543"/>
              <a:ext cx="257760" cy="70164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FBB21E31-AD7C-6EC6-A835-BE8BA8A11F3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451406" y="354543"/>
                <a:ext cx="293400" cy="73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37028A09-BC62-2B95-09EF-758538B5B1EE}"/>
                  </a:ext>
                </a:extLst>
              </p14:cNvPr>
              <p14:cNvContentPartPr/>
              <p14:nvPr/>
            </p14:nvContentPartPr>
            <p14:xfrm>
              <a:off x="10731486" y="667023"/>
              <a:ext cx="168840" cy="23040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37028A09-BC62-2B95-09EF-758538B5B1E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713846" y="649023"/>
                <a:ext cx="20448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026FA0C9-54CF-6585-7CE6-437D28126F31}"/>
                  </a:ext>
                </a:extLst>
              </p14:cNvPr>
              <p14:cNvContentPartPr/>
              <p14:nvPr/>
            </p14:nvContentPartPr>
            <p14:xfrm>
              <a:off x="11069166" y="625623"/>
              <a:ext cx="114840" cy="26208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026FA0C9-54CF-6585-7CE6-437D28126F31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1051166" y="607623"/>
                <a:ext cx="15048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63B37372-1379-58F8-E660-2FCC2105E3CE}"/>
                  </a:ext>
                </a:extLst>
              </p14:cNvPr>
              <p14:cNvContentPartPr/>
              <p14:nvPr/>
            </p14:nvContentPartPr>
            <p14:xfrm>
              <a:off x="11286966" y="726423"/>
              <a:ext cx="164520" cy="3384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63B37372-1379-58F8-E660-2FCC2105E3CE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1269326" y="708423"/>
                <a:ext cx="20016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C199CEB1-FD8C-9427-58F4-E93DE67D0876}"/>
                  </a:ext>
                </a:extLst>
              </p14:cNvPr>
              <p14:cNvContentPartPr/>
              <p14:nvPr/>
            </p14:nvContentPartPr>
            <p14:xfrm>
              <a:off x="11380566" y="631743"/>
              <a:ext cx="55080" cy="25020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C199CEB1-FD8C-9427-58F4-E93DE67D087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1362566" y="613743"/>
                <a:ext cx="9072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F16D14EE-A4A0-BC6A-23F6-EC273C1EAD2E}"/>
                  </a:ext>
                </a:extLst>
              </p14:cNvPr>
              <p14:cNvContentPartPr/>
              <p14:nvPr/>
            </p14:nvContentPartPr>
            <p14:xfrm>
              <a:off x="11547246" y="636783"/>
              <a:ext cx="33840" cy="22464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F16D14EE-A4A0-BC6A-23F6-EC273C1EAD2E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1529246" y="619143"/>
                <a:ext cx="6948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F21E416E-E127-5474-97A3-A927D227F24E}"/>
                  </a:ext>
                </a:extLst>
              </p14:cNvPr>
              <p14:cNvContentPartPr/>
              <p14:nvPr/>
            </p14:nvContentPartPr>
            <p14:xfrm>
              <a:off x="11696646" y="659463"/>
              <a:ext cx="169560" cy="1767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F21E416E-E127-5474-97A3-A927D227F24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1678646" y="641463"/>
                <a:ext cx="20520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956FE3D8-FE30-A0B1-24DA-AD4E9B2F9DD9}"/>
                  </a:ext>
                </a:extLst>
              </p14:cNvPr>
              <p14:cNvContentPartPr/>
              <p14:nvPr/>
            </p14:nvContentPartPr>
            <p14:xfrm>
              <a:off x="11805726" y="418623"/>
              <a:ext cx="254880" cy="75528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956FE3D8-FE30-A0B1-24DA-AD4E9B2F9DD9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1788086" y="400983"/>
                <a:ext cx="290520" cy="79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B7F5E0DE-6DD7-9AF0-9EF2-873CCFCBC1B4}"/>
                  </a:ext>
                </a:extLst>
              </p14:cNvPr>
              <p14:cNvContentPartPr/>
              <p14:nvPr/>
            </p14:nvContentPartPr>
            <p14:xfrm>
              <a:off x="5192526" y="1338423"/>
              <a:ext cx="5634000" cy="18684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B7F5E0DE-6DD7-9AF0-9EF2-873CCFCBC1B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174886" y="1320783"/>
                <a:ext cx="5669640" cy="22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DAD0D4E3-782E-0DF7-D39A-4ADF05BF1EC0}"/>
              </a:ext>
            </a:extLst>
          </p:cNvPr>
          <p:cNvGrpSpPr/>
          <p:nvPr/>
        </p:nvGrpSpPr>
        <p:grpSpPr>
          <a:xfrm>
            <a:off x="6741966" y="1745223"/>
            <a:ext cx="1131120" cy="765360"/>
            <a:chOff x="6741966" y="1745223"/>
            <a:chExt cx="1131120" cy="76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90E2881-B197-0CF9-7219-F73F07C9B9A8}"/>
                    </a:ext>
                  </a:extLst>
                </p14:cNvPr>
                <p14:cNvContentPartPr/>
                <p14:nvPr/>
              </p14:nvContentPartPr>
              <p14:xfrm>
                <a:off x="6914766" y="2013063"/>
                <a:ext cx="240480" cy="345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90E2881-B197-0CF9-7219-F73F07C9B9A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896766" y="1995423"/>
                  <a:ext cx="2761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6C4DB54-2636-4E6C-C58A-9A759D48465E}"/>
                    </a:ext>
                  </a:extLst>
                </p14:cNvPr>
                <p14:cNvContentPartPr/>
                <p14:nvPr/>
              </p14:nvContentPartPr>
              <p14:xfrm>
                <a:off x="7309686" y="1852503"/>
                <a:ext cx="51120" cy="2980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6C4DB54-2636-4E6C-C58A-9A759D48465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291686" y="1834863"/>
                  <a:ext cx="8676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437046C-A11F-47EE-2125-207C97779EE3}"/>
                    </a:ext>
                  </a:extLst>
                </p14:cNvPr>
                <p14:cNvContentPartPr/>
                <p14:nvPr/>
              </p14:nvContentPartPr>
              <p14:xfrm>
                <a:off x="7487526" y="1925943"/>
                <a:ext cx="151200" cy="2606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437046C-A11F-47EE-2125-207C97779EE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469526" y="1907943"/>
                  <a:ext cx="18684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F7C72E0-B6FA-0704-2956-2A31E26C2774}"/>
                    </a:ext>
                  </a:extLst>
                </p14:cNvPr>
                <p14:cNvContentPartPr/>
                <p14:nvPr/>
              </p14:nvContentPartPr>
              <p14:xfrm>
                <a:off x="7542246" y="1771863"/>
                <a:ext cx="330840" cy="6649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F7C72E0-B6FA-0704-2956-2A31E26C277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524246" y="1754223"/>
                  <a:ext cx="366480" cy="70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0A41E0B-7D12-B7EA-ED74-3DEC5839E56B}"/>
                    </a:ext>
                  </a:extLst>
                </p14:cNvPr>
                <p14:cNvContentPartPr/>
                <p14:nvPr/>
              </p14:nvContentPartPr>
              <p14:xfrm>
                <a:off x="6741966" y="1745223"/>
                <a:ext cx="223560" cy="7653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0A41E0B-7D12-B7EA-ED74-3DEC5839E56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724326" y="1727583"/>
                  <a:ext cx="259200" cy="80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235D5D75-8E0B-310B-A141-DF2B97D34FFF}"/>
              </a:ext>
            </a:extLst>
          </p:cNvPr>
          <p:cNvGrpSpPr/>
          <p:nvPr/>
        </p:nvGrpSpPr>
        <p:grpSpPr>
          <a:xfrm>
            <a:off x="3586566" y="3308343"/>
            <a:ext cx="225000" cy="156600"/>
            <a:chOff x="3586566" y="3308343"/>
            <a:chExt cx="225000" cy="15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C1B1C87-7744-F4D6-0BFB-1768BAFC06A0}"/>
                    </a:ext>
                  </a:extLst>
                </p14:cNvPr>
                <p14:cNvContentPartPr/>
                <p14:nvPr/>
              </p14:nvContentPartPr>
              <p14:xfrm>
                <a:off x="3644886" y="3308343"/>
                <a:ext cx="141840" cy="68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C1B1C87-7744-F4D6-0BFB-1768BAFC06A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626886" y="3290703"/>
                  <a:ext cx="1774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DCCA4C4-9A40-200A-A4E5-0509FB3C15A3}"/>
                    </a:ext>
                  </a:extLst>
                </p14:cNvPr>
                <p14:cNvContentPartPr/>
                <p14:nvPr/>
              </p14:nvContentPartPr>
              <p14:xfrm>
                <a:off x="3586566" y="3422823"/>
                <a:ext cx="225000" cy="421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DCCA4C4-9A40-200A-A4E5-0509FB3C15A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568926" y="3404823"/>
                  <a:ext cx="260640" cy="7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FB47E4F7-2286-7989-976F-5581873A9AF3}"/>
              </a:ext>
            </a:extLst>
          </p:cNvPr>
          <p:cNvGrpSpPr/>
          <p:nvPr/>
        </p:nvGrpSpPr>
        <p:grpSpPr>
          <a:xfrm>
            <a:off x="5384766" y="3027543"/>
            <a:ext cx="3193920" cy="1128600"/>
            <a:chOff x="5384766" y="3027543"/>
            <a:chExt cx="3193920" cy="112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443A4D7-8ED5-E66B-B361-1D77C019EABD}"/>
                    </a:ext>
                  </a:extLst>
                </p14:cNvPr>
                <p14:cNvContentPartPr/>
                <p14:nvPr/>
              </p14:nvContentPartPr>
              <p14:xfrm>
                <a:off x="7237686" y="3258303"/>
                <a:ext cx="214200" cy="324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443A4D7-8ED5-E66B-B361-1D77C019EAB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219686" y="3240663"/>
                  <a:ext cx="2498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6DB1CB0-D997-CE90-7192-2146D16E6FF2}"/>
                    </a:ext>
                  </a:extLst>
                </p14:cNvPr>
                <p14:cNvContentPartPr/>
                <p14:nvPr/>
              </p14:nvContentPartPr>
              <p14:xfrm>
                <a:off x="7299966" y="3176223"/>
                <a:ext cx="56520" cy="2376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6DB1CB0-D997-CE90-7192-2146D16E6FF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281966" y="3158223"/>
                  <a:ext cx="9216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46DE979-9C77-7036-7ED6-54407C008736}"/>
                    </a:ext>
                  </a:extLst>
                </p14:cNvPr>
                <p14:cNvContentPartPr/>
                <p14:nvPr/>
              </p14:nvContentPartPr>
              <p14:xfrm>
                <a:off x="8346846" y="3096303"/>
                <a:ext cx="231840" cy="2523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46DE979-9C77-7036-7ED6-54407C00873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329206" y="3078303"/>
                  <a:ext cx="26748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AA6CDAE-2EB8-47F3-5C05-9A1E58591DF3}"/>
                    </a:ext>
                  </a:extLst>
                </p14:cNvPr>
                <p14:cNvContentPartPr/>
                <p14:nvPr/>
              </p14:nvContentPartPr>
              <p14:xfrm>
                <a:off x="7923126" y="3027543"/>
                <a:ext cx="167400" cy="3600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AA6CDAE-2EB8-47F3-5C05-9A1E58591DF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905126" y="3009903"/>
                  <a:ext cx="20304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63F9E7F-79CD-20B8-4BB5-66F00649AF06}"/>
                    </a:ext>
                  </a:extLst>
                </p14:cNvPr>
                <p14:cNvContentPartPr/>
                <p14:nvPr/>
              </p14:nvContentPartPr>
              <p14:xfrm>
                <a:off x="5384766" y="3525423"/>
                <a:ext cx="2941200" cy="2484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63F9E7F-79CD-20B8-4BB5-66F00649AF0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366766" y="3507423"/>
                  <a:ext cx="297684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60661D8-8F3D-49BA-D77D-A8A6563E8706}"/>
                    </a:ext>
                  </a:extLst>
                </p14:cNvPr>
                <p14:cNvContentPartPr/>
                <p14:nvPr/>
              </p14:nvContentPartPr>
              <p14:xfrm>
                <a:off x="5927286" y="4054983"/>
                <a:ext cx="251280" cy="291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60661D8-8F3D-49BA-D77D-A8A6563E870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909646" y="4037343"/>
                  <a:ext cx="2869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2D97D5E-17D7-C788-482F-49DE0EE23885}"/>
                    </a:ext>
                  </a:extLst>
                </p14:cNvPr>
                <p14:cNvContentPartPr/>
                <p14:nvPr/>
              </p14:nvContentPartPr>
              <p14:xfrm>
                <a:off x="6318606" y="3912783"/>
                <a:ext cx="49680" cy="2109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2D97D5E-17D7-C788-482F-49DE0EE2388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300606" y="3895143"/>
                  <a:ext cx="8532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F0B2C08-0A7F-09C3-D169-4536A0524DEB}"/>
                    </a:ext>
                  </a:extLst>
                </p14:cNvPr>
                <p14:cNvContentPartPr/>
                <p14:nvPr/>
              </p14:nvContentPartPr>
              <p14:xfrm>
                <a:off x="6501126" y="3921783"/>
                <a:ext cx="134640" cy="2343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F0B2C08-0A7F-09C3-D169-4536A0524DE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483126" y="3904143"/>
                  <a:ext cx="170280" cy="27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26D468A3-9F7C-8B95-84C1-166A73CDDAAF}"/>
              </a:ext>
            </a:extLst>
          </p:cNvPr>
          <p:cNvGrpSpPr/>
          <p:nvPr/>
        </p:nvGrpSpPr>
        <p:grpSpPr>
          <a:xfrm>
            <a:off x="4501686" y="4677063"/>
            <a:ext cx="203400" cy="115920"/>
            <a:chOff x="4501686" y="4677063"/>
            <a:chExt cx="203400" cy="11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3717FA7-4EE6-6E9D-F293-B232B25E2D25}"/>
                    </a:ext>
                  </a:extLst>
                </p14:cNvPr>
                <p14:cNvContentPartPr/>
                <p14:nvPr/>
              </p14:nvContentPartPr>
              <p14:xfrm>
                <a:off x="4571526" y="4677063"/>
                <a:ext cx="133560" cy="313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3717FA7-4EE6-6E9D-F293-B232B25E2D2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553526" y="4659063"/>
                  <a:ext cx="1692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3483398-8B2A-5456-4383-E1D431EF795B}"/>
                    </a:ext>
                  </a:extLst>
                </p14:cNvPr>
                <p14:cNvContentPartPr/>
                <p14:nvPr/>
              </p14:nvContentPartPr>
              <p14:xfrm>
                <a:off x="4501686" y="4766343"/>
                <a:ext cx="96840" cy="266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3483398-8B2A-5456-4383-E1D431EF795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483686" y="4748703"/>
                  <a:ext cx="132480" cy="6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48056C0D-9369-6B5A-F5C0-2C688D81BAEC}"/>
              </a:ext>
            </a:extLst>
          </p:cNvPr>
          <p:cNvGrpSpPr/>
          <p:nvPr/>
        </p:nvGrpSpPr>
        <p:grpSpPr>
          <a:xfrm>
            <a:off x="6058326" y="5246943"/>
            <a:ext cx="881640" cy="295560"/>
            <a:chOff x="6058326" y="5246943"/>
            <a:chExt cx="881640" cy="29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4FF14ED-7320-F9A4-D329-1B4CD081D626}"/>
                    </a:ext>
                  </a:extLst>
                </p14:cNvPr>
                <p14:cNvContentPartPr/>
                <p14:nvPr/>
              </p14:nvContentPartPr>
              <p14:xfrm>
                <a:off x="6058326" y="5403183"/>
                <a:ext cx="250200" cy="414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4FF14ED-7320-F9A4-D329-1B4CD081D62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040326" y="5385183"/>
                  <a:ext cx="2858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3AD1752-13A1-1D11-96E2-F62E6D87AB55}"/>
                    </a:ext>
                  </a:extLst>
                </p14:cNvPr>
                <p14:cNvContentPartPr/>
                <p14:nvPr/>
              </p14:nvContentPartPr>
              <p14:xfrm>
                <a:off x="6526326" y="5251623"/>
                <a:ext cx="67320" cy="2847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3AD1752-13A1-1D11-96E2-F62E6D87AB5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508326" y="5233983"/>
                  <a:ext cx="10296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7CA386B-B26E-496F-4604-514C3899F293}"/>
                    </a:ext>
                  </a:extLst>
                </p14:cNvPr>
                <p14:cNvContentPartPr/>
                <p14:nvPr/>
              </p14:nvContentPartPr>
              <p14:xfrm>
                <a:off x="6757086" y="5246943"/>
                <a:ext cx="182880" cy="2955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7CA386B-B26E-496F-4604-514C3899F29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739086" y="5228943"/>
                  <a:ext cx="218520" cy="33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FC725EC9-DB47-9A21-05C5-D043BC137908}"/>
              </a:ext>
            </a:extLst>
          </p:cNvPr>
          <p:cNvGrpSpPr/>
          <p:nvPr/>
        </p:nvGrpSpPr>
        <p:grpSpPr>
          <a:xfrm>
            <a:off x="8052366" y="4640343"/>
            <a:ext cx="357840" cy="184680"/>
            <a:chOff x="8052366" y="4640343"/>
            <a:chExt cx="357840" cy="18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3552060-2003-78C3-56E6-B088FE2472A9}"/>
                    </a:ext>
                  </a:extLst>
                </p14:cNvPr>
                <p14:cNvContentPartPr/>
                <p14:nvPr/>
              </p14:nvContentPartPr>
              <p14:xfrm>
                <a:off x="8052366" y="4640343"/>
                <a:ext cx="160200" cy="144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3552060-2003-78C3-56E6-B088FE2472A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034726" y="4622343"/>
                  <a:ext cx="1958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325FA5A-BA59-A6BE-4E9D-1513F3EE0C31}"/>
                    </a:ext>
                  </a:extLst>
                </p14:cNvPr>
                <p14:cNvContentPartPr/>
                <p14:nvPr/>
              </p14:nvContentPartPr>
              <p14:xfrm>
                <a:off x="8104206" y="4737903"/>
                <a:ext cx="306000" cy="871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325FA5A-BA59-A6BE-4E9D-1513F3EE0C3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086566" y="4719903"/>
                  <a:ext cx="341640" cy="12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B8AC456F-EF2A-8B5A-3FEE-E4E6C3AD330E}"/>
                  </a:ext>
                </a:extLst>
              </p14:cNvPr>
              <p14:cNvContentPartPr/>
              <p14:nvPr/>
            </p14:nvContentPartPr>
            <p14:xfrm>
              <a:off x="9128046" y="4774623"/>
              <a:ext cx="853920" cy="7884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B8AC456F-EF2A-8B5A-3FEE-E4E6C3AD330E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9110406" y="4756983"/>
                <a:ext cx="889560" cy="11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3" name="Group 122">
            <a:extLst>
              <a:ext uri="{FF2B5EF4-FFF2-40B4-BE49-F238E27FC236}">
                <a16:creationId xmlns:a16="http://schemas.microsoft.com/office/drawing/2014/main" id="{03402180-3799-FCD9-5982-0C357253655C}"/>
              </a:ext>
            </a:extLst>
          </p:cNvPr>
          <p:cNvGrpSpPr/>
          <p:nvPr/>
        </p:nvGrpSpPr>
        <p:grpSpPr>
          <a:xfrm>
            <a:off x="8906646" y="5014023"/>
            <a:ext cx="855360" cy="268200"/>
            <a:chOff x="8906646" y="5014023"/>
            <a:chExt cx="855360" cy="26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97EFFDC-F82C-DB2B-69B3-B9E3E0F41EAA}"/>
                    </a:ext>
                  </a:extLst>
                </p14:cNvPr>
                <p14:cNvContentPartPr/>
                <p14:nvPr/>
              </p14:nvContentPartPr>
              <p14:xfrm>
                <a:off x="9400566" y="5052183"/>
                <a:ext cx="15480" cy="2300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97EFFDC-F82C-DB2B-69B3-B9E3E0F41EA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382926" y="5034183"/>
                  <a:ext cx="5112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A1421C71-97E3-F904-B596-B345066CFC2A}"/>
                    </a:ext>
                  </a:extLst>
                </p14:cNvPr>
                <p14:cNvContentPartPr/>
                <p14:nvPr/>
              </p14:nvContentPartPr>
              <p14:xfrm>
                <a:off x="9586686" y="5014023"/>
                <a:ext cx="175320" cy="2476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A1421C71-97E3-F904-B596-B345066CFC2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569046" y="4996023"/>
                  <a:ext cx="21096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A46C5C5-6DB7-5CA6-961B-792DB41399CB}"/>
                    </a:ext>
                  </a:extLst>
                </p14:cNvPr>
                <p14:cNvContentPartPr/>
                <p14:nvPr/>
              </p14:nvContentPartPr>
              <p14:xfrm>
                <a:off x="8906646" y="5224983"/>
                <a:ext cx="187920" cy="151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A46C5C5-6DB7-5CA6-961B-792DB41399C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888646" y="5206983"/>
                  <a:ext cx="223560" cy="50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C34380A1-F58B-7F02-4A45-8CBF15EECC90}"/>
                  </a:ext>
                </a:extLst>
              </p14:cNvPr>
              <p14:cNvContentPartPr/>
              <p14:nvPr/>
            </p14:nvContentPartPr>
            <p14:xfrm>
              <a:off x="3191646" y="1180383"/>
              <a:ext cx="99720" cy="2988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C34380A1-F58B-7F02-4A45-8CBF15EECC90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3174006" y="1162383"/>
                <a:ext cx="135360" cy="6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3" name="Group 132">
            <a:extLst>
              <a:ext uri="{FF2B5EF4-FFF2-40B4-BE49-F238E27FC236}">
                <a16:creationId xmlns:a16="http://schemas.microsoft.com/office/drawing/2014/main" id="{C6AD13B9-E231-F20A-8ED1-431D2F7B4B75}"/>
              </a:ext>
            </a:extLst>
          </p:cNvPr>
          <p:cNvGrpSpPr/>
          <p:nvPr/>
        </p:nvGrpSpPr>
        <p:grpSpPr>
          <a:xfrm>
            <a:off x="3403326" y="353823"/>
            <a:ext cx="804600" cy="1590840"/>
            <a:chOff x="3403326" y="353823"/>
            <a:chExt cx="804600" cy="159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76F0115-F4F1-13D5-D7E2-B500C7D72477}"/>
                    </a:ext>
                  </a:extLst>
                </p14:cNvPr>
                <p14:cNvContentPartPr/>
                <p14:nvPr/>
              </p14:nvContentPartPr>
              <p14:xfrm>
                <a:off x="3472806" y="532743"/>
                <a:ext cx="25560" cy="270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76F0115-F4F1-13D5-D7E2-B500C7D7247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454806" y="515103"/>
                  <a:ext cx="6120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39C4581-481F-8F87-8758-880BC11D4C55}"/>
                    </a:ext>
                  </a:extLst>
                </p14:cNvPr>
                <p14:cNvContentPartPr/>
                <p14:nvPr/>
              </p14:nvContentPartPr>
              <p14:xfrm>
                <a:off x="3408726" y="1075983"/>
                <a:ext cx="124200" cy="263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39C4581-481F-8F87-8758-880BC11D4C5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390726" y="1058343"/>
                  <a:ext cx="15984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FDB8520-8889-5D5C-0491-F8BEFCBB5807}"/>
                    </a:ext>
                  </a:extLst>
                </p14:cNvPr>
                <p14:cNvContentPartPr/>
                <p14:nvPr/>
              </p14:nvContentPartPr>
              <p14:xfrm>
                <a:off x="3403326" y="1641543"/>
                <a:ext cx="110160" cy="265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FDB8520-8889-5D5C-0491-F8BEFCBB580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385686" y="1623903"/>
                  <a:ext cx="14580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7FDC352-7517-EA54-EF0D-D0507254E16B}"/>
                    </a:ext>
                  </a:extLst>
                </p14:cNvPr>
                <p14:cNvContentPartPr/>
                <p14:nvPr/>
              </p14:nvContentPartPr>
              <p14:xfrm>
                <a:off x="3517806" y="1547943"/>
                <a:ext cx="176040" cy="66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7FDC352-7517-EA54-EF0D-D0507254E16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500166" y="1529943"/>
                  <a:ext cx="2116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117ED81-3CA2-6512-0D1E-B011C27F50AD}"/>
                    </a:ext>
                  </a:extLst>
                </p14:cNvPr>
                <p14:cNvContentPartPr/>
                <p14:nvPr/>
              </p14:nvContentPartPr>
              <p14:xfrm>
                <a:off x="3912006" y="353823"/>
                <a:ext cx="295920" cy="1590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117ED81-3CA2-6512-0D1E-B011C27F50A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894366" y="336183"/>
                  <a:ext cx="331560" cy="162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2F80619-082A-04A5-6B03-CC089C708CC1}"/>
                    </a:ext>
                  </a:extLst>
                </p14:cNvPr>
                <p14:cNvContentPartPr/>
                <p14:nvPr/>
              </p14:nvContentPartPr>
              <p14:xfrm>
                <a:off x="3691686" y="1452903"/>
                <a:ext cx="6480" cy="18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2F80619-082A-04A5-6B03-CC089C708CC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674046" y="1435263"/>
                  <a:ext cx="42120" cy="3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7E27AA73-142A-B794-4C87-E7E5380FC85B}"/>
                  </a:ext>
                </a:extLst>
              </p14:cNvPr>
              <p14:cNvContentPartPr/>
              <p14:nvPr/>
            </p14:nvContentPartPr>
            <p14:xfrm>
              <a:off x="5250126" y="648303"/>
              <a:ext cx="20520" cy="2502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7E27AA73-142A-B794-4C87-E7E5380FC85B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5232126" y="630303"/>
                <a:ext cx="5616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4040DCE1-46DE-A3A5-145B-CCC4E0FED220}"/>
                  </a:ext>
                </a:extLst>
              </p14:cNvPr>
              <p14:cNvContentPartPr/>
              <p14:nvPr/>
            </p14:nvContentPartPr>
            <p14:xfrm>
              <a:off x="5498166" y="350223"/>
              <a:ext cx="168840" cy="891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4040DCE1-46DE-A3A5-145B-CCC4E0FED220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5480526" y="332583"/>
                <a:ext cx="204480" cy="9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4FC9213D-A640-51B2-FB76-292BACBA92A0}"/>
                  </a:ext>
                </a:extLst>
              </p14:cNvPr>
              <p14:cNvContentPartPr/>
              <p14:nvPr/>
            </p14:nvContentPartPr>
            <p14:xfrm>
              <a:off x="5756286" y="698343"/>
              <a:ext cx="165960" cy="615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4FC9213D-A640-51B2-FB76-292BACBA92A0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5738646" y="680343"/>
                <a:ext cx="20160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75D7EE1A-8536-3735-FD0F-BA6EE9AAFAD7}"/>
                  </a:ext>
                </a:extLst>
              </p14:cNvPr>
              <p14:cNvContentPartPr/>
              <p14:nvPr/>
            </p14:nvContentPartPr>
            <p14:xfrm>
              <a:off x="5964006" y="601503"/>
              <a:ext cx="160200" cy="2649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75D7EE1A-8536-3735-FD0F-BA6EE9AAFAD7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5946366" y="583863"/>
                <a:ext cx="19584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E1578E02-6B00-A4C2-4B87-4AA703D9958C}"/>
                  </a:ext>
                </a:extLst>
              </p14:cNvPr>
              <p14:cNvContentPartPr/>
              <p14:nvPr/>
            </p14:nvContentPartPr>
            <p14:xfrm>
              <a:off x="6317886" y="616983"/>
              <a:ext cx="156240" cy="2048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E1578E02-6B00-A4C2-4B87-4AA703D9958C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6300246" y="599343"/>
                <a:ext cx="19188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69BCC455-6784-203B-9C48-F9B5F74D266F}"/>
                  </a:ext>
                </a:extLst>
              </p14:cNvPr>
              <p14:cNvContentPartPr/>
              <p14:nvPr/>
            </p14:nvContentPartPr>
            <p14:xfrm>
              <a:off x="6675006" y="695823"/>
              <a:ext cx="196920" cy="230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69BCC455-6784-203B-9C48-F9B5F74D266F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6657006" y="677823"/>
                <a:ext cx="23256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4144F1C8-648B-EEB3-331B-8791FE3C87DF}"/>
                  </a:ext>
                </a:extLst>
              </p14:cNvPr>
              <p14:cNvContentPartPr/>
              <p14:nvPr/>
            </p14:nvContentPartPr>
            <p14:xfrm>
              <a:off x="6985686" y="604383"/>
              <a:ext cx="122760" cy="2098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4144F1C8-648B-EEB3-331B-8791FE3C87DF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6967686" y="586383"/>
                <a:ext cx="15840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7F737CF8-9D99-F360-E326-18E18EEDBA89}"/>
                  </a:ext>
                </a:extLst>
              </p14:cNvPr>
              <p14:cNvContentPartPr/>
              <p14:nvPr/>
            </p14:nvContentPartPr>
            <p14:xfrm>
              <a:off x="7005126" y="557583"/>
              <a:ext cx="190080" cy="630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7F737CF8-9D99-F360-E326-18E18EEDBA89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6987486" y="539583"/>
                <a:ext cx="22572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A7CA80FF-A232-DE52-6C62-C6A53ED09EC4}"/>
                  </a:ext>
                </a:extLst>
              </p14:cNvPr>
              <p14:cNvContentPartPr/>
              <p14:nvPr/>
            </p14:nvContentPartPr>
            <p14:xfrm>
              <a:off x="7251726" y="611943"/>
              <a:ext cx="92880" cy="22464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A7CA80FF-A232-DE52-6C62-C6A53ED09EC4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7234086" y="593943"/>
                <a:ext cx="12852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69A82156-07FB-B91E-5BFE-EC2C894BF7D1}"/>
                  </a:ext>
                </a:extLst>
              </p14:cNvPr>
              <p14:cNvContentPartPr/>
              <p14:nvPr/>
            </p14:nvContentPartPr>
            <p14:xfrm>
              <a:off x="7348206" y="408183"/>
              <a:ext cx="154440" cy="6440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69A82156-07FB-B91E-5BFE-EC2C894BF7D1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7330566" y="390183"/>
                <a:ext cx="190080" cy="67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F6CDE5E2-2306-21BA-EBA0-EA0187BBB43E}"/>
                  </a:ext>
                </a:extLst>
              </p14:cNvPr>
              <p14:cNvContentPartPr/>
              <p14:nvPr/>
            </p14:nvContentPartPr>
            <p14:xfrm>
              <a:off x="6754206" y="613023"/>
              <a:ext cx="37440" cy="29232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F6CDE5E2-2306-21BA-EBA0-EA0187BBB43E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6736566" y="595383"/>
                <a:ext cx="73080" cy="32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9" name="Group 138">
            <a:extLst>
              <a:ext uri="{FF2B5EF4-FFF2-40B4-BE49-F238E27FC236}">
                <a16:creationId xmlns:a16="http://schemas.microsoft.com/office/drawing/2014/main" id="{F54AB2BB-6EAA-034B-ADF3-09B47A9FF383}"/>
              </a:ext>
            </a:extLst>
          </p:cNvPr>
          <p:cNvGrpSpPr/>
          <p:nvPr/>
        </p:nvGrpSpPr>
        <p:grpSpPr>
          <a:xfrm>
            <a:off x="7734846" y="425463"/>
            <a:ext cx="1935720" cy="664920"/>
            <a:chOff x="7734846" y="425463"/>
            <a:chExt cx="1935720" cy="66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04FFE47-47A2-D2DA-0D52-C2167A5BA318}"/>
                    </a:ext>
                  </a:extLst>
                </p14:cNvPr>
                <p14:cNvContentPartPr/>
                <p14:nvPr/>
              </p14:nvContentPartPr>
              <p14:xfrm>
                <a:off x="7734846" y="733983"/>
                <a:ext cx="183240" cy="331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04FFE47-47A2-D2DA-0D52-C2167A5BA31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716846" y="716343"/>
                  <a:ext cx="2188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ADE6ADB-C631-E883-AE1E-1A8CECD06424}"/>
                    </a:ext>
                  </a:extLst>
                </p14:cNvPr>
                <p14:cNvContentPartPr/>
                <p14:nvPr/>
              </p14:nvContentPartPr>
              <p14:xfrm>
                <a:off x="8027526" y="619503"/>
                <a:ext cx="228240" cy="2779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ADE6ADB-C631-E883-AE1E-1A8CECD0642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009526" y="601863"/>
                  <a:ext cx="26388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BC6D70D-EFF6-96E9-C6F9-030D3E260A21}"/>
                    </a:ext>
                  </a:extLst>
                </p14:cNvPr>
                <p14:cNvContentPartPr/>
                <p14:nvPr/>
              </p14:nvContentPartPr>
              <p14:xfrm>
                <a:off x="8378166" y="425463"/>
                <a:ext cx="167040" cy="6429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BC6D70D-EFF6-96E9-C6F9-030D3E260A2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360526" y="407823"/>
                  <a:ext cx="202680" cy="67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AB97E84-C7E5-66B3-ACBF-428D09C0BE69}"/>
                    </a:ext>
                  </a:extLst>
                </p14:cNvPr>
                <p14:cNvContentPartPr/>
                <p14:nvPr/>
              </p14:nvContentPartPr>
              <p14:xfrm>
                <a:off x="8671566" y="613023"/>
                <a:ext cx="59760" cy="2941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AB97E84-C7E5-66B3-ACBF-428D09C0BE6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653926" y="595383"/>
                  <a:ext cx="9540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4AAEF56-D7FC-F5D2-CB03-0DF15AF98860}"/>
                    </a:ext>
                  </a:extLst>
                </p14:cNvPr>
                <p14:cNvContentPartPr/>
                <p14:nvPr/>
              </p14:nvContentPartPr>
              <p14:xfrm>
                <a:off x="8857326" y="671343"/>
                <a:ext cx="120960" cy="207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4AAEF56-D7FC-F5D2-CB03-0DF15AF9886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839686" y="653703"/>
                  <a:ext cx="1566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A6B8E79-DF86-121A-87DA-84A558476444}"/>
                    </a:ext>
                  </a:extLst>
                </p14:cNvPr>
                <p14:cNvContentPartPr/>
                <p14:nvPr/>
              </p14:nvContentPartPr>
              <p14:xfrm>
                <a:off x="9084486" y="753783"/>
                <a:ext cx="118800" cy="187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A6B8E79-DF86-121A-87DA-84A55847644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066486" y="736143"/>
                  <a:ext cx="1544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E48BD4F-1DE6-FB00-7B09-6F03793C16A9}"/>
                    </a:ext>
                  </a:extLst>
                </p14:cNvPr>
                <p14:cNvContentPartPr/>
                <p14:nvPr/>
              </p14:nvContentPartPr>
              <p14:xfrm>
                <a:off x="9326406" y="639303"/>
                <a:ext cx="31680" cy="2124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E48BD4F-1DE6-FB00-7B09-6F03793C16A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308766" y="621663"/>
                  <a:ext cx="6732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59B7657-E436-1DDB-86D9-077B858A6029}"/>
                    </a:ext>
                  </a:extLst>
                </p14:cNvPr>
                <p14:cNvContentPartPr/>
                <p14:nvPr/>
              </p14:nvContentPartPr>
              <p14:xfrm>
                <a:off x="9396966" y="669903"/>
                <a:ext cx="199800" cy="1958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59B7657-E436-1DDB-86D9-077B858A602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378966" y="651903"/>
                  <a:ext cx="2354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4280957-AC8E-D619-C3A7-167E39EDB1FF}"/>
                    </a:ext>
                  </a:extLst>
                </p14:cNvPr>
                <p14:cNvContentPartPr/>
                <p14:nvPr/>
              </p14:nvContentPartPr>
              <p14:xfrm>
                <a:off x="9432246" y="429063"/>
                <a:ext cx="238320" cy="6613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4280957-AC8E-D619-C3A7-167E39EDB1F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414606" y="411423"/>
                  <a:ext cx="273960" cy="69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B6D430D-6D99-2738-8134-7AC0C74CA27B}"/>
                    </a:ext>
                  </a:extLst>
                </p14:cNvPr>
                <p14:cNvContentPartPr/>
                <p14:nvPr/>
              </p14:nvContentPartPr>
              <p14:xfrm>
                <a:off x="9198966" y="702663"/>
                <a:ext cx="27000" cy="291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B6D430D-6D99-2738-8134-7AC0C74CA27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180966" y="684663"/>
                  <a:ext cx="626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F34DE8E-3A10-BEAC-22EA-686CE677615C}"/>
                    </a:ext>
                  </a:extLst>
                </p14:cNvPr>
                <p14:cNvContentPartPr/>
                <p14:nvPr/>
              </p14:nvContentPartPr>
              <p14:xfrm>
                <a:off x="9094566" y="755583"/>
                <a:ext cx="199080" cy="327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F34DE8E-3A10-BEAC-22EA-686CE677615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076926" y="737943"/>
                  <a:ext cx="2347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E6989250-440D-5FC9-7DF8-B165463C8ADC}"/>
                    </a:ext>
                  </a:extLst>
                </p14:cNvPr>
                <p14:cNvContentPartPr/>
                <p14:nvPr/>
              </p14:nvContentPartPr>
              <p14:xfrm>
                <a:off x="9170886" y="674583"/>
                <a:ext cx="28800" cy="2476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E6989250-440D-5FC9-7DF8-B165463C8AD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152886" y="656583"/>
                  <a:ext cx="64440" cy="28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F76800CD-E597-71FA-8CBC-5648EDF420D3}"/>
              </a:ext>
            </a:extLst>
          </p:cNvPr>
          <p:cNvGrpSpPr/>
          <p:nvPr/>
        </p:nvGrpSpPr>
        <p:grpSpPr>
          <a:xfrm>
            <a:off x="5397366" y="3163263"/>
            <a:ext cx="472680" cy="290520"/>
            <a:chOff x="5397366" y="3163263"/>
            <a:chExt cx="472680" cy="29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6846E8D-434E-7441-6ECB-5DA4B14B7B11}"/>
                    </a:ext>
                  </a:extLst>
                </p14:cNvPr>
                <p14:cNvContentPartPr/>
                <p14:nvPr/>
              </p14:nvContentPartPr>
              <p14:xfrm>
                <a:off x="5397366" y="3185943"/>
                <a:ext cx="167760" cy="2678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6846E8D-434E-7441-6ECB-5DA4B14B7B1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379726" y="3167943"/>
                  <a:ext cx="20340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4FEE8C68-A9C8-2A04-15E2-B2796D6FAE0E}"/>
                    </a:ext>
                  </a:extLst>
                </p14:cNvPr>
                <p14:cNvContentPartPr/>
                <p14:nvPr/>
              </p14:nvContentPartPr>
              <p14:xfrm>
                <a:off x="5669166" y="3163263"/>
                <a:ext cx="200880" cy="2768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4FEE8C68-A9C8-2A04-15E2-B2796D6FAE0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651166" y="3145263"/>
                  <a:ext cx="236520" cy="31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7A6AE688-8A41-5096-9B0B-EF801B177081}"/>
              </a:ext>
            </a:extLst>
          </p:cNvPr>
          <p:cNvGrpSpPr/>
          <p:nvPr/>
        </p:nvGrpSpPr>
        <p:grpSpPr>
          <a:xfrm>
            <a:off x="6035646" y="3117543"/>
            <a:ext cx="671400" cy="349920"/>
            <a:chOff x="6035646" y="3117543"/>
            <a:chExt cx="671400" cy="34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BA157137-B5A4-02F1-46F1-5FE927113F11}"/>
                    </a:ext>
                  </a:extLst>
                </p14:cNvPr>
                <p14:cNvContentPartPr/>
                <p14:nvPr/>
              </p14:nvContentPartPr>
              <p14:xfrm>
                <a:off x="6035646" y="3253623"/>
                <a:ext cx="162360" cy="363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BA157137-B5A4-02F1-46F1-5FE927113F1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018006" y="3235623"/>
                  <a:ext cx="198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AFE176B-9184-9E57-C8A7-0E598EDC2183}"/>
                    </a:ext>
                  </a:extLst>
                </p14:cNvPr>
                <p14:cNvContentPartPr/>
                <p14:nvPr/>
              </p14:nvContentPartPr>
              <p14:xfrm>
                <a:off x="6305286" y="3117543"/>
                <a:ext cx="127080" cy="2829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AFE176B-9184-9E57-C8A7-0E598EDC218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287646" y="3099543"/>
                  <a:ext cx="16272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592B72E7-DBEA-9DEC-A414-626B665046B9}"/>
                    </a:ext>
                  </a:extLst>
                </p14:cNvPr>
                <p14:cNvContentPartPr/>
                <p14:nvPr/>
              </p14:nvContentPartPr>
              <p14:xfrm>
                <a:off x="6597606" y="3126543"/>
                <a:ext cx="109440" cy="3409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592B72E7-DBEA-9DEC-A414-626B665046B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579606" y="3108903"/>
                  <a:ext cx="145080" cy="376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3B24BAA7-43B0-6D2F-6280-325114A8589B}"/>
                  </a:ext>
                </a:extLst>
              </p14:cNvPr>
              <p14:cNvContentPartPr/>
              <p14:nvPr/>
            </p14:nvContentPartPr>
            <p14:xfrm>
              <a:off x="5492046" y="4922583"/>
              <a:ext cx="1778040" cy="14472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3B24BAA7-43B0-6D2F-6280-325114A8589B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5474406" y="4904583"/>
                <a:ext cx="181368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EF43D939-B4E2-0F51-87E3-170091595DD6}"/>
                  </a:ext>
                </a:extLst>
              </p14:cNvPr>
              <p14:cNvContentPartPr/>
              <p14:nvPr/>
            </p14:nvContentPartPr>
            <p14:xfrm>
              <a:off x="5674206" y="4566903"/>
              <a:ext cx="54360" cy="33912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EF43D939-B4E2-0F51-87E3-170091595DD6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5656566" y="4549263"/>
                <a:ext cx="90000" cy="37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2" name="Group 151">
            <a:extLst>
              <a:ext uri="{FF2B5EF4-FFF2-40B4-BE49-F238E27FC236}">
                <a16:creationId xmlns:a16="http://schemas.microsoft.com/office/drawing/2014/main" id="{2932AA92-E8C1-B309-D0DB-2C4062A4FF7B}"/>
              </a:ext>
            </a:extLst>
          </p:cNvPr>
          <p:cNvGrpSpPr/>
          <p:nvPr/>
        </p:nvGrpSpPr>
        <p:grpSpPr>
          <a:xfrm>
            <a:off x="5583126" y="4490223"/>
            <a:ext cx="1716480" cy="308520"/>
            <a:chOff x="5583126" y="4490223"/>
            <a:chExt cx="1716480" cy="30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8F96DA5-EE31-D4DA-49D6-AFCCD307CFF4}"/>
                    </a:ext>
                  </a:extLst>
                </p14:cNvPr>
                <p14:cNvContentPartPr/>
                <p14:nvPr/>
              </p14:nvContentPartPr>
              <p14:xfrm>
                <a:off x="5583126" y="4665183"/>
                <a:ext cx="182880" cy="136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8F96DA5-EE31-D4DA-49D6-AFCCD307CFF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565126" y="4647543"/>
                  <a:ext cx="2185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275F116-FE0B-8218-9A73-BFFBD127FD70}"/>
                    </a:ext>
                  </a:extLst>
                </p14:cNvPr>
                <p14:cNvContentPartPr/>
                <p14:nvPr/>
              </p14:nvContentPartPr>
              <p14:xfrm>
                <a:off x="5896686" y="4506423"/>
                <a:ext cx="226080" cy="2923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275F116-FE0B-8218-9A73-BFFBD127FD7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879046" y="4488783"/>
                  <a:ext cx="26172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383316B-F9A6-549D-0D69-3DEF2ECA9783}"/>
                    </a:ext>
                  </a:extLst>
                </p14:cNvPr>
                <p14:cNvContentPartPr/>
                <p14:nvPr/>
              </p14:nvContentPartPr>
              <p14:xfrm>
                <a:off x="6209886" y="4551063"/>
                <a:ext cx="164160" cy="2397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383316B-F9A6-549D-0D69-3DEF2ECA978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191886" y="4533423"/>
                  <a:ext cx="19980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8F69E16-DF29-F49A-B77F-4CAA48725DD5}"/>
                    </a:ext>
                  </a:extLst>
                </p14:cNvPr>
                <p14:cNvContentPartPr/>
                <p14:nvPr/>
              </p14:nvContentPartPr>
              <p14:xfrm>
                <a:off x="6849966" y="4508223"/>
                <a:ext cx="120240" cy="2379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8F69E16-DF29-F49A-B77F-4CAA48725DD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832326" y="4490583"/>
                  <a:ext cx="15588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82EBDD5-3E5A-E4A6-4AD4-427E5C496684}"/>
                    </a:ext>
                  </a:extLst>
                </p14:cNvPr>
                <p14:cNvContentPartPr/>
                <p14:nvPr/>
              </p14:nvContentPartPr>
              <p14:xfrm>
                <a:off x="7168926" y="4490223"/>
                <a:ext cx="130680" cy="3067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82EBDD5-3E5A-E4A6-4AD4-427E5C49668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151286" y="4472223"/>
                  <a:ext cx="16632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4660ABBB-BB0B-8497-3B93-A13164B33D4E}"/>
                    </a:ext>
                  </a:extLst>
                </p14:cNvPr>
                <p14:cNvContentPartPr/>
                <p14:nvPr/>
              </p14:nvContentPartPr>
              <p14:xfrm>
                <a:off x="6546846" y="4630983"/>
                <a:ext cx="159840" cy="100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4660ABBB-BB0B-8497-3B93-A13164B33D4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529206" y="4613343"/>
                  <a:ext cx="19548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3A36657E-2374-3782-7D9A-8A1A9847D014}"/>
              </a:ext>
            </a:extLst>
          </p:cNvPr>
          <p:cNvGrpSpPr/>
          <p:nvPr/>
        </p:nvGrpSpPr>
        <p:grpSpPr>
          <a:xfrm>
            <a:off x="9016806" y="4330383"/>
            <a:ext cx="994320" cy="282600"/>
            <a:chOff x="9016806" y="4330383"/>
            <a:chExt cx="994320" cy="28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E204A08-A669-81EB-741F-F2A4180741CB}"/>
                    </a:ext>
                  </a:extLst>
                </p14:cNvPr>
                <p14:cNvContentPartPr/>
                <p14:nvPr/>
              </p14:nvContentPartPr>
              <p14:xfrm>
                <a:off x="9686406" y="4330383"/>
                <a:ext cx="324720" cy="2674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E204A08-A669-81EB-741F-F2A4180741C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668766" y="4312743"/>
                  <a:ext cx="36036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692C139-D8C7-ECEA-C672-C65D20723928}"/>
                    </a:ext>
                  </a:extLst>
                </p14:cNvPr>
                <p14:cNvContentPartPr/>
                <p14:nvPr/>
              </p14:nvContentPartPr>
              <p14:xfrm>
                <a:off x="9016806" y="4515783"/>
                <a:ext cx="272520" cy="594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692C139-D8C7-ECEA-C672-C65D2072392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998806" y="4497783"/>
                  <a:ext cx="3081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5541EFE-F9FC-2EB9-DC0A-B8DDF7F69F78}"/>
                    </a:ext>
                  </a:extLst>
                </p14:cNvPr>
                <p14:cNvContentPartPr/>
                <p14:nvPr/>
              </p14:nvContentPartPr>
              <p14:xfrm>
                <a:off x="9382566" y="4344063"/>
                <a:ext cx="192240" cy="2685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5541EFE-F9FC-2EB9-DC0A-B8DDF7F69F78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364926" y="4326423"/>
                  <a:ext cx="22788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81EFC06-2B88-F800-28BF-1498A1984424}"/>
                    </a:ext>
                  </a:extLst>
                </p14:cNvPr>
                <p14:cNvContentPartPr/>
                <p14:nvPr/>
              </p14:nvContentPartPr>
              <p14:xfrm>
                <a:off x="9202926" y="4398783"/>
                <a:ext cx="24840" cy="2142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B81EFC06-2B88-F800-28BF-1498A198442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184926" y="4381143"/>
                  <a:ext cx="60480" cy="24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3A16B637-637A-6540-ACC5-6B24D5371FA1}"/>
              </a:ext>
            </a:extLst>
          </p:cNvPr>
          <p:cNvGrpSpPr/>
          <p:nvPr/>
        </p:nvGrpSpPr>
        <p:grpSpPr>
          <a:xfrm>
            <a:off x="10420446" y="4346943"/>
            <a:ext cx="1082160" cy="287280"/>
            <a:chOff x="10420446" y="4346943"/>
            <a:chExt cx="1082160" cy="28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6299D7A-F804-57E4-13C4-CCB2611AD70A}"/>
                    </a:ext>
                  </a:extLst>
                </p14:cNvPr>
                <p14:cNvContentPartPr/>
                <p14:nvPr/>
              </p14:nvContentPartPr>
              <p14:xfrm>
                <a:off x="10420446" y="4492383"/>
                <a:ext cx="136080" cy="208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6299D7A-F804-57E4-13C4-CCB2611AD70A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402446" y="4474743"/>
                  <a:ext cx="1717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42800F7-7470-87F2-6829-5FB4B5EF7797}"/>
                    </a:ext>
                  </a:extLst>
                </p14:cNvPr>
                <p14:cNvContentPartPr/>
                <p14:nvPr/>
              </p14:nvContentPartPr>
              <p14:xfrm>
                <a:off x="10442046" y="4598943"/>
                <a:ext cx="133200" cy="352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42800F7-7470-87F2-6829-5FB4B5EF779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424406" y="4581303"/>
                  <a:ext cx="1688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8998E166-B962-03C7-0EC9-8EFCACC6435B}"/>
                    </a:ext>
                  </a:extLst>
                </p14:cNvPr>
                <p14:cNvContentPartPr/>
                <p14:nvPr/>
              </p14:nvContentPartPr>
              <p14:xfrm>
                <a:off x="10962606" y="4346943"/>
                <a:ext cx="540000" cy="2404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8998E166-B962-03C7-0EC9-8EFCACC6435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944966" y="4329303"/>
                  <a:ext cx="57564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A37A7387-0EFF-ACDA-6C11-DB906D7F51BC}"/>
                    </a:ext>
                  </a:extLst>
                </p14:cNvPr>
                <p14:cNvContentPartPr/>
                <p14:nvPr/>
              </p14:nvContentPartPr>
              <p14:xfrm>
                <a:off x="10785486" y="4492383"/>
                <a:ext cx="146160" cy="205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A37A7387-0EFF-ACDA-6C11-DB906D7F51B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767486" y="4474743"/>
                  <a:ext cx="181800" cy="56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051980E3-9510-E56E-6EA8-F683F12F4E28}"/>
                  </a:ext>
                </a:extLst>
              </p14:cNvPr>
              <p14:cNvContentPartPr/>
              <p14:nvPr/>
            </p14:nvContentPartPr>
            <p14:xfrm>
              <a:off x="2726166" y="1877343"/>
              <a:ext cx="7200" cy="28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051980E3-9510-E56E-6EA8-F683F12F4E28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2721846" y="1873023"/>
                <a:ext cx="15840" cy="1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296901CB-1199-B598-AA82-C82FEA47DC4A}"/>
                  </a:ext>
                </a:extLst>
              </p14:cNvPr>
              <p14:cNvContentPartPr/>
              <p14:nvPr/>
            </p14:nvContentPartPr>
            <p14:xfrm>
              <a:off x="2383806" y="1965903"/>
              <a:ext cx="4680" cy="144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296901CB-1199-B598-AA82-C82FEA47DC4A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2379486" y="1961583"/>
                <a:ext cx="13320" cy="1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6E7DAEE5-E7CD-5F8F-A549-03575CACA52C}"/>
                  </a:ext>
                </a:extLst>
              </p14:cNvPr>
              <p14:cNvContentPartPr/>
              <p14:nvPr/>
            </p14:nvContentPartPr>
            <p14:xfrm>
              <a:off x="2152686" y="3151743"/>
              <a:ext cx="6480" cy="39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6E7DAEE5-E7CD-5F8F-A549-03575CACA52C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2148366" y="3147423"/>
                <a:ext cx="1512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8B472094-FE05-F551-BA1F-F49B3DC0088C}"/>
                  </a:ext>
                </a:extLst>
              </p14:cNvPr>
              <p14:cNvContentPartPr/>
              <p14:nvPr/>
            </p14:nvContentPartPr>
            <p14:xfrm>
              <a:off x="7499046" y="1405023"/>
              <a:ext cx="9360" cy="216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8B472094-FE05-F551-BA1F-F49B3DC0088C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7494726" y="1400703"/>
                <a:ext cx="18000" cy="1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1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21DFDAF0-B75F-CCAE-8EF1-6EA5B0F2F36C}"/>
                  </a:ext>
                </a:extLst>
              </p14:cNvPr>
              <p14:cNvContentPartPr/>
              <p14:nvPr/>
            </p14:nvContentPartPr>
            <p14:xfrm>
              <a:off x="10595406" y="4618383"/>
              <a:ext cx="16200" cy="288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21DFDAF0-B75F-CCAE-8EF1-6EA5B0F2F36C}"/>
                  </a:ext>
                </a:extLst>
              </p:cNvPr>
              <p:cNvPicPr/>
              <p:nvPr/>
            </p:nvPicPr>
            <p:blipFill>
              <a:blip r:embed="rId232"/>
              <a:stretch>
                <a:fillRect/>
              </a:stretch>
            </p:blipFill>
            <p:spPr>
              <a:xfrm>
                <a:off x="10591086" y="4614063"/>
                <a:ext cx="24840" cy="1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06676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A12D9EC-5A9F-327D-754C-03EC6364D4D1}"/>
              </a:ext>
            </a:extLst>
          </p:cNvPr>
          <p:cNvGrpSpPr/>
          <p:nvPr/>
        </p:nvGrpSpPr>
        <p:grpSpPr>
          <a:xfrm>
            <a:off x="377886" y="394863"/>
            <a:ext cx="520920" cy="240480"/>
            <a:chOff x="377886" y="394863"/>
            <a:chExt cx="520920" cy="24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6656309-C942-A012-CEA3-5552B010C59F}"/>
                    </a:ext>
                  </a:extLst>
                </p14:cNvPr>
                <p14:cNvContentPartPr/>
                <p14:nvPr/>
              </p14:nvContentPartPr>
              <p14:xfrm>
                <a:off x="377886" y="394863"/>
                <a:ext cx="234000" cy="2404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6656309-C942-A012-CEA3-5552B010C59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60246" y="377223"/>
                  <a:ext cx="26964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A1DDFC9-17EC-39FF-CFD4-9314715C6731}"/>
                    </a:ext>
                  </a:extLst>
                </p14:cNvPr>
                <p14:cNvContentPartPr/>
                <p14:nvPr/>
              </p14:nvContentPartPr>
              <p14:xfrm>
                <a:off x="743286" y="459663"/>
                <a:ext cx="124920" cy="554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A1DDFC9-17EC-39FF-CFD4-9314715C673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25646" y="441663"/>
                  <a:ext cx="1605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FF53AD9-1230-0A00-9AB2-779F938333EC}"/>
                    </a:ext>
                  </a:extLst>
                </p14:cNvPr>
                <p14:cNvContentPartPr/>
                <p14:nvPr/>
              </p14:nvContentPartPr>
              <p14:xfrm>
                <a:off x="751206" y="538863"/>
                <a:ext cx="147600" cy="388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FF53AD9-1230-0A00-9AB2-779F938333E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33566" y="521223"/>
                  <a:ext cx="183240" cy="7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F77420D-56CB-BDD5-0ECF-E2FAC2D6CE35}"/>
              </a:ext>
            </a:extLst>
          </p:cNvPr>
          <p:cNvGrpSpPr/>
          <p:nvPr/>
        </p:nvGrpSpPr>
        <p:grpSpPr>
          <a:xfrm>
            <a:off x="1210206" y="167343"/>
            <a:ext cx="3069000" cy="2668680"/>
            <a:chOff x="1210206" y="167343"/>
            <a:chExt cx="3069000" cy="266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343A4D6-246E-E6F6-7CFF-5373D8A457DC}"/>
                    </a:ext>
                  </a:extLst>
                </p14:cNvPr>
                <p14:cNvContentPartPr/>
                <p14:nvPr/>
              </p14:nvContentPartPr>
              <p14:xfrm>
                <a:off x="1210206" y="167343"/>
                <a:ext cx="115560" cy="14497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343A4D6-246E-E6F6-7CFF-5373D8A457D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92566" y="149703"/>
                  <a:ext cx="151200" cy="148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6D97EB5-4109-AB69-FD96-FBF4826FC165}"/>
                    </a:ext>
                  </a:extLst>
                </p14:cNvPr>
                <p14:cNvContentPartPr/>
                <p14:nvPr/>
              </p14:nvContentPartPr>
              <p14:xfrm>
                <a:off x="1769646" y="338343"/>
                <a:ext cx="30240" cy="309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6D97EB5-4109-AB69-FD96-FBF4826FC16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752006" y="320343"/>
                  <a:ext cx="6588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7845FE4-3A72-EFB4-2BBB-69B141446D31}"/>
                    </a:ext>
                  </a:extLst>
                </p14:cNvPr>
                <p14:cNvContentPartPr/>
                <p14:nvPr/>
              </p14:nvContentPartPr>
              <p14:xfrm>
                <a:off x="1620606" y="792303"/>
                <a:ext cx="285480" cy="214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7845FE4-3A72-EFB4-2BBB-69B141446D3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602966" y="774303"/>
                  <a:ext cx="3211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2CBBD24-0321-E79F-1196-F33DB9B255C2}"/>
                    </a:ext>
                  </a:extLst>
                </p14:cNvPr>
                <p14:cNvContentPartPr/>
                <p14:nvPr/>
              </p14:nvContentPartPr>
              <p14:xfrm>
                <a:off x="1635726" y="1200543"/>
                <a:ext cx="180720" cy="322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2CBBD24-0321-E79F-1196-F33DB9B255C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617726" y="1182543"/>
                  <a:ext cx="21636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714D053-288C-B288-75C2-861F9414FDDC}"/>
                    </a:ext>
                  </a:extLst>
                </p14:cNvPr>
                <p14:cNvContentPartPr/>
                <p14:nvPr/>
              </p14:nvContentPartPr>
              <p14:xfrm>
                <a:off x="2672526" y="365703"/>
                <a:ext cx="64440" cy="2980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714D053-288C-B288-75C2-861F9414FDD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654886" y="347703"/>
                  <a:ext cx="10008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022F2D3-3027-5023-8109-FCC7B30B6461}"/>
                    </a:ext>
                  </a:extLst>
                </p14:cNvPr>
                <p14:cNvContentPartPr/>
                <p14:nvPr/>
              </p14:nvContentPartPr>
              <p14:xfrm>
                <a:off x="2500086" y="955743"/>
                <a:ext cx="181800" cy="594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022F2D3-3027-5023-8109-FCC7B30B646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482446" y="938103"/>
                  <a:ext cx="2174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2F4587D-BC27-1524-7770-46A5D25F70F8}"/>
                    </a:ext>
                  </a:extLst>
                </p14:cNvPr>
                <p14:cNvContentPartPr/>
                <p14:nvPr/>
              </p14:nvContentPartPr>
              <p14:xfrm>
                <a:off x="2759286" y="858903"/>
                <a:ext cx="101520" cy="2444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2F4587D-BC27-1524-7770-46A5D25F70F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741286" y="840903"/>
                  <a:ext cx="13716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88C2557-2654-98BF-AF5C-9201A6B94EF4}"/>
                    </a:ext>
                  </a:extLst>
                </p14:cNvPr>
                <p14:cNvContentPartPr/>
                <p14:nvPr/>
              </p14:nvContentPartPr>
              <p14:xfrm>
                <a:off x="2716446" y="1256703"/>
                <a:ext cx="300960" cy="180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88C2557-2654-98BF-AF5C-9201A6B94EF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698446" y="1239063"/>
                  <a:ext cx="3366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C43EA7D-9DF7-AA0D-FC75-0978D285F047}"/>
                    </a:ext>
                  </a:extLst>
                </p14:cNvPr>
                <p14:cNvContentPartPr/>
                <p14:nvPr/>
              </p14:nvContentPartPr>
              <p14:xfrm>
                <a:off x="3664326" y="348063"/>
                <a:ext cx="208440" cy="196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C43EA7D-9DF7-AA0D-FC75-0978D285F04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646326" y="330063"/>
                  <a:ext cx="2440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06D580D-9259-4206-4F46-BEC13B190E04}"/>
                    </a:ext>
                  </a:extLst>
                </p14:cNvPr>
                <p14:cNvContentPartPr/>
                <p14:nvPr/>
              </p14:nvContentPartPr>
              <p14:xfrm>
                <a:off x="3491166" y="823983"/>
                <a:ext cx="189000" cy="56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06D580D-9259-4206-4F46-BEC13B190E0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473166" y="806343"/>
                  <a:ext cx="2246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F819888-A2DA-2253-00F6-4175EFE3A3EF}"/>
                    </a:ext>
                  </a:extLst>
                </p14:cNvPr>
                <p14:cNvContentPartPr/>
                <p14:nvPr/>
              </p14:nvContentPartPr>
              <p14:xfrm>
                <a:off x="3801126" y="724623"/>
                <a:ext cx="106560" cy="2851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F819888-A2DA-2253-00F6-4175EFE3A3E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783126" y="706983"/>
                  <a:ext cx="14220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275BD49-8DFA-603E-6B11-EBB572EA562C}"/>
                    </a:ext>
                  </a:extLst>
                </p14:cNvPr>
                <p14:cNvContentPartPr/>
                <p14:nvPr/>
              </p14:nvContentPartPr>
              <p14:xfrm>
                <a:off x="3645606" y="1218903"/>
                <a:ext cx="27000" cy="1875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275BD49-8DFA-603E-6B11-EBB572EA562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627606" y="1201263"/>
                  <a:ext cx="626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F246FDA-DBA7-DC16-6149-F65836A34824}"/>
                    </a:ext>
                  </a:extLst>
                </p14:cNvPr>
                <p14:cNvContentPartPr/>
                <p14:nvPr/>
              </p14:nvContentPartPr>
              <p14:xfrm>
                <a:off x="3796806" y="1185423"/>
                <a:ext cx="114120" cy="250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F246FDA-DBA7-DC16-6149-F65836A3482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778806" y="1167423"/>
                  <a:ext cx="14976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B26CAF5-9726-A773-9A10-C24AF34E80AE}"/>
                    </a:ext>
                  </a:extLst>
                </p14:cNvPr>
                <p14:cNvContentPartPr/>
                <p14:nvPr/>
              </p14:nvContentPartPr>
              <p14:xfrm>
                <a:off x="4108566" y="226383"/>
                <a:ext cx="170640" cy="14713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B26CAF5-9726-A773-9A10-C24AF34E80A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090926" y="208743"/>
                  <a:ext cx="206280" cy="150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4270503-AE2B-6D09-4F4D-1286219E7FBB}"/>
                    </a:ext>
                  </a:extLst>
                </p14:cNvPr>
                <p14:cNvContentPartPr/>
                <p14:nvPr/>
              </p14:nvContentPartPr>
              <p14:xfrm>
                <a:off x="1247286" y="1751343"/>
                <a:ext cx="2535480" cy="280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4270503-AE2B-6D09-4F4D-1286219E7FB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229286" y="1733703"/>
                  <a:ext cx="257112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18721AE-5FCF-5F55-DE2E-D34A3D8F1253}"/>
                    </a:ext>
                  </a:extLst>
                </p14:cNvPr>
                <p14:cNvContentPartPr/>
                <p14:nvPr/>
              </p14:nvContentPartPr>
              <p14:xfrm>
                <a:off x="2090766" y="2438943"/>
                <a:ext cx="216720" cy="565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18721AE-5FCF-5F55-DE2E-D34A3D8F125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073126" y="2421303"/>
                  <a:ext cx="2523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8E68DE6-943F-4E2B-AD42-AA6D7CB0BBFD}"/>
                    </a:ext>
                  </a:extLst>
                </p14:cNvPr>
                <p14:cNvContentPartPr/>
                <p14:nvPr/>
              </p14:nvContentPartPr>
              <p14:xfrm>
                <a:off x="2473086" y="2284503"/>
                <a:ext cx="27720" cy="243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8E68DE6-943F-4E2B-AD42-AA6D7CB0BBF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455086" y="2266503"/>
                  <a:ext cx="6336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83F249D-824C-B486-863E-DD1B209B7C43}"/>
                    </a:ext>
                  </a:extLst>
                </p14:cNvPr>
                <p14:cNvContentPartPr/>
                <p14:nvPr/>
              </p14:nvContentPartPr>
              <p14:xfrm>
                <a:off x="2733726" y="2299623"/>
                <a:ext cx="60480" cy="174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83F249D-824C-B486-863E-DD1B209B7C4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715726" y="2281983"/>
                  <a:ext cx="961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C2EEFDF-A215-2BFC-6AF0-228911B16186}"/>
                    </a:ext>
                  </a:extLst>
                </p14:cNvPr>
                <p14:cNvContentPartPr/>
                <p14:nvPr/>
              </p14:nvContentPartPr>
              <p14:xfrm>
                <a:off x="2853246" y="2110623"/>
                <a:ext cx="250920" cy="640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C2EEFDF-A215-2BFC-6AF0-228911B1618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835246" y="2092623"/>
                  <a:ext cx="286560" cy="67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6F648E3-D836-0406-3AF0-1D3FCEFF5987}"/>
                    </a:ext>
                  </a:extLst>
                </p14:cNvPr>
                <p14:cNvContentPartPr/>
                <p14:nvPr/>
              </p14:nvContentPartPr>
              <p14:xfrm>
                <a:off x="1991406" y="2180463"/>
                <a:ext cx="116640" cy="655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6F648E3-D836-0406-3AF0-1D3FCEFF598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973766" y="2162463"/>
                  <a:ext cx="152280" cy="69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35D1959-1490-FD97-76CA-7FFCFFF8F0F4}"/>
                    </a:ext>
                  </a:extLst>
                </p14:cNvPr>
                <p14:cNvContentPartPr/>
                <p14:nvPr/>
              </p14:nvContentPartPr>
              <p14:xfrm>
                <a:off x="3150966" y="2792103"/>
                <a:ext cx="96120" cy="32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35D1959-1490-FD97-76CA-7FFCFFF8F0F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133326" y="2774463"/>
                  <a:ext cx="13176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CE41D397-A028-CEF2-E529-ACEB04940962}"/>
              </a:ext>
            </a:extLst>
          </p:cNvPr>
          <p:cNvGrpSpPr/>
          <p:nvPr/>
        </p:nvGrpSpPr>
        <p:grpSpPr>
          <a:xfrm>
            <a:off x="5111886" y="305223"/>
            <a:ext cx="7054200" cy="1651680"/>
            <a:chOff x="5111886" y="305223"/>
            <a:chExt cx="7054200" cy="165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B61AB7F-C58B-7FBE-81D4-F4AD40C25B92}"/>
                    </a:ext>
                  </a:extLst>
                </p14:cNvPr>
                <p14:cNvContentPartPr/>
                <p14:nvPr/>
              </p14:nvContentPartPr>
              <p14:xfrm>
                <a:off x="5128086" y="839103"/>
                <a:ext cx="108720" cy="38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B61AB7F-C58B-7FBE-81D4-F4AD40C25B9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110086" y="821103"/>
                  <a:ext cx="1443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2D26937-F959-DCC6-1C3F-19E97B25AB5F}"/>
                    </a:ext>
                  </a:extLst>
                </p14:cNvPr>
                <p14:cNvContentPartPr/>
                <p14:nvPr/>
              </p14:nvContentPartPr>
              <p14:xfrm>
                <a:off x="5111886" y="963303"/>
                <a:ext cx="169920" cy="493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2D26937-F959-DCC6-1C3F-19E97B25AB5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094246" y="945303"/>
                  <a:ext cx="2055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2EC2D80-4703-4C3F-6BB1-A005B1EAD7F0}"/>
                    </a:ext>
                  </a:extLst>
                </p14:cNvPr>
                <p14:cNvContentPartPr/>
                <p14:nvPr/>
              </p14:nvContentPartPr>
              <p14:xfrm>
                <a:off x="5827926" y="589623"/>
                <a:ext cx="50400" cy="3391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2EC2D80-4703-4C3F-6BB1-A005B1EAD7F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809926" y="571623"/>
                  <a:ext cx="8604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B739A78-910B-E49E-F0A9-F8FEC7455A0E}"/>
                    </a:ext>
                  </a:extLst>
                </p14:cNvPr>
                <p14:cNvContentPartPr/>
                <p14:nvPr/>
              </p14:nvContentPartPr>
              <p14:xfrm>
                <a:off x="6065886" y="305223"/>
                <a:ext cx="288720" cy="1213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B739A78-910B-E49E-F0A9-F8FEC7455A0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047886" y="287583"/>
                  <a:ext cx="324360" cy="12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0BF506B-FDB4-629B-1030-17BA966A4FB6}"/>
                    </a:ext>
                  </a:extLst>
                </p14:cNvPr>
                <p14:cNvContentPartPr/>
                <p14:nvPr/>
              </p14:nvContentPartPr>
              <p14:xfrm>
                <a:off x="6713526" y="1788423"/>
                <a:ext cx="9360" cy="19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0BF506B-FDB4-629B-1030-17BA966A4FB6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695526" y="1770423"/>
                  <a:ext cx="450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781AE99-066B-7124-0BDE-BD67CCF9328F}"/>
                    </a:ext>
                  </a:extLst>
                </p14:cNvPr>
                <p14:cNvContentPartPr/>
                <p14:nvPr/>
              </p14:nvContentPartPr>
              <p14:xfrm>
                <a:off x="6349206" y="784023"/>
                <a:ext cx="170640" cy="309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781AE99-066B-7124-0BDE-BD67CCF9328F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331566" y="766023"/>
                  <a:ext cx="2062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9E87F62-8D42-AD2B-0ECF-4D4CDC38A683}"/>
                    </a:ext>
                  </a:extLst>
                </p14:cNvPr>
                <p14:cNvContentPartPr/>
                <p14:nvPr/>
              </p14:nvContentPartPr>
              <p14:xfrm>
                <a:off x="6635046" y="660183"/>
                <a:ext cx="117720" cy="3081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9E87F62-8D42-AD2B-0ECF-4D4CDC38A68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617046" y="642543"/>
                  <a:ext cx="15336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8995E55-5C40-2991-1264-F4A1D5A3AF51}"/>
                    </a:ext>
                  </a:extLst>
                </p14:cNvPr>
                <p14:cNvContentPartPr/>
                <p14:nvPr/>
              </p14:nvContentPartPr>
              <p14:xfrm>
                <a:off x="6912606" y="728223"/>
                <a:ext cx="334800" cy="234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8995E55-5C40-2991-1264-F4A1D5A3AF51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894606" y="710223"/>
                  <a:ext cx="3704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75A1212-CD08-9098-F0E9-712DCD8D2A43}"/>
                    </a:ext>
                  </a:extLst>
                </p14:cNvPr>
                <p14:cNvContentPartPr/>
                <p14:nvPr/>
              </p14:nvContentPartPr>
              <p14:xfrm>
                <a:off x="7328766" y="819303"/>
                <a:ext cx="161640" cy="223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75A1212-CD08-9098-F0E9-712DCD8D2A4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310766" y="801303"/>
                  <a:ext cx="1972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59E7853-269A-20A8-B437-65AA08BFFAB2}"/>
                    </a:ext>
                  </a:extLst>
                </p14:cNvPr>
                <p14:cNvContentPartPr/>
                <p14:nvPr/>
              </p14:nvContentPartPr>
              <p14:xfrm>
                <a:off x="7367646" y="724623"/>
                <a:ext cx="38880" cy="2329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59E7853-269A-20A8-B437-65AA08BFFAB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349646" y="706623"/>
                  <a:ext cx="745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35FD219-3FBB-D03C-663B-4B929D6AF66F}"/>
                    </a:ext>
                  </a:extLst>
                </p14:cNvPr>
                <p14:cNvContentPartPr/>
                <p14:nvPr/>
              </p14:nvContentPartPr>
              <p14:xfrm>
                <a:off x="7605966" y="653343"/>
                <a:ext cx="138600" cy="2728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35FD219-3FBB-D03C-663B-4B929D6AF66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588326" y="635703"/>
                  <a:ext cx="17424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EFAE313-B121-9AB8-E24E-9579480024D5}"/>
                    </a:ext>
                  </a:extLst>
                </p14:cNvPr>
                <p14:cNvContentPartPr/>
                <p14:nvPr/>
              </p14:nvContentPartPr>
              <p14:xfrm>
                <a:off x="7851126" y="399903"/>
                <a:ext cx="157680" cy="6829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EFAE313-B121-9AB8-E24E-9579480024D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833126" y="381903"/>
                  <a:ext cx="193320" cy="71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EFB77AD-A2D3-6DDD-E482-1FD33C29DA3A}"/>
                    </a:ext>
                  </a:extLst>
                </p14:cNvPr>
                <p14:cNvContentPartPr/>
                <p14:nvPr/>
              </p14:nvContentPartPr>
              <p14:xfrm>
                <a:off x="8519286" y="723903"/>
                <a:ext cx="113040" cy="518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EFB77AD-A2D3-6DDD-E482-1FD33C29DA3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501646" y="705903"/>
                  <a:ext cx="1486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9C6CF01-082E-E242-E9A1-77E60694425A}"/>
                    </a:ext>
                  </a:extLst>
                </p14:cNvPr>
                <p14:cNvContentPartPr/>
                <p14:nvPr/>
              </p14:nvContentPartPr>
              <p14:xfrm>
                <a:off x="8788566" y="568743"/>
                <a:ext cx="16200" cy="286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9C6CF01-082E-E242-E9A1-77E60694425A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770566" y="551103"/>
                  <a:ext cx="5184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30A5B84-B083-3FFA-EBE7-B7BE9CB5FDA4}"/>
                    </a:ext>
                  </a:extLst>
                </p14:cNvPr>
                <p14:cNvContentPartPr/>
                <p14:nvPr/>
              </p14:nvContentPartPr>
              <p14:xfrm>
                <a:off x="8941206" y="374343"/>
                <a:ext cx="174240" cy="7063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30A5B84-B083-3FFA-EBE7-B7BE9CB5FDA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923206" y="356343"/>
                  <a:ext cx="209880" cy="74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5591AAC-9C6B-888E-1705-9FD25C92F16F}"/>
                    </a:ext>
                  </a:extLst>
                </p14:cNvPr>
                <p14:cNvContentPartPr/>
                <p14:nvPr/>
              </p14:nvContentPartPr>
              <p14:xfrm>
                <a:off x="9166926" y="665943"/>
                <a:ext cx="162720" cy="1890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5591AAC-9C6B-888E-1705-9FD25C92F16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148926" y="647943"/>
                  <a:ext cx="19836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D9FC5B7-C0D0-6788-ECFD-84EE3657CE88}"/>
                    </a:ext>
                  </a:extLst>
                </p14:cNvPr>
                <p14:cNvContentPartPr/>
                <p14:nvPr/>
              </p14:nvContentPartPr>
              <p14:xfrm>
                <a:off x="9443766" y="602583"/>
                <a:ext cx="214920" cy="2746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D9FC5B7-C0D0-6788-ECFD-84EE3657CE88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426126" y="584583"/>
                  <a:ext cx="25056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118F670-52F8-612A-6064-65F0BF8ABAF2}"/>
                    </a:ext>
                  </a:extLst>
                </p14:cNvPr>
                <p14:cNvContentPartPr/>
                <p14:nvPr/>
              </p14:nvContentPartPr>
              <p14:xfrm>
                <a:off x="9848406" y="678903"/>
                <a:ext cx="157680" cy="259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118F670-52F8-612A-6064-65F0BF8ABAF2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830766" y="660903"/>
                  <a:ext cx="1933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563391F-7577-7535-2230-BFD0927835D3}"/>
                    </a:ext>
                  </a:extLst>
                </p14:cNvPr>
                <p14:cNvContentPartPr/>
                <p14:nvPr/>
              </p14:nvContentPartPr>
              <p14:xfrm>
                <a:off x="9938406" y="571263"/>
                <a:ext cx="43560" cy="2523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563391F-7577-7535-2230-BFD0927835D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920406" y="553263"/>
                  <a:ext cx="7920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210C276-53E7-5410-3AFE-E3232F41353A}"/>
                    </a:ext>
                  </a:extLst>
                </p14:cNvPr>
                <p14:cNvContentPartPr/>
                <p14:nvPr/>
              </p14:nvContentPartPr>
              <p14:xfrm>
                <a:off x="10126326" y="610863"/>
                <a:ext cx="27000" cy="227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210C276-53E7-5410-3AFE-E3232F41353A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108326" y="593223"/>
                  <a:ext cx="626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6C91E49-7C9A-5C7B-1A90-4791180252BB}"/>
                    </a:ext>
                  </a:extLst>
                </p14:cNvPr>
                <p14:cNvContentPartPr/>
                <p14:nvPr/>
              </p14:nvContentPartPr>
              <p14:xfrm>
                <a:off x="10256646" y="647583"/>
                <a:ext cx="183600" cy="1602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6C91E49-7C9A-5C7B-1A90-4791180252BB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238646" y="629583"/>
                  <a:ext cx="2192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50ECC84-D20D-DB7C-AD24-EAFF32066F67}"/>
                    </a:ext>
                  </a:extLst>
                </p14:cNvPr>
                <p14:cNvContentPartPr/>
                <p14:nvPr/>
              </p14:nvContentPartPr>
              <p14:xfrm>
                <a:off x="10334406" y="384063"/>
                <a:ext cx="180000" cy="5954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50ECC84-D20D-DB7C-AD24-EAFF32066F67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316406" y="366063"/>
                  <a:ext cx="215640" cy="63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C67C194-7F4F-C636-1603-1E94C26EB457}"/>
                    </a:ext>
                  </a:extLst>
                </p14:cNvPr>
                <p14:cNvContentPartPr/>
                <p14:nvPr/>
              </p14:nvContentPartPr>
              <p14:xfrm>
                <a:off x="10696566" y="705543"/>
                <a:ext cx="140760" cy="273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C67C194-7F4F-C636-1603-1E94C26EB457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678926" y="687543"/>
                  <a:ext cx="1764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778A187-9A26-C99C-9481-F6F2CC75E470}"/>
                    </a:ext>
                  </a:extLst>
                </p14:cNvPr>
                <p14:cNvContentPartPr/>
                <p14:nvPr/>
              </p14:nvContentPartPr>
              <p14:xfrm>
                <a:off x="10776846" y="629943"/>
                <a:ext cx="39960" cy="1760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778A187-9A26-C99C-9481-F6F2CC75E47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759206" y="611943"/>
                  <a:ext cx="756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A1523FA-6A3E-2D05-FDF8-08A205095985}"/>
                    </a:ext>
                  </a:extLst>
                </p14:cNvPr>
                <p14:cNvContentPartPr/>
                <p14:nvPr/>
              </p14:nvContentPartPr>
              <p14:xfrm>
                <a:off x="10948206" y="646143"/>
                <a:ext cx="176760" cy="2242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A1523FA-6A3E-2D05-FDF8-08A205095985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930566" y="628143"/>
                  <a:ext cx="2124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E531D20-F73C-1109-10DB-F9B06E8ADFC9}"/>
                    </a:ext>
                  </a:extLst>
                </p14:cNvPr>
                <p14:cNvContentPartPr/>
                <p14:nvPr/>
              </p14:nvContentPartPr>
              <p14:xfrm>
                <a:off x="11165646" y="417903"/>
                <a:ext cx="183960" cy="6616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E531D20-F73C-1109-10DB-F9B06E8ADFC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1148006" y="399903"/>
                  <a:ext cx="219600" cy="69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DDE42ED-1763-8A4B-76D6-43159B8F95AB}"/>
                    </a:ext>
                  </a:extLst>
                </p14:cNvPr>
                <p14:cNvContentPartPr/>
                <p14:nvPr/>
              </p14:nvContentPartPr>
              <p14:xfrm>
                <a:off x="11369766" y="587103"/>
                <a:ext cx="114840" cy="2991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DDE42ED-1763-8A4B-76D6-43159B8F95A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1352126" y="569463"/>
                  <a:ext cx="15048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AE6FF46-4A9B-F12F-F963-7D7DB0BFE0E3}"/>
                    </a:ext>
                  </a:extLst>
                </p14:cNvPr>
                <p14:cNvContentPartPr/>
                <p14:nvPr/>
              </p14:nvContentPartPr>
              <p14:xfrm>
                <a:off x="11602686" y="711663"/>
                <a:ext cx="151200" cy="284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AE6FF46-4A9B-F12F-F963-7D7DB0BFE0E3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1584686" y="693663"/>
                  <a:ext cx="1868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10752B1-063E-B2E0-0BD9-7C04DDC464BD}"/>
                    </a:ext>
                  </a:extLst>
                </p14:cNvPr>
                <p14:cNvContentPartPr/>
                <p14:nvPr/>
              </p14:nvContentPartPr>
              <p14:xfrm>
                <a:off x="11664606" y="637143"/>
                <a:ext cx="33120" cy="2145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10752B1-063E-B2E0-0BD9-7C04DDC464BD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1646606" y="619143"/>
                  <a:ext cx="687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542EBE2-12A7-8D41-DDD8-7ABA8026E8D0}"/>
                    </a:ext>
                  </a:extLst>
                </p14:cNvPr>
                <p14:cNvContentPartPr/>
                <p14:nvPr/>
              </p14:nvContentPartPr>
              <p14:xfrm>
                <a:off x="11830566" y="641103"/>
                <a:ext cx="83520" cy="2350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542EBE2-12A7-8D41-DDD8-7ABA8026E8D0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1812926" y="623103"/>
                  <a:ext cx="11916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0E92C2B-B526-2D91-766E-4D6225A8FFEB}"/>
                    </a:ext>
                  </a:extLst>
                </p14:cNvPr>
                <p14:cNvContentPartPr/>
                <p14:nvPr/>
              </p14:nvContentPartPr>
              <p14:xfrm>
                <a:off x="11891766" y="465423"/>
                <a:ext cx="274320" cy="5907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0E92C2B-B526-2D91-766E-4D6225A8FFEB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1874126" y="447783"/>
                  <a:ext cx="309960" cy="62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CAE8AD8-3266-5202-2163-E2795E4205FE}"/>
                    </a:ext>
                  </a:extLst>
                </p14:cNvPr>
                <p14:cNvContentPartPr/>
                <p14:nvPr/>
              </p14:nvContentPartPr>
              <p14:xfrm>
                <a:off x="5520717" y="1243743"/>
                <a:ext cx="4996080" cy="4352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CAE8AD8-3266-5202-2163-E2795E4205F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503077" y="1225743"/>
                  <a:ext cx="5031720" cy="4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D8437AA-0E13-BBAC-4BD9-D0BAC1B736EE}"/>
                    </a:ext>
                  </a:extLst>
                </p14:cNvPr>
                <p14:cNvContentPartPr/>
                <p14:nvPr/>
              </p14:nvContentPartPr>
              <p14:xfrm>
                <a:off x="7879077" y="1804623"/>
                <a:ext cx="217080" cy="277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D8437AA-0E13-BBAC-4BD9-D0BAC1B736E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861077" y="1786983"/>
                  <a:ext cx="2527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BA55825-B808-D30A-53D1-2E86FDA6A41D}"/>
                    </a:ext>
                  </a:extLst>
                </p14:cNvPr>
                <p14:cNvContentPartPr/>
                <p14:nvPr/>
              </p14:nvContentPartPr>
              <p14:xfrm>
                <a:off x="8274357" y="1690863"/>
                <a:ext cx="46080" cy="741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BA55825-B808-D30A-53D1-2E86FDA6A41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256717" y="1673223"/>
                  <a:ext cx="817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85202E4-A76F-A896-EE2F-D7CCB7F9FC0A}"/>
                    </a:ext>
                  </a:extLst>
                </p14:cNvPr>
                <p14:cNvContentPartPr/>
                <p14:nvPr/>
              </p14:nvContentPartPr>
              <p14:xfrm>
                <a:off x="8468037" y="1633983"/>
                <a:ext cx="5400" cy="205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85202E4-A76F-A896-EE2F-D7CCB7F9FC0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450037" y="1615983"/>
                  <a:ext cx="410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2685307-6988-3819-808E-B1332BF8C570}"/>
                    </a:ext>
                  </a:extLst>
                </p14:cNvPr>
                <p14:cNvContentPartPr/>
                <p14:nvPr/>
              </p14:nvContentPartPr>
              <p14:xfrm>
                <a:off x="8288037" y="1689423"/>
                <a:ext cx="39960" cy="2408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2685307-6988-3819-808E-B1332BF8C570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270037" y="1671423"/>
                  <a:ext cx="756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4924C9B-74A4-16E6-5827-637DABB649E3}"/>
                    </a:ext>
                  </a:extLst>
                </p14:cNvPr>
                <p14:cNvContentPartPr/>
                <p14:nvPr/>
              </p14:nvContentPartPr>
              <p14:xfrm>
                <a:off x="8452197" y="1632903"/>
                <a:ext cx="209520" cy="3240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4924C9B-74A4-16E6-5827-637DABB649E3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434197" y="1614903"/>
                  <a:ext cx="245160" cy="35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853622D-061B-C9B9-B633-04127D056D0D}"/>
              </a:ext>
            </a:extLst>
          </p:cNvPr>
          <p:cNvGrpSpPr/>
          <p:nvPr/>
        </p:nvGrpSpPr>
        <p:grpSpPr>
          <a:xfrm>
            <a:off x="4140837" y="3020343"/>
            <a:ext cx="342360" cy="227520"/>
            <a:chOff x="4140837" y="3020343"/>
            <a:chExt cx="342360" cy="22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E325F0F-B5A3-E65D-610E-9486D2DFFC8A}"/>
                    </a:ext>
                  </a:extLst>
                </p14:cNvPr>
                <p14:cNvContentPartPr/>
                <p14:nvPr/>
              </p14:nvContentPartPr>
              <p14:xfrm>
                <a:off x="4140837" y="3020343"/>
                <a:ext cx="235800" cy="388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E325F0F-B5A3-E65D-610E-9486D2DFFC8A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123197" y="3002703"/>
                  <a:ext cx="2714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12DD43A-A02C-FAD5-41C9-756330445FC3}"/>
                    </a:ext>
                  </a:extLst>
                </p14:cNvPr>
                <p14:cNvContentPartPr/>
                <p14:nvPr/>
              </p14:nvContentPartPr>
              <p14:xfrm>
                <a:off x="4150197" y="3160743"/>
                <a:ext cx="333000" cy="871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12DD43A-A02C-FAD5-41C9-756330445FC3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132197" y="3143103"/>
                  <a:ext cx="368640" cy="12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7325ADB4-51EB-92B6-8847-A31FE8AEC2E2}"/>
                  </a:ext>
                </a:extLst>
              </p14:cNvPr>
              <p14:cNvContentPartPr/>
              <p14:nvPr/>
            </p14:nvContentPartPr>
            <p14:xfrm>
              <a:off x="5758317" y="2869503"/>
              <a:ext cx="153360" cy="34560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7325ADB4-51EB-92B6-8847-A31FE8AEC2E2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5740317" y="2851863"/>
                <a:ext cx="189000" cy="38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6AC278FD-0023-0460-09EE-40775690A704}"/>
              </a:ext>
            </a:extLst>
          </p:cNvPr>
          <p:cNvGrpSpPr/>
          <p:nvPr/>
        </p:nvGrpSpPr>
        <p:grpSpPr>
          <a:xfrm>
            <a:off x="5107077" y="2944383"/>
            <a:ext cx="452160" cy="343440"/>
            <a:chOff x="5107077" y="2944383"/>
            <a:chExt cx="452160" cy="34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7CCBA02-2208-663F-260A-644FC79F4D1D}"/>
                    </a:ext>
                  </a:extLst>
                </p14:cNvPr>
                <p14:cNvContentPartPr/>
                <p14:nvPr/>
              </p14:nvContentPartPr>
              <p14:xfrm>
                <a:off x="5107077" y="3082983"/>
                <a:ext cx="165240" cy="298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7CCBA02-2208-663F-260A-644FC79F4D1D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089077" y="3064983"/>
                  <a:ext cx="2008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5AEA009-8960-67C8-E411-820E85EFF87F}"/>
                    </a:ext>
                  </a:extLst>
                </p14:cNvPr>
                <p14:cNvContentPartPr/>
                <p14:nvPr/>
              </p14:nvContentPartPr>
              <p14:xfrm>
                <a:off x="5375637" y="2944383"/>
                <a:ext cx="183600" cy="3434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5AEA009-8960-67C8-E411-820E85EFF87F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357637" y="2926383"/>
                  <a:ext cx="219240" cy="37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679A78B3-BB22-7160-E3F1-4FD660D2D90D}"/>
                  </a:ext>
                </a:extLst>
              </p14:cNvPr>
              <p14:cNvContentPartPr/>
              <p14:nvPr/>
            </p14:nvContentPartPr>
            <p14:xfrm>
              <a:off x="6119037" y="3049503"/>
              <a:ext cx="235800" cy="4032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679A78B3-BB22-7160-E3F1-4FD660D2D90D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6101397" y="3031503"/>
                <a:ext cx="271440" cy="75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7" name="Group 106">
            <a:extLst>
              <a:ext uri="{FF2B5EF4-FFF2-40B4-BE49-F238E27FC236}">
                <a16:creationId xmlns:a16="http://schemas.microsoft.com/office/drawing/2014/main" id="{0183DE2E-372E-FC25-E142-8B0458707523}"/>
              </a:ext>
            </a:extLst>
          </p:cNvPr>
          <p:cNvGrpSpPr/>
          <p:nvPr/>
        </p:nvGrpSpPr>
        <p:grpSpPr>
          <a:xfrm>
            <a:off x="6818877" y="2820183"/>
            <a:ext cx="1595160" cy="339840"/>
            <a:chOff x="6818877" y="2820183"/>
            <a:chExt cx="1595160" cy="33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4D41627-1658-DDD5-2BD8-2ED9C02D3335}"/>
                    </a:ext>
                  </a:extLst>
                </p14:cNvPr>
                <p14:cNvContentPartPr/>
                <p14:nvPr/>
              </p14:nvContentPartPr>
              <p14:xfrm>
                <a:off x="7188237" y="2876343"/>
                <a:ext cx="154440" cy="2034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4D41627-1658-DDD5-2BD8-2ED9C02D3335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7170237" y="2858703"/>
                  <a:ext cx="19008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ABC9981-B071-28F8-7D1E-2867E057B7B5}"/>
                    </a:ext>
                  </a:extLst>
                </p14:cNvPr>
                <p14:cNvContentPartPr/>
                <p14:nvPr/>
              </p14:nvContentPartPr>
              <p14:xfrm>
                <a:off x="6818877" y="2826303"/>
                <a:ext cx="162720" cy="3337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ABC9981-B071-28F8-7D1E-2867E057B7B5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801237" y="2808663"/>
                  <a:ext cx="19836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5CAF084-D4E6-1543-DB95-7CFA6AD42E50}"/>
                    </a:ext>
                  </a:extLst>
                </p14:cNvPr>
                <p14:cNvContentPartPr/>
                <p14:nvPr/>
              </p14:nvContentPartPr>
              <p14:xfrm>
                <a:off x="7390917" y="2965983"/>
                <a:ext cx="180720" cy="277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5CAF084-D4E6-1543-DB95-7CFA6AD42E50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372917" y="2948343"/>
                  <a:ext cx="2163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52BF9DB-F19A-706B-CC1F-7BF76DBC5232}"/>
                    </a:ext>
                  </a:extLst>
                </p14:cNvPr>
                <p14:cNvContentPartPr/>
                <p14:nvPr/>
              </p14:nvContentPartPr>
              <p14:xfrm>
                <a:off x="7457517" y="2884263"/>
                <a:ext cx="44640" cy="2437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52BF9DB-F19A-706B-CC1F-7BF76DBC5232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439877" y="2866623"/>
                  <a:ext cx="802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8A07BBB-664E-C2F6-56CE-B1C664AF496E}"/>
                    </a:ext>
                  </a:extLst>
                </p14:cNvPr>
                <p14:cNvContentPartPr/>
                <p14:nvPr/>
              </p14:nvContentPartPr>
              <p14:xfrm>
                <a:off x="7861077" y="2880663"/>
                <a:ext cx="213480" cy="2217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8A07BBB-664E-C2F6-56CE-B1C664AF496E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843437" y="2862663"/>
                  <a:ext cx="2491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128A222-3AEE-65C7-C017-F8B02471D2BA}"/>
                    </a:ext>
                  </a:extLst>
                </p14:cNvPr>
                <p14:cNvContentPartPr/>
                <p14:nvPr/>
              </p14:nvContentPartPr>
              <p14:xfrm>
                <a:off x="8216037" y="2820183"/>
                <a:ext cx="198000" cy="2163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128A222-3AEE-65C7-C017-F8B02471D2BA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198037" y="2802543"/>
                  <a:ext cx="233640" cy="25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0212482F-7BB4-3F86-6584-2006B1DF3C18}"/>
              </a:ext>
            </a:extLst>
          </p:cNvPr>
          <p:cNvGrpSpPr/>
          <p:nvPr/>
        </p:nvGrpSpPr>
        <p:grpSpPr>
          <a:xfrm>
            <a:off x="5005557" y="3377823"/>
            <a:ext cx="2905560" cy="642960"/>
            <a:chOff x="5005557" y="3377823"/>
            <a:chExt cx="2905560" cy="64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9767B09-45A5-4D43-2AB8-21B73C7E0DE0}"/>
                    </a:ext>
                  </a:extLst>
                </p14:cNvPr>
                <p14:cNvContentPartPr/>
                <p14:nvPr/>
              </p14:nvContentPartPr>
              <p14:xfrm>
                <a:off x="5005557" y="3377823"/>
                <a:ext cx="2905560" cy="2858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9767B09-45A5-4D43-2AB8-21B73C7E0DE0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987917" y="3359823"/>
                  <a:ext cx="294120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8DBA228-FB52-653A-074F-CFDE11105BAA}"/>
                    </a:ext>
                  </a:extLst>
                </p14:cNvPr>
                <p14:cNvContentPartPr/>
                <p14:nvPr/>
              </p14:nvContentPartPr>
              <p14:xfrm>
                <a:off x="6141357" y="3924663"/>
                <a:ext cx="185040" cy="273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8DBA228-FB52-653A-074F-CFDE11105BAA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123717" y="3907023"/>
                  <a:ext cx="2206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CDBE29B-0198-807C-CA2D-A492B0A89E7B}"/>
                    </a:ext>
                  </a:extLst>
                </p14:cNvPr>
                <p14:cNvContentPartPr/>
                <p14:nvPr/>
              </p14:nvContentPartPr>
              <p14:xfrm>
                <a:off x="6473277" y="3802983"/>
                <a:ext cx="28440" cy="2178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CDBE29B-0198-807C-CA2D-A492B0A89E7B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455637" y="3784983"/>
                  <a:ext cx="640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7562F3D-4F0A-1D4C-6D76-BF45E4C58011}"/>
                    </a:ext>
                  </a:extLst>
                </p14:cNvPr>
                <p14:cNvContentPartPr/>
                <p14:nvPr/>
              </p14:nvContentPartPr>
              <p14:xfrm>
                <a:off x="6679197" y="3775263"/>
                <a:ext cx="144000" cy="2156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7562F3D-4F0A-1D4C-6D76-BF45E4C58011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6661197" y="3757623"/>
                  <a:ext cx="179640" cy="25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CA224840-2E3F-6CC5-789E-115CBDDCE5B4}"/>
              </a:ext>
            </a:extLst>
          </p:cNvPr>
          <p:cNvGrpSpPr/>
          <p:nvPr/>
        </p:nvGrpSpPr>
        <p:grpSpPr>
          <a:xfrm>
            <a:off x="4501917" y="4696863"/>
            <a:ext cx="499320" cy="165600"/>
            <a:chOff x="4501917" y="4696863"/>
            <a:chExt cx="499320" cy="16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D27A513-29DA-39BF-56DC-57D652FD4B9B}"/>
                    </a:ext>
                  </a:extLst>
                </p14:cNvPr>
                <p14:cNvContentPartPr/>
                <p14:nvPr/>
              </p14:nvContentPartPr>
              <p14:xfrm>
                <a:off x="4501917" y="4696863"/>
                <a:ext cx="256320" cy="295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D27A513-29DA-39BF-56DC-57D652FD4B9B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483917" y="4679223"/>
                  <a:ext cx="2919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C0613AC-7278-8627-B79D-BCE4E14A8DB2}"/>
                    </a:ext>
                  </a:extLst>
                </p14:cNvPr>
                <p14:cNvContentPartPr/>
                <p14:nvPr/>
              </p14:nvContentPartPr>
              <p14:xfrm>
                <a:off x="4502997" y="4754823"/>
                <a:ext cx="498240" cy="1076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C0613AC-7278-8627-B79D-BCE4E14A8DB2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484997" y="4737183"/>
                  <a:ext cx="533880" cy="14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0E03B327-3CD8-C7E5-54D0-CA85394399D8}"/>
              </a:ext>
            </a:extLst>
          </p:cNvPr>
          <p:cNvGrpSpPr/>
          <p:nvPr/>
        </p:nvGrpSpPr>
        <p:grpSpPr>
          <a:xfrm>
            <a:off x="5640237" y="4424703"/>
            <a:ext cx="1989720" cy="443160"/>
            <a:chOff x="5640237" y="4424703"/>
            <a:chExt cx="1989720" cy="44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B9E9E54-27EE-6B09-C982-C1A3C4F55ACD}"/>
                    </a:ext>
                  </a:extLst>
                </p14:cNvPr>
                <p14:cNvContentPartPr/>
                <p14:nvPr/>
              </p14:nvContentPartPr>
              <p14:xfrm>
                <a:off x="6455277" y="4424703"/>
                <a:ext cx="191160" cy="3855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B9E9E54-27EE-6B09-C982-C1A3C4F55ACD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437277" y="4407063"/>
                  <a:ext cx="22680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0AD5264-D421-EBF7-9E16-2A402DE929FB}"/>
                    </a:ext>
                  </a:extLst>
                </p14:cNvPr>
                <p14:cNvContentPartPr/>
                <p14:nvPr/>
              </p14:nvContentPartPr>
              <p14:xfrm>
                <a:off x="5640237" y="4597143"/>
                <a:ext cx="164520" cy="266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0AD5264-D421-EBF7-9E16-2A402DE929FB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622597" y="4579503"/>
                  <a:ext cx="2001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F1C88BE-9E46-D1DE-59A2-AC977DFEAF65}"/>
                    </a:ext>
                  </a:extLst>
                </p14:cNvPr>
                <p14:cNvContentPartPr/>
                <p14:nvPr/>
              </p14:nvContentPartPr>
              <p14:xfrm>
                <a:off x="5966757" y="4490583"/>
                <a:ext cx="290880" cy="3772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F1C88BE-9E46-D1DE-59A2-AC977DFEAF65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948757" y="4472583"/>
                  <a:ext cx="32652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DB45AE0-888A-80DD-38BD-6D236EAF9B89}"/>
                    </a:ext>
                  </a:extLst>
                </p14:cNvPr>
                <p14:cNvContentPartPr/>
                <p14:nvPr/>
              </p14:nvContentPartPr>
              <p14:xfrm>
                <a:off x="6817797" y="4719183"/>
                <a:ext cx="213120" cy="684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DB45AE0-888A-80DD-38BD-6D236EAF9B89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6799797" y="4701183"/>
                  <a:ext cx="2487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EB2C8B4-6EF4-A105-4F5A-5F6A779C8579}"/>
                    </a:ext>
                  </a:extLst>
                </p14:cNvPr>
                <p14:cNvContentPartPr/>
                <p14:nvPr/>
              </p14:nvContentPartPr>
              <p14:xfrm>
                <a:off x="6899517" y="4666263"/>
                <a:ext cx="69840" cy="1832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EB2C8B4-6EF4-A105-4F5A-5F6A779C8579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881877" y="4648623"/>
                  <a:ext cx="1054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20AEA4A-A288-46FA-4823-AEFA2BE3A84B}"/>
                    </a:ext>
                  </a:extLst>
                </p14:cNvPr>
                <p14:cNvContentPartPr/>
                <p14:nvPr/>
              </p14:nvContentPartPr>
              <p14:xfrm>
                <a:off x="7083117" y="4608303"/>
                <a:ext cx="261720" cy="2257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20AEA4A-A288-46FA-4823-AEFA2BE3A84B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065477" y="4590303"/>
                  <a:ext cx="29736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C274721-06B4-0B13-D08B-D12C07FF9EFF}"/>
                    </a:ext>
                  </a:extLst>
                </p14:cNvPr>
                <p14:cNvContentPartPr/>
                <p14:nvPr/>
              </p14:nvContentPartPr>
              <p14:xfrm>
                <a:off x="7349157" y="4516863"/>
                <a:ext cx="280800" cy="2998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C274721-06B4-0B13-D08B-D12C07FF9EFF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331517" y="4499223"/>
                  <a:ext cx="316440" cy="335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68C59E5B-33F3-8FA8-5F7F-565074F65BFF}"/>
                  </a:ext>
                </a:extLst>
              </p14:cNvPr>
              <p14:cNvContentPartPr/>
              <p14:nvPr/>
            </p14:nvContentPartPr>
            <p14:xfrm>
              <a:off x="5618277" y="4981263"/>
              <a:ext cx="2112480" cy="7776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68C59E5B-33F3-8FA8-5F7F-565074F65BFF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5600637" y="4963623"/>
                <a:ext cx="2148120" cy="11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81055359-BE79-4FD1-4EF7-1F0F54EDE9AD}"/>
              </a:ext>
            </a:extLst>
          </p:cNvPr>
          <p:cNvGrpSpPr/>
          <p:nvPr/>
        </p:nvGrpSpPr>
        <p:grpSpPr>
          <a:xfrm>
            <a:off x="6194277" y="5253783"/>
            <a:ext cx="797400" cy="304560"/>
            <a:chOff x="6194277" y="5253783"/>
            <a:chExt cx="797400" cy="30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3A8A75A-87C8-347C-146A-5AAD02338611}"/>
                    </a:ext>
                  </a:extLst>
                </p14:cNvPr>
                <p14:cNvContentPartPr/>
                <p14:nvPr/>
              </p14:nvContentPartPr>
              <p14:xfrm>
                <a:off x="6194277" y="5426943"/>
                <a:ext cx="190440" cy="284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3A8A75A-87C8-347C-146A-5AAD02338611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176277" y="5408943"/>
                  <a:ext cx="2260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731A867-6E50-75B0-8875-1A9003453F54}"/>
                    </a:ext>
                  </a:extLst>
                </p14:cNvPr>
                <p14:cNvContentPartPr/>
                <p14:nvPr/>
              </p14:nvContentPartPr>
              <p14:xfrm>
                <a:off x="6504957" y="5289423"/>
                <a:ext cx="70200" cy="2689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731A867-6E50-75B0-8875-1A9003453F54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486957" y="5271423"/>
                  <a:ext cx="10584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7669804-8208-741D-0851-3473C2C0CB49}"/>
                    </a:ext>
                  </a:extLst>
                </p14:cNvPr>
                <p14:cNvContentPartPr/>
                <p14:nvPr/>
              </p14:nvContentPartPr>
              <p14:xfrm>
                <a:off x="6786117" y="5253783"/>
                <a:ext cx="205560" cy="2826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7669804-8208-741D-0851-3473C2C0CB49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768117" y="5235783"/>
                  <a:ext cx="241200" cy="31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33F12208-F484-B590-750A-1BAD6EBED4F2}"/>
              </a:ext>
            </a:extLst>
          </p:cNvPr>
          <p:cNvGrpSpPr/>
          <p:nvPr/>
        </p:nvGrpSpPr>
        <p:grpSpPr>
          <a:xfrm>
            <a:off x="8308917" y="4416783"/>
            <a:ext cx="1829160" cy="579960"/>
            <a:chOff x="8308917" y="4416783"/>
            <a:chExt cx="1829160" cy="57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1B7E949-8950-4BED-50BD-75136DF45031}"/>
                    </a:ext>
                  </a:extLst>
                </p14:cNvPr>
                <p14:cNvContentPartPr/>
                <p14:nvPr/>
              </p14:nvContentPartPr>
              <p14:xfrm>
                <a:off x="8427357" y="4692543"/>
                <a:ext cx="114120" cy="291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1B7E949-8950-4BED-50BD-75136DF45031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409717" y="4674543"/>
                  <a:ext cx="1497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DF04E06-B998-0607-A73F-FC3A346340CE}"/>
                    </a:ext>
                  </a:extLst>
                </p14:cNvPr>
                <p14:cNvContentPartPr/>
                <p14:nvPr/>
              </p14:nvContentPartPr>
              <p14:xfrm>
                <a:off x="8308917" y="4806303"/>
                <a:ext cx="424080" cy="550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DF04E06-B998-0607-A73F-FC3A346340CE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291277" y="4788303"/>
                  <a:ext cx="4597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FF5884E-5010-B4CB-D5DC-078A90C1F80D}"/>
                    </a:ext>
                  </a:extLst>
                </p14:cNvPr>
                <p14:cNvContentPartPr/>
                <p14:nvPr/>
              </p14:nvContentPartPr>
              <p14:xfrm>
                <a:off x="9718677" y="4416783"/>
                <a:ext cx="226440" cy="2869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FF5884E-5010-B4CB-D5DC-078A90C1F80D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701037" y="4399143"/>
                  <a:ext cx="26208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C58BB33-BA70-0036-8E59-BBDEBA46E8E1}"/>
                    </a:ext>
                  </a:extLst>
                </p14:cNvPr>
                <p14:cNvContentPartPr/>
                <p14:nvPr/>
              </p14:nvContentPartPr>
              <p14:xfrm>
                <a:off x="9371637" y="4419303"/>
                <a:ext cx="148320" cy="3798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C58BB33-BA70-0036-8E59-BBDEBA46E8E1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9353637" y="4401663"/>
                  <a:ext cx="18396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7AE73A7-FA25-C474-7B5B-B8C29553E7B9}"/>
                    </a:ext>
                  </a:extLst>
                </p14:cNvPr>
                <p14:cNvContentPartPr/>
                <p14:nvPr/>
              </p14:nvContentPartPr>
              <p14:xfrm>
                <a:off x="8911557" y="4606503"/>
                <a:ext cx="74160" cy="424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7AE73A7-FA25-C474-7B5B-B8C29553E7B9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893917" y="4588863"/>
                  <a:ext cx="1098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2F2D66F-15E3-0E08-3DC8-691ACC0DF5CB}"/>
                    </a:ext>
                  </a:extLst>
                </p14:cNvPr>
                <p14:cNvContentPartPr/>
                <p14:nvPr/>
              </p14:nvContentPartPr>
              <p14:xfrm>
                <a:off x="8945757" y="4582743"/>
                <a:ext cx="287280" cy="410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2F2D66F-15E3-0E08-3DC8-691ACC0DF5CB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928117" y="4565103"/>
                  <a:ext cx="3229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647595A-046E-ADAE-34CA-66F9491287EB}"/>
                    </a:ext>
                  </a:extLst>
                </p14:cNvPr>
                <p14:cNvContentPartPr/>
                <p14:nvPr/>
              </p14:nvContentPartPr>
              <p14:xfrm>
                <a:off x="9108477" y="4888743"/>
                <a:ext cx="1029600" cy="1080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647595A-046E-ADAE-34CA-66F9491287EB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090477" y="4870743"/>
                  <a:ext cx="1065240" cy="14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FCD36520-5396-BE77-8414-8D4A1115254C}"/>
              </a:ext>
            </a:extLst>
          </p:cNvPr>
          <p:cNvGrpSpPr/>
          <p:nvPr/>
        </p:nvGrpSpPr>
        <p:grpSpPr>
          <a:xfrm>
            <a:off x="9182997" y="5189343"/>
            <a:ext cx="871920" cy="335520"/>
            <a:chOff x="9182997" y="5189343"/>
            <a:chExt cx="871920" cy="33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B860BE6-5DA9-6A1E-FCE9-F7EE5BBBDA02}"/>
                    </a:ext>
                  </a:extLst>
                </p14:cNvPr>
                <p14:cNvContentPartPr/>
                <p14:nvPr/>
              </p14:nvContentPartPr>
              <p14:xfrm>
                <a:off x="9182997" y="5370783"/>
                <a:ext cx="207000" cy="248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B860BE6-5DA9-6A1E-FCE9-F7EE5BBBDA02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164997" y="5352783"/>
                  <a:ext cx="2426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061A32D-5360-15A7-2721-2FD7EF4DB0B5}"/>
                    </a:ext>
                  </a:extLst>
                </p14:cNvPr>
                <p14:cNvContentPartPr/>
                <p14:nvPr/>
              </p14:nvContentPartPr>
              <p14:xfrm>
                <a:off x="9555597" y="5227143"/>
                <a:ext cx="50400" cy="2977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061A32D-5360-15A7-2721-2FD7EF4DB0B5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9537957" y="5209503"/>
                  <a:ext cx="8604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72F483E-5D4D-0177-582D-C6AD47F07897}"/>
                    </a:ext>
                  </a:extLst>
                </p14:cNvPr>
                <p14:cNvContentPartPr/>
                <p14:nvPr/>
              </p14:nvContentPartPr>
              <p14:xfrm>
                <a:off x="9786717" y="5189343"/>
                <a:ext cx="268200" cy="2995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72F483E-5D4D-0177-582D-C6AD47F07897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769077" y="5171703"/>
                  <a:ext cx="303840" cy="33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6195B7E7-ED0F-9156-4616-55EEF30642E1}"/>
              </a:ext>
            </a:extLst>
          </p:cNvPr>
          <p:cNvGrpSpPr/>
          <p:nvPr/>
        </p:nvGrpSpPr>
        <p:grpSpPr>
          <a:xfrm>
            <a:off x="8015157" y="6086103"/>
            <a:ext cx="245880" cy="150840"/>
            <a:chOff x="8015157" y="6086103"/>
            <a:chExt cx="245880" cy="15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435A0CF-0C1B-B09A-7E92-26E30549295D}"/>
                    </a:ext>
                  </a:extLst>
                </p14:cNvPr>
                <p14:cNvContentPartPr/>
                <p14:nvPr/>
              </p14:nvContentPartPr>
              <p14:xfrm>
                <a:off x="8047557" y="6086103"/>
                <a:ext cx="160920" cy="154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435A0CF-0C1B-B09A-7E92-26E30549295D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029557" y="6068103"/>
                  <a:ext cx="1965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9C9CADB-E582-5AA5-A67A-EAE7DA75C188}"/>
                    </a:ext>
                  </a:extLst>
                </p14:cNvPr>
                <p14:cNvContentPartPr/>
                <p14:nvPr/>
              </p14:nvContentPartPr>
              <p14:xfrm>
                <a:off x="8015157" y="6181143"/>
                <a:ext cx="245880" cy="558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9C9CADB-E582-5AA5-A67A-EAE7DA75C188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7997157" y="6163503"/>
                  <a:ext cx="281520" cy="91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7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E6D99E34-C10F-FE29-F8A8-A87380CB6950}"/>
                  </a:ext>
                </a:extLst>
              </p14:cNvPr>
              <p14:cNvContentPartPr/>
              <p14:nvPr/>
            </p14:nvContentPartPr>
            <p14:xfrm>
              <a:off x="8728677" y="5961903"/>
              <a:ext cx="419760" cy="3420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E6D99E34-C10F-FE29-F8A8-A87380CB6950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8710677" y="5944263"/>
                <a:ext cx="455400" cy="37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7" name="Group 136">
            <a:extLst>
              <a:ext uri="{FF2B5EF4-FFF2-40B4-BE49-F238E27FC236}">
                <a16:creationId xmlns:a16="http://schemas.microsoft.com/office/drawing/2014/main" id="{E19112AA-6D27-E63E-452D-DEDA4D8A3B89}"/>
              </a:ext>
            </a:extLst>
          </p:cNvPr>
          <p:cNvGrpSpPr/>
          <p:nvPr/>
        </p:nvGrpSpPr>
        <p:grpSpPr>
          <a:xfrm>
            <a:off x="721917" y="6408303"/>
            <a:ext cx="4247640" cy="486720"/>
            <a:chOff x="721917" y="6408303"/>
            <a:chExt cx="4247640" cy="48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BBCFB769-B4B8-D10A-5B04-788C19A1D305}"/>
                    </a:ext>
                  </a:extLst>
                </p14:cNvPr>
                <p14:cNvContentPartPr/>
                <p14:nvPr/>
              </p14:nvContentPartPr>
              <p14:xfrm>
                <a:off x="721917" y="6622143"/>
                <a:ext cx="321480" cy="2062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BBCFB769-B4B8-D10A-5B04-788C19A1D305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704277" y="6604503"/>
                  <a:ext cx="3571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3452FA8-9021-C5DC-3F54-6F8E81804078}"/>
                    </a:ext>
                  </a:extLst>
                </p14:cNvPr>
                <p14:cNvContentPartPr/>
                <p14:nvPr/>
              </p14:nvContentPartPr>
              <p14:xfrm>
                <a:off x="1179117" y="6594423"/>
                <a:ext cx="90360" cy="187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3452FA8-9021-C5DC-3F54-6F8E81804078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161117" y="6576423"/>
                  <a:ext cx="1260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B659CD0-8CA2-80B5-EC80-34D918CE9952}"/>
                    </a:ext>
                  </a:extLst>
                </p14:cNvPr>
                <p14:cNvContentPartPr/>
                <p14:nvPr/>
              </p14:nvContentPartPr>
              <p14:xfrm>
                <a:off x="1165437" y="6692703"/>
                <a:ext cx="152640" cy="522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B659CD0-8CA2-80B5-EC80-34D918CE9952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147437" y="6674703"/>
                  <a:ext cx="1882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CFC084AE-0163-77F3-233B-E6253740253A}"/>
                    </a:ext>
                  </a:extLst>
                </p14:cNvPr>
                <p14:cNvContentPartPr/>
                <p14:nvPr/>
              </p14:nvContentPartPr>
              <p14:xfrm>
                <a:off x="1450557" y="6481383"/>
                <a:ext cx="21960" cy="2422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CFC084AE-0163-77F3-233B-E6253740253A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432557" y="6463383"/>
                  <a:ext cx="5760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1EABAF9-EE19-42F4-5506-DD06DAF404FF}"/>
                    </a:ext>
                  </a:extLst>
                </p14:cNvPr>
                <p14:cNvContentPartPr/>
                <p14:nvPr/>
              </p14:nvContentPartPr>
              <p14:xfrm>
                <a:off x="1629477" y="6690903"/>
                <a:ext cx="60480" cy="1231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1EABAF9-EE19-42F4-5506-DD06DAF404FF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611837" y="6673263"/>
                  <a:ext cx="961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F7BB8CE-7F83-D161-9F0F-4A6F31A9BEEE}"/>
                    </a:ext>
                  </a:extLst>
                </p14:cNvPr>
                <p14:cNvContentPartPr/>
                <p14:nvPr/>
              </p14:nvContentPartPr>
              <p14:xfrm>
                <a:off x="1971117" y="6470583"/>
                <a:ext cx="187560" cy="4244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F7BB8CE-7F83-D161-9F0F-4A6F31A9BEEE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953477" y="6452943"/>
                  <a:ext cx="22320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84F82F6-0053-20B6-F049-52C7F1DAC7F8}"/>
                    </a:ext>
                  </a:extLst>
                </p14:cNvPr>
                <p14:cNvContentPartPr/>
                <p14:nvPr/>
              </p14:nvContentPartPr>
              <p14:xfrm>
                <a:off x="2403117" y="6519903"/>
                <a:ext cx="122760" cy="93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84F82F6-0053-20B6-F049-52C7F1DAC7F8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2385117" y="6501903"/>
                  <a:ext cx="1584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8B8BCAC-D838-BD18-43EA-57EC2EDE1381}"/>
                    </a:ext>
                  </a:extLst>
                </p14:cNvPr>
                <p14:cNvContentPartPr/>
                <p14:nvPr/>
              </p14:nvContentPartPr>
              <p14:xfrm>
                <a:off x="2420397" y="6607743"/>
                <a:ext cx="124200" cy="298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8B8BCAC-D838-BD18-43EA-57EC2EDE1381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2402757" y="6590103"/>
                  <a:ext cx="1598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1A0E7C9F-6D81-AA75-2317-43A82FA656E9}"/>
                    </a:ext>
                  </a:extLst>
                </p14:cNvPr>
                <p14:cNvContentPartPr/>
                <p14:nvPr/>
              </p14:nvContentPartPr>
              <p14:xfrm>
                <a:off x="2733597" y="6547623"/>
                <a:ext cx="193680" cy="162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1A0E7C9F-6D81-AA75-2317-43A82FA656E9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2715597" y="6529623"/>
                  <a:ext cx="2293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24E0792-CE31-B35D-5584-CB1DDD4B06FC}"/>
                    </a:ext>
                  </a:extLst>
                </p14:cNvPr>
                <p14:cNvContentPartPr/>
                <p14:nvPr/>
              </p14:nvContentPartPr>
              <p14:xfrm>
                <a:off x="3047877" y="6434223"/>
                <a:ext cx="187560" cy="2196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24E0792-CE31-B35D-5584-CB1DDD4B06FC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3029877" y="6416583"/>
                  <a:ext cx="2232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C9060B1-82B8-F4A5-E74C-7C6698A4C637}"/>
                    </a:ext>
                  </a:extLst>
                </p14:cNvPr>
                <p14:cNvContentPartPr/>
                <p14:nvPr/>
              </p14:nvContentPartPr>
              <p14:xfrm>
                <a:off x="3516597" y="6646983"/>
                <a:ext cx="98280" cy="1710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C9060B1-82B8-F4A5-E74C-7C6698A4C637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3498957" y="6629343"/>
                  <a:ext cx="1339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4D452B1-6825-422D-40A0-701F99586DD7}"/>
                    </a:ext>
                  </a:extLst>
                </p14:cNvPr>
                <p14:cNvContentPartPr/>
                <p14:nvPr/>
              </p14:nvContentPartPr>
              <p14:xfrm>
                <a:off x="3887757" y="6513063"/>
                <a:ext cx="276120" cy="1818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4D452B1-6825-422D-40A0-701F99586DD7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3869757" y="6495423"/>
                  <a:ext cx="3117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9535D59-B5BD-6D61-932C-7EAED3712E7E}"/>
                    </a:ext>
                  </a:extLst>
                </p14:cNvPr>
                <p14:cNvContentPartPr/>
                <p14:nvPr/>
              </p14:nvContentPartPr>
              <p14:xfrm>
                <a:off x="4344597" y="6552303"/>
                <a:ext cx="136080" cy="255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9535D59-B5BD-6D61-932C-7EAED3712E7E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326597" y="6534303"/>
                  <a:ext cx="1717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B11A168-7436-7855-E594-58B50506F096}"/>
                    </a:ext>
                  </a:extLst>
                </p14:cNvPr>
                <p14:cNvContentPartPr/>
                <p14:nvPr/>
              </p14:nvContentPartPr>
              <p14:xfrm>
                <a:off x="4314717" y="6622503"/>
                <a:ext cx="228600" cy="464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B11A168-7436-7855-E594-58B50506F096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297077" y="6604503"/>
                  <a:ext cx="2642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D0EFE10-7D37-8F87-3912-74A49A754553}"/>
                    </a:ext>
                  </a:extLst>
                </p14:cNvPr>
                <p14:cNvContentPartPr/>
                <p14:nvPr/>
              </p14:nvContentPartPr>
              <p14:xfrm>
                <a:off x="4791717" y="6408303"/>
                <a:ext cx="177840" cy="3088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D0EFE10-7D37-8F87-3912-74A49A754553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4774077" y="6390303"/>
                  <a:ext cx="213480" cy="34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9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0ECEF6D2-C58C-F661-5C3E-7C1E39A47121}"/>
                  </a:ext>
                </a:extLst>
              </p14:cNvPr>
              <p14:cNvContentPartPr/>
              <p14:nvPr/>
            </p14:nvContentPartPr>
            <p14:xfrm>
              <a:off x="6321357" y="6988623"/>
              <a:ext cx="8280" cy="324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0ECEF6D2-C58C-F661-5C3E-7C1E39A47121}"/>
                  </a:ext>
                </a:extLst>
              </p:cNvPr>
              <p:cNvPicPr/>
              <p:nvPr/>
            </p:nvPicPr>
            <p:blipFill>
              <a:blip r:embed="rId240"/>
              <a:stretch>
                <a:fillRect/>
              </a:stretch>
            </p:blipFill>
            <p:spPr>
              <a:xfrm>
                <a:off x="6303717" y="6970623"/>
                <a:ext cx="4392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1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5465A13B-9E21-3877-FA03-0BCF0698D60F}"/>
                  </a:ext>
                </a:extLst>
              </p14:cNvPr>
              <p14:cNvContentPartPr/>
              <p14:nvPr/>
            </p14:nvContentPartPr>
            <p14:xfrm>
              <a:off x="2866797" y="6692703"/>
              <a:ext cx="1800" cy="504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5465A13B-9E21-3877-FA03-0BCF0698D60F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2849157" y="6674703"/>
                <a:ext cx="3744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1CF470E-DFFA-BF0E-D84F-DD6881CD74F0}"/>
                  </a:ext>
                </a:extLst>
              </p14:cNvPr>
              <p14:cNvContentPartPr/>
              <p14:nvPr/>
            </p14:nvContentPartPr>
            <p14:xfrm>
              <a:off x="1797237" y="1664223"/>
              <a:ext cx="4680" cy="900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1CF470E-DFFA-BF0E-D84F-DD6881CD74F0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1792917" y="1659903"/>
                <a:ext cx="13320" cy="1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5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F5453AA1-F5BC-80D9-4366-19A67C81119C}"/>
                  </a:ext>
                </a:extLst>
              </p14:cNvPr>
              <p14:cNvContentPartPr/>
              <p14:nvPr/>
            </p14:nvContentPartPr>
            <p14:xfrm>
              <a:off x="2765277" y="1068063"/>
              <a:ext cx="360" cy="36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F5453AA1-F5BC-80D9-4366-19A67C81119C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2760957" y="1063743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7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3B75FB65-F1D5-3E4B-00E9-85B61A3EEF28}"/>
                  </a:ext>
                </a:extLst>
              </p14:cNvPr>
              <p14:cNvContentPartPr/>
              <p14:nvPr/>
            </p14:nvContentPartPr>
            <p14:xfrm>
              <a:off x="2974077" y="1547223"/>
              <a:ext cx="3240" cy="2124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3B75FB65-F1D5-3E4B-00E9-85B61A3EEF28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2969757" y="1542903"/>
                <a:ext cx="1188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9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89ACA392-50A3-3AAA-2626-AD0760F692C0}"/>
                  </a:ext>
                </a:extLst>
              </p14:cNvPr>
              <p14:cNvContentPartPr/>
              <p14:nvPr/>
            </p14:nvContentPartPr>
            <p14:xfrm>
              <a:off x="3906477" y="943503"/>
              <a:ext cx="2880" cy="216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89ACA392-50A3-3AAA-2626-AD0760F692C0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3902157" y="939183"/>
                <a:ext cx="11520" cy="1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1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C01F6E69-3DA5-27D4-2440-C47B8C86A499}"/>
                  </a:ext>
                </a:extLst>
              </p14:cNvPr>
              <p14:cNvContentPartPr/>
              <p14:nvPr/>
            </p14:nvContentPartPr>
            <p14:xfrm>
              <a:off x="3824757" y="1616343"/>
              <a:ext cx="2160" cy="540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C01F6E69-3DA5-27D4-2440-C47B8C86A499}"/>
                  </a:ext>
                </a:extLst>
              </p:cNvPr>
              <p:cNvPicPr/>
              <p:nvPr/>
            </p:nvPicPr>
            <p:blipFill>
              <a:blip r:embed="rId252"/>
              <a:stretch>
                <a:fillRect/>
              </a:stretch>
            </p:blipFill>
            <p:spPr>
              <a:xfrm>
                <a:off x="3820437" y="1612023"/>
                <a:ext cx="1080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3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8D10729F-4A21-39B4-C218-5EF60B29A612}"/>
                  </a:ext>
                </a:extLst>
              </p14:cNvPr>
              <p14:cNvContentPartPr/>
              <p14:nvPr/>
            </p14:nvContentPartPr>
            <p14:xfrm>
              <a:off x="3999717" y="1212063"/>
              <a:ext cx="1080" cy="324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8D10729F-4A21-39B4-C218-5EF60B29A612}"/>
                  </a:ext>
                </a:extLst>
              </p:cNvPr>
              <p:cNvPicPr/>
              <p:nvPr/>
            </p:nvPicPr>
            <p:blipFill>
              <a:blip r:embed="rId254"/>
              <a:stretch>
                <a:fillRect/>
              </a:stretch>
            </p:blipFill>
            <p:spPr>
              <a:xfrm>
                <a:off x="3995397" y="1207743"/>
                <a:ext cx="9720" cy="1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5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687E80E7-43AA-163A-9E8A-B74C4159F7E1}"/>
                  </a:ext>
                </a:extLst>
              </p14:cNvPr>
              <p14:cNvContentPartPr/>
              <p14:nvPr/>
            </p14:nvContentPartPr>
            <p14:xfrm>
              <a:off x="3863637" y="1782663"/>
              <a:ext cx="3240" cy="288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687E80E7-43AA-163A-9E8A-B74C4159F7E1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3859317" y="1778343"/>
                <a:ext cx="11880" cy="1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FC3CC6F9-ACC2-B49F-AF4C-86B076BDAB4C}"/>
                  </a:ext>
                </a:extLst>
              </p14:cNvPr>
              <p14:cNvContentPartPr/>
              <p14:nvPr/>
            </p14:nvContentPartPr>
            <p14:xfrm>
              <a:off x="3930957" y="971583"/>
              <a:ext cx="21240" cy="1944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FC3CC6F9-ACC2-B49F-AF4C-86B076BDAB4C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3926637" y="967263"/>
                <a:ext cx="2988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4C24014A-6621-7A44-1A52-A0C424BA35B0}"/>
                  </a:ext>
                </a:extLst>
              </p14:cNvPr>
              <p14:cNvContentPartPr/>
              <p14:nvPr/>
            </p14:nvContentPartPr>
            <p14:xfrm>
              <a:off x="3924837" y="1498983"/>
              <a:ext cx="360" cy="36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4C24014A-6621-7A44-1A52-A0C424BA35B0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3920517" y="1494663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9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FDFD692B-12DF-54C0-A473-BFD0877C228C}"/>
                  </a:ext>
                </a:extLst>
              </p14:cNvPr>
              <p14:cNvContentPartPr/>
              <p14:nvPr/>
            </p14:nvContentPartPr>
            <p14:xfrm>
              <a:off x="8660277" y="2018823"/>
              <a:ext cx="4680" cy="108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FDFD692B-12DF-54C0-A473-BFD0877C228C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8655957" y="2014503"/>
                <a:ext cx="13320" cy="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D8647D58-BFEA-1CD7-BF87-6F8F76A0C908}"/>
                  </a:ext>
                </a:extLst>
              </p14:cNvPr>
              <p14:cNvContentPartPr/>
              <p14:nvPr/>
            </p14:nvContentPartPr>
            <p14:xfrm>
              <a:off x="8600517" y="2038983"/>
              <a:ext cx="2880" cy="216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D8647D58-BFEA-1CD7-BF87-6F8F76A0C908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8596197" y="2034663"/>
                <a:ext cx="11520" cy="1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1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96BA17E8-7AEF-AC37-F029-D8104F9F441F}"/>
                  </a:ext>
                </a:extLst>
              </p14:cNvPr>
              <p14:cNvContentPartPr/>
              <p14:nvPr/>
            </p14:nvContentPartPr>
            <p14:xfrm>
              <a:off x="9376677" y="6385623"/>
              <a:ext cx="2880" cy="576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96BA17E8-7AEF-AC37-F029-D8104F9F441F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9372357" y="6381303"/>
                <a:ext cx="11520" cy="1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3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5B1484ED-1C08-76D2-AB4E-DEDEE2FE3D1C}"/>
                  </a:ext>
                </a:extLst>
              </p14:cNvPr>
              <p14:cNvContentPartPr/>
              <p14:nvPr/>
            </p14:nvContentPartPr>
            <p14:xfrm>
              <a:off x="9389637" y="6387423"/>
              <a:ext cx="360" cy="36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5B1484ED-1C08-76D2-AB4E-DEDEE2FE3D1C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9385317" y="6383103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20093E06-902C-2B6E-1D39-27201A1F9FFE}"/>
                  </a:ext>
                </a:extLst>
              </p14:cNvPr>
              <p14:cNvContentPartPr/>
              <p14:nvPr/>
            </p14:nvContentPartPr>
            <p14:xfrm>
              <a:off x="9400797" y="6297063"/>
              <a:ext cx="510840" cy="11052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20093E06-902C-2B6E-1D39-27201A1F9FFE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9396477" y="6292743"/>
                <a:ext cx="519480" cy="11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5776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1C3F9ADB-E58D-E850-FCDA-BFE245347868}"/>
              </a:ext>
            </a:extLst>
          </p:cNvPr>
          <p:cNvGrpSpPr/>
          <p:nvPr/>
        </p:nvGrpSpPr>
        <p:grpSpPr>
          <a:xfrm>
            <a:off x="347646" y="221703"/>
            <a:ext cx="407160" cy="344160"/>
            <a:chOff x="347646" y="221703"/>
            <a:chExt cx="407160" cy="34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66BD012-086D-080F-EDE7-F85487575ABF}"/>
                    </a:ext>
                  </a:extLst>
                </p14:cNvPr>
                <p14:cNvContentPartPr/>
                <p14:nvPr/>
              </p14:nvContentPartPr>
              <p14:xfrm>
                <a:off x="347646" y="221703"/>
                <a:ext cx="307080" cy="3441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66BD012-086D-080F-EDE7-F85487575AB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30006" y="203703"/>
                  <a:ext cx="34272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E802479-3174-DC81-6EAA-9E90E93149AB}"/>
                    </a:ext>
                  </a:extLst>
                </p14:cNvPr>
                <p14:cNvContentPartPr/>
                <p14:nvPr/>
              </p14:nvContentPartPr>
              <p14:xfrm>
                <a:off x="753726" y="434823"/>
                <a:ext cx="1080" cy="118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E802479-3174-DC81-6EAA-9E90E93149A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36086" y="416823"/>
                  <a:ext cx="36720" cy="4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5DDEEA1-CBCD-B212-4C4E-CA7B68888C11}"/>
              </a:ext>
            </a:extLst>
          </p:cNvPr>
          <p:cNvGrpSpPr/>
          <p:nvPr/>
        </p:nvGrpSpPr>
        <p:grpSpPr>
          <a:xfrm>
            <a:off x="1304886" y="151143"/>
            <a:ext cx="974880" cy="416880"/>
            <a:chOff x="1304886" y="151143"/>
            <a:chExt cx="974880" cy="41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F3A3EF7-5381-FD2B-C68B-3B54525CAE6E}"/>
                    </a:ext>
                  </a:extLst>
                </p14:cNvPr>
                <p14:cNvContentPartPr/>
                <p14:nvPr/>
              </p14:nvContentPartPr>
              <p14:xfrm>
                <a:off x="1304886" y="151143"/>
                <a:ext cx="234000" cy="4093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F3A3EF7-5381-FD2B-C68B-3B54525CAE6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86886" y="133143"/>
                  <a:ext cx="26964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A63D681-31B1-2458-CCE8-5639B9FDC06E}"/>
                    </a:ext>
                  </a:extLst>
                </p14:cNvPr>
                <p14:cNvContentPartPr/>
                <p14:nvPr/>
              </p14:nvContentPartPr>
              <p14:xfrm>
                <a:off x="1567326" y="212343"/>
                <a:ext cx="712440" cy="355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A63D681-31B1-2458-CCE8-5639B9FDC06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49686" y="194703"/>
                  <a:ext cx="748080" cy="39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2B5F0DD-6365-C473-81C2-085BF58C3707}"/>
              </a:ext>
            </a:extLst>
          </p:cNvPr>
          <p:cNvGrpSpPr/>
          <p:nvPr/>
        </p:nvGrpSpPr>
        <p:grpSpPr>
          <a:xfrm>
            <a:off x="2765766" y="276783"/>
            <a:ext cx="630360" cy="335520"/>
            <a:chOff x="2765766" y="276783"/>
            <a:chExt cx="630360" cy="33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4911EE3-2172-E17F-4CEC-33104FF45448}"/>
                    </a:ext>
                  </a:extLst>
                </p14:cNvPr>
                <p14:cNvContentPartPr/>
                <p14:nvPr/>
              </p14:nvContentPartPr>
              <p14:xfrm>
                <a:off x="2776566" y="276783"/>
                <a:ext cx="619560" cy="335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4911EE3-2172-E17F-4CEC-33104FF4544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758926" y="259143"/>
                  <a:ext cx="65520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C3548EB-5389-DF6F-D2E5-66641B4D8EA6}"/>
                    </a:ext>
                  </a:extLst>
                </p14:cNvPr>
                <p14:cNvContentPartPr/>
                <p14:nvPr/>
              </p14:nvContentPartPr>
              <p14:xfrm>
                <a:off x="2765766" y="355983"/>
                <a:ext cx="187920" cy="86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C3548EB-5389-DF6F-D2E5-66641B4D8EA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48126" y="337983"/>
                  <a:ext cx="223560" cy="4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B42C742-329D-A2F2-8FF0-C5674BDD2A49}"/>
              </a:ext>
            </a:extLst>
          </p:cNvPr>
          <p:cNvGrpSpPr/>
          <p:nvPr/>
        </p:nvGrpSpPr>
        <p:grpSpPr>
          <a:xfrm>
            <a:off x="3923166" y="240063"/>
            <a:ext cx="1929600" cy="630000"/>
            <a:chOff x="3923166" y="240063"/>
            <a:chExt cx="1929600" cy="63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D3126CB-5148-B125-EC41-034C62B906D5}"/>
                    </a:ext>
                  </a:extLst>
                </p14:cNvPr>
                <p14:cNvContentPartPr/>
                <p14:nvPr/>
              </p14:nvContentPartPr>
              <p14:xfrm>
                <a:off x="3923166" y="456783"/>
                <a:ext cx="212760" cy="1627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D3126CB-5148-B125-EC41-034C62B906D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905166" y="438783"/>
                  <a:ext cx="2484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0072BE5-0858-2A7A-0FFD-4E0A941F30EA}"/>
                    </a:ext>
                  </a:extLst>
                </p14:cNvPr>
                <p14:cNvContentPartPr/>
                <p14:nvPr/>
              </p14:nvContentPartPr>
              <p14:xfrm>
                <a:off x="4203246" y="475503"/>
                <a:ext cx="153000" cy="394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0072BE5-0858-2A7A-0FFD-4E0A941F30E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185246" y="457863"/>
                  <a:ext cx="18864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2B884E7-3E00-4C3E-FD84-5E86CA0147BF}"/>
                    </a:ext>
                  </a:extLst>
                </p14:cNvPr>
                <p14:cNvContentPartPr/>
                <p14:nvPr/>
              </p14:nvContentPartPr>
              <p14:xfrm>
                <a:off x="4465686" y="452463"/>
                <a:ext cx="211680" cy="183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2B884E7-3E00-4C3E-FD84-5E86CA0147B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447686" y="434463"/>
                  <a:ext cx="2473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6AB812D-1616-B753-1C07-4412482D081C}"/>
                    </a:ext>
                  </a:extLst>
                </p14:cNvPr>
                <p14:cNvContentPartPr/>
                <p14:nvPr/>
              </p14:nvContentPartPr>
              <p14:xfrm>
                <a:off x="4776366" y="475503"/>
                <a:ext cx="162720" cy="129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6AB812D-1616-B753-1C07-4412482D081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758366" y="457863"/>
                  <a:ext cx="1983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26BA6A3-03BF-8960-8558-887AF9C7F7E7}"/>
                    </a:ext>
                  </a:extLst>
                </p14:cNvPr>
                <p14:cNvContentPartPr/>
                <p14:nvPr/>
              </p14:nvContentPartPr>
              <p14:xfrm>
                <a:off x="5111886" y="248343"/>
                <a:ext cx="96840" cy="354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26BA6A3-03BF-8960-8558-887AF9C7F7E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094246" y="230343"/>
                  <a:ext cx="13248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C066C8C-2B83-9D3A-8C55-29C4F58667C8}"/>
                    </a:ext>
                  </a:extLst>
                </p14:cNvPr>
                <p14:cNvContentPartPr/>
                <p14:nvPr/>
              </p14:nvContentPartPr>
              <p14:xfrm>
                <a:off x="5255886" y="430503"/>
                <a:ext cx="35280" cy="146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C066C8C-2B83-9D3A-8C55-29C4F58667C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238246" y="412503"/>
                  <a:ext cx="709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66AE1B3-981B-FD16-0665-05C77972991C}"/>
                    </a:ext>
                  </a:extLst>
                </p14:cNvPr>
                <p14:cNvContentPartPr/>
                <p14:nvPr/>
              </p14:nvContentPartPr>
              <p14:xfrm>
                <a:off x="5389806" y="411063"/>
                <a:ext cx="101880" cy="154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66AE1B3-981B-FD16-0665-05C77972991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371806" y="393423"/>
                  <a:ext cx="1375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BA2F91C-DED8-05FB-33F1-F964963586F4}"/>
                    </a:ext>
                  </a:extLst>
                </p14:cNvPr>
                <p14:cNvContentPartPr/>
                <p14:nvPr/>
              </p14:nvContentPartPr>
              <p14:xfrm>
                <a:off x="5521566" y="412143"/>
                <a:ext cx="198000" cy="144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BA2F91C-DED8-05FB-33F1-F964963586F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503566" y="394143"/>
                  <a:ext cx="2336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CF3CBA9-C160-26B8-AD67-04F66C4154D1}"/>
                    </a:ext>
                  </a:extLst>
                </p14:cNvPr>
                <p14:cNvContentPartPr/>
                <p14:nvPr/>
              </p14:nvContentPartPr>
              <p14:xfrm>
                <a:off x="5722086" y="404943"/>
                <a:ext cx="130680" cy="144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CF3CBA9-C160-26B8-AD67-04F66C4154D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704446" y="387303"/>
                  <a:ext cx="1663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A18A4C1-C963-A954-C01D-0DB7364DA289}"/>
                    </a:ext>
                  </a:extLst>
                </p14:cNvPr>
                <p14:cNvContentPartPr/>
                <p14:nvPr/>
              </p14:nvContentPartPr>
              <p14:xfrm>
                <a:off x="5564046" y="240063"/>
                <a:ext cx="26640" cy="24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A18A4C1-C963-A954-C01D-0DB7364DA28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546406" y="222063"/>
                  <a:ext cx="622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5F80ACC-3D6F-C025-4C16-A69FA7743EBF}"/>
                    </a:ext>
                  </a:extLst>
                </p14:cNvPr>
                <p14:cNvContentPartPr/>
                <p14:nvPr/>
              </p14:nvContentPartPr>
              <p14:xfrm>
                <a:off x="4926846" y="272823"/>
                <a:ext cx="275760" cy="14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5F80ACC-3D6F-C025-4C16-A69FA7743EB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909206" y="255183"/>
                  <a:ext cx="311400" cy="5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C3E473A-B287-3424-CEE1-54BBC33B8192}"/>
              </a:ext>
            </a:extLst>
          </p:cNvPr>
          <p:cNvGrpSpPr/>
          <p:nvPr/>
        </p:nvGrpSpPr>
        <p:grpSpPr>
          <a:xfrm>
            <a:off x="2523846" y="1055823"/>
            <a:ext cx="1694880" cy="687600"/>
            <a:chOff x="2523846" y="1055823"/>
            <a:chExt cx="1694880" cy="68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87DEE02-BC48-4E66-2E18-5EDC63F1389E}"/>
                    </a:ext>
                  </a:extLst>
                </p14:cNvPr>
                <p14:cNvContentPartPr/>
                <p14:nvPr/>
              </p14:nvContentPartPr>
              <p14:xfrm>
                <a:off x="2523846" y="1143303"/>
                <a:ext cx="209520" cy="222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87DEE02-BC48-4E66-2E18-5EDC63F1389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505846" y="1125663"/>
                  <a:ext cx="24516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5F6D158-18D1-A5AD-511A-9165C095B1D4}"/>
                    </a:ext>
                  </a:extLst>
                </p14:cNvPr>
                <p14:cNvContentPartPr/>
                <p14:nvPr/>
              </p14:nvContentPartPr>
              <p14:xfrm>
                <a:off x="2820126" y="1203783"/>
                <a:ext cx="223560" cy="162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5F6D158-18D1-A5AD-511A-9165C095B1D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802486" y="1185783"/>
                  <a:ext cx="2592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F3FF270-F54C-3345-ED0D-434016C1DECC}"/>
                    </a:ext>
                  </a:extLst>
                </p14:cNvPr>
                <p14:cNvContentPartPr/>
                <p14:nvPr/>
              </p14:nvContentPartPr>
              <p14:xfrm>
                <a:off x="3167526" y="1245183"/>
                <a:ext cx="170640" cy="320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F3FF270-F54C-3345-ED0D-434016C1DEC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49526" y="1227183"/>
                  <a:ext cx="20628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33C1E11-9467-115A-D09E-57C4BF836529}"/>
                    </a:ext>
                  </a:extLst>
                </p14:cNvPr>
                <p14:cNvContentPartPr/>
                <p14:nvPr/>
              </p14:nvContentPartPr>
              <p14:xfrm>
                <a:off x="3208206" y="1166703"/>
                <a:ext cx="65880" cy="185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33C1E11-9467-115A-D09E-57C4BF83652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90206" y="1148703"/>
                  <a:ext cx="1015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9B1F04E-65E6-2D0A-2764-AFB2CE4304F1}"/>
                    </a:ext>
                  </a:extLst>
                </p14:cNvPr>
                <p14:cNvContentPartPr/>
                <p14:nvPr/>
              </p14:nvContentPartPr>
              <p14:xfrm>
                <a:off x="3449406" y="1055823"/>
                <a:ext cx="159480" cy="322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9B1F04E-65E6-2D0A-2764-AFB2CE4304F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431406" y="1038183"/>
                  <a:ext cx="19512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50F9A21-6451-AC83-4426-D799F0B734B1}"/>
                    </a:ext>
                  </a:extLst>
                </p14:cNvPr>
                <p14:cNvContentPartPr/>
                <p14:nvPr/>
              </p14:nvContentPartPr>
              <p14:xfrm>
                <a:off x="3595566" y="1207743"/>
                <a:ext cx="282240" cy="5356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50F9A21-6451-AC83-4426-D799F0B734B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577566" y="1190103"/>
                  <a:ext cx="317880" cy="57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3709162-EF0E-A6B6-7F56-103F47EC51DC}"/>
                    </a:ext>
                  </a:extLst>
                </p14:cNvPr>
                <p14:cNvContentPartPr/>
                <p14:nvPr/>
              </p14:nvContentPartPr>
              <p14:xfrm>
                <a:off x="4054566" y="1289103"/>
                <a:ext cx="164160" cy="43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3709162-EF0E-A6B6-7F56-103F47EC51D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036566" y="1271103"/>
                  <a:ext cx="1998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029FB6F-8DB7-026A-AB94-EDEF9E275699}"/>
                    </a:ext>
                  </a:extLst>
                </p14:cNvPr>
                <p14:cNvContentPartPr/>
                <p14:nvPr/>
              </p14:nvContentPartPr>
              <p14:xfrm>
                <a:off x="4128366" y="1204143"/>
                <a:ext cx="36000" cy="229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029FB6F-8DB7-026A-AB94-EDEF9E27569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110366" y="1186503"/>
                  <a:ext cx="71640" cy="26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465311C-DE59-E1E7-E3B9-9BC6FF838610}"/>
              </a:ext>
            </a:extLst>
          </p:cNvPr>
          <p:cNvGrpSpPr/>
          <p:nvPr/>
        </p:nvGrpSpPr>
        <p:grpSpPr>
          <a:xfrm>
            <a:off x="4506726" y="1225743"/>
            <a:ext cx="468720" cy="205560"/>
            <a:chOff x="4506726" y="1225743"/>
            <a:chExt cx="468720" cy="20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20850ED-47BA-C50D-3017-EF0AB9871C1A}"/>
                    </a:ext>
                  </a:extLst>
                </p14:cNvPr>
                <p14:cNvContentPartPr/>
                <p14:nvPr/>
              </p14:nvContentPartPr>
              <p14:xfrm>
                <a:off x="4506726" y="1225743"/>
                <a:ext cx="169200" cy="205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20850ED-47BA-C50D-3017-EF0AB9871C1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488726" y="1207743"/>
                  <a:ext cx="20484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354209B-5CF2-E8E6-8096-077E69ADB511}"/>
                    </a:ext>
                  </a:extLst>
                </p14:cNvPr>
                <p14:cNvContentPartPr/>
                <p14:nvPr/>
              </p14:nvContentPartPr>
              <p14:xfrm>
                <a:off x="4743606" y="1279743"/>
                <a:ext cx="231840" cy="1504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354209B-5CF2-E8E6-8096-077E69ADB51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725966" y="1261743"/>
                  <a:ext cx="267480" cy="18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6FD5E55-E36C-DCB6-AB0E-06BCE2BC9606}"/>
              </a:ext>
            </a:extLst>
          </p:cNvPr>
          <p:cNvGrpSpPr/>
          <p:nvPr/>
        </p:nvGrpSpPr>
        <p:grpSpPr>
          <a:xfrm>
            <a:off x="5253006" y="1288383"/>
            <a:ext cx="170640" cy="77040"/>
            <a:chOff x="5253006" y="1288383"/>
            <a:chExt cx="170640" cy="7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D32409D-235D-7BAB-D563-7653280E3CCD}"/>
                    </a:ext>
                  </a:extLst>
                </p14:cNvPr>
                <p14:cNvContentPartPr/>
                <p14:nvPr/>
              </p14:nvContentPartPr>
              <p14:xfrm>
                <a:off x="5255526" y="1288383"/>
                <a:ext cx="161280" cy="19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D32409D-235D-7BAB-D563-7653280E3CC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237526" y="1270743"/>
                  <a:ext cx="1969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CC6DDEA-FEE6-A5FA-A5A1-3BB4133540BF}"/>
                    </a:ext>
                  </a:extLst>
                </p14:cNvPr>
                <p14:cNvContentPartPr/>
                <p14:nvPr/>
              </p14:nvContentPartPr>
              <p14:xfrm>
                <a:off x="5253006" y="1331943"/>
                <a:ext cx="170640" cy="334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CC6DDEA-FEE6-A5FA-A5A1-3BB4133540B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235006" y="1313943"/>
                  <a:ext cx="206280" cy="6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BA6AA5A6-FAC0-A07A-1DC5-ED25A2B04853}"/>
                  </a:ext>
                </a:extLst>
              </p14:cNvPr>
              <p14:cNvContentPartPr/>
              <p14:nvPr/>
            </p14:nvContentPartPr>
            <p14:xfrm>
              <a:off x="5841606" y="990663"/>
              <a:ext cx="371160" cy="4442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BA6AA5A6-FAC0-A07A-1DC5-ED25A2B04853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823606" y="972663"/>
                <a:ext cx="406800" cy="47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96F13E1B-6C56-2F88-AD3D-03A60F0927D2}"/>
              </a:ext>
            </a:extLst>
          </p:cNvPr>
          <p:cNvGrpSpPr/>
          <p:nvPr/>
        </p:nvGrpSpPr>
        <p:grpSpPr>
          <a:xfrm>
            <a:off x="2173566" y="1851063"/>
            <a:ext cx="1033560" cy="442800"/>
            <a:chOff x="2173566" y="1851063"/>
            <a:chExt cx="1033560" cy="44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B382B7E-72F2-8973-D0C7-F69A3A59DE5F}"/>
                    </a:ext>
                  </a:extLst>
                </p14:cNvPr>
                <p14:cNvContentPartPr/>
                <p14:nvPr/>
              </p14:nvContentPartPr>
              <p14:xfrm>
                <a:off x="2173566" y="2037183"/>
                <a:ext cx="212400" cy="2354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B382B7E-72F2-8973-D0C7-F69A3A59DE5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155566" y="2019183"/>
                  <a:ext cx="24804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9A5EE7A-072B-DAE6-33DF-9E9A9A85EE56}"/>
                    </a:ext>
                  </a:extLst>
                </p14:cNvPr>
                <p14:cNvContentPartPr/>
                <p14:nvPr/>
              </p14:nvContentPartPr>
              <p14:xfrm>
                <a:off x="2493606" y="1851063"/>
                <a:ext cx="131760" cy="1832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9A5EE7A-072B-DAE6-33DF-9E9A9A85EE5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475606" y="1833423"/>
                  <a:ext cx="1674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61D6AF9-7338-D129-13D1-4AB45F4FB0E5}"/>
                    </a:ext>
                  </a:extLst>
                </p14:cNvPr>
                <p14:cNvContentPartPr/>
                <p14:nvPr/>
              </p14:nvContentPartPr>
              <p14:xfrm>
                <a:off x="2666406" y="2154183"/>
                <a:ext cx="253080" cy="1396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61D6AF9-7338-D129-13D1-4AB45F4FB0E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648766" y="2136543"/>
                  <a:ext cx="2887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58BBA63-F7FD-BD34-45FD-0ABA7AF135E8}"/>
                    </a:ext>
                  </a:extLst>
                </p14:cNvPr>
                <p14:cNvContentPartPr/>
                <p14:nvPr/>
              </p14:nvContentPartPr>
              <p14:xfrm>
                <a:off x="3098766" y="2173623"/>
                <a:ext cx="108360" cy="25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58BBA63-F7FD-BD34-45FD-0ABA7AF135E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080766" y="2155983"/>
                  <a:ext cx="1440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2E87097-E63D-AF84-5DC7-648696FCFF1C}"/>
                    </a:ext>
                  </a:extLst>
                </p14:cNvPr>
                <p14:cNvContentPartPr/>
                <p14:nvPr/>
              </p14:nvContentPartPr>
              <p14:xfrm>
                <a:off x="3154566" y="2107023"/>
                <a:ext cx="32040" cy="182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2E87097-E63D-AF84-5DC7-648696FCFF1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136926" y="2089023"/>
                  <a:ext cx="67680" cy="21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6470CCF-F5FC-D1A6-380D-9D7633381D7E}"/>
              </a:ext>
            </a:extLst>
          </p:cNvPr>
          <p:cNvGrpSpPr/>
          <p:nvPr/>
        </p:nvGrpSpPr>
        <p:grpSpPr>
          <a:xfrm>
            <a:off x="3450846" y="1922343"/>
            <a:ext cx="507240" cy="694800"/>
            <a:chOff x="3450846" y="1922343"/>
            <a:chExt cx="507240" cy="69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E096A88-6230-6221-8F99-848DE3775209}"/>
                    </a:ext>
                  </a:extLst>
                </p14:cNvPr>
                <p14:cNvContentPartPr/>
                <p14:nvPr/>
              </p14:nvContentPartPr>
              <p14:xfrm>
                <a:off x="3450846" y="2041503"/>
                <a:ext cx="129600" cy="2574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E096A88-6230-6221-8F99-848DE377520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432846" y="2023863"/>
                  <a:ext cx="16524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680D838-0CC5-5E3B-A398-C06D4B72E6A6}"/>
                    </a:ext>
                  </a:extLst>
                </p14:cNvPr>
                <p14:cNvContentPartPr/>
                <p14:nvPr/>
              </p14:nvContentPartPr>
              <p14:xfrm>
                <a:off x="3670446" y="1922343"/>
                <a:ext cx="124920" cy="131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680D838-0CC5-5E3B-A398-C06D4B72E6A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652446" y="1904343"/>
                  <a:ext cx="16056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4984E83-358A-D414-94A1-59081F8B60B8}"/>
                    </a:ext>
                  </a:extLst>
                </p14:cNvPr>
                <p14:cNvContentPartPr/>
                <p14:nvPr/>
              </p14:nvContentPartPr>
              <p14:xfrm>
                <a:off x="3752526" y="2074983"/>
                <a:ext cx="205560" cy="5421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4984E83-358A-D414-94A1-59081F8B60B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734526" y="2057343"/>
                  <a:ext cx="241200" cy="57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51D3AE5-6BB6-3697-918C-4CFE9AEEA9AA}"/>
              </a:ext>
            </a:extLst>
          </p:cNvPr>
          <p:cNvGrpSpPr/>
          <p:nvPr/>
        </p:nvGrpSpPr>
        <p:grpSpPr>
          <a:xfrm>
            <a:off x="4314486" y="2103783"/>
            <a:ext cx="213840" cy="187560"/>
            <a:chOff x="4314486" y="2103783"/>
            <a:chExt cx="213840" cy="18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E63A4E0-7A63-D0DF-91A5-D2331CC65BDC}"/>
                    </a:ext>
                  </a:extLst>
                </p14:cNvPr>
                <p14:cNvContentPartPr/>
                <p14:nvPr/>
              </p14:nvContentPartPr>
              <p14:xfrm>
                <a:off x="4314486" y="2172543"/>
                <a:ext cx="213840" cy="298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E63A4E0-7A63-D0DF-91A5-D2331CC65BD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296486" y="2154903"/>
                  <a:ext cx="2494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4DCE7BD-A392-7FE4-5D3E-22D630CB0E72}"/>
                    </a:ext>
                  </a:extLst>
                </p14:cNvPr>
                <p14:cNvContentPartPr/>
                <p14:nvPr/>
              </p14:nvContentPartPr>
              <p14:xfrm>
                <a:off x="4409166" y="2103783"/>
                <a:ext cx="55080" cy="1875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4DCE7BD-A392-7FE4-5D3E-22D630CB0E7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391526" y="2086143"/>
                  <a:ext cx="90720" cy="22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3D47E48-19E8-70AD-635B-7F840591CEF7}"/>
              </a:ext>
            </a:extLst>
          </p:cNvPr>
          <p:cNvGrpSpPr/>
          <p:nvPr/>
        </p:nvGrpSpPr>
        <p:grpSpPr>
          <a:xfrm>
            <a:off x="4916046" y="1953663"/>
            <a:ext cx="736920" cy="346680"/>
            <a:chOff x="4916046" y="1953663"/>
            <a:chExt cx="736920" cy="34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8C2BFF8-72F7-4E2A-D04E-169D52188BD3}"/>
                    </a:ext>
                  </a:extLst>
                </p14:cNvPr>
                <p14:cNvContentPartPr/>
                <p14:nvPr/>
              </p14:nvContentPartPr>
              <p14:xfrm>
                <a:off x="4916046" y="2113503"/>
                <a:ext cx="120240" cy="1868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8C2BFF8-72F7-4E2A-D04E-169D52188BD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898046" y="2095863"/>
                  <a:ext cx="1558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05A705D-C6CD-63C9-72FA-C57E008E411C}"/>
                    </a:ext>
                  </a:extLst>
                </p14:cNvPr>
                <p14:cNvContentPartPr/>
                <p14:nvPr/>
              </p14:nvContentPartPr>
              <p14:xfrm>
                <a:off x="5147886" y="1953663"/>
                <a:ext cx="176040" cy="113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05A705D-C6CD-63C9-72FA-C57E008E411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130246" y="1936023"/>
                  <a:ext cx="2116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50B2823-3063-32BC-17D5-5B11A8C8D813}"/>
                    </a:ext>
                  </a:extLst>
                </p14:cNvPr>
                <p14:cNvContentPartPr/>
                <p14:nvPr/>
              </p14:nvContentPartPr>
              <p14:xfrm>
                <a:off x="5431206" y="2151303"/>
                <a:ext cx="221760" cy="1364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50B2823-3063-32BC-17D5-5B11A8C8D81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413206" y="2133663"/>
                  <a:ext cx="257400" cy="17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8690893-0737-B9A1-558C-CE4EE0C58B39}"/>
              </a:ext>
            </a:extLst>
          </p:cNvPr>
          <p:cNvGrpSpPr/>
          <p:nvPr/>
        </p:nvGrpSpPr>
        <p:grpSpPr>
          <a:xfrm>
            <a:off x="5977326" y="2165343"/>
            <a:ext cx="232920" cy="72000"/>
            <a:chOff x="5977326" y="2165343"/>
            <a:chExt cx="232920" cy="7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96A0147-8773-8006-0B27-696FDC247F72}"/>
                    </a:ext>
                  </a:extLst>
                </p14:cNvPr>
                <p14:cNvContentPartPr/>
                <p14:nvPr/>
              </p14:nvContentPartPr>
              <p14:xfrm>
                <a:off x="5977326" y="2165343"/>
                <a:ext cx="174960" cy="295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96A0147-8773-8006-0B27-696FDC247F7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959686" y="2147703"/>
                  <a:ext cx="2106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812237C-FBCE-5AD3-D5F6-E6DFD38E4814}"/>
                    </a:ext>
                  </a:extLst>
                </p14:cNvPr>
                <p14:cNvContentPartPr/>
                <p14:nvPr/>
              </p14:nvContentPartPr>
              <p14:xfrm>
                <a:off x="5993886" y="2199183"/>
                <a:ext cx="216360" cy="38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812237C-FBCE-5AD3-D5F6-E6DFD38E481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976246" y="2181183"/>
                  <a:ext cx="252000" cy="7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82BF2D3-92E4-EEA5-FE9A-8FF7ADE09664}"/>
              </a:ext>
            </a:extLst>
          </p:cNvPr>
          <p:cNvGrpSpPr/>
          <p:nvPr/>
        </p:nvGrpSpPr>
        <p:grpSpPr>
          <a:xfrm>
            <a:off x="6540726" y="1987863"/>
            <a:ext cx="783000" cy="385560"/>
            <a:chOff x="6540726" y="1987863"/>
            <a:chExt cx="783000" cy="38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B8F7460-7B3A-0646-CE53-1911E7B0E1B0}"/>
                    </a:ext>
                  </a:extLst>
                </p14:cNvPr>
                <p14:cNvContentPartPr/>
                <p14:nvPr/>
              </p14:nvContentPartPr>
              <p14:xfrm>
                <a:off x="6540726" y="1987863"/>
                <a:ext cx="246960" cy="3855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B8F7460-7B3A-0646-CE53-1911E7B0E1B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522726" y="1969863"/>
                  <a:ext cx="28260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DD08CA1-48E8-7042-64FA-0674103842A9}"/>
                    </a:ext>
                  </a:extLst>
                </p14:cNvPr>
                <p14:cNvContentPartPr/>
                <p14:nvPr/>
              </p14:nvContentPartPr>
              <p14:xfrm>
                <a:off x="6958326" y="2033943"/>
                <a:ext cx="365400" cy="135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DD08CA1-48E8-7042-64FA-0674103842A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940686" y="2016303"/>
                  <a:ext cx="401040" cy="17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5E6231EB-B31E-13D4-94C6-77F136F1E4F1}"/>
              </a:ext>
            </a:extLst>
          </p:cNvPr>
          <p:cNvGrpSpPr/>
          <p:nvPr/>
        </p:nvGrpSpPr>
        <p:grpSpPr>
          <a:xfrm>
            <a:off x="2100486" y="2765463"/>
            <a:ext cx="781200" cy="435600"/>
            <a:chOff x="2100486" y="2765463"/>
            <a:chExt cx="781200" cy="43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8724A7F-DB1A-AEC3-3D51-6B0C0D7B16A3}"/>
                    </a:ext>
                  </a:extLst>
                </p14:cNvPr>
                <p14:cNvContentPartPr/>
                <p14:nvPr/>
              </p14:nvContentPartPr>
              <p14:xfrm>
                <a:off x="2100486" y="2980383"/>
                <a:ext cx="195480" cy="1900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8724A7F-DB1A-AEC3-3D51-6B0C0D7B16A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082486" y="2962383"/>
                  <a:ext cx="2311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0CBEC6D-6045-5311-19D5-DF059A2AD842}"/>
                    </a:ext>
                  </a:extLst>
                </p14:cNvPr>
                <p14:cNvContentPartPr/>
                <p14:nvPr/>
              </p14:nvContentPartPr>
              <p14:xfrm>
                <a:off x="2422686" y="2765463"/>
                <a:ext cx="116280" cy="2455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0CBEC6D-6045-5311-19D5-DF059A2AD84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405046" y="2747823"/>
                  <a:ext cx="15192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B15E31C-A3AF-3E12-45CE-EF6B9D9526E5}"/>
                    </a:ext>
                  </a:extLst>
                </p14:cNvPr>
                <p14:cNvContentPartPr/>
                <p14:nvPr/>
              </p14:nvContentPartPr>
              <p14:xfrm>
                <a:off x="2637246" y="3047703"/>
                <a:ext cx="244440" cy="1533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B15E31C-A3AF-3E12-45CE-EF6B9D9526E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619246" y="3030063"/>
                  <a:ext cx="28008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848FDBA0-BDDE-47A6-D9C3-0BFDCED629AB}"/>
              </a:ext>
            </a:extLst>
          </p:cNvPr>
          <p:cNvGrpSpPr/>
          <p:nvPr/>
        </p:nvGrpSpPr>
        <p:grpSpPr>
          <a:xfrm>
            <a:off x="3199206" y="2870223"/>
            <a:ext cx="847440" cy="762840"/>
            <a:chOff x="3199206" y="2870223"/>
            <a:chExt cx="847440" cy="76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1200154-8A01-F368-07BA-0BBDAD33DBAA}"/>
                    </a:ext>
                  </a:extLst>
                </p14:cNvPr>
                <p14:cNvContentPartPr/>
                <p14:nvPr/>
              </p14:nvContentPartPr>
              <p14:xfrm>
                <a:off x="3199206" y="3124383"/>
                <a:ext cx="158400" cy="169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1200154-8A01-F368-07BA-0BBDAD33DBA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181566" y="3106383"/>
                  <a:ext cx="1940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1CC645A-6927-2200-C948-C25E3C42642B}"/>
                    </a:ext>
                  </a:extLst>
                </p14:cNvPr>
                <p14:cNvContentPartPr/>
                <p14:nvPr/>
              </p14:nvContentPartPr>
              <p14:xfrm>
                <a:off x="3275526" y="3022863"/>
                <a:ext cx="74880" cy="2304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1CC645A-6927-2200-C948-C25E3C42642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257886" y="3005223"/>
                  <a:ext cx="11052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F9D2565-837F-1FC0-9190-0B60C48F5EF9}"/>
                    </a:ext>
                  </a:extLst>
                </p14:cNvPr>
                <p14:cNvContentPartPr/>
                <p14:nvPr/>
              </p14:nvContentPartPr>
              <p14:xfrm>
                <a:off x="3459486" y="2971023"/>
                <a:ext cx="167760" cy="2696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F9D2565-837F-1FC0-9190-0B60C48F5EF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441486" y="2953383"/>
                  <a:ext cx="20340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4544417-C3D7-69FF-7427-A9DC395BBFE9}"/>
                    </a:ext>
                  </a:extLst>
                </p14:cNvPr>
                <p14:cNvContentPartPr/>
                <p14:nvPr/>
              </p14:nvContentPartPr>
              <p14:xfrm>
                <a:off x="3704286" y="2870223"/>
                <a:ext cx="123120" cy="2260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4544417-C3D7-69FF-7427-A9DC395BBFE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686286" y="2852583"/>
                  <a:ext cx="1587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BAAC443-DED5-5802-C41D-0CF421FC0FFB}"/>
                    </a:ext>
                  </a:extLst>
                </p14:cNvPr>
                <p14:cNvContentPartPr/>
                <p14:nvPr/>
              </p14:nvContentPartPr>
              <p14:xfrm>
                <a:off x="3756486" y="3109623"/>
                <a:ext cx="290160" cy="5234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BAAC443-DED5-5802-C41D-0CF421FC0FF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38486" y="3091623"/>
                  <a:ext cx="325800" cy="55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698BD1CF-2A2A-F8D1-732C-2E4167AE3F30}"/>
              </a:ext>
            </a:extLst>
          </p:cNvPr>
          <p:cNvGrpSpPr/>
          <p:nvPr/>
        </p:nvGrpSpPr>
        <p:grpSpPr>
          <a:xfrm>
            <a:off x="4692126" y="2872023"/>
            <a:ext cx="1011600" cy="385560"/>
            <a:chOff x="4692126" y="2872023"/>
            <a:chExt cx="1011600" cy="38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CA685F0-61F7-5A5B-A7D0-159191C3B78F}"/>
                    </a:ext>
                  </a:extLst>
                </p14:cNvPr>
                <p14:cNvContentPartPr/>
                <p14:nvPr/>
              </p14:nvContentPartPr>
              <p14:xfrm>
                <a:off x="4692126" y="3134103"/>
                <a:ext cx="170640" cy="259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CA685F0-61F7-5A5B-A7D0-159191C3B78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674126" y="3116103"/>
                  <a:ext cx="2062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575A070-0D21-B1A3-BB32-9374C2A86EDE}"/>
                    </a:ext>
                  </a:extLst>
                </p14:cNvPr>
                <p14:cNvContentPartPr/>
                <p14:nvPr/>
              </p14:nvContentPartPr>
              <p14:xfrm>
                <a:off x="4763766" y="3046623"/>
                <a:ext cx="65520" cy="1936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575A070-0D21-B1A3-BB32-9374C2A86ED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745766" y="3028983"/>
                  <a:ext cx="1011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0665623-9CDF-2F1A-057A-B16D1339AF22}"/>
                    </a:ext>
                  </a:extLst>
                </p14:cNvPr>
                <p14:cNvContentPartPr/>
                <p14:nvPr/>
              </p14:nvContentPartPr>
              <p14:xfrm>
                <a:off x="5082006" y="3047703"/>
                <a:ext cx="156600" cy="1976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0665623-9CDF-2F1A-057A-B16D1339AF2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064366" y="3029703"/>
                  <a:ext cx="1922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B93C5F8-8A2B-A650-3FB0-3A6A09BB6700}"/>
                    </a:ext>
                  </a:extLst>
                </p14:cNvPr>
                <p14:cNvContentPartPr/>
                <p14:nvPr/>
              </p14:nvContentPartPr>
              <p14:xfrm>
                <a:off x="5338326" y="2872023"/>
                <a:ext cx="144360" cy="1947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B93C5F8-8A2B-A650-3FB0-3A6A09BB670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320686" y="2854023"/>
                  <a:ext cx="1800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6C0C39B-C1A5-2092-8F1F-C30B0F2A24B4}"/>
                    </a:ext>
                  </a:extLst>
                </p14:cNvPr>
                <p14:cNvContentPartPr/>
                <p14:nvPr/>
              </p14:nvContentPartPr>
              <p14:xfrm>
                <a:off x="5479446" y="3085143"/>
                <a:ext cx="224280" cy="1724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6C0C39B-C1A5-2092-8F1F-C30B0F2A24B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461806" y="3067503"/>
                  <a:ext cx="259920" cy="20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D3841FD8-9F61-D8B7-1137-94276C0F9F33}"/>
              </a:ext>
            </a:extLst>
          </p:cNvPr>
          <p:cNvGrpSpPr/>
          <p:nvPr/>
        </p:nvGrpSpPr>
        <p:grpSpPr>
          <a:xfrm>
            <a:off x="6060846" y="3151743"/>
            <a:ext cx="289440" cy="93240"/>
            <a:chOff x="6060846" y="3151743"/>
            <a:chExt cx="289440" cy="9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42FC0AB-B82E-DD6B-AEDA-8D465962BE46}"/>
                    </a:ext>
                  </a:extLst>
                </p14:cNvPr>
                <p14:cNvContentPartPr/>
                <p14:nvPr/>
              </p14:nvContentPartPr>
              <p14:xfrm>
                <a:off x="6060846" y="3151743"/>
                <a:ext cx="143280" cy="230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42FC0AB-B82E-DD6B-AEDA-8D465962BE4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043206" y="3133743"/>
                  <a:ext cx="1789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33F4E5C-EFE3-D018-96AE-9AD60D701934}"/>
                    </a:ext>
                  </a:extLst>
                </p14:cNvPr>
                <p14:cNvContentPartPr/>
                <p14:nvPr/>
              </p14:nvContentPartPr>
              <p14:xfrm>
                <a:off x="6099006" y="3209703"/>
                <a:ext cx="251280" cy="352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33F4E5C-EFE3-D018-96AE-9AD60D70193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081006" y="3191703"/>
                  <a:ext cx="286920" cy="7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F29885C2-0630-1277-4DA3-9CBA27C6F74A}"/>
              </a:ext>
            </a:extLst>
          </p:cNvPr>
          <p:cNvGrpSpPr/>
          <p:nvPr/>
        </p:nvGrpSpPr>
        <p:grpSpPr>
          <a:xfrm>
            <a:off x="6604086" y="2900823"/>
            <a:ext cx="596160" cy="448200"/>
            <a:chOff x="6604086" y="2900823"/>
            <a:chExt cx="596160" cy="44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CE35B3D-FF59-9081-E7DE-690804ED5DFE}"/>
                    </a:ext>
                  </a:extLst>
                </p14:cNvPr>
                <p14:cNvContentPartPr/>
                <p14:nvPr/>
              </p14:nvContentPartPr>
              <p14:xfrm>
                <a:off x="6604086" y="2900823"/>
                <a:ext cx="327960" cy="4482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CE35B3D-FF59-9081-E7DE-690804ED5DF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586446" y="2883183"/>
                  <a:ext cx="363600" cy="48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1548645-F096-940C-5AE8-BEE11E03F337}"/>
                    </a:ext>
                  </a:extLst>
                </p14:cNvPr>
                <p14:cNvContentPartPr/>
                <p14:nvPr/>
              </p14:nvContentPartPr>
              <p14:xfrm>
                <a:off x="7073526" y="2923503"/>
                <a:ext cx="126720" cy="2088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1548645-F096-940C-5AE8-BEE11E03F33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055526" y="2905503"/>
                  <a:ext cx="162360" cy="244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AE393E0D-FE31-CCD9-28D9-F51BF6E1468B}"/>
                  </a:ext>
                </a:extLst>
              </p14:cNvPr>
              <p14:cNvContentPartPr/>
              <p14:nvPr/>
            </p14:nvContentPartPr>
            <p14:xfrm>
              <a:off x="-193434" y="3984423"/>
              <a:ext cx="1256400" cy="98172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AE393E0D-FE31-CCD9-28D9-F51BF6E1468B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-211434" y="3966423"/>
                <a:ext cx="1292040" cy="10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14563362-6B57-C4EC-45A7-696579AE084F}"/>
                  </a:ext>
                </a:extLst>
              </p14:cNvPr>
              <p14:cNvContentPartPr/>
              <p14:nvPr/>
            </p14:nvContentPartPr>
            <p14:xfrm>
              <a:off x="1472414" y="4350786"/>
              <a:ext cx="20880" cy="2592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14563362-6B57-C4EC-45A7-696579AE084F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454414" y="4333146"/>
                <a:ext cx="5652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682AFAC2-402B-89D8-B4AA-0C9F240A7FE3}"/>
                  </a:ext>
                </a:extLst>
              </p14:cNvPr>
              <p14:cNvContentPartPr/>
              <p14:nvPr/>
            </p14:nvContentPartPr>
            <p14:xfrm>
              <a:off x="1312214" y="4630506"/>
              <a:ext cx="33840" cy="1872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682AFAC2-402B-89D8-B4AA-0C9F240A7FE3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294574" y="4612506"/>
                <a:ext cx="69480" cy="5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B10B7861-0C85-924B-52D4-E3D3CE181D3B}"/>
              </a:ext>
            </a:extLst>
          </p:cNvPr>
          <p:cNvGrpSpPr/>
          <p:nvPr/>
        </p:nvGrpSpPr>
        <p:grpSpPr>
          <a:xfrm>
            <a:off x="2024654" y="4006986"/>
            <a:ext cx="4908240" cy="1563120"/>
            <a:chOff x="2024654" y="4006986"/>
            <a:chExt cx="4908240" cy="156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01DD526-4561-90F8-4D24-F89C5A6E5AE5}"/>
                    </a:ext>
                  </a:extLst>
                </p14:cNvPr>
                <p14:cNvContentPartPr/>
                <p14:nvPr/>
              </p14:nvContentPartPr>
              <p14:xfrm>
                <a:off x="2024654" y="4417386"/>
                <a:ext cx="416520" cy="2145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01DD526-4561-90F8-4D24-F89C5A6E5AE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006654" y="4399746"/>
                  <a:ext cx="4521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20ECFAD-35A8-341B-4F5A-79093E623694}"/>
                    </a:ext>
                  </a:extLst>
                </p14:cNvPr>
                <p14:cNvContentPartPr/>
                <p14:nvPr/>
              </p14:nvContentPartPr>
              <p14:xfrm>
                <a:off x="2536574" y="4494426"/>
                <a:ext cx="167040" cy="172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20ECFAD-35A8-341B-4F5A-79093E62369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518574" y="4476426"/>
                  <a:ext cx="2026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BBAFDE0-C452-B4A3-8DC3-C309E073699A}"/>
                    </a:ext>
                  </a:extLst>
                </p14:cNvPr>
                <p14:cNvContentPartPr/>
                <p14:nvPr/>
              </p14:nvContentPartPr>
              <p14:xfrm>
                <a:off x="2588414" y="4543746"/>
                <a:ext cx="170640" cy="543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BBAFDE0-C452-B4A3-8DC3-C309E073699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570774" y="4526106"/>
                  <a:ext cx="20628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BEEC50A-7F60-1430-1C1D-C021BF757FC0}"/>
                    </a:ext>
                  </a:extLst>
                </p14:cNvPr>
                <p14:cNvContentPartPr/>
                <p14:nvPr/>
              </p14:nvContentPartPr>
              <p14:xfrm>
                <a:off x="3235334" y="4033986"/>
                <a:ext cx="361800" cy="5396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BEEC50A-7F60-1430-1C1D-C021BF757FC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217334" y="4015986"/>
                  <a:ext cx="397440" cy="57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CFADFB3-45C9-89B8-1C0C-E088FE11B552}"/>
                    </a:ext>
                  </a:extLst>
                </p14:cNvPr>
                <p14:cNvContentPartPr/>
                <p14:nvPr/>
              </p14:nvContentPartPr>
              <p14:xfrm>
                <a:off x="3810254" y="4097346"/>
                <a:ext cx="139680" cy="4510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CFADFB3-45C9-89B8-1C0C-E088FE11B55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792254" y="4079706"/>
                  <a:ext cx="17532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DD68904-0B95-7315-F862-7DC45D6CB860}"/>
                    </a:ext>
                  </a:extLst>
                </p14:cNvPr>
                <p14:cNvContentPartPr/>
                <p14:nvPr/>
              </p14:nvContentPartPr>
              <p14:xfrm>
                <a:off x="4090694" y="4031466"/>
                <a:ext cx="279360" cy="483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DD68904-0B95-7315-F862-7DC45D6CB86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073054" y="4013466"/>
                  <a:ext cx="315000" cy="51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A97080B-28CD-50C0-D2A0-E5A5C03C427D}"/>
                    </a:ext>
                  </a:extLst>
                </p14:cNvPr>
                <p14:cNvContentPartPr/>
                <p14:nvPr/>
              </p14:nvContentPartPr>
              <p14:xfrm>
                <a:off x="4503974" y="4375986"/>
                <a:ext cx="177480" cy="856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A97080B-28CD-50C0-D2A0-E5A5C03C427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486334" y="4357986"/>
                  <a:ext cx="2131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00D8BA9-5D51-E22A-29C1-FD370C6A28B0}"/>
                    </a:ext>
                  </a:extLst>
                </p14:cNvPr>
                <p14:cNvContentPartPr/>
                <p14:nvPr/>
              </p14:nvContentPartPr>
              <p14:xfrm>
                <a:off x="4748414" y="4134786"/>
                <a:ext cx="206280" cy="3715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00D8BA9-5D51-E22A-29C1-FD370C6A28B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730414" y="4116786"/>
                  <a:ext cx="24192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7A8B744-82BB-0688-0C13-5FCDF52A508F}"/>
                    </a:ext>
                  </a:extLst>
                </p14:cNvPr>
                <p14:cNvContentPartPr/>
                <p14:nvPr/>
              </p14:nvContentPartPr>
              <p14:xfrm>
                <a:off x="4823294" y="4046586"/>
                <a:ext cx="303840" cy="6318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7A8B744-82BB-0688-0C13-5FCDF52A508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805654" y="4028586"/>
                  <a:ext cx="339480" cy="66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B55A02E-BE4F-54FB-704E-CD006B984FC4}"/>
                    </a:ext>
                  </a:extLst>
                </p14:cNvPr>
                <p14:cNvContentPartPr/>
                <p14:nvPr/>
              </p14:nvContentPartPr>
              <p14:xfrm>
                <a:off x="5387414" y="4051266"/>
                <a:ext cx="266040" cy="5216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B55A02E-BE4F-54FB-704E-CD006B984FC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369414" y="4033266"/>
                  <a:ext cx="301680" cy="55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7342F8B-E6F7-FC01-CD25-A48CFDC2C8C8}"/>
                    </a:ext>
                  </a:extLst>
                </p14:cNvPr>
                <p14:cNvContentPartPr/>
                <p14:nvPr/>
              </p14:nvContentPartPr>
              <p14:xfrm>
                <a:off x="5641574" y="4298586"/>
                <a:ext cx="132480" cy="2311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7342F8B-E6F7-FC01-CD25-A48CFDC2C8C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623574" y="4280586"/>
                  <a:ext cx="16812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3CAE411-BC21-5DFF-7ADA-2A98C8B04B9C}"/>
                    </a:ext>
                  </a:extLst>
                </p14:cNvPr>
                <p14:cNvContentPartPr/>
                <p14:nvPr/>
              </p14:nvContentPartPr>
              <p14:xfrm>
                <a:off x="5935334" y="4330266"/>
                <a:ext cx="156960" cy="529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3CAE411-BC21-5DFF-7ADA-2A98C8B04B9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917694" y="4312266"/>
                  <a:ext cx="1926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607B169-FAB0-71AE-9382-61EDB29EDEB5}"/>
                    </a:ext>
                  </a:extLst>
                </p14:cNvPr>
                <p14:cNvContentPartPr/>
                <p14:nvPr/>
              </p14:nvContentPartPr>
              <p14:xfrm>
                <a:off x="6115334" y="4036866"/>
                <a:ext cx="331920" cy="4370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607B169-FAB0-71AE-9382-61EDB29EDEB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097694" y="4018866"/>
                  <a:ext cx="36756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516DC42-7238-99F5-3626-AB0E5D2EAE87}"/>
                    </a:ext>
                  </a:extLst>
                </p14:cNvPr>
                <p14:cNvContentPartPr/>
                <p14:nvPr/>
              </p14:nvContentPartPr>
              <p14:xfrm>
                <a:off x="6627614" y="4006986"/>
                <a:ext cx="171000" cy="4881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516DC42-7238-99F5-3626-AB0E5D2EAE8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609614" y="3989346"/>
                  <a:ext cx="206640" cy="52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85F54C0-478E-BC09-5C46-C3FD500BC7C9}"/>
                    </a:ext>
                  </a:extLst>
                </p14:cNvPr>
                <p14:cNvContentPartPr/>
                <p14:nvPr/>
              </p14:nvContentPartPr>
              <p14:xfrm>
                <a:off x="6490814" y="4845066"/>
                <a:ext cx="6480" cy="54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85F54C0-478E-BC09-5C46-C3FD500BC7C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472814" y="4827426"/>
                  <a:ext cx="421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C66621A-9E07-428B-4944-F60B8DA32373}"/>
                    </a:ext>
                  </a:extLst>
                </p14:cNvPr>
                <p14:cNvContentPartPr/>
                <p14:nvPr/>
              </p14:nvContentPartPr>
              <p14:xfrm>
                <a:off x="2852654" y="4779186"/>
                <a:ext cx="4080240" cy="1627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C66621A-9E07-428B-4944-F60B8DA3237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835014" y="4761546"/>
                  <a:ext cx="41158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ECC25DA-74DA-DC74-07F8-DAE14E84F54A}"/>
                    </a:ext>
                  </a:extLst>
                </p14:cNvPr>
                <p14:cNvContentPartPr/>
                <p14:nvPr/>
              </p14:nvContentPartPr>
              <p14:xfrm>
                <a:off x="3224894" y="5236386"/>
                <a:ext cx="210240" cy="1846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ECC25DA-74DA-DC74-07F8-DAE14E84F54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207254" y="5218386"/>
                  <a:ext cx="2458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2426463-D28D-F8F8-100C-EB8DB3806A70}"/>
                    </a:ext>
                  </a:extLst>
                </p14:cNvPr>
                <p14:cNvContentPartPr/>
                <p14:nvPr/>
              </p14:nvContentPartPr>
              <p14:xfrm>
                <a:off x="3616934" y="5008866"/>
                <a:ext cx="205560" cy="4694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2426463-D28D-F8F8-100C-EB8DB3806A70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599294" y="4990866"/>
                  <a:ext cx="241200" cy="50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8B75FB9-991C-4C5D-443E-F3734F73A760}"/>
                    </a:ext>
                  </a:extLst>
                </p14:cNvPr>
                <p14:cNvContentPartPr/>
                <p14:nvPr/>
              </p14:nvContentPartPr>
              <p14:xfrm>
                <a:off x="3918254" y="5218746"/>
                <a:ext cx="177840" cy="1670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8B75FB9-991C-4C5D-443E-F3734F73A76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900614" y="5200746"/>
                  <a:ext cx="2134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0914B6A-6455-1D2B-2B23-17B8B6A2E937}"/>
                    </a:ext>
                  </a:extLst>
                </p14:cNvPr>
                <p14:cNvContentPartPr/>
                <p14:nvPr/>
              </p14:nvContentPartPr>
              <p14:xfrm>
                <a:off x="4224614" y="5309826"/>
                <a:ext cx="187560" cy="601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0914B6A-6455-1D2B-2B23-17B8B6A2E93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206974" y="5291826"/>
                  <a:ext cx="22320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78E269C-3DD1-AD62-2D24-091384928CB5}"/>
                    </a:ext>
                  </a:extLst>
                </p14:cNvPr>
                <p14:cNvContentPartPr/>
                <p14:nvPr/>
              </p14:nvContentPartPr>
              <p14:xfrm>
                <a:off x="4480574" y="5139546"/>
                <a:ext cx="117360" cy="2631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78E269C-3DD1-AD62-2D24-091384928CB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462574" y="5121546"/>
                  <a:ext cx="15300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CFBEAA8-D7AF-869D-76D6-A301EC5A60EA}"/>
                    </a:ext>
                  </a:extLst>
                </p14:cNvPr>
                <p14:cNvContentPartPr/>
                <p14:nvPr/>
              </p14:nvContentPartPr>
              <p14:xfrm>
                <a:off x="4584254" y="5052786"/>
                <a:ext cx="170280" cy="4734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CFBEAA8-D7AF-869D-76D6-A301EC5A60E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566254" y="5035146"/>
                  <a:ext cx="205920" cy="50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226D1FE-8A96-598B-024E-FDEA2C22240E}"/>
                    </a:ext>
                  </a:extLst>
                </p14:cNvPr>
                <p14:cNvContentPartPr/>
                <p14:nvPr/>
              </p14:nvContentPartPr>
              <p14:xfrm>
                <a:off x="5075294" y="5061066"/>
                <a:ext cx="258480" cy="4683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226D1FE-8A96-598B-024E-FDEA2C22240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057654" y="5043426"/>
                  <a:ext cx="294120" cy="50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F9D02CC-BD86-443C-E239-AF8753240AD9}"/>
                    </a:ext>
                  </a:extLst>
                </p14:cNvPr>
                <p14:cNvContentPartPr/>
                <p14:nvPr/>
              </p14:nvContentPartPr>
              <p14:xfrm>
                <a:off x="5385614" y="5263026"/>
                <a:ext cx="172440" cy="1875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F9D02CC-BD86-443C-E239-AF8753240AD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367614" y="5245026"/>
                  <a:ext cx="2080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F69F729-A22E-C3E5-E7B6-56C92A1B836A}"/>
                    </a:ext>
                  </a:extLst>
                </p14:cNvPr>
                <p14:cNvContentPartPr/>
                <p14:nvPr/>
              </p14:nvContentPartPr>
              <p14:xfrm>
                <a:off x="5731574" y="5252946"/>
                <a:ext cx="171720" cy="352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F69F729-A22E-C3E5-E7B6-56C92A1B836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713574" y="5234946"/>
                  <a:ext cx="2073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D26E0B2-CF46-945F-271B-AF788E653ED9}"/>
                    </a:ext>
                  </a:extLst>
                </p14:cNvPr>
                <p14:cNvContentPartPr/>
                <p14:nvPr/>
              </p14:nvContentPartPr>
              <p14:xfrm>
                <a:off x="5998334" y="5172666"/>
                <a:ext cx="183600" cy="1792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D26E0B2-CF46-945F-271B-AF788E653ED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980334" y="5155026"/>
                  <a:ext cx="2192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1A3847F-45D8-726C-8698-CADBEE7B97DD}"/>
                    </a:ext>
                  </a:extLst>
                </p14:cNvPr>
                <p14:cNvContentPartPr/>
                <p14:nvPr/>
              </p14:nvContentPartPr>
              <p14:xfrm>
                <a:off x="6282014" y="4982946"/>
                <a:ext cx="95400" cy="5871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1A3847F-45D8-726C-8698-CADBEE7B97D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264014" y="4964946"/>
                  <a:ext cx="131040" cy="622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206EA5A8-F0FA-15E2-22CE-AF42A58BC56D}"/>
                  </a:ext>
                </a:extLst>
              </p14:cNvPr>
              <p14:cNvContentPartPr/>
              <p14:nvPr/>
            </p14:nvContentPartPr>
            <p14:xfrm>
              <a:off x="7312334" y="4474266"/>
              <a:ext cx="87840" cy="23976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206EA5A8-F0FA-15E2-22CE-AF42A58BC56D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7294334" y="4456266"/>
                <a:ext cx="123480" cy="27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9" name="Group 148">
            <a:extLst>
              <a:ext uri="{FF2B5EF4-FFF2-40B4-BE49-F238E27FC236}">
                <a16:creationId xmlns:a16="http://schemas.microsoft.com/office/drawing/2014/main" id="{49C3F385-BA52-2408-023D-9BB967883352}"/>
              </a:ext>
            </a:extLst>
          </p:cNvPr>
          <p:cNvGrpSpPr/>
          <p:nvPr/>
        </p:nvGrpSpPr>
        <p:grpSpPr>
          <a:xfrm>
            <a:off x="7740014" y="3906546"/>
            <a:ext cx="4193640" cy="1913040"/>
            <a:chOff x="7740014" y="3906546"/>
            <a:chExt cx="4193640" cy="191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850E812-AFD4-D51B-3ECF-1DA87EBE4566}"/>
                    </a:ext>
                  </a:extLst>
                </p14:cNvPr>
                <p14:cNvContentPartPr/>
                <p14:nvPr/>
              </p14:nvContentPartPr>
              <p14:xfrm>
                <a:off x="7740014" y="4282026"/>
                <a:ext cx="340920" cy="6674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850E812-AFD4-D51B-3ECF-1DA87EBE456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722374" y="4264386"/>
                  <a:ext cx="376560" cy="70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7125D7D-43F5-5741-D580-F646B63D3EB2}"/>
                    </a:ext>
                  </a:extLst>
                </p14:cNvPr>
                <p14:cNvContentPartPr/>
                <p14:nvPr/>
              </p14:nvContentPartPr>
              <p14:xfrm>
                <a:off x="8286134" y="4339986"/>
                <a:ext cx="146160" cy="619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7125D7D-43F5-5741-D580-F646B63D3EB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268494" y="4322346"/>
                  <a:ext cx="1818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4DCC565-8CAB-F589-2B0B-F768B3242D48}"/>
                    </a:ext>
                  </a:extLst>
                </p14:cNvPr>
                <p14:cNvContentPartPr/>
                <p14:nvPr/>
              </p14:nvContentPartPr>
              <p14:xfrm>
                <a:off x="8262734" y="4406586"/>
                <a:ext cx="251640" cy="759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4DCC565-8CAB-F589-2B0B-F768B3242D4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244734" y="4388586"/>
                  <a:ext cx="2872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86C392B-860F-225E-EC38-29900BE00624}"/>
                    </a:ext>
                  </a:extLst>
                </p14:cNvPr>
                <p14:cNvContentPartPr/>
                <p14:nvPr/>
              </p14:nvContentPartPr>
              <p14:xfrm>
                <a:off x="8808494" y="3906546"/>
                <a:ext cx="241920" cy="6685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86C392B-860F-225E-EC38-29900BE0062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790854" y="3888906"/>
                  <a:ext cx="277560" cy="70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AE0BA25-B450-EA4E-C743-A7F5D6D2B65E}"/>
                    </a:ext>
                  </a:extLst>
                </p14:cNvPr>
                <p14:cNvContentPartPr/>
                <p14:nvPr/>
              </p14:nvContentPartPr>
              <p14:xfrm>
                <a:off x="8982374" y="3991506"/>
                <a:ext cx="271440" cy="4996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AE0BA25-B450-EA4E-C743-A7F5D6D2B65E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964734" y="3973506"/>
                  <a:ext cx="307080" cy="53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AA1DDCC-3F32-1514-1901-F76B6EBBC509}"/>
                    </a:ext>
                  </a:extLst>
                </p14:cNvPr>
                <p14:cNvContentPartPr/>
                <p14:nvPr/>
              </p14:nvContentPartPr>
              <p14:xfrm>
                <a:off x="9259214" y="4023186"/>
                <a:ext cx="119520" cy="5601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AA1DDCC-3F32-1514-1901-F76B6EBBC50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241214" y="4005186"/>
                  <a:ext cx="155160" cy="59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C917DDB-1670-48CA-352F-2938509DA251}"/>
                    </a:ext>
                  </a:extLst>
                </p14:cNvPr>
                <p14:cNvContentPartPr/>
                <p14:nvPr/>
              </p14:nvContentPartPr>
              <p14:xfrm>
                <a:off x="9503294" y="3934626"/>
                <a:ext cx="271800" cy="7560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C917DDB-1670-48CA-352F-2938509DA25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485294" y="3916986"/>
                  <a:ext cx="307440" cy="79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F5DCBCB-6EAE-7053-23C8-493B773755B4}"/>
                    </a:ext>
                  </a:extLst>
                </p14:cNvPr>
                <p14:cNvContentPartPr/>
                <p14:nvPr/>
              </p14:nvContentPartPr>
              <p14:xfrm>
                <a:off x="9765014" y="4202106"/>
                <a:ext cx="179280" cy="2394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F5DCBCB-6EAE-7053-23C8-493B773755B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747374" y="4184466"/>
                  <a:ext cx="21492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2C6AE51F-1486-E9AB-124A-B7D337DCAA0C}"/>
                    </a:ext>
                  </a:extLst>
                </p14:cNvPr>
                <p14:cNvContentPartPr/>
                <p14:nvPr/>
              </p14:nvContentPartPr>
              <p14:xfrm>
                <a:off x="10051214" y="4247106"/>
                <a:ext cx="193680" cy="1054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2C6AE51F-1486-E9AB-124A-B7D337DCAA0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033574" y="4229466"/>
                  <a:ext cx="2293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29D0CB7-B423-AA7B-7524-25E7BA622C4C}"/>
                    </a:ext>
                  </a:extLst>
                </p14:cNvPr>
                <p14:cNvContentPartPr/>
                <p14:nvPr/>
              </p14:nvContentPartPr>
              <p14:xfrm>
                <a:off x="10247054" y="4018866"/>
                <a:ext cx="304920" cy="4690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29D0CB7-B423-AA7B-7524-25E7BA622C4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229054" y="4001226"/>
                  <a:ext cx="340560" cy="50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ACBF8C9-7151-FFEA-1E2E-EBA3A86F2F1F}"/>
                    </a:ext>
                  </a:extLst>
                </p14:cNvPr>
                <p14:cNvContentPartPr/>
                <p14:nvPr/>
              </p14:nvContentPartPr>
              <p14:xfrm>
                <a:off x="10526774" y="3923466"/>
                <a:ext cx="213120" cy="7164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ACBF8C9-7151-FFEA-1E2E-EBA3A86F2F1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508774" y="3905826"/>
                  <a:ext cx="248760" cy="75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178580A4-3B23-38A2-1EC5-45DAD6E1B30B}"/>
                    </a:ext>
                  </a:extLst>
                </p14:cNvPr>
                <p14:cNvContentPartPr/>
                <p14:nvPr/>
              </p14:nvContentPartPr>
              <p14:xfrm>
                <a:off x="10792454" y="3953706"/>
                <a:ext cx="240480" cy="7218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178580A4-3B23-38A2-1EC5-45DAD6E1B30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774454" y="3935706"/>
                  <a:ext cx="276120" cy="75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10A6532-97D5-D872-A7BA-1C481489E91F}"/>
                    </a:ext>
                  </a:extLst>
                </p14:cNvPr>
                <p14:cNvContentPartPr/>
                <p14:nvPr/>
              </p14:nvContentPartPr>
              <p14:xfrm>
                <a:off x="11051654" y="4062066"/>
                <a:ext cx="203400" cy="4417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10A6532-97D5-D872-A7BA-1C481489E91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034014" y="4044066"/>
                  <a:ext cx="239040" cy="47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C11C53A-BD15-5067-D034-AAD216AEB469}"/>
                    </a:ext>
                  </a:extLst>
                </p14:cNvPr>
                <p14:cNvContentPartPr/>
                <p14:nvPr/>
              </p14:nvContentPartPr>
              <p14:xfrm>
                <a:off x="11345054" y="4397226"/>
                <a:ext cx="110160" cy="514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C11C53A-BD15-5067-D034-AAD216AEB46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327414" y="4379586"/>
                  <a:ext cx="1458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2594BEC-0C52-2752-2518-E59C2ED36B15}"/>
                    </a:ext>
                  </a:extLst>
                </p14:cNvPr>
                <p14:cNvContentPartPr/>
                <p14:nvPr/>
              </p14:nvContentPartPr>
              <p14:xfrm>
                <a:off x="11539094" y="4261866"/>
                <a:ext cx="115920" cy="2044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2594BEC-0C52-2752-2518-E59C2ED36B1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521094" y="4244226"/>
                  <a:ext cx="1515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58F302A-F031-7324-E6CB-13BC07DF9B83}"/>
                    </a:ext>
                  </a:extLst>
                </p14:cNvPr>
                <p14:cNvContentPartPr/>
                <p14:nvPr/>
              </p14:nvContentPartPr>
              <p14:xfrm>
                <a:off x="11655734" y="3940746"/>
                <a:ext cx="234720" cy="7034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58F302A-F031-7324-E6CB-13BC07DF9B8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638094" y="3922746"/>
                  <a:ext cx="270360" cy="73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5C878E0-845F-C2FD-2DE4-F0707FBA842F}"/>
                    </a:ext>
                  </a:extLst>
                </p14:cNvPr>
                <p14:cNvContentPartPr/>
                <p14:nvPr/>
              </p14:nvContentPartPr>
              <p14:xfrm>
                <a:off x="8526614" y="4850106"/>
                <a:ext cx="3063960" cy="752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5C878E0-845F-C2FD-2DE4-F0707FBA842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508974" y="4832466"/>
                  <a:ext cx="30996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ED026FB-B1E2-2B5A-C4CB-E6BA1DAC0F20}"/>
                    </a:ext>
                  </a:extLst>
                </p14:cNvPr>
                <p14:cNvContentPartPr/>
                <p14:nvPr/>
              </p14:nvContentPartPr>
              <p14:xfrm>
                <a:off x="8958254" y="5083386"/>
                <a:ext cx="146520" cy="3736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ED026FB-B1E2-2B5A-C4CB-E6BA1DAC0F2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940614" y="5065746"/>
                  <a:ext cx="18216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7DAC560-EC1C-4AA7-6DCF-993D6679D049}"/>
                    </a:ext>
                  </a:extLst>
                </p14:cNvPr>
                <p14:cNvContentPartPr/>
                <p14:nvPr/>
              </p14:nvContentPartPr>
              <p14:xfrm>
                <a:off x="9303134" y="5042706"/>
                <a:ext cx="267480" cy="6242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7DAC560-EC1C-4AA7-6DCF-993D6679D04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285494" y="5025066"/>
                  <a:ext cx="303120" cy="65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6913116-7A04-3BF4-5FD4-FA6B7979D51B}"/>
                    </a:ext>
                  </a:extLst>
                </p14:cNvPr>
                <p14:cNvContentPartPr/>
                <p14:nvPr/>
              </p14:nvContentPartPr>
              <p14:xfrm>
                <a:off x="9644414" y="5294706"/>
                <a:ext cx="162360" cy="1627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6913116-7A04-3BF4-5FD4-FA6B7979D51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626774" y="5277066"/>
                  <a:ext cx="1980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B6796B68-8775-FEC4-1C5D-8C991EAE724E}"/>
                    </a:ext>
                  </a:extLst>
                </p14:cNvPr>
                <p14:cNvContentPartPr/>
                <p14:nvPr/>
              </p14:nvContentPartPr>
              <p14:xfrm>
                <a:off x="9936374" y="5363466"/>
                <a:ext cx="130320" cy="399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B6796B68-8775-FEC4-1C5D-8C991EAE724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918734" y="5345466"/>
                  <a:ext cx="1659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07393BC6-6454-CA6B-42BD-A0F4E7CA92E6}"/>
                    </a:ext>
                  </a:extLst>
                </p14:cNvPr>
                <p14:cNvContentPartPr/>
                <p14:nvPr/>
              </p14:nvContentPartPr>
              <p14:xfrm>
                <a:off x="10167134" y="5180586"/>
                <a:ext cx="150120" cy="2757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07393BC6-6454-CA6B-42BD-A0F4E7CA92E6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149494" y="5162946"/>
                  <a:ext cx="18576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2ECDF58-74E3-6903-1098-38A93152FB12}"/>
                    </a:ext>
                  </a:extLst>
                </p14:cNvPr>
                <p14:cNvContentPartPr/>
                <p14:nvPr/>
              </p14:nvContentPartPr>
              <p14:xfrm>
                <a:off x="10186214" y="4999506"/>
                <a:ext cx="325800" cy="6955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2ECDF58-74E3-6903-1098-38A93152FB1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168214" y="4981866"/>
                  <a:ext cx="361440" cy="73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434EE74-1192-5D5F-097E-046815E4AE2A}"/>
                    </a:ext>
                  </a:extLst>
                </p14:cNvPr>
                <p14:cNvContentPartPr/>
                <p14:nvPr/>
              </p14:nvContentPartPr>
              <p14:xfrm>
                <a:off x="10933214" y="5160066"/>
                <a:ext cx="181080" cy="4993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434EE74-1192-5D5F-097E-046815E4AE2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915574" y="5142066"/>
                  <a:ext cx="216720" cy="53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C5601BB-058F-E6C0-E9CA-88333E07259C}"/>
                    </a:ext>
                  </a:extLst>
                </p14:cNvPr>
                <p14:cNvContentPartPr/>
                <p14:nvPr/>
              </p14:nvContentPartPr>
              <p14:xfrm>
                <a:off x="11218694" y="5167626"/>
                <a:ext cx="174240" cy="3607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C5601BB-058F-E6C0-E9CA-88333E07259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200694" y="5149626"/>
                  <a:ext cx="20988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3B090B9-F0F2-CEF0-7C69-6F724EAA1C17}"/>
                    </a:ext>
                  </a:extLst>
                </p14:cNvPr>
                <p14:cNvContentPartPr/>
                <p14:nvPr/>
              </p14:nvContentPartPr>
              <p14:xfrm>
                <a:off x="11478254" y="5409186"/>
                <a:ext cx="166320" cy="198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3B090B9-F0F2-CEF0-7C69-6F724EAA1C1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1460254" y="5391186"/>
                  <a:ext cx="2019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483BFD63-54DD-B681-C53E-F88526A80BCD}"/>
                    </a:ext>
                  </a:extLst>
                </p14:cNvPr>
                <p14:cNvContentPartPr/>
                <p14:nvPr/>
              </p14:nvContentPartPr>
              <p14:xfrm>
                <a:off x="11691374" y="5316306"/>
                <a:ext cx="108720" cy="1749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483BFD63-54DD-B681-C53E-F88526A80BC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1673734" y="5298306"/>
                  <a:ext cx="14436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54D0840-9C34-CE14-1DCB-049AF33B4CE7}"/>
                    </a:ext>
                  </a:extLst>
                </p14:cNvPr>
                <p14:cNvContentPartPr/>
                <p14:nvPr/>
              </p14:nvContentPartPr>
              <p14:xfrm>
                <a:off x="11634854" y="5082666"/>
                <a:ext cx="298800" cy="6537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54D0840-9C34-CE14-1DCB-049AF33B4CE7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1617214" y="5065026"/>
                  <a:ext cx="334440" cy="68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D8D2E70B-93C6-18F3-F2DF-043A30B01F5D}"/>
                    </a:ext>
                  </a:extLst>
                </p14:cNvPr>
                <p14:cNvContentPartPr/>
                <p14:nvPr/>
              </p14:nvContentPartPr>
              <p14:xfrm>
                <a:off x="11446574" y="5801946"/>
                <a:ext cx="4680" cy="176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D8D2E70B-93C6-18F3-F2DF-043A30B01F5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428574" y="5783946"/>
                  <a:ext cx="40320" cy="5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58DEDDBF-4C08-0915-B3DE-511C4BA22E09}"/>
              </a:ext>
            </a:extLst>
          </p:cNvPr>
          <p:cNvGrpSpPr/>
          <p:nvPr/>
        </p:nvGrpSpPr>
        <p:grpSpPr>
          <a:xfrm>
            <a:off x="2191334" y="6040266"/>
            <a:ext cx="572040" cy="230400"/>
            <a:chOff x="2191334" y="6040266"/>
            <a:chExt cx="572040" cy="23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D47CD7B0-A6A8-1BE8-204D-68D47006DFD8}"/>
                    </a:ext>
                  </a:extLst>
                </p14:cNvPr>
                <p14:cNvContentPartPr/>
                <p14:nvPr/>
              </p14:nvContentPartPr>
              <p14:xfrm>
                <a:off x="2191334" y="6040266"/>
                <a:ext cx="252720" cy="2304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D47CD7B0-A6A8-1BE8-204D-68D47006DFD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173694" y="6022266"/>
                  <a:ext cx="28836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8E0C2498-1C62-3AAB-E095-3D80A4C9B422}"/>
                    </a:ext>
                  </a:extLst>
                </p14:cNvPr>
                <p14:cNvContentPartPr/>
                <p14:nvPr/>
              </p14:nvContentPartPr>
              <p14:xfrm>
                <a:off x="2520734" y="6128826"/>
                <a:ext cx="176040" cy="406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8E0C2498-1C62-3AAB-E095-3D80A4C9B42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502734" y="6110826"/>
                  <a:ext cx="2116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DA85B72-462B-2F56-30EA-952895C3F45E}"/>
                    </a:ext>
                  </a:extLst>
                </p14:cNvPr>
                <p14:cNvContentPartPr/>
                <p14:nvPr/>
              </p14:nvContentPartPr>
              <p14:xfrm>
                <a:off x="2515334" y="6210906"/>
                <a:ext cx="248040" cy="381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DA85B72-462B-2F56-30EA-952895C3F45E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497334" y="6193266"/>
                  <a:ext cx="283680" cy="7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08E9DD4A-8F0E-EF28-CC48-4DFEB41D2B8F}"/>
              </a:ext>
            </a:extLst>
          </p:cNvPr>
          <p:cNvGrpSpPr/>
          <p:nvPr/>
        </p:nvGrpSpPr>
        <p:grpSpPr>
          <a:xfrm>
            <a:off x="3448454" y="5815986"/>
            <a:ext cx="3449520" cy="1135800"/>
            <a:chOff x="3448454" y="5815986"/>
            <a:chExt cx="3449520" cy="113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91CAFD74-95F3-DFF7-8C2B-8FB98818C395}"/>
                    </a:ext>
                  </a:extLst>
                </p14:cNvPr>
                <p14:cNvContentPartPr/>
                <p14:nvPr/>
              </p14:nvContentPartPr>
              <p14:xfrm>
                <a:off x="3448454" y="5940186"/>
                <a:ext cx="285840" cy="3276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91CAFD74-95F3-DFF7-8C2B-8FB98818C39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430814" y="5922186"/>
                  <a:ext cx="32148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AB65152-2B86-241D-3878-29CD7695E75A}"/>
                    </a:ext>
                  </a:extLst>
                </p14:cNvPr>
                <p14:cNvContentPartPr/>
                <p14:nvPr/>
              </p14:nvContentPartPr>
              <p14:xfrm>
                <a:off x="3833654" y="5919306"/>
                <a:ext cx="108000" cy="3330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AB65152-2B86-241D-3878-29CD7695E75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816014" y="5901666"/>
                  <a:ext cx="14364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0B6215E4-191A-8103-6EC1-13ABA7135182}"/>
                    </a:ext>
                  </a:extLst>
                </p14:cNvPr>
                <p14:cNvContentPartPr/>
                <p14:nvPr/>
              </p14:nvContentPartPr>
              <p14:xfrm>
                <a:off x="4085294" y="5921466"/>
                <a:ext cx="174960" cy="2912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0B6215E4-191A-8103-6EC1-13ABA7135182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067294" y="5903466"/>
                  <a:ext cx="21060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A41C12C1-C404-976E-B8F7-00F4304051D9}"/>
                    </a:ext>
                  </a:extLst>
                </p14:cNvPr>
                <p14:cNvContentPartPr/>
                <p14:nvPr/>
              </p14:nvContentPartPr>
              <p14:xfrm>
                <a:off x="4356014" y="6096786"/>
                <a:ext cx="231120" cy="478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A41C12C1-C404-976E-B8F7-00F4304051D9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338014" y="6079146"/>
                  <a:ext cx="2667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7C3D8E64-E964-F39B-6F97-C88BAF7EAEA0}"/>
                    </a:ext>
                  </a:extLst>
                </p14:cNvPr>
                <p14:cNvContentPartPr/>
                <p14:nvPr/>
              </p14:nvContentPartPr>
              <p14:xfrm>
                <a:off x="4675334" y="5879706"/>
                <a:ext cx="214560" cy="2970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7C3D8E64-E964-F39B-6F97-C88BAF7EAEA0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657334" y="5861706"/>
                  <a:ext cx="25020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4739585-4D8E-4EFE-E9FB-FDA93344EE46}"/>
                    </a:ext>
                  </a:extLst>
                </p14:cNvPr>
                <p14:cNvContentPartPr/>
                <p14:nvPr/>
              </p14:nvContentPartPr>
              <p14:xfrm>
                <a:off x="4875854" y="5863146"/>
                <a:ext cx="221760" cy="4716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A4739585-4D8E-4EFE-E9FB-FDA93344EE46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858214" y="5845506"/>
                  <a:ext cx="257400" cy="50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BB609FA-14A2-E5D3-6B9A-A980BCEE8E6E}"/>
                    </a:ext>
                  </a:extLst>
                </p14:cNvPr>
                <p14:cNvContentPartPr/>
                <p14:nvPr/>
              </p14:nvContentPartPr>
              <p14:xfrm>
                <a:off x="5501534" y="5856666"/>
                <a:ext cx="158040" cy="4287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BB609FA-14A2-E5D3-6B9A-A980BCEE8E6E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483894" y="5838666"/>
                  <a:ext cx="19368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0F0D909B-AF3C-7AB2-2427-7B325F9A78B0}"/>
                    </a:ext>
                  </a:extLst>
                </p14:cNvPr>
                <p14:cNvContentPartPr/>
                <p14:nvPr/>
              </p14:nvContentPartPr>
              <p14:xfrm>
                <a:off x="5772614" y="5843706"/>
                <a:ext cx="243720" cy="3837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0F0D909B-AF3C-7AB2-2427-7B325F9A78B0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754614" y="5825706"/>
                  <a:ext cx="27936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0948FD6-0889-478D-1E39-C21C74C99442}"/>
                    </a:ext>
                  </a:extLst>
                </p14:cNvPr>
                <p14:cNvContentPartPr/>
                <p14:nvPr/>
              </p14:nvContentPartPr>
              <p14:xfrm>
                <a:off x="6110654" y="6124146"/>
                <a:ext cx="131760" cy="360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0948FD6-0889-478D-1E39-C21C74C9944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092654" y="6106146"/>
                  <a:ext cx="1674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037CB818-1F07-16F5-8E20-286FFC072029}"/>
                    </a:ext>
                  </a:extLst>
                </p14:cNvPr>
                <p14:cNvContentPartPr/>
                <p14:nvPr/>
              </p14:nvContentPartPr>
              <p14:xfrm>
                <a:off x="6371654" y="5998506"/>
                <a:ext cx="231120" cy="1854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037CB818-1F07-16F5-8E20-286FFC072029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353654" y="5980866"/>
                  <a:ext cx="26676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82E795BE-47DF-FC26-D77A-7F0F4AACF5EE}"/>
                    </a:ext>
                  </a:extLst>
                </p14:cNvPr>
                <p14:cNvContentPartPr/>
                <p14:nvPr/>
              </p14:nvContentPartPr>
              <p14:xfrm>
                <a:off x="6483254" y="5815986"/>
                <a:ext cx="352440" cy="5162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82E795BE-47DF-FC26-D77A-7F0F4AACF5EE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465614" y="5797986"/>
                  <a:ext cx="388080" cy="55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998F85D8-E42F-3729-FED6-78EC495EABE0}"/>
                    </a:ext>
                  </a:extLst>
                </p14:cNvPr>
                <p14:cNvContentPartPr/>
                <p14:nvPr/>
              </p14:nvContentPartPr>
              <p14:xfrm>
                <a:off x="3549254" y="6321786"/>
                <a:ext cx="3348720" cy="1332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998F85D8-E42F-3729-FED6-78EC495EABE0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531614" y="6303786"/>
                  <a:ext cx="33843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E1CB050C-AEDD-E413-5C21-643BB73C11CE}"/>
                    </a:ext>
                  </a:extLst>
                </p14:cNvPr>
                <p14:cNvContentPartPr/>
                <p14:nvPr/>
              </p14:nvContentPartPr>
              <p14:xfrm>
                <a:off x="3705134" y="6632826"/>
                <a:ext cx="168120" cy="2163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E1CB050C-AEDD-E413-5C21-643BB73C11CE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687494" y="6615186"/>
                  <a:ext cx="2037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2DF971DB-5E47-0270-CEFA-ADE2F7FDC44A}"/>
                    </a:ext>
                  </a:extLst>
                </p14:cNvPr>
                <p14:cNvContentPartPr/>
                <p14:nvPr/>
              </p14:nvContentPartPr>
              <p14:xfrm>
                <a:off x="3960014" y="6557586"/>
                <a:ext cx="141120" cy="2772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2DF971DB-5E47-0270-CEFA-ADE2F7FDC44A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942374" y="6539946"/>
                  <a:ext cx="17676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A50B82F6-83CF-6472-D733-9FB6DBA9F861}"/>
                    </a:ext>
                  </a:extLst>
                </p14:cNvPr>
                <p14:cNvContentPartPr/>
                <p14:nvPr/>
              </p14:nvContentPartPr>
              <p14:xfrm>
                <a:off x="4173494" y="6552546"/>
                <a:ext cx="212040" cy="3070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A50B82F6-83CF-6472-D733-9FB6DBA9F861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155494" y="6534906"/>
                  <a:ext cx="24768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E1CFC031-5FB8-E306-1231-5BEA163D7853}"/>
                    </a:ext>
                  </a:extLst>
                </p14:cNvPr>
                <p14:cNvContentPartPr/>
                <p14:nvPr/>
              </p14:nvContentPartPr>
              <p14:xfrm>
                <a:off x="4596494" y="6715626"/>
                <a:ext cx="145080" cy="133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E1CFC031-5FB8-E306-1231-5BEA163D7853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578494" y="6697986"/>
                  <a:ext cx="1807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5802A7B7-3DC5-1810-05C8-8222F10B3E21}"/>
                    </a:ext>
                  </a:extLst>
                </p14:cNvPr>
                <p14:cNvContentPartPr/>
                <p14:nvPr/>
              </p14:nvContentPartPr>
              <p14:xfrm>
                <a:off x="4810694" y="6638946"/>
                <a:ext cx="158400" cy="1929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5802A7B7-3DC5-1810-05C8-8222F10B3E21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792694" y="6621306"/>
                  <a:ext cx="1940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DFB60C78-1611-A424-63F4-D398A47FA599}"/>
                    </a:ext>
                  </a:extLst>
                </p14:cNvPr>
                <p14:cNvContentPartPr/>
                <p14:nvPr/>
              </p14:nvContentPartPr>
              <p14:xfrm>
                <a:off x="4967654" y="6485226"/>
                <a:ext cx="160920" cy="4665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DFB60C78-1611-A424-63F4-D398A47FA599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950014" y="6467586"/>
                  <a:ext cx="196560" cy="50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88DF2E2A-32D7-1687-AAA3-478B753CE390}"/>
                    </a:ext>
                  </a:extLst>
                </p14:cNvPr>
                <p14:cNvContentPartPr/>
                <p14:nvPr/>
              </p14:nvContentPartPr>
              <p14:xfrm>
                <a:off x="5426654" y="6524826"/>
                <a:ext cx="184320" cy="3837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88DF2E2A-32D7-1687-AAA3-478B753CE390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408654" y="6506826"/>
                  <a:ext cx="21996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59F382EF-5B89-3DDF-C14F-84FBF32586C9}"/>
                    </a:ext>
                  </a:extLst>
                </p14:cNvPr>
                <p14:cNvContentPartPr/>
                <p14:nvPr/>
              </p14:nvContentPartPr>
              <p14:xfrm>
                <a:off x="5698094" y="6653706"/>
                <a:ext cx="156960" cy="1504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59F382EF-5B89-3DDF-C14F-84FBF32586C9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680454" y="6635706"/>
                  <a:ext cx="1926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8D143AE8-B44F-A5E5-164A-5E34B513409D}"/>
                    </a:ext>
                  </a:extLst>
                </p14:cNvPr>
                <p14:cNvContentPartPr/>
                <p14:nvPr/>
              </p14:nvContentPartPr>
              <p14:xfrm>
                <a:off x="6023174" y="6693666"/>
                <a:ext cx="194400" cy="219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8D143AE8-B44F-A5E5-164A-5E34B513409D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005534" y="6675666"/>
                  <a:ext cx="2300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6BE14682-57BD-0D4B-90D3-0791C99A83B1}"/>
                    </a:ext>
                  </a:extLst>
                </p14:cNvPr>
                <p14:cNvContentPartPr/>
                <p14:nvPr/>
              </p14:nvContentPartPr>
              <p14:xfrm>
                <a:off x="6209654" y="6628146"/>
                <a:ext cx="159480" cy="1832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6BE14682-57BD-0D4B-90D3-0791C99A83B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192014" y="6610146"/>
                  <a:ext cx="1951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7331A4D4-C08F-108B-17F2-8A534751CE86}"/>
                    </a:ext>
                  </a:extLst>
                </p14:cNvPr>
                <p14:cNvContentPartPr/>
                <p14:nvPr/>
              </p14:nvContentPartPr>
              <p14:xfrm>
                <a:off x="6432134" y="6516906"/>
                <a:ext cx="139680" cy="4237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7331A4D4-C08F-108B-17F2-8A534751CE86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414494" y="6499266"/>
                  <a:ext cx="175320" cy="459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ADF0318C-7DC9-3084-2356-A78C2BB6CA60}"/>
                  </a:ext>
                </a:extLst>
              </p14:cNvPr>
              <p14:cNvContentPartPr/>
              <p14:nvPr/>
            </p14:nvContentPartPr>
            <p14:xfrm>
              <a:off x="8869694" y="6466146"/>
              <a:ext cx="8280" cy="39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ADF0318C-7DC9-3084-2356-A78C2BB6CA60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8865374" y="6461826"/>
                <a:ext cx="1692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4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86116D51-0994-9529-7000-E400EDD7C33A}"/>
                  </a:ext>
                </a:extLst>
              </p14:cNvPr>
              <p14:cNvContentPartPr/>
              <p14:nvPr/>
            </p14:nvContentPartPr>
            <p14:xfrm>
              <a:off x="7639934" y="6383346"/>
              <a:ext cx="360" cy="36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86116D51-0994-9529-7000-E400EDD7C33A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7635614" y="6379026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6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8554A26F-FD54-AAD5-BEB3-9A9910D9CC18}"/>
                  </a:ext>
                </a:extLst>
              </p14:cNvPr>
              <p14:cNvContentPartPr/>
              <p14:nvPr/>
            </p14:nvContentPartPr>
            <p14:xfrm>
              <a:off x="7375694" y="6537426"/>
              <a:ext cx="360" cy="36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8554A26F-FD54-AAD5-BEB3-9A9910D9CC18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7371374" y="6533106"/>
                <a:ext cx="9000" cy="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6202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1</Words>
  <Application>Microsoft Office PowerPoint</Application>
  <PresentationFormat>Widescreen</PresentationFormat>
  <Paragraphs>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Subodh Srivastava</dc:creator>
  <cp:lastModifiedBy>Dr. Subodh Srivastava</cp:lastModifiedBy>
  <cp:revision>2</cp:revision>
  <dcterms:created xsi:type="dcterms:W3CDTF">2026-01-29T06:00:52Z</dcterms:created>
  <dcterms:modified xsi:type="dcterms:W3CDTF">2026-01-29T14:21:30Z</dcterms:modified>
</cp:coreProperties>
</file>